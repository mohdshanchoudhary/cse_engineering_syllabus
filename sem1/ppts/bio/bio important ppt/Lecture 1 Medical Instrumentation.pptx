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0" r:id="rId1"/>
  </p:sldMasterIdLst>
  <p:notesMasterIdLst>
    <p:notesMasterId r:id="rId30"/>
  </p:notesMasterIdLst>
  <p:sldIdLst>
    <p:sldId id="376" r:id="rId2"/>
    <p:sldId id="294" r:id="rId3"/>
    <p:sldId id="374" r:id="rId4"/>
    <p:sldId id="430" r:id="rId5"/>
    <p:sldId id="377" r:id="rId6"/>
    <p:sldId id="414" r:id="rId7"/>
    <p:sldId id="417" r:id="rId8"/>
    <p:sldId id="418" r:id="rId9"/>
    <p:sldId id="432" r:id="rId10"/>
    <p:sldId id="431" r:id="rId11"/>
    <p:sldId id="419" r:id="rId12"/>
    <p:sldId id="385" r:id="rId13"/>
    <p:sldId id="395" r:id="rId14"/>
    <p:sldId id="396" r:id="rId15"/>
    <p:sldId id="386" r:id="rId16"/>
    <p:sldId id="399" r:id="rId17"/>
    <p:sldId id="416" r:id="rId18"/>
    <p:sldId id="402" r:id="rId19"/>
    <p:sldId id="403" r:id="rId20"/>
    <p:sldId id="404" r:id="rId21"/>
    <p:sldId id="407" r:id="rId22"/>
    <p:sldId id="408" r:id="rId23"/>
    <p:sldId id="409" r:id="rId24"/>
    <p:sldId id="398" r:id="rId25"/>
    <p:sldId id="388" r:id="rId26"/>
    <p:sldId id="429" r:id="rId27"/>
    <p:sldId id="413" r:id="rId28"/>
    <p:sldId id="340" r:id="rId29"/>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Franklin Gothic Book" panose="020B0503020102020204" pitchFamily="34" charset="0"/>
        <a:ea typeface="+mn-ea"/>
        <a:cs typeface="+mn-cs"/>
      </a:defRPr>
    </a:lvl5pPr>
    <a:lvl6pPr marL="2286000" algn="l" defTabSz="914400" rtl="0" eaLnBrk="1" latinLnBrk="0" hangingPunct="1">
      <a:defRPr kern="1200">
        <a:solidFill>
          <a:schemeClr val="tx1"/>
        </a:solidFill>
        <a:latin typeface="Franklin Gothic Book" panose="020B0503020102020204" pitchFamily="34" charset="0"/>
        <a:ea typeface="+mn-ea"/>
        <a:cs typeface="+mn-cs"/>
      </a:defRPr>
    </a:lvl6pPr>
    <a:lvl7pPr marL="2743200" algn="l" defTabSz="914400" rtl="0" eaLnBrk="1" latinLnBrk="0" hangingPunct="1">
      <a:defRPr kern="1200">
        <a:solidFill>
          <a:schemeClr val="tx1"/>
        </a:solidFill>
        <a:latin typeface="Franklin Gothic Book" panose="020B0503020102020204" pitchFamily="34" charset="0"/>
        <a:ea typeface="+mn-ea"/>
        <a:cs typeface="+mn-cs"/>
      </a:defRPr>
    </a:lvl7pPr>
    <a:lvl8pPr marL="3200400" algn="l" defTabSz="914400" rtl="0" eaLnBrk="1" latinLnBrk="0" hangingPunct="1">
      <a:defRPr kern="1200">
        <a:solidFill>
          <a:schemeClr val="tx1"/>
        </a:solidFill>
        <a:latin typeface="Franklin Gothic Book" panose="020B0503020102020204" pitchFamily="34" charset="0"/>
        <a:ea typeface="+mn-ea"/>
        <a:cs typeface="+mn-cs"/>
      </a:defRPr>
    </a:lvl8pPr>
    <a:lvl9pPr marL="3657600" algn="l" defTabSz="914400" rtl="0" eaLnBrk="1" latinLnBrk="0" hangingPunct="1">
      <a:defRPr kern="1200">
        <a:solidFill>
          <a:schemeClr val="tx1"/>
        </a:solidFill>
        <a:latin typeface="Franklin Gothic Book" panose="020B05030201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5" autoAdjust="0"/>
    <p:restoredTop sz="93707" autoAdjust="0"/>
  </p:normalViewPr>
  <p:slideViewPr>
    <p:cSldViewPr snapToGrid="0">
      <p:cViewPr varScale="1">
        <p:scale>
          <a:sx n="81" d="100"/>
          <a:sy n="81" d="100"/>
        </p:scale>
        <p:origin x="792" y="48"/>
      </p:cViewPr>
      <p:guideLst/>
    </p:cSldViewPr>
  </p:slideViewPr>
  <p:notesTextViewPr>
    <p:cViewPr>
      <p:scale>
        <a:sx n="1" d="1"/>
        <a:sy n="1" d="1"/>
      </p:scale>
      <p:origin x="0" y="0"/>
    </p:cViewPr>
  </p:notesTextViewPr>
  <p:sorterViewPr>
    <p:cViewPr>
      <p:scale>
        <a:sx n="180" d="100"/>
        <a:sy n="180" d="100"/>
      </p:scale>
      <p:origin x="0" y="-125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2.xml.rels><?xml version="1.0" encoding="UTF-8" standalone="yes"?>
<Relationships xmlns="http://schemas.openxmlformats.org/package/2006/relationships"><Relationship Id="rId2" Type="http://schemas.openxmlformats.org/officeDocument/2006/relationships/hyperlink" Target="https://www.electrical4u.com/sensor-types-of-sensor/" TargetMode="External"/><Relationship Id="rId1" Type="http://schemas.openxmlformats.org/officeDocument/2006/relationships/hyperlink" Target="https://www.electrical4u.com/transducer-types-of-transducer/" TargetMode="External"/></Relationships>
</file>

<file path=ppt/diagrams/_rels/drawing12.xml.rels><?xml version="1.0" encoding="UTF-8" standalone="yes"?>
<Relationships xmlns="http://schemas.openxmlformats.org/package/2006/relationships"><Relationship Id="rId2" Type="http://schemas.openxmlformats.org/officeDocument/2006/relationships/hyperlink" Target="https://www.electrical4u.com/transducer-types-of-transducer/" TargetMode="External"/><Relationship Id="rId1" Type="http://schemas.openxmlformats.org/officeDocument/2006/relationships/hyperlink" Target="https://www.electrical4u.com/sensor-types-of-sensor/"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D70D10-5DEF-468B-B68C-8C8A195D15C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A305DD3A-9A9A-4BCD-9261-3565253B6581}">
      <dgm:prSet phldrT="[Text]" custT="1"/>
      <dgm:spPr/>
      <dgm:t>
        <a:bodyPr/>
        <a:lstStyle/>
        <a:p>
          <a:r>
            <a:rPr lang="en-IN" altLang="en-US" sz="3200" b="1" dirty="0">
              <a:ln>
                <a:noFill/>
              </a:ln>
              <a:solidFill>
                <a:schemeClr val="bg1"/>
              </a:solidFill>
              <a:latin typeface="+mn-lt"/>
            </a:rPr>
            <a:t>What is Signal ?</a:t>
          </a:r>
          <a:endParaRPr lang="en-IN" sz="3200" dirty="0">
            <a:solidFill>
              <a:schemeClr val="bg1"/>
            </a:solidFill>
            <a:latin typeface="+mn-lt"/>
          </a:endParaRPr>
        </a:p>
      </dgm:t>
    </dgm:pt>
    <dgm:pt modelId="{27172C62-DC76-48A8-9D7F-8F62DCE4077E}" type="parTrans" cxnId="{8AF57988-9ED3-4A6F-9504-DC9755528C7E}">
      <dgm:prSet/>
      <dgm:spPr/>
      <dgm:t>
        <a:bodyPr/>
        <a:lstStyle/>
        <a:p>
          <a:endParaRPr lang="en-IN">
            <a:latin typeface="+mn-lt"/>
          </a:endParaRPr>
        </a:p>
      </dgm:t>
    </dgm:pt>
    <dgm:pt modelId="{65275DD5-F274-4159-95B8-3031C036077D}" type="sibTrans" cxnId="{8AF57988-9ED3-4A6F-9504-DC9755528C7E}">
      <dgm:prSet/>
      <dgm:spPr/>
      <dgm:t>
        <a:bodyPr/>
        <a:lstStyle/>
        <a:p>
          <a:endParaRPr lang="en-IN">
            <a:latin typeface="+mn-lt"/>
          </a:endParaRPr>
        </a:p>
      </dgm:t>
    </dgm:pt>
    <dgm:pt modelId="{F9ACDB6F-001A-4176-B794-46BDCBF220F4}">
      <dgm:prSet phldrT="[Text]" custT="1"/>
      <dgm:spPr/>
      <dgm:t>
        <a:bodyPr/>
        <a:lstStyle/>
        <a:p>
          <a:pPr algn="just">
            <a:spcAft>
              <a:spcPts val="1200"/>
            </a:spcAft>
          </a:pPr>
          <a:r>
            <a:rPr lang="en-US" altLang="en-US" sz="2800" dirty="0">
              <a:latin typeface="+mn-lt"/>
            </a:rPr>
            <a:t>A </a:t>
          </a:r>
          <a:r>
            <a:rPr lang="en-US" altLang="en-US" sz="2800" b="1" dirty="0">
              <a:latin typeface="+mn-lt"/>
            </a:rPr>
            <a:t>fluctuating quantity whose variations represent information.</a:t>
          </a:r>
          <a:endParaRPr lang="en-IN" sz="2800" b="1" dirty="0">
            <a:latin typeface="+mn-lt"/>
          </a:endParaRPr>
        </a:p>
      </dgm:t>
    </dgm:pt>
    <dgm:pt modelId="{00309095-3BFE-475C-B626-34468DC3EF38}" type="parTrans" cxnId="{F800F6F1-C793-4714-AA79-4C8513A32341}">
      <dgm:prSet/>
      <dgm:spPr/>
      <dgm:t>
        <a:bodyPr/>
        <a:lstStyle/>
        <a:p>
          <a:endParaRPr lang="en-IN">
            <a:latin typeface="+mn-lt"/>
          </a:endParaRPr>
        </a:p>
      </dgm:t>
    </dgm:pt>
    <dgm:pt modelId="{227AABC6-7A59-4729-8043-BFFE3168F825}" type="sibTrans" cxnId="{F800F6F1-C793-4714-AA79-4C8513A32341}">
      <dgm:prSet/>
      <dgm:spPr/>
      <dgm:t>
        <a:bodyPr/>
        <a:lstStyle/>
        <a:p>
          <a:endParaRPr lang="en-IN">
            <a:latin typeface="+mn-lt"/>
          </a:endParaRPr>
        </a:p>
      </dgm:t>
    </dgm:pt>
    <dgm:pt modelId="{42DCF0A0-CC79-42E1-9838-243ABD6C1CAF}">
      <dgm:prSet custT="1"/>
      <dgm:spPr/>
      <dgm:t>
        <a:bodyPr/>
        <a:lstStyle/>
        <a:p>
          <a:pPr algn="just">
            <a:spcAft>
              <a:spcPts val="1200"/>
            </a:spcAft>
          </a:pPr>
          <a:r>
            <a:rPr lang="en-US" altLang="en-US" sz="2800" b="1" dirty="0">
              <a:latin typeface="+mn-lt"/>
            </a:rPr>
            <a:t>Signals are represented mathematically as functions of one or more independent variables</a:t>
          </a:r>
          <a:r>
            <a:rPr lang="en-US" altLang="en-US" sz="2800" dirty="0">
              <a:latin typeface="+mn-lt"/>
            </a:rPr>
            <a:t>.</a:t>
          </a:r>
        </a:p>
      </dgm:t>
    </dgm:pt>
    <dgm:pt modelId="{944CC3B7-778C-4F41-AB98-2FD42562067E}" type="parTrans" cxnId="{3A1F1420-C754-4BDA-BF12-F588FEB53582}">
      <dgm:prSet/>
      <dgm:spPr/>
      <dgm:t>
        <a:bodyPr/>
        <a:lstStyle/>
        <a:p>
          <a:endParaRPr lang="en-IN">
            <a:latin typeface="+mn-lt"/>
          </a:endParaRPr>
        </a:p>
      </dgm:t>
    </dgm:pt>
    <dgm:pt modelId="{B75D60EA-0E5A-4CF9-959A-ED488E10C4CB}" type="sibTrans" cxnId="{3A1F1420-C754-4BDA-BF12-F588FEB53582}">
      <dgm:prSet/>
      <dgm:spPr/>
      <dgm:t>
        <a:bodyPr/>
        <a:lstStyle/>
        <a:p>
          <a:endParaRPr lang="en-IN">
            <a:latin typeface="+mn-lt"/>
          </a:endParaRPr>
        </a:p>
      </dgm:t>
    </dgm:pt>
    <dgm:pt modelId="{E5C66043-5ED1-42FD-A692-82C37D44AF24}">
      <dgm:prSet custT="1"/>
      <dgm:spPr/>
      <dgm:t>
        <a:bodyPr/>
        <a:lstStyle/>
        <a:p>
          <a:pPr algn="just">
            <a:spcAft>
              <a:spcPts val="1200"/>
            </a:spcAft>
          </a:pPr>
          <a:r>
            <a:rPr lang="en-US" altLang="en-US" sz="2800" dirty="0">
              <a:latin typeface="+mn-lt"/>
            </a:rPr>
            <a:t>Examples voltage, current, electric field strength, light, sound, etc.</a:t>
          </a:r>
          <a:endParaRPr lang="en-US" altLang="en-US" sz="3200" dirty="0">
            <a:latin typeface="+mn-lt"/>
          </a:endParaRPr>
        </a:p>
      </dgm:t>
    </dgm:pt>
    <dgm:pt modelId="{CBFF1BAF-1A02-47B3-A352-CF151779A277}" type="parTrans" cxnId="{618D0A55-A7C7-4C73-9FA8-7C7CBCD282FC}">
      <dgm:prSet/>
      <dgm:spPr/>
      <dgm:t>
        <a:bodyPr/>
        <a:lstStyle/>
        <a:p>
          <a:endParaRPr lang="en-IN">
            <a:latin typeface="+mn-lt"/>
          </a:endParaRPr>
        </a:p>
      </dgm:t>
    </dgm:pt>
    <dgm:pt modelId="{435E00EE-889D-4F31-AC36-555112608377}" type="sibTrans" cxnId="{618D0A55-A7C7-4C73-9FA8-7C7CBCD282FC}">
      <dgm:prSet/>
      <dgm:spPr/>
      <dgm:t>
        <a:bodyPr/>
        <a:lstStyle/>
        <a:p>
          <a:endParaRPr lang="en-IN">
            <a:latin typeface="+mn-lt"/>
          </a:endParaRPr>
        </a:p>
      </dgm:t>
    </dgm:pt>
    <dgm:pt modelId="{B9EBC9EB-8D36-4654-84CC-536DBA0874F9}">
      <dgm:prSet phldrT="[Text]" custT="1"/>
      <dgm:spPr/>
      <dgm:t>
        <a:bodyPr/>
        <a:lstStyle/>
        <a:p>
          <a:pPr algn="just">
            <a:spcAft>
              <a:spcPts val="1200"/>
            </a:spcAft>
          </a:pPr>
          <a:r>
            <a:rPr lang="en-US" altLang="en-US" sz="2800" b="1" dirty="0">
              <a:latin typeface="+mn-lt"/>
            </a:rPr>
            <a:t>Function that conveys information</a:t>
          </a:r>
          <a:r>
            <a:rPr lang="en-US" altLang="en-US" sz="2800" dirty="0">
              <a:latin typeface="+mn-lt"/>
            </a:rPr>
            <a:t>.</a:t>
          </a:r>
          <a:endParaRPr lang="en-IN" sz="2800" b="1" dirty="0">
            <a:latin typeface="+mn-lt"/>
          </a:endParaRPr>
        </a:p>
      </dgm:t>
    </dgm:pt>
    <dgm:pt modelId="{37134841-3B54-471F-BB03-FDEE7A58575D}" type="parTrans" cxnId="{B064E8B1-F18F-46CA-80D2-7059C2880618}">
      <dgm:prSet/>
      <dgm:spPr/>
      <dgm:t>
        <a:bodyPr/>
        <a:lstStyle/>
        <a:p>
          <a:endParaRPr lang="en-IN"/>
        </a:p>
      </dgm:t>
    </dgm:pt>
    <dgm:pt modelId="{54A3919C-1CE5-43CE-AA86-A7B9CF237961}" type="sibTrans" cxnId="{B064E8B1-F18F-46CA-80D2-7059C2880618}">
      <dgm:prSet/>
      <dgm:spPr/>
      <dgm:t>
        <a:bodyPr/>
        <a:lstStyle/>
        <a:p>
          <a:endParaRPr lang="en-IN"/>
        </a:p>
      </dgm:t>
    </dgm:pt>
    <dgm:pt modelId="{EE1D7426-0FC8-45CD-A36C-D12E850B695A}" type="pres">
      <dgm:prSet presAssocID="{FED70D10-5DEF-468B-B68C-8C8A195D15C1}" presName="Name0" presStyleCnt="0">
        <dgm:presLayoutVars>
          <dgm:dir/>
          <dgm:animLvl val="lvl"/>
          <dgm:resizeHandles val="exact"/>
        </dgm:presLayoutVars>
      </dgm:prSet>
      <dgm:spPr/>
    </dgm:pt>
    <dgm:pt modelId="{36667516-EB0C-4CA5-81F7-52C2F0F2C393}" type="pres">
      <dgm:prSet presAssocID="{A305DD3A-9A9A-4BCD-9261-3565253B6581}" presName="composite" presStyleCnt="0"/>
      <dgm:spPr/>
    </dgm:pt>
    <dgm:pt modelId="{64F713FA-28F7-40BC-850A-19362A3B5C46}" type="pres">
      <dgm:prSet presAssocID="{A305DD3A-9A9A-4BCD-9261-3565253B6581}" presName="parTx" presStyleLbl="alignNode1" presStyleIdx="0" presStyleCnt="1" custScaleY="100000" custLinFactNeighborY="-546">
        <dgm:presLayoutVars>
          <dgm:chMax val="0"/>
          <dgm:chPref val="0"/>
          <dgm:bulletEnabled val="1"/>
        </dgm:presLayoutVars>
      </dgm:prSet>
      <dgm:spPr/>
    </dgm:pt>
    <dgm:pt modelId="{DDAF8AD0-C2BB-455E-9992-4997A47CCD0D}" type="pres">
      <dgm:prSet presAssocID="{A305DD3A-9A9A-4BCD-9261-3565253B6581}" presName="desTx" presStyleLbl="alignAccFollowNode1" presStyleIdx="0" presStyleCnt="1">
        <dgm:presLayoutVars>
          <dgm:bulletEnabled val="1"/>
        </dgm:presLayoutVars>
      </dgm:prSet>
      <dgm:spPr/>
    </dgm:pt>
  </dgm:ptLst>
  <dgm:cxnLst>
    <dgm:cxn modelId="{72B93300-7E2D-4823-B6E8-48B255DE7F20}" type="presOf" srcId="{E5C66043-5ED1-42FD-A692-82C37D44AF24}" destId="{DDAF8AD0-C2BB-455E-9992-4997A47CCD0D}" srcOrd="0" destOrd="3" presId="urn:microsoft.com/office/officeart/2005/8/layout/hList1"/>
    <dgm:cxn modelId="{82AE0C06-3EA8-4FE3-94D8-AFFCA984FCF1}" type="presOf" srcId="{B9EBC9EB-8D36-4654-84CC-536DBA0874F9}" destId="{DDAF8AD0-C2BB-455E-9992-4997A47CCD0D}" srcOrd="0" destOrd="1" presId="urn:microsoft.com/office/officeart/2005/8/layout/hList1"/>
    <dgm:cxn modelId="{3A1F1420-C754-4BDA-BF12-F588FEB53582}" srcId="{A305DD3A-9A9A-4BCD-9261-3565253B6581}" destId="{42DCF0A0-CC79-42E1-9838-243ABD6C1CAF}" srcOrd="2" destOrd="0" parTransId="{944CC3B7-778C-4F41-AB98-2FD42562067E}" sibTransId="{B75D60EA-0E5A-4CF9-959A-ED488E10C4CB}"/>
    <dgm:cxn modelId="{A3C9FE2A-474D-44A6-A1BD-0D564353121A}" type="presOf" srcId="{A305DD3A-9A9A-4BCD-9261-3565253B6581}" destId="{64F713FA-28F7-40BC-850A-19362A3B5C46}" srcOrd="0" destOrd="0" presId="urn:microsoft.com/office/officeart/2005/8/layout/hList1"/>
    <dgm:cxn modelId="{C9517A4B-14CC-491C-8DC8-830115D70CFD}" type="presOf" srcId="{FED70D10-5DEF-468B-B68C-8C8A195D15C1}" destId="{EE1D7426-0FC8-45CD-A36C-D12E850B695A}" srcOrd="0" destOrd="0" presId="urn:microsoft.com/office/officeart/2005/8/layout/hList1"/>
    <dgm:cxn modelId="{618D0A55-A7C7-4C73-9FA8-7C7CBCD282FC}" srcId="{42DCF0A0-CC79-42E1-9838-243ABD6C1CAF}" destId="{E5C66043-5ED1-42FD-A692-82C37D44AF24}" srcOrd="0" destOrd="0" parTransId="{CBFF1BAF-1A02-47B3-A352-CF151779A277}" sibTransId="{435E00EE-889D-4F31-AC36-555112608377}"/>
    <dgm:cxn modelId="{8AF57988-9ED3-4A6F-9504-DC9755528C7E}" srcId="{FED70D10-5DEF-468B-B68C-8C8A195D15C1}" destId="{A305DD3A-9A9A-4BCD-9261-3565253B6581}" srcOrd="0" destOrd="0" parTransId="{27172C62-DC76-48A8-9D7F-8F62DCE4077E}" sibTransId="{65275DD5-F274-4159-95B8-3031C036077D}"/>
    <dgm:cxn modelId="{B064E8B1-F18F-46CA-80D2-7059C2880618}" srcId="{A305DD3A-9A9A-4BCD-9261-3565253B6581}" destId="{B9EBC9EB-8D36-4654-84CC-536DBA0874F9}" srcOrd="1" destOrd="0" parTransId="{37134841-3B54-471F-BB03-FDEE7A58575D}" sibTransId="{54A3919C-1CE5-43CE-AA86-A7B9CF237961}"/>
    <dgm:cxn modelId="{EB51CEC1-7446-4BB4-B2A8-6711D6EB2D67}" type="presOf" srcId="{F9ACDB6F-001A-4176-B794-46BDCBF220F4}" destId="{DDAF8AD0-C2BB-455E-9992-4997A47CCD0D}" srcOrd="0" destOrd="0" presId="urn:microsoft.com/office/officeart/2005/8/layout/hList1"/>
    <dgm:cxn modelId="{2CA1C7C4-E559-463A-BAD3-90B60F355DAA}" type="presOf" srcId="{42DCF0A0-CC79-42E1-9838-243ABD6C1CAF}" destId="{DDAF8AD0-C2BB-455E-9992-4997A47CCD0D}" srcOrd="0" destOrd="2" presId="urn:microsoft.com/office/officeart/2005/8/layout/hList1"/>
    <dgm:cxn modelId="{F800F6F1-C793-4714-AA79-4C8513A32341}" srcId="{A305DD3A-9A9A-4BCD-9261-3565253B6581}" destId="{F9ACDB6F-001A-4176-B794-46BDCBF220F4}" srcOrd="0" destOrd="0" parTransId="{00309095-3BFE-475C-B626-34468DC3EF38}" sibTransId="{227AABC6-7A59-4729-8043-BFFE3168F825}"/>
    <dgm:cxn modelId="{9301AD4E-A626-47BA-B024-08A2A411B775}" type="presParOf" srcId="{EE1D7426-0FC8-45CD-A36C-D12E850B695A}" destId="{36667516-EB0C-4CA5-81F7-52C2F0F2C393}" srcOrd="0" destOrd="0" presId="urn:microsoft.com/office/officeart/2005/8/layout/hList1"/>
    <dgm:cxn modelId="{6CCC740A-43A1-4A5F-B0E9-347D1E3D8C77}" type="presParOf" srcId="{36667516-EB0C-4CA5-81F7-52C2F0F2C393}" destId="{64F713FA-28F7-40BC-850A-19362A3B5C46}" srcOrd="0" destOrd="0" presId="urn:microsoft.com/office/officeart/2005/8/layout/hList1"/>
    <dgm:cxn modelId="{C98E8286-3BC2-4B74-BB98-5BC9A61A3A67}" type="presParOf" srcId="{36667516-EB0C-4CA5-81F7-52C2F0F2C393}" destId="{DDAF8AD0-C2BB-455E-9992-4997A47CCD0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F4F5AF-14F5-4600-B61C-888D8B9EDCA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A7AE3A1C-EAEF-4F1C-B5B3-DA28C8B4E5B5}">
      <dgm:prSet phldrT="[Text]" custT="1"/>
      <dgm:spPr/>
      <dgm:t>
        <a:bodyPr/>
        <a:lstStyle/>
        <a:p>
          <a:r>
            <a:rPr lang="en-US" altLang="en-US" sz="3200" b="1" dirty="0">
              <a:ln>
                <a:noFill/>
              </a:ln>
            </a:rPr>
            <a:t>Bio Signals</a:t>
          </a:r>
          <a:endParaRPr lang="en-IN" sz="3200" b="1" dirty="0"/>
        </a:p>
      </dgm:t>
    </dgm:pt>
    <dgm:pt modelId="{5580FC2D-BF6E-49E9-B69F-D068EBC21CC7}" type="parTrans" cxnId="{5CDC1E1B-ABA5-41CC-9501-4DD9A8BFAF07}">
      <dgm:prSet/>
      <dgm:spPr/>
      <dgm:t>
        <a:bodyPr/>
        <a:lstStyle/>
        <a:p>
          <a:endParaRPr lang="en-IN"/>
        </a:p>
      </dgm:t>
    </dgm:pt>
    <dgm:pt modelId="{B420567C-B467-4696-8E42-F57561029419}" type="sibTrans" cxnId="{5CDC1E1B-ABA5-41CC-9501-4DD9A8BFAF07}">
      <dgm:prSet/>
      <dgm:spPr/>
      <dgm:t>
        <a:bodyPr/>
        <a:lstStyle/>
        <a:p>
          <a:endParaRPr lang="en-IN"/>
        </a:p>
      </dgm:t>
    </dgm:pt>
    <dgm:pt modelId="{C7A0F0E5-6728-498D-90E8-E4E0E1E4D276}">
      <dgm:prSet phldrT="[Text]"/>
      <dgm:spPr/>
      <dgm:t>
        <a:bodyPr/>
        <a:lstStyle/>
        <a:p>
          <a:pPr algn="just">
            <a:spcAft>
              <a:spcPts val="600"/>
            </a:spcAft>
          </a:pPr>
          <a:r>
            <a:rPr lang="en-US" altLang="en-US" b="1" dirty="0"/>
            <a:t>Bio signals means the signals which are generated in biological systems only</a:t>
          </a:r>
          <a:r>
            <a:rPr lang="en-US" altLang="en-US" dirty="0"/>
            <a:t>.</a:t>
          </a:r>
          <a:endParaRPr lang="en-IN" dirty="0"/>
        </a:p>
      </dgm:t>
    </dgm:pt>
    <dgm:pt modelId="{E525D94B-8B73-466B-B4A8-7B752405B609}" type="parTrans" cxnId="{5C08829D-505C-4A13-A82B-8E40E03E5939}">
      <dgm:prSet/>
      <dgm:spPr/>
      <dgm:t>
        <a:bodyPr/>
        <a:lstStyle/>
        <a:p>
          <a:endParaRPr lang="en-IN"/>
        </a:p>
      </dgm:t>
    </dgm:pt>
    <dgm:pt modelId="{EB400175-73E3-4F12-95D3-DC1BA0F5C101}" type="sibTrans" cxnId="{5C08829D-505C-4A13-A82B-8E40E03E5939}">
      <dgm:prSet/>
      <dgm:spPr/>
      <dgm:t>
        <a:bodyPr/>
        <a:lstStyle/>
        <a:p>
          <a:endParaRPr lang="en-IN"/>
        </a:p>
      </dgm:t>
    </dgm:pt>
    <dgm:pt modelId="{165E7D26-805E-4DB3-934F-E52070B5FF3A}">
      <dgm:prSet phldrT="[Text]"/>
      <dgm:spPr/>
      <dgm:t>
        <a:bodyPr/>
        <a:lstStyle/>
        <a:p>
          <a:pPr algn="just">
            <a:spcAft>
              <a:spcPts val="600"/>
            </a:spcAft>
          </a:pPr>
          <a:r>
            <a:rPr lang="en-US" altLang="en-US" dirty="0"/>
            <a:t>The </a:t>
          </a:r>
          <a:r>
            <a:rPr lang="en-US" altLang="en-US" b="1" dirty="0"/>
            <a:t>electrical, chemical, and mechanical activity </a:t>
          </a:r>
          <a:r>
            <a:rPr lang="en-US" altLang="en-US" dirty="0"/>
            <a:t>that occurs during these biological event often produces signals that can be measured and analyzed.</a:t>
          </a:r>
          <a:endParaRPr lang="en-IN" dirty="0"/>
        </a:p>
      </dgm:t>
    </dgm:pt>
    <dgm:pt modelId="{BB1C5877-E36D-4219-92BA-65D1B89101A4}" type="parTrans" cxnId="{B277099E-700E-4EA4-860C-FE2F83D95221}">
      <dgm:prSet/>
      <dgm:spPr/>
      <dgm:t>
        <a:bodyPr/>
        <a:lstStyle/>
        <a:p>
          <a:endParaRPr lang="en-IN"/>
        </a:p>
      </dgm:t>
    </dgm:pt>
    <dgm:pt modelId="{1594E90C-7E2F-44BE-B9CB-572DB39624E8}" type="sibTrans" cxnId="{B277099E-700E-4EA4-860C-FE2F83D95221}">
      <dgm:prSet/>
      <dgm:spPr/>
      <dgm:t>
        <a:bodyPr/>
        <a:lstStyle/>
        <a:p>
          <a:endParaRPr lang="en-IN"/>
        </a:p>
      </dgm:t>
    </dgm:pt>
    <dgm:pt modelId="{F7F5DE68-AC90-4707-89E7-F424C4CB69C6}">
      <dgm:prSet phldrT="[Text]"/>
      <dgm:spPr/>
      <dgm:t>
        <a:bodyPr/>
        <a:lstStyle/>
        <a:p>
          <a:pPr algn="just">
            <a:spcAft>
              <a:spcPts val="600"/>
            </a:spcAft>
          </a:pPr>
          <a:r>
            <a:rPr lang="en-US" altLang="en-US" dirty="0"/>
            <a:t>Bio signals can be measured directly from their biological source, but often external energy is used to measure the interaction between the physiological system and external energy.</a:t>
          </a:r>
          <a:endParaRPr lang="en-IN" dirty="0"/>
        </a:p>
      </dgm:t>
    </dgm:pt>
    <dgm:pt modelId="{83E9BCD2-6E8C-43C0-8982-C75A3ED23359}" type="parTrans" cxnId="{704476DF-F1BD-4057-BC63-35A6E6E3C8EE}">
      <dgm:prSet/>
      <dgm:spPr/>
      <dgm:t>
        <a:bodyPr/>
        <a:lstStyle/>
        <a:p>
          <a:endParaRPr lang="en-IN"/>
        </a:p>
      </dgm:t>
    </dgm:pt>
    <dgm:pt modelId="{0BC33D4A-EB9D-4548-9E49-DC335FBF4C26}" type="sibTrans" cxnId="{704476DF-F1BD-4057-BC63-35A6E6E3C8EE}">
      <dgm:prSet/>
      <dgm:spPr/>
      <dgm:t>
        <a:bodyPr/>
        <a:lstStyle/>
        <a:p>
          <a:endParaRPr lang="en-IN"/>
        </a:p>
      </dgm:t>
    </dgm:pt>
    <dgm:pt modelId="{4379083C-BF35-41D9-8C4E-06C8D952E38E}" type="pres">
      <dgm:prSet presAssocID="{79F4F5AF-14F5-4600-B61C-888D8B9EDCA0}" presName="Name0" presStyleCnt="0">
        <dgm:presLayoutVars>
          <dgm:dir/>
          <dgm:animLvl val="lvl"/>
          <dgm:resizeHandles val="exact"/>
        </dgm:presLayoutVars>
      </dgm:prSet>
      <dgm:spPr/>
    </dgm:pt>
    <dgm:pt modelId="{EFE155C9-993B-420A-B5F6-8571587A8C28}" type="pres">
      <dgm:prSet presAssocID="{A7AE3A1C-EAEF-4F1C-B5B3-DA28C8B4E5B5}" presName="composite" presStyleCnt="0"/>
      <dgm:spPr/>
    </dgm:pt>
    <dgm:pt modelId="{89C8636E-E708-43F3-ACCD-E07DB54967A9}" type="pres">
      <dgm:prSet presAssocID="{A7AE3A1C-EAEF-4F1C-B5B3-DA28C8B4E5B5}" presName="parTx" presStyleLbl="alignNode1" presStyleIdx="0" presStyleCnt="1">
        <dgm:presLayoutVars>
          <dgm:chMax val="0"/>
          <dgm:chPref val="0"/>
          <dgm:bulletEnabled val="1"/>
        </dgm:presLayoutVars>
      </dgm:prSet>
      <dgm:spPr/>
    </dgm:pt>
    <dgm:pt modelId="{0761582D-88CC-45B5-ADEC-ADF0BE017866}" type="pres">
      <dgm:prSet presAssocID="{A7AE3A1C-EAEF-4F1C-B5B3-DA28C8B4E5B5}" presName="desTx" presStyleLbl="alignAccFollowNode1" presStyleIdx="0" presStyleCnt="1">
        <dgm:presLayoutVars>
          <dgm:bulletEnabled val="1"/>
        </dgm:presLayoutVars>
      </dgm:prSet>
      <dgm:spPr/>
    </dgm:pt>
  </dgm:ptLst>
  <dgm:cxnLst>
    <dgm:cxn modelId="{5CDC1E1B-ABA5-41CC-9501-4DD9A8BFAF07}" srcId="{79F4F5AF-14F5-4600-B61C-888D8B9EDCA0}" destId="{A7AE3A1C-EAEF-4F1C-B5B3-DA28C8B4E5B5}" srcOrd="0" destOrd="0" parTransId="{5580FC2D-BF6E-49E9-B69F-D068EBC21CC7}" sibTransId="{B420567C-B467-4696-8E42-F57561029419}"/>
    <dgm:cxn modelId="{48DA7286-139B-4EBD-8AC4-648D41A3E700}" type="presOf" srcId="{165E7D26-805E-4DB3-934F-E52070B5FF3A}" destId="{0761582D-88CC-45B5-ADEC-ADF0BE017866}" srcOrd="0" destOrd="1" presId="urn:microsoft.com/office/officeart/2005/8/layout/hList1"/>
    <dgm:cxn modelId="{5C08829D-505C-4A13-A82B-8E40E03E5939}" srcId="{A7AE3A1C-EAEF-4F1C-B5B3-DA28C8B4E5B5}" destId="{C7A0F0E5-6728-498D-90E8-E4E0E1E4D276}" srcOrd="0" destOrd="0" parTransId="{E525D94B-8B73-466B-B4A8-7B752405B609}" sibTransId="{EB400175-73E3-4F12-95D3-DC1BA0F5C101}"/>
    <dgm:cxn modelId="{D97FDD9D-6A6D-4B12-9908-DD9E5B154080}" type="presOf" srcId="{A7AE3A1C-EAEF-4F1C-B5B3-DA28C8B4E5B5}" destId="{89C8636E-E708-43F3-ACCD-E07DB54967A9}" srcOrd="0" destOrd="0" presId="urn:microsoft.com/office/officeart/2005/8/layout/hList1"/>
    <dgm:cxn modelId="{B277099E-700E-4EA4-860C-FE2F83D95221}" srcId="{A7AE3A1C-EAEF-4F1C-B5B3-DA28C8B4E5B5}" destId="{165E7D26-805E-4DB3-934F-E52070B5FF3A}" srcOrd="1" destOrd="0" parTransId="{BB1C5877-E36D-4219-92BA-65D1B89101A4}" sibTransId="{1594E90C-7E2F-44BE-B9CB-572DB39624E8}"/>
    <dgm:cxn modelId="{8AD489A4-B15F-4E43-99AC-645D580E7AB3}" type="presOf" srcId="{F7F5DE68-AC90-4707-89E7-F424C4CB69C6}" destId="{0761582D-88CC-45B5-ADEC-ADF0BE017866}" srcOrd="0" destOrd="2" presId="urn:microsoft.com/office/officeart/2005/8/layout/hList1"/>
    <dgm:cxn modelId="{F9CB7CDD-ECC4-4C67-9E4C-87F2184EE7D7}" type="presOf" srcId="{79F4F5AF-14F5-4600-B61C-888D8B9EDCA0}" destId="{4379083C-BF35-41D9-8C4E-06C8D952E38E}" srcOrd="0" destOrd="0" presId="urn:microsoft.com/office/officeart/2005/8/layout/hList1"/>
    <dgm:cxn modelId="{704476DF-F1BD-4057-BC63-35A6E6E3C8EE}" srcId="{A7AE3A1C-EAEF-4F1C-B5B3-DA28C8B4E5B5}" destId="{F7F5DE68-AC90-4707-89E7-F424C4CB69C6}" srcOrd="2" destOrd="0" parTransId="{83E9BCD2-6E8C-43C0-8982-C75A3ED23359}" sibTransId="{0BC33D4A-EB9D-4548-9E49-DC335FBF4C26}"/>
    <dgm:cxn modelId="{5DCA3CFE-F1BC-4764-A366-5510B5C838EC}" type="presOf" srcId="{C7A0F0E5-6728-498D-90E8-E4E0E1E4D276}" destId="{0761582D-88CC-45B5-ADEC-ADF0BE017866}" srcOrd="0" destOrd="0" presId="urn:microsoft.com/office/officeart/2005/8/layout/hList1"/>
    <dgm:cxn modelId="{70D25FA2-4167-492C-BC4C-52DA97898F68}" type="presParOf" srcId="{4379083C-BF35-41D9-8C4E-06C8D952E38E}" destId="{EFE155C9-993B-420A-B5F6-8571587A8C28}" srcOrd="0" destOrd="0" presId="urn:microsoft.com/office/officeart/2005/8/layout/hList1"/>
    <dgm:cxn modelId="{9D808126-4BB4-4860-B3B3-9F4356107B83}" type="presParOf" srcId="{EFE155C9-993B-420A-B5F6-8571587A8C28}" destId="{89C8636E-E708-43F3-ACCD-E07DB54967A9}" srcOrd="0" destOrd="0" presId="urn:microsoft.com/office/officeart/2005/8/layout/hList1"/>
    <dgm:cxn modelId="{D5423A93-F62C-4480-A695-51F48113BD78}" type="presParOf" srcId="{EFE155C9-993B-420A-B5F6-8571587A8C28}" destId="{0761582D-88CC-45B5-ADEC-ADF0BE01786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3D3888-37AC-4AD2-B236-C36DCD0DF95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432F1C2B-33EF-4B12-811A-FADCD2061F08}">
      <dgm:prSet phldrT="[Text]" custT="1"/>
      <dgm:spPr/>
      <dgm:t>
        <a:bodyPr/>
        <a:lstStyle/>
        <a:p>
          <a:r>
            <a:rPr lang="en-IN" altLang="en-US" sz="3200" b="1" dirty="0">
              <a:ln>
                <a:noFill/>
              </a:ln>
              <a:solidFill>
                <a:schemeClr val="tx1"/>
              </a:solidFill>
              <a:highlight>
                <a:srgbClr val="FFFF00"/>
              </a:highlight>
            </a:rPr>
            <a:t>Biomedical Signals</a:t>
          </a:r>
          <a:endParaRPr lang="en-IN" sz="3200" b="1" dirty="0">
            <a:solidFill>
              <a:schemeClr val="tx1"/>
            </a:solidFill>
            <a:highlight>
              <a:srgbClr val="FFFF00"/>
            </a:highlight>
          </a:endParaRPr>
        </a:p>
      </dgm:t>
    </dgm:pt>
    <dgm:pt modelId="{2B31DD0B-F354-4BE2-BD71-F33BA485E287}" type="parTrans" cxnId="{B9CEA962-5C18-4F9A-88EC-F942021B8BC7}">
      <dgm:prSet/>
      <dgm:spPr/>
      <dgm:t>
        <a:bodyPr/>
        <a:lstStyle/>
        <a:p>
          <a:endParaRPr lang="en-IN"/>
        </a:p>
      </dgm:t>
    </dgm:pt>
    <dgm:pt modelId="{37B5B15B-79EE-44EA-95EF-069379954CAB}" type="sibTrans" cxnId="{B9CEA962-5C18-4F9A-88EC-F942021B8BC7}">
      <dgm:prSet/>
      <dgm:spPr/>
      <dgm:t>
        <a:bodyPr/>
        <a:lstStyle/>
        <a:p>
          <a:endParaRPr lang="en-IN"/>
        </a:p>
      </dgm:t>
    </dgm:pt>
    <dgm:pt modelId="{2FCD8743-D1C6-41D3-9C79-66143E7AD1A7}">
      <dgm:prSet phldrT="[Text]"/>
      <dgm:spPr/>
      <dgm:t>
        <a:bodyPr/>
        <a:lstStyle/>
        <a:p>
          <a:pPr algn="just">
            <a:spcAft>
              <a:spcPts val="1200"/>
            </a:spcAft>
          </a:pPr>
          <a:r>
            <a:rPr lang="en-US" altLang="en-US" dirty="0"/>
            <a:t>Biomedical signals--- those signals primarily for </a:t>
          </a:r>
          <a:r>
            <a:rPr lang="en-US" altLang="en-US" b="1" dirty="0"/>
            <a:t>extracting information on a biological system under investigation</a:t>
          </a:r>
          <a:r>
            <a:rPr lang="en-US" altLang="en-US" dirty="0"/>
            <a:t>.</a:t>
          </a:r>
          <a:endParaRPr lang="en-IN" dirty="0"/>
        </a:p>
      </dgm:t>
    </dgm:pt>
    <dgm:pt modelId="{5888C159-3628-40D3-9AA7-4517BD7E1ADA}" type="parTrans" cxnId="{3619250D-FACB-4910-86FE-9B80E00C8155}">
      <dgm:prSet/>
      <dgm:spPr/>
      <dgm:t>
        <a:bodyPr/>
        <a:lstStyle/>
        <a:p>
          <a:endParaRPr lang="en-IN"/>
        </a:p>
      </dgm:t>
    </dgm:pt>
    <dgm:pt modelId="{2211AB1B-651F-4E1E-A36E-05D52802BEB0}" type="sibTrans" cxnId="{3619250D-FACB-4910-86FE-9B80E00C8155}">
      <dgm:prSet/>
      <dgm:spPr/>
      <dgm:t>
        <a:bodyPr/>
        <a:lstStyle/>
        <a:p>
          <a:endParaRPr lang="en-IN"/>
        </a:p>
      </dgm:t>
    </dgm:pt>
    <dgm:pt modelId="{558F87DD-7019-4BF4-BE8C-1D3E9B519687}">
      <dgm:prSet phldrT="[Text]"/>
      <dgm:spPr/>
      <dgm:t>
        <a:bodyPr/>
        <a:lstStyle/>
        <a:p>
          <a:pPr algn="just">
            <a:spcAft>
              <a:spcPts val="1200"/>
            </a:spcAft>
          </a:pPr>
          <a:r>
            <a:rPr lang="en-US" altLang="en-US" dirty="0"/>
            <a:t>Biomedical signals are </a:t>
          </a:r>
          <a:r>
            <a:rPr lang="en-US" altLang="en-US" b="1" dirty="0"/>
            <a:t>observations of physiological activities of organisms, ranging from gene and protein sequences, to neural and cardiac rhythms, to tissue and organ images</a:t>
          </a:r>
          <a:endParaRPr lang="en-IN" b="1" dirty="0"/>
        </a:p>
      </dgm:t>
    </dgm:pt>
    <dgm:pt modelId="{718D0173-C9FD-4EB5-8DF4-ABCDA4E3347F}" type="parTrans" cxnId="{2088E4B9-DE20-4F02-A7D9-9F137EFEB94E}">
      <dgm:prSet/>
      <dgm:spPr/>
      <dgm:t>
        <a:bodyPr/>
        <a:lstStyle/>
        <a:p>
          <a:endParaRPr lang="en-IN"/>
        </a:p>
      </dgm:t>
    </dgm:pt>
    <dgm:pt modelId="{E61E2990-3A56-410F-925C-615E153A4BFF}" type="sibTrans" cxnId="{2088E4B9-DE20-4F02-A7D9-9F137EFEB94E}">
      <dgm:prSet/>
      <dgm:spPr/>
      <dgm:t>
        <a:bodyPr/>
        <a:lstStyle/>
        <a:p>
          <a:endParaRPr lang="en-IN"/>
        </a:p>
      </dgm:t>
    </dgm:pt>
    <dgm:pt modelId="{778A8F73-D69A-4154-9946-262B7984A5ED}">
      <dgm:prSet phldrT="[Text]"/>
      <dgm:spPr/>
      <dgm:t>
        <a:bodyPr/>
        <a:lstStyle/>
        <a:p>
          <a:pPr algn="just">
            <a:spcAft>
              <a:spcPts val="1200"/>
            </a:spcAft>
          </a:pPr>
          <a:r>
            <a:rPr lang="en-US" altLang="en-US" dirty="0"/>
            <a:t>Bio signals-------Useful for </a:t>
          </a:r>
          <a:r>
            <a:rPr lang="en-US" altLang="en-US" b="1" dirty="0"/>
            <a:t>medical diagnosis.</a:t>
          </a:r>
          <a:endParaRPr lang="en-IN" b="1" dirty="0"/>
        </a:p>
      </dgm:t>
    </dgm:pt>
    <dgm:pt modelId="{DA2CD643-43B2-49B7-8DDF-596861EFFDA5}" type="parTrans" cxnId="{0A49FF25-BB20-4ED0-BCA5-A634C7FAB7D3}">
      <dgm:prSet/>
      <dgm:spPr/>
      <dgm:t>
        <a:bodyPr/>
        <a:lstStyle/>
        <a:p>
          <a:endParaRPr lang="en-IN"/>
        </a:p>
      </dgm:t>
    </dgm:pt>
    <dgm:pt modelId="{BE0CACC7-EA5D-43C9-BF1B-732517B327CD}" type="sibTrans" cxnId="{0A49FF25-BB20-4ED0-BCA5-A634C7FAB7D3}">
      <dgm:prSet/>
      <dgm:spPr/>
      <dgm:t>
        <a:bodyPr/>
        <a:lstStyle/>
        <a:p>
          <a:endParaRPr lang="en-IN"/>
        </a:p>
      </dgm:t>
    </dgm:pt>
    <dgm:pt modelId="{1F7142A4-9D12-4F92-86A6-D3D62A61BE53}" type="pres">
      <dgm:prSet presAssocID="{CB3D3888-37AC-4AD2-B236-C36DCD0DF95D}" presName="Name0" presStyleCnt="0">
        <dgm:presLayoutVars>
          <dgm:dir/>
          <dgm:animLvl val="lvl"/>
          <dgm:resizeHandles val="exact"/>
        </dgm:presLayoutVars>
      </dgm:prSet>
      <dgm:spPr/>
    </dgm:pt>
    <dgm:pt modelId="{19396569-5A72-41FD-A475-544C6B566ECD}" type="pres">
      <dgm:prSet presAssocID="{432F1C2B-33EF-4B12-811A-FADCD2061F08}" presName="composite" presStyleCnt="0"/>
      <dgm:spPr/>
    </dgm:pt>
    <dgm:pt modelId="{0DC39AD8-7544-4777-88B5-71A4509C8DF2}" type="pres">
      <dgm:prSet presAssocID="{432F1C2B-33EF-4B12-811A-FADCD2061F08}" presName="parTx" presStyleLbl="alignNode1" presStyleIdx="0" presStyleCnt="1" custLinFactNeighborX="-108" custLinFactNeighborY="-1327">
        <dgm:presLayoutVars>
          <dgm:chMax val="0"/>
          <dgm:chPref val="0"/>
          <dgm:bulletEnabled val="1"/>
        </dgm:presLayoutVars>
      </dgm:prSet>
      <dgm:spPr/>
    </dgm:pt>
    <dgm:pt modelId="{504F02CC-6A73-4C27-A7CF-9618A152AD4F}" type="pres">
      <dgm:prSet presAssocID="{432F1C2B-33EF-4B12-811A-FADCD2061F08}" presName="desTx" presStyleLbl="alignAccFollowNode1" presStyleIdx="0" presStyleCnt="1">
        <dgm:presLayoutVars>
          <dgm:bulletEnabled val="1"/>
        </dgm:presLayoutVars>
      </dgm:prSet>
      <dgm:spPr/>
    </dgm:pt>
  </dgm:ptLst>
  <dgm:cxnLst>
    <dgm:cxn modelId="{3619250D-FACB-4910-86FE-9B80E00C8155}" srcId="{432F1C2B-33EF-4B12-811A-FADCD2061F08}" destId="{2FCD8743-D1C6-41D3-9C79-66143E7AD1A7}" srcOrd="0" destOrd="0" parTransId="{5888C159-3628-40D3-9AA7-4517BD7E1ADA}" sibTransId="{2211AB1B-651F-4E1E-A36E-05D52802BEB0}"/>
    <dgm:cxn modelId="{0A49FF25-BB20-4ED0-BCA5-A634C7FAB7D3}" srcId="{432F1C2B-33EF-4B12-811A-FADCD2061F08}" destId="{778A8F73-D69A-4154-9946-262B7984A5ED}" srcOrd="2" destOrd="0" parTransId="{DA2CD643-43B2-49B7-8DDF-596861EFFDA5}" sibTransId="{BE0CACC7-EA5D-43C9-BF1B-732517B327CD}"/>
    <dgm:cxn modelId="{B9CEA962-5C18-4F9A-88EC-F942021B8BC7}" srcId="{CB3D3888-37AC-4AD2-B236-C36DCD0DF95D}" destId="{432F1C2B-33EF-4B12-811A-FADCD2061F08}" srcOrd="0" destOrd="0" parTransId="{2B31DD0B-F354-4BE2-BD71-F33BA485E287}" sibTransId="{37B5B15B-79EE-44EA-95EF-069379954CAB}"/>
    <dgm:cxn modelId="{02755145-8C6E-4E2D-94F4-920D3CA91435}" type="presOf" srcId="{CB3D3888-37AC-4AD2-B236-C36DCD0DF95D}" destId="{1F7142A4-9D12-4F92-86A6-D3D62A61BE53}" srcOrd="0" destOrd="0" presId="urn:microsoft.com/office/officeart/2005/8/layout/hList1"/>
    <dgm:cxn modelId="{35DA1359-B532-493C-9F72-4AA26B73B2BB}" type="presOf" srcId="{778A8F73-D69A-4154-9946-262B7984A5ED}" destId="{504F02CC-6A73-4C27-A7CF-9618A152AD4F}" srcOrd="0" destOrd="2" presId="urn:microsoft.com/office/officeart/2005/8/layout/hList1"/>
    <dgm:cxn modelId="{DA33FC80-E554-4BF9-A1EC-7E566D736D5B}" type="presOf" srcId="{2FCD8743-D1C6-41D3-9C79-66143E7AD1A7}" destId="{504F02CC-6A73-4C27-A7CF-9618A152AD4F}" srcOrd="0" destOrd="0" presId="urn:microsoft.com/office/officeart/2005/8/layout/hList1"/>
    <dgm:cxn modelId="{2088E4B9-DE20-4F02-A7D9-9F137EFEB94E}" srcId="{432F1C2B-33EF-4B12-811A-FADCD2061F08}" destId="{558F87DD-7019-4BF4-BE8C-1D3E9B519687}" srcOrd="1" destOrd="0" parTransId="{718D0173-C9FD-4EB5-8DF4-ABCDA4E3347F}" sibTransId="{E61E2990-3A56-410F-925C-615E153A4BFF}"/>
    <dgm:cxn modelId="{69081DD4-A359-4CAB-B6C6-FEC775A77539}" type="presOf" srcId="{558F87DD-7019-4BF4-BE8C-1D3E9B519687}" destId="{504F02CC-6A73-4C27-A7CF-9618A152AD4F}" srcOrd="0" destOrd="1" presId="urn:microsoft.com/office/officeart/2005/8/layout/hList1"/>
    <dgm:cxn modelId="{359C86D5-4F97-43F5-B98E-0CE57474C6CD}" type="presOf" srcId="{432F1C2B-33EF-4B12-811A-FADCD2061F08}" destId="{0DC39AD8-7544-4777-88B5-71A4509C8DF2}" srcOrd="0" destOrd="0" presId="urn:microsoft.com/office/officeart/2005/8/layout/hList1"/>
    <dgm:cxn modelId="{9D818F00-D52B-4DCF-9CE8-C5EDD01592D4}" type="presParOf" srcId="{1F7142A4-9D12-4F92-86A6-D3D62A61BE53}" destId="{19396569-5A72-41FD-A475-544C6B566ECD}" srcOrd="0" destOrd="0" presId="urn:microsoft.com/office/officeart/2005/8/layout/hList1"/>
    <dgm:cxn modelId="{C8DDE900-9807-4117-AACA-1C89FC18E638}" type="presParOf" srcId="{19396569-5A72-41FD-A475-544C6B566ECD}" destId="{0DC39AD8-7544-4777-88B5-71A4509C8DF2}" srcOrd="0" destOrd="0" presId="urn:microsoft.com/office/officeart/2005/8/layout/hList1"/>
    <dgm:cxn modelId="{19F7CA3F-70D0-4351-90EC-E8DEBF0FDC2D}" type="presParOf" srcId="{19396569-5A72-41FD-A475-544C6B566ECD}" destId="{504F02CC-6A73-4C27-A7CF-9618A152AD4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8C404BB-C448-485A-BFB0-02923621C01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C1140420-300B-4235-B8BD-724F75C3B8E0}">
      <dgm:prSet phldrT="[Text]" custT="1"/>
      <dgm:spPr/>
      <dgm:t>
        <a:bodyPr/>
        <a:lstStyle/>
        <a:p>
          <a:pPr algn="just">
            <a:buFont typeface="Arial" panose="020B0604020202020204" pitchFamily="34" charset="0"/>
            <a:buChar char="•"/>
          </a:pPr>
          <a:r>
            <a:rPr lang="en-US" sz="2800" b="0" i="0" dirty="0">
              <a:solidFill>
                <a:schemeClr val="bg1"/>
              </a:solidFill>
              <a:effectLst/>
              <a:latin typeface="Calibri" panose="020F0502020204030204" pitchFamily="34" charset="0"/>
            </a:rPr>
            <a:t>Biomedical signals are generated </a:t>
          </a:r>
          <a:r>
            <a:rPr lang="en-US" sz="2800" b="1" i="0" dirty="0">
              <a:solidFill>
                <a:schemeClr val="bg1"/>
              </a:solidFill>
              <a:effectLst/>
              <a:latin typeface="Calibri" panose="020F0502020204030204" pitchFamily="34" charset="0"/>
            </a:rPr>
            <a:t>by biological activity </a:t>
          </a:r>
          <a:r>
            <a:rPr lang="en-US" sz="2800" b="0" i="0" dirty="0">
              <a:solidFill>
                <a:schemeClr val="bg1"/>
              </a:solidFill>
              <a:effectLst/>
              <a:latin typeface="Calibri" panose="020F0502020204030204" pitchFamily="34" charset="0"/>
            </a:rPr>
            <a:t>in the human body.</a:t>
          </a:r>
        </a:p>
      </dgm:t>
    </dgm:pt>
    <dgm:pt modelId="{7A54E5F1-63D8-47FE-A207-938FCDD105FD}" type="parTrans" cxnId="{641C45AD-D256-4C66-97B1-D5707FAF9921}">
      <dgm:prSet/>
      <dgm:spPr/>
      <dgm:t>
        <a:bodyPr/>
        <a:lstStyle/>
        <a:p>
          <a:pPr algn="just"/>
          <a:endParaRPr lang="en-IN" sz="3600">
            <a:solidFill>
              <a:schemeClr val="bg1"/>
            </a:solidFill>
          </a:endParaRPr>
        </a:p>
      </dgm:t>
    </dgm:pt>
    <dgm:pt modelId="{5FBDA6FA-BF26-486C-BE8F-E5D3F19648F3}" type="sibTrans" cxnId="{641C45AD-D256-4C66-97B1-D5707FAF9921}">
      <dgm:prSet/>
      <dgm:spPr/>
      <dgm:t>
        <a:bodyPr/>
        <a:lstStyle/>
        <a:p>
          <a:pPr algn="just"/>
          <a:endParaRPr lang="en-IN" sz="3600">
            <a:solidFill>
              <a:schemeClr val="bg1"/>
            </a:solidFill>
          </a:endParaRPr>
        </a:p>
      </dgm:t>
    </dgm:pt>
    <dgm:pt modelId="{173A56FA-5BD0-431E-BCEF-B0B28291EA74}">
      <dgm:prSet custT="1"/>
      <dgm:spPr/>
      <dgm:t>
        <a:bodyPr/>
        <a:lstStyle/>
        <a:p>
          <a:pPr algn="just"/>
          <a:r>
            <a:rPr lang="en-US" sz="2800" b="1" i="0" dirty="0">
              <a:solidFill>
                <a:schemeClr val="tx1"/>
              </a:solidFill>
              <a:effectLst/>
              <a:highlight>
                <a:srgbClr val="FFFF00"/>
              </a:highlight>
              <a:latin typeface="Calibri" panose="020F0502020204030204" pitchFamily="34" charset="0"/>
            </a:rPr>
            <a:t>Action of living tissues----bioelectric potentials generate multiple electric signals----measured. </a:t>
          </a:r>
          <a:endParaRPr lang="en-IN" sz="2800" b="1" dirty="0">
            <a:solidFill>
              <a:schemeClr val="tx1"/>
            </a:solidFill>
            <a:highlight>
              <a:srgbClr val="FFFF00"/>
            </a:highlight>
          </a:endParaRPr>
        </a:p>
      </dgm:t>
    </dgm:pt>
    <dgm:pt modelId="{E69BAD44-14D2-4ACB-9846-42B7858E8C57}" type="parTrans" cxnId="{CE46AC9E-05CF-4CB8-B651-1FD3C61B2D95}">
      <dgm:prSet/>
      <dgm:spPr/>
      <dgm:t>
        <a:bodyPr/>
        <a:lstStyle/>
        <a:p>
          <a:pPr algn="just"/>
          <a:endParaRPr lang="en-IN" sz="3600">
            <a:solidFill>
              <a:schemeClr val="bg1"/>
            </a:solidFill>
          </a:endParaRPr>
        </a:p>
      </dgm:t>
    </dgm:pt>
    <dgm:pt modelId="{D630581C-0A4C-4742-8607-0897584A06A4}" type="sibTrans" cxnId="{CE46AC9E-05CF-4CB8-B651-1FD3C61B2D95}">
      <dgm:prSet/>
      <dgm:spPr/>
      <dgm:t>
        <a:bodyPr/>
        <a:lstStyle/>
        <a:p>
          <a:pPr algn="just"/>
          <a:endParaRPr lang="en-IN" sz="3600">
            <a:solidFill>
              <a:schemeClr val="bg1"/>
            </a:solidFill>
          </a:endParaRPr>
        </a:p>
      </dgm:t>
    </dgm:pt>
    <dgm:pt modelId="{3F439E4E-F092-4336-9320-5B8B9337B5D2}">
      <dgm:prSet phldrT="[Text]" custT="1"/>
      <dgm:spPr/>
      <dgm:t>
        <a:bodyPr/>
        <a:lstStyle/>
        <a:p>
          <a:pPr algn="just">
            <a:buFont typeface="Arial" panose="020B0604020202020204" pitchFamily="34" charset="0"/>
            <a:buChar char="•"/>
          </a:pPr>
          <a:r>
            <a:rPr lang="en-US" sz="2800" b="0" i="0" dirty="0">
              <a:solidFill>
                <a:schemeClr val="bg1"/>
              </a:solidFill>
              <a:effectLst/>
              <a:latin typeface="Calibri" panose="020F0502020204030204" pitchFamily="34" charset="0"/>
            </a:rPr>
            <a:t>Human body is composed of </a:t>
          </a:r>
          <a:r>
            <a:rPr lang="en-US" sz="2800" b="1" i="0" dirty="0">
              <a:solidFill>
                <a:schemeClr val="bg1"/>
              </a:solidFill>
              <a:effectLst/>
              <a:latin typeface="Calibri" panose="020F0502020204030204" pitchFamily="34" charset="0"/>
            </a:rPr>
            <a:t>living tissues that can be considered as a power station.</a:t>
          </a:r>
          <a:endParaRPr lang="en-IN" sz="2800" b="1" dirty="0">
            <a:solidFill>
              <a:schemeClr val="bg1"/>
            </a:solidFill>
          </a:endParaRPr>
        </a:p>
      </dgm:t>
    </dgm:pt>
    <dgm:pt modelId="{4A5CB6B8-3029-4658-B218-FFC98A792BD3}" type="parTrans" cxnId="{ECA291EC-8C32-44D4-A251-BDC68C63FDB1}">
      <dgm:prSet/>
      <dgm:spPr/>
      <dgm:t>
        <a:bodyPr/>
        <a:lstStyle/>
        <a:p>
          <a:endParaRPr lang="en-IN"/>
        </a:p>
      </dgm:t>
    </dgm:pt>
    <dgm:pt modelId="{AF80822D-45D1-418D-A176-E8AB0CB7E969}" type="sibTrans" cxnId="{ECA291EC-8C32-44D4-A251-BDC68C63FDB1}">
      <dgm:prSet/>
      <dgm:spPr/>
      <dgm:t>
        <a:bodyPr/>
        <a:lstStyle/>
        <a:p>
          <a:endParaRPr lang="en-IN"/>
        </a:p>
      </dgm:t>
    </dgm:pt>
    <dgm:pt modelId="{D8F0D980-3BC4-42F4-AB9B-C7802C38F258}" type="pres">
      <dgm:prSet presAssocID="{88C404BB-C448-485A-BFB0-02923621C01D}" presName="linear" presStyleCnt="0">
        <dgm:presLayoutVars>
          <dgm:dir/>
          <dgm:animLvl val="lvl"/>
          <dgm:resizeHandles val="exact"/>
        </dgm:presLayoutVars>
      </dgm:prSet>
      <dgm:spPr/>
    </dgm:pt>
    <dgm:pt modelId="{B2E2894B-5ECF-4D16-858E-15F28BCC2494}" type="pres">
      <dgm:prSet presAssocID="{C1140420-300B-4235-B8BD-724F75C3B8E0}" presName="parentLin" presStyleCnt="0"/>
      <dgm:spPr/>
    </dgm:pt>
    <dgm:pt modelId="{348F8C9C-C52D-4AEF-8988-80F2290B0CA3}" type="pres">
      <dgm:prSet presAssocID="{C1140420-300B-4235-B8BD-724F75C3B8E0}" presName="parentLeftMargin" presStyleLbl="node1" presStyleIdx="0" presStyleCnt="3"/>
      <dgm:spPr/>
    </dgm:pt>
    <dgm:pt modelId="{1DB287BF-8FE5-442B-B145-049441538421}" type="pres">
      <dgm:prSet presAssocID="{C1140420-300B-4235-B8BD-724F75C3B8E0}" presName="parentText" presStyleLbl="node1" presStyleIdx="0" presStyleCnt="3" custScaleX="142857">
        <dgm:presLayoutVars>
          <dgm:chMax val="0"/>
          <dgm:bulletEnabled val="1"/>
        </dgm:presLayoutVars>
      </dgm:prSet>
      <dgm:spPr/>
    </dgm:pt>
    <dgm:pt modelId="{640DB9CA-7AE0-4547-BBF3-BBC8996DFB2E}" type="pres">
      <dgm:prSet presAssocID="{C1140420-300B-4235-B8BD-724F75C3B8E0}" presName="negativeSpace" presStyleCnt="0"/>
      <dgm:spPr/>
    </dgm:pt>
    <dgm:pt modelId="{722C9E68-A929-4757-9DAE-6AAF0A411704}" type="pres">
      <dgm:prSet presAssocID="{C1140420-300B-4235-B8BD-724F75C3B8E0}" presName="childText" presStyleLbl="conFgAcc1" presStyleIdx="0" presStyleCnt="3">
        <dgm:presLayoutVars>
          <dgm:bulletEnabled val="1"/>
        </dgm:presLayoutVars>
      </dgm:prSet>
      <dgm:spPr/>
    </dgm:pt>
    <dgm:pt modelId="{11929212-AFFE-4B72-8832-3FF42007427E}" type="pres">
      <dgm:prSet presAssocID="{5FBDA6FA-BF26-486C-BE8F-E5D3F19648F3}" presName="spaceBetweenRectangles" presStyleCnt="0"/>
      <dgm:spPr/>
    </dgm:pt>
    <dgm:pt modelId="{0EE7C3EC-7A3D-44A4-BD83-37FFCC90EFA0}" type="pres">
      <dgm:prSet presAssocID="{3F439E4E-F092-4336-9320-5B8B9337B5D2}" presName="parentLin" presStyleCnt="0"/>
      <dgm:spPr/>
    </dgm:pt>
    <dgm:pt modelId="{28AAA46D-9A78-47D9-86C7-6167320EC7E5}" type="pres">
      <dgm:prSet presAssocID="{3F439E4E-F092-4336-9320-5B8B9337B5D2}" presName="parentLeftMargin" presStyleLbl="node1" presStyleIdx="0" presStyleCnt="3"/>
      <dgm:spPr/>
    </dgm:pt>
    <dgm:pt modelId="{9717D614-3F5F-4C4A-9FEF-0A6F067FBD6C}" type="pres">
      <dgm:prSet presAssocID="{3F439E4E-F092-4336-9320-5B8B9337B5D2}" presName="parentText" presStyleLbl="node1" presStyleIdx="1" presStyleCnt="3" custScaleX="142857">
        <dgm:presLayoutVars>
          <dgm:chMax val="0"/>
          <dgm:bulletEnabled val="1"/>
        </dgm:presLayoutVars>
      </dgm:prSet>
      <dgm:spPr/>
    </dgm:pt>
    <dgm:pt modelId="{078855A5-C23E-4C5A-8F79-57C3BAF61DC7}" type="pres">
      <dgm:prSet presAssocID="{3F439E4E-F092-4336-9320-5B8B9337B5D2}" presName="negativeSpace" presStyleCnt="0"/>
      <dgm:spPr/>
    </dgm:pt>
    <dgm:pt modelId="{BA644013-4D45-4AA7-A7BE-93142E681A85}" type="pres">
      <dgm:prSet presAssocID="{3F439E4E-F092-4336-9320-5B8B9337B5D2}" presName="childText" presStyleLbl="conFgAcc1" presStyleIdx="1" presStyleCnt="3">
        <dgm:presLayoutVars>
          <dgm:bulletEnabled val="1"/>
        </dgm:presLayoutVars>
      </dgm:prSet>
      <dgm:spPr/>
    </dgm:pt>
    <dgm:pt modelId="{3CE72297-5332-481E-A205-24A8BD8EB959}" type="pres">
      <dgm:prSet presAssocID="{AF80822D-45D1-418D-A176-E8AB0CB7E969}" presName="spaceBetweenRectangles" presStyleCnt="0"/>
      <dgm:spPr/>
    </dgm:pt>
    <dgm:pt modelId="{C5C5E8C0-D473-4903-84E2-060CF0296135}" type="pres">
      <dgm:prSet presAssocID="{173A56FA-5BD0-431E-BCEF-B0B28291EA74}" presName="parentLin" presStyleCnt="0"/>
      <dgm:spPr/>
    </dgm:pt>
    <dgm:pt modelId="{766E23DF-50F6-490C-8FD3-776A66238362}" type="pres">
      <dgm:prSet presAssocID="{173A56FA-5BD0-431E-BCEF-B0B28291EA74}" presName="parentLeftMargin" presStyleLbl="node1" presStyleIdx="1" presStyleCnt="3"/>
      <dgm:spPr/>
    </dgm:pt>
    <dgm:pt modelId="{54F097E8-D134-4AA8-8F4E-B98826B90AE7}" type="pres">
      <dgm:prSet presAssocID="{173A56FA-5BD0-431E-BCEF-B0B28291EA74}" presName="parentText" presStyleLbl="node1" presStyleIdx="2" presStyleCnt="3" custScaleX="142857" custScaleY="126467">
        <dgm:presLayoutVars>
          <dgm:chMax val="0"/>
          <dgm:bulletEnabled val="1"/>
        </dgm:presLayoutVars>
      </dgm:prSet>
      <dgm:spPr/>
    </dgm:pt>
    <dgm:pt modelId="{F225B155-833A-40CC-AF00-B310C9FF79B0}" type="pres">
      <dgm:prSet presAssocID="{173A56FA-5BD0-431E-BCEF-B0B28291EA74}" presName="negativeSpace" presStyleCnt="0"/>
      <dgm:spPr/>
    </dgm:pt>
    <dgm:pt modelId="{FEF8CDEA-6999-4777-9E16-5BD60B3D7C63}" type="pres">
      <dgm:prSet presAssocID="{173A56FA-5BD0-431E-BCEF-B0B28291EA74}" presName="childText" presStyleLbl="conFgAcc1" presStyleIdx="2" presStyleCnt="3">
        <dgm:presLayoutVars>
          <dgm:bulletEnabled val="1"/>
        </dgm:presLayoutVars>
      </dgm:prSet>
      <dgm:spPr/>
    </dgm:pt>
  </dgm:ptLst>
  <dgm:cxnLst>
    <dgm:cxn modelId="{8E0AD86B-0FA4-4A1F-A052-C2DFD2D2097A}" type="presOf" srcId="{3F439E4E-F092-4336-9320-5B8B9337B5D2}" destId="{9717D614-3F5F-4C4A-9FEF-0A6F067FBD6C}" srcOrd="1" destOrd="0" presId="urn:microsoft.com/office/officeart/2005/8/layout/list1"/>
    <dgm:cxn modelId="{C4A8F683-5C4C-41ED-9261-61BBD955D261}" type="presOf" srcId="{88C404BB-C448-485A-BFB0-02923621C01D}" destId="{D8F0D980-3BC4-42F4-AB9B-C7802C38F258}" srcOrd="0" destOrd="0" presId="urn:microsoft.com/office/officeart/2005/8/layout/list1"/>
    <dgm:cxn modelId="{4E9D6999-7157-44E5-BBC3-6D7B601D9BF4}" type="presOf" srcId="{C1140420-300B-4235-B8BD-724F75C3B8E0}" destId="{348F8C9C-C52D-4AEF-8988-80F2290B0CA3}" srcOrd="0" destOrd="0" presId="urn:microsoft.com/office/officeart/2005/8/layout/list1"/>
    <dgm:cxn modelId="{CE46AC9E-05CF-4CB8-B651-1FD3C61B2D95}" srcId="{88C404BB-C448-485A-BFB0-02923621C01D}" destId="{173A56FA-5BD0-431E-BCEF-B0B28291EA74}" srcOrd="2" destOrd="0" parTransId="{E69BAD44-14D2-4ACB-9846-42B7858E8C57}" sibTransId="{D630581C-0A4C-4742-8607-0897584A06A4}"/>
    <dgm:cxn modelId="{E14E0EA4-840E-49DE-AFB5-8410BF73EA51}" type="presOf" srcId="{173A56FA-5BD0-431E-BCEF-B0B28291EA74}" destId="{766E23DF-50F6-490C-8FD3-776A66238362}" srcOrd="0" destOrd="0" presId="urn:microsoft.com/office/officeart/2005/8/layout/list1"/>
    <dgm:cxn modelId="{641C45AD-D256-4C66-97B1-D5707FAF9921}" srcId="{88C404BB-C448-485A-BFB0-02923621C01D}" destId="{C1140420-300B-4235-B8BD-724F75C3B8E0}" srcOrd="0" destOrd="0" parTransId="{7A54E5F1-63D8-47FE-A207-938FCDD105FD}" sibTransId="{5FBDA6FA-BF26-486C-BE8F-E5D3F19648F3}"/>
    <dgm:cxn modelId="{F086B2AE-2709-45C4-9559-19618AD18568}" type="presOf" srcId="{3F439E4E-F092-4336-9320-5B8B9337B5D2}" destId="{28AAA46D-9A78-47D9-86C7-6167320EC7E5}" srcOrd="0" destOrd="0" presId="urn:microsoft.com/office/officeart/2005/8/layout/list1"/>
    <dgm:cxn modelId="{1D42D4C8-320D-458C-9459-A0CAA480052C}" type="presOf" srcId="{173A56FA-5BD0-431E-BCEF-B0B28291EA74}" destId="{54F097E8-D134-4AA8-8F4E-B98826B90AE7}" srcOrd="1" destOrd="0" presId="urn:microsoft.com/office/officeart/2005/8/layout/list1"/>
    <dgm:cxn modelId="{DB2964E3-A89D-41AB-B216-CEF7227C29E4}" type="presOf" srcId="{C1140420-300B-4235-B8BD-724F75C3B8E0}" destId="{1DB287BF-8FE5-442B-B145-049441538421}" srcOrd="1" destOrd="0" presId="urn:microsoft.com/office/officeart/2005/8/layout/list1"/>
    <dgm:cxn modelId="{ECA291EC-8C32-44D4-A251-BDC68C63FDB1}" srcId="{88C404BB-C448-485A-BFB0-02923621C01D}" destId="{3F439E4E-F092-4336-9320-5B8B9337B5D2}" srcOrd="1" destOrd="0" parTransId="{4A5CB6B8-3029-4658-B218-FFC98A792BD3}" sibTransId="{AF80822D-45D1-418D-A176-E8AB0CB7E969}"/>
    <dgm:cxn modelId="{19704247-5B1C-49D3-AA9F-AE7294856FA2}" type="presParOf" srcId="{D8F0D980-3BC4-42F4-AB9B-C7802C38F258}" destId="{B2E2894B-5ECF-4D16-858E-15F28BCC2494}" srcOrd="0" destOrd="0" presId="urn:microsoft.com/office/officeart/2005/8/layout/list1"/>
    <dgm:cxn modelId="{CCE3A6D4-64A1-479E-A9E9-5CC1267D4F21}" type="presParOf" srcId="{B2E2894B-5ECF-4D16-858E-15F28BCC2494}" destId="{348F8C9C-C52D-4AEF-8988-80F2290B0CA3}" srcOrd="0" destOrd="0" presId="urn:microsoft.com/office/officeart/2005/8/layout/list1"/>
    <dgm:cxn modelId="{8B76AA4F-2044-4FD3-ACE4-6235A825F005}" type="presParOf" srcId="{B2E2894B-5ECF-4D16-858E-15F28BCC2494}" destId="{1DB287BF-8FE5-442B-B145-049441538421}" srcOrd="1" destOrd="0" presId="urn:microsoft.com/office/officeart/2005/8/layout/list1"/>
    <dgm:cxn modelId="{7D3E82CE-15B4-46F8-8924-69E88A1E8572}" type="presParOf" srcId="{D8F0D980-3BC4-42F4-AB9B-C7802C38F258}" destId="{640DB9CA-7AE0-4547-BBF3-BBC8996DFB2E}" srcOrd="1" destOrd="0" presId="urn:microsoft.com/office/officeart/2005/8/layout/list1"/>
    <dgm:cxn modelId="{2E702EC4-9888-4461-83A4-6DB547616CEE}" type="presParOf" srcId="{D8F0D980-3BC4-42F4-AB9B-C7802C38F258}" destId="{722C9E68-A929-4757-9DAE-6AAF0A411704}" srcOrd="2" destOrd="0" presId="urn:microsoft.com/office/officeart/2005/8/layout/list1"/>
    <dgm:cxn modelId="{B8D0E1A4-27A8-4DF9-A63F-CD685B2856B3}" type="presParOf" srcId="{D8F0D980-3BC4-42F4-AB9B-C7802C38F258}" destId="{11929212-AFFE-4B72-8832-3FF42007427E}" srcOrd="3" destOrd="0" presId="urn:microsoft.com/office/officeart/2005/8/layout/list1"/>
    <dgm:cxn modelId="{87197E0F-AA6F-4109-91FD-22DD9F40FED8}" type="presParOf" srcId="{D8F0D980-3BC4-42F4-AB9B-C7802C38F258}" destId="{0EE7C3EC-7A3D-44A4-BD83-37FFCC90EFA0}" srcOrd="4" destOrd="0" presId="urn:microsoft.com/office/officeart/2005/8/layout/list1"/>
    <dgm:cxn modelId="{D356DF4B-2A4B-4518-9025-1EE487E6AD2A}" type="presParOf" srcId="{0EE7C3EC-7A3D-44A4-BD83-37FFCC90EFA0}" destId="{28AAA46D-9A78-47D9-86C7-6167320EC7E5}" srcOrd="0" destOrd="0" presId="urn:microsoft.com/office/officeart/2005/8/layout/list1"/>
    <dgm:cxn modelId="{19BF990C-4364-450A-9CBB-CA141E0BB65B}" type="presParOf" srcId="{0EE7C3EC-7A3D-44A4-BD83-37FFCC90EFA0}" destId="{9717D614-3F5F-4C4A-9FEF-0A6F067FBD6C}" srcOrd="1" destOrd="0" presId="urn:microsoft.com/office/officeart/2005/8/layout/list1"/>
    <dgm:cxn modelId="{7C19022A-75B5-49C4-A628-8346F565D378}" type="presParOf" srcId="{D8F0D980-3BC4-42F4-AB9B-C7802C38F258}" destId="{078855A5-C23E-4C5A-8F79-57C3BAF61DC7}" srcOrd="5" destOrd="0" presId="urn:microsoft.com/office/officeart/2005/8/layout/list1"/>
    <dgm:cxn modelId="{2B72E5BE-A828-4658-A689-DFE41081AB27}" type="presParOf" srcId="{D8F0D980-3BC4-42F4-AB9B-C7802C38F258}" destId="{BA644013-4D45-4AA7-A7BE-93142E681A85}" srcOrd="6" destOrd="0" presId="urn:microsoft.com/office/officeart/2005/8/layout/list1"/>
    <dgm:cxn modelId="{483F460B-51E6-4B45-85A7-F97BFB2C3905}" type="presParOf" srcId="{D8F0D980-3BC4-42F4-AB9B-C7802C38F258}" destId="{3CE72297-5332-481E-A205-24A8BD8EB959}" srcOrd="7" destOrd="0" presId="urn:microsoft.com/office/officeart/2005/8/layout/list1"/>
    <dgm:cxn modelId="{1787DDDC-7D21-4C5B-896F-38FA779DD49F}" type="presParOf" srcId="{D8F0D980-3BC4-42F4-AB9B-C7802C38F258}" destId="{C5C5E8C0-D473-4903-84E2-060CF0296135}" srcOrd="8" destOrd="0" presId="urn:microsoft.com/office/officeart/2005/8/layout/list1"/>
    <dgm:cxn modelId="{7CAF342C-795D-41EB-8E34-38AE7DF4EF87}" type="presParOf" srcId="{C5C5E8C0-D473-4903-84E2-060CF0296135}" destId="{766E23DF-50F6-490C-8FD3-776A66238362}" srcOrd="0" destOrd="0" presId="urn:microsoft.com/office/officeart/2005/8/layout/list1"/>
    <dgm:cxn modelId="{2F5DFF75-8A2B-45C1-91A1-763596C6283D}" type="presParOf" srcId="{C5C5E8C0-D473-4903-84E2-060CF0296135}" destId="{54F097E8-D134-4AA8-8F4E-B98826B90AE7}" srcOrd="1" destOrd="0" presId="urn:microsoft.com/office/officeart/2005/8/layout/list1"/>
    <dgm:cxn modelId="{8AED27FF-BF01-44AE-A77E-4B12E1FA73BC}" type="presParOf" srcId="{D8F0D980-3BC4-42F4-AB9B-C7802C38F258}" destId="{F225B155-833A-40CC-AF00-B310C9FF79B0}" srcOrd="9" destOrd="0" presId="urn:microsoft.com/office/officeart/2005/8/layout/list1"/>
    <dgm:cxn modelId="{D65341CB-3A54-4584-AB59-96FF62046D42}" type="presParOf" srcId="{D8F0D980-3BC4-42F4-AB9B-C7802C38F258}" destId="{FEF8CDEA-6999-4777-9E16-5BD60B3D7C6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6492E9-F3C4-491A-AF2C-71FC28324837}"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en-IN"/>
        </a:p>
      </dgm:t>
    </dgm:pt>
    <dgm:pt modelId="{34FA1D66-5996-40EB-9923-D57A930CBE4C}">
      <dgm:prSet custT="1"/>
      <dgm:spPr/>
      <dgm:t>
        <a:bodyPr/>
        <a:lstStyle/>
        <a:p>
          <a:r>
            <a:rPr lang="en-IN" sz="1600" b="1" i="0" dirty="0">
              <a:effectLst/>
              <a:latin typeface="+mn-lt"/>
            </a:rPr>
            <a:t>EMG Electromyogram- </a:t>
          </a:r>
          <a:r>
            <a:rPr lang="en-IN" sz="1600" b="1" i="0" dirty="0">
              <a:effectLst/>
              <a:highlight>
                <a:srgbClr val="FFFF00"/>
              </a:highlight>
              <a:latin typeface="+mn-lt"/>
            </a:rPr>
            <a:t>Signals from muscles</a:t>
          </a:r>
        </a:p>
      </dgm:t>
    </dgm:pt>
    <dgm:pt modelId="{BF374804-823E-4140-B4D5-4FC6F7C3E79B}" type="parTrans" cxnId="{44A2F574-88AD-448F-A076-F9B7EE11A53F}">
      <dgm:prSet/>
      <dgm:spPr/>
      <dgm:t>
        <a:bodyPr/>
        <a:lstStyle/>
        <a:p>
          <a:endParaRPr lang="en-IN" sz="1600" b="1">
            <a:latin typeface="+mn-lt"/>
          </a:endParaRPr>
        </a:p>
      </dgm:t>
    </dgm:pt>
    <dgm:pt modelId="{1715542E-993B-475B-A480-E02B4EFE6F1E}" type="sibTrans" cxnId="{44A2F574-88AD-448F-A076-F9B7EE11A53F}">
      <dgm:prSet/>
      <dgm:spPr/>
      <dgm:t>
        <a:bodyPr/>
        <a:lstStyle/>
        <a:p>
          <a:endParaRPr lang="en-IN" sz="1600" b="1">
            <a:latin typeface="+mn-lt"/>
          </a:endParaRPr>
        </a:p>
      </dgm:t>
    </dgm:pt>
    <dgm:pt modelId="{96D71DF6-03B2-4335-AC16-767416622939}">
      <dgm:prSet custT="1"/>
      <dgm:spPr/>
      <dgm:t>
        <a:bodyPr/>
        <a:lstStyle/>
        <a:p>
          <a:r>
            <a:rPr lang="en-IN" sz="1600" b="1" i="0" dirty="0">
              <a:effectLst/>
              <a:latin typeface="+mn-lt"/>
            </a:rPr>
            <a:t>ECG Electrocardiogram- </a:t>
          </a:r>
          <a:r>
            <a:rPr lang="en-IN" sz="1600" b="1" i="0" dirty="0">
              <a:effectLst/>
              <a:highlight>
                <a:srgbClr val="FFFF00"/>
              </a:highlight>
              <a:latin typeface="+mn-lt"/>
            </a:rPr>
            <a:t>Signals from Heart</a:t>
          </a:r>
        </a:p>
      </dgm:t>
    </dgm:pt>
    <dgm:pt modelId="{6561B891-B7B1-4809-A875-C39E0439B1B6}" type="parTrans" cxnId="{BC8C4215-07E4-4F2E-8F5C-70E678281358}">
      <dgm:prSet/>
      <dgm:spPr/>
      <dgm:t>
        <a:bodyPr/>
        <a:lstStyle/>
        <a:p>
          <a:endParaRPr lang="en-IN" sz="1600" b="1">
            <a:latin typeface="+mn-lt"/>
          </a:endParaRPr>
        </a:p>
      </dgm:t>
    </dgm:pt>
    <dgm:pt modelId="{25ADA8DD-F8D4-4051-AB4C-4FA2AA57EDA0}" type="sibTrans" cxnId="{BC8C4215-07E4-4F2E-8F5C-70E678281358}">
      <dgm:prSet/>
      <dgm:spPr/>
      <dgm:t>
        <a:bodyPr/>
        <a:lstStyle/>
        <a:p>
          <a:endParaRPr lang="en-IN" sz="1600" b="1">
            <a:latin typeface="+mn-lt"/>
          </a:endParaRPr>
        </a:p>
      </dgm:t>
    </dgm:pt>
    <dgm:pt modelId="{56DE7710-6514-4A08-B79B-4B7F52AF7487}">
      <dgm:prSet custT="1"/>
      <dgm:spPr/>
      <dgm:t>
        <a:bodyPr/>
        <a:lstStyle/>
        <a:p>
          <a:r>
            <a:rPr lang="en-IN" sz="1600" b="1" i="0" dirty="0">
              <a:effectLst/>
              <a:latin typeface="+mn-lt"/>
            </a:rPr>
            <a:t>ERG Electroretinogram- </a:t>
          </a:r>
          <a:r>
            <a:rPr lang="en-IN" sz="1600" b="1" i="0" dirty="0">
              <a:effectLst/>
              <a:highlight>
                <a:srgbClr val="FFFF00"/>
              </a:highlight>
              <a:latin typeface="+mn-lt"/>
            </a:rPr>
            <a:t>Signals from retina of an eye</a:t>
          </a:r>
        </a:p>
      </dgm:t>
    </dgm:pt>
    <dgm:pt modelId="{6E46521A-176F-4039-9F1C-C942DF9FBF39}" type="parTrans" cxnId="{5B496717-186D-417B-9A31-E75532B7F002}">
      <dgm:prSet/>
      <dgm:spPr/>
      <dgm:t>
        <a:bodyPr/>
        <a:lstStyle/>
        <a:p>
          <a:endParaRPr lang="en-IN" sz="1600" b="1">
            <a:latin typeface="+mn-lt"/>
          </a:endParaRPr>
        </a:p>
      </dgm:t>
    </dgm:pt>
    <dgm:pt modelId="{98AB34A3-2120-4A45-A36E-7E69FC61E473}" type="sibTrans" cxnId="{5B496717-186D-417B-9A31-E75532B7F002}">
      <dgm:prSet/>
      <dgm:spPr/>
      <dgm:t>
        <a:bodyPr/>
        <a:lstStyle/>
        <a:p>
          <a:endParaRPr lang="en-IN" sz="1600" b="1">
            <a:latin typeface="+mn-lt"/>
          </a:endParaRPr>
        </a:p>
      </dgm:t>
    </dgm:pt>
    <dgm:pt modelId="{1CE54B44-B469-4527-AB21-27C92B270D86}">
      <dgm:prSet custT="1"/>
      <dgm:spPr/>
      <dgm:t>
        <a:bodyPr/>
        <a:lstStyle/>
        <a:p>
          <a:r>
            <a:rPr lang="en-IN" sz="1600" b="1" i="0" dirty="0">
              <a:effectLst/>
              <a:latin typeface="+mn-lt"/>
            </a:rPr>
            <a:t>EOG Electrooculogram- </a:t>
          </a:r>
          <a:r>
            <a:rPr lang="en-IN" sz="1600" b="1" i="0" dirty="0">
              <a:effectLst/>
              <a:highlight>
                <a:srgbClr val="FFFF00"/>
              </a:highlight>
              <a:latin typeface="+mn-lt"/>
            </a:rPr>
            <a:t>Signals from cornea and retina of an eye</a:t>
          </a:r>
        </a:p>
      </dgm:t>
    </dgm:pt>
    <dgm:pt modelId="{2617C224-0DBA-4707-947A-3C8882D3812F}" type="parTrans" cxnId="{0A36482A-0FD9-42A7-9EA8-016F8FC5ADDB}">
      <dgm:prSet/>
      <dgm:spPr/>
      <dgm:t>
        <a:bodyPr/>
        <a:lstStyle/>
        <a:p>
          <a:endParaRPr lang="en-IN" sz="1600" b="1">
            <a:latin typeface="+mn-lt"/>
          </a:endParaRPr>
        </a:p>
      </dgm:t>
    </dgm:pt>
    <dgm:pt modelId="{C373677B-6866-484E-99E7-5B4F94C6D4A7}" type="sibTrans" cxnId="{0A36482A-0FD9-42A7-9EA8-016F8FC5ADDB}">
      <dgm:prSet/>
      <dgm:spPr/>
      <dgm:t>
        <a:bodyPr/>
        <a:lstStyle/>
        <a:p>
          <a:endParaRPr lang="en-IN" sz="1600" b="1">
            <a:latin typeface="+mn-lt"/>
          </a:endParaRPr>
        </a:p>
      </dgm:t>
    </dgm:pt>
    <dgm:pt modelId="{55C29122-636B-4C98-9E5F-82C8DCD02465}">
      <dgm:prSet custT="1"/>
      <dgm:spPr/>
      <dgm:t>
        <a:bodyPr/>
        <a:lstStyle/>
        <a:p>
          <a:r>
            <a:rPr lang="en-IN" sz="1600" b="1" i="0" dirty="0">
              <a:effectLst/>
              <a:latin typeface="+mn-lt"/>
            </a:rPr>
            <a:t>MEG Magneto encephalogram- </a:t>
          </a:r>
          <a:r>
            <a:rPr lang="en-IN" sz="1600" b="1" i="0" dirty="0">
              <a:effectLst/>
              <a:highlight>
                <a:srgbClr val="FFFF00"/>
              </a:highlight>
              <a:latin typeface="+mn-lt"/>
            </a:rPr>
            <a:t>Signals from brain using magnetic field</a:t>
          </a:r>
        </a:p>
      </dgm:t>
    </dgm:pt>
    <dgm:pt modelId="{F4DF2EC6-4916-45C8-8A67-03AA22BF650B}" type="parTrans" cxnId="{F66001B6-132C-4546-85F5-9526FFA3C301}">
      <dgm:prSet/>
      <dgm:spPr/>
      <dgm:t>
        <a:bodyPr/>
        <a:lstStyle/>
        <a:p>
          <a:endParaRPr lang="en-IN" sz="1600" b="1">
            <a:latin typeface="+mn-lt"/>
          </a:endParaRPr>
        </a:p>
      </dgm:t>
    </dgm:pt>
    <dgm:pt modelId="{6081A9EF-B712-42B5-8A33-1E099910619D}" type="sibTrans" cxnId="{F66001B6-132C-4546-85F5-9526FFA3C301}">
      <dgm:prSet/>
      <dgm:spPr/>
      <dgm:t>
        <a:bodyPr/>
        <a:lstStyle/>
        <a:p>
          <a:endParaRPr lang="en-IN" sz="1600" b="1">
            <a:latin typeface="+mn-lt"/>
          </a:endParaRPr>
        </a:p>
      </dgm:t>
    </dgm:pt>
    <dgm:pt modelId="{28252BAD-59FC-453F-9E8E-DCCB3197F995}">
      <dgm:prSet custT="1"/>
      <dgm:spPr/>
      <dgm:t>
        <a:bodyPr/>
        <a:lstStyle/>
        <a:p>
          <a:r>
            <a:rPr lang="en-IN" sz="1600" b="1" i="0" dirty="0">
              <a:effectLst/>
              <a:latin typeface="+mn-lt"/>
            </a:rPr>
            <a:t>USG Ultra sonogram- </a:t>
          </a:r>
          <a:r>
            <a:rPr lang="en-IN" sz="1600" b="1" i="0" dirty="0">
              <a:effectLst/>
              <a:highlight>
                <a:srgbClr val="FFFF00"/>
              </a:highlight>
              <a:latin typeface="+mn-lt"/>
            </a:rPr>
            <a:t>Imaging from ultra sound reflection from the internal organs of the body</a:t>
          </a:r>
        </a:p>
      </dgm:t>
    </dgm:pt>
    <dgm:pt modelId="{A81F19CE-5DD4-4F9D-A30C-2CE458F4E67F}" type="parTrans" cxnId="{D7BD54E3-3893-4875-B6DC-B7FC575871D7}">
      <dgm:prSet/>
      <dgm:spPr/>
      <dgm:t>
        <a:bodyPr/>
        <a:lstStyle/>
        <a:p>
          <a:endParaRPr lang="en-IN" sz="1600" b="1">
            <a:latin typeface="+mn-lt"/>
          </a:endParaRPr>
        </a:p>
      </dgm:t>
    </dgm:pt>
    <dgm:pt modelId="{390FF587-1CD1-4B4C-80CC-DC10C40191FE}" type="sibTrans" cxnId="{D7BD54E3-3893-4875-B6DC-B7FC575871D7}">
      <dgm:prSet/>
      <dgm:spPr/>
      <dgm:t>
        <a:bodyPr/>
        <a:lstStyle/>
        <a:p>
          <a:endParaRPr lang="en-IN" sz="1600" b="1">
            <a:latin typeface="+mn-lt"/>
          </a:endParaRPr>
        </a:p>
      </dgm:t>
    </dgm:pt>
    <dgm:pt modelId="{9DC2BFBC-9F4D-457C-9FCC-25AB5AE07591}">
      <dgm:prSet custT="1"/>
      <dgm:spPr/>
      <dgm:t>
        <a:bodyPr/>
        <a:lstStyle/>
        <a:p>
          <a:r>
            <a:rPr lang="en-IN" sz="1600" b="1" i="0" dirty="0">
              <a:effectLst/>
              <a:latin typeface="+mn-lt"/>
            </a:rPr>
            <a:t>EEG Electroencephalogram- </a:t>
          </a:r>
          <a:r>
            <a:rPr lang="en-IN" sz="1600" b="1" i="0" dirty="0">
              <a:effectLst/>
              <a:highlight>
                <a:srgbClr val="FFFF00"/>
              </a:highlight>
              <a:latin typeface="+mn-lt"/>
            </a:rPr>
            <a:t>Signals from brain</a:t>
          </a:r>
        </a:p>
      </dgm:t>
    </dgm:pt>
    <dgm:pt modelId="{8B2ADD84-4815-449C-A963-1E23BD1D7114}" type="parTrans" cxnId="{69F57390-CC46-4F60-A289-7D54D2EC36D8}">
      <dgm:prSet/>
      <dgm:spPr/>
      <dgm:t>
        <a:bodyPr/>
        <a:lstStyle/>
        <a:p>
          <a:endParaRPr lang="en-IN"/>
        </a:p>
      </dgm:t>
    </dgm:pt>
    <dgm:pt modelId="{19DE767D-D0C7-4989-8F8E-D4673DB6ACC0}" type="sibTrans" cxnId="{69F57390-CC46-4F60-A289-7D54D2EC36D8}">
      <dgm:prSet/>
      <dgm:spPr/>
      <dgm:t>
        <a:bodyPr/>
        <a:lstStyle/>
        <a:p>
          <a:endParaRPr lang="en-IN"/>
        </a:p>
      </dgm:t>
    </dgm:pt>
    <dgm:pt modelId="{F1C6CB87-B770-4509-BF42-A9F70E2A1261}" type="pres">
      <dgm:prSet presAssocID="{836492E9-F3C4-491A-AF2C-71FC28324837}" presName="linear" presStyleCnt="0">
        <dgm:presLayoutVars>
          <dgm:dir/>
          <dgm:animLvl val="lvl"/>
          <dgm:resizeHandles val="exact"/>
        </dgm:presLayoutVars>
      </dgm:prSet>
      <dgm:spPr/>
    </dgm:pt>
    <dgm:pt modelId="{C47B2D4C-684D-423B-9493-A7523708EDB2}" type="pres">
      <dgm:prSet presAssocID="{9DC2BFBC-9F4D-457C-9FCC-25AB5AE07591}" presName="parentLin" presStyleCnt="0"/>
      <dgm:spPr/>
    </dgm:pt>
    <dgm:pt modelId="{17382BBA-4BAB-4BB4-9C7C-D607170664EB}" type="pres">
      <dgm:prSet presAssocID="{9DC2BFBC-9F4D-457C-9FCC-25AB5AE07591}" presName="parentLeftMargin" presStyleLbl="node1" presStyleIdx="0" presStyleCnt="7"/>
      <dgm:spPr/>
    </dgm:pt>
    <dgm:pt modelId="{9051741C-EA67-4562-891D-3C8036885383}" type="pres">
      <dgm:prSet presAssocID="{9DC2BFBC-9F4D-457C-9FCC-25AB5AE07591}" presName="parentText" presStyleLbl="node1" presStyleIdx="0" presStyleCnt="7" custScaleX="134152">
        <dgm:presLayoutVars>
          <dgm:chMax val="0"/>
          <dgm:bulletEnabled val="1"/>
        </dgm:presLayoutVars>
      </dgm:prSet>
      <dgm:spPr/>
    </dgm:pt>
    <dgm:pt modelId="{618C3C8A-E119-4AF7-91D1-A79B1CAD5E87}" type="pres">
      <dgm:prSet presAssocID="{9DC2BFBC-9F4D-457C-9FCC-25AB5AE07591}" presName="negativeSpace" presStyleCnt="0"/>
      <dgm:spPr/>
    </dgm:pt>
    <dgm:pt modelId="{6C54517D-6669-4C6F-B50B-4C459A951074}" type="pres">
      <dgm:prSet presAssocID="{9DC2BFBC-9F4D-457C-9FCC-25AB5AE07591}" presName="childText" presStyleLbl="conFgAcc1" presStyleIdx="0" presStyleCnt="7">
        <dgm:presLayoutVars>
          <dgm:bulletEnabled val="1"/>
        </dgm:presLayoutVars>
      </dgm:prSet>
      <dgm:spPr/>
    </dgm:pt>
    <dgm:pt modelId="{9E6779A8-FB3B-40FF-A50F-E80DF10BADBA}" type="pres">
      <dgm:prSet presAssocID="{19DE767D-D0C7-4989-8F8E-D4673DB6ACC0}" presName="spaceBetweenRectangles" presStyleCnt="0"/>
      <dgm:spPr/>
    </dgm:pt>
    <dgm:pt modelId="{190A3F2C-4AE2-481C-A3B7-2E6646DB5AF3}" type="pres">
      <dgm:prSet presAssocID="{34FA1D66-5996-40EB-9923-D57A930CBE4C}" presName="parentLin" presStyleCnt="0"/>
      <dgm:spPr/>
    </dgm:pt>
    <dgm:pt modelId="{10C1153D-34C5-48C5-AA46-0EBFF1347D59}" type="pres">
      <dgm:prSet presAssocID="{34FA1D66-5996-40EB-9923-D57A930CBE4C}" presName="parentLeftMargin" presStyleLbl="node1" presStyleIdx="0" presStyleCnt="7"/>
      <dgm:spPr/>
    </dgm:pt>
    <dgm:pt modelId="{EF946CE5-4321-4060-852A-4DD450A22432}" type="pres">
      <dgm:prSet presAssocID="{34FA1D66-5996-40EB-9923-D57A930CBE4C}" presName="parentText" presStyleLbl="node1" presStyleIdx="1" presStyleCnt="7" custScaleX="134152">
        <dgm:presLayoutVars>
          <dgm:chMax val="0"/>
          <dgm:bulletEnabled val="1"/>
        </dgm:presLayoutVars>
      </dgm:prSet>
      <dgm:spPr/>
    </dgm:pt>
    <dgm:pt modelId="{1EDE1DA1-5800-4AC0-8A5C-2896B5EA9623}" type="pres">
      <dgm:prSet presAssocID="{34FA1D66-5996-40EB-9923-D57A930CBE4C}" presName="negativeSpace" presStyleCnt="0"/>
      <dgm:spPr/>
    </dgm:pt>
    <dgm:pt modelId="{7692AB3F-FC6F-40FF-BFD4-78692C1486A1}" type="pres">
      <dgm:prSet presAssocID="{34FA1D66-5996-40EB-9923-D57A930CBE4C}" presName="childText" presStyleLbl="conFgAcc1" presStyleIdx="1" presStyleCnt="7">
        <dgm:presLayoutVars>
          <dgm:bulletEnabled val="1"/>
        </dgm:presLayoutVars>
      </dgm:prSet>
      <dgm:spPr/>
    </dgm:pt>
    <dgm:pt modelId="{4744FC9D-A93D-47D2-BF21-D2F0F8214B5B}" type="pres">
      <dgm:prSet presAssocID="{1715542E-993B-475B-A480-E02B4EFE6F1E}" presName="spaceBetweenRectangles" presStyleCnt="0"/>
      <dgm:spPr/>
    </dgm:pt>
    <dgm:pt modelId="{FAC88323-C483-4D48-B4E5-EBEA848AB2CF}" type="pres">
      <dgm:prSet presAssocID="{96D71DF6-03B2-4335-AC16-767416622939}" presName="parentLin" presStyleCnt="0"/>
      <dgm:spPr/>
    </dgm:pt>
    <dgm:pt modelId="{9EA20611-9923-4B60-8741-98C2F870AC67}" type="pres">
      <dgm:prSet presAssocID="{96D71DF6-03B2-4335-AC16-767416622939}" presName="parentLeftMargin" presStyleLbl="node1" presStyleIdx="1" presStyleCnt="7"/>
      <dgm:spPr/>
    </dgm:pt>
    <dgm:pt modelId="{F4FB7104-3097-48F3-B8E7-9D6B5D8194A6}" type="pres">
      <dgm:prSet presAssocID="{96D71DF6-03B2-4335-AC16-767416622939}" presName="parentText" presStyleLbl="node1" presStyleIdx="2" presStyleCnt="7" custScaleX="134152">
        <dgm:presLayoutVars>
          <dgm:chMax val="0"/>
          <dgm:bulletEnabled val="1"/>
        </dgm:presLayoutVars>
      </dgm:prSet>
      <dgm:spPr/>
    </dgm:pt>
    <dgm:pt modelId="{43324AAE-DA66-488D-9B7E-06C745483410}" type="pres">
      <dgm:prSet presAssocID="{96D71DF6-03B2-4335-AC16-767416622939}" presName="negativeSpace" presStyleCnt="0"/>
      <dgm:spPr/>
    </dgm:pt>
    <dgm:pt modelId="{A5F8AA8A-2EE2-4D85-B457-57843C2377FA}" type="pres">
      <dgm:prSet presAssocID="{96D71DF6-03B2-4335-AC16-767416622939}" presName="childText" presStyleLbl="conFgAcc1" presStyleIdx="2" presStyleCnt="7">
        <dgm:presLayoutVars>
          <dgm:bulletEnabled val="1"/>
        </dgm:presLayoutVars>
      </dgm:prSet>
      <dgm:spPr/>
    </dgm:pt>
    <dgm:pt modelId="{45298CD8-5FD8-44DD-AD7B-8DA95CCF25CC}" type="pres">
      <dgm:prSet presAssocID="{25ADA8DD-F8D4-4051-AB4C-4FA2AA57EDA0}" presName="spaceBetweenRectangles" presStyleCnt="0"/>
      <dgm:spPr/>
    </dgm:pt>
    <dgm:pt modelId="{50A9F228-FDD0-4068-ADA0-247B1F33C981}" type="pres">
      <dgm:prSet presAssocID="{56DE7710-6514-4A08-B79B-4B7F52AF7487}" presName="parentLin" presStyleCnt="0"/>
      <dgm:spPr/>
    </dgm:pt>
    <dgm:pt modelId="{9EFD53D6-F610-4FBF-8646-61F6CDDA3A33}" type="pres">
      <dgm:prSet presAssocID="{56DE7710-6514-4A08-B79B-4B7F52AF7487}" presName="parentLeftMargin" presStyleLbl="node1" presStyleIdx="2" presStyleCnt="7"/>
      <dgm:spPr/>
    </dgm:pt>
    <dgm:pt modelId="{05A117DC-F6EE-482B-A5D7-F6BA22667B57}" type="pres">
      <dgm:prSet presAssocID="{56DE7710-6514-4A08-B79B-4B7F52AF7487}" presName="parentText" presStyleLbl="node1" presStyleIdx="3" presStyleCnt="7" custScaleX="134152">
        <dgm:presLayoutVars>
          <dgm:chMax val="0"/>
          <dgm:bulletEnabled val="1"/>
        </dgm:presLayoutVars>
      </dgm:prSet>
      <dgm:spPr/>
    </dgm:pt>
    <dgm:pt modelId="{C4378190-0644-4A85-A115-55D6C42F16F3}" type="pres">
      <dgm:prSet presAssocID="{56DE7710-6514-4A08-B79B-4B7F52AF7487}" presName="negativeSpace" presStyleCnt="0"/>
      <dgm:spPr/>
    </dgm:pt>
    <dgm:pt modelId="{7A0D10B6-39ED-4F45-B0C5-71092F50DEBF}" type="pres">
      <dgm:prSet presAssocID="{56DE7710-6514-4A08-B79B-4B7F52AF7487}" presName="childText" presStyleLbl="conFgAcc1" presStyleIdx="3" presStyleCnt="7">
        <dgm:presLayoutVars>
          <dgm:bulletEnabled val="1"/>
        </dgm:presLayoutVars>
      </dgm:prSet>
      <dgm:spPr/>
    </dgm:pt>
    <dgm:pt modelId="{B7DB515E-8B54-4FCF-A74A-B2FB851962A3}" type="pres">
      <dgm:prSet presAssocID="{98AB34A3-2120-4A45-A36E-7E69FC61E473}" presName="spaceBetweenRectangles" presStyleCnt="0"/>
      <dgm:spPr/>
    </dgm:pt>
    <dgm:pt modelId="{A85CF4EC-2682-4A12-AC5D-E2613AF4C468}" type="pres">
      <dgm:prSet presAssocID="{1CE54B44-B469-4527-AB21-27C92B270D86}" presName="parentLin" presStyleCnt="0"/>
      <dgm:spPr/>
    </dgm:pt>
    <dgm:pt modelId="{A9D83080-B354-4EC5-8610-456AA351751A}" type="pres">
      <dgm:prSet presAssocID="{1CE54B44-B469-4527-AB21-27C92B270D86}" presName="parentLeftMargin" presStyleLbl="node1" presStyleIdx="3" presStyleCnt="7"/>
      <dgm:spPr/>
    </dgm:pt>
    <dgm:pt modelId="{A8FE04BF-A3BB-4171-94F9-019EC9165A8A}" type="pres">
      <dgm:prSet presAssocID="{1CE54B44-B469-4527-AB21-27C92B270D86}" presName="parentText" presStyleLbl="node1" presStyleIdx="4" presStyleCnt="7" custScaleX="134152">
        <dgm:presLayoutVars>
          <dgm:chMax val="0"/>
          <dgm:bulletEnabled val="1"/>
        </dgm:presLayoutVars>
      </dgm:prSet>
      <dgm:spPr/>
    </dgm:pt>
    <dgm:pt modelId="{2D62F640-B24F-4549-831F-2B6BDABB1144}" type="pres">
      <dgm:prSet presAssocID="{1CE54B44-B469-4527-AB21-27C92B270D86}" presName="negativeSpace" presStyleCnt="0"/>
      <dgm:spPr/>
    </dgm:pt>
    <dgm:pt modelId="{1C323681-0940-4962-A309-2836D9AE34E9}" type="pres">
      <dgm:prSet presAssocID="{1CE54B44-B469-4527-AB21-27C92B270D86}" presName="childText" presStyleLbl="conFgAcc1" presStyleIdx="4" presStyleCnt="7">
        <dgm:presLayoutVars>
          <dgm:bulletEnabled val="1"/>
        </dgm:presLayoutVars>
      </dgm:prSet>
      <dgm:spPr/>
    </dgm:pt>
    <dgm:pt modelId="{C826980E-F846-4ACD-B1B7-E1396609CC2A}" type="pres">
      <dgm:prSet presAssocID="{C373677B-6866-484E-99E7-5B4F94C6D4A7}" presName="spaceBetweenRectangles" presStyleCnt="0"/>
      <dgm:spPr/>
    </dgm:pt>
    <dgm:pt modelId="{6FFFA4CF-ADE2-4780-89B3-601815AE2148}" type="pres">
      <dgm:prSet presAssocID="{55C29122-636B-4C98-9E5F-82C8DCD02465}" presName="parentLin" presStyleCnt="0"/>
      <dgm:spPr/>
    </dgm:pt>
    <dgm:pt modelId="{49068543-E601-4884-865D-250F098679A1}" type="pres">
      <dgm:prSet presAssocID="{55C29122-636B-4C98-9E5F-82C8DCD02465}" presName="parentLeftMargin" presStyleLbl="node1" presStyleIdx="4" presStyleCnt="7"/>
      <dgm:spPr/>
    </dgm:pt>
    <dgm:pt modelId="{661886F0-FB48-414F-A272-D957F908D8BC}" type="pres">
      <dgm:prSet presAssocID="{55C29122-636B-4C98-9E5F-82C8DCD02465}" presName="parentText" presStyleLbl="node1" presStyleIdx="5" presStyleCnt="7" custScaleX="134152">
        <dgm:presLayoutVars>
          <dgm:chMax val="0"/>
          <dgm:bulletEnabled val="1"/>
        </dgm:presLayoutVars>
      </dgm:prSet>
      <dgm:spPr/>
    </dgm:pt>
    <dgm:pt modelId="{F92A14EB-C208-4EDF-B15B-3F29FE121FD2}" type="pres">
      <dgm:prSet presAssocID="{55C29122-636B-4C98-9E5F-82C8DCD02465}" presName="negativeSpace" presStyleCnt="0"/>
      <dgm:spPr/>
    </dgm:pt>
    <dgm:pt modelId="{69250773-3378-4070-B2B6-7B77354AF0FE}" type="pres">
      <dgm:prSet presAssocID="{55C29122-636B-4C98-9E5F-82C8DCD02465}" presName="childText" presStyleLbl="conFgAcc1" presStyleIdx="5" presStyleCnt="7">
        <dgm:presLayoutVars>
          <dgm:bulletEnabled val="1"/>
        </dgm:presLayoutVars>
      </dgm:prSet>
      <dgm:spPr/>
    </dgm:pt>
    <dgm:pt modelId="{031027C0-2801-4334-B6CA-8C42850681C9}" type="pres">
      <dgm:prSet presAssocID="{6081A9EF-B712-42B5-8A33-1E099910619D}" presName="spaceBetweenRectangles" presStyleCnt="0"/>
      <dgm:spPr/>
    </dgm:pt>
    <dgm:pt modelId="{CF92EE04-503D-4E5B-A4B5-F4B172F67692}" type="pres">
      <dgm:prSet presAssocID="{28252BAD-59FC-453F-9E8E-DCCB3197F995}" presName="parentLin" presStyleCnt="0"/>
      <dgm:spPr/>
    </dgm:pt>
    <dgm:pt modelId="{94564F71-A931-4036-9778-E13EAAD6F555}" type="pres">
      <dgm:prSet presAssocID="{28252BAD-59FC-453F-9E8E-DCCB3197F995}" presName="parentLeftMargin" presStyleLbl="node1" presStyleIdx="5" presStyleCnt="7"/>
      <dgm:spPr/>
    </dgm:pt>
    <dgm:pt modelId="{B3A46875-1A53-427E-B1F0-CDE780F7ECEF}" type="pres">
      <dgm:prSet presAssocID="{28252BAD-59FC-453F-9E8E-DCCB3197F995}" presName="parentText" presStyleLbl="node1" presStyleIdx="6" presStyleCnt="7" custScaleX="134152">
        <dgm:presLayoutVars>
          <dgm:chMax val="0"/>
          <dgm:bulletEnabled val="1"/>
        </dgm:presLayoutVars>
      </dgm:prSet>
      <dgm:spPr/>
    </dgm:pt>
    <dgm:pt modelId="{B591542E-F4FF-428E-809E-5CB0E5C0E318}" type="pres">
      <dgm:prSet presAssocID="{28252BAD-59FC-453F-9E8E-DCCB3197F995}" presName="negativeSpace" presStyleCnt="0"/>
      <dgm:spPr/>
    </dgm:pt>
    <dgm:pt modelId="{194C9FB2-9F03-4656-BA8E-036A395C54FF}" type="pres">
      <dgm:prSet presAssocID="{28252BAD-59FC-453F-9E8E-DCCB3197F995}" presName="childText" presStyleLbl="conFgAcc1" presStyleIdx="6" presStyleCnt="7">
        <dgm:presLayoutVars>
          <dgm:bulletEnabled val="1"/>
        </dgm:presLayoutVars>
      </dgm:prSet>
      <dgm:spPr/>
    </dgm:pt>
  </dgm:ptLst>
  <dgm:cxnLst>
    <dgm:cxn modelId="{D8DC0207-5DD4-4966-BFBE-7CA30E7DDCC7}" type="presOf" srcId="{836492E9-F3C4-491A-AF2C-71FC28324837}" destId="{F1C6CB87-B770-4509-BF42-A9F70E2A1261}" srcOrd="0" destOrd="0" presId="urn:microsoft.com/office/officeart/2005/8/layout/list1"/>
    <dgm:cxn modelId="{BC8C4215-07E4-4F2E-8F5C-70E678281358}" srcId="{836492E9-F3C4-491A-AF2C-71FC28324837}" destId="{96D71DF6-03B2-4335-AC16-767416622939}" srcOrd="2" destOrd="0" parTransId="{6561B891-B7B1-4809-A875-C39E0439B1B6}" sibTransId="{25ADA8DD-F8D4-4051-AB4C-4FA2AA57EDA0}"/>
    <dgm:cxn modelId="{5B496717-186D-417B-9A31-E75532B7F002}" srcId="{836492E9-F3C4-491A-AF2C-71FC28324837}" destId="{56DE7710-6514-4A08-B79B-4B7F52AF7487}" srcOrd="3" destOrd="0" parTransId="{6E46521A-176F-4039-9F1C-C942DF9FBF39}" sibTransId="{98AB34A3-2120-4A45-A36E-7E69FC61E473}"/>
    <dgm:cxn modelId="{A4765E25-DCCB-4FE7-99DC-1FE71F658A5E}" type="presOf" srcId="{96D71DF6-03B2-4335-AC16-767416622939}" destId="{9EA20611-9923-4B60-8741-98C2F870AC67}" srcOrd="0" destOrd="0" presId="urn:microsoft.com/office/officeart/2005/8/layout/list1"/>
    <dgm:cxn modelId="{0A36482A-0FD9-42A7-9EA8-016F8FC5ADDB}" srcId="{836492E9-F3C4-491A-AF2C-71FC28324837}" destId="{1CE54B44-B469-4527-AB21-27C92B270D86}" srcOrd="4" destOrd="0" parTransId="{2617C224-0DBA-4707-947A-3C8882D3812F}" sibTransId="{C373677B-6866-484E-99E7-5B4F94C6D4A7}"/>
    <dgm:cxn modelId="{51A91345-7E1F-404B-B836-C043D07E7F07}" type="presOf" srcId="{56DE7710-6514-4A08-B79B-4B7F52AF7487}" destId="{9EFD53D6-F610-4FBF-8646-61F6CDDA3A33}" srcOrd="0" destOrd="0" presId="urn:microsoft.com/office/officeart/2005/8/layout/list1"/>
    <dgm:cxn modelId="{15628052-8821-4304-9B76-1279F1FF28F5}" type="presOf" srcId="{55C29122-636B-4C98-9E5F-82C8DCD02465}" destId="{661886F0-FB48-414F-A272-D957F908D8BC}" srcOrd="1" destOrd="0" presId="urn:microsoft.com/office/officeart/2005/8/layout/list1"/>
    <dgm:cxn modelId="{44A2F574-88AD-448F-A076-F9B7EE11A53F}" srcId="{836492E9-F3C4-491A-AF2C-71FC28324837}" destId="{34FA1D66-5996-40EB-9923-D57A930CBE4C}" srcOrd="1" destOrd="0" parTransId="{BF374804-823E-4140-B4D5-4FC6F7C3E79B}" sibTransId="{1715542E-993B-475B-A480-E02B4EFE6F1E}"/>
    <dgm:cxn modelId="{F8BA2A56-8C8B-4C2F-9EB1-C59DFA8A40B3}" type="presOf" srcId="{1CE54B44-B469-4527-AB21-27C92B270D86}" destId="{A8FE04BF-A3BB-4171-94F9-019EC9165A8A}" srcOrd="1" destOrd="0" presId="urn:microsoft.com/office/officeart/2005/8/layout/list1"/>
    <dgm:cxn modelId="{91DC7677-3713-40EC-BF3E-A4FB9FF60366}" type="presOf" srcId="{34FA1D66-5996-40EB-9923-D57A930CBE4C}" destId="{10C1153D-34C5-48C5-AA46-0EBFF1347D59}" srcOrd="0" destOrd="0" presId="urn:microsoft.com/office/officeart/2005/8/layout/list1"/>
    <dgm:cxn modelId="{D039EB7B-253D-4E64-BF4E-1D069B7E1ECC}" type="presOf" srcId="{28252BAD-59FC-453F-9E8E-DCCB3197F995}" destId="{B3A46875-1A53-427E-B1F0-CDE780F7ECEF}" srcOrd="1" destOrd="0" presId="urn:microsoft.com/office/officeart/2005/8/layout/list1"/>
    <dgm:cxn modelId="{1E0F5C7E-DAD5-43AE-B6DB-FBA02DB443FE}" type="presOf" srcId="{56DE7710-6514-4A08-B79B-4B7F52AF7487}" destId="{05A117DC-F6EE-482B-A5D7-F6BA22667B57}" srcOrd="1" destOrd="0" presId="urn:microsoft.com/office/officeart/2005/8/layout/list1"/>
    <dgm:cxn modelId="{F03D6A87-77BF-42C1-95A1-589C67FB67D0}" type="presOf" srcId="{28252BAD-59FC-453F-9E8E-DCCB3197F995}" destId="{94564F71-A931-4036-9778-E13EAAD6F555}" srcOrd="0" destOrd="0" presId="urn:microsoft.com/office/officeart/2005/8/layout/list1"/>
    <dgm:cxn modelId="{69F57390-CC46-4F60-A289-7D54D2EC36D8}" srcId="{836492E9-F3C4-491A-AF2C-71FC28324837}" destId="{9DC2BFBC-9F4D-457C-9FCC-25AB5AE07591}" srcOrd="0" destOrd="0" parTransId="{8B2ADD84-4815-449C-A963-1E23BD1D7114}" sibTransId="{19DE767D-D0C7-4989-8F8E-D4673DB6ACC0}"/>
    <dgm:cxn modelId="{87F0A5AD-2ACC-496A-9BF1-C9CF46651516}" type="presOf" srcId="{1CE54B44-B469-4527-AB21-27C92B270D86}" destId="{A9D83080-B354-4EC5-8610-456AA351751A}" srcOrd="0" destOrd="0" presId="urn:microsoft.com/office/officeart/2005/8/layout/list1"/>
    <dgm:cxn modelId="{F66001B6-132C-4546-85F5-9526FFA3C301}" srcId="{836492E9-F3C4-491A-AF2C-71FC28324837}" destId="{55C29122-636B-4C98-9E5F-82C8DCD02465}" srcOrd="5" destOrd="0" parTransId="{F4DF2EC6-4916-45C8-8A67-03AA22BF650B}" sibTransId="{6081A9EF-B712-42B5-8A33-1E099910619D}"/>
    <dgm:cxn modelId="{B176D8DB-A2EA-464C-9119-A058320AC9ED}" type="presOf" srcId="{96D71DF6-03B2-4335-AC16-767416622939}" destId="{F4FB7104-3097-48F3-B8E7-9D6B5D8194A6}" srcOrd="1" destOrd="0" presId="urn:microsoft.com/office/officeart/2005/8/layout/list1"/>
    <dgm:cxn modelId="{D7BD54E3-3893-4875-B6DC-B7FC575871D7}" srcId="{836492E9-F3C4-491A-AF2C-71FC28324837}" destId="{28252BAD-59FC-453F-9E8E-DCCB3197F995}" srcOrd="6" destOrd="0" parTransId="{A81F19CE-5DD4-4F9D-A30C-2CE458F4E67F}" sibTransId="{390FF587-1CD1-4B4C-80CC-DC10C40191FE}"/>
    <dgm:cxn modelId="{51C342E9-0B91-4367-AB92-67E0DC265DC7}" type="presOf" srcId="{9DC2BFBC-9F4D-457C-9FCC-25AB5AE07591}" destId="{17382BBA-4BAB-4BB4-9C7C-D607170664EB}" srcOrd="0" destOrd="0" presId="urn:microsoft.com/office/officeart/2005/8/layout/list1"/>
    <dgm:cxn modelId="{B84171FA-1584-4138-914D-93CB24ADFD8B}" type="presOf" srcId="{34FA1D66-5996-40EB-9923-D57A930CBE4C}" destId="{EF946CE5-4321-4060-852A-4DD450A22432}" srcOrd="1" destOrd="0" presId="urn:microsoft.com/office/officeart/2005/8/layout/list1"/>
    <dgm:cxn modelId="{CBC234FD-E2BD-454D-A8AB-D8891501616A}" type="presOf" srcId="{55C29122-636B-4C98-9E5F-82C8DCD02465}" destId="{49068543-E601-4884-865D-250F098679A1}" srcOrd="0" destOrd="0" presId="urn:microsoft.com/office/officeart/2005/8/layout/list1"/>
    <dgm:cxn modelId="{6FDC89FF-D71D-4315-ABF0-B9DD4C82A2BC}" type="presOf" srcId="{9DC2BFBC-9F4D-457C-9FCC-25AB5AE07591}" destId="{9051741C-EA67-4562-891D-3C8036885383}" srcOrd="1" destOrd="0" presId="urn:microsoft.com/office/officeart/2005/8/layout/list1"/>
    <dgm:cxn modelId="{A0EF9529-8AE9-47E1-92D8-3A457E4D95C9}" type="presParOf" srcId="{F1C6CB87-B770-4509-BF42-A9F70E2A1261}" destId="{C47B2D4C-684D-423B-9493-A7523708EDB2}" srcOrd="0" destOrd="0" presId="urn:microsoft.com/office/officeart/2005/8/layout/list1"/>
    <dgm:cxn modelId="{29BCC283-E52D-4994-AF5F-BCDE93F86FB5}" type="presParOf" srcId="{C47B2D4C-684D-423B-9493-A7523708EDB2}" destId="{17382BBA-4BAB-4BB4-9C7C-D607170664EB}" srcOrd="0" destOrd="0" presId="urn:microsoft.com/office/officeart/2005/8/layout/list1"/>
    <dgm:cxn modelId="{AABF2E4C-BAC1-4AD6-8BC9-BE6943E1D4CA}" type="presParOf" srcId="{C47B2D4C-684D-423B-9493-A7523708EDB2}" destId="{9051741C-EA67-4562-891D-3C8036885383}" srcOrd="1" destOrd="0" presId="urn:microsoft.com/office/officeart/2005/8/layout/list1"/>
    <dgm:cxn modelId="{7A23DC69-2455-4309-B3AF-D2943E4F7084}" type="presParOf" srcId="{F1C6CB87-B770-4509-BF42-A9F70E2A1261}" destId="{618C3C8A-E119-4AF7-91D1-A79B1CAD5E87}" srcOrd="1" destOrd="0" presId="urn:microsoft.com/office/officeart/2005/8/layout/list1"/>
    <dgm:cxn modelId="{48363E79-84E5-4B35-A985-A572630FE9C2}" type="presParOf" srcId="{F1C6CB87-B770-4509-BF42-A9F70E2A1261}" destId="{6C54517D-6669-4C6F-B50B-4C459A951074}" srcOrd="2" destOrd="0" presId="urn:microsoft.com/office/officeart/2005/8/layout/list1"/>
    <dgm:cxn modelId="{0C6C39EF-69BE-4831-9F8A-E258605C769A}" type="presParOf" srcId="{F1C6CB87-B770-4509-BF42-A9F70E2A1261}" destId="{9E6779A8-FB3B-40FF-A50F-E80DF10BADBA}" srcOrd="3" destOrd="0" presId="urn:microsoft.com/office/officeart/2005/8/layout/list1"/>
    <dgm:cxn modelId="{4C35065E-D653-4C34-A43B-8C55E7A6FB9F}" type="presParOf" srcId="{F1C6CB87-B770-4509-BF42-A9F70E2A1261}" destId="{190A3F2C-4AE2-481C-A3B7-2E6646DB5AF3}" srcOrd="4" destOrd="0" presId="urn:microsoft.com/office/officeart/2005/8/layout/list1"/>
    <dgm:cxn modelId="{9906AF7A-E022-467B-B7F1-E5C500FEFF2F}" type="presParOf" srcId="{190A3F2C-4AE2-481C-A3B7-2E6646DB5AF3}" destId="{10C1153D-34C5-48C5-AA46-0EBFF1347D59}" srcOrd="0" destOrd="0" presId="urn:microsoft.com/office/officeart/2005/8/layout/list1"/>
    <dgm:cxn modelId="{388FC7DC-A50F-4E8A-A4E3-E64EE20BA0F5}" type="presParOf" srcId="{190A3F2C-4AE2-481C-A3B7-2E6646DB5AF3}" destId="{EF946CE5-4321-4060-852A-4DD450A22432}" srcOrd="1" destOrd="0" presId="urn:microsoft.com/office/officeart/2005/8/layout/list1"/>
    <dgm:cxn modelId="{CFFA60B6-731B-4126-B29A-185C54052540}" type="presParOf" srcId="{F1C6CB87-B770-4509-BF42-A9F70E2A1261}" destId="{1EDE1DA1-5800-4AC0-8A5C-2896B5EA9623}" srcOrd="5" destOrd="0" presId="urn:microsoft.com/office/officeart/2005/8/layout/list1"/>
    <dgm:cxn modelId="{8778C30C-CEB5-4ABA-9DD5-4DCD06252D9B}" type="presParOf" srcId="{F1C6CB87-B770-4509-BF42-A9F70E2A1261}" destId="{7692AB3F-FC6F-40FF-BFD4-78692C1486A1}" srcOrd="6" destOrd="0" presId="urn:microsoft.com/office/officeart/2005/8/layout/list1"/>
    <dgm:cxn modelId="{A06556FE-0C3F-4D3C-A820-7958C280893F}" type="presParOf" srcId="{F1C6CB87-B770-4509-BF42-A9F70E2A1261}" destId="{4744FC9D-A93D-47D2-BF21-D2F0F8214B5B}" srcOrd="7" destOrd="0" presId="urn:microsoft.com/office/officeart/2005/8/layout/list1"/>
    <dgm:cxn modelId="{64060500-6B80-4976-8925-5A1959F28731}" type="presParOf" srcId="{F1C6CB87-B770-4509-BF42-A9F70E2A1261}" destId="{FAC88323-C483-4D48-B4E5-EBEA848AB2CF}" srcOrd="8" destOrd="0" presId="urn:microsoft.com/office/officeart/2005/8/layout/list1"/>
    <dgm:cxn modelId="{F36BA9E4-191D-4B51-A445-53F2811D23AB}" type="presParOf" srcId="{FAC88323-C483-4D48-B4E5-EBEA848AB2CF}" destId="{9EA20611-9923-4B60-8741-98C2F870AC67}" srcOrd="0" destOrd="0" presId="urn:microsoft.com/office/officeart/2005/8/layout/list1"/>
    <dgm:cxn modelId="{DD3F3D31-32CC-49B0-9579-DF3F0CD818DF}" type="presParOf" srcId="{FAC88323-C483-4D48-B4E5-EBEA848AB2CF}" destId="{F4FB7104-3097-48F3-B8E7-9D6B5D8194A6}" srcOrd="1" destOrd="0" presId="urn:microsoft.com/office/officeart/2005/8/layout/list1"/>
    <dgm:cxn modelId="{1B52DF78-CF83-4C42-A6D9-E4AFFC78B773}" type="presParOf" srcId="{F1C6CB87-B770-4509-BF42-A9F70E2A1261}" destId="{43324AAE-DA66-488D-9B7E-06C745483410}" srcOrd="9" destOrd="0" presId="urn:microsoft.com/office/officeart/2005/8/layout/list1"/>
    <dgm:cxn modelId="{6D8CC147-20CC-473B-88D6-02EC2F47A12F}" type="presParOf" srcId="{F1C6CB87-B770-4509-BF42-A9F70E2A1261}" destId="{A5F8AA8A-2EE2-4D85-B457-57843C2377FA}" srcOrd="10" destOrd="0" presId="urn:microsoft.com/office/officeart/2005/8/layout/list1"/>
    <dgm:cxn modelId="{5B5C6E54-4587-4FDC-A4C1-D2AC7D793962}" type="presParOf" srcId="{F1C6CB87-B770-4509-BF42-A9F70E2A1261}" destId="{45298CD8-5FD8-44DD-AD7B-8DA95CCF25CC}" srcOrd="11" destOrd="0" presId="urn:microsoft.com/office/officeart/2005/8/layout/list1"/>
    <dgm:cxn modelId="{96EC28B0-C43E-4E98-86F8-D38738E40375}" type="presParOf" srcId="{F1C6CB87-B770-4509-BF42-A9F70E2A1261}" destId="{50A9F228-FDD0-4068-ADA0-247B1F33C981}" srcOrd="12" destOrd="0" presId="urn:microsoft.com/office/officeart/2005/8/layout/list1"/>
    <dgm:cxn modelId="{8611D250-7B71-4FA7-B78F-90CDF857D243}" type="presParOf" srcId="{50A9F228-FDD0-4068-ADA0-247B1F33C981}" destId="{9EFD53D6-F610-4FBF-8646-61F6CDDA3A33}" srcOrd="0" destOrd="0" presId="urn:microsoft.com/office/officeart/2005/8/layout/list1"/>
    <dgm:cxn modelId="{DD6FD31D-F9C8-492E-96FF-18D26D18D7D3}" type="presParOf" srcId="{50A9F228-FDD0-4068-ADA0-247B1F33C981}" destId="{05A117DC-F6EE-482B-A5D7-F6BA22667B57}" srcOrd="1" destOrd="0" presId="urn:microsoft.com/office/officeart/2005/8/layout/list1"/>
    <dgm:cxn modelId="{596FACF2-F918-4E3A-A864-442113B9AC38}" type="presParOf" srcId="{F1C6CB87-B770-4509-BF42-A9F70E2A1261}" destId="{C4378190-0644-4A85-A115-55D6C42F16F3}" srcOrd="13" destOrd="0" presId="urn:microsoft.com/office/officeart/2005/8/layout/list1"/>
    <dgm:cxn modelId="{A0F56254-5594-4B57-B872-5982FF00AB04}" type="presParOf" srcId="{F1C6CB87-B770-4509-BF42-A9F70E2A1261}" destId="{7A0D10B6-39ED-4F45-B0C5-71092F50DEBF}" srcOrd="14" destOrd="0" presId="urn:microsoft.com/office/officeart/2005/8/layout/list1"/>
    <dgm:cxn modelId="{907B3596-6CA7-4BD8-809C-9C401228142E}" type="presParOf" srcId="{F1C6CB87-B770-4509-BF42-A9F70E2A1261}" destId="{B7DB515E-8B54-4FCF-A74A-B2FB851962A3}" srcOrd="15" destOrd="0" presId="urn:microsoft.com/office/officeart/2005/8/layout/list1"/>
    <dgm:cxn modelId="{A3C5A204-8394-4E3B-BB3E-DFCE64248066}" type="presParOf" srcId="{F1C6CB87-B770-4509-BF42-A9F70E2A1261}" destId="{A85CF4EC-2682-4A12-AC5D-E2613AF4C468}" srcOrd="16" destOrd="0" presId="urn:microsoft.com/office/officeart/2005/8/layout/list1"/>
    <dgm:cxn modelId="{BFE7651B-1BE7-4F72-86F6-543AC41EAB26}" type="presParOf" srcId="{A85CF4EC-2682-4A12-AC5D-E2613AF4C468}" destId="{A9D83080-B354-4EC5-8610-456AA351751A}" srcOrd="0" destOrd="0" presId="urn:microsoft.com/office/officeart/2005/8/layout/list1"/>
    <dgm:cxn modelId="{710CCA04-792B-4402-B235-395EDCF48587}" type="presParOf" srcId="{A85CF4EC-2682-4A12-AC5D-E2613AF4C468}" destId="{A8FE04BF-A3BB-4171-94F9-019EC9165A8A}" srcOrd="1" destOrd="0" presId="urn:microsoft.com/office/officeart/2005/8/layout/list1"/>
    <dgm:cxn modelId="{1E945EDD-0E18-4FDC-855B-C1E318DCC460}" type="presParOf" srcId="{F1C6CB87-B770-4509-BF42-A9F70E2A1261}" destId="{2D62F640-B24F-4549-831F-2B6BDABB1144}" srcOrd="17" destOrd="0" presId="urn:microsoft.com/office/officeart/2005/8/layout/list1"/>
    <dgm:cxn modelId="{F5ABAFE2-CB75-4056-9EB9-4C4A634479DC}" type="presParOf" srcId="{F1C6CB87-B770-4509-BF42-A9F70E2A1261}" destId="{1C323681-0940-4962-A309-2836D9AE34E9}" srcOrd="18" destOrd="0" presId="urn:microsoft.com/office/officeart/2005/8/layout/list1"/>
    <dgm:cxn modelId="{1311A3A6-7289-45DB-B7AA-B7D1E38ECC9E}" type="presParOf" srcId="{F1C6CB87-B770-4509-BF42-A9F70E2A1261}" destId="{C826980E-F846-4ACD-B1B7-E1396609CC2A}" srcOrd="19" destOrd="0" presId="urn:microsoft.com/office/officeart/2005/8/layout/list1"/>
    <dgm:cxn modelId="{14008FE9-F151-4AE1-BE51-CF1826C83852}" type="presParOf" srcId="{F1C6CB87-B770-4509-BF42-A9F70E2A1261}" destId="{6FFFA4CF-ADE2-4780-89B3-601815AE2148}" srcOrd="20" destOrd="0" presId="urn:microsoft.com/office/officeart/2005/8/layout/list1"/>
    <dgm:cxn modelId="{D276246D-0037-4465-9DBE-A673C5AB1C2E}" type="presParOf" srcId="{6FFFA4CF-ADE2-4780-89B3-601815AE2148}" destId="{49068543-E601-4884-865D-250F098679A1}" srcOrd="0" destOrd="0" presId="urn:microsoft.com/office/officeart/2005/8/layout/list1"/>
    <dgm:cxn modelId="{A1723033-3FB4-44D3-B25C-50296B5E240C}" type="presParOf" srcId="{6FFFA4CF-ADE2-4780-89B3-601815AE2148}" destId="{661886F0-FB48-414F-A272-D957F908D8BC}" srcOrd="1" destOrd="0" presId="urn:microsoft.com/office/officeart/2005/8/layout/list1"/>
    <dgm:cxn modelId="{D5C0B4AD-8D26-4EB7-87E9-6B56971ACF88}" type="presParOf" srcId="{F1C6CB87-B770-4509-BF42-A9F70E2A1261}" destId="{F92A14EB-C208-4EDF-B15B-3F29FE121FD2}" srcOrd="21" destOrd="0" presId="urn:microsoft.com/office/officeart/2005/8/layout/list1"/>
    <dgm:cxn modelId="{5EF47CA0-AB58-4FD4-99D9-6CF726853EB7}" type="presParOf" srcId="{F1C6CB87-B770-4509-BF42-A9F70E2A1261}" destId="{69250773-3378-4070-B2B6-7B77354AF0FE}" srcOrd="22" destOrd="0" presId="urn:microsoft.com/office/officeart/2005/8/layout/list1"/>
    <dgm:cxn modelId="{2E1FCD86-95E6-45F7-A6AF-20152552F35B}" type="presParOf" srcId="{F1C6CB87-B770-4509-BF42-A9F70E2A1261}" destId="{031027C0-2801-4334-B6CA-8C42850681C9}" srcOrd="23" destOrd="0" presId="urn:microsoft.com/office/officeart/2005/8/layout/list1"/>
    <dgm:cxn modelId="{4647799F-B7D4-468B-9565-E32E7423C03B}" type="presParOf" srcId="{F1C6CB87-B770-4509-BF42-A9F70E2A1261}" destId="{CF92EE04-503D-4E5B-A4B5-F4B172F67692}" srcOrd="24" destOrd="0" presId="urn:microsoft.com/office/officeart/2005/8/layout/list1"/>
    <dgm:cxn modelId="{F242D99F-2CA3-4208-9DC7-7A065F0E37BD}" type="presParOf" srcId="{CF92EE04-503D-4E5B-A4B5-F4B172F67692}" destId="{94564F71-A931-4036-9778-E13EAAD6F555}" srcOrd="0" destOrd="0" presId="urn:microsoft.com/office/officeart/2005/8/layout/list1"/>
    <dgm:cxn modelId="{F9DF7DEF-4686-4144-B789-601EBC9CEE8D}" type="presParOf" srcId="{CF92EE04-503D-4E5B-A4B5-F4B172F67692}" destId="{B3A46875-1A53-427E-B1F0-CDE780F7ECEF}" srcOrd="1" destOrd="0" presId="urn:microsoft.com/office/officeart/2005/8/layout/list1"/>
    <dgm:cxn modelId="{40E84A0C-71F0-4E37-8841-DF5BB6BD2D79}" type="presParOf" srcId="{F1C6CB87-B770-4509-BF42-A9F70E2A1261}" destId="{B591542E-F4FF-428E-809E-5CB0E5C0E318}" srcOrd="25" destOrd="0" presId="urn:microsoft.com/office/officeart/2005/8/layout/list1"/>
    <dgm:cxn modelId="{2E65850B-DAC3-47E7-B9DF-4C08795A2A13}" type="presParOf" srcId="{F1C6CB87-B770-4509-BF42-A9F70E2A1261}" destId="{194C9FB2-9F03-4656-BA8E-036A395C54FF}"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EE4FAC3-46AE-4C75-89B8-01661FE63868}"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en-IN"/>
        </a:p>
      </dgm:t>
    </dgm:pt>
    <dgm:pt modelId="{3FF47812-D133-4D21-8D3E-936E0BDC69D0}">
      <dgm:prSet custT="1"/>
      <dgm:spPr>
        <a:gradFill rotWithShape="0">
          <a:gsLst>
            <a:gs pos="0">
              <a:srgbClr val="BC1C1C">
                <a:hueOff val="0"/>
                <a:satOff val="0"/>
                <a:lumOff val="0"/>
                <a:alphaOff val="0"/>
                <a:tint val="60000"/>
                <a:lumMod val="104000"/>
              </a:srgbClr>
            </a:gs>
            <a:gs pos="100000">
              <a:srgbClr val="BC1C1C">
                <a:hueOff val="0"/>
                <a:satOff val="0"/>
                <a:lumOff val="0"/>
                <a:alphaOff val="0"/>
                <a:tint val="84000"/>
              </a:srgbClr>
            </a:gs>
          </a:gsLst>
          <a:lin ang="5400000" scaled="0"/>
        </a:gradFill>
        <a:ln>
          <a:noFill/>
        </a:ln>
        <a:effectLst/>
        <a:scene3d>
          <a:camera prst="orthographicFront"/>
          <a:lightRig rig="flat" dir="t"/>
        </a:scene3d>
        <a:sp3d prstMaterial="dkEdge">
          <a:bevelT w="8200" h="38100"/>
        </a:sp3d>
      </dgm:spPr>
      <dgm:t>
        <a:bodyPr spcFirstLastPara="0" vert="horz" wrap="square" lIns="222848" tIns="0" rIns="222848" bIns="0" numCol="1" spcCol="1270" anchor="ctr" anchorCtr="0"/>
        <a:lstStyle/>
        <a:p>
          <a:r>
            <a:rPr lang="en-US" sz="2400" b="1" i="0" kern="1200" dirty="0">
              <a:effectLst/>
              <a:latin typeface="+mn-lt"/>
            </a:rPr>
            <a:t>Bio mechanical Signal- </a:t>
          </a:r>
          <a:r>
            <a:rPr lang="en-US" sz="1800" b="0" i="0" kern="1200" dirty="0">
              <a:solidFill>
                <a:prstClr val="black"/>
              </a:solidFill>
              <a:latin typeface="Century Schoolbook" panose="02040604050505020304"/>
              <a:ea typeface="+mn-ea"/>
              <a:cs typeface="+mn-cs"/>
            </a:rPr>
            <a:t>These signals are generated due to some mechanical function of a physiological system(Movement of heartbeat, chest)</a:t>
          </a:r>
        </a:p>
      </dgm:t>
    </dgm:pt>
    <dgm:pt modelId="{F291CBAA-770B-43D7-97E9-3E94F50AE3C2}" type="parTrans" cxnId="{6A0DA95E-E6FD-42D4-B6FF-801EEE087FFE}">
      <dgm:prSet/>
      <dgm:spPr/>
      <dgm:t>
        <a:bodyPr/>
        <a:lstStyle/>
        <a:p>
          <a:endParaRPr lang="en-IN" sz="2400" b="1">
            <a:latin typeface="+mn-lt"/>
          </a:endParaRPr>
        </a:p>
      </dgm:t>
    </dgm:pt>
    <dgm:pt modelId="{21C8D231-7AFF-476D-8D8E-8A3D56289D01}" type="sibTrans" cxnId="{6A0DA95E-E6FD-42D4-B6FF-801EEE087FFE}">
      <dgm:prSet/>
      <dgm:spPr/>
      <dgm:t>
        <a:bodyPr/>
        <a:lstStyle/>
        <a:p>
          <a:endParaRPr lang="en-IN" sz="2400" b="1">
            <a:latin typeface="+mn-lt"/>
          </a:endParaRPr>
        </a:p>
      </dgm:t>
    </dgm:pt>
    <dgm:pt modelId="{684DD9FA-C3E1-4531-B0EC-11FD4D6D7DA4}">
      <dgm:prSet custT="1"/>
      <dgm:spPr/>
      <dgm:t>
        <a:bodyPr/>
        <a:lstStyle/>
        <a:p>
          <a:r>
            <a:rPr lang="en-US" sz="2400" b="1" i="0" kern="1200" dirty="0">
              <a:effectLst/>
              <a:latin typeface="+mn-lt"/>
            </a:rPr>
            <a:t>Bio chemical Signal- </a:t>
          </a:r>
          <a:r>
            <a:rPr lang="en-US" sz="1800" b="0" i="0" kern="1200" dirty="0">
              <a:solidFill>
                <a:prstClr val="black"/>
              </a:solidFill>
              <a:latin typeface="Century Schoolbook" panose="02040604050505020304"/>
              <a:ea typeface="+mn-ea"/>
              <a:cs typeface="+mn-cs"/>
            </a:rPr>
            <a:t>Signal generated by certain chemicals (Changes in cell metabolism) </a:t>
          </a:r>
        </a:p>
      </dgm:t>
    </dgm:pt>
    <dgm:pt modelId="{1CDEDFBB-52E7-4040-9940-F6D4854FDBBF}" type="parTrans" cxnId="{8D0238EF-EE88-4ECA-84C1-086F3EAEB4D8}">
      <dgm:prSet/>
      <dgm:spPr/>
      <dgm:t>
        <a:bodyPr/>
        <a:lstStyle/>
        <a:p>
          <a:endParaRPr lang="en-IN" sz="2400" b="1">
            <a:latin typeface="+mn-lt"/>
          </a:endParaRPr>
        </a:p>
      </dgm:t>
    </dgm:pt>
    <dgm:pt modelId="{A10D1933-E5CD-4EBD-B8CA-347251DFCB32}" type="sibTrans" cxnId="{8D0238EF-EE88-4ECA-84C1-086F3EAEB4D8}">
      <dgm:prSet/>
      <dgm:spPr/>
      <dgm:t>
        <a:bodyPr/>
        <a:lstStyle/>
        <a:p>
          <a:endParaRPr lang="en-IN" sz="2400" b="1">
            <a:latin typeface="+mn-lt"/>
          </a:endParaRPr>
        </a:p>
      </dgm:t>
    </dgm:pt>
    <dgm:pt modelId="{D202A1D3-793A-48CE-BB72-8E556A1F9DD1}">
      <dgm:prSet custT="1"/>
      <dgm:spPr/>
      <dgm:t>
        <a:bodyPr/>
        <a:lstStyle/>
        <a:p>
          <a:r>
            <a:rPr lang="en-US" sz="2400" b="1" i="0" kern="1200" dirty="0">
              <a:effectLst/>
              <a:latin typeface="+mn-lt"/>
            </a:rPr>
            <a:t>Bio magnetic Signal- </a:t>
          </a:r>
          <a:r>
            <a:rPr lang="en-US" sz="1800" b="0" i="0" kern="1200" dirty="0">
              <a:solidFill>
                <a:prstClr val="black"/>
              </a:solidFill>
              <a:latin typeface="Century Schoolbook" panose="02040604050505020304"/>
              <a:ea typeface="+mn-ea"/>
              <a:cs typeface="+mn-cs"/>
            </a:rPr>
            <a:t>Extremely weak magnetic fields are produced by various organs such as the brain, heart, lungs</a:t>
          </a:r>
        </a:p>
      </dgm:t>
    </dgm:pt>
    <dgm:pt modelId="{5886F270-DD74-4455-AA41-91FA987FABF9}" type="parTrans" cxnId="{00701203-AD71-4CE9-98E8-EE449882F123}">
      <dgm:prSet/>
      <dgm:spPr/>
      <dgm:t>
        <a:bodyPr/>
        <a:lstStyle/>
        <a:p>
          <a:endParaRPr lang="en-IN" sz="2400" b="1">
            <a:latin typeface="+mn-lt"/>
          </a:endParaRPr>
        </a:p>
      </dgm:t>
    </dgm:pt>
    <dgm:pt modelId="{EE4E4533-DDF1-4B08-8382-1744C03CFFE4}" type="sibTrans" cxnId="{00701203-AD71-4CE9-98E8-EE449882F123}">
      <dgm:prSet/>
      <dgm:spPr/>
      <dgm:t>
        <a:bodyPr/>
        <a:lstStyle/>
        <a:p>
          <a:endParaRPr lang="en-IN" sz="2400" b="1">
            <a:latin typeface="+mn-lt"/>
          </a:endParaRPr>
        </a:p>
      </dgm:t>
    </dgm:pt>
    <dgm:pt modelId="{AA9C7D6D-0E8F-4AAE-98FA-944C44FA747D}">
      <dgm:prSet custT="1"/>
      <dgm:spPr/>
      <dgm:t>
        <a:bodyPr/>
        <a:lstStyle/>
        <a:p>
          <a:r>
            <a:rPr lang="en-US" sz="2400" b="1" i="0" kern="1200" dirty="0">
              <a:effectLst/>
              <a:latin typeface="+mn-lt"/>
            </a:rPr>
            <a:t>Bio optical signal- </a:t>
          </a:r>
          <a:r>
            <a:rPr lang="en-US" sz="1800" b="0" i="0" kern="1200" dirty="0">
              <a:solidFill>
                <a:prstClr val="black"/>
              </a:solidFill>
              <a:latin typeface="Century Schoolbook" panose="02040604050505020304"/>
              <a:ea typeface="+mn-ea"/>
              <a:cs typeface="+mn-cs"/>
            </a:rPr>
            <a:t>These signals are generated as result of optical functions of the biological system</a:t>
          </a:r>
        </a:p>
      </dgm:t>
    </dgm:pt>
    <dgm:pt modelId="{7376F253-F2C9-4C9F-881D-3F4B2FCF78DB}" type="parTrans" cxnId="{7863D0B6-066F-4AFF-A183-F36F43C84B19}">
      <dgm:prSet/>
      <dgm:spPr/>
      <dgm:t>
        <a:bodyPr/>
        <a:lstStyle/>
        <a:p>
          <a:endParaRPr lang="en-IN" sz="2400" b="1">
            <a:latin typeface="+mn-lt"/>
          </a:endParaRPr>
        </a:p>
      </dgm:t>
    </dgm:pt>
    <dgm:pt modelId="{5BDE3974-6123-4D2C-BC9B-4D14ADFB2586}" type="sibTrans" cxnId="{7863D0B6-066F-4AFF-A183-F36F43C84B19}">
      <dgm:prSet/>
      <dgm:spPr/>
      <dgm:t>
        <a:bodyPr/>
        <a:lstStyle/>
        <a:p>
          <a:endParaRPr lang="en-IN" sz="2400" b="1">
            <a:latin typeface="+mn-lt"/>
          </a:endParaRPr>
        </a:p>
      </dgm:t>
    </dgm:pt>
    <dgm:pt modelId="{FFCF50E3-347E-47F8-AC18-50C69B6D3ECB}">
      <dgm:prSet phldrT="[Text]" custT="1"/>
      <dgm:spPr/>
      <dgm:t>
        <a:bodyPr/>
        <a:lstStyle/>
        <a:p>
          <a:pPr>
            <a:buFont typeface="Arial" panose="020B0604020202020204" pitchFamily="34" charset="0"/>
            <a:buChar char="•"/>
          </a:pPr>
          <a:r>
            <a:rPr lang="en-US" sz="2400" b="1" i="0" dirty="0">
              <a:effectLst/>
              <a:latin typeface="+mn-lt"/>
            </a:rPr>
            <a:t>Bio electric Signal- </a:t>
          </a:r>
          <a:r>
            <a:rPr lang="en-US" sz="1800" b="0" i="0" dirty="0"/>
            <a:t>The electric field generated by the action of many cells constitutes the bioelectric signal (ions- Na, Ca)</a:t>
          </a:r>
          <a:endParaRPr lang="en-IN" sz="2400" b="1" dirty="0">
            <a:latin typeface="+mn-lt"/>
          </a:endParaRPr>
        </a:p>
      </dgm:t>
    </dgm:pt>
    <dgm:pt modelId="{E3DB68A5-ECC5-4800-8C47-7B9386A658EE}" type="sibTrans" cxnId="{0517BF56-1056-481D-8FEE-D35C98348B5D}">
      <dgm:prSet/>
      <dgm:spPr/>
      <dgm:t>
        <a:bodyPr/>
        <a:lstStyle/>
        <a:p>
          <a:endParaRPr lang="en-IN" sz="2400" b="1">
            <a:latin typeface="+mn-lt"/>
          </a:endParaRPr>
        </a:p>
      </dgm:t>
    </dgm:pt>
    <dgm:pt modelId="{A4739342-AE59-49CD-8EF3-9C8DEF210EE0}" type="parTrans" cxnId="{0517BF56-1056-481D-8FEE-D35C98348B5D}">
      <dgm:prSet/>
      <dgm:spPr/>
      <dgm:t>
        <a:bodyPr/>
        <a:lstStyle/>
        <a:p>
          <a:endParaRPr lang="en-IN" sz="2400" b="1">
            <a:latin typeface="+mn-lt"/>
          </a:endParaRPr>
        </a:p>
      </dgm:t>
    </dgm:pt>
    <dgm:pt modelId="{6DEBD9F4-5681-4E4B-95D4-0A1AF62EB619}" type="pres">
      <dgm:prSet presAssocID="{6EE4FAC3-46AE-4C75-89B8-01661FE63868}" presName="linear" presStyleCnt="0">
        <dgm:presLayoutVars>
          <dgm:dir/>
          <dgm:animLvl val="lvl"/>
          <dgm:resizeHandles val="exact"/>
        </dgm:presLayoutVars>
      </dgm:prSet>
      <dgm:spPr/>
    </dgm:pt>
    <dgm:pt modelId="{9FBBDE3B-C80A-4346-9C25-75B102FF8A47}" type="pres">
      <dgm:prSet presAssocID="{FFCF50E3-347E-47F8-AC18-50C69B6D3ECB}" presName="parentLin" presStyleCnt="0"/>
      <dgm:spPr/>
    </dgm:pt>
    <dgm:pt modelId="{5959510A-7578-45F1-B5A9-611AB123F78A}" type="pres">
      <dgm:prSet presAssocID="{FFCF50E3-347E-47F8-AC18-50C69B6D3ECB}" presName="parentLeftMargin" presStyleLbl="node1" presStyleIdx="0" presStyleCnt="5"/>
      <dgm:spPr/>
    </dgm:pt>
    <dgm:pt modelId="{6F9EE0D9-153E-4A40-B1FB-B2884C2A3BCA}" type="pres">
      <dgm:prSet presAssocID="{FFCF50E3-347E-47F8-AC18-50C69B6D3ECB}" presName="parentText" presStyleLbl="node1" presStyleIdx="0" presStyleCnt="5" custScaleX="142857" custLinFactNeighborY="-8380">
        <dgm:presLayoutVars>
          <dgm:chMax val="0"/>
          <dgm:bulletEnabled val="1"/>
        </dgm:presLayoutVars>
      </dgm:prSet>
      <dgm:spPr/>
    </dgm:pt>
    <dgm:pt modelId="{38717BE4-A3C2-4341-86B6-A39F5F4A913C}" type="pres">
      <dgm:prSet presAssocID="{FFCF50E3-347E-47F8-AC18-50C69B6D3ECB}" presName="negativeSpace" presStyleCnt="0"/>
      <dgm:spPr/>
    </dgm:pt>
    <dgm:pt modelId="{60EE56EC-7535-4DF8-80B7-6747152BEB6E}" type="pres">
      <dgm:prSet presAssocID="{FFCF50E3-347E-47F8-AC18-50C69B6D3ECB}" presName="childText" presStyleLbl="conFgAcc1" presStyleIdx="0" presStyleCnt="5">
        <dgm:presLayoutVars>
          <dgm:bulletEnabled val="1"/>
        </dgm:presLayoutVars>
      </dgm:prSet>
      <dgm:spPr/>
    </dgm:pt>
    <dgm:pt modelId="{697CCBC3-16FA-4734-A73F-BFB63C623382}" type="pres">
      <dgm:prSet presAssocID="{E3DB68A5-ECC5-4800-8C47-7B9386A658EE}" presName="spaceBetweenRectangles" presStyleCnt="0"/>
      <dgm:spPr/>
    </dgm:pt>
    <dgm:pt modelId="{461EDAE6-202D-4E55-9527-E258985A1327}" type="pres">
      <dgm:prSet presAssocID="{3FF47812-D133-4D21-8D3E-936E0BDC69D0}" presName="parentLin" presStyleCnt="0"/>
      <dgm:spPr/>
    </dgm:pt>
    <dgm:pt modelId="{03324B9D-C4DA-4364-821E-5DFEF6D58187}" type="pres">
      <dgm:prSet presAssocID="{3FF47812-D133-4D21-8D3E-936E0BDC69D0}" presName="parentLeftMargin" presStyleLbl="node1" presStyleIdx="0" presStyleCnt="5"/>
      <dgm:spPr/>
    </dgm:pt>
    <dgm:pt modelId="{E28F8A02-299B-44D7-994C-B7317A79C5DB}" type="pres">
      <dgm:prSet presAssocID="{3FF47812-D133-4D21-8D3E-936E0BDC69D0}" presName="parentText" presStyleLbl="node1" presStyleIdx="1" presStyleCnt="5" custScaleX="142857" custScaleY="146953">
        <dgm:presLayoutVars>
          <dgm:chMax val="0"/>
          <dgm:bulletEnabled val="1"/>
        </dgm:presLayoutVars>
      </dgm:prSet>
      <dgm:spPr>
        <a:xfrm>
          <a:off x="400978" y="972148"/>
          <a:ext cx="8019559" cy="910991"/>
        </a:xfrm>
        <a:prstGeom prst="roundRect">
          <a:avLst/>
        </a:prstGeom>
      </dgm:spPr>
    </dgm:pt>
    <dgm:pt modelId="{4C7D2D7F-5DD4-485D-8B4F-CA4A6AD97108}" type="pres">
      <dgm:prSet presAssocID="{3FF47812-D133-4D21-8D3E-936E0BDC69D0}" presName="negativeSpace" presStyleCnt="0"/>
      <dgm:spPr/>
    </dgm:pt>
    <dgm:pt modelId="{6E7DFB89-6503-4D5C-8195-BF65722D81EE}" type="pres">
      <dgm:prSet presAssocID="{3FF47812-D133-4D21-8D3E-936E0BDC69D0}" presName="childText" presStyleLbl="conFgAcc1" presStyleIdx="1" presStyleCnt="5">
        <dgm:presLayoutVars>
          <dgm:bulletEnabled val="1"/>
        </dgm:presLayoutVars>
      </dgm:prSet>
      <dgm:spPr/>
    </dgm:pt>
    <dgm:pt modelId="{08DEAC57-FB36-466E-B934-F585D3B6AEEC}" type="pres">
      <dgm:prSet presAssocID="{21C8D231-7AFF-476D-8D8E-8A3D56289D01}" presName="spaceBetweenRectangles" presStyleCnt="0"/>
      <dgm:spPr/>
    </dgm:pt>
    <dgm:pt modelId="{88E45AA4-0DA4-4D7B-986F-1891B520CB77}" type="pres">
      <dgm:prSet presAssocID="{684DD9FA-C3E1-4531-B0EC-11FD4D6D7DA4}" presName="parentLin" presStyleCnt="0"/>
      <dgm:spPr/>
    </dgm:pt>
    <dgm:pt modelId="{C7FA98DA-4EFC-4899-B258-283B0D63F111}" type="pres">
      <dgm:prSet presAssocID="{684DD9FA-C3E1-4531-B0EC-11FD4D6D7DA4}" presName="parentLeftMargin" presStyleLbl="node1" presStyleIdx="1" presStyleCnt="5"/>
      <dgm:spPr/>
    </dgm:pt>
    <dgm:pt modelId="{2C874698-03AC-4ABB-9E8E-95929FA3FC0A}" type="pres">
      <dgm:prSet presAssocID="{684DD9FA-C3E1-4531-B0EC-11FD4D6D7DA4}" presName="parentText" presStyleLbl="node1" presStyleIdx="2" presStyleCnt="5" custScaleX="142857" custLinFactNeighborX="14106" custLinFactNeighborY="-6083">
        <dgm:presLayoutVars>
          <dgm:chMax val="0"/>
          <dgm:bulletEnabled val="1"/>
        </dgm:presLayoutVars>
      </dgm:prSet>
      <dgm:spPr/>
    </dgm:pt>
    <dgm:pt modelId="{76E386F0-CD22-4B78-A322-26DB9C025440}" type="pres">
      <dgm:prSet presAssocID="{684DD9FA-C3E1-4531-B0EC-11FD4D6D7DA4}" presName="negativeSpace" presStyleCnt="0"/>
      <dgm:spPr/>
    </dgm:pt>
    <dgm:pt modelId="{CDDB4933-D741-41EE-8B1D-E0A60B85EC3C}" type="pres">
      <dgm:prSet presAssocID="{684DD9FA-C3E1-4531-B0EC-11FD4D6D7DA4}" presName="childText" presStyleLbl="conFgAcc1" presStyleIdx="2" presStyleCnt="5">
        <dgm:presLayoutVars>
          <dgm:bulletEnabled val="1"/>
        </dgm:presLayoutVars>
      </dgm:prSet>
      <dgm:spPr/>
    </dgm:pt>
    <dgm:pt modelId="{48E83338-05AF-4363-88BA-DEB23BCD5F5C}" type="pres">
      <dgm:prSet presAssocID="{A10D1933-E5CD-4EBD-B8CA-347251DFCB32}" presName="spaceBetweenRectangles" presStyleCnt="0"/>
      <dgm:spPr/>
    </dgm:pt>
    <dgm:pt modelId="{A97383F7-EACA-4138-82D3-AE8B15DC6175}" type="pres">
      <dgm:prSet presAssocID="{D202A1D3-793A-48CE-BB72-8E556A1F9DD1}" presName="parentLin" presStyleCnt="0"/>
      <dgm:spPr/>
    </dgm:pt>
    <dgm:pt modelId="{8991F0DF-C759-4A2B-86C0-2AFFB5BCD232}" type="pres">
      <dgm:prSet presAssocID="{D202A1D3-793A-48CE-BB72-8E556A1F9DD1}" presName="parentLeftMargin" presStyleLbl="node1" presStyleIdx="2" presStyleCnt="5"/>
      <dgm:spPr/>
    </dgm:pt>
    <dgm:pt modelId="{188E3B58-D55D-48EC-AEBD-C882F9139832}" type="pres">
      <dgm:prSet presAssocID="{D202A1D3-793A-48CE-BB72-8E556A1F9DD1}" presName="parentText" presStyleLbl="node1" presStyleIdx="3" presStyleCnt="5" custScaleX="142857">
        <dgm:presLayoutVars>
          <dgm:chMax val="0"/>
          <dgm:bulletEnabled val="1"/>
        </dgm:presLayoutVars>
      </dgm:prSet>
      <dgm:spPr/>
    </dgm:pt>
    <dgm:pt modelId="{872608E0-7EFB-454F-BC35-FE4FE4511E0D}" type="pres">
      <dgm:prSet presAssocID="{D202A1D3-793A-48CE-BB72-8E556A1F9DD1}" presName="negativeSpace" presStyleCnt="0"/>
      <dgm:spPr/>
    </dgm:pt>
    <dgm:pt modelId="{304692F0-9BAA-4DC0-A00D-D815842B6ACE}" type="pres">
      <dgm:prSet presAssocID="{D202A1D3-793A-48CE-BB72-8E556A1F9DD1}" presName="childText" presStyleLbl="conFgAcc1" presStyleIdx="3" presStyleCnt="5">
        <dgm:presLayoutVars>
          <dgm:bulletEnabled val="1"/>
        </dgm:presLayoutVars>
      </dgm:prSet>
      <dgm:spPr/>
    </dgm:pt>
    <dgm:pt modelId="{0E37F0D9-5B07-4B76-9DCC-CFBBB1F51300}" type="pres">
      <dgm:prSet presAssocID="{EE4E4533-DDF1-4B08-8382-1744C03CFFE4}" presName="spaceBetweenRectangles" presStyleCnt="0"/>
      <dgm:spPr/>
    </dgm:pt>
    <dgm:pt modelId="{B3D1F1FA-C48E-45D3-859B-6285378BDA8C}" type="pres">
      <dgm:prSet presAssocID="{AA9C7D6D-0E8F-4AAE-98FA-944C44FA747D}" presName="parentLin" presStyleCnt="0"/>
      <dgm:spPr/>
    </dgm:pt>
    <dgm:pt modelId="{3009C4F7-E89D-4DDB-A26F-920DC5D7FB74}" type="pres">
      <dgm:prSet presAssocID="{AA9C7D6D-0E8F-4AAE-98FA-944C44FA747D}" presName="parentLeftMargin" presStyleLbl="node1" presStyleIdx="3" presStyleCnt="5"/>
      <dgm:spPr/>
    </dgm:pt>
    <dgm:pt modelId="{9CD75BE1-32AF-4C16-ACEB-D0D228F8E549}" type="pres">
      <dgm:prSet presAssocID="{AA9C7D6D-0E8F-4AAE-98FA-944C44FA747D}" presName="parentText" presStyleLbl="node1" presStyleIdx="4" presStyleCnt="5" custScaleX="142857">
        <dgm:presLayoutVars>
          <dgm:chMax val="0"/>
          <dgm:bulletEnabled val="1"/>
        </dgm:presLayoutVars>
      </dgm:prSet>
      <dgm:spPr/>
    </dgm:pt>
    <dgm:pt modelId="{34E0D3FB-C803-4697-ACE7-1D496AE2C255}" type="pres">
      <dgm:prSet presAssocID="{AA9C7D6D-0E8F-4AAE-98FA-944C44FA747D}" presName="negativeSpace" presStyleCnt="0"/>
      <dgm:spPr/>
    </dgm:pt>
    <dgm:pt modelId="{F1AEC378-9B91-4AD3-BB95-D7B93C591CF9}" type="pres">
      <dgm:prSet presAssocID="{AA9C7D6D-0E8F-4AAE-98FA-944C44FA747D}" presName="childText" presStyleLbl="conFgAcc1" presStyleIdx="4" presStyleCnt="5">
        <dgm:presLayoutVars>
          <dgm:bulletEnabled val="1"/>
        </dgm:presLayoutVars>
      </dgm:prSet>
      <dgm:spPr/>
    </dgm:pt>
  </dgm:ptLst>
  <dgm:cxnLst>
    <dgm:cxn modelId="{00701203-AD71-4CE9-98E8-EE449882F123}" srcId="{6EE4FAC3-46AE-4C75-89B8-01661FE63868}" destId="{D202A1D3-793A-48CE-BB72-8E556A1F9DD1}" srcOrd="3" destOrd="0" parTransId="{5886F270-DD74-4455-AA41-91FA987FABF9}" sibTransId="{EE4E4533-DDF1-4B08-8382-1744C03CFFE4}"/>
    <dgm:cxn modelId="{A09DF61C-8D8C-4C79-B4C8-15C39B0583B6}" type="presOf" srcId="{AA9C7D6D-0E8F-4AAE-98FA-944C44FA747D}" destId="{3009C4F7-E89D-4DDB-A26F-920DC5D7FB74}" srcOrd="0" destOrd="0" presId="urn:microsoft.com/office/officeart/2005/8/layout/list1"/>
    <dgm:cxn modelId="{EF5C3735-2BA0-4C6A-BD61-294AE20B11FD}" type="presOf" srcId="{FFCF50E3-347E-47F8-AC18-50C69B6D3ECB}" destId="{5959510A-7578-45F1-B5A9-611AB123F78A}" srcOrd="0" destOrd="0" presId="urn:microsoft.com/office/officeart/2005/8/layout/list1"/>
    <dgm:cxn modelId="{6A0DA95E-E6FD-42D4-B6FF-801EEE087FFE}" srcId="{6EE4FAC3-46AE-4C75-89B8-01661FE63868}" destId="{3FF47812-D133-4D21-8D3E-936E0BDC69D0}" srcOrd="1" destOrd="0" parTransId="{F291CBAA-770B-43D7-97E9-3E94F50AE3C2}" sibTransId="{21C8D231-7AFF-476D-8D8E-8A3D56289D01}"/>
    <dgm:cxn modelId="{2F8D1366-3848-4903-A2D3-CCA401D032D1}" type="presOf" srcId="{684DD9FA-C3E1-4531-B0EC-11FD4D6D7DA4}" destId="{2C874698-03AC-4ABB-9E8E-95929FA3FC0A}" srcOrd="1" destOrd="0" presId="urn:microsoft.com/office/officeart/2005/8/layout/list1"/>
    <dgm:cxn modelId="{4450EE6F-D3FA-46DE-964F-8CC9FE0CED3F}" type="presOf" srcId="{6EE4FAC3-46AE-4C75-89B8-01661FE63868}" destId="{6DEBD9F4-5681-4E4B-95D4-0A1AF62EB619}" srcOrd="0" destOrd="0" presId="urn:microsoft.com/office/officeart/2005/8/layout/list1"/>
    <dgm:cxn modelId="{0517BF56-1056-481D-8FEE-D35C98348B5D}" srcId="{6EE4FAC3-46AE-4C75-89B8-01661FE63868}" destId="{FFCF50E3-347E-47F8-AC18-50C69B6D3ECB}" srcOrd="0" destOrd="0" parTransId="{A4739342-AE59-49CD-8EF3-9C8DEF210EE0}" sibTransId="{E3DB68A5-ECC5-4800-8C47-7B9386A658EE}"/>
    <dgm:cxn modelId="{F3CE5957-F931-497D-A9A9-32AA64EA9662}" type="presOf" srcId="{D202A1D3-793A-48CE-BB72-8E556A1F9DD1}" destId="{188E3B58-D55D-48EC-AEBD-C882F9139832}" srcOrd="1" destOrd="0" presId="urn:microsoft.com/office/officeart/2005/8/layout/list1"/>
    <dgm:cxn modelId="{939A6979-B3EE-4A73-A27B-D1ABE05BD700}" type="presOf" srcId="{3FF47812-D133-4D21-8D3E-936E0BDC69D0}" destId="{03324B9D-C4DA-4364-821E-5DFEF6D58187}" srcOrd="0" destOrd="0" presId="urn:microsoft.com/office/officeart/2005/8/layout/list1"/>
    <dgm:cxn modelId="{DD02BB7A-CC84-4450-AC71-20CF51D05A4F}" type="presOf" srcId="{3FF47812-D133-4D21-8D3E-936E0BDC69D0}" destId="{E28F8A02-299B-44D7-994C-B7317A79C5DB}" srcOrd="1" destOrd="0" presId="urn:microsoft.com/office/officeart/2005/8/layout/list1"/>
    <dgm:cxn modelId="{AE2C56A0-73DF-49E6-B55D-7C2564D0A816}" type="presOf" srcId="{AA9C7D6D-0E8F-4AAE-98FA-944C44FA747D}" destId="{9CD75BE1-32AF-4C16-ACEB-D0D228F8E549}" srcOrd="1" destOrd="0" presId="urn:microsoft.com/office/officeart/2005/8/layout/list1"/>
    <dgm:cxn modelId="{C1992CA7-8E85-4DD7-A787-6F1800C0FAC6}" type="presOf" srcId="{684DD9FA-C3E1-4531-B0EC-11FD4D6D7DA4}" destId="{C7FA98DA-4EFC-4899-B258-283B0D63F111}" srcOrd="0" destOrd="0" presId="urn:microsoft.com/office/officeart/2005/8/layout/list1"/>
    <dgm:cxn modelId="{7DC533B5-1C6E-44FA-9347-E6E37ECEEC1C}" type="presOf" srcId="{D202A1D3-793A-48CE-BB72-8E556A1F9DD1}" destId="{8991F0DF-C759-4A2B-86C0-2AFFB5BCD232}" srcOrd="0" destOrd="0" presId="urn:microsoft.com/office/officeart/2005/8/layout/list1"/>
    <dgm:cxn modelId="{7863D0B6-066F-4AFF-A183-F36F43C84B19}" srcId="{6EE4FAC3-46AE-4C75-89B8-01661FE63868}" destId="{AA9C7D6D-0E8F-4AAE-98FA-944C44FA747D}" srcOrd="4" destOrd="0" parTransId="{7376F253-F2C9-4C9F-881D-3F4B2FCF78DB}" sibTransId="{5BDE3974-6123-4D2C-BC9B-4D14ADFB2586}"/>
    <dgm:cxn modelId="{8D0238EF-EE88-4ECA-84C1-086F3EAEB4D8}" srcId="{6EE4FAC3-46AE-4C75-89B8-01661FE63868}" destId="{684DD9FA-C3E1-4531-B0EC-11FD4D6D7DA4}" srcOrd="2" destOrd="0" parTransId="{1CDEDFBB-52E7-4040-9940-F6D4854FDBBF}" sibTransId="{A10D1933-E5CD-4EBD-B8CA-347251DFCB32}"/>
    <dgm:cxn modelId="{8E6D4FFB-5AFD-4F4D-BF97-0F3AA6882A09}" type="presOf" srcId="{FFCF50E3-347E-47F8-AC18-50C69B6D3ECB}" destId="{6F9EE0D9-153E-4A40-B1FB-B2884C2A3BCA}" srcOrd="1" destOrd="0" presId="urn:microsoft.com/office/officeart/2005/8/layout/list1"/>
    <dgm:cxn modelId="{5492E881-779F-44EC-BB6E-E65C92068217}" type="presParOf" srcId="{6DEBD9F4-5681-4E4B-95D4-0A1AF62EB619}" destId="{9FBBDE3B-C80A-4346-9C25-75B102FF8A47}" srcOrd="0" destOrd="0" presId="urn:microsoft.com/office/officeart/2005/8/layout/list1"/>
    <dgm:cxn modelId="{A0AC6C13-FF7A-4AAF-93A4-374AFB8E7E7F}" type="presParOf" srcId="{9FBBDE3B-C80A-4346-9C25-75B102FF8A47}" destId="{5959510A-7578-45F1-B5A9-611AB123F78A}" srcOrd="0" destOrd="0" presId="urn:microsoft.com/office/officeart/2005/8/layout/list1"/>
    <dgm:cxn modelId="{B851332B-02FF-4E5C-9319-DD16377A833F}" type="presParOf" srcId="{9FBBDE3B-C80A-4346-9C25-75B102FF8A47}" destId="{6F9EE0D9-153E-4A40-B1FB-B2884C2A3BCA}" srcOrd="1" destOrd="0" presId="urn:microsoft.com/office/officeart/2005/8/layout/list1"/>
    <dgm:cxn modelId="{4BC84B2B-B381-4748-85A1-5BCB326BC093}" type="presParOf" srcId="{6DEBD9F4-5681-4E4B-95D4-0A1AF62EB619}" destId="{38717BE4-A3C2-4341-86B6-A39F5F4A913C}" srcOrd="1" destOrd="0" presId="urn:microsoft.com/office/officeart/2005/8/layout/list1"/>
    <dgm:cxn modelId="{F012409F-C16D-4706-BD26-F79EDFC3E577}" type="presParOf" srcId="{6DEBD9F4-5681-4E4B-95D4-0A1AF62EB619}" destId="{60EE56EC-7535-4DF8-80B7-6747152BEB6E}" srcOrd="2" destOrd="0" presId="urn:microsoft.com/office/officeart/2005/8/layout/list1"/>
    <dgm:cxn modelId="{3E2B64E4-43A2-4F67-9688-EA388B72C14D}" type="presParOf" srcId="{6DEBD9F4-5681-4E4B-95D4-0A1AF62EB619}" destId="{697CCBC3-16FA-4734-A73F-BFB63C623382}" srcOrd="3" destOrd="0" presId="urn:microsoft.com/office/officeart/2005/8/layout/list1"/>
    <dgm:cxn modelId="{F562258E-C46F-4662-BD26-EA8B0856DFAF}" type="presParOf" srcId="{6DEBD9F4-5681-4E4B-95D4-0A1AF62EB619}" destId="{461EDAE6-202D-4E55-9527-E258985A1327}" srcOrd="4" destOrd="0" presId="urn:microsoft.com/office/officeart/2005/8/layout/list1"/>
    <dgm:cxn modelId="{E66CD094-1871-4843-8D7C-A63E9D3C59CA}" type="presParOf" srcId="{461EDAE6-202D-4E55-9527-E258985A1327}" destId="{03324B9D-C4DA-4364-821E-5DFEF6D58187}" srcOrd="0" destOrd="0" presId="urn:microsoft.com/office/officeart/2005/8/layout/list1"/>
    <dgm:cxn modelId="{D6C156F8-0168-4411-B707-761B9220CAB1}" type="presParOf" srcId="{461EDAE6-202D-4E55-9527-E258985A1327}" destId="{E28F8A02-299B-44D7-994C-B7317A79C5DB}" srcOrd="1" destOrd="0" presId="urn:microsoft.com/office/officeart/2005/8/layout/list1"/>
    <dgm:cxn modelId="{64F27543-EDB2-428C-BDB4-78DD3B0A1B1F}" type="presParOf" srcId="{6DEBD9F4-5681-4E4B-95D4-0A1AF62EB619}" destId="{4C7D2D7F-5DD4-485D-8B4F-CA4A6AD97108}" srcOrd="5" destOrd="0" presId="urn:microsoft.com/office/officeart/2005/8/layout/list1"/>
    <dgm:cxn modelId="{529ACA34-D4F5-43D4-A815-172FE86BA603}" type="presParOf" srcId="{6DEBD9F4-5681-4E4B-95D4-0A1AF62EB619}" destId="{6E7DFB89-6503-4D5C-8195-BF65722D81EE}" srcOrd="6" destOrd="0" presId="urn:microsoft.com/office/officeart/2005/8/layout/list1"/>
    <dgm:cxn modelId="{F9B0FBD6-9A91-4E97-B48D-B246D4C4B932}" type="presParOf" srcId="{6DEBD9F4-5681-4E4B-95D4-0A1AF62EB619}" destId="{08DEAC57-FB36-466E-B934-F585D3B6AEEC}" srcOrd="7" destOrd="0" presId="urn:microsoft.com/office/officeart/2005/8/layout/list1"/>
    <dgm:cxn modelId="{59E46BEE-FDBF-48BE-9714-A0337AFD858A}" type="presParOf" srcId="{6DEBD9F4-5681-4E4B-95D4-0A1AF62EB619}" destId="{88E45AA4-0DA4-4D7B-986F-1891B520CB77}" srcOrd="8" destOrd="0" presId="urn:microsoft.com/office/officeart/2005/8/layout/list1"/>
    <dgm:cxn modelId="{AE993B0C-9BD6-4F72-871A-939F30163B9C}" type="presParOf" srcId="{88E45AA4-0DA4-4D7B-986F-1891B520CB77}" destId="{C7FA98DA-4EFC-4899-B258-283B0D63F111}" srcOrd="0" destOrd="0" presId="urn:microsoft.com/office/officeart/2005/8/layout/list1"/>
    <dgm:cxn modelId="{04932E91-6E48-4C35-864E-2F60E7AC944D}" type="presParOf" srcId="{88E45AA4-0DA4-4D7B-986F-1891B520CB77}" destId="{2C874698-03AC-4ABB-9E8E-95929FA3FC0A}" srcOrd="1" destOrd="0" presId="urn:microsoft.com/office/officeart/2005/8/layout/list1"/>
    <dgm:cxn modelId="{60601DCD-F88F-4EB0-91F7-39BF9E64070A}" type="presParOf" srcId="{6DEBD9F4-5681-4E4B-95D4-0A1AF62EB619}" destId="{76E386F0-CD22-4B78-A322-26DB9C025440}" srcOrd="9" destOrd="0" presId="urn:microsoft.com/office/officeart/2005/8/layout/list1"/>
    <dgm:cxn modelId="{7638E06E-390F-475A-92F9-3B64F5A460AD}" type="presParOf" srcId="{6DEBD9F4-5681-4E4B-95D4-0A1AF62EB619}" destId="{CDDB4933-D741-41EE-8B1D-E0A60B85EC3C}" srcOrd="10" destOrd="0" presId="urn:microsoft.com/office/officeart/2005/8/layout/list1"/>
    <dgm:cxn modelId="{7F1FA1FD-CB18-4366-95E1-CA47AE92D8CD}" type="presParOf" srcId="{6DEBD9F4-5681-4E4B-95D4-0A1AF62EB619}" destId="{48E83338-05AF-4363-88BA-DEB23BCD5F5C}" srcOrd="11" destOrd="0" presId="urn:microsoft.com/office/officeart/2005/8/layout/list1"/>
    <dgm:cxn modelId="{19F3F5E7-9CB3-4D01-B2D8-5A42C7BD83E7}" type="presParOf" srcId="{6DEBD9F4-5681-4E4B-95D4-0A1AF62EB619}" destId="{A97383F7-EACA-4138-82D3-AE8B15DC6175}" srcOrd="12" destOrd="0" presId="urn:microsoft.com/office/officeart/2005/8/layout/list1"/>
    <dgm:cxn modelId="{4F2E5AC3-582E-4D95-B3AE-707C30F91992}" type="presParOf" srcId="{A97383F7-EACA-4138-82D3-AE8B15DC6175}" destId="{8991F0DF-C759-4A2B-86C0-2AFFB5BCD232}" srcOrd="0" destOrd="0" presId="urn:microsoft.com/office/officeart/2005/8/layout/list1"/>
    <dgm:cxn modelId="{A57B3660-76E6-4B17-AC49-71BD7FAB4CC3}" type="presParOf" srcId="{A97383F7-EACA-4138-82D3-AE8B15DC6175}" destId="{188E3B58-D55D-48EC-AEBD-C882F9139832}" srcOrd="1" destOrd="0" presId="urn:microsoft.com/office/officeart/2005/8/layout/list1"/>
    <dgm:cxn modelId="{13D8252E-FF36-4EBE-BB03-2466CF99D220}" type="presParOf" srcId="{6DEBD9F4-5681-4E4B-95D4-0A1AF62EB619}" destId="{872608E0-7EFB-454F-BC35-FE4FE4511E0D}" srcOrd="13" destOrd="0" presId="urn:microsoft.com/office/officeart/2005/8/layout/list1"/>
    <dgm:cxn modelId="{B5D5C0C5-22E0-4DB7-9DFD-C8C1DD8280B6}" type="presParOf" srcId="{6DEBD9F4-5681-4E4B-95D4-0A1AF62EB619}" destId="{304692F0-9BAA-4DC0-A00D-D815842B6ACE}" srcOrd="14" destOrd="0" presId="urn:microsoft.com/office/officeart/2005/8/layout/list1"/>
    <dgm:cxn modelId="{B4D720D3-1FB7-4DCF-8D7B-7298AEB0EB8C}" type="presParOf" srcId="{6DEBD9F4-5681-4E4B-95D4-0A1AF62EB619}" destId="{0E37F0D9-5B07-4B76-9DCC-CFBBB1F51300}" srcOrd="15" destOrd="0" presId="urn:microsoft.com/office/officeart/2005/8/layout/list1"/>
    <dgm:cxn modelId="{41ED05B8-E57B-4525-9122-3C8D0FE00DBD}" type="presParOf" srcId="{6DEBD9F4-5681-4E4B-95D4-0A1AF62EB619}" destId="{B3D1F1FA-C48E-45D3-859B-6285378BDA8C}" srcOrd="16" destOrd="0" presId="urn:microsoft.com/office/officeart/2005/8/layout/list1"/>
    <dgm:cxn modelId="{0291C6BD-7854-4DCA-B2A2-119DC76C9827}" type="presParOf" srcId="{B3D1F1FA-C48E-45D3-859B-6285378BDA8C}" destId="{3009C4F7-E89D-4DDB-A26F-920DC5D7FB74}" srcOrd="0" destOrd="0" presId="urn:microsoft.com/office/officeart/2005/8/layout/list1"/>
    <dgm:cxn modelId="{61DB1A61-BCFD-476F-9478-A45D8259CD61}" type="presParOf" srcId="{B3D1F1FA-C48E-45D3-859B-6285378BDA8C}" destId="{9CD75BE1-32AF-4C16-ACEB-D0D228F8E549}" srcOrd="1" destOrd="0" presId="urn:microsoft.com/office/officeart/2005/8/layout/list1"/>
    <dgm:cxn modelId="{55A88133-D0F9-4D2C-A7D7-028B03E468E6}" type="presParOf" srcId="{6DEBD9F4-5681-4E4B-95D4-0A1AF62EB619}" destId="{34E0D3FB-C803-4697-ACE7-1D496AE2C255}" srcOrd="17" destOrd="0" presId="urn:microsoft.com/office/officeart/2005/8/layout/list1"/>
    <dgm:cxn modelId="{8EE47995-1D58-4DC5-AD84-A5AC5B32EC5C}" type="presParOf" srcId="{6DEBD9F4-5681-4E4B-95D4-0A1AF62EB619}" destId="{F1AEC378-9B91-4AD3-BB95-D7B93C591CF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9FCDC79-07F8-46D0-8438-1F5B7369A9B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DD1A8ED1-D106-4BC4-A42D-A4B2C7A4C906}">
      <dgm:prSet phldrT="[Text]" custT="1"/>
      <dgm:spPr/>
      <dgm:t>
        <a:bodyPr/>
        <a:lstStyle/>
        <a:p>
          <a:pPr algn="just"/>
          <a:r>
            <a:rPr lang="en-US" sz="2400" b="0" i="0" dirty="0">
              <a:solidFill>
                <a:schemeClr val="bg1"/>
              </a:solidFill>
              <a:effectLst/>
              <a:latin typeface="NexusSans"/>
            </a:rPr>
            <a:t>Following data </a:t>
          </a:r>
          <a:r>
            <a:rPr lang="en-US" sz="2400" b="0" i="0" dirty="0" err="1">
              <a:solidFill>
                <a:schemeClr val="bg1"/>
              </a:solidFill>
              <a:effectLst/>
              <a:latin typeface="NexusSans"/>
            </a:rPr>
            <a:t>acquiration</a:t>
          </a:r>
          <a:r>
            <a:rPr lang="en-US" sz="2400" b="0" i="0" dirty="0">
              <a:solidFill>
                <a:schemeClr val="bg1"/>
              </a:solidFill>
              <a:effectLst/>
              <a:latin typeface="NexusSans"/>
            </a:rPr>
            <a:t>, biological signals are analyzed in order to retrieve useful information</a:t>
          </a:r>
          <a:endParaRPr lang="en-IN" sz="2400" dirty="0">
            <a:solidFill>
              <a:schemeClr val="bg1"/>
            </a:solidFill>
          </a:endParaRPr>
        </a:p>
      </dgm:t>
    </dgm:pt>
    <dgm:pt modelId="{21E38E2D-A714-43E5-9B75-80556F0A71CD}" type="parTrans" cxnId="{88799AC6-8864-4F34-BBF7-54B50F042E5B}">
      <dgm:prSet/>
      <dgm:spPr/>
      <dgm:t>
        <a:bodyPr/>
        <a:lstStyle/>
        <a:p>
          <a:endParaRPr lang="en-IN" sz="2400"/>
        </a:p>
      </dgm:t>
    </dgm:pt>
    <dgm:pt modelId="{9F480AB4-AD62-4C36-8CAF-21A1364B94C5}" type="sibTrans" cxnId="{88799AC6-8864-4F34-BBF7-54B50F042E5B}">
      <dgm:prSet/>
      <dgm:spPr/>
      <dgm:t>
        <a:bodyPr/>
        <a:lstStyle/>
        <a:p>
          <a:endParaRPr lang="en-IN" sz="2400"/>
        </a:p>
      </dgm:t>
    </dgm:pt>
    <dgm:pt modelId="{B4AE3548-93D4-4D08-B04E-F7ED5E0EE562}">
      <dgm:prSet phldrT="[Text]" custT="1"/>
      <dgm:spPr/>
      <dgm:t>
        <a:bodyPr/>
        <a:lstStyle/>
        <a:p>
          <a:pPr algn="just"/>
          <a:r>
            <a:rPr lang="en-US" sz="2000" b="0" i="0" dirty="0">
              <a:solidFill>
                <a:schemeClr val="bg1"/>
              </a:solidFill>
              <a:effectLst/>
              <a:latin typeface="NexusSans"/>
            </a:rPr>
            <a:t>Bio-signals monitoring is a medical intervention defined as the act for collection and analysis of </a:t>
          </a:r>
          <a:r>
            <a:rPr lang="en-US" sz="2000" b="0" i="0" u="sng" dirty="0">
              <a:solidFill>
                <a:schemeClr val="bg1"/>
              </a:solidFill>
              <a:effectLst/>
              <a:latin typeface="NexusSans"/>
            </a:rPr>
            <a:t>cardiovascular, respiratory, and body temperature data, in order to determine and prevent complications</a:t>
          </a:r>
          <a:endParaRPr lang="en-IN" sz="2000" u="sng" dirty="0">
            <a:solidFill>
              <a:schemeClr val="bg1"/>
            </a:solidFill>
          </a:endParaRPr>
        </a:p>
      </dgm:t>
    </dgm:pt>
    <dgm:pt modelId="{891D0D13-F51E-4280-A223-249DA485705A}" type="parTrans" cxnId="{F2935C39-9ED5-4CFE-80EC-AAB3431D7593}">
      <dgm:prSet/>
      <dgm:spPr/>
      <dgm:t>
        <a:bodyPr/>
        <a:lstStyle/>
        <a:p>
          <a:endParaRPr lang="en-IN" sz="2400"/>
        </a:p>
      </dgm:t>
    </dgm:pt>
    <dgm:pt modelId="{91C1EB7F-CE99-4EDB-803C-EE08FF89750C}" type="sibTrans" cxnId="{F2935C39-9ED5-4CFE-80EC-AAB3431D7593}">
      <dgm:prSet/>
      <dgm:spPr/>
      <dgm:t>
        <a:bodyPr/>
        <a:lstStyle/>
        <a:p>
          <a:endParaRPr lang="en-IN" sz="2400"/>
        </a:p>
      </dgm:t>
    </dgm:pt>
    <dgm:pt modelId="{5A72B4F1-0925-419D-904D-20DA80120730}">
      <dgm:prSet custT="1"/>
      <dgm:spPr/>
      <dgm:t>
        <a:bodyPr/>
        <a:lstStyle/>
        <a:p>
          <a:pPr algn="just"/>
          <a:r>
            <a:rPr lang="en-US" sz="2000" b="0" i="0" dirty="0">
              <a:solidFill>
                <a:srgbClr val="000000"/>
              </a:solidFill>
              <a:effectLst/>
              <a:highlight>
                <a:srgbClr val="FFFF00"/>
              </a:highlight>
              <a:latin typeface="Calibri" panose="020F0502020204030204" pitchFamily="34" charset="0"/>
            </a:rPr>
            <a:t>Diagnosis of diseases</a:t>
          </a:r>
          <a:endParaRPr lang="en-IN" sz="2000" dirty="0">
            <a:highlight>
              <a:srgbClr val="FFFF00"/>
            </a:highlight>
          </a:endParaRPr>
        </a:p>
      </dgm:t>
    </dgm:pt>
    <dgm:pt modelId="{54154D0D-FF7C-47E8-859B-3A183051D9DB}" type="parTrans" cxnId="{834E0ADC-FB9A-4158-900A-47A64625C848}">
      <dgm:prSet/>
      <dgm:spPr/>
      <dgm:t>
        <a:bodyPr/>
        <a:lstStyle/>
        <a:p>
          <a:endParaRPr lang="en-IN" sz="2400"/>
        </a:p>
      </dgm:t>
    </dgm:pt>
    <dgm:pt modelId="{3D4B46E1-BA07-4148-BD72-AB475AAE6A5E}" type="sibTrans" cxnId="{834E0ADC-FB9A-4158-900A-47A64625C848}">
      <dgm:prSet/>
      <dgm:spPr/>
      <dgm:t>
        <a:bodyPr/>
        <a:lstStyle/>
        <a:p>
          <a:endParaRPr lang="en-IN" sz="2400"/>
        </a:p>
      </dgm:t>
    </dgm:pt>
    <dgm:pt modelId="{F695D32C-7D2E-475B-8166-5A1CEFA0AA3D}">
      <dgm:prSet custT="1"/>
      <dgm:spPr/>
      <dgm:t>
        <a:bodyPr/>
        <a:lstStyle/>
        <a:p>
          <a:pPr algn="just"/>
          <a:r>
            <a:rPr lang="en-US" sz="2000" b="0" i="0" dirty="0">
              <a:solidFill>
                <a:srgbClr val="000000"/>
              </a:solidFill>
              <a:effectLst/>
              <a:highlight>
                <a:srgbClr val="FFFF00"/>
              </a:highlight>
              <a:latin typeface="Calibri" panose="020F0502020204030204" pitchFamily="34" charset="0"/>
            </a:rPr>
            <a:t>Patient monitoring</a:t>
          </a:r>
        </a:p>
      </dgm:t>
    </dgm:pt>
    <dgm:pt modelId="{E406B1EF-5469-4F9F-8CE7-6CCFCDB902AF}" type="parTrans" cxnId="{FAC0E632-9EE6-4AFE-BF68-0BBEF41344A8}">
      <dgm:prSet/>
      <dgm:spPr/>
      <dgm:t>
        <a:bodyPr/>
        <a:lstStyle/>
        <a:p>
          <a:endParaRPr lang="en-IN" sz="2400"/>
        </a:p>
      </dgm:t>
    </dgm:pt>
    <dgm:pt modelId="{78C6F2A8-F761-4714-A26F-8104EE6D55B3}" type="sibTrans" cxnId="{FAC0E632-9EE6-4AFE-BF68-0BBEF41344A8}">
      <dgm:prSet/>
      <dgm:spPr/>
      <dgm:t>
        <a:bodyPr/>
        <a:lstStyle/>
        <a:p>
          <a:endParaRPr lang="en-IN" sz="2400"/>
        </a:p>
      </dgm:t>
    </dgm:pt>
    <dgm:pt modelId="{67F71D68-1A53-4827-A8DC-BD861DA341E1}">
      <dgm:prSet custT="1"/>
      <dgm:spPr/>
      <dgm:t>
        <a:bodyPr/>
        <a:lstStyle/>
        <a:p>
          <a:pPr algn="just"/>
          <a:r>
            <a:rPr lang="en-US" sz="2000" b="0" i="0" dirty="0">
              <a:solidFill>
                <a:srgbClr val="000000"/>
              </a:solidFill>
              <a:effectLst/>
              <a:highlight>
                <a:srgbClr val="FFFF00"/>
              </a:highlight>
              <a:latin typeface="Calibri" panose="020F0502020204030204" pitchFamily="34" charset="0"/>
            </a:rPr>
            <a:t>Biomedical research</a:t>
          </a:r>
          <a:endParaRPr lang="en-US" sz="2400" b="0" i="0" dirty="0">
            <a:solidFill>
              <a:srgbClr val="000000"/>
            </a:solidFill>
            <a:effectLst/>
            <a:highlight>
              <a:srgbClr val="FFFF00"/>
            </a:highlight>
            <a:latin typeface="Calibri" panose="020F0502020204030204" pitchFamily="34" charset="0"/>
          </a:endParaRPr>
        </a:p>
      </dgm:t>
    </dgm:pt>
    <dgm:pt modelId="{4D4EFA82-D2A0-4739-BB15-76BBFB2BFA23}" type="parTrans" cxnId="{EE40A4D1-07CB-46A9-8233-2313CB7810A0}">
      <dgm:prSet/>
      <dgm:spPr/>
      <dgm:t>
        <a:bodyPr/>
        <a:lstStyle/>
        <a:p>
          <a:endParaRPr lang="en-IN" sz="2400"/>
        </a:p>
      </dgm:t>
    </dgm:pt>
    <dgm:pt modelId="{D0C0B5FE-F8AD-41DC-9657-501FDFACEA33}" type="sibTrans" cxnId="{EE40A4D1-07CB-46A9-8233-2313CB7810A0}">
      <dgm:prSet/>
      <dgm:spPr/>
      <dgm:t>
        <a:bodyPr/>
        <a:lstStyle/>
        <a:p>
          <a:endParaRPr lang="en-IN" sz="2400"/>
        </a:p>
      </dgm:t>
    </dgm:pt>
    <dgm:pt modelId="{B31E1506-BD41-4D4B-AC81-D31C1124FA1F}">
      <dgm:prSet custT="1"/>
      <dgm:spPr/>
      <dgm:t>
        <a:bodyPr/>
        <a:lstStyle/>
        <a:p>
          <a:pPr algn="just"/>
          <a:r>
            <a:rPr lang="en-US" sz="2000" b="0" i="0">
              <a:solidFill>
                <a:schemeClr val="bg1"/>
              </a:solidFill>
              <a:effectLst/>
              <a:latin typeface="NexusSans"/>
            </a:rPr>
            <a:t>The bio-signals values situated in a range over normal values occur in case of diseases, and an alteration of vital signs is used to evaluate a patient's progress</a:t>
          </a:r>
          <a:endParaRPr lang="en-IN" altLang="en-US" sz="2000" dirty="0">
            <a:solidFill>
              <a:schemeClr val="bg1"/>
            </a:solidFill>
          </a:endParaRPr>
        </a:p>
      </dgm:t>
    </dgm:pt>
    <dgm:pt modelId="{5A79D69D-A735-4A29-B04D-F56C3BF9BDF2}" type="parTrans" cxnId="{EC210626-D997-4E05-933A-E384136CF887}">
      <dgm:prSet/>
      <dgm:spPr/>
      <dgm:t>
        <a:bodyPr/>
        <a:lstStyle/>
        <a:p>
          <a:endParaRPr lang="en-IN" sz="2000"/>
        </a:p>
      </dgm:t>
    </dgm:pt>
    <dgm:pt modelId="{C7D6D18C-A985-4A80-A8F7-24D1A7B6FA11}" type="sibTrans" cxnId="{EC210626-D997-4E05-933A-E384136CF887}">
      <dgm:prSet/>
      <dgm:spPr/>
      <dgm:t>
        <a:bodyPr/>
        <a:lstStyle/>
        <a:p>
          <a:endParaRPr lang="en-IN" sz="2000"/>
        </a:p>
      </dgm:t>
    </dgm:pt>
    <dgm:pt modelId="{BE6C032F-5263-49C5-84EE-E8DA1A23595B}" type="pres">
      <dgm:prSet presAssocID="{49FCDC79-07F8-46D0-8438-1F5B7369A9B1}" presName="linear" presStyleCnt="0">
        <dgm:presLayoutVars>
          <dgm:dir/>
          <dgm:animLvl val="lvl"/>
          <dgm:resizeHandles val="exact"/>
        </dgm:presLayoutVars>
      </dgm:prSet>
      <dgm:spPr/>
    </dgm:pt>
    <dgm:pt modelId="{72CE84EE-2A5A-4642-8429-6A3DFB7B8BDB}" type="pres">
      <dgm:prSet presAssocID="{DD1A8ED1-D106-4BC4-A42D-A4B2C7A4C906}" presName="parentLin" presStyleCnt="0"/>
      <dgm:spPr/>
    </dgm:pt>
    <dgm:pt modelId="{AA94C10F-5CBB-4396-A97C-F969E7FC6EFB}" type="pres">
      <dgm:prSet presAssocID="{DD1A8ED1-D106-4BC4-A42D-A4B2C7A4C906}" presName="parentLeftMargin" presStyleLbl="node1" presStyleIdx="0" presStyleCnt="3"/>
      <dgm:spPr/>
    </dgm:pt>
    <dgm:pt modelId="{C8E58ACF-E3F5-4291-A8EE-CE56422CDC21}" type="pres">
      <dgm:prSet presAssocID="{DD1A8ED1-D106-4BC4-A42D-A4B2C7A4C906}" presName="parentText" presStyleLbl="node1" presStyleIdx="0" presStyleCnt="3" custScaleX="142857">
        <dgm:presLayoutVars>
          <dgm:chMax val="0"/>
          <dgm:bulletEnabled val="1"/>
        </dgm:presLayoutVars>
      </dgm:prSet>
      <dgm:spPr/>
    </dgm:pt>
    <dgm:pt modelId="{D20A7214-E0C6-4D47-9176-C582E68857FE}" type="pres">
      <dgm:prSet presAssocID="{DD1A8ED1-D106-4BC4-A42D-A4B2C7A4C906}" presName="negativeSpace" presStyleCnt="0"/>
      <dgm:spPr/>
    </dgm:pt>
    <dgm:pt modelId="{3BE038ED-E71D-4A6F-88A5-3253772C777C}" type="pres">
      <dgm:prSet presAssocID="{DD1A8ED1-D106-4BC4-A42D-A4B2C7A4C906}" presName="childText" presStyleLbl="conFgAcc1" presStyleIdx="0" presStyleCnt="3">
        <dgm:presLayoutVars>
          <dgm:bulletEnabled val="1"/>
        </dgm:presLayoutVars>
      </dgm:prSet>
      <dgm:spPr/>
    </dgm:pt>
    <dgm:pt modelId="{DCDF5491-7120-459D-BBE2-7CD385655EB1}" type="pres">
      <dgm:prSet presAssocID="{9F480AB4-AD62-4C36-8CAF-21A1364B94C5}" presName="spaceBetweenRectangles" presStyleCnt="0"/>
      <dgm:spPr/>
    </dgm:pt>
    <dgm:pt modelId="{F97ABA06-A4D5-4E57-A6A7-7432CA08669D}" type="pres">
      <dgm:prSet presAssocID="{B4AE3548-93D4-4D08-B04E-F7ED5E0EE562}" presName="parentLin" presStyleCnt="0"/>
      <dgm:spPr/>
    </dgm:pt>
    <dgm:pt modelId="{B38DBCE4-B2C3-4C09-942D-3229ED6411C1}" type="pres">
      <dgm:prSet presAssocID="{B4AE3548-93D4-4D08-B04E-F7ED5E0EE562}" presName="parentLeftMargin" presStyleLbl="node1" presStyleIdx="0" presStyleCnt="3"/>
      <dgm:spPr/>
    </dgm:pt>
    <dgm:pt modelId="{6F53B8C6-D7B3-4E10-AE39-6E1C27E829F2}" type="pres">
      <dgm:prSet presAssocID="{B4AE3548-93D4-4D08-B04E-F7ED5E0EE562}" presName="parentText" presStyleLbl="node1" presStyleIdx="1" presStyleCnt="3" custScaleX="134135" custScaleY="137858">
        <dgm:presLayoutVars>
          <dgm:chMax val="0"/>
          <dgm:bulletEnabled val="1"/>
        </dgm:presLayoutVars>
      </dgm:prSet>
      <dgm:spPr/>
    </dgm:pt>
    <dgm:pt modelId="{B1D168A9-9B9D-489C-92DC-A9217E0C0B7F}" type="pres">
      <dgm:prSet presAssocID="{B4AE3548-93D4-4D08-B04E-F7ED5E0EE562}" presName="negativeSpace" presStyleCnt="0"/>
      <dgm:spPr/>
    </dgm:pt>
    <dgm:pt modelId="{62FA2DC4-7F2F-4632-B707-239FDB2A0137}" type="pres">
      <dgm:prSet presAssocID="{B4AE3548-93D4-4D08-B04E-F7ED5E0EE562}" presName="childText" presStyleLbl="conFgAcc1" presStyleIdx="1" presStyleCnt="3" custLinFactNeighborX="-113">
        <dgm:presLayoutVars>
          <dgm:bulletEnabled val="1"/>
        </dgm:presLayoutVars>
      </dgm:prSet>
      <dgm:spPr/>
    </dgm:pt>
    <dgm:pt modelId="{5A578014-1027-4992-A26E-21590E75B74D}" type="pres">
      <dgm:prSet presAssocID="{91C1EB7F-CE99-4EDB-803C-EE08FF89750C}" presName="spaceBetweenRectangles" presStyleCnt="0"/>
      <dgm:spPr/>
    </dgm:pt>
    <dgm:pt modelId="{F566D01E-7E16-4E7A-8E05-BA43485A36D6}" type="pres">
      <dgm:prSet presAssocID="{B31E1506-BD41-4D4B-AC81-D31C1124FA1F}" presName="parentLin" presStyleCnt="0"/>
      <dgm:spPr/>
    </dgm:pt>
    <dgm:pt modelId="{863CD50F-7768-454E-B899-5204FD821007}" type="pres">
      <dgm:prSet presAssocID="{B31E1506-BD41-4D4B-AC81-D31C1124FA1F}" presName="parentLeftMargin" presStyleLbl="node1" presStyleIdx="1" presStyleCnt="3"/>
      <dgm:spPr/>
    </dgm:pt>
    <dgm:pt modelId="{2070280A-821D-470A-B5E2-623BF7C6110D}" type="pres">
      <dgm:prSet presAssocID="{B31E1506-BD41-4D4B-AC81-D31C1124FA1F}" presName="parentText" presStyleLbl="node1" presStyleIdx="2" presStyleCnt="3" custScaleX="142857" custScaleY="121951">
        <dgm:presLayoutVars>
          <dgm:chMax val="0"/>
          <dgm:bulletEnabled val="1"/>
        </dgm:presLayoutVars>
      </dgm:prSet>
      <dgm:spPr/>
    </dgm:pt>
    <dgm:pt modelId="{6F23B711-AB5B-461B-9099-F23D5D777BEF}" type="pres">
      <dgm:prSet presAssocID="{B31E1506-BD41-4D4B-AC81-D31C1124FA1F}" presName="negativeSpace" presStyleCnt="0"/>
      <dgm:spPr/>
    </dgm:pt>
    <dgm:pt modelId="{85F2CAAC-5F9B-4CC1-8B61-8C90203B32C9}" type="pres">
      <dgm:prSet presAssocID="{B31E1506-BD41-4D4B-AC81-D31C1124FA1F}" presName="childText" presStyleLbl="conFgAcc1" presStyleIdx="2" presStyleCnt="3">
        <dgm:presLayoutVars>
          <dgm:bulletEnabled val="1"/>
        </dgm:presLayoutVars>
      </dgm:prSet>
      <dgm:spPr/>
    </dgm:pt>
  </dgm:ptLst>
  <dgm:cxnLst>
    <dgm:cxn modelId="{A119DA25-A04A-4FE3-8510-B4B491405491}" type="presOf" srcId="{B4AE3548-93D4-4D08-B04E-F7ED5E0EE562}" destId="{B38DBCE4-B2C3-4C09-942D-3229ED6411C1}" srcOrd="0" destOrd="0" presId="urn:microsoft.com/office/officeart/2005/8/layout/list1"/>
    <dgm:cxn modelId="{EC210626-D997-4E05-933A-E384136CF887}" srcId="{49FCDC79-07F8-46D0-8438-1F5B7369A9B1}" destId="{B31E1506-BD41-4D4B-AC81-D31C1124FA1F}" srcOrd="2" destOrd="0" parTransId="{5A79D69D-A735-4A29-B04D-F56C3BF9BDF2}" sibTransId="{C7D6D18C-A985-4A80-A8F7-24D1A7B6FA11}"/>
    <dgm:cxn modelId="{FAC0E632-9EE6-4AFE-BF68-0BBEF41344A8}" srcId="{DD1A8ED1-D106-4BC4-A42D-A4B2C7A4C906}" destId="{F695D32C-7D2E-475B-8166-5A1CEFA0AA3D}" srcOrd="1" destOrd="0" parTransId="{E406B1EF-5469-4F9F-8CE7-6CCFCDB902AF}" sibTransId="{78C6F2A8-F761-4714-A26F-8104EE6D55B3}"/>
    <dgm:cxn modelId="{F2935C39-9ED5-4CFE-80EC-AAB3431D7593}" srcId="{49FCDC79-07F8-46D0-8438-1F5B7369A9B1}" destId="{B4AE3548-93D4-4D08-B04E-F7ED5E0EE562}" srcOrd="1" destOrd="0" parTransId="{891D0D13-F51E-4280-A223-249DA485705A}" sibTransId="{91C1EB7F-CE99-4EDB-803C-EE08FF89750C}"/>
    <dgm:cxn modelId="{ECFFB03A-47EA-4EA9-9F06-40F1731D6B68}" type="presOf" srcId="{DD1A8ED1-D106-4BC4-A42D-A4B2C7A4C906}" destId="{C8E58ACF-E3F5-4291-A8EE-CE56422CDC21}" srcOrd="1" destOrd="0" presId="urn:microsoft.com/office/officeart/2005/8/layout/list1"/>
    <dgm:cxn modelId="{C7A1D05E-1EDF-4CCE-A016-49B263759DCF}" type="presOf" srcId="{DD1A8ED1-D106-4BC4-A42D-A4B2C7A4C906}" destId="{AA94C10F-5CBB-4396-A97C-F969E7FC6EFB}" srcOrd="0" destOrd="0" presId="urn:microsoft.com/office/officeart/2005/8/layout/list1"/>
    <dgm:cxn modelId="{53C8B967-BFAD-4FA0-9750-805984CA974B}" type="presOf" srcId="{F695D32C-7D2E-475B-8166-5A1CEFA0AA3D}" destId="{3BE038ED-E71D-4A6F-88A5-3253772C777C}" srcOrd="0" destOrd="1" presId="urn:microsoft.com/office/officeart/2005/8/layout/list1"/>
    <dgm:cxn modelId="{98949B8C-64BC-4B16-9D75-B27045AE67F4}" type="presOf" srcId="{5A72B4F1-0925-419D-904D-20DA80120730}" destId="{3BE038ED-E71D-4A6F-88A5-3253772C777C}" srcOrd="0" destOrd="0" presId="urn:microsoft.com/office/officeart/2005/8/layout/list1"/>
    <dgm:cxn modelId="{032BD0B6-14CA-4CB2-9FCF-C3B7DD45BE2A}" type="presOf" srcId="{49FCDC79-07F8-46D0-8438-1F5B7369A9B1}" destId="{BE6C032F-5263-49C5-84EE-E8DA1A23595B}" srcOrd="0" destOrd="0" presId="urn:microsoft.com/office/officeart/2005/8/layout/list1"/>
    <dgm:cxn modelId="{84E46BC1-A796-4D9A-A8AE-3D1B3DBD8238}" type="presOf" srcId="{67F71D68-1A53-4827-A8DC-BD861DA341E1}" destId="{3BE038ED-E71D-4A6F-88A5-3253772C777C}" srcOrd="0" destOrd="2" presId="urn:microsoft.com/office/officeart/2005/8/layout/list1"/>
    <dgm:cxn modelId="{88799AC6-8864-4F34-BBF7-54B50F042E5B}" srcId="{49FCDC79-07F8-46D0-8438-1F5B7369A9B1}" destId="{DD1A8ED1-D106-4BC4-A42D-A4B2C7A4C906}" srcOrd="0" destOrd="0" parTransId="{21E38E2D-A714-43E5-9B75-80556F0A71CD}" sibTransId="{9F480AB4-AD62-4C36-8CAF-21A1364B94C5}"/>
    <dgm:cxn modelId="{1C8A52C8-F998-4E27-9F2C-60C60ABDEB90}" type="presOf" srcId="{B31E1506-BD41-4D4B-AC81-D31C1124FA1F}" destId="{863CD50F-7768-454E-B899-5204FD821007}" srcOrd="0" destOrd="0" presId="urn:microsoft.com/office/officeart/2005/8/layout/list1"/>
    <dgm:cxn modelId="{EE40A4D1-07CB-46A9-8233-2313CB7810A0}" srcId="{DD1A8ED1-D106-4BC4-A42D-A4B2C7A4C906}" destId="{67F71D68-1A53-4827-A8DC-BD861DA341E1}" srcOrd="2" destOrd="0" parTransId="{4D4EFA82-D2A0-4739-BB15-76BBFB2BFA23}" sibTransId="{D0C0B5FE-F8AD-41DC-9657-501FDFACEA33}"/>
    <dgm:cxn modelId="{593BEDD4-5260-4E92-8FE8-23220C8300D4}" type="presOf" srcId="{B31E1506-BD41-4D4B-AC81-D31C1124FA1F}" destId="{2070280A-821D-470A-B5E2-623BF7C6110D}" srcOrd="1" destOrd="0" presId="urn:microsoft.com/office/officeart/2005/8/layout/list1"/>
    <dgm:cxn modelId="{834E0ADC-FB9A-4158-900A-47A64625C848}" srcId="{DD1A8ED1-D106-4BC4-A42D-A4B2C7A4C906}" destId="{5A72B4F1-0925-419D-904D-20DA80120730}" srcOrd="0" destOrd="0" parTransId="{54154D0D-FF7C-47E8-859B-3A183051D9DB}" sibTransId="{3D4B46E1-BA07-4148-BD72-AB475AAE6A5E}"/>
    <dgm:cxn modelId="{27A23DE2-48B6-4B50-A3A3-9088BBE9202D}" type="presOf" srcId="{B4AE3548-93D4-4D08-B04E-F7ED5E0EE562}" destId="{6F53B8C6-D7B3-4E10-AE39-6E1C27E829F2}" srcOrd="1" destOrd="0" presId="urn:microsoft.com/office/officeart/2005/8/layout/list1"/>
    <dgm:cxn modelId="{36C06D26-3C5D-4927-9288-5FE49AF164FC}" type="presParOf" srcId="{BE6C032F-5263-49C5-84EE-E8DA1A23595B}" destId="{72CE84EE-2A5A-4642-8429-6A3DFB7B8BDB}" srcOrd="0" destOrd="0" presId="urn:microsoft.com/office/officeart/2005/8/layout/list1"/>
    <dgm:cxn modelId="{4C6FD87F-0DCE-4B6E-B85B-D3EF89B5A076}" type="presParOf" srcId="{72CE84EE-2A5A-4642-8429-6A3DFB7B8BDB}" destId="{AA94C10F-5CBB-4396-A97C-F969E7FC6EFB}" srcOrd="0" destOrd="0" presId="urn:microsoft.com/office/officeart/2005/8/layout/list1"/>
    <dgm:cxn modelId="{8A545A43-F4A5-49EA-ADAE-0E4ECFEFCFDC}" type="presParOf" srcId="{72CE84EE-2A5A-4642-8429-6A3DFB7B8BDB}" destId="{C8E58ACF-E3F5-4291-A8EE-CE56422CDC21}" srcOrd="1" destOrd="0" presId="urn:microsoft.com/office/officeart/2005/8/layout/list1"/>
    <dgm:cxn modelId="{FFA54D03-5CB3-4EAC-BDB6-9707B09E3A3A}" type="presParOf" srcId="{BE6C032F-5263-49C5-84EE-E8DA1A23595B}" destId="{D20A7214-E0C6-4D47-9176-C582E68857FE}" srcOrd="1" destOrd="0" presId="urn:microsoft.com/office/officeart/2005/8/layout/list1"/>
    <dgm:cxn modelId="{ECACFBF2-1E3E-48C9-8C2A-BE9C61AD14DC}" type="presParOf" srcId="{BE6C032F-5263-49C5-84EE-E8DA1A23595B}" destId="{3BE038ED-E71D-4A6F-88A5-3253772C777C}" srcOrd="2" destOrd="0" presId="urn:microsoft.com/office/officeart/2005/8/layout/list1"/>
    <dgm:cxn modelId="{D6961CFB-7D0E-4252-98F6-F1CC161E45C3}" type="presParOf" srcId="{BE6C032F-5263-49C5-84EE-E8DA1A23595B}" destId="{DCDF5491-7120-459D-BBE2-7CD385655EB1}" srcOrd="3" destOrd="0" presId="urn:microsoft.com/office/officeart/2005/8/layout/list1"/>
    <dgm:cxn modelId="{B9890DCE-3DB8-4A9E-A0B4-DE7C5F292588}" type="presParOf" srcId="{BE6C032F-5263-49C5-84EE-E8DA1A23595B}" destId="{F97ABA06-A4D5-4E57-A6A7-7432CA08669D}" srcOrd="4" destOrd="0" presId="urn:microsoft.com/office/officeart/2005/8/layout/list1"/>
    <dgm:cxn modelId="{1AEE96DA-9AD3-4FEA-BA83-43AF501B4138}" type="presParOf" srcId="{F97ABA06-A4D5-4E57-A6A7-7432CA08669D}" destId="{B38DBCE4-B2C3-4C09-942D-3229ED6411C1}" srcOrd="0" destOrd="0" presId="urn:microsoft.com/office/officeart/2005/8/layout/list1"/>
    <dgm:cxn modelId="{AC788920-7D76-418A-8970-6506004A0ADE}" type="presParOf" srcId="{F97ABA06-A4D5-4E57-A6A7-7432CA08669D}" destId="{6F53B8C6-D7B3-4E10-AE39-6E1C27E829F2}" srcOrd="1" destOrd="0" presId="urn:microsoft.com/office/officeart/2005/8/layout/list1"/>
    <dgm:cxn modelId="{CD5EE8FA-6954-46DC-82D8-1E024B3DCF7A}" type="presParOf" srcId="{BE6C032F-5263-49C5-84EE-E8DA1A23595B}" destId="{B1D168A9-9B9D-489C-92DC-A9217E0C0B7F}" srcOrd="5" destOrd="0" presId="urn:microsoft.com/office/officeart/2005/8/layout/list1"/>
    <dgm:cxn modelId="{D1C6C810-CA32-484D-B6E3-FEEC7650B7CE}" type="presParOf" srcId="{BE6C032F-5263-49C5-84EE-E8DA1A23595B}" destId="{62FA2DC4-7F2F-4632-B707-239FDB2A0137}" srcOrd="6" destOrd="0" presId="urn:microsoft.com/office/officeart/2005/8/layout/list1"/>
    <dgm:cxn modelId="{F1D3B741-1215-4C8B-B96C-756FF904441C}" type="presParOf" srcId="{BE6C032F-5263-49C5-84EE-E8DA1A23595B}" destId="{5A578014-1027-4992-A26E-21590E75B74D}" srcOrd="7" destOrd="0" presId="urn:microsoft.com/office/officeart/2005/8/layout/list1"/>
    <dgm:cxn modelId="{A67F4215-714B-4F52-9CA6-02F94118AD54}" type="presParOf" srcId="{BE6C032F-5263-49C5-84EE-E8DA1A23595B}" destId="{F566D01E-7E16-4E7A-8E05-BA43485A36D6}" srcOrd="8" destOrd="0" presId="urn:microsoft.com/office/officeart/2005/8/layout/list1"/>
    <dgm:cxn modelId="{AD58C4C4-ADC3-4EC7-A857-82AEEC0F2147}" type="presParOf" srcId="{F566D01E-7E16-4E7A-8E05-BA43485A36D6}" destId="{863CD50F-7768-454E-B899-5204FD821007}" srcOrd="0" destOrd="0" presId="urn:microsoft.com/office/officeart/2005/8/layout/list1"/>
    <dgm:cxn modelId="{37632FDF-FB39-41D1-9087-C4D27D72ED93}" type="presParOf" srcId="{F566D01E-7E16-4E7A-8E05-BA43485A36D6}" destId="{2070280A-821D-470A-B5E2-623BF7C6110D}" srcOrd="1" destOrd="0" presId="urn:microsoft.com/office/officeart/2005/8/layout/list1"/>
    <dgm:cxn modelId="{14AD7478-5A25-4BF2-A7AE-949D8C180384}" type="presParOf" srcId="{BE6C032F-5263-49C5-84EE-E8DA1A23595B}" destId="{6F23B711-AB5B-461B-9099-F23D5D777BEF}" srcOrd="9" destOrd="0" presId="urn:microsoft.com/office/officeart/2005/8/layout/list1"/>
    <dgm:cxn modelId="{98398B39-CCDB-41E5-BB9E-F3F032D48A69}" type="presParOf" srcId="{BE6C032F-5263-49C5-84EE-E8DA1A23595B}" destId="{85F2CAAC-5F9B-4CC1-8B61-8C90203B32C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A4D64D1-F7A9-41C6-BCC8-0E4331767DA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EB4672D-D350-464F-BFAF-66223CBAF8B7}">
      <dgm:prSet phldrT="[Text]" custT="1"/>
      <dgm:spPr/>
      <dgm:t>
        <a:bodyPr/>
        <a:lstStyle/>
        <a:p>
          <a:pPr algn="just">
            <a:spcAft>
              <a:spcPts val="600"/>
            </a:spcAft>
          </a:pPr>
          <a:r>
            <a:rPr lang="en-US" sz="2800" b="0" i="0" dirty="0"/>
            <a:t>Biomedical instrumentation and engineering is the application of knowledge and technologies to solve problems related to living biological systems</a:t>
          </a:r>
          <a:endParaRPr lang="en-IN" sz="2800" b="0" dirty="0">
            <a:latin typeface="+mn-lt"/>
          </a:endParaRPr>
        </a:p>
      </dgm:t>
    </dgm:pt>
    <dgm:pt modelId="{31CA6E4C-E388-4E1E-AF39-4998A81F7E3F}" type="parTrans" cxnId="{99277791-E28E-4C70-8B6C-C8A86FBFF63B}">
      <dgm:prSet/>
      <dgm:spPr/>
      <dgm:t>
        <a:bodyPr/>
        <a:lstStyle/>
        <a:p>
          <a:endParaRPr lang="en-IN"/>
        </a:p>
      </dgm:t>
    </dgm:pt>
    <dgm:pt modelId="{CBF8913A-8571-4A28-BF0F-E5C041C97FAC}" type="sibTrans" cxnId="{99277791-E28E-4C70-8B6C-C8A86FBFF63B}">
      <dgm:prSet/>
      <dgm:spPr/>
      <dgm:t>
        <a:bodyPr/>
        <a:lstStyle/>
        <a:p>
          <a:endParaRPr lang="en-IN"/>
        </a:p>
      </dgm:t>
    </dgm:pt>
    <dgm:pt modelId="{2115C395-4FE2-4CC4-A0FE-C81C2562102E}">
      <dgm:prSet phldrT="[Text]" custT="1"/>
      <dgm:spPr/>
      <dgm:t>
        <a:bodyPr/>
        <a:lstStyle/>
        <a:p>
          <a:pPr algn="ctr"/>
          <a:r>
            <a:rPr lang="en-US" sz="3200" b="0" i="0" dirty="0">
              <a:solidFill>
                <a:schemeClr val="tx1"/>
              </a:solidFill>
              <a:highlight>
                <a:srgbClr val="FFFF00"/>
              </a:highlight>
              <a:latin typeface="+mj-lt"/>
            </a:rPr>
            <a:t>Biomedical Instrumentation</a:t>
          </a:r>
          <a:endParaRPr lang="en-IN" sz="3200" dirty="0">
            <a:solidFill>
              <a:schemeClr val="tx1"/>
            </a:solidFill>
            <a:highlight>
              <a:srgbClr val="FFFF00"/>
            </a:highlight>
            <a:latin typeface="+mj-lt"/>
          </a:endParaRPr>
        </a:p>
      </dgm:t>
    </dgm:pt>
    <dgm:pt modelId="{DFBFF196-7A9C-4E70-98DA-5AC00D56B443}" type="parTrans" cxnId="{B258A23F-B609-4721-A75C-274CF085AC83}">
      <dgm:prSet/>
      <dgm:spPr/>
      <dgm:t>
        <a:bodyPr/>
        <a:lstStyle/>
        <a:p>
          <a:endParaRPr lang="en-IN"/>
        </a:p>
      </dgm:t>
    </dgm:pt>
    <dgm:pt modelId="{8BFF9622-B0C2-4C8A-8258-3769977E298A}" type="sibTrans" cxnId="{B258A23F-B609-4721-A75C-274CF085AC83}">
      <dgm:prSet/>
      <dgm:spPr/>
      <dgm:t>
        <a:bodyPr/>
        <a:lstStyle/>
        <a:p>
          <a:endParaRPr lang="en-IN"/>
        </a:p>
      </dgm:t>
    </dgm:pt>
    <dgm:pt modelId="{FFEFB35A-470B-4DE5-B554-D1AC05E1293E}">
      <dgm:prSet phldrT="[Text]" custT="1"/>
      <dgm:spPr/>
      <dgm:t>
        <a:bodyPr/>
        <a:lstStyle/>
        <a:p>
          <a:pPr algn="just">
            <a:spcAft>
              <a:spcPct val="15000"/>
            </a:spcAft>
          </a:pPr>
          <a:r>
            <a:rPr lang="en-US" sz="2800" b="1" i="0" dirty="0">
              <a:highlight>
                <a:srgbClr val="FFFF00"/>
              </a:highlight>
              <a:latin typeface="+mn-lt"/>
            </a:rPr>
            <a:t>Biomedical Instrumentation is the field of creating such instruments that help us to measure, record and transmit data to or from the body or biological system</a:t>
          </a:r>
          <a:endParaRPr lang="en-IN" sz="2800" b="1" dirty="0">
            <a:highlight>
              <a:srgbClr val="FFFF00"/>
            </a:highlight>
            <a:latin typeface="+mn-lt"/>
          </a:endParaRPr>
        </a:p>
      </dgm:t>
    </dgm:pt>
    <dgm:pt modelId="{FCA0E5CE-FA4A-4E1A-B867-1B1A37A39145}" type="parTrans" cxnId="{54326169-FB4B-4D2A-82DD-5ACF20269386}">
      <dgm:prSet/>
      <dgm:spPr/>
      <dgm:t>
        <a:bodyPr/>
        <a:lstStyle/>
        <a:p>
          <a:endParaRPr lang="en-IN"/>
        </a:p>
      </dgm:t>
    </dgm:pt>
    <dgm:pt modelId="{802395AB-A6E0-4DAC-96FF-76A1DDADD9E7}" type="sibTrans" cxnId="{54326169-FB4B-4D2A-82DD-5ACF20269386}">
      <dgm:prSet/>
      <dgm:spPr/>
      <dgm:t>
        <a:bodyPr/>
        <a:lstStyle/>
        <a:p>
          <a:endParaRPr lang="en-IN"/>
        </a:p>
      </dgm:t>
    </dgm:pt>
    <dgm:pt modelId="{A52B9A73-139E-4181-A28B-AB70A1FD5B5E}" type="pres">
      <dgm:prSet presAssocID="{9A4D64D1-F7A9-41C6-BCC8-0E4331767DA6}" presName="linear" presStyleCnt="0">
        <dgm:presLayoutVars>
          <dgm:dir/>
          <dgm:animLvl val="lvl"/>
          <dgm:resizeHandles val="exact"/>
        </dgm:presLayoutVars>
      </dgm:prSet>
      <dgm:spPr/>
    </dgm:pt>
    <dgm:pt modelId="{DCBC1CF1-BBD4-4281-9F82-369704BE0DA0}" type="pres">
      <dgm:prSet presAssocID="{2115C395-4FE2-4CC4-A0FE-C81C2562102E}" presName="parentLin" presStyleCnt="0"/>
      <dgm:spPr/>
    </dgm:pt>
    <dgm:pt modelId="{B074E759-EA47-4959-8663-F4111990B26E}" type="pres">
      <dgm:prSet presAssocID="{2115C395-4FE2-4CC4-A0FE-C81C2562102E}" presName="parentLeftMargin" presStyleLbl="node1" presStyleIdx="0" presStyleCnt="1"/>
      <dgm:spPr/>
    </dgm:pt>
    <dgm:pt modelId="{CBB5F5BB-548A-4E1E-A78E-02AD5A5BB9E7}" type="pres">
      <dgm:prSet presAssocID="{2115C395-4FE2-4CC4-A0FE-C81C2562102E}" presName="parentText" presStyleLbl="node1" presStyleIdx="0" presStyleCnt="1" custScaleX="142857" custScaleY="37084" custLinFactNeighborX="-2035" custLinFactNeighborY="-31168">
        <dgm:presLayoutVars>
          <dgm:chMax val="0"/>
          <dgm:bulletEnabled val="1"/>
        </dgm:presLayoutVars>
      </dgm:prSet>
      <dgm:spPr/>
    </dgm:pt>
    <dgm:pt modelId="{5C6899DA-4443-4998-AD81-780E3DF067F5}" type="pres">
      <dgm:prSet presAssocID="{2115C395-4FE2-4CC4-A0FE-C81C2562102E}" presName="negativeSpace" presStyleCnt="0"/>
      <dgm:spPr/>
    </dgm:pt>
    <dgm:pt modelId="{5547DB40-E9C7-4F7A-9C5C-39E40AD491B8}" type="pres">
      <dgm:prSet presAssocID="{2115C395-4FE2-4CC4-A0FE-C81C2562102E}" presName="childText" presStyleLbl="conFgAcc1" presStyleIdx="0" presStyleCnt="1" custScaleY="86761">
        <dgm:presLayoutVars>
          <dgm:bulletEnabled val="1"/>
        </dgm:presLayoutVars>
      </dgm:prSet>
      <dgm:spPr/>
    </dgm:pt>
  </dgm:ptLst>
  <dgm:cxnLst>
    <dgm:cxn modelId="{08599912-FFE9-453E-BA36-72257DB1B368}" type="presOf" srcId="{2115C395-4FE2-4CC4-A0FE-C81C2562102E}" destId="{B074E759-EA47-4959-8663-F4111990B26E}" srcOrd="0" destOrd="0" presId="urn:microsoft.com/office/officeart/2005/8/layout/list1"/>
    <dgm:cxn modelId="{B258A23F-B609-4721-A75C-274CF085AC83}" srcId="{9A4D64D1-F7A9-41C6-BCC8-0E4331767DA6}" destId="{2115C395-4FE2-4CC4-A0FE-C81C2562102E}" srcOrd="0" destOrd="0" parTransId="{DFBFF196-7A9C-4E70-98DA-5AC00D56B443}" sibTransId="{8BFF9622-B0C2-4C8A-8258-3769977E298A}"/>
    <dgm:cxn modelId="{54326169-FB4B-4D2A-82DD-5ACF20269386}" srcId="{2115C395-4FE2-4CC4-A0FE-C81C2562102E}" destId="{FFEFB35A-470B-4DE5-B554-D1AC05E1293E}" srcOrd="1" destOrd="0" parTransId="{FCA0E5CE-FA4A-4E1A-B867-1B1A37A39145}" sibTransId="{802395AB-A6E0-4DAC-96FF-76A1DDADD9E7}"/>
    <dgm:cxn modelId="{7E258075-F27D-4E33-9322-4D4CC8358273}" type="presOf" srcId="{9A4D64D1-F7A9-41C6-BCC8-0E4331767DA6}" destId="{A52B9A73-139E-4181-A28B-AB70A1FD5B5E}" srcOrd="0" destOrd="0" presId="urn:microsoft.com/office/officeart/2005/8/layout/list1"/>
    <dgm:cxn modelId="{54DF508D-38D9-46BB-9908-69EAA24440F6}" type="presOf" srcId="{FFEFB35A-470B-4DE5-B554-D1AC05E1293E}" destId="{5547DB40-E9C7-4F7A-9C5C-39E40AD491B8}" srcOrd="0" destOrd="1" presId="urn:microsoft.com/office/officeart/2005/8/layout/list1"/>
    <dgm:cxn modelId="{99277791-E28E-4C70-8B6C-C8A86FBFF63B}" srcId="{2115C395-4FE2-4CC4-A0FE-C81C2562102E}" destId="{BEB4672D-D350-464F-BFAF-66223CBAF8B7}" srcOrd="0" destOrd="0" parTransId="{31CA6E4C-E388-4E1E-AF39-4998A81F7E3F}" sibTransId="{CBF8913A-8571-4A28-BF0F-E5C041C97FAC}"/>
    <dgm:cxn modelId="{16EC6CC8-C548-42CB-9624-2B525E05A891}" type="presOf" srcId="{2115C395-4FE2-4CC4-A0FE-C81C2562102E}" destId="{CBB5F5BB-548A-4E1E-A78E-02AD5A5BB9E7}" srcOrd="1" destOrd="0" presId="urn:microsoft.com/office/officeart/2005/8/layout/list1"/>
    <dgm:cxn modelId="{F37780FB-7A83-4743-B01E-13C697EFA0AA}" type="presOf" srcId="{BEB4672D-D350-464F-BFAF-66223CBAF8B7}" destId="{5547DB40-E9C7-4F7A-9C5C-39E40AD491B8}" srcOrd="0" destOrd="0" presId="urn:microsoft.com/office/officeart/2005/8/layout/list1"/>
    <dgm:cxn modelId="{FB7C61D0-EA73-4560-85E3-7018E46D942E}" type="presParOf" srcId="{A52B9A73-139E-4181-A28B-AB70A1FD5B5E}" destId="{DCBC1CF1-BBD4-4281-9F82-369704BE0DA0}" srcOrd="0" destOrd="0" presId="urn:microsoft.com/office/officeart/2005/8/layout/list1"/>
    <dgm:cxn modelId="{F6916029-FB01-46D2-9066-3880027244E6}" type="presParOf" srcId="{DCBC1CF1-BBD4-4281-9F82-369704BE0DA0}" destId="{B074E759-EA47-4959-8663-F4111990B26E}" srcOrd="0" destOrd="0" presId="urn:microsoft.com/office/officeart/2005/8/layout/list1"/>
    <dgm:cxn modelId="{EFEC5839-F333-46A2-8FEE-51AC0C31784F}" type="presParOf" srcId="{DCBC1CF1-BBD4-4281-9F82-369704BE0DA0}" destId="{CBB5F5BB-548A-4E1E-A78E-02AD5A5BB9E7}" srcOrd="1" destOrd="0" presId="urn:microsoft.com/office/officeart/2005/8/layout/list1"/>
    <dgm:cxn modelId="{B8989A89-6C2B-478C-B63C-875A4F98DE23}" type="presParOf" srcId="{A52B9A73-139E-4181-A28B-AB70A1FD5B5E}" destId="{5C6899DA-4443-4998-AD81-780E3DF067F5}" srcOrd="1" destOrd="0" presId="urn:microsoft.com/office/officeart/2005/8/layout/list1"/>
    <dgm:cxn modelId="{847D9B6A-6A0E-4416-82CE-218583B03F28}" type="presParOf" srcId="{A52B9A73-139E-4181-A28B-AB70A1FD5B5E}" destId="{5547DB40-E9C7-4F7A-9C5C-39E40AD491B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A4D64D1-F7A9-41C6-BCC8-0E4331767DA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EB4672D-D350-464F-BFAF-66223CBAF8B7}">
      <dgm:prSet phldrT="[Text]" custT="1"/>
      <dgm:spPr/>
      <dgm:t>
        <a:bodyPr/>
        <a:lstStyle/>
        <a:p>
          <a:pPr algn="just">
            <a:spcAft>
              <a:spcPts val="1800"/>
            </a:spcAft>
          </a:pPr>
          <a:r>
            <a:rPr lang="en-US" sz="2800" b="0" i="0" dirty="0">
              <a:latin typeface="+mn-lt"/>
            </a:rPr>
            <a:t>It emphasizes the </a:t>
          </a:r>
          <a:r>
            <a:rPr lang="en-US" sz="2800" b="0" i="0" dirty="0">
              <a:highlight>
                <a:srgbClr val="FFFF00"/>
              </a:highlight>
              <a:latin typeface="+mn-lt"/>
            </a:rPr>
            <a:t>measurement of all the variables in the body for the use of diagnosis and therapy</a:t>
          </a:r>
          <a:endParaRPr lang="en-IN" sz="2800" b="0" dirty="0">
            <a:highlight>
              <a:srgbClr val="FFFF00"/>
            </a:highlight>
            <a:latin typeface="+mn-lt"/>
          </a:endParaRPr>
        </a:p>
      </dgm:t>
    </dgm:pt>
    <dgm:pt modelId="{31CA6E4C-E388-4E1E-AF39-4998A81F7E3F}" type="parTrans" cxnId="{99277791-E28E-4C70-8B6C-C8A86FBFF63B}">
      <dgm:prSet/>
      <dgm:spPr/>
      <dgm:t>
        <a:bodyPr/>
        <a:lstStyle/>
        <a:p>
          <a:endParaRPr lang="en-IN"/>
        </a:p>
      </dgm:t>
    </dgm:pt>
    <dgm:pt modelId="{CBF8913A-8571-4A28-BF0F-E5C041C97FAC}" type="sibTrans" cxnId="{99277791-E28E-4C70-8B6C-C8A86FBFF63B}">
      <dgm:prSet/>
      <dgm:spPr/>
      <dgm:t>
        <a:bodyPr/>
        <a:lstStyle/>
        <a:p>
          <a:endParaRPr lang="en-IN"/>
        </a:p>
      </dgm:t>
    </dgm:pt>
    <dgm:pt modelId="{2115C395-4FE2-4CC4-A0FE-C81C2562102E}">
      <dgm:prSet phldrT="[Text]" custT="1"/>
      <dgm:spPr/>
      <dgm:t>
        <a:bodyPr/>
        <a:lstStyle/>
        <a:p>
          <a:pPr algn="ctr"/>
          <a:r>
            <a:rPr lang="en-US" sz="4000" b="0" i="0" dirty="0">
              <a:latin typeface="+mj-lt"/>
            </a:rPr>
            <a:t>Biomedical Instrumentation</a:t>
          </a:r>
          <a:endParaRPr lang="en-IN" sz="4000" dirty="0">
            <a:latin typeface="+mj-lt"/>
          </a:endParaRPr>
        </a:p>
      </dgm:t>
    </dgm:pt>
    <dgm:pt modelId="{DFBFF196-7A9C-4E70-98DA-5AC00D56B443}" type="parTrans" cxnId="{B258A23F-B609-4721-A75C-274CF085AC83}">
      <dgm:prSet/>
      <dgm:spPr/>
      <dgm:t>
        <a:bodyPr/>
        <a:lstStyle/>
        <a:p>
          <a:endParaRPr lang="en-IN"/>
        </a:p>
      </dgm:t>
    </dgm:pt>
    <dgm:pt modelId="{8BFF9622-B0C2-4C8A-8258-3769977E298A}" type="sibTrans" cxnId="{B258A23F-B609-4721-A75C-274CF085AC83}">
      <dgm:prSet/>
      <dgm:spPr/>
      <dgm:t>
        <a:bodyPr/>
        <a:lstStyle/>
        <a:p>
          <a:endParaRPr lang="en-IN"/>
        </a:p>
      </dgm:t>
    </dgm:pt>
    <dgm:pt modelId="{AEEADC52-4261-488B-A455-80122D956B6C}">
      <dgm:prSet phldrT="[Text]" custT="1"/>
      <dgm:spPr/>
      <dgm:t>
        <a:bodyPr/>
        <a:lstStyle/>
        <a:p>
          <a:pPr algn="just">
            <a:spcAft>
              <a:spcPts val="1800"/>
            </a:spcAft>
          </a:pPr>
          <a:r>
            <a:rPr lang="en-US" sz="2800" b="0" i="0" dirty="0"/>
            <a:t>It is a cross-disciplinary field of study comprising: </a:t>
          </a:r>
          <a:r>
            <a:rPr lang="en-US" sz="2800" b="0" i="0" dirty="0">
              <a:highlight>
                <a:srgbClr val="FFFF00"/>
              </a:highlight>
            </a:rPr>
            <a:t>Engineering, Biology, Chemistry and Medicine</a:t>
          </a:r>
          <a:endParaRPr lang="en-IN" sz="2800" b="0" dirty="0">
            <a:highlight>
              <a:srgbClr val="FFFF00"/>
            </a:highlight>
            <a:latin typeface="+mn-lt"/>
          </a:endParaRPr>
        </a:p>
      </dgm:t>
    </dgm:pt>
    <dgm:pt modelId="{232FD008-8BCF-4237-8D86-920F82B87527}" type="parTrans" cxnId="{742ACEAE-513D-4C0D-9308-DE9C929D960D}">
      <dgm:prSet/>
      <dgm:spPr/>
      <dgm:t>
        <a:bodyPr/>
        <a:lstStyle/>
        <a:p>
          <a:endParaRPr lang="en-IN"/>
        </a:p>
      </dgm:t>
    </dgm:pt>
    <dgm:pt modelId="{20304CDC-26E6-46C6-B075-E1056BD84899}" type="sibTrans" cxnId="{742ACEAE-513D-4C0D-9308-DE9C929D960D}">
      <dgm:prSet/>
      <dgm:spPr/>
      <dgm:t>
        <a:bodyPr/>
        <a:lstStyle/>
        <a:p>
          <a:endParaRPr lang="en-IN"/>
        </a:p>
      </dgm:t>
    </dgm:pt>
    <dgm:pt modelId="{A52B9A73-139E-4181-A28B-AB70A1FD5B5E}" type="pres">
      <dgm:prSet presAssocID="{9A4D64D1-F7A9-41C6-BCC8-0E4331767DA6}" presName="linear" presStyleCnt="0">
        <dgm:presLayoutVars>
          <dgm:dir/>
          <dgm:animLvl val="lvl"/>
          <dgm:resizeHandles val="exact"/>
        </dgm:presLayoutVars>
      </dgm:prSet>
      <dgm:spPr/>
    </dgm:pt>
    <dgm:pt modelId="{DCBC1CF1-BBD4-4281-9F82-369704BE0DA0}" type="pres">
      <dgm:prSet presAssocID="{2115C395-4FE2-4CC4-A0FE-C81C2562102E}" presName="parentLin" presStyleCnt="0"/>
      <dgm:spPr/>
    </dgm:pt>
    <dgm:pt modelId="{B074E759-EA47-4959-8663-F4111990B26E}" type="pres">
      <dgm:prSet presAssocID="{2115C395-4FE2-4CC4-A0FE-C81C2562102E}" presName="parentLeftMargin" presStyleLbl="node1" presStyleIdx="0" presStyleCnt="1"/>
      <dgm:spPr/>
    </dgm:pt>
    <dgm:pt modelId="{CBB5F5BB-548A-4E1E-A78E-02AD5A5BB9E7}" type="pres">
      <dgm:prSet presAssocID="{2115C395-4FE2-4CC4-A0FE-C81C2562102E}" presName="parentText" presStyleLbl="node1" presStyleIdx="0" presStyleCnt="1" custScaleX="142857" custScaleY="51807">
        <dgm:presLayoutVars>
          <dgm:chMax val="0"/>
          <dgm:bulletEnabled val="1"/>
        </dgm:presLayoutVars>
      </dgm:prSet>
      <dgm:spPr/>
    </dgm:pt>
    <dgm:pt modelId="{5C6899DA-4443-4998-AD81-780E3DF067F5}" type="pres">
      <dgm:prSet presAssocID="{2115C395-4FE2-4CC4-A0FE-C81C2562102E}" presName="negativeSpace" presStyleCnt="0"/>
      <dgm:spPr/>
    </dgm:pt>
    <dgm:pt modelId="{5547DB40-E9C7-4F7A-9C5C-39E40AD491B8}" type="pres">
      <dgm:prSet presAssocID="{2115C395-4FE2-4CC4-A0FE-C81C2562102E}" presName="childText" presStyleLbl="conFgAcc1" presStyleIdx="0" presStyleCnt="1">
        <dgm:presLayoutVars>
          <dgm:bulletEnabled val="1"/>
        </dgm:presLayoutVars>
      </dgm:prSet>
      <dgm:spPr/>
    </dgm:pt>
  </dgm:ptLst>
  <dgm:cxnLst>
    <dgm:cxn modelId="{C088BE2E-E2AC-48CD-AA0D-0E4832CD8472}" type="presOf" srcId="{2115C395-4FE2-4CC4-A0FE-C81C2562102E}" destId="{CBB5F5BB-548A-4E1E-A78E-02AD5A5BB9E7}" srcOrd="1" destOrd="0" presId="urn:microsoft.com/office/officeart/2005/8/layout/list1"/>
    <dgm:cxn modelId="{B258A23F-B609-4721-A75C-274CF085AC83}" srcId="{9A4D64D1-F7A9-41C6-BCC8-0E4331767DA6}" destId="{2115C395-4FE2-4CC4-A0FE-C81C2562102E}" srcOrd="0" destOrd="0" parTransId="{DFBFF196-7A9C-4E70-98DA-5AC00D56B443}" sibTransId="{8BFF9622-B0C2-4C8A-8258-3769977E298A}"/>
    <dgm:cxn modelId="{9F7E6C8A-5EEE-4590-BBCF-7C6B5B63DF5E}" type="presOf" srcId="{AEEADC52-4261-488B-A455-80122D956B6C}" destId="{5547DB40-E9C7-4F7A-9C5C-39E40AD491B8}" srcOrd="0" destOrd="1" presId="urn:microsoft.com/office/officeart/2005/8/layout/list1"/>
    <dgm:cxn modelId="{99277791-E28E-4C70-8B6C-C8A86FBFF63B}" srcId="{2115C395-4FE2-4CC4-A0FE-C81C2562102E}" destId="{BEB4672D-D350-464F-BFAF-66223CBAF8B7}" srcOrd="0" destOrd="0" parTransId="{31CA6E4C-E388-4E1E-AF39-4998A81F7E3F}" sibTransId="{CBF8913A-8571-4A28-BF0F-E5C041C97FAC}"/>
    <dgm:cxn modelId="{4208B895-8708-426E-AA46-F30776110F64}" type="presOf" srcId="{BEB4672D-D350-464F-BFAF-66223CBAF8B7}" destId="{5547DB40-E9C7-4F7A-9C5C-39E40AD491B8}" srcOrd="0" destOrd="0" presId="urn:microsoft.com/office/officeart/2005/8/layout/list1"/>
    <dgm:cxn modelId="{876030AB-0695-4024-961D-B05B6FDC0E1F}" type="presOf" srcId="{2115C395-4FE2-4CC4-A0FE-C81C2562102E}" destId="{B074E759-EA47-4959-8663-F4111990B26E}" srcOrd="0" destOrd="0" presId="urn:microsoft.com/office/officeart/2005/8/layout/list1"/>
    <dgm:cxn modelId="{742ACEAE-513D-4C0D-9308-DE9C929D960D}" srcId="{2115C395-4FE2-4CC4-A0FE-C81C2562102E}" destId="{AEEADC52-4261-488B-A455-80122D956B6C}" srcOrd="1" destOrd="0" parTransId="{232FD008-8BCF-4237-8D86-920F82B87527}" sibTransId="{20304CDC-26E6-46C6-B075-E1056BD84899}"/>
    <dgm:cxn modelId="{84F453D4-74D6-439A-B77D-FBA0114717B5}" type="presOf" srcId="{9A4D64D1-F7A9-41C6-BCC8-0E4331767DA6}" destId="{A52B9A73-139E-4181-A28B-AB70A1FD5B5E}" srcOrd="0" destOrd="0" presId="urn:microsoft.com/office/officeart/2005/8/layout/list1"/>
    <dgm:cxn modelId="{38B8D782-91B4-41AC-AE52-52AF6B808574}" type="presParOf" srcId="{A52B9A73-139E-4181-A28B-AB70A1FD5B5E}" destId="{DCBC1CF1-BBD4-4281-9F82-369704BE0DA0}" srcOrd="0" destOrd="0" presId="urn:microsoft.com/office/officeart/2005/8/layout/list1"/>
    <dgm:cxn modelId="{3AB7B954-BDCE-46C4-A112-CC788253E22B}" type="presParOf" srcId="{DCBC1CF1-BBD4-4281-9F82-369704BE0DA0}" destId="{B074E759-EA47-4959-8663-F4111990B26E}" srcOrd="0" destOrd="0" presId="urn:microsoft.com/office/officeart/2005/8/layout/list1"/>
    <dgm:cxn modelId="{9FE01E22-556D-4A7B-AFE2-6CA6838078F9}" type="presParOf" srcId="{DCBC1CF1-BBD4-4281-9F82-369704BE0DA0}" destId="{CBB5F5BB-548A-4E1E-A78E-02AD5A5BB9E7}" srcOrd="1" destOrd="0" presId="urn:microsoft.com/office/officeart/2005/8/layout/list1"/>
    <dgm:cxn modelId="{13C1E821-00B0-4607-9250-E9C80C9155CB}" type="presParOf" srcId="{A52B9A73-139E-4181-A28B-AB70A1FD5B5E}" destId="{5C6899DA-4443-4998-AD81-780E3DF067F5}" srcOrd="1" destOrd="0" presId="urn:microsoft.com/office/officeart/2005/8/layout/list1"/>
    <dgm:cxn modelId="{5BB2E7DF-16A4-404E-99A5-7A3E3BA6AE66}" type="presParOf" srcId="{A52B9A73-139E-4181-A28B-AB70A1FD5B5E}" destId="{5547DB40-E9C7-4F7A-9C5C-39E40AD491B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1D12C25-45D4-4941-B379-2733D99C0546}"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01EBC0D4-D6E8-4D8C-BA54-34D82C7B7ABB}">
      <dgm:prSet phldrT="[Text]" custT="1"/>
      <dgm:spPr/>
      <dgm:t>
        <a:bodyPr/>
        <a:lstStyle/>
        <a:p>
          <a:pPr algn="r"/>
          <a:r>
            <a:rPr lang="en-US" sz="2000" dirty="0"/>
            <a:t>Information Gathering</a:t>
          </a:r>
          <a:endParaRPr lang="en-IN" sz="2000" dirty="0"/>
        </a:p>
      </dgm:t>
    </dgm:pt>
    <dgm:pt modelId="{064573FE-350E-471D-803A-FC6C157757B1}" type="parTrans" cxnId="{9AC0AB19-83EF-4E10-A0CA-0A382AA0614F}">
      <dgm:prSet/>
      <dgm:spPr/>
      <dgm:t>
        <a:bodyPr/>
        <a:lstStyle/>
        <a:p>
          <a:pPr algn="just"/>
          <a:endParaRPr lang="en-IN" sz="2000"/>
        </a:p>
      </dgm:t>
    </dgm:pt>
    <dgm:pt modelId="{F594CFC4-1E5E-441A-9985-C3114FDF6DD4}" type="sibTrans" cxnId="{9AC0AB19-83EF-4E10-A0CA-0A382AA0614F}">
      <dgm:prSet/>
      <dgm:spPr/>
      <dgm:t>
        <a:bodyPr/>
        <a:lstStyle/>
        <a:p>
          <a:pPr algn="just"/>
          <a:endParaRPr lang="en-IN" sz="2000"/>
        </a:p>
      </dgm:t>
    </dgm:pt>
    <dgm:pt modelId="{EE9AE611-61DC-457B-93F7-288224989734}">
      <dgm:prSet phldrT="[Text]" custT="1"/>
      <dgm:spPr/>
      <dgm:t>
        <a:bodyPr/>
        <a:lstStyle/>
        <a:p>
          <a:pPr algn="just"/>
          <a:r>
            <a:rPr lang="en-US" sz="2000" dirty="0"/>
            <a:t>To </a:t>
          </a:r>
          <a:r>
            <a:rPr lang="en-US" sz="2400" b="1" u="sng" dirty="0"/>
            <a:t>measure natural phenomena </a:t>
          </a:r>
          <a:r>
            <a:rPr lang="en-US" sz="2000" dirty="0"/>
            <a:t>and other variables</a:t>
          </a:r>
          <a:endParaRPr lang="en-IN" sz="2000" dirty="0"/>
        </a:p>
      </dgm:t>
    </dgm:pt>
    <dgm:pt modelId="{787D00D2-DEB8-4B8E-B4D5-8D27C0E58893}" type="parTrans" cxnId="{A08C769D-684C-4FE1-8F14-08EC9618102D}">
      <dgm:prSet/>
      <dgm:spPr/>
      <dgm:t>
        <a:bodyPr/>
        <a:lstStyle/>
        <a:p>
          <a:pPr algn="just"/>
          <a:endParaRPr lang="en-IN" sz="2000"/>
        </a:p>
      </dgm:t>
    </dgm:pt>
    <dgm:pt modelId="{5B458356-D5E3-4E8B-AB77-53E8EBBF2712}" type="sibTrans" cxnId="{A08C769D-684C-4FE1-8F14-08EC9618102D}">
      <dgm:prSet/>
      <dgm:spPr/>
      <dgm:t>
        <a:bodyPr/>
        <a:lstStyle/>
        <a:p>
          <a:pPr algn="just"/>
          <a:endParaRPr lang="en-IN" sz="2000"/>
        </a:p>
      </dgm:t>
    </dgm:pt>
    <dgm:pt modelId="{34EDA01F-00D8-44E1-B72B-A26380F95D09}">
      <dgm:prSet phldrT="[Text]" custT="1"/>
      <dgm:spPr/>
      <dgm:t>
        <a:bodyPr/>
        <a:lstStyle/>
        <a:p>
          <a:pPr algn="r"/>
          <a:r>
            <a:rPr lang="en-US" sz="2000" dirty="0"/>
            <a:t>Diagnostic</a:t>
          </a:r>
          <a:endParaRPr lang="en-IN" sz="2000" dirty="0"/>
        </a:p>
      </dgm:t>
    </dgm:pt>
    <dgm:pt modelId="{3C522B89-1FB4-4FF2-84E1-D11834C6EB73}" type="parTrans" cxnId="{373A28FC-0A4C-4EF4-AADB-54AE309530AF}">
      <dgm:prSet/>
      <dgm:spPr/>
      <dgm:t>
        <a:bodyPr/>
        <a:lstStyle/>
        <a:p>
          <a:pPr algn="just"/>
          <a:endParaRPr lang="en-IN" sz="2000"/>
        </a:p>
      </dgm:t>
    </dgm:pt>
    <dgm:pt modelId="{6BA8E52F-6FD4-4B1C-8CBC-8B2C2E623092}" type="sibTrans" cxnId="{373A28FC-0A4C-4EF4-AADB-54AE309530AF}">
      <dgm:prSet/>
      <dgm:spPr/>
      <dgm:t>
        <a:bodyPr/>
        <a:lstStyle/>
        <a:p>
          <a:pPr algn="just"/>
          <a:endParaRPr lang="en-IN" sz="2000"/>
        </a:p>
      </dgm:t>
    </dgm:pt>
    <dgm:pt modelId="{BE129FD0-F7B5-499F-98A4-E8AA0E3AC40C}">
      <dgm:prSet phldrT="[Text]" custT="1"/>
      <dgm:spPr/>
      <dgm:t>
        <a:bodyPr/>
        <a:lstStyle/>
        <a:p>
          <a:pPr algn="just"/>
          <a:r>
            <a:rPr lang="en-US" sz="2000" dirty="0"/>
            <a:t>Measurement are made to help in the </a:t>
          </a:r>
          <a:r>
            <a:rPr lang="en-US" sz="2400" b="1" u="sng" dirty="0"/>
            <a:t>detection and the correction of some disease.</a:t>
          </a:r>
          <a:endParaRPr lang="en-IN" sz="2000" b="1" u="sng" dirty="0"/>
        </a:p>
      </dgm:t>
    </dgm:pt>
    <dgm:pt modelId="{D6B2EA55-AAFC-42F8-90C8-EF0BE1F2FC1F}" type="parTrans" cxnId="{E6AD72D7-995E-45AD-AA0B-27187C812C4D}">
      <dgm:prSet/>
      <dgm:spPr/>
      <dgm:t>
        <a:bodyPr/>
        <a:lstStyle/>
        <a:p>
          <a:pPr algn="just"/>
          <a:endParaRPr lang="en-IN" sz="2000"/>
        </a:p>
      </dgm:t>
    </dgm:pt>
    <dgm:pt modelId="{175EC27F-77A1-4E66-80F8-5DBEA23B6A5C}" type="sibTrans" cxnId="{E6AD72D7-995E-45AD-AA0B-27187C812C4D}">
      <dgm:prSet/>
      <dgm:spPr/>
      <dgm:t>
        <a:bodyPr/>
        <a:lstStyle/>
        <a:p>
          <a:pPr algn="just"/>
          <a:endParaRPr lang="en-IN" sz="2000"/>
        </a:p>
      </dgm:t>
    </dgm:pt>
    <dgm:pt modelId="{44D250F2-8C86-45B5-A49F-340D51146AE8}">
      <dgm:prSet phldrT="[Text]" custT="1"/>
      <dgm:spPr/>
      <dgm:t>
        <a:bodyPr/>
        <a:lstStyle/>
        <a:p>
          <a:pPr algn="r"/>
          <a:r>
            <a:rPr lang="en-US" sz="2000" dirty="0"/>
            <a:t>Evaluation</a:t>
          </a:r>
          <a:endParaRPr lang="en-IN" sz="2000" dirty="0"/>
        </a:p>
      </dgm:t>
    </dgm:pt>
    <dgm:pt modelId="{1B9DFD79-2E5A-4E07-8B94-2B68233F12B5}" type="parTrans" cxnId="{0000422B-F66E-42C0-AE7D-3191F0AE95D4}">
      <dgm:prSet/>
      <dgm:spPr/>
      <dgm:t>
        <a:bodyPr/>
        <a:lstStyle/>
        <a:p>
          <a:pPr algn="just"/>
          <a:endParaRPr lang="en-IN" sz="2000"/>
        </a:p>
      </dgm:t>
    </dgm:pt>
    <dgm:pt modelId="{F51AC9CD-42CE-4DD3-A0F6-0EE073521B56}" type="sibTrans" cxnId="{0000422B-F66E-42C0-AE7D-3191F0AE95D4}">
      <dgm:prSet/>
      <dgm:spPr/>
      <dgm:t>
        <a:bodyPr/>
        <a:lstStyle/>
        <a:p>
          <a:pPr algn="just"/>
          <a:endParaRPr lang="en-IN" sz="2000"/>
        </a:p>
      </dgm:t>
    </dgm:pt>
    <dgm:pt modelId="{D7A41AAD-7106-4937-A57C-F47E85F62930}">
      <dgm:prSet phldrT="[Text]" custT="1"/>
      <dgm:spPr/>
      <dgm:t>
        <a:bodyPr/>
        <a:lstStyle/>
        <a:p>
          <a:pPr algn="just"/>
          <a:r>
            <a:rPr lang="en-US" sz="2000" dirty="0"/>
            <a:t>Measurement are used </a:t>
          </a:r>
          <a:r>
            <a:rPr lang="en-US" sz="2400" u="sng" dirty="0"/>
            <a:t>to evaluate the results.</a:t>
          </a:r>
          <a:endParaRPr lang="en-IN" sz="2000" u="sng" dirty="0"/>
        </a:p>
      </dgm:t>
    </dgm:pt>
    <dgm:pt modelId="{610AEEDA-5959-466A-B06F-6A137C473D2C}" type="parTrans" cxnId="{A1577FFF-89AA-4636-9F1A-2A327F6F09C5}">
      <dgm:prSet/>
      <dgm:spPr/>
      <dgm:t>
        <a:bodyPr/>
        <a:lstStyle/>
        <a:p>
          <a:pPr algn="just"/>
          <a:endParaRPr lang="en-IN" sz="2000"/>
        </a:p>
      </dgm:t>
    </dgm:pt>
    <dgm:pt modelId="{D2AAEC31-DC36-4A1C-B186-2E658AD61B36}" type="sibTrans" cxnId="{A1577FFF-89AA-4636-9F1A-2A327F6F09C5}">
      <dgm:prSet/>
      <dgm:spPr/>
      <dgm:t>
        <a:bodyPr/>
        <a:lstStyle/>
        <a:p>
          <a:pPr algn="just"/>
          <a:endParaRPr lang="en-IN" sz="2000"/>
        </a:p>
      </dgm:t>
    </dgm:pt>
    <dgm:pt modelId="{6F810878-AEE9-4B3F-B364-288CBB8411E8}">
      <dgm:prSet phldrT="[Text]" custT="1"/>
      <dgm:spPr/>
      <dgm:t>
        <a:bodyPr/>
        <a:lstStyle/>
        <a:p>
          <a:pPr algn="r"/>
          <a:r>
            <a:rPr lang="en-US" sz="2000" dirty="0"/>
            <a:t>Monitoring </a:t>
          </a:r>
          <a:endParaRPr lang="en-IN" sz="2000" dirty="0"/>
        </a:p>
      </dgm:t>
    </dgm:pt>
    <dgm:pt modelId="{49470895-B72D-4CAC-9D2F-9D00B58C464B}" type="parTrans" cxnId="{B8FBF540-1282-4E46-9B6F-F42337087E03}">
      <dgm:prSet/>
      <dgm:spPr/>
      <dgm:t>
        <a:bodyPr/>
        <a:lstStyle/>
        <a:p>
          <a:pPr algn="just"/>
          <a:endParaRPr lang="en-IN" sz="2000"/>
        </a:p>
      </dgm:t>
    </dgm:pt>
    <dgm:pt modelId="{B4BF1BA4-AA26-4A1D-B9D1-03F97B932B99}" type="sibTrans" cxnId="{B8FBF540-1282-4E46-9B6F-F42337087E03}">
      <dgm:prSet/>
      <dgm:spPr/>
      <dgm:t>
        <a:bodyPr/>
        <a:lstStyle/>
        <a:p>
          <a:pPr algn="just"/>
          <a:endParaRPr lang="en-IN" sz="2000"/>
        </a:p>
      </dgm:t>
    </dgm:pt>
    <dgm:pt modelId="{17E34AD1-A176-4993-9115-275D0402A319}">
      <dgm:prSet phldrT="[Text]" custT="1"/>
      <dgm:spPr/>
      <dgm:t>
        <a:bodyPr/>
        <a:lstStyle/>
        <a:p>
          <a:pPr algn="just"/>
          <a:r>
            <a:rPr lang="en-US" sz="2000" dirty="0"/>
            <a:t>Instrumentation is used to </a:t>
          </a:r>
          <a:r>
            <a:rPr lang="en-US" sz="2400" b="1" u="sng" dirty="0"/>
            <a:t>monitor some process in order to obtain information </a:t>
          </a:r>
          <a:r>
            <a:rPr lang="en-US" sz="2000" dirty="0"/>
            <a:t>about the state of the system being measured</a:t>
          </a:r>
          <a:endParaRPr lang="en-IN" sz="2000" dirty="0"/>
        </a:p>
      </dgm:t>
    </dgm:pt>
    <dgm:pt modelId="{43C60310-2F54-4DC2-AF00-31A3AC0F4B7C}" type="parTrans" cxnId="{777C308D-30F8-4F47-9152-AFD63B02F17F}">
      <dgm:prSet/>
      <dgm:spPr/>
      <dgm:t>
        <a:bodyPr/>
        <a:lstStyle/>
        <a:p>
          <a:pPr algn="just"/>
          <a:endParaRPr lang="en-IN" sz="2000"/>
        </a:p>
      </dgm:t>
    </dgm:pt>
    <dgm:pt modelId="{12CBEC17-FB33-415B-9C6C-1D3C09A1B332}" type="sibTrans" cxnId="{777C308D-30F8-4F47-9152-AFD63B02F17F}">
      <dgm:prSet/>
      <dgm:spPr/>
      <dgm:t>
        <a:bodyPr/>
        <a:lstStyle/>
        <a:p>
          <a:pPr algn="just"/>
          <a:endParaRPr lang="en-IN" sz="2000"/>
        </a:p>
      </dgm:t>
    </dgm:pt>
    <dgm:pt modelId="{4B6B0490-553C-4CB8-ADDA-72E38C2A126F}">
      <dgm:prSet phldrT="[Text]" custT="1"/>
      <dgm:spPr/>
      <dgm:t>
        <a:bodyPr/>
        <a:lstStyle/>
        <a:p>
          <a:pPr algn="r"/>
          <a:r>
            <a:rPr lang="en-US" sz="2000" dirty="0"/>
            <a:t>Control</a:t>
          </a:r>
          <a:endParaRPr lang="en-IN" sz="2000" dirty="0"/>
        </a:p>
      </dgm:t>
    </dgm:pt>
    <dgm:pt modelId="{E644D657-2A26-42EA-A53D-FF9A8188138B}" type="parTrans" cxnId="{30AFA1EA-059E-4273-91DE-2D0A6694BB75}">
      <dgm:prSet/>
      <dgm:spPr/>
      <dgm:t>
        <a:bodyPr/>
        <a:lstStyle/>
        <a:p>
          <a:pPr algn="just"/>
          <a:endParaRPr lang="en-IN" sz="2000"/>
        </a:p>
      </dgm:t>
    </dgm:pt>
    <dgm:pt modelId="{ABFC45F9-BE6A-40F5-BE02-17A1D331108C}" type="sibTrans" cxnId="{30AFA1EA-059E-4273-91DE-2D0A6694BB75}">
      <dgm:prSet/>
      <dgm:spPr/>
      <dgm:t>
        <a:bodyPr/>
        <a:lstStyle/>
        <a:p>
          <a:pPr algn="just"/>
          <a:endParaRPr lang="en-IN" sz="2000"/>
        </a:p>
      </dgm:t>
    </dgm:pt>
    <dgm:pt modelId="{DDE24E07-0F40-482A-8DCB-57DF5C7E4B0A}">
      <dgm:prSet phldrT="[Text]" custT="1"/>
      <dgm:spPr/>
      <dgm:t>
        <a:bodyPr/>
        <a:lstStyle/>
        <a:p>
          <a:pPr algn="just"/>
          <a:r>
            <a:rPr lang="en-US" sz="2000" dirty="0"/>
            <a:t>Instrumentation is sometime used to </a:t>
          </a:r>
          <a:r>
            <a:rPr lang="en-US" sz="2400" b="1" u="sng" dirty="0"/>
            <a:t>automatically control the operation of a system</a:t>
          </a:r>
          <a:endParaRPr lang="en-IN" sz="2000" b="1" u="sng" dirty="0"/>
        </a:p>
      </dgm:t>
    </dgm:pt>
    <dgm:pt modelId="{7E264609-03AC-4435-8DD4-B075E0D6D0E9}" type="parTrans" cxnId="{A427BDF5-8264-4B68-992A-0ED94C1DD6F1}">
      <dgm:prSet/>
      <dgm:spPr/>
      <dgm:t>
        <a:bodyPr/>
        <a:lstStyle/>
        <a:p>
          <a:pPr algn="just"/>
          <a:endParaRPr lang="en-IN" sz="2000"/>
        </a:p>
      </dgm:t>
    </dgm:pt>
    <dgm:pt modelId="{AF951A93-9AAE-4E01-8D8C-81CF8E8DF5A2}" type="sibTrans" cxnId="{A427BDF5-8264-4B68-992A-0ED94C1DD6F1}">
      <dgm:prSet/>
      <dgm:spPr/>
      <dgm:t>
        <a:bodyPr/>
        <a:lstStyle/>
        <a:p>
          <a:pPr algn="just"/>
          <a:endParaRPr lang="en-IN" sz="2000"/>
        </a:p>
      </dgm:t>
    </dgm:pt>
    <dgm:pt modelId="{157F6EB2-A5F3-4DC7-9E59-F1F218C78D99}" type="pres">
      <dgm:prSet presAssocID="{71D12C25-45D4-4941-B379-2733D99C0546}" presName="Name0" presStyleCnt="0">
        <dgm:presLayoutVars>
          <dgm:dir/>
          <dgm:animLvl val="lvl"/>
          <dgm:resizeHandles val="exact"/>
        </dgm:presLayoutVars>
      </dgm:prSet>
      <dgm:spPr/>
    </dgm:pt>
    <dgm:pt modelId="{71C4FA56-D723-42EA-9A1A-5A9792651005}" type="pres">
      <dgm:prSet presAssocID="{01EBC0D4-D6E8-4D8C-BA54-34D82C7B7ABB}" presName="linNode" presStyleCnt="0"/>
      <dgm:spPr/>
    </dgm:pt>
    <dgm:pt modelId="{2BC95191-41E4-4041-9FB1-5C399FB2FEE2}" type="pres">
      <dgm:prSet presAssocID="{01EBC0D4-D6E8-4D8C-BA54-34D82C7B7ABB}" presName="parTx" presStyleLbl="revTx" presStyleIdx="0" presStyleCnt="5">
        <dgm:presLayoutVars>
          <dgm:chMax val="1"/>
          <dgm:bulletEnabled val="1"/>
        </dgm:presLayoutVars>
      </dgm:prSet>
      <dgm:spPr/>
    </dgm:pt>
    <dgm:pt modelId="{2DBD73EF-89AC-472B-B213-365F31C61D9F}" type="pres">
      <dgm:prSet presAssocID="{01EBC0D4-D6E8-4D8C-BA54-34D82C7B7ABB}" presName="bracket" presStyleLbl="parChTrans1D1" presStyleIdx="0" presStyleCnt="5"/>
      <dgm:spPr/>
    </dgm:pt>
    <dgm:pt modelId="{E5C43073-D09F-48FB-8F62-064F06A2D550}" type="pres">
      <dgm:prSet presAssocID="{01EBC0D4-D6E8-4D8C-BA54-34D82C7B7ABB}" presName="spH" presStyleCnt="0"/>
      <dgm:spPr/>
    </dgm:pt>
    <dgm:pt modelId="{C0DA1645-0CD5-43CB-9F04-65564BE47DEC}" type="pres">
      <dgm:prSet presAssocID="{01EBC0D4-D6E8-4D8C-BA54-34D82C7B7ABB}" presName="desTx" presStyleLbl="node1" presStyleIdx="0" presStyleCnt="5" custScaleY="92843">
        <dgm:presLayoutVars>
          <dgm:bulletEnabled val="1"/>
        </dgm:presLayoutVars>
      </dgm:prSet>
      <dgm:spPr/>
    </dgm:pt>
    <dgm:pt modelId="{4E6D71AD-A60B-4B0D-B45A-8B1DD238CC37}" type="pres">
      <dgm:prSet presAssocID="{F594CFC4-1E5E-441A-9985-C3114FDF6DD4}" presName="spV" presStyleCnt="0"/>
      <dgm:spPr/>
    </dgm:pt>
    <dgm:pt modelId="{440BD068-2C3A-458E-8086-067BEB76FAD3}" type="pres">
      <dgm:prSet presAssocID="{34EDA01F-00D8-44E1-B72B-A26380F95D09}" presName="linNode" presStyleCnt="0"/>
      <dgm:spPr/>
    </dgm:pt>
    <dgm:pt modelId="{8483CCD4-D66B-4951-BA7D-1B6506E1FD27}" type="pres">
      <dgm:prSet presAssocID="{34EDA01F-00D8-44E1-B72B-A26380F95D09}" presName="parTx" presStyleLbl="revTx" presStyleIdx="1" presStyleCnt="5">
        <dgm:presLayoutVars>
          <dgm:chMax val="1"/>
          <dgm:bulletEnabled val="1"/>
        </dgm:presLayoutVars>
      </dgm:prSet>
      <dgm:spPr/>
    </dgm:pt>
    <dgm:pt modelId="{7F7950BC-6172-4367-A83E-FF3468F9A5A2}" type="pres">
      <dgm:prSet presAssocID="{34EDA01F-00D8-44E1-B72B-A26380F95D09}" presName="bracket" presStyleLbl="parChTrans1D1" presStyleIdx="1" presStyleCnt="5"/>
      <dgm:spPr/>
    </dgm:pt>
    <dgm:pt modelId="{65853F49-3AB9-4BBB-85E0-0A4242832C4D}" type="pres">
      <dgm:prSet presAssocID="{34EDA01F-00D8-44E1-B72B-A26380F95D09}" presName="spH" presStyleCnt="0"/>
      <dgm:spPr/>
    </dgm:pt>
    <dgm:pt modelId="{FC641D5C-28B6-4E7B-A723-98825C25DC97}" type="pres">
      <dgm:prSet presAssocID="{34EDA01F-00D8-44E1-B72B-A26380F95D09}" presName="desTx" presStyleLbl="node1" presStyleIdx="1" presStyleCnt="5" custScaleY="102198">
        <dgm:presLayoutVars>
          <dgm:bulletEnabled val="1"/>
        </dgm:presLayoutVars>
      </dgm:prSet>
      <dgm:spPr/>
    </dgm:pt>
    <dgm:pt modelId="{2F2CEB0B-7F8E-4D70-B9A7-C1E4F459537D}" type="pres">
      <dgm:prSet presAssocID="{6BA8E52F-6FD4-4B1C-8CBC-8B2C2E623092}" presName="spV" presStyleCnt="0"/>
      <dgm:spPr/>
    </dgm:pt>
    <dgm:pt modelId="{E893AE70-0699-43BF-BA8F-845C3ED2D527}" type="pres">
      <dgm:prSet presAssocID="{44D250F2-8C86-45B5-A49F-340D51146AE8}" presName="linNode" presStyleCnt="0"/>
      <dgm:spPr/>
    </dgm:pt>
    <dgm:pt modelId="{086808D8-459E-4FF2-B0B3-6F437D4B89A0}" type="pres">
      <dgm:prSet presAssocID="{44D250F2-8C86-45B5-A49F-340D51146AE8}" presName="parTx" presStyleLbl="revTx" presStyleIdx="2" presStyleCnt="5">
        <dgm:presLayoutVars>
          <dgm:chMax val="1"/>
          <dgm:bulletEnabled val="1"/>
        </dgm:presLayoutVars>
      </dgm:prSet>
      <dgm:spPr/>
    </dgm:pt>
    <dgm:pt modelId="{44B6DC66-63C1-4DE9-B6B9-B94977EF12DB}" type="pres">
      <dgm:prSet presAssocID="{44D250F2-8C86-45B5-A49F-340D51146AE8}" presName="bracket" presStyleLbl="parChTrans1D1" presStyleIdx="2" presStyleCnt="5"/>
      <dgm:spPr/>
    </dgm:pt>
    <dgm:pt modelId="{79425912-E929-4762-974D-C23EB17DF3BB}" type="pres">
      <dgm:prSet presAssocID="{44D250F2-8C86-45B5-A49F-340D51146AE8}" presName="spH" presStyleCnt="0"/>
      <dgm:spPr/>
    </dgm:pt>
    <dgm:pt modelId="{804F3B94-D0A9-4A6A-800E-B186BC4D4C32}" type="pres">
      <dgm:prSet presAssocID="{44D250F2-8C86-45B5-A49F-340D51146AE8}" presName="desTx" presStyleLbl="node1" presStyleIdx="2" presStyleCnt="5">
        <dgm:presLayoutVars>
          <dgm:bulletEnabled val="1"/>
        </dgm:presLayoutVars>
      </dgm:prSet>
      <dgm:spPr/>
    </dgm:pt>
    <dgm:pt modelId="{E642B8FA-2C62-4DA1-9892-0AD6252F6772}" type="pres">
      <dgm:prSet presAssocID="{F51AC9CD-42CE-4DD3-A0F6-0EE073521B56}" presName="spV" presStyleCnt="0"/>
      <dgm:spPr/>
    </dgm:pt>
    <dgm:pt modelId="{4FFF0CB0-2121-4D23-AAE3-4E8B5A4CD95E}" type="pres">
      <dgm:prSet presAssocID="{6F810878-AEE9-4B3F-B364-288CBB8411E8}" presName="linNode" presStyleCnt="0"/>
      <dgm:spPr/>
    </dgm:pt>
    <dgm:pt modelId="{ACA9F918-9BAE-459A-8160-BBDB1CB86BFE}" type="pres">
      <dgm:prSet presAssocID="{6F810878-AEE9-4B3F-B364-288CBB8411E8}" presName="parTx" presStyleLbl="revTx" presStyleIdx="3" presStyleCnt="5">
        <dgm:presLayoutVars>
          <dgm:chMax val="1"/>
          <dgm:bulletEnabled val="1"/>
        </dgm:presLayoutVars>
      </dgm:prSet>
      <dgm:spPr/>
    </dgm:pt>
    <dgm:pt modelId="{9FFA515F-2A98-46CE-8789-369A106C7AED}" type="pres">
      <dgm:prSet presAssocID="{6F810878-AEE9-4B3F-B364-288CBB8411E8}" presName="bracket" presStyleLbl="parChTrans1D1" presStyleIdx="3" presStyleCnt="5"/>
      <dgm:spPr/>
    </dgm:pt>
    <dgm:pt modelId="{0908CB75-F383-4F01-AA2C-4ADAB1F9ABC2}" type="pres">
      <dgm:prSet presAssocID="{6F810878-AEE9-4B3F-B364-288CBB8411E8}" presName="spH" presStyleCnt="0"/>
      <dgm:spPr/>
    </dgm:pt>
    <dgm:pt modelId="{2B00FADD-D9D1-4F27-BBC2-22A92CD4FA8D}" type="pres">
      <dgm:prSet presAssocID="{6F810878-AEE9-4B3F-B364-288CBB8411E8}" presName="desTx" presStyleLbl="node1" presStyleIdx="3" presStyleCnt="5" custScaleY="102273">
        <dgm:presLayoutVars>
          <dgm:bulletEnabled val="1"/>
        </dgm:presLayoutVars>
      </dgm:prSet>
      <dgm:spPr/>
    </dgm:pt>
    <dgm:pt modelId="{F1FA7016-4212-4377-B429-37D3DE9AFD38}" type="pres">
      <dgm:prSet presAssocID="{B4BF1BA4-AA26-4A1D-B9D1-03F97B932B99}" presName="spV" presStyleCnt="0"/>
      <dgm:spPr/>
    </dgm:pt>
    <dgm:pt modelId="{B9F699CF-0B53-414F-A630-58A6332689D6}" type="pres">
      <dgm:prSet presAssocID="{4B6B0490-553C-4CB8-ADDA-72E38C2A126F}" presName="linNode" presStyleCnt="0"/>
      <dgm:spPr/>
    </dgm:pt>
    <dgm:pt modelId="{26B39AFB-79E3-4229-99BE-21D72112F729}" type="pres">
      <dgm:prSet presAssocID="{4B6B0490-553C-4CB8-ADDA-72E38C2A126F}" presName="parTx" presStyleLbl="revTx" presStyleIdx="4" presStyleCnt="5">
        <dgm:presLayoutVars>
          <dgm:chMax val="1"/>
          <dgm:bulletEnabled val="1"/>
        </dgm:presLayoutVars>
      </dgm:prSet>
      <dgm:spPr/>
    </dgm:pt>
    <dgm:pt modelId="{8300225D-7F8F-40C4-8E86-05F2466EBC61}" type="pres">
      <dgm:prSet presAssocID="{4B6B0490-553C-4CB8-ADDA-72E38C2A126F}" presName="bracket" presStyleLbl="parChTrans1D1" presStyleIdx="4" presStyleCnt="5"/>
      <dgm:spPr/>
    </dgm:pt>
    <dgm:pt modelId="{5722043A-9E6F-4134-9C85-4049FDB5300B}" type="pres">
      <dgm:prSet presAssocID="{4B6B0490-553C-4CB8-ADDA-72E38C2A126F}" presName="spH" presStyleCnt="0"/>
      <dgm:spPr/>
    </dgm:pt>
    <dgm:pt modelId="{C01CF389-EDB1-4234-B42B-737115318649}" type="pres">
      <dgm:prSet presAssocID="{4B6B0490-553C-4CB8-ADDA-72E38C2A126F}" presName="desTx" presStyleLbl="node1" presStyleIdx="4" presStyleCnt="5" custScaleY="102273">
        <dgm:presLayoutVars>
          <dgm:bulletEnabled val="1"/>
        </dgm:presLayoutVars>
      </dgm:prSet>
      <dgm:spPr/>
    </dgm:pt>
  </dgm:ptLst>
  <dgm:cxnLst>
    <dgm:cxn modelId="{22DFB311-0695-4E15-988F-2EF433B17C41}" type="presOf" srcId="{01EBC0D4-D6E8-4D8C-BA54-34D82C7B7ABB}" destId="{2BC95191-41E4-4041-9FB1-5C399FB2FEE2}" srcOrd="0" destOrd="0" presId="urn:diagrams.loki3.com/BracketList"/>
    <dgm:cxn modelId="{9AC0AB19-83EF-4E10-A0CA-0A382AA0614F}" srcId="{71D12C25-45D4-4941-B379-2733D99C0546}" destId="{01EBC0D4-D6E8-4D8C-BA54-34D82C7B7ABB}" srcOrd="0" destOrd="0" parTransId="{064573FE-350E-471D-803A-FC6C157757B1}" sibTransId="{F594CFC4-1E5E-441A-9985-C3114FDF6DD4}"/>
    <dgm:cxn modelId="{9B32D719-A723-447D-A32F-103508CFCE29}" type="presOf" srcId="{6F810878-AEE9-4B3F-B364-288CBB8411E8}" destId="{ACA9F918-9BAE-459A-8160-BBDB1CB86BFE}" srcOrd="0" destOrd="0" presId="urn:diagrams.loki3.com/BracketList"/>
    <dgm:cxn modelId="{9AF9B41B-2EF4-422F-8C76-52AD8340E353}" type="presOf" srcId="{EE9AE611-61DC-457B-93F7-288224989734}" destId="{C0DA1645-0CD5-43CB-9F04-65564BE47DEC}" srcOrd="0" destOrd="0" presId="urn:diagrams.loki3.com/BracketList"/>
    <dgm:cxn modelId="{86057B21-03AE-434A-BCC9-E2DA198CB791}" type="presOf" srcId="{DDE24E07-0F40-482A-8DCB-57DF5C7E4B0A}" destId="{C01CF389-EDB1-4234-B42B-737115318649}" srcOrd="0" destOrd="0" presId="urn:diagrams.loki3.com/BracketList"/>
    <dgm:cxn modelId="{0000422B-F66E-42C0-AE7D-3191F0AE95D4}" srcId="{71D12C25-45D4-4941-B379-2733D99C0546}" destId="{44D250F2-8C86-45B5-A49F-340D51146AE8}" srcOrd="2" destOrd="0" parTransId="{1B9DFD79-2E5A-4E07-8B94-2B68233F12B5}" sibTransId="{F51AC9CD-42CE-4DD3-A0F6-0EE073521B56}"/>
    <dgm:cxn modelId="{18ECCD3E-2D17-409F-9469-A83E6A14D64A}" type="presOf" srcId="{44D250F2-8C86-45B5-A49F-340D51146AE8}" destId="{086808D8-459E-4FF2-B0B3-6F437D4B89A0}" srcOrd="0" destOrd="0" presId="urn:diagrams.loki3.com/BracketList"/>
    <dgm:cxn modelId="{B8FBF540-1282-4E46-9B6F-F42337087E03}" srcId="{71D12C25-45D4-4941-B379-2733D99C0546}" destId="{6F810878-AEE9-4B3F-B364-288CBB8411E8}" srcOrd="3" destOrd="0" parTransId="{49470895-B72D-4CAC-9D2F-9D00B58C464B}" sibTransId="{B4BF1BA4-AA26-4A1D-B9D1-03F97B932B99}"/>
    <dgm:cxn modelId="{F721C363-5098-487F-8EBB-64F614FE32E9}" type="presOf" srcId="{4B6B0490-553C-4CB8-ADDA-72E38C2A126F}" destId="{26B39AFB-79E3-4229-99BE-21D72112F729}" srcOrd="0" destOrd="0" presId="urn:diagrams.loki3.com/BracketList"/>
    <dgm:cxn modelId="{CA493174-0ADE-4DC0-B0A1-30BAB6556DE4}" type="presOf" srcId="{BE129FD0-F7B5-499F-98A4-E8AA0E3AC40C}" destId="{FC641D5C-28B6-4E7B-A723-98825C25DC97}" srcOrd="0" destOrd="0" presId="urn:diagrams.loki3.com/BracketList"/>
    <dgm:cxn modelId="{A8198883-0B97-4984-A8B6-40655D7E408D}" type="presOf" srcId="{34EDA01F-00D8-44E1-B72B-A26380F95D09}" destId="{8483CCD4-D66B-4951-BA7D-1B6506E1FD27}" srcOrd="0" destOrd="0" presId="urn:diagrams.loki3.com/BracketList"/>
    <dgm:cxn modelId="{699B5B89-81B6-4CBB-96AF-2FADE4183603}" type="presOf" srcId="{D7A41AAD-7106-4937-A57C-F47E85F62930}" destId="{804F3B94-D0A9-4A6A-800E-B186BC4D4C32}" srcOrd="0" destOrd="0" presId="urn:diagrams.loki3.com/BracketList"/>
    <dgm:cxn modelId="{777C308D-30F8-4F47-9152-AFD63B02F17F}" srcId="{6F810878-AEE9-4B3F-B364-288CBB8411E8}" destId="{17E34AD1-A176-4993-9115-275D0402A319}" srcOrd="0" destOrd="0" parTransId="{43C60310-2F54-4DC2-AF00-31A3AC0F4B7C}" sibTransId="{12CBEC17-FB33-415B-9C6C-1D3C09A1B332}"/>
    <dgm:cxn modelId="{DE7E7097-E803-49A0-BB59-FA4D8A79A47D}" type="presOf" srcId="{71D12C25-45D4-4941-B379-2733D99C0546}" destId="{157F6EB2-A5F3-4DC7-9E59-F1F218C78D99}" srcOrd="0" destOrd="0" presId="urn:diagrams.loki3.com/BracketList"/>
    <dgm:cxn modelId="{A08C769D-684C-4FE1-8F14-08EC9618102D}" srcId="{01EBC0D4-D6E8-4D8C-BA54-34D82C7B7ABB}" destId="{EE9AE611-61DC-457B-93F7-288224989734}" srcOrd="0" destOrd="0" parTransId="{787D00D2-DEB8-4B8E-B4D5-8D27C0E58893}" sibTransId="{5B458356-D5E3-4E8B-AB77-53E8EBBF2712}"/>
    <dgm:cxn modelId="{5DB92BA0-5C82-4C4C-A863-DC8836C8DEE4}" type="presOf" srcId="{17E34AD1-A176-4993-9115-275D0402A319}" destId="{2B00FADD-D9D1-4F27-BBC2-22A92CD4FA8D}" srcOrd="0" destOrd="0" presId="urn:diagrams.loki3.com/BracketList"/>
    <dgm:cxn modelId="{E6AD72D7-995E-45AD-AA0B-27187C812C4D}" srcId="{34EDA01F-00D8-44E1-B72B-A26380F95D09}" destId="{BE129FD0-F7B5-499F-98A4-E8AA0E3AC40C}" srcOrd="0" destOrd="0" parTransId="{D6B2EA55-AAFC-42F8-90C8-EF0BE1F2FC1F}" sibTransId="{175EC27F-77A1-4E66-80F8-5DBEA23B6A5C}"/>
    <dgm:cxn modelId="{30AFA1EA-059E-4273-91DE-2D0A6694BB75}" srcId="{71D12C25-45D4-4941-B379-2733D99C0546}" destId="{4B6B0490-553C-4CB8-ADDA-72E38C2A126F}" srcOrd="4" destOrd="0" parTransId="{E644D657-2A26-42EA-A53D-FF9A8188138B}" sibTransId="{ABFC45F9-BE6A-40F5-BE02-17A1D331108C}"/>
    <dgm:cxn modelId="{A427BDF5-8264-4B68-992A-0ED94C1DD6F1}" srcId="{4B6B0490-553C-4CB8-ADDA-72E38C2A126F}" destId="{DDE24E07-0F40-482A-8DCB-57DF5C7E4B0A}" srcOrd="0" destOrd="0" parTransId="{7E264609-03AC-4435-8DD4-B075E0D6D0E9}" sibTransId="{AF951A93-9AAE-4E01-8D8C-81CF8E8DF5A2}"/>
    <dgm:cxn modelId="{373A28FC-0A4C-4EF4-AADB-54AE309530AF}" srcId="{71D12C25-45D4-4941-B379-2733D99C0546}" destId="{34EDA01F-00D8-44E1-B72B-A26380F95D09}" srcOrd="1" destOrd="0" parTransId="{3C522B89-1FB4-4FF2-84E1-D11834C6EB73}" sibTransId="{6BA8E52F-6FD4-4B1C-8CBC-8B2C2E623092}"/>
    <dgm:cxn modelId="{A1577FFF-89AA-4636-9F1A-2A327F6F09C5}" srcId="{44D250F2-8C86-45B5-A49F-340D51146AE8}" destId="{D7A41AAD-7106-4937-A57C-F47E85F62930}" srcOrd="0" destOrd="0" parTransId="{610AEEDA-5959-466A-B06F-6A137C473D2C}" sibTransId="{D2AAEC31-DC36-4A1C-B186-2E658AD61B36}"/>
    <dgm:cxn modelId="{34CE2987-FDE6-4525-9919-C1C07ED66C3C}" type="presParOf" srcId="{157F6EB2-A5F3-4DC7-9E59-F1F218C78D99}" destId="{71C4FA56-D723-42EA-9A1A-5A9792651005}" srcOrd="0" destOrd="0" presId="urn:diagrams.loki3.com/BracketList"/>
    <dgm:cxn modelId="{6D1FAA67-FF24-4FC8-8AC4-79F577E2245F}" type="presParOf" srcId="{71C4FA56-D723-42EA-9A1A-5A9792651005}" destId="{2BC95191-41E4-4041-9FB1-5C399FB2FEE2}" srcOrd="0" destOrd="0" presId="urn:diagrams.loki3.com/BracketList"/>
    <dgm:cxn modelId="{CC8FD8B5-D895-4AEF-BEE1-AE76E7B54F97}" type="presParOf" srcId="{71C4FA56-D723-42EA-9A1A-5A9792651005}" destId="{2DBD73EF-89AC-472B-B213-365F31C61D9F}" srcOrd="1" destOrd="0" presId="urn:diagrams.loki3.com/BracketList"/>
    <dgm:cxn modelId="{784E2666-681D-4838-B166-B6483FFEE209}" type="presParOf" srcId="{71C4FA56-D723-42EA-9A1A-5A9792651005}" destId="{E5C43073-D09F-48FB-8F62-064F06A2D550}" srcOrd="2" destOrd="0" presId="urn:diagrams.loki3.com/BracketList"/>
    <dgm:cxn modelId="{AA0FEDF4-4CCC-47BC-A077-77DEE92A263B}" type="presParOf" srcId="{71C4FA56-D723-42EA-9A1A-5A9792651005}" destId="{C0DA1645-0CD5-43CB-9F04-65564BE47DEC}" srcOrd="3" destOrd="0" presId="urn:diagrams.loki3.com/BracketList"/>
    <dgm:cxn modelId="{ABFAF0C4-8356-4E06-9678-314A32D82FAA}" type="presParOf" srcId="{157F6EB2-A5F3-4DC7-9E59-F1F218C78D99}" destId="{4E6D71AD-A60B-4B0D-B45A-8B1DD238CC37}" srcOrd="1" destOrd="0" presId="urn:diagrams.loki3.com/BracketList"/>
    <dgm:cxn modelId="{8B57F6DE-285D-461F-949F-4F2A05580998}" type="presParOf" srcId="{157F6EB2-A5F3-4DC7-9E59-F1F218C78D99}" destId="{440BD068-2C3A-458E-8086-067BEB76FAD3}" srcOrd="2" destOrd="0" presId="urn:diagrams.loki3.com/BracketList"/>
    <dgm:cxn modelId="{483248DF-21F2-4C48-AD6F-3FE4C20396A1}" type="presParOf" srcId="{440BD068-2C3A-458E-8086-067BEB76FAD3}" destId="{8483CCD4-D66B-4951-BA7D-1B6506E1FD27}" srcOrd="0" destOrd="0" presId="urn:diagrams.loki3.com/BracketList"/>
    <dgm:cxn modelId="{136A1D8C-96C3-4DB5-8007-3D5D6B4B12E7}" type="presParOf" srcId="{440BD068-2C3A-458E-8086-067BEB76FAD3}" destId="{7F7950BC-6172-4367-A83E-FF3468F9A5A2}" srcOrd="1" destOrd="0" presId="urn:diagrams.loki3.com/BracketList"/>
    <dgm:cxn modelId="{9314BDAB-9632-4BE3-BA98-5D016C1DFB0C}" type="presParOf" srcId="{440BD068-2C3A-458E-8086-067BEB76FAD3}" destId="{65853F49-3AB9-4BBB-85E0-0A4242832C4D}" srcOrd="2" destOrd="0" presId="urn:diagrams.loki3.com/BracketList"/>
    <dgm:cxn modelId="{5074CA32-E9AB-40D1-83CC-4E1460D60A3D}" type="presParOf" srcId="{440BD068-2C3A-458E-8086-067BEB76FAD3}" destId="{FC641D5C-28B6-4E7B-A723-98825C25DC97}" srcOrd="3" destOrd="0" presId="urn:diagrams.loki3.com/BracketList"/>
    <dgm:cxn modelId="{437FF108-0EEE-427C-A7D2-2298BFAFF11E}" type="presParOf" srcId="{157F6EB2-A5F3-4DC7-9E59-F1F218C78D99}" destId="{2F2CEB0B-7F8E-4D70-B9A7-C1E4F459537D}" srcOrd="3" destOrd="0" presId="urn:diagrams.loki3.com/BracketList"/>
    <dgm:cxn modelId="{CF893B10-4A0A-4AD2-B4A6-CCA6E6F693BA}" type="presParOf" srcId="{157F6EB2-A5F3-4DC7-9E59-F1F218C78D99}" destId="{E893AE70-0699-43BF-BA8F-845C3ED2D527}" srcOrd="4" destOrd="0" presId="urn:diagrams.loki3.com/BracketList"/>
    <dgm:cxn modelId="{F6EC37A1-501C-49FB-B168-02C987211DE8}" type="presParOf" srcId="{E893AE70-0699-43BF-BA8F-845C3ED2D527}" destId="{086808D8-459E-4FF2-B0B3-6F437D4B89A0}" srcOrd="0" destOrd="0" presId="urn:diagrams.loki3.com/BracketList"/>
    <dgm:cxn modelId="{84EF4060-CF66-4448-8D0F-ACAE50D403B1}" type="presParOf" srcId="{E893AE70-0699-43BF-BA8F-845C3ED2D527}" destId="{44B6DC66-63C1-4DE9-B6B9-B94977EF12DB}" srcOrd="1" destOrd="0" presId="urn:diagrams.loki3.com/BracketList"/>
    <dgm:cxn modelId="{E7BF7578-83AC-49F9-9A2F-3BC79CAE5A7B}" type="presParOf" srcId="{E893AE70-0699-43BF-BA8F-845C3ED2D527}" destId="{79425912-E929-4762-974D-C23EB17DF3BB}" srcOrd="2" destOrd="0" presId="urn:diagrams.loki3.com/BracketList"/>
    <dgm:cxn modelId="{58CD6B37-206C-4B54-B1E2-15ABA7B7A42F}" type="presParOf" srcId="{E893AE70-0699-43BF-BA8F-845C3ED2D527}" destId="{804F3B94-D0A9-4A6A-800E-B186BC4D4C32}" srcOrd="3" destOrd="0" presId="urn:diagrams.loki3.com/BracketList"/>
    <dgm:cxn modelId="{387C4ED8-BD00-4F15-BA51-8F310538D820}" type="presParOf" srcId="{157F6EB2-A5F3-4DC7-9E59-F1F218C78D99}" destId="{E642B8FA-2C62-4DA1-9892-0AD6252F6772}" srcOrd="5" destOrd="0" presId="urn:diagrams.loki3.com/BracketList"/>
    <dgm:cxn modelId="{F8900C52-8F89-48E9-A4B4-02C95659DA69}" type="presParOf" srcId="{157F6EB2-A5F3-4DC7-9E59-F1F218C78D99}" destId="{4FFF0CB0-2121-4D23-AAE3-4E8B5A4CD95E}" srcOrd="6" destOrd="0" presId="urn:diagrams.loki3.com/BracketList"/>
    <dgm:cxn modelId="{EA390683-CF9F-4F5F-A174-8C0BD7A4E5DE}" type="presParOf" srcId="{4FFF0CB0-2121-4D23-AAE3-4E8B5A4CD95E}" destId="{ACA9F918-9BAE-459A-8160-BBDB1CB86BFE}" srcOrd="0" destOrd="0" presId="urn:diagrams.loki3.com/BracketList"/>
    <dgm:cxn modelId="{2B6ED9FB-C691-4871-8EDA-6F4E49A7A80F}" type="presParOf" srcId="{4FFF0CB0-2121-4D23-AAE3-4E8B5A4CD95E}" destId="{9FFA515F-2A98-46CE-8789-369A106C7AED}" srcOrd="1" destOrd="0" presId="urn:diagrams.loki3.com/BracketList"/>
    <dgm:cxn modelId="{DC22C0D7-051C-4F27-BC83-B844F577A147}" type="presParOf" srcId="{4FFF0CB0-2121-4D23-AAE3-4E8B5A4CD95E}" destId="{0908CB75-F383-4F01-AA2C-4ADAB1F9ABC2}" srcOrd="2" destOrd="0" presId="urn:diagrams.loki3.com/BracketList"/>
    <dgm:cxn modelId="{8E11F6BA-ECA7-47E5-A4D9-22C5EB9BF556}" type="presParOf" srcId="{4FFF0CB0-2121-4D23-AAE3-4E8B5A4CD95E}" destId="{2B00FADD-D9D1-4F27-BBC2-22A92CD4FA8D}" srcOrd="3" destOrd="0" presId="urn:diagrams.loki3.com/BracketList"/>
    <dgm:cxn modelId="{EB97FBCC-F9E8-44DD-8C38-DB5136CE502D}" type="presParOf" srcId="{157F6EB2-A5F3-4DC7-9E59-F1F218C78D99}" destId="{F1FA7016-4212-4377-B429-37D3DE9AFD38}" srcOrd="7" destOrd="0" presId="urn:diagrams.loki3.com/BracketList"/>
    <dgm:cxn modelId="{9E1212C3-9A5D-4DE3-88E7-A62BEBB93FEE}" type="presParOf" srcId="{157F6EB2-A5F3-4DC7-9E59-F1F218C78D99}" destId="{B9F699CF-0B53-414F-A630-58A6332689D6}" srcOrd="8" destOrd="0" presId="urn:diagrams.loki3.com/BracketList"/>
    <dgm:cxn modelId="{C98AC6EC-FDFE-4F66-A2AE-0E470DA8E032}" type="presParOf" srcId="{B9F699CF-0B53-414F-A630-58A6332689D6}" destId="{26B39AFB-79E3-4229-99BE-21D72112F729}" srcOrd="0" destOrd="0" presId="urn:diagrams.loki3.com/BracketList"/>
    <dgm:cxn modelId="{45F0571D-A050-494E-A3F2-656ECEF29369}" type="presParOf" srcId="{B9F699CF-0B53-414F-A630-58A6332689D6}" destId="{8300225D-7F8F-40C4-8E86-05F2466EBC61}" srcOrd="1" destOrd="0" presId="urn:diagrams.loki3.com/BracketList"/>
    <dgm:cxn modelId="{D748E068-7506-4A49-9D7E-C75CCD20EE45}" type="presParOf" srcId="{B9F699CF-0B53-414F-A630-58A6332689D6}" destId="{5722043A-9E6F-4134-9C85-4049FDB5300B}" srcOrd="2" destOrd="0" presId="urn:diagrams.loki3.com/BracketList"/>
    <dgm:cxn modelId="{F27496DB-736F-4B07-B436-ADCE08EA058B}" type="presParOf" srcId="{B9F699CF-0B53-414F-A630-58A6332689D6}" destId="{C01CF389-EDB1-4234-B42B-737115318649}"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85BADB2-40C7-431A-A8CF-C93C6892C14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5A7C27E-A7C1-460C-920A-E85AC0E00DFB}">
      <dgm:prSet phldrT="[Text]" custT="1"/>
      <dgm:spPr/>
      <dgm:t>
        <a:bodyPr/>
        <a:lstStyle/>
        <a:p>
          <a:r>
            <a:rPr lang="en-US" sz="2800" dirty="0"/>
            <a:t>Basic Medical Instrumentation System</a:t>
          </a:r>
          <a:endParaRPr lang="en-IN" sz="2800" dirty="0"/>
        </a:p>
      </dgm:t>
    </dgm:pt>
    <dgm:pt modelId="{09A4292F-002B-4913-B0E4-FD48DA72941D}" type="parTrans" cxnId="{A54A039B-8331-4182-B046-DA88FC77158D}">
      <dgm:prSet/>
      <dgm:spPr/>
      <dgm:t>
        <a:bodyPr/>
        <a:lstStyle/>
        <a:p>
          <a:endParaRPr lang="en-IN" sz="2400"/>
        </a:p>
      </dgm:t>
    </dgm:pt>
    <dgm:pt modelId="{50A67D70-F724-4489-A3AB-31D554FF1D62}" type="sibTrans" cxnId="{A54A039B-8331-4182-B046-DA88FC77158D}">
      <dgm:prSet/>
      <dgm:spPr/>
      <dgm:t>
        <a:bodyPr/>
        <a:lstStyle/>
        <a:p>
          <a:endParaRPr lang="en-IN" sz="2400"/>
        </a:p>
      </dgm:t>
    </dgm:pt>
    <dgm:pt modelId="{C51DE3DA-1F8D-4091-B00A-FAA806688A60}">
      <dgm:prSet phldrT="[Text]" custT="1"/>
      <dgm:spPr/>
      <dgm:t>
        <a:bodyPr/>
        <a:lstStyle/>
        <a:p>
          <a:pPr algn="just"/>
          <a:r>
            <a:rPr lang="en-US" sz="2400" dirty="0"/>
            <a:t>The basic components of this system are the </a:t>
          </a:r>
          <a:r>
            <a:rPr lang="en-US" sz="2400" b="1" dirty="0">
              <a:highlight>
                <a:srgbClr val="FFFF00"/>
              </a:highlight>
            </a:rPr>
            <a:t>same as in any other instrument system</a:t>
          </a:r>
          <a:endParaRPr lang="en-IN" sz="2400" b="1" dirty="0">
            <a:highlight>
              <a:srgbClr val="FFFF00"/>
            </a:highlight>
          </a:endParaRPr>
        </a:p>
      </dgm:t>
    </dgm:pt>
    <dgm:pt modelId="{EE8BDC1F-2122-41A6-BB2C-DCE7F7729AAB}" type="parTrans" cxnId="{1D7464F6-C6C4-4CB9-BAFF-803B83F9E855}">
      <dgm:prSet/>
      <dgm:spPr/>
      <dgm:t>
        <a:bodyPr/>
        <a:lstStyle/>
        <a:p>
          <a:endParaRPr lang="en-IN" sz="2400"/>
        </a:p>
      </dgm:t>
    </dgm:pt>
    <dgm:pt modelId="{DAB230D3-C1FE-4136-BE51-04E1BDA0AD69}" type="sibTrans" cxnId="{1D7464F6-C6C4-4CB9-BAFF-803B83F9E855}">
      <dgm:prSet/>
      <dgm:spPr/>
      <dgm:t>
        <a:bodyPr/>
        <a:lstStyle/>
        <a:p>
          <a:endParaRPr lang="en-IN" sz="2400"/>
        </a:p>
      </dgm:t>
    </dgm:pt>
    <dgm:pt modelId="{08D690FD-A937-40DF-B9E2-0D8693DF43CE}">
      <dgm:prSet phldrT="[Text]" custT="1"/>
      <dgm:spPr/>
      <dgm:t>
        <a:bodyPr/>
        <a:lstStyle/>
        <a:p>
          <a:pPr algn="just"/>
          <a:r>
            <a:rPr lang="en-US" sz="2400" dirty="0"/>
            <a:t>The only difference is in this case the </a:t>
          </a:r>
          <a:r>
            <a:rPr lang="en-US" sz="2400" b="1" dirty="0">
              <a:highlight>
                <a:srgbClr val="FFFF00"/>
              </a:highlight>
            </a:rPr>
            <a:t>living human being considered as subject</a:t>
          </a:r>
          <a:endParaRPr lang="en-IN" sz="2400" b="1" dirty="0">
            <a:highlight>
              <a:srgbClr val="FFFF00"/>
            </a:highlight>
          </a:endParaRPr>
        </a:p>
      </dgm:t>
    </dgm:pt>
    <dgm:pt modelId="{FDA59395-7B69-468B-A894-039C40B17B21}" type="parTrans" cxnId="{40D81CE6-4A45-45D9-82C6-649A684C4D17}">
      <dgm:prSet/>
      <dgm:spPr/>
      <dgm:t>
        <a:bodyPr/>
        <a:lstStyle/>
        <a:p>
          <a:endParaRPr lang="en-IN" sz="2400"/>
        </a:p>
      </dgm:t>
    </dgm:pt>
    <dgm:pt modelId="{CE79672C-7512-41B5-AE7E-E3AA212B49AE}" type="sibTrans" cxnId="{40D81CE6-4A45-45D9-82C6-649A684C4D17}">
      <dgm:prSet/>
      <dgm:spPr/>
      <dgm:t>
        <a:bodyPr/>
        <a:lstStyle/>
        <a:p>
          <a:endParaRPr lang="en-IN" sz="2400"/>
        </a:p>
      </dgm:t>
    </dgm:pt>
    <dgm:pt modelId="{DBC68DF1-A399-492C-A9E8-7B07CC96ACEA}">
      <dgm:prSet phldrT="[Text]" custT="1"/>
      <dgm:spPr/>
      <dgm:t>
        <a:bodyPr/>
        <a:lstStyle/>
        <a:p>
          <a:r>
            <a:rPr lang="en-US" sz="2800" dirty="0"/>
            <a:t>The main components are</a:t>
          </a:r>
          <a:endParaRPr lang="en-IN" sz="2800" dirty="0"/>
        </a:p>
      </dgm:t>
    </dgm:pt>
    <dgm:pt modelId="{10C93D81-D6D3-4675-8CE4-D2ECDE9D2A64}" type="parTrans" cxnId="{2F680577-3182-4764-96E2-148AC6F4515D}">
      <dgm:prSet/>
      <dgm:spPr/>
      <dgm:t>
        <a:bodyPr/>
        <a:lstStyle/>
        <a:p>
          <a:endParaRPr lang="en-IN" sz="2400"/>
        </a:p>
      </dgm:t>
    </dgm:pt>
    <dgm:pt modelId="{318B37B0-C9BC-49D0-B2FE-ACF3A3BE49F6}" type="sibTrans" cxnId="{2F680577-3182-4764-96E2-148AC6F4515D}">
      <dgm:prSet/>
      <dgm:spPr/>
      <dgm:t>
        <a:bodyPr/>
        <a:lstStyle/>
        <a:p>
          <a:endParaRPr lang="en-IN" sz="2400"/>
        </a:p>
      </dgm:t>
    </dgm:pt>
    <dgm:pt modelId="{E0DFC0EF-60AE-4950-A42B-364A4E3C7972}">
      <dgm:prSet phldrT="[Text]" custT="1"/>
      <dgm:spPr/>
      <dgm:t>
        <a:bodyPr/>
        <a:lstStyle/>
        <a:p>
          <a:pPr algn="just"/>
          <a:r>
            <a:rPr lang="en-US" sz="2400" b="1" dirty="0"/>
            <a:t>Measurand/Subject (human being)</a:t>
          </a:r>
          <a:endParaRPr lang="en-IN" sz="2400" b="1" dirty="0"/>
        </a:p>
      </dgm:t>
    </dgm:pt>
    <dgm:pt modelId="{39826E31-E624-4C97-B026-10B8D8B5B8ED}" type="parTrans" cxnId="{1F9ACC31-1F18-444C-863B-4419F107C673}">
      <dgm:prSet/>
      <dgm:spPr/>
      <dgm:t>
        <a:bodyPr/>
        <a:lstStyle/>
        <a:p>
          <a:endParaRPr lang="en-IN" sz="2400"/>
        </a:p>
      </dgm:t>
    </dgm:pt>
    <dgm:pt modelId="{F81326BE-6000-4958-B058-AC46E510DCD2}" type="sibTrans" cxnId="{1F9ACC31-1F18-444C-863B-4419F107C673}">
      <dgm:prSet/>
      <dgm:spPr/>
      <dgm:t>
        <a:bodyPr/>
        <a:lstStyle/>
        <a:p>
          <a:endParaRPr lang="en-IN" sz="2400"/>
        </a:p>
      </dgm:t>
    </dgm:pt>
    <dgm:pt modelId="{5BDCC253-DA4B-4578-97BD-60D85B3F3304}">
      <dgm:prSet phldrT="[Text]" custT="1"/>
      <dgm:spPr/>
      <dgm:t>
        <a:bodyPr/>
        <a:lstStyle/>
        <a:p>
          <a:pPr algn="just"/>
          <a:r>
            <a:rPr lang="en-US" sz="2400" b="1" dirty="0"/>
            <a:t>Control device</a:t>
          </a:r>
          <a:endParaRPr lang="en-IN" sz="2400" b="1" dirty="0"/>
        </a:p>
      </dgm:t>
    </dgm:pt>
    <dgm:pt modelId="{746DE5B8-1783-44DD-9F41-7721AC2E622F}" type="parTrans" cxnId="{00AC4919-FECA-4DA4-A817-02E81A19B927}">
      <dgm:prSet/>
      <dgm:spPr/>
      <dgm:t>
        <a:bodyPr/>
        <a:lstStyle/>
        <a:p>
          <a:endParaRPr lang="en-IN" sz="2400"/>
        </a:p>
      </dgm:t>
    </dgm:pt>
    <dgm:pt modelId="{3F3CEF13-6498-4758-9950-7F1425A97AF0}" type="sibTrans" cxnId="{00AC4919-FECA-4DA4-A817-02E81A19B927}">
      <dgm:prSet/>
      <dgm:spPr/>
      <dgm:t>
        <a:bodyPr/>
        <a:lstStyle/>
        <a:p>
          <a:endParaRPr lang="en-IN" sz="2400"/>
        </a:p>
      </dgm:t>
    </dgm:pt>
    <dgm:pt modelId="{22E93403-199E-47C3-BF74-EBABF6A36E40}">
      <dgm:prSet phldrT="[Text]" custT="1"/>
      <dgm:spPr/>
      <dgm:t>
        <a:bodyPr/>
        <a:lstStyle/>
        <a:p>
          <a:pPr algn="just"/>
          <a:r>
            <a:rPr lang="en-US" sz="2400" b="1" dirty="0"/>
            <a:t>Stimulus</a:t>
          </a:r>
          <a:endParaRPr lang="en-IN" sz="2400" b="1" dirty="0"/>
        </a:p>
      </dgm:t>
    </dgm:pt>
    <dgm:pt modelId="{498B6A2C-9C85-4FD0-946C-086DDA5DA3B6}" type="parTrans" cxnId="{D7F758E2-1938-49FB-8A0B-90EBEAA7ACEE}">
      <dgm:prSet/>
      <dgm:spPr/>
      <dgm:t>
        <a:bodyPr/>
        <a:lstStyle/>
        <a:p>
          <a:endParaRPr lang="en-IN" sz="2400"/>
        </a:p>
      </dgm:t>
    </dgm:pt>
    <dgm:pt modelId="{B86A4736-9758-4D28-842A-5691F65EF8DC}" type="sibTrans" cxnId="{D7F758E2-1938-49FB-8A0B-90EBEAA7ACEE}">
      <dgm:prSet/>
      <dgm:spPr/>
      <dgm:t>
        <a:bodyPr/>
        <a:lstStyle/>
        <a:p>
          <a:endParaRPr lang="en-IN" sz="2400"/>
        </a:p>
      </dgm:t>
    </dgm:pt>
    <dgm:pt modelId="{6669087E-0CA2-47F6-B14E-471746B41E97}">
      <dgm:prSet phldrT="[Text]" custT="1"/>
      <dgm:spPr/>
      <dgm:t>
        <a:bodyPr/>
        <a:lstStyle/>
        <a:p>
          <a:pPr algn="just"/>
          <a:r>
            <a:rPr lang="en-US" sz="2400" b="1" dirty="0"/>
            <a:t>Transducers/ Sensor</a:t>
          </a:r>
          <a:endParaRPr lang="en-IN" sz="2400" b="1" dirty="0"/>
        </a:p>
      </dgm:t>
    </dgm:pt>
    <dgm:pt modelId="{D2AD5265-BA1B-4B8F-970F-84B9D1CD6AEE}" type="parTrans" cxnId="{988463BF-AFF7-472F-925E-5FE56306E51F}">
      <dgm:prSet/>
      <dgm:spPr/>
      <dgm:t>
        <a:bodyPr/>
        <a:lstStyle/>
        <a:p>
          <a:endParaRPr lang="en-IN" sz="2400"/>
        </a:p>
      </dgm:t>
    </dgm:pt>
    <dgm:pt modelId="{51AA3534-0FF3-4C18-803E-BD529807E44B}" type="sibTrans" cxnId="{988463BF-AFF7-472F-925E-5FE56306E51F}">
      <dgm:prSet/>
      <dgm:spPr/>
      <dgm:t>
        <a:bodyPr/>
        <a:lstStyle/>
        <a:p>
          <a:endParaRPr lang="en-IN" sz="2400"/>
        </a:p>
      </dgm:t>
    </dgm:pt>
    <dgm:pt modelId="{B7D67072-DAEB-4E37-8B22-16F0536A9054}">
      <dgm:prSet phldrT="[Text]" custT="1"/>
      <dgm:spPr/>
      <dgm:t>
        <a:bodyPr/>
        <a:lstStyle/>
        <a:p>
          <a:pPr algn="just"/>
          <a:r>
            <a:rPr lang="en-US" sz="2400" b="1" dirty="0"/>
            <a:t>Signal conditioning equipment</a:t>
          </a:r>
          <a:endParaRPr lang="en-IN" sz="2400" b="1" dirty="0"/>
        </a:p>
      </dgm:t>
    </dgm:pt>
    <dgm:pt modelId="{7A2EC43D-7A69-4958-A3FA-C7C352B79D2F}" type="parTrans" cxnId="{869E8C98-F49D-4A92-B054-E6172A41E7DD}">
      <dgm:prSet/>
      <dgm:spPr/>
      <dgm:t>
        <a:bodyPr/>
        <a:lstStyle/>
        <a:p>
          <a:endParaRPr lang="en-IN" sz="2400"/>
        </a:p>
      </dgm:t>
    </dgm:pt>
    <dgm:pt modelId="{3397EF05-21D7-4915-A230-F293492EAC00}" type="sibTrans" cxnId="{869E8C98-F49D-4A92-B054-E6172A41E7DD}">
      <dgm:prSet/>
      <dgm:spPr/>
      <dgm:t>
        <a:bodyPr/>
        <a:lstStyle/>
        <a:p>
          <a:endParaRPr lang="en-IN" sz="2400"/>
        </a:p>
      </dgm:t>
    </dgm:pt>
    <dgm:pt modelId="{6CE15165-7821-47A4-B759-E6AB5B6FEEB8}">
      <dgm:prSet phldrT="[Text]" custT="1"/>
      <dgm:spPr/>
      <dgm:t>
        <a:bodyPr/>
        <a:lstStyle/>
        <a:p>
          <a:pPr algn="just"/>
          <a:r>
            <a:rPr lang="en-US" sz="2400" b="1" dirty="0"/>
            <a:t>Display equipment</a:t>
          </a:r>
          <a:endParaRPr lang="en-IN" sz="2400" b="1" dirty="0"/>
        </a:p>
      </dgm:t>
    </dgm:pt>
    <dgm:pt modelId="{83FC321D-64D8-40CC-829A-5799038922DB}" type="parTrans" cxnId="{BFE7BF04-F3EE-4CA9-8401-F19E720071FF}">
      <dgm:prSet/>
      <dgm:spPr/>
      <dgm:t>
        <a:bodyPr/>
        <a:lstStyle/>
        <a:p>
          <a:endParaRPr lang="en-IN" sz="2400"/>
        </a:p>
      </dgm:t>
    </dgm:pt>
    <dgm:pt modelId="{CF8CB6DB-82F8-4572-A5F5-30DDF606D1AA}" type="sibTrans" cxnId="{BFE7BF04-F3EE-4CA9-8401-F19E720071FF}">
      <dgm:prSet/>
      <dgm:spPr/>
      <dgm:t>
        <a:bodyPr/>
        <a:lstStyle/>
        <a:p>
          <a:endParaRPr lang="en-IN" sz="2400"/>
        </a:p>
      </dgm:t>
    </dgm:pt>
    <dgm:pt modelId="{1AA00BA7-E328-431E-8BF8-58D0EE82FF8A}">
      <dgm:prSet phldrT="[Text]" custT="1"/>
      <dgm:spPr/>
      <dgm:t>
        <a:bodyPr/>
        <a:lstStyle/>
        <a:p>
          <a:pPr algn="just"/>
          <a:r>
            <a:rPr lang="en-US" sz="2400" b="1" dirty="0"/>
            <a:t>Recording data processing unit</a:t>
          </a:r>
          <a:endParaRPr lang="en-IN" sz="2400" b="1" dirty="0"/>
        </a:p>
      </dgm:t>
    </dgm:pt>
    <dgm:pt modelId="{7309C93A-A6EC-4A21-99DE-6FC4391E0C95}" type="parTrans" cxnId="{2ED55AB8-6F64-4BBA-BDA7-62E7335615E4}">
      <dgm:prSet/>
      <dgm:spPr/>
      <dgm:t>
        <a:bodyPr/>
        <a:lstStyle/>
        <a:p>
          <a:endParaRPr lang="en-IN" sz="2400"/>
        </a:p>
      </dgm:t>
    </dgm:pt>
    <dgm:pt modelId="{C3D44105-F093-4A9A-B42A-1800C9A3B1B8}" type="sibTrans" cxnId="{2ED55AB8-6F64-4BBA-BDA7-62E7335615E4}">
      <dgm:prSet/>
      <dgm:spPr/>
      <dgm:t>
        <a:bodyPr/>
        <a:lstStyle/>
        <a:p>
          <a:endParaRPr lang="en-IN" sz="2400"/>
        </a:p>
      </dgm:t>
    </dgm:pt>
    <dgm:pt modelId="{27CA4D36-B26E-48AC-9271-A03276BE68FE}" type="pres">
      <dgm:prSet presAssocID="{D85BADB2-40C7-431A-A8CF-C93C6892C14E}" presName="linear" presStyleCnt="0">
        <dgm:presLayoutVars>
          <dgm:dir/>
          <dgm:animLvl val="lvl"/>
          <dgm:resizeHandles val="exact"/>
        </dgm:presLayoutVars>
      </dgm:prSet>
      <dgm:spPr/>
    </dgm:pt>
    <dgm:pt modelId="{DB204449-4239-488B-8979-578ED6BFF7AA}" type="pres">
      <dgm:prSet presAssocID="{65A7C27E-A7C1-460C-920A-E85AC0E00DFB}" presName="parentLin" presStyleCnt="0"/>
      <dgm:spPr/>
    </dgm:pt>
    <dgm:pt modelId="{81CD62B1-EBEA-4623-B20F-D0CCBB08DD9B}" type="pres">
      <dgm:prSet presAssocID="{65A7C27E-A7C1-460C-920A-E85AC0E00DFB}" presName="parentLeftMargin" presStyleLbl="node1" presStyleIdx="0" presStyleCnt="2"/>
      <dgm:spPr/>
    </dgm:pt>
    <dgm:pt modelId="{5C45DC6F-E1BC-4D26-B502-F879435B427C}" type="pres">
      <dgm:prSet presAssocID="{65A7C27E-A7C1-460C-920A-E85AC0E00DFB}" presName="parentText" presStyleLbl="node1" presStyleIdx="0" presStyleCnt="2" custScaleX="142857">
        <dgm:presLayoutVars>
          <dgm:chMax val="0"/>
          <dgm:bulletEnabled val="1"/>
        </dgm:presLayoutVars>
      </dgm:prSet>
      <dgm:spPr/>
    </dgm:pt>
    <dgm:pt modelId="{6EE85EEF-9265-48D3-A0E8-BF0EBFB0353A}" type="pres">
      <dgm:prSet presAssocID="{65A7C27E-A7C1-460C-920A-E85AC0E00DFB}" presName="negativeSpace" presStyleCnt="0"/>
      <dgm:spPr/>
    </dgm:pt>
    <dgm:pt modelId="{ED8895C8-054A-4FCC-928E-BDAD8828735E}" type="pres">
      <dgm:prSet presAssocID="{65A7C27E-A7C1-460C-920A-E85AC0E00DFB}" presName="childText" presStyleLbl="conFgAcc1" presStyleIdx="0" presStyleCnt="2">
        <dgm:presLayoutVars>
          <dgm:bulletEnabled val="1"/>
        </dgm:presLayoutVars>
      </dgm:prSet>
      <dgm:spPr/>
    </dgm:pt>
    <dgm:pt modelId="{56F138F2-B69C-4C47-A22D-106CE4529205}" type="pres">
      <dgm:prSet presAssocID="{50A67D70-F724-4489-A3AB-31D554FF1D62}" presName="spaceBetweenRectangles" presStyleCnt="0"/>
      <dgm:spPr/>
    </dgm:pt>
    <dgm:pt modelId="{F3D8A748-F730-4BF2-B041-3577A5D652A8}" type="pres">
      <dgm:prSet presAssocID="{DBC68DF1-A399-492C-A9E8-7B07CC96ACEA}" presName="parentLin" presStyleCnt="0"/>
      <dgm:spPr/>
    </dgm:pt>
    <dgm:pt modelId="{3D22BE22-8010-4DE8-B8CA-A4731167E5D7}" type="pres">
      <dgm:prSet presAssocID="{DBC68DF1-A399-492C-A9E8-7B07CC96ACEA}" presName="parentLeftMargin" presStyleLbl="node1" presStyleIdx="0" presStyleCnt="2"/>
      <dgm:spPr/>
    </dgm:pt>
    <dgm:pt modelId="{703F637B-F6D3-4E54-8541-62D30F72D7E8}" type="pres">
      <dgm:prSet presAssocID="{DBC68DF1-A399-492C-A9E8-7B07CC96ACEA}" presName="parentText" presStyleLbl="node1" presStyleIdx="1" presStyleCnt="2">
        <dgm:presLayoutVars>
          <dgm:chMax val="0"/>
          <dgm:bulletEnabled val="1"/>
        </dgm:presLayoutVars>
      </dgm:prSet>
      <dgm:spPr/>
    </dgm:pt>
    <dgm:pt modelId="{D97A5A86-B8AE-43E7-B0DB-B947BEB57476}" type="pres">
      <dgm:prSet presAssocID="{DBC68DF1-A399-492C-A9E8-7B07CC96ACEA}" presName="negativeSpace" presStyleCnt="0"/>
      <dgm:spPr/>
    </dgm:pt>
    <dgm:pt modelId="{3CA53656-C0D1-4A22-9DCB-8CA5F635B08A}" type="pres">
      <dgm:prSet presAssocID="{DBC68DF1-A399-492C-A9E8-7B07CC96ACEA}" presName="childText" presStyleLbl="conFgAcc1" presStyleIdx="1" presStyleCnt="2">
        <dgm:presLayoutVars>
          <dgm:bulletEnabled val="1"/>
        </dgm:presLayoutVars>
      </dgm:prSet>
      <dgm:spPr/>
    </dgm:pt>
  </dgm:ptLst>
  <dgm:cxnLst>
    <dgm:cxn modelId="{E8FD1002-D4E2-4B25-AE2F-3EECBDD03374}" type="presOf" srcId="{6669087E-0CA2-47F6-B14E-471746B41E97}" destId="{3CA53656-C0D1-4A22-9DCB-8CA5F635B08A}" srcOrd="0" destOrd="2" presId="urn:microsoft.com/office/officeart/2005/8/layout/list1"/>
    <dgm:cxn modelId="{7E5C9204-813B-4EFA-85EE-8D86CA2898AA}" type="presOf" srcId="{6CE15165-7821-47A4-B759-E6AB5B6FEEB8}" destId="{3CA53656-C0D1-4A22-9DCB-8CA5F635B08A}" srcOrd="0" destOrd="4" presId="urn:microsoft.com/office/officeart/2005/8/layout/list1"/>
    <dgm:cxn modelId="{BFE7BF04-F3EE-4CA9-8401-F19E720071FF}" srcId="{DBC68DF1-A399-492C-A9E8-7B07CC96ACEA}" destId="{6CE15165-7821-47A4-B759-E6AB5B6FEEB8}" srcOrd="4" destOrd="0" parTransId="{83FC321D-64D8-40CC-829A-5799038922DB}" sibTransId="{CF8CB6DB-82F8-4572-A5F5-30DDF606D1AA}"/>
    <dgm:cxn modelId="{75C9FD06-5B61-46E4-A5DA-05968835BBB6}" type="presOf" srcId="{B7D67072-DAEB-4E37-8B22-16F0536A9054}" destId="{3CA53656-C0D1-4A22-9DCB-8CA5F635B08A}" srcOrd="0" destOrd="3" presId="urn:microsoft.com/office/officeart/2005/8/layout/list1"/>
    <dgm:cxn modelId="{00AC4919-FECA-4DA4-A817-02E81A19B927}" srcId="{DBC68DF1-A399-492C-A9E8-7B07CC96ACEA}" destId="{5BDCC253-DA4B-4578-97BD-60D85B3F3304}" srcOrd="6" destOrd="0" parTransId="{746DE5B8-1783-44DD-9F41-7721AC2E622F}" sibTransId="{3F3CEF13-6498-4758-9950-7F1425A97AF0}"/>
    <dgm:cxn modelId="{1F9ACC31-1F18-444C-863B-4419F107C673}" srcId="{DBC68DF1-A399-492C-A9E8-7B07CC96ACEA}" destId="{E0DFC0EF-60AE-4950-A42B-364A4E3C7972}" srcOrd="0" destOrd="0" parTransId="{39826E31-E624-4C97-B026-10B8D8B5B8ED}" sibTransId="{F81326BE-6000-4958-B058-AC46E510DCD2}"/>
    <dgm:cxn modelId="{309F5F3D-4B34-4E87-893D-1F761F3CBBE3}" type="presOf" srcId="{65A7C27E-A7C1-460C-920A-E85AC0E00DFB}" destId="{81CD62B1-EBEA-4623-B20F-D0CCBB08DD9B}" srcOrd="0" destOrd="0" presId="urn:microsoft.com/office/officeart/2005/8/layout/list1"/>
    <dgm:cxn modelId="{FC695A5D-A5E1-4C9F-A0AA-B16A64090367}" type="presOf" srcId="{DBC68DF1-A399-492C-A9E8-7B07CC96ACEA}" destId="{703F637B-F6D3-4E54-8541-62D30F72D7E8}" srcOrd="1" destOrd="0" presId="urn:microsoft.com/office/officeart/2005/8/layout/list1"/>
    <dgm:cxn modelId="{2F680577-3182-4764-96E2-148AC6F4515D}" srcId="{D85BADB2-40C7-431A-A8CF-C93C6892C14E}" destId="{DBC68DF1-A399-492C-A9E8-7B07CC96ACEA}" srcOrd="1" destOrd="0" parTransId="{10C93D81-D6D3-4675-8CE4-D2ECDE9D2A64}" sibTransId="{318B37B0-C9BC-49D0-B2FE-ACF3A3BE49F6}"/>
    <dgm:cxn modelId="{4088BD57-92AA-4DF4-8930-C2740BAA245A}" type="presOf" srcId="{D85BADB2-40C7-431A-A8CF-C93C6892C14E}" destId="{27CA4D36-B26E-48AC-9271-A03276BE68FE}" srcOrd="0" destOrd="0" presId="urn:microsoft.com/office/officeart/2005/8/layout/list1"/>
    <dgm:cxn modelId="{3017817D-C693-4169-A58F-3C5354F33F47}" type="presOf" srcId="{C51DE3DA-1F8D-4091-B00A-FAA806688A60}" destId="{ED8895C8-054A-4FCC-928E-BDAD8828735E}" srcOrd="0" destOrd="0" presId="urn:microsoft.com/office/officeart/2005/8/layout/list1"/>
    <dgm:cxn modelId="{AA622288-88E3-438B-8DF2-0D27224580D1}" type="presOf" srcId="{E0DFC0EF-60AE-4950-A42B-364A4E3C7972}" destId="{3CA53656-C0D1-4A22-9DCB-8CA5F635B08A}" srcOrd="0" destOrd="0" presId="urn:microsoft.com/office/officeart/2005/8/layout/list1"/>
    <dgm:cxn modelId="{253B8A95-A7F8-4625-8701-BDC49E155C2E}" type="presOf" srcId="{08D690FD-A937-40DF-B9E2-0D8693DF43CE}" destId="{ED8895C8-054A-4FCC-928E-BDAD8828735E}" srcOrd="0" destOrd="1" presId="urn:microsoft.com/office/officeart/2005/8/layout/list1"/>
    <dgm:cxn modelId="{DB0E2797-607C-4DC5-8072-D881047FEC96}" type="presOf" srcId="{22E93403-199E-47C3-BF74-EBABF6A36E40}" destId="{3CA53656-C0D1-4A22-9DCB-8CA5F635B08A}" srcOrd="0" destOrd="1" presId="urn:microsoft.com/office/officeart/2005/8/layout/list1"/>
    <dgm:cxn modelId="{869E8C98-F49D-4A92-B054-E6172A41E7DD}" srcId="{DBC68DF1-A399-492C-A9E8-7B07CC96ACEA}" destId="{B7D67072-DAEB-4E37-8B22-16F0536A9054}" srcOrd="3" destOrd="0" parTransId="{7A2EC43D-7A69-4958-A3FA-C7C352B79D2F}" sibTransId="{3397EF05-21D7-4915-A230-F293492EAC00}"/>
    <dgm:cxn modelId="{778DF898-C93A-4303-A665-01CCD3241184}" type="presOf" srcId="{DBC68DF1-A399-492C-A9E8-7B07CC96ACEA}" destId="{3D22BE22-8010-4DE8-B8CA-A4731167E5D7}" srcOrd="0" destOrd="0" presId="urn:microsoft.com/office/officeart/2005/8/layout/list1"/>
    <dgm:cxn modelId="{A54A039B-8331-4182-B046-DA88FC77158D}" srcId="{D85BADB2-40C7-431A-A8CF-C93C6892C14E}" destId="{65A7C27E-A7C1-460C-920A-E85AC0E00DFB}" srcOrd="0" destOrd="0" parTransId="{09A4292F-002B-4913-B0E4-FD48DA72941D}" sibTransId="{50A67D70-F724-4489-A3AB-31D554FF1D62}"/>
    <dgm:cxn modelId="{9660ADAA-EAAC-48E5-927B-AB664255C496}" type="presOf" srcId="{5BDCC253-DA4B-4578-97BD-60D85B3F3304}" destId="{3CA53656-C0D1-4A22-9DCB-8CA5F635B08A}" srcOrd="0" destOrd="6" presId="urn:microsoft.com/office/officeart/2005/8/layout/list1"/>
    <dgm:cxn modelId="{C713DEB1-A435-4191-BB21-0146A190C525}" type="presOf" srcId="{65A7C27E-A7C1-460C-920A-E85AC0E00DFB}" destId="{5C45DC6F-E1BC-4D26-B502-F879435B427C}" srcOrd="1" destOrd="0" presId="urn:microsoft.com/office/officeart/2005/8/layout/list1"/>
    <dgm:cxn modelId="{2ED55AB8-6F64-4BBA-BDA7-62E7335615E4}" srcId="{DBC68DF1-A399-492C-A9E8-7B07CC96ACEA}" destId="{1AA00BA7-E328-431E-8BF8-58D0EE82FF8A}" srcOrd="5" destOrd="0" parTransId="{7309C93A-A6EC-4A21-99DE-6FC4391E0C95}" sibTransId="{C3D44105-F093-4A9A-B42A-1800C9A3B1B8}"/>
    <dgm:cxn modelId="{988463BF-AFF7-472F-925E-5FE56306E51F}" srcId="{DBC68DF1-A399-492C-A9E8-7B07CC96ACEA}" destId="{6669087E-0CA2-47F6-B14E-471746B41E97}" srcOrd="2" destOrd="0" parTransId="{D2AD5265-BA1B-4B8F-970F-84B9D1CD6AEE}" sibTransId="{51AA3534-0FF3-4C18-803E-BD529807E44B}"/>
    <dgm:cxn modelId="{0B3840D2-D55A-4099-9000-7FDA778747C0}" type="presOf" srcId="{1AA00BA7-E328-431E-8BF8-58D0EE82FF8A}" destId="{3CA53656-C0D1-4A22-9DCB-8CA5F635B08A}" srcOrd="0" destOrd="5" presId="urn:microsoft.com/office/officeart/2005/8/layout/list1"/>
    <dgm:cxn modelId="{D7F758E2-1938-49FB-8A0B-90EBEAA7ACEE}" srcId="{DBC68DF1-A399-492C-A9E8-7B07CC96ACEA}" destId="{22E93403-199E-47C3-BF74-EBABF6A36E40}" srcOrd="1" destOrd="0" parTransId="{498B6A2C-9C85-4FD0-946C-086DDA5DA3B6}" sibTransId="{B86A4736-9758-4D28-842A-5691F65EF8DC}"/>
    <dgm:cxn modelId="{40D81CE6-4A45-45D9-82C6-649A684C4D17}" srcId="{65A7C27E-A7C1-460C-920A-E85AC0E00DFB}" destId="{08D690FD-A937-40DF-B9E2-0D8693DF43CE}" srcOrd="1" destOrd="0" parTransId="{FDA59395-7B69-468B-A894-039C40B17B21}" sibTransId="{CE79672C-7512-41B5-AE7E-E3AA212B49AE}"/>
    <dgm:cxn modelId="{1D7464F6-C6C4-4CB9-BAFF-803B83F9E855}" srcId="{65A7C27E-A7C1-460C-920A-E85AC0E00DFB}" destId="{C51DE3DA-1F8D-4091-B00A-FAA806688A60}" srcOrd="0" destOrd="0" parTransId="{EE8BDC1F-2122-41A6-BB2C-DCE7F7729AAB}" sibTransId="{DAB230D3-C1FE-4136-BE51-04E1BDA0AD69}"/>
    <dgm:cxn modelId="{870BA6EA-45EF-427F-A78B-C6D17D4D6C73}" type="presParOf" srcId="{27CA4D36-B26E-48AC-9271-A03276BE68FE}" destId="{DB204449-4239-488B-8979-578ED6BFF7AA}" srcOrd="0" destOrd="0" presId="urn:microsoft.com/office/officeart/2005/8/layout/list1"/>
    <dgm:cxn modelId="{7C909F59-5B5E-40B2-AF1B-76D9BBD07ACD}" type="presParOf" srcId="{DB204449-4239-488B-8979-578ED6BFF7AA}" destId="{81CD62B1-EBEA-4623-B20F-D0CCBB08DD9B}" srcOrd="0" destOrd="0" presId="urn:microsoft.com/office/officeart/2005/8/layout/list1"/>
    <dgm:cxn modelId="{85476A7E-A8FF-4D97-ACE7-948789C50BE7}" type="presParOf" srcId="{DB204449-4239-488B-8979-578ED6BFF7AA}" destId="{5C45DC6F-E1BC-4D26-B502-F879435B427C}" srcOrd="1" destOrd="0" presId="urn:microsoft.com/office/officeart/2005/8/layout/list1"/>
    <dgm:cxn modelId="{E8287FEC-7F02-4BB7-B906-17D5DC4CF596}" type="presParOf" srcId="{27CA4D36-B26E-48AC-9271-A03276BE68FE}" destId="{6EE85EEF-9265-48D3-A0E8-BF0EBFB0353A}" srcOrd="1" destOrd="0" presId="urn:microsoft.com/office/officeart/2005/8/layout/list1"/>
    <dgm:cxn modelId="{DE0A342F-E7A2-4123-9D73-2AD0E19E75E3}" type="presParOf" srcId="{27CA4D36-B26E-48AC-9271-A03276BE68FE}" destId="{ED8895C8-054A-4FCC-928E-BDAD8828735E}" srcOrd="2" destOrd="0" presId="urn:microsoft.com/office/officeart/2005/8/layout/list1"/>
    <dgm:cxn modelId="{D9C93EE7-197A-4A8A-A418-3F0DAFB0B50B}" type="presParOf" srcId="{27CA4D36-B26E-48AC-9271-A03276BE68FE}" destId="{56F138F2-B69C-4C47-A22D-106CE4529205}" srcOrd="3" destOrd="0" presId="urn:microsoft.com/office/officeart/2005/8/layout/list1"/>
    <dgm:cxn modelId="{F4B129CD-2DD9-4F3A-BC3D-C6DE455BD771}" type="presParOf" srcId="{27CA4D36-B26E-48AC-9271-A03276BE68FE}" destId="{F3D8A748-F730-4BF2-B041-3577A5D652A8}" srcOrd="4" destOrd="0" presId="urn:microsoft.com/office/officeart/2005/8/layout/list1"/>
    <dgm:cxn modelId="{D1D0EF32-3451-4181-BF2E-FBAFCF868109}" type="presParOf" srcId="{F3D8A748-F730-4BF2-B041-3577A5D652A8}" destId="{3D22BE22-8010-4DE8-B8CA-A4731167E5D7}" srcOrd="0" destOrd="0" presId="urn:microsoft.com/office/officeart/2005/8/layout/list1"/>
    <dgm:cxn modelId="{17279A34-025E-4F49-9E49-DE252D140272}" type="presParOf" srcId="{F3D8A748-F730-4BF2-B041-3577A5D652A8}" destId="{703F637B-F6D3-4E54-8541-62D30F72D7E8}" srcOrd="1" destOrd="0" presId="urn:microsoft.com/office/officeart/2005/8/layout/list1"/>
    <dgm:cxn modelId="{443775FC-8EB6-4735-81CD-53051522E39D}" type="presParOf" srcId="{27CA4D36-B26E-48AC-9271-A03276BE68FE}" destId="{D97A5A86-B8AE-43E7-B0DB-B947BEB57476}" srcOrd="5" destOrd="0" presId="urn:microsoft.com/office/officeart/2005/8/layout/list1"/>
    <dgm:cxn modelId="{677A359D-D98E-48EA-88D4-3BC4052F9A92}" type="presParOf" srcId="{27CA4D36-B26E-48AC-9271-A03276BE68FE}" destId="{3CA53656-C0D1-4A22-9DCB-8CA5F635B08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AF8B7E5-9C61-4758-966E-57BA08369D5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26A81F4-7A34-42F9-B62F-C7747B1A145E}">
      <dgm:prSet phldrT="[Text]" custT="1"/>
      <dgm:spPr/>
      <dgm:t>
        <a:bodyPr/>
        <a:lstStyle/>
        <a:p>
          <a:pPr algn="just"/>
          <a:r>
            <a:rPr lang="en-IN" sz="2800" b="1" i="0" dirty="0">
              <a:latin typeface="+mn-lt"/>
            </a:rPr>
            <a:t>Measurand</a:t>
          </a:r>
          <a:endParaRPr lang="en-IN" sz="2800" b="1" dirty="0">
            <a:latin typeface="+mn-lt"/>
          </a:endParaRPr>
        </a:p>
      </dgm:t>
    </dgm:pt>
    <dgm:pt modelId="{D851CEC5-7BB0-42D6-8EF4-703B3E82D85B}" type="parTrans" cxnId="{A0F8D842-0E87-4458-861B-0C64A8F31657}">
      <dgm:prSet/>
      <dgm:spPr/>
      <dgm:t>
        <a:bodyPr/>
        <a:lstStyle/>
        <a:p>
          <a:pPr algn="just"/>
          <a:endParaRPr lang="en-IN" sz="2000" b="0"/>
        </a:p>
      </dgm:t>
    </dgm:pt>
    <dgm:pt modelId="{36369B24-1223-4406-9B60-D86092F80599}" type="sibTrans" cxnId="{A0F8D842-0E87-4458-861B-0C64A8F31657}">
      <dgm:prSet/>
      <dgm:spPr/>
      <dgm:t>
        <a:bodyPr/>
        <a:lstStyle/>
        <a:p>
          <a:pPr algn="just"/>
          <a:endParaRPr lang="en-IN" sz="2000" b="0"/>
        </a:p>
      </dgm:t>
    </dgm:pt>
    <dgm:pt modelId="{FD30EB3B-5B42-4192-B4A3-679628649E60}">
      <dgm:prSet phldrT="[Text]" custT="1"/>
      <dgm:spPr/>
      <dgm:t>
        <a:bodyPr/>
        <a:lstStyle/>
        <a:p>
          <a:pPr algn="just"/>
          <a:r>
            <a:rPr lang="en-US" sz="2000" b="0" i="0" dirty="0"/>
            <a:t>The measurand is the </a:t>
          </a:r>
          <a:r>
            <a:rPr lang="en-US" sz="2000" b="1" i="0" dirty="0"/>
            <a:t>physical quantity measured by instrumentation.</a:t>
          </a:r>
          <a:r>
            <a:rPr lang="en-US" sz="2000" b="0" i="0" dirty="0"/>
            <a:t> </a:t>
          </a:r>
          <a:endParaRPr lang="en-IN" sz="2000" b="0" dirty="0"/>
        </a:p>
      </dgm:t>
    </dgm:pt>
    <dgm:pt modelId="{EDA5C268-72FA-4B0B-B932-151477A5003D}" type="parTrans" cxnId="{FE905F18-319A-4FA8-869C-3200741F6D6C}">
      <dgm:prSet/>
      <dgm:spPr/>
      <dgm:t>
        <a:bodyPr/>
        <a:lstStyle/>
        <a:p>
          <a:pPr algn="just"/>
          <a:endParaRPr lang="en-IN" sz="2000" b="0"/>
        </a:p>
      </dgm:t>
    </dgm:pt>
    <dgm:pt modelId="{5604310C-4FED-47D2-BFB4-693BC2AC7CA1}" type="sibTrans" cxnId="{FE905F18-319A-4FA8-869C-3200741F6D6C}">
      <dgm:prSet/>
      <dgm:spPr/>
      <dgm:t>
        <a:bodyPr/>
        <a:lstStyle/>
        <a:p>
          <a:pPr algn="just"/>
          <a:endParaRPr lang="en-IN" sz="2000" b="0"/>
        </a:p>
      </dgm:t>
    </dgm:pt>
    <dgm:pt modelId="{1F5EE880-2B7C-4EA9-8D78-3F5307BC1AB4}">
      <dgm:prSet phldrT="[Text]" custT="1"/>
      <dgm:spPr/>
      <dgm:t>
        <a:bodyPr/>
        <a:lstStyle/>
        <a:p>
          <a:pPr algn="just"/>
          <a:r>
            <a:rPr lang="en-IN" sz="2800" b="1" i="0" dirty="0">
              <a:solidFill>
                <a:schemeClr val="tx1"/>
              </a:solidFill>
              <a:highlight>
                <a:srgbClr val="FFFF00"/>
              </a:highlight>
            </a:rPr>
            <a:t>Transducer/ Sensor/            </a:t>
          </a:r>
          <a:r>
            <a:rPr lang="en-IN" sz="1800" b="1" i="0" dirty="0">
              <a:solidFill>
                <a:schemeClr val="tx1"/>
              </a:solidFill>
              <a:highlight>
                <a:srgbClr val="FFFF00"/>
              </a:highlight>
            </a:rPr>
            <a:t>Role of transducer</a:t>
          </a:r>
          <a:endParaRPr lang="en-IN" sz="2800" b="1" dirty="0">
            <a:solidFill>
              <a:schemeClr val="tx1"/>
            </a:solidFill>
            <a:highlight>
              <a:srgbClr val="FFFF00"/>
            </a:highlight>
          </a:endParaRPr>
        </a:p>
      </dgm:t>
    </dgm:pt>
    <dgm:pt modelId="{B2311941-D376-424B-9241-8B306CC87468}" type="parTrans" cxnId="{D156AA46-A4FB-4F72-B745-2866827A6472}">
      <dgm:prSet/>
      <dgm:spPr/>
      <dgm:t>
        <a:bodyPr/>
        <a:lstStyle/>
        <a:p>
          <a:pPr algn="just"/>
          <a:endParaRPr lang="en-IN" sz="2000" b="0"/>
        </a:p>
      </dgm:t>
    </dgm:pt>
    <dgm:pt modelId="{ECD39621-A2AC-4AFE-B726-15419465E8D0}" type="sibTrans" cxnId="{D156AA46-A4FB-4F72-B745-2866827A6472}">
      <dgm:prSet/>
      <dgm:spPr/>
      <dgm:t>
        <a:bodyPr/>
        <a:lstStyle/>
        <a:p>
          <a:pPr algn="just"/>
          <a:endParaRPr lang="en-IN" sz="2000" b="0"/>
        </a:p>
      </dgm:t>
    </dgm:pt>
    <dgm:pt modelId="{ADC3137A-5A18-4367-B90F-24B772F8D85F}">
      <dgm:prSet phldrT="[Text]" custT="1"/>
      <dgm:spPr/>
      <dgm:t>
        <a:bodyPr/>
        <a:lstStyle/>
        <a:p>
          <a:pPr algn="just"/>
          <a:r>
            <a:rPr lang="en-US" sz="2000" b="0" i="0" kern="1200" dirty="0"/>
            <a:t>The </a:t>
          </a:r>
          <a:r>
            <a:rPr lang="en-US" sz="2000" b="1" i="0" kern="1200" dirty="0">
              <a:solidFill>
                <a:srgbClr val="FF0000"/>
              </a:solidFill>
              <a:latin typeface="Century Schoolbook" panose="02040604050505020304"/>
              <a:ea typeface="+mn-ea"/>
              <a:cs typeface="+mn-cs"/>
            </a:rPr>
            <a:t>transducer</a:t>
          </a:r>
          <a:r>
            <a:rPr lang="en-US" sz="2000" b="0" i="0" kern="1200" dirty="0"/>
            <a:t> is a device converts </a:t>
          </a:r>
          <a:r>
            <a:rPr lang="en-US" sz="2000" b="1" i="0" kern="1200" dirty="0"/>
            <a:t>one form of energy to another form usually electrical energy. </a:t>
          </a:r>
          <a:endParaRPr lang="en-IN" sz="2000" b="1" kern="1200" dirty="0"/>
        </a:p>
      </dgm:t>
    </dgm:pt>
    <dgm:pt modelId="{397B7F94-4FB0-47EF-A67D-8CC97C19BEB9}" type="parTrans" cxnId="{2194C4BE-5553-411A-95F0-01A8C73E94AA}">
      <dgm:prSet/>
      <dgm:spPr/>
      <dgm:t>
        <a:bodyPr/>
        <a:lstStyle/>
        <a:p>
          <a:pPr algn="just"/>
          <a:endParaRPr lang="en-IN" sz="2000" b="0"/>
        </a:p>
      </dgm:t>
    </dgm:pt>
    <dgm:pt modelId="{B6FDC639-22B7-42D9-A9A9-8CB942EB6E4F}" type="sibTrans" cxnId="{2194C4BE-5553-411A-95F0-01A8C73E94AA}">
      <dgm:prSet/>
      <dgm:spPr/>
      <dgm:t>
        <a:bodyPr/>
        <a:lstStyle/>
        <a:p>
          <a:pPr algn="just"/>
          <a:endParaRPr lang="en-IN" sz="2000" b="0"/>
        </a:p>
      </dgm:t>
    </dgm:pt>
    <dgm:pt modelId="{CDCDA116-04C7-4B2F-BDF7-E93E6980DC52}">
      <dgm:prSet phldrT="[Text]" custT="1"/>
      <dgm:spPr/>
      <dgm:t>
        <a:bodyPr/>
        <a:lstStyle/>
        <a:p>
          <a:pPr algn="just"/>
          <a:r>
            <a:rPr lang="en-US" sz="2000" b="0" i="0" kern="1200" dirty="0"/>
            <a:t>The </a:t>
          </a:r>
          <a:r>
            <a:rPr lang="en-US" sz="2000" b="1" i="0" kern="1200" dirty="0">
              <a:solidFill>
                <a:srgbClr val="FF0000"/>
              </a:solidFill>
              <a:latin typeface="Century Schoolbook" panose="02040604050505020304"/>
              <a:ea typeface="+mn-ea"/>
              <a:cs typeface="+mn-cs"/>
              <a:hlinkClick xmlns:r="http://schemas.openxmlformats.org/officeDocument/2006/relationships" r:id="rId1">
                <a:extLst>
                  <a:ext uri="{A12FA001-AC4F-418D-AE19-62706E023703}">
                    <ahyp:hlinkClr xmlns:ahyp="http://schemas.microsoft.com/office/drawing/2018/hyperlinkcolor" val="tx"/>
                  </a:ext>
                </a:extLst>
              </a:hlinkClick>
            </a:rPr>
            <a:t>transducer</a:t>
          </a:r>
          <a:r>
            <a:rPr lang="en-US" sz="2000" b="1" i="0" kern="1200" dirty="0"/>
            <a:t> produces a usable output depending on the measurand. </a:t>
          </a:r>
          <a:endParaRPr lang="en-IN" sz="2000" b="1" kern="1200" dirty="0"/>
        </a:p>
      </dgm:t>
    </dgm:pt>
    <dgm:pt modelId="{4608AF4F-0CB1-45DF-8D12-4FFA2E759279}" type="parTrans" cxnId="{F28C72D7-D253-4FF1-B752-58CA15AADC2A}">
      <dgm:prSet/>
      <dgm:spPr/>
      <dgm:t>
        <a:bodyPr/>
        <a:lstStyle/>
        <a:p>
          <a:pPr algn="just"/>
          <a:endParaRPr lang="en-IN" sz="2000" b="0"/>
        </a:p>
      </dgm:t>
    </dgm:pt>
    <dgm:pt modelId="{C371EA30-C7DC-48C3-99AC-5555ED21CF7D}" type="sibTrans" cxnId="{F28C72D7-D253-4FF1-B752-58CA15AADC2A}">
      <dgm:prSet/>
      <dgm:spPr/>
      <dgm:t>
        <a:bodyPr/>
        <a:lstStyle/>
        <a:p>
          <a:pPr algn="just"/>
          <a:endParaRPr lang="en-IN" sz="2000" b="0"/>
        </a:p>
      </dgm:t>
    </dgm:pt>
    <dgm:pt modelId="{3EC6AB2A-B208-41D4-9461-2A13ABE76949}">
      <dgm:prSet phldrT="[Text]" custT="1"/>
      <dgm:spPr/>
      <dgm:t>
        <a:bodyPr/>
        <a:lstStyle/>
        <a:p>
          <a:pPr algn="just"/>
          <a:r>
            <a:rPr lang="en-US" sz="2000" b="1" i="0" dirty="0"/>
            <a:t>Human body </a:t>
          </a:r>
          <a:r>
            <a:rPr lang="en-US" sz="2000" b="0" i="0" dirty="0"/>
            <a:t>acts as the </a:t>
          </a:r>
          <a:r>
            <a:rPr lang="en-US" sz="2000" b="1" i="0" dirty="0"/>
            <a:t>source for measurand</a:t>
          </a:r>
          <a:r>
            <a:rPr lang="en-US" sz="2000" b="0" i="0" dirty="0"/>
            <a:t>, and it </a:t>
          </a:r>
          <a:r>
            <a:rPr lang="en-US" sz="2000" b="1" i="0" dirty="0"/>
            <a:t>generates bio-signals. </a:t>
          </a:r>
          <a:endParaRPr lang="en-IN" sz="2000" b="1" dirty="0"/>
        </a:p>
      </dgm:t>
    </dgm:pt>
    <dgm:pt modelId="{1479400C-90E1-4C62-8C6E-1B3ABC5D5B44}" type="parTrans" cxnId="{B90E90E9-8C8A-4917-98C3-E9F257DB9E18}">
      <dgm:prSet/>
      <dgm:spPr/>
      <dgm:t>
        <a:bodyPr/>
        <a:lstStyle/>
        <a:p>
          <a:pPr algn="just"/>
          <a:endParaRPr lang="en-IN" sz="2000" b="0"/>
        </a:p>
      </dgm:t>
    </dgm:pt>
    <dgm:pt modelId="{F09CB62F-D574-47EA-A661-BFCA43A82AC9}" type="sibTrans" cxnId="{B90E90E9-8C8A-4917-98C3-E9F257DB9E18}">
      <dgm:prSet/>
      <dgm:spPr/>
      <dgm:t>
        <a:bodyPr/>
        <a:lstStyle/>
        <a:p>
          <a:pPr algn="just"/>
          <a:endParaRPr lang="en-IN" sz="2000" b="0"/>
        </a:p>
      </dgm:t>
    </dgm:pt>
    <dgm:pt modelId="{190FDAF3-A9E7-450C-9C69-6872AD676A24}">
      <dgm:prSet phldrT="[Text]" custT="1"/>
      <dgm:spPr/>
      <dgm:t>
        <a:bodyPr/>
        <a:lstStyle/>
        <a:p>
          <a:pPr algn="just"/>
          <a:r>
            <a:rPr lang="en-US" sz="2000" b="0" i="0" dirty="0"/>
            <a:t>Example: body surface or blood pressure in the heart</a:t>
          </a:r>
          <a:endParaRPr lang="en-IN" sz="2000" b="0" dirty="0"/>
        </a:p>
      </dgm:t>
    </dgm:pt>
    <dgm:pt modelId="{41CE825F-704C-47CA-AB8E-09F0CE364FC7}" type="parTrans" cxnId="{A4DA6FE5-0671-4FB2-8FCC-3FCA3EA51B86}">
      <dgm:prSet/>
      <dgm:spPr/>
      <dgm:t>
        <a:bodyPr/>
        <a:lstStyle/>
        <a:p>
          <a:pPr algn="just"/>
          <a:endParaRPr lang="en-IN" sz="2000" b="0"/>
        </a:p>
      </dgm:t>
    </dgm:pt>
    <dgm:pt modelId="{8F2A1334-9549-4007-99EA-D689F21B7D46}" type="sibTrans" cxnId="{A4DA6FE5-0671-4FB2-8FCC-3FCA3EA51B86}">
      <dgm:prSet/>
      <dgm:spPr/>
      <dgm:t>
        <a:bodyPr/>
        <a:lstStyle/>
        <a:p>
          <a:pPr algn="just"/>
          <a:endParaRPr lang="en-IN" sz="2000" b="0"/>
        </a:p>
      </dgm:t>
    </dgm:pt>
    <dgm:pt modelId="{3CCB40FD-DE2D-408D-9850-40C9CC1BEA37}">
      <dgm:prSet phldrT="[Text]" custT="1"/>
      <dgm:spPr/>
      <dgm:t>
        <a:bodyPr/>
        <a:lstStyle/>
        <a:p>
          <a:pPr algn="just"/>
          <a:r>
            <a:rPr lang="en-US" sz="1800" b="0" i="0" kern="1200" dirty="0"/>
            <a:t>For example, the piezoelectric sensor which converts mechanical vibrations into the electrical signal.</a:t>
          </a:r>
          <a:endParaRPr lang="en-IN" sz="1800" b="0" kern="1200" dirty="0"/>
        </a:p>
      </dgm:t>
    </dgm:pt>
    <dgm:pt modelId="{3CDE4FC7-D423-45B5-B857-C7E94D9935B0}" type="parTrans" cxnId="{D6B8B201-A6E8-49D9-BD3D-FF1F47EF320A}">
      <dgm:prSet/>
      <dgm:spPr/>
      <dgm:t>
        <a:bodyPr/>
        <a:lstStyle/>
        <a:p>
          <a:pPr algn="just"/>
          <a:endParaRPr lang="en-IN" sz="2000" b="0"/>
        </a:p>
      </dgm:t>
    </dgm:pt>
    <dgm:pt modelId="{AA72800B-A517-4EE9-A6FA-FABB10546BB0}" type="sibTrans" cxnId="{D6B8B201-A6E8-49D9-BD3D-FF1F47EF320A}">
      <dgm:prSet/>
      <dgm:spPr/>
      <dgm:t>
        <a:bodyPr/>
        <a:lstStyle/>
        <a:p>
          <a:pPr algn="just"/>
          <a:endParaRPr lang="en-IN" sz="2000" b="0"/>
        </a:p>
      </dgm:t>
    </dgm:pt>
    <dgm:pt modelId="{855C0BAA-C914-4242-9578-6A67A55CEC0D}">
      <dgm:prSet phldrT="[Text]" custT="1"/>
      <dgm:spPr/>
      <dgm:t>
        <a:bodyPr/>
        <a:lstStyle/>
        <a:p>
          <a:pPr algn="just"/>
          <a:r>
            <a:rPr lang="en-US" sz="2800" b="1" dirty="0"/>
            <a:t>Stimulus / Signal </a:t>
          </a:r>
          <a:endParaRPr lang="en-IN" sz="2800" b="1" dirty="0"/>
        </a:p>
      </dgm:t>
    </dgm:pt>
    <dgm:pt modelId="{3AD97730-6F05-48FE-BC5B-131166824831}" type="parTrans" cxnId="{F63B5F4C-613F-4154-8CB2-AF5F614478FB}">
      <dgm:prSet/>
      <dgm:spPr/>
      <dgm:t>
        <a:bodyPr/>
        <a:lstStyle/>
        <a:p>
          <a:endParaRPr lang="en-IN" sz="2000" b="0"/>
        </a:p>
      </dgm:t>
    </dgm:pt>
    <dgm:pt modelId="{2C5CE50D-A469-46FC-8DCD-AFA53F807176}" type="sibTrans" cxnId="{F63B5F4C-613F-4154-8CB2-AF5F614478FB}">
      <dgm:prSet/>
      <dgm:spPr/>
      <dgm:t>
        <a:bodyPr/>
        <a:lstStyle/>
        <a:p>
          <a:endParaRPr lang="en-IN" sz="2000" b="0"/>
        </a:p>
      </dgm:t>
    </dgm:pt>
    <dgm:pt modelId="{C38865C6-9D6B-4529-AAFE-9CC417C63054}">
      <dgm:prSet phldrT="[Text]" custT="1"/>
      <dgm:spPr/>
      <dgm:t>
        <a:bodyPr/>
        <a:lstStyle/>
        <a:p>
          <a:pPr algn="just"/>
          <a:r>
            <a:rPr lang="en-US" sz="2000" b="1" dirty="0"/>
            <a:t>Type of bio signal- </a:t>
          </a:r>
          <a:r>
            <a:rPr lang="en-US" sz="2000" b="0" i="0" dirty="0"/>
            <a:t>visual ( a flash of light), auditory ( a tone)</a:t>
          </a:r>
          <a:endParaRPr lang="en-IN" sz="2000" b="0" dirty="0"/>
        </a:p>
      </dgm:t>
    </dgm:pt>
    <dgm:pt modelId="{E3EAC0DF-0E72-43F4-A1A5-2A662228896C}" type="parTrans" cxnId="{83236F8E-B1A9-4D23-A881-F60E51DE8FE5}">
      <dgm:prSet/>
      <dgm:spPr/>
      <dgm:t>
        <a:bodyPr/>
        <a:lstStyle/>
        <a:p>
          <a:endParaRPr lang="en-IN" sz="2000" b="0"/>
        </a:p>
      </dgm:t>
    </dgm:pt>
    <dgm:pt modelId="{BAD28CA5-4A6D-4731-A9DF-C98040FEC395}" type="sibTrans" cxnId="{83236F8E-B1A9-4D23-A881-F60E51DE8FE5}">
      <dgm:prSet/>
      <dgm:spPr/>
      <dgm:t>
        <a:bodyPr/>
        <a:lstStyle/>
        <a:p>
          <a:endParaRPr lang="en-IN" sz="2000" b="0"/>
        </a:p>
      </dgm:t>
    </dgm:pt>
    <dgm:pt modelId="{FFBEA62F-E372-4846-96A9-D256EBA3DD94}">
      <dgm:prSet phldrT="[Text]" custT="1"/>
      <dgm:spPr/>
      <dgm:t>
        <a:bodyPr/>
        <a:lstStyle/>
        <a:p>
          <a:pPr algn="just"/>
          <a:r>
            <a:rPr lang="en-US" sz="2000" b="1" dirty="0"/>
            <a:t>For response--stimulus is required</a:t>
          </a:r>
          <a:endParaRPr lang="en-IN" sz="2000" b="1" dirty="0"/>
        </a:p>
      </dgm:t>
    </dgm:pt>
    <dgm:pt modelId="{3079FA4E-3A11-4D27-8223-8AE2D9817549}" type="parTrans" cxnId="{C7F7A2F5-1A3C-4C41-96FE-61EA13B1DB4A}">
      <dgm:prSet/>
      <dgm:spPr/>
      <dgm:t>
        <a:bodyPr/>
        <a:lstStyle/>
        <a:p>
          <a:endParaRPr lang="en-IN" sz="2000" b="0"/>
        </a:p>
      </dgm:t>
    </dgm:pt>
    <dgm:pt modelId="{311E3896-5435-4D8D-8A78-9E7010C65969}" type="sibTrans" cxnId="{C7F7A2F5-1A3C-4C41-96FE-61EA13B1DB4A}">
      <dgm:prSet/>
      <dgm:spPr/>
      <dgm:t>
        <a:bodyPr/>
        <a:lstStyle/>
        <a:p>
          <a:endParaRPr lang="en-IN" sz="2000" b="0"/>
        </a:p>
      </dgm:t>
    </dgm:pt>
    <dgm:pt modelId="{6CEC3B34-3B86-462F-A828-952FE0A81548}">
      <dgm:prSet phldrT="[Text]" custT="1"/>
      <dgm:spPr/>
      <dgm:t>
        <a:bodyPr/>
        <a:lstStyle/>
        <a:p>
          <a:pPr algn="just"/>
          <a:r>
            <a:rPr lang="en-US" sz="2000" b="0" i="0" kern="1200" dirty="0"/>
            <a:t>The </a:t>
          </a:r>
          <a:r>
            <a:rPr lang="en-US" sz="2000" b="1" i="0" kern="1200" dirty="0">
              <a:solidFill>
                <a:srgbClr val="FF0000"/>
              </a:solidFill>
              <a:latin typeface="Century Schoolbook" panose="020406040505050203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sensor</a:t>
          </a:r>
          <a:r>
            <a:rPr lang="en-US" sz="2000" b="1" i="0" kern="1200" dirty="0">
              <a:solidFill>
                <a:srgbClr val="FF0000"/>
              </a:solidFill>
              <a:latin typeface="Century Schoolbook" panose="02040604050505020304"/>
              <a:ea typeface="+mn-ea"/>
              <a:cs typeface="+mn-cs"/>
            </a:rPr>
            <a:t> </a:t>
          </a:r>
          <a:r>
            <a:rPr lang="en-US" sz="2000" b="0" i="0" kern="1200" dirty="0"/>
            <a:t>is used to </a:t>
          </a:r>
          <a:r>
            <a:rPr lang="en-US" sz="2000" b="1" i="0" kern="1200" dirty="0"/>
            <a:t>sense the signal from the source</a:t>
          </a:r>
          <a:r>
            <a:rPr lang="en-US" sz="2000" b="0" i="0" kern="1200" dirty="0"/>
            <a:t>. </a:t>
          </a:r>
          <a:endParaRPr lang="en-IN" sz="2000" b="0" kern="1200" dirty="0"/>
        </a:p>
      </dgm:t>
    </dgm:pt>
    <dgm:pt modelId="{45F02381-9050-4198-BC80-96CE3D770ED3}" type="parTrans" cxnId="{48389384-70CB-40E7-BE37-7739F414CA11}">
      <dgm:prSet/>
      <dgm:spPr/>
      <dgm:t>
        <a:bodyPr/>
        <a:lstStyle/>
        <a:p>
          <a:endParaRPr lang="en-IN"/>
        </a:p>
      </dgm:t>
    </dgm:pt>
    <dgm:pt modelId="{CF76E618-CE4F-4491-B762-F114A59B573B}" type="sibTrans" cxnId="{48389384-70CB-40E7-BE37-7739F414CA11}">
      <dgm:prSet/>
      <dgm:spPr/>
      <dgm:t>
        <a:bodyPr/>
        <a:lstStyle/>
        <a:p>
          <a:endParaRPr lang="en-IN"/>
        </a:p>
      </dgm:t>
    </dgm:pt>
    <dgm:pt modelId="{26BFE8EB-B93B-4603-97EF-A4685DDE4833}" type="pres">
      <dgm:prSet presAssocID="{6AF8B7E5-9C61-4758-966E-57BA08369D53}" presName="linear" presStyleCnt="0">
        <dgm:presLayoutVars>
          <dgm:dir/>
          <dgm:animLvl val="lvl"/>
          <dgm:resizeHandles val="exact"/>
        </dgm:presLayoutVars>
      </dgm:prSet>
      <dgm:spPr/>
    </dgm:pt>
    <dgm:pt modelId="{75173CFD-7105-4FB0-A7B1-D9FD90DC666C}" type="pres">
      <dgm:prSet presAssocID="{226A81F4-7A34-42F9-B62F-C7747B1A145E}" presName="parentLin" presStyleCnt="0"/>
      <dgm:spPr/>
    </dgm:pt>
    <dgm:pt modelId="{E1A0407D-8C59-41F8-812E-91CB8E233E6A}" type="pres">
      <dgm:prSet presAssocID="{226A81F4-7A34-42F9-B62F-C7747B1A145E}" presName="parentLeftMargin" presStyleLbl="node1" presStyleIdx="0" presStyleCnt="3"/>
      <dgm:spPr/>
    </dgm:pt>
    <dgm:pt modelId="{69CCE9E1-4EC4-4C05-8B15-A37DBF16B264}" type="pres">
      <dgm:prSet presAssocID="{226A81F4-7A34-42F9-B62F-C7747B1A145E}" presName="parentText" presStyleLbl="node1" presStyleIdx="0" presStyleCnt="3">
        <dgm:presLayoutVars>
          <dgm:chMax val="0"/>
          <dgm:bulletEnabled val="1"/>
        </dgm:presLayoutVars>
      </dgm:prSet>
      <dgm:spPr/>
    </dgm:pt>
    <dgm:pt modelId="{DCE9E2E8-17B3-4FA9-B92D-DF472D677F5B}" type="pres">
      <dgm:prSet presAssocID="{226A81F4-7A34-42F9-B62F-C7747B1A145E}" presName="negativeSpace" presStyleCnt="0"/>
      <dgm:spPr/>
    </dgm:pt>
    <dgm:pt modelId="{F30238FF-1E74-4BE1-B419-732E6D0F08A6}" type="pres">
      <dgm:prSet presAssocID="{226A81F4-7A34-42F9-B62F-C7747B1A145E}" presName="childText" presStyleLbl="conFgAcc1" presStyleIdx="0" presStyleCnt="3">
        <dgm:presLayoutVars>
          <dgm:bulletEnabled val="1"/>
        </dgm:presLayoutVars>
      </dgm:prSet>
      <dgm:spPr/>
    </dgm:pt>
    <dgm:pt modelId="{52164DCA-9B74-4C31-A3E5-1C7587409F96}" type="pres">
      <dgm:prSet presAssocID="{36369B24-1223-4406-9B60-D86092F80599}" presName="spaceBetweenRectangles" presStyleCnt="0"/>
      <dgm:spPr/>
    </dgm:pt>
    <dgm:pt modelId="{295925C5-8F88-468F-BF52-EF5D7AC92621}" type="pres">
      <dgm:prSet presAssocID="{855C0BAA-C914-4242-9578-6A67A55CEC0D}" presName="parentLin" presStyleCnt="0"/>
      <dgm:spPr/>
    </dgm:pt>
    <dgm:pt modelId="{5B4CB0A5-F94E-4E43-95BC-16158D233B94}" type="pres">
      <dgm:prSet presAssocID="{855C0BAA-C914-4242-9578-6A67A55CEC0D}" presName="parentLeftMargin" presStyleLbl="node1" presStyleIdx="0" presStyleCnt="3"/>
      <dgm:spPr/>
    </dgm:pt>
    <dgm:pt modelId="{30EC2A6E-98AC-45C2-A123-AAB16389074F}" type="pres">
      <dgm:prSet presAssocID="{855C0BAA-C914-4242-9578-6A67A55CEC0D}" presName="parentText" presStyleLbl="node1" presStyleIdx="1" presStyleCnt="3">
        <dgm:presLayoutVars>
          <dgm:chMax val="0"/>
          <dgm:bulletEnabled val="1"/>
        </dgm:presLayoutVars>
      </dgm:prSet>
      <dgm:spPr/>
    </dgm:pt>
    <dgm:pt modelId="{CFD3D9A7-576D-4485-8CDA-8273B887775E}" type="pres">
      <dgm:prSet presAssocID="{855C0BAA-C914-4242-9578-6A67A55CEC0D}" presName="negativeSpace" presStyleCnt="0"/>
      <dgm:spPr/>
    </dgm:pt>
    <dgm:pt modelId="{06EBFD6F-2C44-4641-A124-E1FC2F792BFD}" type="pres">
      <dgm:prSet presAssocID="{855C0BAA-C914-4242-9578-6A67A55CEC0D}" presName="childText" presStyleLbl="conFgAcc1" presStyleIdx="1" presStyleCnt="3">
        <dgm:presLayoutVars>
          <dgm:bulletEnabled val="1"/>
        </dgm:presLayoutVars>
      </dgm:prSet>
      <dgm:spPr/>
    </dgm:pt>
    <dgm:pt modelId="{394DACC7-8D81-464E-BA18-9DECF33BDACF}" type="pres">
      <dgm:prSet presAssocID="{2C5CE50D-A469-46FC-8DCD-AFA53F807176}" presName="spaceBetweenRectangles" presStyleCnt="0"/>
      <dgm:spPr/>
    </dgm:pt>
    <dgm:pt modelId="{9104F4E4-650D-4C96-BDBC-60B047C78AD1}" type="pres">
      <dgm:prSet presAssocID="{1F5EE880-2B7C-4EA9-8D78-3F5307BC1AB4}" presName="parentLin" presStyleCnt="0"/>
      <dgm:spPr/>
    </dgm:pt>
    <dgm:pt modelId="{BABF18C6-62E9-4D85-95BE-785D98593CAC}" type="pres">
      <dgm:prSet presAssocID="{1F5EE880-2B7C-4EA9-8D78-3F5307BC1AB4}" presName="parentLeftMargin" presStyleLbl="node1" presStyleIdx="1" presStyleCnt="3"/>
      <dgm:spPr/>
    </dgm:pt>
    <dgm:pt modelId="{4A18E332-3B24-4F81-818E-1E8AEAD46E56}" type="pres">
      <dgm:prSet presAssocID="{1F5EE880-2B7C-4EA9-8D78-3F5307BC1AB4}" presName="parentText" presStyleLbl="node1" presStyleIdx="2" presStyleCnt="3" custScaleX="142857">
        <dgm:presLayoutVars>
          <dgm:chMax val="0"/>
          <dgm:bulletEnabled val="1"/>
        </dgm:presLayoutVars>
      </dgm:prSet>
      <dgm:spPr/>
    </dgm:pt>
    <dgm:pt modelId="{5C212469-19C6-4E07-BAE1-7EA629BBF06A}" type="pres">
      <dgm:prSet presAssocID="{1F5EE880-2B7C-4EA9-8D78-3F5307BC1AB4}" presName="negativeSpace" presStyleCnt="0"/>
      <dgm:spPr/>
    </dgm:pt>
    <dgm:pt modelId="{BA0FF4D6-9AE4-4814-B7B3-61920F1A9A52}" type="pres">
      <dgm:prSet presAssocID="{1F5EE880-2B7C-4EA9-8D78-3F5307BC1AB4}" presName="childText" presStyleLbl="conFgAcc1" presStyleIdx="2" presStyleCnt="3">
        <dgm:presLayoutVars>
          <dgm:bulletEnabled val="1"/>
        </dgm:presLayoutVars>
      </dgm:prSet>
      <dgm:spPr/>
    </dgm:pt>
  </dgm:ptLst>
  <dgm:cxnLst>
    <dgm:cxn modelId="{D6B8B201-A6E8-49D9-BD3D-FF1F47EF320A}" srcId="{ADC3137A-5A18-4367-B90F-24B772F8D85F}" destId="{3CCB40FD-DE2D-408D-9850-40C9CC1BEA37}" srcOrd="0" destOrd="0" parTransId="{3CDE4FC7-D423-45B5-B857-C7E94D9935B0}" sibTransId="{AA72800B-A517-4EE9-A6FA-FABB10546BB0}"/>
    <dgm:cxn modelId="{FE905F18-319A-4FA8-869C-3200741F6D6C}" srcId="{226A81F4-7A34-42F9-B62F-C7747B1A145E}" destId="{FD30EB3B-5B42-4192-B4A3-679628649E60}" srcOrd="0" destOrd="0" parTransId="{EDA5C268-72FA-4B0B-B932-151477A5003D}" sibTransId="{5604310C-4FED-47D2-BFB4-693BC2AC7CA1}"/>
    <dgm:cxn modelId="{A0F8D842-0E87-4458-861B-0C64A8F31657}" srcId="{6AF8B7E5-9C61-4758-966E-57BA08369D53}" destId="{226A81F4-7A34-42F9-B62F-C7747B1A145E}" srcOrd="0" destOrd="0" parTransId="{D851CEC5-7BB0-42D6-8EF4-703B3E82D85B}" sibTransId="{36369B24-1223-4406-9B60-D86092F80599}"/>
    <dgm:cxn modelId="{D156AA46-A4FB-4F72-B745-2866827A6472}" srcId="{6AF8B7E5-9C61-4758-966E-57BA08369D53}" destId="{1F5EE880-2B7C-4EA9-8D78-3F5307BC1AB4}" srcOrd="2" destOrd="0" parTransId="{B2311941-D376-424B-9241-8B306CC87468}" sibTransId="{ECD39621-A2AC-4AFE-B726-15419465E8D0}"/>
    <dgm:cxn modelId="{C46E706A-EF9B-487A-87EE-8DBCB9FD2081}" type="presOf" srcId="{190FDAF3-A9E7-450C-9C69-6872AD676A24}" destId="{F30238FF-1E74-4BE1-B419-732E6D0F08A6}" srcOrd="0" destOrd="2" presId="urn:microsoft.com/office/officeart/2005/8/layout/list1"/>
    <dgm:cxn modelId="{F63B5F4C-613F-4154-8CB2-AF5F614478FB}" srcId="{6AF8B7E5-9C61-4758-966E-57BA08369D53}" destId="{855C0BAA-C914-4242-9578-6A67A55CEC0D}" srcOrd="1" destOrd="0" parTransId="{3AD97730-6F05-48FE-BC5B-131166824831}" sibTransId="{2C5CE50D-A469-46FC-8DCD-AFA53F807176}"/>
    <dgm:cxn modelId="{DB898E71-6B63-469F-859C-4FF73BFFB191}" type="presOf" srcId="{CDCDA116-04C7-4B2F-BDF7-E93E6980DC52}" destId="{BA0FF4D6-9AE4-4814-B7B3-61920F1A9A52}" srcOrd="0" destOrd="3" presId="urn:microsoft.com/office/officeart/2005/8/layout/list1"/>
    <dgm:cxn modelId="{EF257F55-03C1-4C10-9D54-95E7862E847A}" type="presOf" srcId="{3CCB40FD-DE2D-408D-9850-40C9CC1BEA37}" destId="{BA0FF4D6-9AE4-4814-B7B3-61920F1A9A52}" srcOrd="0" destOrd="2" presId="urn:microsoft.com/office/officeart/2005/8/layout/list1"/>
    <dgm:cxn modelId="{48389384-70CB-40E7-BE37-7739F414CA11}" srcId="{1F5EE880-2B7C-4EA9-8D78-3F5307BC1AB4}" destId="{6CEC3B34-3B86-462F-A828-952FE0A81548}" srcOrd="0" destOrd="0" parTransId="{45F02381-9050-4198-BC80-96CE3D770ED3}" sibTransId="{CF76E618-CE4F-4491-B762-F114A59B573B}"/>
    <dgm:cxn modelId="{0882E589-1160-43B7-A4CF-5D6150D5EAF6}" type="presOf" srcId="{ADC3137A-5A18-4367-B90F-24B772F8D85F}" destId="{BA0FF4D6-9AE4-4814-B7B3-61920F1A9A52}" srcOrd="0" destOrd="1" presId="urn:microsoft.com/office/officeart/2005/8/layout/list1"/>
    <dgm:cxn modelId="{CB826A8E-1CB6-4B8D-A5EC-2E9B7ADE2B13}" type="presOf" srcId="{226A81F4-7A34-42F9-B62F-C7747B1A145E}" destId="{69CCE9E1-4EC4-4C05-8B15-A37DBF16B264}" srcOrd="1" destOrd="0" presId="urn:microsoft.com/office/officeart/2005/8/layout/list1"/>
    <dgm:cxn modelId="{83236F8E-B1A9-4D23-A881-F60E51DE8FE5}" srcId="{855C0BAA-C914-4242-9578-6A67A55CEC0D}" destId="{C38865C6-9D6B-4529-AAFE-9CC417C63054}" srcOrd="0" destOrd="0" parTransId="{E3EAC0DF-0E72-43F4-A1A5-2A662228896C}" sibTransId="{BAD28CA5-4A6D-4731-A9DF-C98040FEC395}"/>
    <dgm:cxn modelId="{8757EC91-5A1C-444B-A427-08C2791B4EA4}" type="presOf" srcId="{6CEC3B34-3B86-462F-A828-952FE0A81548}" destId="{BA0FF4D6-9AE4-4814-B7B3-61920F1A9A52}" srcOrd="0" destOrd="0" presId="urn:microsoft.com/office/officeart/2005/8/layout/list1"/>
    <dgm:cxn modelId="{1D07F696-0E55-4ABC-9009-19306539AC01}" type="presOf" srcId="{C38865C6-9D6B-4529-AAFE-9CC417C63054}" destId="{06EBFD6F-2C44-4641-A124-E1FC2F792BFD}" srcOrd="0" destOrd="0" presId="urn:microsoft.com/office/officeart/2005/8/layout/list1"/>
    <dgm:cxn modelId="{032177AD-202D-4CDA-9348-0F5C11814697}" type="presOf" srcId="{855C0BAA-C914-4242-9578-6A67A55CEC0D}" destId="{30EC2A6E-98AC-45C2-A123-AAB16389074F}" srcOrd="1" destOrd="0" presId="urn:microsoft.com/office/officeart/2005/8/layout/list1"/>
    <dgm:cxn modelId="{2C26CDAD-A397-490F-B049-660E85063356}" type="presOf" srcId="{855C0BAA-C914-4242-9578-6A67A55CEC0D}" destId="{5B4CB0A5-F94E-4E43-95BC-16158D233B94}" srcOrd="0" destOrd="0" presId="urn:microsoft.com/office/officeart/2005/8/layout/list1"/>
    <dgm:cxn modelId="{9D40FEB2-5EE6-4D47-9175-FA9A353A0C0A}" type="presOf" srcId="{FD30EB3B-5B42-4192-B4A3-679628649E60}" destId="{F30238FF-1E74-4BE1-B419-732E6D0F08A6}" srcOrd="0" destOrd="0" presId="urn:microsoft.com/office/officeart/2005/8/layout/list1"/>
    <dgm:cxn modelId="{2194C4BE-5553-411A-95F0-01A8C73E94AA}" srcId="{1F5EE880-2B7C-4EA9-8D78-3F5307BC1AB4}" destId="{ADC3137A-5A18-4367-B90F-24B772F8D85F}" srcOrd="1" destOrd="0" parTransId="{397B7F94-4FB0-47EF-A67D-8CC97C19BEB9}" sibTransId="{B6FDC639-22B7-42D9-A9A9-8CB942EB6E4F}"/>
    <dgm:cxn modelId="{7AD476C6-ADF6-4451-AA4B-2329E120BE7C}" type="presOf" srcId="{1F5EE880-2B7C-4EA9-8D78-3F5307BC1AB4}" destId="{4A18E332-3B24-4F81-818E-1E8AEAD46E56}" srcOrd="1" destOrd="0" presId="urn:microsoft.com/office/officeart/2005/8/layout/list1"/>
    <dgm:cxn modelId="{F28C72D7-D253-4FF1-B752-58CA15AADC2A}" srcId="{1F5EE880-2B7C-4EA9-8D78-3F5307BC1AB4}" destId="{CDCDA116-04C7-4B2F-BDF7-E93E6980DC52}" srcOrd="2" destOrd="0" parTransId="{4608AF4F-0CB1-45DF-8D12-4FFA2E759279}" sibTransId="{C371EA30-C7DC-48C3-99AC-5555ED21CF7D}"/>
    <dgm:cxn modelId="{3041AADD-D427-4D34-9DE4-34F2E0F4ABD6}" type="presOf" srcId="{FFBEA62F-E372-4846-96A9-D256EBA3DD94}" destId="{06EBFD6F-2C44-4641-A124-E1FC2F792BFD}" srcOrd="0" destOrd="1" presId="urn:microsoft.com/office/officeart/2005/8/layout/list1"/>
    <dgm:cxn modelId="{08AB32DE-E241-4D1F-BB75-729C451B64DF}" type="presOf" srcId="{6AF8B7E5-9C61-4758-966E-57BA08369D53}" destId="{26BFE8EB-B93B-4603-97EF-A4685DDE4833}" srcOrd="0" destOrd="0" presId="urn:microsoft.com/office/officeart/2005/8/layout/list1"/>
    <dgm:cxn modelId="{F45147E0-5D1F-4CFF-9686-15268990169A}" type="presOf" srcId="{3EC6AB2A-B208-41D4-9461-2A13ABE76949}" destId="{F30238FF-1E74-4BE1-B419-732E6D0F08A6}" srcOrd="0" destOrd="1" presId="urn:microsoft.com/office/officeart/2005/8/layout/list1"/>
    <dgm:cxn modelId="{797D98E0-7F72-4EE6-B53A-2CDE0FC43604}" type="presOf" srcId="{226A81F4-7A34-42F9-B62F-C7747B1A145E}" destId="{E1A0407D-8C59-41F8-812E-91CB8E233E6A}" srcOrd="0" destOrd="0" presId="urn:microsoft.com/office/officeart/2005/8/layout/list1"/>
    <dgm:cxn modelId="{EE7847E5-6A81-4A62-ADF6-48A86CC2E12B}" type="presOf" srcId="{1F5EE880-2B7C-4EA9-8D78-3F5307BC1AB4}" destId="{BABF18C6-62E9-4D85-95BE-785D98593CAC}" srcOrd="0" destOrd="0" presId="urn:microsoft.com/office/officeart/2005/8/layout/list1"/>
    <dgm:cxn modelId="{A4DA6FE5-0671-4FB2-8FCC-3FCA3EA51B86}" srcId="{3EC6AB2A-B208-41D4-9461-2A13ABE76949}" destId="{190FDAF3-A9E7-450C-9C69-6872AD676A24}" srcOrd="0" destOrd="0" parTransId="{41CE825F-704C-47CA-AB8E-09F0CE364FC7}" sibTransId="{8F2A1334-9549-4007-99EA-D689F21B7D46}"/>
    <dgm:cxn modelId="{B90E90E9-8C8A-4917-98C3-E9F257DB9E18}" srcId="{226A81F4-7A34-42F9-B62F-C7747B1A145E}" destId="{3EC6AB2A-B208-41D4-9461-2A13ABE76949}" srcOrd="1" destOrd="0" parTransId="{1479400C-90E1-4C62-8C6E-1B3ABC5D5B44}" sibTransId="{F09CB62F-D574-47EA-A661-BFCA43A82AC9}"/>
    <dgm:cxn modelId="{C7F7A2F5-1A3C-4C41-96FE-61EA13B1DB4A}" srcId="{855C0BAA-C914-4242-9578-6A67A55CEC0D}" destId="{FFBEA62F-E372-4846-96A9-D256EBA3DD94}" srcOrd="1" destOrd="0" parTransId="{3079FA4E-3A11-4D27-8223-8AE2D9817549}" sibTransId="{311E3896-5435-4D8D-8A78-9E7010C65969}"/>
    <dgm:cxn modelId="{3722AC0A-332C-4310-A73B-F10EA27B2DF6}" type="presParOf" srcId="{26BFE8EB-B93B-4603-97EF-A4685DDE4833}" destId="{75173CFD-7105-4FB0-A7B1-D9FD90DC666C}" srcOrd="0" destOrd="0" presId="urn:microsoft.com/office/officeart/2005/8/layout/list1"/>
    <dgm:cxn modelId="{B5353F89-1C89-4429-AF3D-8B088D5E8CEE}" type="presParOf" srcId="{75173CFD-7105-4FB0-A7B1-D9FD90DC666C}" destId="{E1A0407D-8C59-41F8-812E-91CB8E233E6A}" srcOrd="0" destOrd="0" presId="urn:microsoft.com/office/officeart/2005/8/layout/list1"/>
    <dgm:cxn modelId="{BA09DA5D-8B46-4C54-B08F-F7D5DC60D4C7}" type="presParOf" srcId="{75173CFD-7105-4FB0-A7B1-D9FD90DC666C}" destId="{69CCE9E1-4EC4-4C05-8B15-A37DBF16B264}" srcOrd="1" destOrd="0" presId="urn:microsoft.com/office/officeart/2005/8/layout/list1"/>
    <dgm:cxn modelId="{2417C164-F6EF-4F7A-9CC1-B8DEF0DEC4A3}" type="presParOf" srcId="{26BFE8EB-B93B-4603-97EF-A4685DDE4833}" destId="{DCE9E2E8-17B3-4FA9-B92D-DF472D677F5B}" srcOrd="1" destOrd="0" presId="urn:microsoft.com/office/officeart/2005/8/layout/list1"/>
    <dgm:cxn modelId="{4F4FDDB7-C1F5-4ED9-A5D2-A1CC3000C611}" type="presParOf" srcId="{26BFE8EB-B93B-4603-97EF-A4685DDE4833}" destId="{F30238FF-1E74-4BE1-B419-732E6D0F08A6}" srcOrd="2" destOrd="0" presId="urn:microsoft.com/office/officeart/2005/8/layout/list1"/>
    <dgm:cxn modelId="{26928681-B2E1-4F02-99D8-DC3744D8A60A}" type="presParOf" srcId="{26BFE8EB-B93B-4603-97EF-A4685DDE4833}" destId="{52164DCA-9B74-4C31-A3E5-1C7587409F96}" srcOrd="3" destOrd="0" presId="urn:microsoft.com/office/officeart/2005/8/layout/list1"/>
    <dgm:cxn modelId="{F0E61BBE-C927-4883-AC82-5D4E88A22DE0}" type="presParOf" srcId="{26BFE8EB-B93B-4603-97EF-A4685DDE4833}" destId="{295925C5-8F88-468F-BF52-EF5D7AC92621}" srcOrd="4" destOrd="0" presId="urn:microsoft.com/office/officeart/2005/8/layout/list1"/>
    <dgm:cxn modelId="{83BD286F-82B7-4F0F-824F-BD16178CE0C6}" type="presParOf" srcId="{295925C5-8F88-468F-BF52-EF5D7AC92621}" destId="{5B4CB0A5-F94E-4E43-95BC-16158D233B94}" srcOrd="0" destOrd="0" presId="urn:microsoft.com/office/officeart/2005/8/layout/list1"/>
    <dgm:cxn modelId="{0B7EDAB7-A149-442C-989E-9E1A3F66CBE4}" type="presParOf" srcId="{295925C5-8F88-468F-BF52-EF5D7AC92621}" destId="{30EC2A6E-98AC-45C2-A123-AAB16389074F}" srcOrd="1" destOrd="0" presId="urn:microsoft.com/office/officeart/2005/8/layout/list1"/>
    <dgm:cxn modelId="{C1608C9A-6E85-486E-A1D8-8281D013EF81}" type="presParOf" srcId="{26BFE8EB-B93B-4603-97EF-A4685DDE4833}" destId="{CFD3D9A7-576D-4485-8CDA-8273B887775E}" srcOrd="5" destOrd="0" presId="urn:microsoft.com/office/officeart/2005/8/layout/list1"/>
    <dgm:cxn modelId="{85196E3E-D60F-4B1D-9A4B-51FC32EB4F3F}" type="presParOf" srcId="{26BFE8EB-B93B-4603-97EF-A4685DDE4833}" destId="{06EBFD6F-2C44-4641-A124-E1FC2F792BFD}" srcOrd="6" destOrd="0" presId="urn:microsoft.com/office/officeart/2005/8/layout/list1"/>
    <dgm:cxn modelId="{4B2A9E79-A6D1-4670-81C2-B8AEE9009904}" type="presParOf" srcId="{26BFE8EB-B93B-4603-97EF-A4685DDE4833}" destId="{394DACC7-8D81-464E-BA18-9DECF33BDACF}" srcOrd="7" destOrd="0" presId="urn:microsoft.com/office/officeart/2005/8/layout/list1"/>
    <dgm:cxn modelId="{14F3740E-AA19-4403-AE0A-2A03288F7D85}" type="presParOf" srcId="{26BFE8EB-B93B-4603-97EF-A4685DDE4833}" destId="{9104F4E4-650D-4C96-BDBC-60B047C78AD1}" srcOrd="8" destOrd="0" presId="urn:microsoft.com/office/officeart/2005/8/layout/list1"/>
    <dgm:cxn modelId="{7F900B87-A5C9-47C2-ADC2-681CC6112CD4}" type="presParOf" srcId="{9104F4E4-650D-4C96-BDBC-60B047C78AD1}" destId="{BABF18C6-62E9-4D85-95BE-785D98593CAC}" srcOrd="0" destOrd="0" presId="urn:microsoft.com/office/officeart/2005/8/layout/list1"/>
    <dgm:cxn modelId="{C3E2845F-E73E-4FBE-8ABE-FF4577123BC1}" type="presParOf" srcId="{9104F4E4-650D-4C96-BDBC-60B047C78AD1}" destId="{4A18E332-3B24-4F81-818E-1E8AEAD46E56}" srcOrd="1" destOrd="0" presId="urn:microsoft.com/office/officeart/2005/8/layout/list1"/>
    <dgm:cxn modelId="{24FE202A-7CEC-4AC3-8C7E-D0CCF89C544E}" type="presParOf" srcId="{26BFE8EB-B93B-4603-97EF-A4685DDE4833}" destId="{5C212469-19C6-4E07-BAE1-7EA629BBF06A}" srcOrd="9" destOrd="0" presId="urn:microsoft.com/office/officeart/2005/8/layout/list1"/>
    <dgm:cxn modelId="{76F63989-6913-4107-B990-938020828AEE}" type="presParOf" srcId="{26BFE8EB-B93B-4603-97EF-A4685DDE4833}" destId="{BA0FF4D6-9AE4-4814-B7B3-61920F1A9A5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AF8B7E5-9C61-4758-966E-57BA08369D5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420234C-9633-4FA7-9669-7D3F078A5BBE}">
      <dgm:prSet phldrT="[Text]" custT="1"/>
      <dgm:spPr/>
      <dgm:t>
        <a:bodyPr/>
        <a:lstStyle/>
        <a:p>
          <a:pPr algn="just"/>
          <a:r>
            <a:rPr lang="en-IN" sz="2800" b="1" i="0" dirty="0"/>
            <a:t>Display</a:t>
          </a:r>
          <a:endParaRPr lang="en-IN" sz="2800" b="1" dirty="0"/>
        </a:p>
      </dgm:t>
    </dgm:pt>
    <dgm:pt modelId="{2CC56281-0167-4236-8EF0-2FC84D7FA018}" type="parTrans" cxnId="{F1382C5F-2F51-4525-A72E-6DECC1FBDC92}">
      <dgm:prSet/>
      <dgm:spPr/>
      <dgm:t>
        <a:bodyPr/>
        <a:lstStyle/>
        <a:p>
          <a:pPr algn="just"/>
          <a:endParaRPr lang="en-IN"/>
        </a:p>
      </dgm:t>
    </dgm:pt>
    <dgm:pt modelId="{B7E780FD-3D5C-49CA-B186-C0842D135E53}" type="sibTrans" cxnId="{F1382C5F-2F51-4525-A72E-6DECC1FBDC92}">
      <dgm:prSet/>
      <dgm:spPr/>
      <dgm:t>
        <a:bodyPr/>
        <a:lstStyle/>
        <a:p>
          <a:pPr algn="just"/>
          <a:endParaRPr lang="en-IN"/>
        </a:p>
      </dgm:t>
    </dgm:pt>
    <dgm:pt modelId="{DAC60B29-CFAA-4972-9627-89EB72073331}">
      <dgm:prSet phldrT="[Text]" custT="1"/>
      <dgm:spPr/>
      <dgm:t>
        <a:bodyPr/>
        <a:lstStyle/>
        <a:p>
          <a:pPr algn="just"/>
          <a:r>
            <a:rPr lang="en-IN" sz="2800" b="1" i="0" dirty="0"/>
            <a:t>Signal Conditioner</a:t>
          </a:r>
          <a:endParaRPr lang="en-IN" sz="2800" b="1" dirty="0"/>
        </a:p>
      </dgm:t>
    </dgm:pt>
    <dgm:pt modelId="{7232190E-E4F2-49DA-B770-20B8E70E7332}" type="parTrans" cxnId="{0B451163-2900-4F9F-91F6-E48845E5B95E}">
      <dgm:prSet/>
      <dgm:spPr/>
      <dgm:t>
        <a:bodyPr/>
        <a:lstStyle/>
        <a:p>
          <a:pPr algn="just"/>
          <a:endParaRPr lang="en-IN"/>
        </a:p>
      </dgm:t>
    </dgm:pt>
    <dgm:pt modelId="{6E9013AF-812F-458A-94F4-BDDEC944CD62}" type="sibTrans" cxnId="{0B451163-2900-4F9F-91F6-E48845E5B95E}">
      <dgm:prSet/>
      <dgm:spPr/>
      <dgm:t>
        <a:bodyPr/>
        <a:lstStyle/>
        <a:p>
          <a:pPr algn="just"/>
          <a:endParaRPr lang="en-IN"/>
        </a:p>
      </dgm:t>
    </dgm:pt>
    <dgm:pt modelId="{8CD38836-799C-4E33-8D4E-552332258C1C}">
      <dgm:prSet phldrT="[Text]" custT="1"/>
      <dgm:spPr/>
      <dgm:t>
        <a:bodyPr/>
        <a:lstStyle/>
        <a:p>
          <a:pPr algn="just"/>
          <a:r>
            <a:rPr lang="en-US" sz="2000" b="0" i="0" dirty="0"/>
            <a:t>It is used to provide a </a:t>
          </a:r>
          <a:r>
            <a:rPr lang="en-US" sz="2000" b="1" i="0" dirty="0">
              <a:highlight>
                <a:srgbClr val="FFFF00"/>
              </a:highlight>
            </a:rPr>
            <a:t>visual representation of the measured parameter or quantity. </a:t>
          </a:r>
          <a:endParaRPr lang="en-IN" sz="2000" b="1" dirty="0">
            <a:highlight>
              <a:srgbClr val="FFFF00"/>
            </a:highlight>
          </a:endParaRPr>
        </a:p>
      </dgm:t>
    </dgm:pt>
    <dgm:pt modelId="{1B385B58-F8CD-42CC-9018-50633158CB78}" type="parTrans" cxnId="{47844DC9-0B1E-47F3-A4DC-04589C5AABAB}">
      <dgm:prSet/>
      <dgm:spPr/>
      <dgm:t>
        <a:bodyPr/>
        <a:lstStyle/>
        <a:p>
          <a:pPr algn="just"/>
          <a:endParaRPr lang="en-IN"/>
        </a:p>
      </dgm:t>
    </dgm:pt>
    <dgm:pt modelId="{C93A8FA5-3A19-4950-B4E6-11F3DD088249}" type="sibTrans" cxnId="{47844DC9-0B1E-47F3-A4DC-04589C5AABAB}">
      <dgm:prSet/>
      <dgm:spPr/>
      <dgm:t>
        <a:bodyPr/>
        <a:lstStyle/>
        <a:p>
          <a:pPr algn="just"/>
          <a:endParaRPr lang="en-IN"/>
        </a:p>
      </dgm:t>
    </dgm:pt>
    <dgm:pt modelId="{83A1CAD0-9D34-4466-904A-C526C0D121EB}">
      <dgm:prSet phldrT="[Text]" custT="1"/>
      <dgm:spPr/>
      <dgm:t>
        <a:bodyPr/>
        <a:lstStyle/>
        <a:p>
          <a:pPr algn="just"/>
          <a:r>
            <a:rPr lang="en-US" sz="2000" b="0" i="0" dirty="0"/>
            <a:t>Example: Monitor of PC to see the data. </a:t>
          </a:r>
          <a:endParaRPr lang="en-IN" sz="2000" dirty="0"/>
        </a:p>
      </dgm:t>
    </dgm:pt>
    <dgm:pt modelId="{655571F4-8760-4EFF-84C9-3BF2027AA52A}" type="parTrans" cxnId="{CA14B71F-B26C-4DB7-BC9F-F7131D52210C}">
      <dgm:prSet/>
      <dgm:spPr/>
      <dgm:t>
        <a:bodyPr/>
        <a:lstStyle/>
        <a:p>
          <a:pPr algn="just"/>
          <a:endParaRPr lang="en-IN"/>
        </a:p>
      </dgm:t>
    </dgm:pt>
    <dgm:pt modelId="{50074464-C82C-4671-AEDA-552B23E4C067}" type="sibTrans" cxnId="{CA14B71F-B26C-4DB7-BC9F-F7131D52210C}">
      <dgm:prSet/>
      <dgm:spPr/>
      <dgm:t>
        <a:bodyPr/>
        <a:lstStyle/>
        <a:p>
          <a:pPr algn="just"/>
          <a:endParaRPr lang="en-IN"/>
        </a:p>
      </dgm:t>
    </dgm:pt>
    <dgm:pt modelId="{D25712CB-2081-4DFE-AEDA-D1C215AB701A}">
      <dgm:prSet phldrT="[Text]" custT="1"/>
      <dgm:spPr/>
      <dgm:t>
        <a:bodyPr/>
        <a:lstStyle/>
        <a:p>
          <a:pPr algn="just"/>
          <a:r>
            <a:rPr lang="en-US" sz="2000" b="0" i="0" dirty="0"/>
            <a:t>Used to </a:t>
          </a:r>
          <a:r>
            <a:rPr lang="en-US" sz="2000" b="1" i="0" dirty="0">
              <a:highlight>
                <a:srgbClr val="FFFF00"/>
              </a:highlight>
            </a:rPr>
            <a:t>convert the output of transducer into an electrical value. </a:t>
          </a:r>
          <a:endParaRPr lang="en-IN" sz="2000" b="1" dirty="0">
            <a:highlight>
              <a:srgbClr val="FFFF00"/>
            </a:highlight>
          </a:endParaRPr>
        </a:p>
      </dgm:t>
    </dgm:pt>
    <dgm:pt modelId="{B3827BDE-2E9A-4F5B-A4E8-5432F09BBFBB}" type="parTrans" cxnId="{AB07084A-B17E-4A94-A1DB-7F5325A9D299}">
      <dgm:prSet/>
      <dgm:spPr/>
      <dgm:t>
        <a:bodyPr/>
        <a:lstStyle/>
        <a:p>
          <a:endParaRPr lang="en-IN"/>
        </a:p>
      </dgm:t>
    </dgm:pt>
    <dgm:pt modelId="{29728557-428E-4628-ADE8-3C48D7E6A84C}" type="sibTrans" cxnId="{AB07084A-B17E-4A94-A1DB-7F5325A9D299}">
      <dgm:prSet/>
      <dgm:spPr/>
      <dgm:t>
        <a:bodyPr/>
        <a:lstStyle/>
        <a:p>
          <a:endParaRPr lang="en-IN"/>
        </a:p>
      </dgm:t>
    </dgm:pt>
    <dgm:pt modelId="{C51807D8-9A68-4787-941A-7FD896770782}">
      <dgm:prSet phldrT="[Text]" custT="1"/>
      <dgm:spPr/>
      <dgm:t>
        <a:bodyPr/>
        <a:lstStyle/>
        <a:p>
          <a:pPr algn="just"/>
          <a:r>
            <a:rPr lang="en-US" sz="2000" b="0" i="0" dirty="0"/>
            <a:t>Generally, signal conditioning process includes amplification, filtering, analogue to digital and Digital to analogue conversions. </a:t>
          </a:r>
          <a:endParaRPr lang="en-IN" sz="2000" dirty="0"/>
        </a:p>
      </dgm:t>
    </dgm:pt>
    <dgm:pt modelId="{E861FD68-316C-4F89-9FD5-B26D565D8FE6}" type="parTrans" cxnId="{B420F9D3-5885-477F-B688-B1B5F29A444D}">
      <dgm:prSet/>
      <dgm:spPr/>
      <dgm:t>
        <a:bodyPr/>
        <a:lstStyle/>
        <a:p>
          <a:endParaRPr lang="en-IN"/>
        </a:p>
      </dgm:t>
    </dgm:pt>
    <dgm:pt modelId="{BF22BBDF-900C-4122-A60F-82E604CD4B33}" type="sibTrans" cxnId="{B420F9D3-5885-477F-B688-B1B5F29A444D}">
      <dgm:prSet/>
      <dgm:spPr/>
      <dgm:t>
        <a:bodyPr/>
        <a:lstStyle/>
        <a:p>
          <a:endParaRPr lang="en-IN"/>
        </a:p>
      </dgm:t>
    </dgm:pt>
    <dgm:pt modelId="{85E6F3CA-E009-4981-B55F-B04D90044F7C}">
      <dgm:prSet phldrT="[Text]" custT="1"/>
      <dgm:spPr/>
      <dgm:t>
        <a:bodyPr/>
        <a:lstStyle/>
        <a:p>
          <a:pPr algn="just"/>
          <a:r>
            <a:rPr lang="en-US" sz="2000" b="0" i="0" dirty="0"/>
            <a:t>Signal conditioning </a:t>
          </a:r>
          <a:r>
            <a:rPr lang="en-US" sz="2000" b="1" i="0" dirty="0">
              <a:highlight>
                <a:srgbClr val="FFFF00"/>
              </a:highlight>
            </a:rPr>
            <a:t>improves the sensitivity of instruments.</a:t>
          </a:r>
          <a:endParaRPr lang="en-IN" sz="2000" b="1" dirty="0">
            <a:highlight>
              <a:srgbClr val="FFFF00"/>
            </a:highlight>
          </a:endParaRPr>
        </a:p>
      </dgm:t>
    </dgm:pt>
    <dgm:pt modelId="{A99C8575-F96A-4348-97F1-78BE31F06A98}" type="parTrans" cxnId="{612CA7BE-A5FD-4A14-BC74-D452700AF1BD}">
      <dgm:prSet/>
      <dgm:spPr/>
      <dgm:t>
        <a:bodyPr/>
        <a:lstStyle/>
        <a:p>
          <a:endParaRPr lang="en-IN"/>
        </a:p>
      </dgm:t>
    </dgm:pt>
    <dgm:pt modelId="{955AFD30-161E-413D-83BE-D8F97E094653}" type="sibTrans" cxnId="{612CA7BE-A5FD-4A14-BC74-D452700AF1BD}">
      <dgm:prSet/>
      <dgm:spPr/>
      <dgm:t>
        <a:bodyPr/>
        <a:lstStyle/>
        <a:p>
          <a:endParaRPr lang="en-IN"/>
        </a:p>
      </dgm:t>
    </dgm:pt>
    <dgm:pt modelId="{796D805A-F4D3-4D1A-9456-23F385E02411}">
      <dgm:prSet phldrT="[Text]" custT="1"/>
      <dgm:spPr/>
      <dgm:t>
        <a:bodyPr/>
        <a:lstStyle/>
        <a:p>
          <a:pPr algn="just"/>
          <a:r>
            <a:rPr lang="en-US" sz="2000" b="1" i="0" dirty="0">
              <a:highlight>
                <a:srgbClr val="FFFF00"/>
              </a:highlight>
            </a:rPr>
            <a:t>Converts one type of electronic signal into a another type of signal</a:t>
          </a:r>
          <a:r>
            <a:rPr lang="en-US" sz="2000" b="0" i="0" dirty="0">
              <a:highlight>
                <a:srgbClr val="FFFF00"/>
              </a:highlight>
            </a:rPr>
            <a:t>.</a:t>
          </a:r>
          <a:endParaRPr lang="en-IN" sz="2000" dirty="0">
            <a:highlight>
              <a:srgbClr val="FFFF00"/>
            </a:highlight>
          </a:endParaRPr>
        </a:p>
      </dgm:t>
    </dgm:pt>
    <dgm:pt modelId="{A6B5A66A-C2DA-4BE6-8BC9-74791C07DC08}" type="parTrans" cxnId="{35298EDA-870F-45F9-BA96-08FB8F9AEB31}">
      <dgm:prSet/>
      <dgm:spPr/>
      <dgm:t>
        <a:bodyPr/>
        <a:lstStyle/>
        <a:p>
          <a:endParaRPr lang="en-IN"/>
        </a:p>
      </dgm:t>
    </dgm:pt>
    <dgm:pt modelId="{6EA8AC85-CCC2-4D04-9522-65E06604BD1B}" type="sibTrans" cxnId="{35298EDA-870F-45F9-BA96-08FB8F9AEB31}">
      <dgm:prSet/>
      <dgm:spPr/>
      <dgm:t>
        <a:bodyPr/>
        <a:lstStyle/>
        <a:p>
          <a:endParaRPr lang="en-IN"/>
        </a:p>
      </dgm:t>
    </dgm:pt>
    <dgm:pt modelId="{14F677E4-806F-405F-94ED-41F265F9B7A4}" type="pres">
      <dgm:prSet presAssocID="{6AF8B7E5-9C61-4758-966E-57BA08369D53}" presName="linear" presStyleCnt="0">
        <dgm:presLayoutVars>
          <dgm:dir/>
          <dgm:animLvl val="lvl"/>
          <dgm:resizeHandles val="exact"/>
        </dgm:presLayoutVars>
      </dgm:prSet>
      <dgm:spPr/>
    </dgm:pt>
    <dgm:pt modelId="{394E59E7-2A55-4D53-BCA2-4B670086D5DF}" type="pres">
      <dgm:prSet presAssocID="{DAC60B29-CFAA-4972-9627-89EB72073331}" presName="parentLin" presStyleCnt="0"/>
      <dgm:spPr/>
    </dgm:pt>
    <dgm:pt modelId="{562D4BD4-C3A2-42B6-925C-3F98EA4BD827}" type="pres">
      <dgm:prSet presAssocID="{DAC60B29-CFAA-4972-9627-89EB72073331}" presName="parentLeftMargin" presStyleLbl="node1" presStyleIdx="0" presStyleCnt="2"/>
      <dgm:spPr/>
    </dgm:pt>
    <dgm:pt modelId="{C3E9F4BE-C569-4B08-9C3E-E268190510CA}" type="pres">
      <dgm:prSet presAssocID="{DAC60B29-CFAA-4972-9627-89EB72073331}" presName="parentText" presStyleLbl="node1" presStyleIdx="0" presStyleCnt="2" custScaleY="42790" custLinFactNeighborX="5600" custLinFactNeighborY="-14003">
        <dgm:presLayoutVars>
          <dgm:chMax val="0"/>
          <dgm:bulletEnabled val="1"/>
        </dgm:presLayoutVars>
      </dgm:prSet>
      <dgm:spPr/>
    </dgm:pt>
    <dgm:pt modelId="{37966204-A145-4522-85D6-FA911B3C5CD0}" type="pres">
      <dgm:prSet presAssocID="{DAC60B29-CFAA-4972-9627-89EB72073331}" presName="negativeSpace" presStyleCnt="0"/>
      <dgm:spPr/>
    </dgm:pt>
    <dgm:pt modelId="{323E4D83-668E-4587-919F-7F7F6E8E9C49}" type="pres">
      <dgm:prSet presAssocID="{DAC60B29-CFAA-4972-9627-89EB72073331}" presName="childText" presStyleLbl="conFgAcc1" presStyleIdx="0" presStyleCnt="2" custScaleY="87705" custLinFactNeighborX="-441" custLinFactNeighborY="50289">
        <dgm:presLayoutVars>
          <dgm:bulletEnabled val="1"/>
        </dgm:presLayoutVars>
      </dgm:prSet>
      <dgm:spPr/>
    </dgm:pt>
    <dgm:pt modelId="{7CF1B79C-67FD-4475-BA46-E5825F4A1C31}" type="pres">
      <dgm:prSet presAssocID="{6E9013AF-812F-458A-94F4-BDDEC944CD62}" presName="spaceBetweenRectangles" presStyleCnt="0"/>
      <dgm:spPr/>
    </dgm:pt>
    <dgm:pt modelId="{C7EF8492-37E6-4520-B118-CF5062CA0956}" type="pres">
      <dgm:prSet presAssocID="{9420234C-9633-4FA7-9669-7D3F078A5BBE}" presName="parentLin" presStyleCnt="0"/>
      <dgm:spPr/>
    </dgm:pt>
    <dgm:pt modelId="{911CC592-803E-4FFD-9A62-729101B5214F}" type="pres">
      <dgm:prSet presAssocID="{9420234C-9633-4FA7-9669-7D3F078A5BBE}" presName="parentLeftMargin" presStyleLbl="node1" presStyleIdx="0" presStyleCnt="2"/>
      <dgm:spPr/>
    </dgm:pt>
    <dgm:pt modelId="{778C8B82-C67D-465D-A388-D47CA7682C44}" type="pres">
      <dgm:prSet presAssocID="{9420234C-9633-4FA7-9669-7D3F078A5BBE}" presName="parentText" presStyleLbl="node1" presStyleIdx="1" presStyleCnt="2" custScaleY="37523" custLinFactNeighborY="-15221">
        <dgm:presLayoutVars>
          <dgm:chMax val="0"/>
          <dgm:bulletEnabled val="1"/>
        </dgm:presLayoutVars>
      </dgm:prSet>
      <dgm:spPr/>
    </dgm:pt>
    <dgm:pt modelId="{BEC0A8E7-56A3-4DAA-81AD-852641B418F3}" type="pres">
      <dgm:prSet presAssocID="{9420234C-9633-4FA7-9669-7D3F078A5BBE}" presName="negativeSpace" presStyleCnt="0"/>
      <dgm:spPr/>
    </dgm:pt>
    <dgm:pt modelId="{12ECEBBD-B5E1-4D40-B958-EED578326A1C}" type="pres">
      <dgm:prSet presAssocID="{9420234C-9633-4FA7-9669-7D3F078A5BBE}" presName="childText" presStyleLbl="conFgAcc1" presStyleIdx="1" presStyleCnt="2">
        <dgm:presLayoutVars>
          <dgm:bulletEnabled val="1"/>
        </dgm:presLayoutVars>
      </dgm:prSet>
      <dgm:spPr/>
    </dgm:pt>
  </dgm:ptLst>
  <dgm:cxnLst>
    <dgm:cxn modelId="{79990408-B469-4492-958F-94916AE8C4B5}" type="presOf" srcId="{DAC60B29-CFAA-4972-9627-89EB72073331}" destId="{C3E9F4BE-C569-4B08-9C3E-E268190510CA}" srcOrd="1" destOrd="0" presId="urn:microsoft.com/office/officeart/2005/8/layout/list1"/>
    <dgm:cxn modelId="{CA14B71F-B26C-4DB7-BC9F-F7131D52210C}" srcId="{8CD38836-799C-4E33-8D4E-552332258C1C}" destId="{83A1CAD0-9D34-4466-904A-C526C0D121EB}" srcOrd="0" destOrd="0" parTransId="{655571F4-8760-4EFF-84C9-3BF2027AA52A}" sibTransId="{50074464-C82C-4671-AEDA-552B23E4C067}"/>
    <dgm:cxn modelId="{0C5FC422-569A-4CA7-9E2F-4CCB9C9BB609}" type="presOf" srcId="{DAC60B29-CFAA-4972-9627-89EB72073331}" destId="{562D4BD4-C3A2-42B6-925C-3F98EA4BD827}" srcOrd="0" destOrd="0" presId="urn:microsoft.com/office/officeart/2005/8/layout/list1"/>
    <dgm:cxn modelId="{F1382C5F-2F51-4525-A72E-6DECC1FBDC92}" srcId="{6AF8B7E5-9C61-4758-966E-57BA08369D53}" destId="{9420234C-9633-4FA7-9669-7D3F078A5BBE}" srcOrd="1" destOrd="0" parTransId="{2CC56281-0167-4236-8EF0-2FC84D7FA018}" sibTransId="{B7E780FD-3D5C-49CA-B186-C0842D135E53}"/>
    <dgm:cxn modelId="{0B451163-2900-4F9F-91F6-E48845E5B95E}" srcId="{6AF8B7E5-9C61-4758-966E-57BA08369D53}" destId="{DAC60B29-CFAA-4972-9627-89EB72073331}" srcOrd="0" destOrd="0" parTransId="{7232190E-E4F2-49DA-B770-20B8E70E7332}" sibTransId="{6E9013AF-812F-458A-94F4-BDDEC944CD62}"/>
    <dgm:cxn modelId="{AB07084A-B17E-4A94-A1DB-7F5325A9D299}" srcId="{DAC60B29-CFAA-4972-9627-89EB72073331}" destId="{D25712CB-2081-4DFE-AEDA-D1C215AB701A}" srcOrd="0" destOrd="0" parTransId="{B3827BDE-2E9A-4F5B-A4E8-5432F09BBFBB}" sibTransId="{29728557-428E-4628-ADE8-3C48D7E6A84C}"/>
    <dgm:cxn modelId="{4948A651-7CB9-4A65-86FB-44A6832FFFF5}" type="presOf" srcId="{D25712CB-2081-4DFE-AEDA-D1C215AB701A}" destId="{323E4D83-668E-4587-919F-7F7F6E8E9C49}" srcOrd="0" destOrd="0" presId="urn:microsoft.com/office/officeart/2005/8/layout/list1"/>
    <dgm:cxn modelId="{39AFE051-17E6-418B-8DF3-0F77104D3315}" type="presOf" srcId="{8CD38836-799C-4E33-8D4E-552332258C1C}" destId="{12ECEBBD-B5E1-4D40-B958-EED578326A1C}" srcOrd="0" destOrd="0" presId="urn:microsoft.com/office/officeart/2005/8/layout/list1"/>
    <dgm:cxn modelId="{64C5A789-B2F2-4635-81AF-5EE470276F44}" type="presOf" srcId="{C51807D8-9A68-4787-941A-7FD896770782}" destId="{323E4D83-668E-4587-919F-7F7F6E8E9C49}" srcOrd="0" destOrd="2" presId="urn:microsoft.com/office/officeart/2005/8/layout/list1"/>
    <dgm:cxn modelId="{0185CA96-FFF9-46F8-B7FF-F97690E1ED72}" type="presOf" srcId="{9420234C-9633-4FA7-9669-7D3F078A5BBE}" destId="{911CC592-803E-4FFD-9A62-729101B5214F}" srcOrd="0" destOrd="0" presId="urn:microsoft.com/office/officeart/2005/8/layout/list1"/>
    <dgm:cxn modelId="{38A071AA-D206-4103-80C4-ADB33D05B355}" type="presOf" srcId="{6AF8B7E5-9C61-4758-966E-57BA08369D53}" destId="{14F677E4-806F-405F-94ED-41F265F9B7A4}" srcOrd="0" destOrd="0" presId="urn:microsoft.com/office/officeart/2005/8/layout/list1"/>
    <dgm:cxn modelId="{AD51ACB7-E318-4968-9147-7567BF1F84CE}" type="presOf" srcId="{796D805A-F4D3-4D1A-9456-23F385E02411}" destId="{323E4D83-668E-4587-919F-7F7F6E8E9C49}" srcOrd="0" destOrd="1" presId="urn:microsoft.com/office/officeart/2005/8/layout/list1"/>
    <dgm:cxn modelId="{612CA7BE-A5FD-4A14-BC74-D452700AF1BD}" srcId="{DAC60B29-CFAA-4972-9627-89EB72073331}" destId="{85E6F3CA-E009-4981-B55F-B04D90044F7C}" srcOrd="3" destOrd="0" parTransId="{A99C8575-F96A-4348-97F1-78BE31F06A98}" sibTransId="{955AFD30-161E-413D-83BE-D8F97E094653}"/>
    <dgm:cxn modelId="{8490DEC8-0656-44AC-8994-141CD4410683}" type="presOf" srcId="{9420234C-9633-4FA7-9669-7D3F078A5BBE}" destId="{778C8B82-C67D-465D-A388-D47CA7682C44}" srcOrd="1" destOrd="0" presId="urn:microsoft.com/office/officeart/2005/8/layout/list1"/>
    <dgm:cxn modelId="{47844DC9-0B1E-47F3-A4DC-04589C5AABAB}" srcId="{9420234C-9633-4FA7-9669-7D3F078A5BBE}" destId="{8CD38836-799C-4E33-8D4E-552332258C1C}" srcOrd="0" destOrd="0" parTransId="{1B385B58-F8CD-42CC-9018-50633158CB78}" sibTransId="{C93A8FA5-3A19-4950-B4E6-11F3DD088249}"/>
    <dgm:cxn modelId="{B420F9D3-5885-477F-B688-B1B5F29A444D}" srcId="{DAC60B29-CFAA-4972-9627-89EB72073331}" destId="{C51807D8-9A68-4787-941A-7FD896770782}" srcOrd="2" destOrd="0" parTransId="{E861FD68-316C-4F89-9FD5-B26D565D8FE6}" sibTransId="{BF22BBDF-900C-4122-A60F-82E604CD4B33}"/>
    <dgm:cxn modelId="{35298EDA-870F-45F9-BA96-08FB8F9AEB31}" srcId="{DAC60B29-CFAA-4972-9627-89EB72073331}" destId="{796D805A-F4D3-4D1A-9456-23F385E02411}" srcOrd="1" destOrd="0" parTransId="{A6B5A66A-C2DA-4BE6-8BC9-74791C07DC08}" sibTransId="{6EA8AC85-CCC2-4D04-9522-65E06604BD1B}"/>
    <dgm:cxn modelId="{B65257E6-8F9A-4A97-9B01-FC9BA8B15B28}" type="presOf" srcId="{83A1CAD0-9D34-4466-904A-C526C0D121EB}" destId="{12ECEBBD-B5E1-4D40-B958-EED578326A1C}" srcOrd="0" destOrd="1" presId="urn:microsoft.com/office/officeart/2005/8/layout/list1"/>
    <dgm:cxn modelId="{E890BAE7-C783-455C-B625-C76FA05D8301}" type="presOf" srcId="{85E6F3CA-E009-4981-B55F-B04D90044F7C}" destId="{323E4D83-668E-4587-919F-7F7F6E8E9C49}" srcOrd="0" destOrd="3" presId="urn:microsoft.com/office/officeart/2005/8/layout/list1"/>
    <dgm:cxn modelId="{B1A0852A-6EAF-4AB3-9029-8F7CBE99C64F}" type="presParOf" srcId="{14F677E4-806F-405F-94ED-41F265F9B7A4}" destId="{394E59E7-2A55-4D53-BCA2-4B670086D5DF}" srcOrd="0" destOrd="0" presId="urn:microsoft.com/office/officeart/2005/8/layout/list1"/>
    <dgm:cxn modelId="{F253CA32-ED36-4F69-9DF9-3ECF1491C16C}" type="presParOf" srcId="{394E59E7-2A55-4D53-BCA2-4B670086D5DF}" destId="{562D4BD4-C3A2-42B6-925C-3F98EA4BD827}" srcOrd="0" destOrd="0" presId="urn:microsoft.com/office/officeart/2005/8/layout/list1"/>
    <dgm:cxn modelId="{4A62B814-DF0A-4ED9-8CCD-BBF073CB9063}" type="presParOf" srcId="{394E59E7-2A55-4D53-BCA2-4B670086D5DF}" destId="{C3E9F4BE-C569-4B08-9C3E-E268190510CA}" srcOrd="1" destOrd="0" presId="urn:microsoft.com/office/officeart/2005/8/layout/list1"/>
    <dgm:cxn modelId="{E16F7E88-BBB8-4F4F-B252-421EF7A9DBC1}" type="presParOf" srcId="{14F677E4-806F-405F-94ED-41F265F9B7A4}" destId="{37966204-A145-4522-85D6-FA911B3C5CD0}" srcOrd="1" destOrd="0" presId="urn:microsoft.com/office/officeart/2005/8/layout/list1"/>
    <dgm:cxn modelId="{F83AECAD-C431-4B7E-87F5-A56DE6B57F9B}" type="presParOf" srcId="{14F677E4-806F-405F-94ED-41F265F9B7A4}" destId="{323E4D83-668E-4587-919F-7F7F6E8E9C49}" srcOrd="2" destOrd="0" presId="urn:microsoft.com/office/officeart/2005/8/layout/list1"/>
    <dgm:cxn modelId="{66D3F171-26DA-4531-AE3F-D6D9FE1E7927}" type="presParOf" srcId="{14F677E4-806F-405F-94ED-41F265F9B7A4}" destId="{7CF1B79C-67FD-4475-BA46-E5825F4A1C31}" srcOrd="3" destOrd="0" presId="urn:microsoft.com/office/officeart/2005/8/layout/list1"/>
    <dgm:cxn modelId="{DADB7346-82C5-4318-9E80-1FABBDF5ADCE}" type="presParOf" srcId="{14F677E4-806F-405F-94ED-41F265F9B7A4}" destId="{C7EF8492-37E6-4520-B118-CF5062CA0956}" srcOrd="4" destOrd="0" presId="urn:microsoft.com/office/officeart/2005/8/layout/list1"/>
    <dgm:cxn modelId="{B1C456E0-3F62-49AF-8A1C-383DA703E52C}" type="presParOf" srcId="{C7EF8492-37E6-4520-B118-CF5062CA0956}" destId="{911CC592-803E-4FFD-9A62-729101B5214F}" srcOrd="0" destOrd="0" presId="urn:microsoft.com/office/officeart/2005/8/layout/list1"/>
    <dgm:cxn modelId="{BF7539B4-A96A-487E-8898-6F5C39AAA35B}" type="presParOf" srcId="{C7EF8492-37E6-4520-B118-CF5062CA0956}" destId="{778C8B82-C67D-465D-A388-D47CA7682C44}" srcOrd="1" destOrd="0" presId="urn:microsoft.com/office/officeart/2005/8/layout/list1"/>
    <dgm:cxn modelId="{76AD7398-CD5C-44A1-B365-6732932F19F1}" type="presParOf" srcId="{14F677E4-806F-405F-94ED-41F265F9B7A4}" destId="{BEC0A8E7-56A3-4DAA-81AD-852641B418F3}" srcOrd="5" destOrd="0" presId="urn:microsoft.com/office/officeart/2005/8/layout/list1"/>
    <dgm:cxn modelId="{2A8D4653-6EC9-4540-8940-F0CEC1115D89}" type="presParOf" srcId="{14F677E4-806F-405F-94ED-41F265F9B7A4}" destId="{12ECEBBD-B5E1-4D40-B958-EED578326A1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AF8B7E5-9C61-4758-966E-57BA08369D5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7D529F1-F016-410F-A43F-02E5ADC5478B}">
      <dgm:prSet phldrT="[Text]" custT="1"/>
      <dgm:spPr/>
      <dgm:t>
        <a:bodyPr/>
        <a:lstStyle/>
        <a:p>
          <a:pPr algn="l">
            <a:spcAft>
              <a:spcPct val="35000"/>
            </a:spcAft>
          </a:pPr>
          <a:r>
            <a:rPr lang="en-IN" sz="2800" b="1" i="0" dirty="0"/>
            <a:t>Recording/ Data Storage and Data Transmission</a:t>
          </a:r>
          <a:endParaRPr lang="en-IN" sz="2800" b="1" dirty="0"/>
        </a:p>
      </dgm:t>
    </dgm:pt>
    <dgm:pt modelId="{93317ED8-D7B6-4BB1-938F-EA855318E630}" type="sibTrans" cxnId="{15A4D83E-83FE-4EAA-A325-BE8E0A034577}">
      <dgm:prSet/>
      <dgm:spPr/>
      <dgm:t>
        <a:bodyPr/>
        <a:lstStyle/>
        <a:p>
          <a:pPr algn="just"/>
          <a:endParaRPr lang="en-IN"/>
        </a:p>
      </dgm:t>
    </dgm:pt>
    <dgm:pt modelId="{BF66C043-E823-45E0-A630-2D9D87205A59}" type="parTrans" cxnId="{15A4D83E-83FE-4EAA-A325-BE8E0A034577}">
      <dgm:prSet/>
      <dgm:spPr/>
      <dgm:t>
        <a:bodyPr/>
        <a:lstStyle/>
        <a:p>
          <a:pPr algn="just"/>
          <a:endParaRPr lang="en-IN"/>
        </a:p>
      </dgm:t>
    </dgm:pt>
    <dgm:pt modelId="{B6DA4171-AB59-495F-BB1C-790090FA00A6}">
      <dgm:prSet phldrT="[Text]" custT="1"/>
      <dgm:spPr/>
      <dgm:t>
        <a:bodyPr/>
        <a:lstStyle/>
        <a:p>
          <a:pPr algn="just"/>
          <a:r>
            <a:rPr lang="en-US" sz="2100" b="0" i="0" dirty="0"/>
            <a:t>Data storage is used to </a:t>
          </a:r>
          <a:r>
            <a:rPr lang="en-US" sz="2100" b="1" i="0" dirty="0">
              <a:highlight>
                <a:srgbClr val="FFFF00"/>
              </a:highlight>
            </a:rPr>
            <a:t>store the data </a:t>
          </a:r>
          <a:r>
            <a:rPr lang="en-US" sz="2100" b="0" i="0" dirty="0"/>
            <a:t>and can be </a:t>
          </a:r>
          <a:r>
            <a:rPr lang="en-US" sz="2100" b="1" i="0" dirty="0">
              <a:highlight>
                <a:srgbClr val="FFFF00"/>
              </a:highlight>
            </a:rPr>
            <a:t>used for future reference. </a:t>
          </a:r>
          <a:endParaRPr lang="en-IN" sz="2100" b="1" dirty="0">
            <a:highlight>
              <a:srgbClr val="FFFF00"/>
            </a:highlight>
          </a:endParaRPr>
        </a:p>
      </dgm:t>
    </dgm:pt>
    <dgm:pt modelId="{6572403E-DFE9-4EBE-9CF1-DA44AA585764}" type="sibTrans" cxnId="{CCE8616F-5499-4EF9-B83C-AB4EBC5C43F1}">
      <dgm:prSet/>
      <dgm:spPr/>
      <dgm:t>
        <a:bodyPr/>
        <a:lstStyle/>
        <a:p>
          <a:pPr algn="just"/>
          <a:endParaRPr lang="en-IN"/>
        </a:p>
      </dgm:t>
    </dgm:pt>
    <dgm:pt modelId="{DA09F03C-60F5-4A68-AA2F-A6112AE1BD6B}" type="parTrans" cxnId="{CCE8616F-5499-4EF9-B83C-AB4EBC5C43F1}">
      <dgm:prSet/>
      <dgm:spPr/>
      <dgm:t>
        <a:bodyPr/>
        <a:lstStyle/>
        <a:p>
          <a:pPr algn="just"/>
          <a:endParaRPr lang="en-IN"/>
        </a:p>
      </dgm:t>
    </dgm:pt>
    <dgm:pt modelId="{F9B7FCB5-BCA0-46CE-A803-2451C8BE8F51}">
      <dgm:prSet phldrT="[Text]" custT="1"/>
      <dgm:spPr/>
      <dgm:t>
        <a:bodyPr/>
        <a:lstStyle/>
        <a:p>
          <a:pPr algn="just"/>
          <a:r>
            <a:rPr lang="en-US" sz="2100" b="0" i="0" dirty="0"/>
            <a:t>Recent days Electronic Health records are utilized in hospitals. </a:t>
          </a:r>
          <a:endParaRPr lang="en-IN" sz="2100" dirty="0"/>
        </a:p>
      </dgm:t>
    </dgm:pt>
    <dgm:pt modelId="{6780AF02-A8C4-4CCC-A694-B33FD9E802A3}" type="sibTrans" cxnId="{0AD3E2BE-2EAE-407E-AB88-0CC1E3E823F2}">
      <dgm:prSet/>
      <dgm:spPr/>
      <dgm:t>
        <a:bodyPr/>
        <a:lstStyle/>
        <a:p>
          <a:pPr algn="just"/>
          <a:endParaRPr lang="en-IN"/>
        </a:p>
      </dgm:t>
    </dgm:pt>
    <dgm:pt modelId="{F444A075-7FEE-40F7-B262-47B26E8B9686}" type="parTrans" cxnId="{0AD3E2BE-2EAE-407E-AB88-0CC1E3E823F2}">
      <dgm:prSet/>
      <dgm:spPr/>
      <dgm:t>
        <a:bodyPr/>
        <a:lstStyle/>
        <a:p>
          <a:pPr algn="just"/>
          <a:endParaRPr lang="en-IN"/>
        </a:p>
      </dgm:t>
    </dgm:pt>
    <dgm:pt modelId="{C6965F9A-7AFD-4FD9-964F-71950CC58513}">
      <dgm:prSet phldrT="[Text]" custT="1"/>
      <dgm:spPr/>
      <dgm:t>
        <a:bodyPr/>
        <a:lstStyle/>
        <a:p>
          <a:pPr algn="just"/>
          <a:r>
            <a:rPr lang="en-US" sz="2800" b="1" dirty="0"/>
            <a:t>Control Device</a:t>
          </a:r>
          <a:endParaRPr lang="en-IN" sz="2800" b="1" dirty="0"/>
        </a:p>
      </dgm:t>
    </dgm:pt>
    <dgm:pt modelId="{3244B492-F095-4834-AD82-7E6CE4814D01}" type="parTrans" cxnId="{121C264A-F6DC-4A74-80C1-A6B2D998A317}">
      <dgm:prSet/>
      <dgm:spPr/>
      <dgm:t>
        <a:bodyPr/>
        <a:lstStyle/>
        <a:p>
          <a:endParaRPr lang="en-IN"/>
        </a:p>
      </dgm:t>
    </dgm:pt>
    <dgm:pt modelId="{3F64ADB7-E673-4651-AD79-CB45D5F3E335}" type="sibTrans" cxnId="{121C264A-F6DC-4A74-80C1-A6B2D998A317}">
      <dgm:prSet/>
      <dgm:spPr/>
      <dgm:t>
        <a:bodyPr/>
        <a:lstStyle/>
        <a:p>
          <a:endParaRPr lang="en-IN"/>
        </a:p>
      </dgm:t>
    </dgm:pt>
    <dgm:pt modelId="{72AEAE4C-71B4-49E5-BCD2-6CBD9B2F428D}">
      <dgm:prSet phldrT="[Text]" custT="1"/>
      <dgm:spPr/>
      <dgm:t>
        <a:bodyPr/>
        <a:lstStyle/>
        <a:p>
          <a:pPr algn="just"/>
          <a:r>
            <a:rPr lang="en-US" sz="2100" dirty="0"/>
            <a:t>It is necessary to have </a:t>
          </a:r>
          <a:r>
            <a:rPr lang="en-US" sz="2100" b="1" dirty="0">
              <a:highlight>
                <a:srgbClr val="FFFF00"/>
              </a:highlight>
            </a:rPr>
            <a:t>automatic control of the transducer, stimulus or any part of the man instrument system, a control system is incorporated</a:t>
          </a:r>
          <a:endParaRPr lang="en-IN" sz="2100" b="1" dirty="0">
            <a:highlight>
              <a:srgbClr val="FFFF00"/>
            </a:highlight>
          </a:endParaRPr>
        </a:p>
      </dgm:t>
    </dgm:pt>
    <dgm:pt modelId="{E363561C-1B8B-4E44-A809-D68368A69D3F}" type="parTrans" cxnId="{334B54B6-076C-4816-8C28-BF14CF148AA2}">
      <dgm:prSet/>
      <dgm:spPr/>
      <dgm:t>
        <a:bodyPr/>
        <a:lstStyle/>
        <a:p>
          <a:endParaRPr lang="en-IN"/>
        </a:p>
      </dgm:t>
    </dgm:pt>
    <dgm:pt modelId="{F7762E47-5998-4267-82FF-3DD2F99A2F0D}" type="sibTrans" cxnId="{334B54B6-076C-4816-8C28-BF14CF148AA2}">
      <dgm:prSet/>
      <dgm:spPr/>
      <dgm:t>
        <a:bodyPr/>
        <a:lstStyle/>
        <a:p>
          <a:endParaRPr lang="en-IN"/>
        </a:p>
      </dgm:t>
    </dgm:pt>
    <dgm:pt modelId="{FC3EA2CB-4AEE-4911-BC69-A1F79491555F}">
      <dgm:prSet phldrT="[Text]" custT="1"/>
      <dgm:spPr/>
      <dgm:t>
        <a:bodyPr/>
        <a:lstStyle/>
        <a:p>
          <a:pPr algn="just"/>
          <a:r>
            <a:rPr lang="en-US" sz="2100" dirty="0"/>
            <a:t>This system usually consists of a feedback loop in which part of the output from signal conditioning equipment or display equipment is used to control the operation of the system</a:t>
          </a:r>
          <a:endParaRPr lang="en-IN" sz="2100" dirty="0"/>
        </a:p>
      </dgm:t>
    </dgm:pt>
    <dgm:pt modelId="{E2C560B2-BA56-470F-B6BA-42317C410D7E}" type="parTrans" cxnId="{62108DB9-0658-49D3-81E4-C26F9727F447}">
      <dgm:prSet/>
      <dgm:spPr/>
      <dgm:t>
        <a:bodyPr/>
        <a:lstStyle/>
        <a:p>
          <a:endParaRPr lang="en-IN"/>
        </a:p>
      </dgm:t>
    </dgm:pt>
    <dgm:pt modelId="{ECA55881-1A23-4803-A997-224018954C35}" type="sibTrans" cxnId="{62108DB9-0658-49D3-81E4-C26F9727F447}">
      <dgm:prSet/>
      <dgm:spPr/>
      <dgm:t>
        <a:bodyPr/>
        <a:lstStyle/>
        <a:p>
          <a:endParaRPr lang="en-IN"/>
        </a:p>
      </dgm:t>
    </dgm:pt>
    <dgm:pt modelId="{95C5CF22-8EC5-4BAB-BA02-FF791BEFEB5D}" type="pres">
      <dgm:prSet presAssocID="{6AF8B7E5-9C61-4758-966E-57BA08369D53}" presName="linear" presStyleCnt="0">
        <dgm:presLayoutVars>
          <dgm:dir/>
          <dgm:animLvl val="lvl"/>
          <dgm:resizeHandles val="exact"/>
        </dgm:presLayoutVars>
      </dgm:prSet>
      <dgm:spPr/>
    </dgm:pt>
    <dgm:pt modelId="{02F06FC6-C9E9-499B-AEB0-955954743754}" type="pres">
      <dgm:prSet presAssocID="{97D529F1-F016-410F-A43F-02E5ADC5478B}" presName="parentLin" presStyleCnt="0"/>
      <dgm:spPr/>
    </dgm:pt>
    <dgm:pt modelId="{687B996D-8955-4B0C-8584-9A8728D256E0}" type="pres">
      <dgm:prSet presAssocID="{97D529F1-F016-410F-A43F-02E5ADC5478B}" presName="parentLeftMargin" presStyleLbl="node1" presStyleIdx="0" presStyleCnt="2"/>
      <dgm:spPr/>
    </dgm:pt>
    <dgm:pt modelId="{A55005EC-BF5D-4E7A-8BEC-F5117BCD3EAD}" type="pres">
      <dgm:prSet presAssocID="{97D529F1-F016-410F-A43F-02E5ADC5478B}" presName="parentText" presStyleLbl="node1" presStyleIdx="0" presStyleCnt="2" custScaleX="112108" custScaleY="39400" custLinFactNeighborY="-11572">
        <dgm:presLayoutVars>
          <dgm:chMax val="0"/>
          <dgm:bulletEnabled val="1"/>
        </dgm:presLayoutVars>
      </dgm:prSet>
      <dgm:spPr/>
    </dgm:pt>
    <dgm:pt modelId="{97E65AA9-1BBB-41EA-9A61-7034CC1035ED}" type="pres">
      <dgm:prSet presAssocID="{97D529F1-F016-410F-A43F-02E5ADC5478B}" presName="negativeSpace" presStyleCnt="0"/>
      <dgm:spPr/>
    </dgm:pt>
    <dgm:pt modelId="{EFD7C85F-D20F-4490-AE51-9550EE0F6A31}" type="pres">
      <dgm:prSet presAssocID="{97D529F1-F016-410F-A43F-02E5ADC5478B}" presName="childText" presStyleLbl="conFgAcc1" presStyleIdx="0" presStyleCnt="2" custScaleY="90028">
        <dgm:presLayoutVars>
          <dgm:bulletEnabled val="1"/>
        </dgm:presLayoutVars>
      </dgm:prSet>
      <dgm:spPr/>
    </dgm:pt>
    <dgm:pt modelId="{A36CCB6B-67AD-4220-A1A3-4004B2D7FDFB}" type="pres">
      <dgm:prSet presAssocID="{93317ED8-D7B6-4BB1-938F-EA855318E630}" presName="spaceBetweenRectangles" presStyleCnt="0"/>
      <dgm:spPr/>
    </dgm:pt>
    <dgm:pt modelId="{05EEF67B-83E7-47B1-8229-DB59FABAB6E6}" type="pres">
      <dgm:prSet presAssocID="{C6965F9A-7AFD-4FD9-964F-71950CC58513}" presName="parentLin" presStyleCnt="0"/>
      <dgm:spPr/>
    </dgm:pt>
    <dgm:pt modelId="{807C7EB0-BEC0-4003-9317-83841A82107C}" type="pres">
      <dgm:prSet presAssocID="{C6965F9A-7AFD-4FD9-964F-71950CC58513}" presName="parentLeftMargin" presStyleLbl="node1" presStyleIdx="0" presStyleCnt="2"/>
      <dgm:spPr/>
    </dgm:pt>
    <dgm:pt modelId="{E2CD5F6A-1DC9-434F-9C65-0F5B8C387C23}" type="pres">
      <dgm:prSet presAssocID="{C6965F9A-7AFD-4FD9-964F-71950CC58513}" presName="parentText" presStyleLbl="node1" presStyleIdx="1" presStyleCnt="2" custScaleY="38110" custLinFactNeighborY="-11046">
        <dgm:presLayoutVars>
          <dgm:chMax val="0"/>
          <dgm:bulletEnabled val="1"/>
        </dgm:presLayoutVars>
      </dgm:prSet>
      <dgm:spPr/>
    </dgm:pt>
    <dgm:pt modelId="{399034F1-7C36-4F03-ADD9-FAEFDB570076}" type="pres">
      <dgm:prSet presAssocID="{C6965F9A-7AFD-4FD9-964F-71950CC58513}" presName="negativeSpace" presStyleCnt="0"/>
      <dgm:spPr/>
    </dgm:pt>
    <dgm:pt modelId="{9D2F33FC-8220-4797-B31A-1CF8EE1B38AF}" type="pres">
      <dgm:prSet presAssocID="{C6965F9A-7AFD-4FD9-964F-71950CC58513}" presName="childText" presStyleLbl="conFgAcc1" presStyleIdx="1" presStyleCnt="2" custScaleY="111581">
        <dgm:presLayoutVars>
          <dgm:bulletEnabled val="1"/>
        </dgm:presLayoutVars>
      </dgm:prSet>
      <dgm:spPr/>
    </dgm:pt>
  </dgm:ptLst>
  <dgm:cxnLst>
    <dgm:cxn modelId="{307D8A02-3169-4711-8C19-7513990FFC44}" type="presOf" srcId="{72AEAE4C-71B4-49E5-BCD2-6CBD9B2F428D}" destId="{9D2F33FC-8220-4797-B31A-1CF8EE1B38AF}" srcOrd="0" destOrd="0" presId="urn:microsoft.com/office/officeart/2005/8/layout/list1"/>
    <dgm:cxn modelId="{C4666006-01FD-4F24-93C4-8E63D143EA8E}" type="presOf" srcId="{B6DA4171-AB59-495F-BB1C-790090FA00A6}" destId="{EFD7C85F-D20F-4490-AE51-9550EE0F6A31}" srcOrd="0" destOrd="0" presId="urn:microsoft.com/office/officeart/2005/8/layout/list1"/>
    <dgm:cxn modelId="{2F97C90C-36F2-4183-804E-1809EC4674A3}" type="presOf" srcId="{F9B7FCB5-BCA0-46CE-A803-2451C8BE8F51}" destId="{EFD7C85F-D20F-4490-AE51-9550EE0F6A31}" srcOrd="0" destOrd="1" presId="urn:microsoft.com/office/officeart/2005/8/layout/list1"/>
    <dgm:cxn modelId="{A1784613-1735-412D-AB06-D5FDFF379442}" type="presOf" srcId="{C6965F9A-7AFD-4FD9-964F-71950CC58513}" destId="{807C7EB0-BEC0-4003-9317-83841A82107C}" srcOrd="0" destOrd="0" presId="urn:microsoft.com/office/officeart/2005/8/layout/list1"/>
    <dgm:cxn modelId="{0A0D1D15-4250-4DBF-A829-B3AD47A794BC}" type="presOf" srcId="{FC3EA2CB-4AEE-4911-BC69-A1F79491555F}" destId="{9D2F33FC-8220-4797-B31A-1CF8EE1B38AF}" srcOrd="0" destOrd="1" presId="urn:microsoft.com/office/officeart/2005/8/layout/list1"/>
    <dgm:cxn modelId="{D5EAE31A-0A95-4D3C-932B-191276D59655}" type="presOf" srcId="{C6965F9A-7AFD-4FD9-964F-71950CC58513}" destId="{E2CD5F6A-1DC9-434F-9C65-0F5B8C387C23}" srcOrd="1" destOrd="0" presId="urn:microsoft.com/office/officeart/2005/8/layout/list1"/>
    <dgm:cxn modelId="{DEA03625-F131-4AEC-A4CC-19AFFB8783E8}" type="presOf" srcId="{6AF8B7E5-9C61-4758-966E-57BA08369D53}" destId="{95C5CF22-8EC5-4BAB-BA02-FF791BEFEB5D}" srcOrd="0" destOrd="0" presId="urn:microsoft.com/office/officeart/2005/8/layout/list1"/>
    <dgm:cxn modelId="{15A4D83E-83FE-4EAA-A325-BE8E0A034577}" srcId="{6AF8B7E5-9C61-4758-966E-57BA08369D53}" destId="{97D529F1-F016-410F-A43F-02E5ADC5478B}" srcOrd="0" destOrd="0" parTransId="{BF66C043-E823-45E0-A630-2D9D87205A59}" sibTransId="{93317ED8-D7B6-4BB1-938F-EA855318E630}"/>
    <dgm:cxn modelId="{121C264A-F6DC-4A74-80C1-A6B2D998A317}" srcId="{6AF8B7E5-9C61-4758-966E-57BA08369D53}" destId="{C6965F9A-7AFD-4FD9-964F-71950CC58513}" srcOrd="1" destOrd="0" parTransId="{3244B492-F095-4834-AD82-7E6CE4814D01}" sibTransId="{3F64ADB7-E673-4651-AD79-CB45D5F3E335}"/>
    <dgm:cxn modelId="{CCE8616F-5499-4EF9-B83C-AB4EBC5C43F1}" srcId="{97D529F1-F016-410F-A43F-02E5ADC5478B}" destId="{B6DA4171-AB59-495F-BB1C-790090FA00A6}" srcOrd="0" destOrd="0" parTransId="{DA09F03C-60F5-4A68-AA2F-A6112AE1BD6B}" sibTransId="{6572403E-DFE9-4EBE-9CF1-DA44AA585764}"/>
    <dgm:cxn modelId="{11513086-3840-4293-AAEA-B32D5DA40582}" type="presOf" srcId="{97D529F1-F016-410F-A43F-02E5ADC5478B}" destId="{687B996D-8955-4B0C-8584-9A8728D256E0}" srcOrd="0" destOrd="0" presId="urn:microsoft.com/office/officeart/2005/8/layout/list1"/>
    <dgm:cxn modelId="{C43B388B-1044-44BE-9770-F43E8FE9331F}" type="presOf" srcId="{97D529F1-F016-410F-A43F-02E5ADC5478B}" destId="{A55005EC-BF5D-4E7A-8BEC-F5117BCD3EAD}" srcOrd="1" destOrd="0" presId="urn:microsoft.com/office/officeart/2005/8/layout/list1"/>
    <dgm:cxn modelId="{334B54B6-076C-4816-8C28-BF14CF148AA2}" srcId="{C6965F9A-7AFD-4FD9-964F-71950CC58513}" destId="{72AEAE4C-71B4-49E5-BCD2-6CBD9B2F428D}" srcOrd="0" destOrd="0" parTransId="{E363561C-1B8B-4E44-A809-D68368A69D3F}" sibTransId="{F7762E47-5998-4267-82FF-3DD2F99A2F0D}"/>
    <dgm:cxn modelId="{62108DB9-0658-49D3-81E4-C26F9727F447}" srcId="{C6965F9A-7AFD-4FD9-964F-71950CC58513}" destId="{FC3EA2CB-4AEE-4911-BC69-A1F79491555F}" srcOrd="1" destOrd="0" parTransId="{E2C560B2-BA56-470F-B6BA-42317C410D7E}" sibTransId="{ECA55881-1A23-4803-A997-224018954C35}"/>
    <dgm:cxn modelId="{0AD3E2BE-2EAE-407E-AB88-0CC1E3E823F2}" srcId="{97D529F1-F016-410F-A43F-02E5ADC5478B}" destId="{F9B7FCB5-BCA0-46CE-A803-2451C8BE8F51}" srcOrd="1" destOrd="0" parTransId="{F444A075-7FEE-40F7-B262-47B26E8B9686}" sibTransId="{6780AF02-A8C4-4CCC-A694-B33FD9E802A3}"/>
    <dgm:cxn modelId="{19D4CFD6-139D-473F-9D81-73DF3B4CC124}" type="presParOf" srcId="{95C5CF22-8EC5-4BAB-BA02-FF791BEFEB5D}" destId="{02F06FC6-C9E9-499B-AEB0-955954743754}" srcOrd="0" destOrd="0" presId="urn:microsoft.com/office/officeart/2005/8/layout/list1"/>
    <dgm:cxn modelId="{D6D14BB0-9353-4B0F-B456-B6FE8D7437ED}" type="presParOf" srcId="{02F06FC6-C9E9-499B-AEB0-955954743754}" destId="{687B996D-8955-4B0C-8584-9A8728D256E0}" srcOrd="0" destOrd="0" presId="urn:microsoft.com/office/officeart/2005/8/layout/list1"/>
    <dgm:cxn modelId="{04D10F88-39CD-48B0-94E0-3CE803E0A7AC}" type="presParOf" srcId="{02F06FC6-C9E9-499B-AEB0-955954743754}" destId="{A55005EC-BF5D-4E7A-8BEC-F5117BCD3EAD}" srcOrd="1" destOrd="0" presId="urn:microsoft.com/office/officeart/2005/8/layout/list1"/>
    <dgm:cxn modelId="{AEAAA8CF-56D0-4D2C-9A26-7F27DF31C163}" type="presParOf" srcId="{95C5CF22-8EC5-4BAB-BA02-FF791BEFEB5D}" destId="{97E65AA9-1BBB-41EA-9A61-7034CC1035ED}" srcOrd="1" destOrd="0" presId="urn:microsoft.com/office/officeart/2005/8/layout/list1"/>
    <dgm:cxn modelId="{4F5B1B1A-962C-4F9B-A2C1-026312C0EC24}" type="presParOf" srcId="{95C5CF22-8EC5-4BAB-BA02-FF791BEFEB5D}" destId="{EFD7C85F-D20F-4490-AE51-9550EE0F6A31}" srcOrd="2" destOrd="0" presId="urn:microsoft.com/office/officeart/2005/8/layout/list1"/>
    <dgm:cxn modelId="{20F3E09C-AC26-474D-A83D-CD21D2F90E36}" type="presParOf" srcId="{95C5CF22-8EC5-4BAB-BA02-FF791BEFEB5D}" destId="{A36CCB6B-67AD-4220-A1A3-4004B2D7FDFB}" srcOrd="3" destOrd="0" presId="urn:microsoft.com/office/officeart/2005/8/layout/list1"/>
    <dgm:cxn modelId="{8ACBB9CB-429B-4A01-AA6E-ACC90926DDFE}" type="presParOf" srcId="{95C5CF22-8EC5-4BAB-BA02-FF791BEFEB5D}" destId="{05EEF67B-83E7-47B1-8229-DB59FABAB6E6}" srcOrd="4" destOrd="0" presId="urn:microsoft.com/office/officeart/2005/8/layout/list1"/>
    <dgm:cxn modelId="{1256A65E-65A7-498C-A15A-599BD34C6466}" type="presParOf" srcId="{05EEF67B-83E7-47B1-8229-DB59FABAB6E6}" destId="{807C7EB0-BEC0-4003-9317-83841A82107C}" srcOrd="0" destOrd="0" presId="urn:microsoft.com/office/officeart/2005/8/layout/list1"/>
    <dgm:cxn modelId="{5601287B-E6AF-4EC9-B570-70AC2F844CC7}" type="presParOf" srcId="{05EEF67B-83E7-47B1-8229-DB59FABAB6E6}" destId="{E2CD5F6A-1DC9-434F-9C65-0F5B8C387C23}" srcOrd="1" destOrd="0" presId="urn:microsoft.com/office/officeart/2005/8/layout/list1"/>
    <dgm:cxn modelId="{1C5B3779-A700-4A9C-8AA4-EE202B18E153}" type="presParOf" srcId="{95C5CF22-8EC5-4BAB-BA02-FF791BEFEB5D}" destId="{399034F1-7C36-4F03-ADD9-FAEFDB570076}" srcOrd="5" destOrd="0" presId="urn:microsoft.com/office/officeart/2005/8/layout/list1"/>
    <dgm:cxn modelId="{DB127216-C9A4-444E-B881-136B140600B9}" type="presParOf" srcId="{95C5CF22-8EC5-4BAB-BA02-FF791BEFEB5D}" destId="{9D2F33FC-8220-4797-B31A-1CF8EE1B38AF}"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3198DF1-1D4C-4A8D-B6F3-DC0EC210885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6D2B4F4-0BDB-483C-8BBB-7347425F2536}">
      <dgm:prSet phldrT="[Text]"/>
      <dgm:spPr/>
      <dgm:t>
        <a:bodyPr/>
        <a:lstStyle/>
        <a:p>
          <a:r>
            <a:rPr lang="en-US" b="1" dirty="0">
              <a:latin typeface="Times New Roman" pitchFamily="18" charset="0"/>
              <a:cs typeface="Times New Roman" pitchFamily="18" charset="0"/>
            </a:rPr>
            <a:t>APPLICATIONS/ Biomedical instrumentation is important</a:t>
          </a:r>
          <a:endParaRPr lang="en-IN" dirty="0"/>
        </a:p>
      </dgm:t>
    </dgm:pt>
    <dgm:pt modelId="{FA4C3D47-E05F-4CA6-A760-4488917D39A7}" type="parTrans" cxnId="{C6A8AD73-B3DD-467C-9943-3DA5CE921798}">
      <dgm:prSet/>
      <dgm:spPr/>
      <dgm:t>
        <a:bodyPr/>
        <a:lstStyle/>
        <a:p>
          <a:endParaRPr lang="en-IN"/>
        </a:p>
      </dgm:t>
    </dgm:pt>
    <dgm:pt modelId="{408CE3EC-F568-4B48-B855-E32B32893679}" type="sibTrans" cxnId="{C6A8AD73-B3DD-467C-9943-3DA5CE921798}">
      <dgm:prSet/>
      <dgm:spPr/>
      <dgm:t>
        <a:bodyPr/>
        <a:lstStyle/>
        <a:p>
          <a:endParaRPr lang="en-IN"/>
        </a:p>
      </dgm:t>
    </dgm:pt>
    <dgm:pt modelId="{C586DA55-B0DA-443D-8044-E6B24116C2A5}">
      <dgm:prSet phldrT="[Text]" custT="1"/>
      <dgm:spPr/>
      <dgm:t>
        <a:bodyPr/>
        <a:lstStyle/>
        <a:p>
          <a:pPr marL="446088" lvl="1" indent="-217488" algn="just" defTabSz="1066800">
            <a:lnSpc>
              <a:spcPct val="90000"/>
            </a:lnSpc>
            <a:spcBef>
              <a:spcPct val="0"/>
            </a:spcBef>
            <a:spcAft>
              <a:spcPts val="1200"/>
            </a:spcAft>
            <a:buFont typeface="Wingdings" panose="05000000000000000000" pitchFamily="2" charset="2"/>
            <a:buChar char="§"/>
          </a:pPr>
          <a:r>
            <a:rPr lang="en-US" sz="2800" b="0" i="0" dirty="0">
              <a:effectLst/>
              <a:latin typeface="+mn-lt"/>
            </a:rPr>
            <a:t>As the medical field is emerging, the area of Biomedical Engineering is an expanding field.</a:t>
          </a:r>
          <a:endParaRPr lang="en-IN" sz="2800" dirty="0">
            <a:latin typeface="+mn-lt"/>
          </a:endParaRPr>
        </a:p>
      </dgm:t>
    </dgm:pt>
    <dgm:pt modelId="{1E3457F5-E63C-4B47-B4ED-C94A57C2DE4E}" type="parTrans" cxnId="{9147A967-8A8F-4B75-94AA-EA5F243347CB}">
      <dgm:prSet/>
      <dgm:spPr/>
      <dgm:t>
        <a:bodyPr/>
        <a:lstStyle/>
        <a:p>
          <a:endParaRPr lang="en-IN"/>
        </a:p>
      </dgm:t>
    </dgm:pt>
    <dgm:pt modelId="{1F2EC51E-3D20-42FF-9E0F-EA17BDAA448E}" type="sibTrans" cxnId="{9147A967-8A8F-4B75-94AA-EA5F243347CB}">
      <dgm:prSet/>
      <dgm:spPr/>
      <dgm:t>
        <a:bodyPr/>
        <a:lstStyle/>
        <a:p>
          <a:endParaRPr lang="en-IN"/>
        </a:p>
      </dgm:t>
    </dgm:pt>
    <dgm:pt modelId="{6E7CE8C7-CA89-4C6B-8877-04308DF91B1A}">
      <dgm:prSet phldrT="[Text]" custT="1"/>
      <dgm:spPr/>
      <dgm:t>
        <a:bodyPr/>
        <a:lstStyle/>
        <a:p>
          <a:pPr marL="446088" lvl="1" indent="-217488" algn="just" defTabSz="1066800">
            <a:lnSpc>
              <a:spcPct val="90000"/>
            </a:lnSpc>
            <a:spcBef>
              <a:spcPct val="0"/>
            </a:spcBef>
            <a:spcAft>
              <a:spcPts val="1200"/>
            </a:spcAft>
            <a:buFont typeface="Arial" panose="020B0604020202020204" pitchFamily="34" charset="0"/>
            <a:buChar char="•"/>
          </a:pPr>
          <a:r>
            <a:rPr lang="en-US" sz="2800" b="0" i="0" dirty="0">
              <a:latin typeface="+mn-lt"/>
            </a:rPr>
            <a:t>Bio-medical engineering is aimed at </a:t>
          </a:r>
          <a:r>
            <a:rPr lang="en-US" sz="2800" b="0" i="0" dirty="0">
              <a:highlight>
                <a:srgbClr val="FFFF00"/>
              </a:highlight>
              <a:latin typeface="+mn-lt"/>
            </a:rPr>
            <a:t>keeping people healthy and helping to cure them when they are ill</a:t>
          </a:r>
          <a:r>
            <a:rPr lang="en-US" sz="2800" b="0" i="0" dirty="0">
              <a:latin typeface="+mn-lt"/>
            </a:rPr>
            <a:t>. </a:t>
          </a:r>
          <a:endParaRPr lang="en-IN" sz="2800" dirty="0">
            <a:latin typeface="+mn-lt"/>
          </a:endParaRPr>
        </a:p>
      </dgm:t>
    </dgm:pt>
    <dgm:pt modelId="{7417D2F2-4413-4BA5-BC88-FC65A06FF6CF}" type="parTrans" cxnId="{F1F93608-A155-414E-B486-9EEBF34E370D}">
      <dgm:prSet/>
      <dgm:spPr/>
      <dgm:t>
        <a:bodyPr/>
        <a:lstStyle/>
        <a:p>
          <a:endParaRPr lang="en-IN"/>
        </a:p>
      </dgm:t>
    </dgm:pt>
    <dgm:pt modelId="{3E318365-6B99-4075-A930-1AC359778799}" type="sibTrans" cxnId="{F1F93608-A155-414E-B486-9EEBF34E370D}">
      <dgm:prSet/>
      <dgm:spPr/>
      <dgm:t>
        <a:bodyPr/>
        <a:lstStyle/>
        <a:p>
          <a:endParaRPr lang="en-IN"/>
        </a:p>
      </dgm:t>
    </dgm:pt>
    <dgm:pt modelId="{B37439DE-D67A-4BC5-A519-D58BB0DA936F}">
      <dgm:prSet phldrT="[Text]" custT="1"/>
      <dgm:spPr/>
      <dgm:t>
        <a:bodyPr/>
        <a:lstStyle/>
        <a:p>
          <a:pPr marL="446088" lvl="1" indent="-217488" algn="just" defTabSz="1066800">
            <a:lnSpc>
              <a:spcPct val="90000"/>
            </a:lnSpc>
            <a:spcBef>
              <a:spcPct val="0"/>
            </a:spcBef>
            <a:spcAft>
              <a:spcPts val="1200"/>
            </a:spcAft>
            <a:buClrTx/>
            <a:buSzTx/>
            <a:buFont typeface="Wingdings" panose="05000000000000000000" pitchFamily="2" charset="2"/>
            <a:buChar char="§"/>
          </a:pPr>
          <a:r>
            <a:rPr lang="en-US" sz="2800" b="0" i="0" dirty="0">
              <a:effectLst/>
              <a:latin typeface="+mn-lt"/>
            </a:rPr>
            <a:t>Biomedical instrumentation and engineering is the application of knowledge and technologies </a:t>
          </a:r>
          <a:r>
            <a:rPr lang="en-US" sz="2800" b="0" i="0" dirty="0">
              <a:effectLst/>
              <a:highlight>
                <a:srgbClr val="FFFF00"/>
              </a:highlight>
              <a:latin typeface="+mn-lt"/>
            </a:rPr>
            <a:t>to solve problems related to living biological systems.</a:t>
          </a:r>
          <a:endParaRPr lang="en-IN" sz="2800" dirty="0">
            <a:highlight>
              <a:srgbClr val="FFFF00"/>
            </a:highlight>
            <a:latin typeface="+mn-lt"/>
          </a:endParaRPr>
        </a:p>
      </dgm:t>
    </dgm:pt>
    <dgm:pt modelId="{87F468C1-3466-4DFD-9370-C5217C9125AE}" type="parTrans" cxnId="{D00A12E7-DCA6-4D2D-BEEF-961AE9FAF5F4}">
      <dgm:prSet/>
      <dgm:spPr/>
      <dgm:t>
        <a:bodyPr/>
        <a:lstStyle/>
        <a:p>
          <a:endParaRPr lang="en-IN"/>
        </a:p>
      </dgm:t>
    </dgm:pt>
    <dgm:pt modelId="{ECB254AE-E7DB-4010-ABBE-F3CBE57F8A79}" type="sibTrans" cxnId="{D00A12E7-DCA6-4D2D-BEEF-961AE9FAF5F4}">
      <dgm:prSet/>
      <dgm:spPr/>
      <dgm:t>
        <a:bodyPr/>
        <a:lstStyle/>
        <a:p>
          <a:endParaRPr lang="en-IN"/>
        </a:p>
      </dgm:t>
    </dgm:pt>
    <dgm:pt modelId="{6ADC89CC-44B0-4FD7-A1F9-229C18574B8B}">
      <dgm:prSet phldrT="[Text]" custT="1"/>
      <dgm:spPr/>
      <dgm:t>
        <a:bodyPr/>
        <a:lstStyle/>
        <a:p>
          <a:pPr marL="446088" lvl="1" indent="-217488" algn="just" defTabSz="1066800">
            <a:lnSpc>
              <a:spcPct val="90000"/>
            </a:lnSpc>
            <a:spcBef>
              <a:spcPct val="0"/>
            </a:spcBef>
            <a:spcAft>
              <a:spcPts val="1200"/>
            </a:spcAft>
            <a:buFont typeface="Wingdings" panose="05000000000000000000" pitchFamily="2" charset="2"/>
            <a:buChar char="§"/>
          </a:pPr>
          <a:r>
            <a:rPr lang="en-US" sz="2800" dirty="0">
              <a:latin typeface="+mn-lt"/>
              <a:cs typeface="Times New Roman" panose="02020603050405020304" pitchFamily="18" charset="0"/>
            </a:rPr>
            <a:t>Biomedical Instrumentation helps physicians to </a:t>
          </a:r>
          <a:r>
            <a:rPr lang="en-US" sz="2800" dirty="0">
              <a:highlight>
                <a:srgbClr val="FFFF00"/>
              </a:highlight>
              <a:latin typeface="+mn-lt"/>
              <a:cs typeface="Times New Roman" panose="02020603050405020304" pitchFamily="18" charset="0"/>
            </a:rPr>
            <a:t>diagnose the problem and provide treatment</a:t>
          </a:r>
          <a:r>
            <a:rPr lang="en-US" sz="2800" dirty="0">
              <a:latin typeface="+mn-lt"/>
              <a:cs typeface="Times New Roman" panose="02020603050405020304" pitchFamily="18" charset="0"/>
            </a:rPr>
            <a:t>.</a:t>
          </a:r>
          <a:endParaRPr lang="en-IN" sz="2800" dirty="0">
            <a:latin typeface="+mn-lt"/>
          </a:endParaRPr>
        </a:p>
      </dgm:t>
    </dgm:pt>
    <dgm:pt modelId="{CFD483CC-A562-4ECD-83EB-17E7176AB8FE}" type="parTrans" cxnId="{74B116FC-F6CE-42F6-A03F-308834D0046A}">
      <dgm:prSet/>
      <dgm:spPr/>
      <dgm:t>
        <a:bodyPr/>
        <a:lstStyle/>
        <a:p>
          <a:endParaRPr lang="en-IN"/>
        </a:p>
      </dgm:t>
    </dgm:pt>
    <dgm:pt modelId="{76D0353A-0AA6-479A-84C6-689034F7CE42}" type="sibTrans" cxnId="{74B116FC-F6CE-42F6-A03F-308834D0046A}">
      <dgm:prSet/>
      <dgm:spPr/>
      <dgm:t>
        <a:bodyPr/>
        <a:lstStyle/>
        <a:p>
          <a:endParaRPr lang="en-IN"/>
        </a:p>
      </dgm:t>
    </dgm:pt>
    <dgm:pt modelId="{ADB69118-0BF9-4E54-BB21-842CC437578B}">
      <dgm:prSet custT="1"/>
      <dgm:spPr/>
      <dgm:t>
        <a:bodyPr/>
        <a:lstStyle/>
        <a:p>
          <a:pPr marL="446088" lvl="1" indent="-217488" algn="just" defTabSz="1066800">
            <a:lnSpc>
              <a:spcPct val="90000"/>
            </a:lnSpc>
            <a:spcBef>
              <a:spcPct val="0"/>
            </a:spcBef>
            <a:spcAft>
              <a:spcPts val="1200"/>
            </a:spcAft>
            <a:buClrTx/>
            <a:buSzTx/>
            <a:buFont typeface="Wingdings" panose="05000000000000000000" pitchFamily="2" charset="2"/>
            <a:buChar char="§"/>
          </a:pPr>
          <a:r>
            <a:rPr lang="en-US" sz="2800" b="0" i="0" dirty="0">
              <a:effectLst/>
              <a:latin typeface="+mn-lt"/>
            </a:rPr>
            <a:t>It involves </a:t>
          </a:r>
          <a:r>
            <a:rPr lang="en-US" sz="2800" b="0" i="0" dirty="0">
              <a:effectLst/>
              <a:highlight>
                <a:srgbClr val="FFFF00"/>
              </a:highlight>
              <a:latin typeface="+mn-lt"/>
            </a:rPr>
            <a:t>diagnosis, treatment and prevention of disease in human</a:t>
          </a:r>
          <a:r>
            <a:rPr lang="en-US" sz="2800" b="0" i="0" dirty="0">
              <a:effectLst/>
              <a:latin typeface="+mn-lt"/>
            </a:rPr>
            <a:t>. </a:t>
          </a:r>
          <a:endParaRPr lang="en-IN" sz="2800" dirty="0">
            <a:latin typeface="+mn-lt"/>
          </a:endParaRPr>
        </a:p>
      </dgm:t>
    </dgm:pt>
    <dgm:pt modelId="{5C86B05F-2FD7-426A-BF51-6B46013CE1A5}" type="parTrans" cxnId="{55C60C5A-AEC1-4AD3-BA60-5A16D5506C86}">
      <dgm:prSet/>
      <dgm:spPr/>
      <dgm:t>
        <a:bodyPr/>
        <a:lstStyle/>
        <a:p>
          <a:endParaRPr lang="en-IN"/>
        </a:p>
      </dgm:t>
    </dgm:pt>
    <dgm:pt modelId="{BF6BD83E-D9A8-4A73-8351-C662A9BB1CCA}" type="sibTrans" cxnId="{55C60C5A-AEC1-4AD3-BA60-5A16D5506C86}">
      <dgm:prSet/>
      <dgm:spPr/>
      <dgm:t>
        <a:bodyPr/>
        <a:lstStyle/>
        <a:p>
          <a:endParaRPr lang="en-IN"/>
        </a:p>
      </dgm:t>
    </dgm:pt>
    <dgm:pt modelId="{3FE6D60A-26B6-45AD-8FD4-1B2F4581125F}" type="pres">
      <dgm:prSet presAssocID="{B3198DF1-1D4C-4A8D-B6F3-DC0EC210885C}" presName="Name0" presStyleCnt="0">
        <dgm:presLayoutVars>
          <dgm:dir/>
          <dgm:animLvl val="lvl"/>
          <dgm:resizeHandles val="exact"/>
        </dgm:presLayoutVars>
      </dgm:prSet>
      <dgm:spPr/>
    </dgm:pt>
    <dgm:pt modelId="{17D71947-E3F9-45BB-935F-B88DA918467E}" type="pres">
      <dgm:prSet presAssocID="{16D2B4F4-0BDB-483C-8BBB-7347425F2536}" presName="composite" presStyleCnt="0"/>
      <dgm:spPr/>
    </dgm:pt>
    <dgm:pt modelId="{85C7E6C7-55BE-4DBB-AD6E-831593BA9FA8}" type="pres">
      <dgm:prSet presAssocID="{16D2B4F4-0BDB-483C-8BBB-7347425F2536}" presName="parTx" presStyleLbl="alignNode1" presStyleIdx="0" presStyleCnt="1" custScaleY="85526" custLinFactNeighborY="-38118">
        <dgm:presLayoutVars>
          <dgm:chMax val="0"/>
          <dgm:chPref val="0"/>
          <dgm:bulletEnabled val="1"/>
        </dgm:presLayoutVars>
      </dgm:prSet>
      <dgm:spPr/>
    </dgm:pt>
    <dgm:pt modelId="{0A971668-390C-47B3-9981-3D2462E9BDAF}" type="pres">
      <dgm:prSet presAssocID="{16D2B4F4-0BDB-483C-8BBB-7347425F2536}" presName="desTx" presStyleLbl="alignAccFollowNode1" presStyleIdx="0" presStyleCnt="1" custScaleY="104061" custLinFactNeighborY="1452">
        <dgm:presLayoutVars>
          <dgm:bulletEnabled val="1"/>
        </dgm:presLayoutVars>
      </dgm:prSet>
      <dgm:spPr/>
    </dgm:pt>
  </dgm:ptLst>
  <dgm:cxnLst>
    <dgm:cxn modelId="{F1F93608-A155-414E-B486-9EEBF34E370D}" srcId="{16D2B4F4-0BDB-483C-8BBB-7347425F2536}" destId="{6E7CE8C7-CA89-4C6B-8877-04308DF91B1A}" srcOrd="1" destOrd="0" parTransId="{7417D2F2-4413-4BA5-BC88-FC65A06FF6CF}" sibTransId="{3E318365-6B99-4075-A930-1AC359778799}"/>
    <dgm:cxn modelId="{4ADB1413-8DD9-41A7-AB0E-792175D53A58}" type="presOf" srcId="{6ADC89CC-44B0-4FD7-A1F9-229C18574B8B}" destId="{0A971668-390C-47B3-9981-3D2462E9BDAF}" srcOrd="0" destOrd="3" presId="urn:microsoft.com/office/officeart/2005/8/layout/hList1"/>
    <dgm:cxn modelId="{7EED0423-702D-476C-A577-067C69CBCD8B}" type="presOf" srcId="{16D2B4F4-0BDB-483C-8BBB-7347425F2536}" destId="{85C7E6C7-55BE-4DBB-AD6E-831593BA9FA8}" srcOrd="0" destOrd="0" presId="urn:microsoft.com/office/officeart/2005/8/layout/hList1"/>
    <dgm:cxn modelId="{6757CE26-6600-4B56-AE0E-36A184E2CC0A}" type="presOf" srcId="{6E7CE8C7-CA89-4C6B-8877-04308DF91B1A}" destId="{0A971668-390C-47B3-9981-3D2462E9BDAF}" srcOrd="0" destOrd="1" presId="urn:microsoft.com/office/officeart/2005/8/layout/hList1"/>
    <dgm:cxn modelId="{9147A967-8A8F-4B75-94AA-EA5F243347CB}" srcId="{16D2B4F4-0BDB-483C-8BBB-7347425F2536}" destId="{C586DA55-B0DA-443D-8044-E6B24116C2A5}" srcOrd="0" destOrd="0" parTransId="{1E3457F5-E63C-4B47-B4ED-C94A57C2DE4E}" sibTransId="{1F2EC51E-3D20-42FF-9E0F-EA17BDAA448E}"/>
    <dgm:cxn modelId="{5D590769-2D4D-48CC-82B5-6C53AE7A9C75}" type="presOf" srcId="{C586DA55-B0DA-443D-8044-E6B24116C2A5}" destId="{0A971668-390C-47B3-9981-3D2462E9BDAF}" srcOrd="0" destOrd="0" presId="urn:microsoft.com/office/officeart/2005/8/layout/hList1"/>
    <dgm:cxn modelId="{C6A8AD73-B3DD-467C-9943-3DA5CE921798}" srcId="{B3198DF1-1D4C-4A8D-B6F3-DC0EC210885C}" destId="{16D2B4F4-0BDB-483C-8BBB-7347425F2536}" srcOrd="0" destOrd="0" parTransId="{FA4C3D47-E05F-4CA6-A760-4488917D39A7}" sibTransId="{408CE3EC-F568-4B48-B855-E32B32893679}"/>
    <dgm:cxn modelId="{55C60C5A-AEC1-4AD3-BA60-5A16D5506C86}" srcId="{16D2B4F4-0BDB-483C-8BBB-7347425F2536}" destId="{ADB69118-0BF9-4E54-BB21-842CC437578B}" srcOrd="4" destOrd="0" parTransId="{5C86B05F-2FD7-426A-BF51-6B46013CE1A5}" sibTransId="{BF6BD83E-D9A8-4A73-8351-C662A9BB1CCA}"/>
    <dgm:cxn modelId="{5BBB3387-A8B1-4073-B617-E640D2144424}" type="presOf" srcId="{B3198DF1-1D4C-4A8D-B6F3-DC0EC210885C}" destId="{3FE6D60A-26B6-45AD-8FD4-1B2F4581125F}" srcOrd="0" destOrd="0" presId="urn:microsoft.com/office/officeart/2005/8/layout/hList1"/>
    <dgm:cxn modelId="{5CF53ECB-DC96-472A-9D22-4DDE5F841F5E}" type="presOf" srcId="{ADB69118-0BF9-4E54-BB21-842CC437578B}" destId="{0A971668-390C-47B3-9981-3D2462E9BDAF}" srcOrd="0" destOrd="4" presId="urn:microsoft.com/office/officeart/2005/8/layout/hList1"/>
    <dgm:cxn modelId="{D00A12E7-DCA6-4D2D-BEEF-961AE9FAF5F4}" srcId="{16D2B4F4-0BDB-483C-8BBB-7347425F2536}" destId="{B37439DE-D67A-4BC5-A519-D58BB0DA936F}" srcOrd="2" destOrd="0" parTransId="{87F468C1-3466-4DFD-9370-C5217C9125AE}" sibTransId="{ECB254AE-E7DB-4010-ABBE-F3CBE57F8A79}"/>
    <dgm:cxn modelId="{5700A0E7-533B-4311-A861-596AB7618C83}" type="presOf" srcId="{B37439DE-D67A-4BC5-A519-D58BB0DA936F}" destId="{0A971668-390C-47B3-9981-3D2462E9BDAF}" srcOrd="0" destOrd="2" presId="urn:microsoft.com/office/officeart/2005/8/layout/hList1"/>
    <dgm:cxn modelId="{74B116FC-F6CE-42F6-A03F-308834D0046A}" srcId="{16D2B4F4-0BDB-483C-8BBB-7347425F2536}" destId="{6ADC89CC-44B0-4FD7-A1F9-229C18574B8B}" srcOrd="3" destOrd="0" parTransId="{CFD483CC-A562-4ECD-83EB-17E7176AB8FE}" sibTransId="{76D0353A-0AA6-479A-84C6-689034F7CE42}"/>
    <dgm:cxn modelId="{A98ACFAD-042A-423E-B6D6-F04A5A5940F7}" type="presParOf" srcId="{3FE6D60A-26B6-45AD-8FD4-1B2F4581125F}" destId="{17D71947-E3F9-45BB-935F-B88DA918467E}" srcOrd="0" destOrd="0" presId="urn:microsoft.com/office/officeart/2005/8/layout/hList1"/>
    <dgm:cxn modelId="{55A4DEFE-2EB8-4BDC-A8ED-1E18A34A8082}" type="presParOf" srcId="{17D71947-E3F9-45BB-935F-B88DA918467E}" destId="{85C7E6C7-55BE-4DBB-AD6E-831593BA9FA8}" srcOrd="0" destOrd="0" presId="urn:microsoft.com/office/officeart/2005/8/layout/hList1"/>
    <dgm:cxn modelId="{C1DEB938-546B-4C8F-97F1-BEC553AB30D8}" type="presParOf" srcId="{17D71947-E3F9-45BB-935F-B88DA918467E}" destId="{0A971668-390C-47B3-9981-3D2462E9BD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713FA-28F7-40BC-850A-19362A3B5C46}">
      <dsp:nvSpPr>
        <dsp:cNvPr id="0" name=""/>
        <dsp:cNvSpPr/>
      </dsp:nvSpPr>
      <dsp:spPr>
        <a:xfrm>
          <a:off x="2976" y="-82304"/>
          <a:ext cx="6090046" cy="7176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altLang="en-US" sz="3200" b="1" kern="1200" dirty="0">
              <a:ln>
                <a:noFill/>
              </a:ln>
              <a:solidFill>
                <a:schemeClr val="bg1"/>
              </a:solidFill>
              <a:latin typeface="+mn-lt"/>
            </a:rPr>
            <a:t>What is Signal ?</a:t>
          </a:r>
          <a:endParaRPr lang="en-IN" sz="3200" kern="1200" dirty="0">
            <a:solidFill>
              <a:schemeClr val="bg1"/>
            </a:solidFill>
            <a:latin typeface="+mn-lt"/>
          </a:endParaRPr>
        </a:p>
      </dsp:txBody>
      <dsp:txXfrm>
        <a:off x="2976" y="-82304"/>
        <a:ext cx="6090046" cy="717600"/>
      </dsp:txXfrm>
    </dsp:sp>
    <dsp:sp modelId="{DDAF8AD0-C2BB-455E-9992-4997A47CCD0D}">
      <dsp:nvSpPr>
        <dsp:cNvPr id="0" name=""/>
        <dsp:cNvSpPr/>
      </dsp:nvSpPr>
      <dsp:spPr>
        <a:xfrm>
          <a:off x="2976" y="635295"/>
          <a:ext cx="6090046" cy="549000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just" defTabSz="1244600">
            <a:lnSpc>
              <a:spcPct val="90000"/>
            </a:lnSpc>
            <a:spcBef>
              <a:spcPct val="0"/>
            </a:spcBef>
            <a:spcAft>
              <a:spcPts val="1200"/>
            </a:spcAft>
            <a:buChar char="•"/>
          </a:pPr>
          <a:r>
            <a:rPr lang="en-US" altLang="en-US" sz="2800" kern="1200" dirty="0">
              <a:latin typeface="+mn-lt"/>
            </a:rPr>
            <a:t>A </a:t>
          </a:r>
          <a:r>
            <a:rPr lang="en-US" altLang="en-US" sz="2800" b="1" kern="1200" dirty="0">
              <a:latin typeface="+mn-lt"/>
            </a:rPr>
            <a:t>fluctuating quantity whose variations represent information.</a:t>
          </a:r>
          <a:endParaRPr lang="en-IN" sz="2800" b="1" kern="1200" dirty="0">
            <a:latin typeface="+mn-lt"/>
          </a:endParaRPr>
        </a:p>
        <a:p>
          <a:pPr marL="285750" lvl="1" indent="-285750" algn="just" defTabSz="1244600">
            <a:lnSpc>
              <a:spcPct val="90000"/>
            </a:lnSpc>
            <a:spcBef>
              <a:spcPct val="0"/>
            </a:spcBef>
            <a:spcAft>
              <a:spcPts val="1200"/>
            </a:spcAft>
            <a:buChar char="•"/>
          </a:pPr>
          <a:r>
            <a:rPr lang="en-US" altLang="en-US" sz="2800" b="1" kern="1200" dirty="0">
              <a:latin typeface="+mn-lt"/>
            </a:rPr>
            <a:t>Function that conveys information</a:t>
          </a:r>
          <a:r>
            <a:rPr lang="en-US" altLang="en-US" sz="2800" kern="1200" dirty="0">
              <a:latin typeface="+mn-lt"/>
            </a:rPr>
            <a:t>.</a:t>
          </a:r>
          <a:endParaRPr lang="en-IN" sz="2800" b="1" kern="1200" dirty="0">
            <a:latin typeface="+mn-lt"/>
          </a:endParaRPr>
        </a:p>
        <a:p>
          <a:pPr marL="285750" lvl="1" indent="-285750" algn="just" defTabSz="1244600">
            <a:lnSpc>
              <a:spcPct val="90000"/>
            </a:lnSpc>
            <a:spcBef>
              <a:spcPct val="0"/>
            </a:spcBef>
            <a:spcAft>
              <a:spcPts val="1200"/>
            </a:spcAft>
            <a:buChar char="•"/>
          </a:pPr>
          <a:r>
            <a:rPr lang="en-US" altLang="en-US" sz="2800" b="1" kern="1200" dirty="0">
              <a:latin typeface="+mn-lt"/>
            </a:rPr>
            <a:t>Signals are represented mathematically as functions of one or more independent variables</a:t>
          </a:r>
          <a:r>
            <a:rPr lang="en-US" altLang="en-US" sz="2800" kern="1200" dirty="0">
              <a:latin typeface="+mn-lt"/>
            </a:rPr>
            <a:t>.</a:t>
          </a:r>
        </a:p>
        <a:p>
          <a:pPr marL="571500" lvl="2" indent="-285750" algn="just" defTabSz="1244600">
            <a:lnSpc>
              <a:spcPct val="90000"/>
            </a:lnSpc>
            <a:spcBef>
              <a:spcPct val="0"/>
            </a:spcBef>
            <a:spcAft>
              <a:spcPts val="1200"/>
            </a:spcAft>
            <a:buChar char="•"/>
          </a:pPr>
          <a:r>
            <a:rPr lang="en-US" altLang="en-US" sz="2800" kern="1200" dirty="0">
              <a:latin typeface="+mn-lt"/>
            </a:rPr>
            <a:t>Examples voltage, current, electric field strength, light, sound, etc.</a:t>
          </a:r>
          <a:endParaRPr lang="en-US" altLang="en-US" sz="3200" kern="1200" dirty="0">
            <a:latin typeface="+mn-lt"/>
          </a:endParaRPr>
        </a:p>
      </dsp:txBody>
      <dsp:txXfrm>
        <a:off x="2976" y="635295"/>
        <a:ext cx="6090046" cy="549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8636E-E708-43F3-ACCD-E07DB54967A9}">
      <dsp:nvSpPr>
        <dsp:cNvPr id="0" name=""/>
        <dsp:cNvSpPr/>
      </dsp:nvSpPr>
      <dsp:spPr>
        <a:xfrm>
          <a:off x="0" y="21632"/>
          <a:ext cx="9179340" cy="8928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altLang="en-US" sz="3200" b="1" kern="1200" dirty="0">
              <a:ln>
                <a:noFill/>
              </a:ln>
            </a:rPr>
            <a:t>Bio Signals</a:t>
          </a:r>
          <a:endParaRPr lang="en-IN" sz="3200" b="1" kern="1200" dirty="0"/>
        </a:p>
      </dsp:txBody>
      <dsp:txXfrm>
        <a:off x="0" y="21632"/>
        <a:ext cx="9179340" cy="892800"/>
      </dsp:txXfrm>
    </dsp:sp>
    <dsp:sp modelId="{0761582D-88CC-45B5-ADEC-ADF0BE017866}">
      <dsp:nvSpPr>
        <dsp:cNvPr id="0" name=""/>
        <dsp:cNvSpPr/>
      </dsp:nvSpPr>
      <dsp:spPr>
        <a:xfrm>
          <a:off x="0" y="914432"/>
          <a:ext cx="9179340" cy="527589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ts val="600"/>
            </a:spcAft>
            <a:buChar char="•"/>
          </a:pPr>
          <a:r>
            <a:rPr lang="en-US" altLang="en-US" sz="3100" b="1" kern="1200" dirty="0"/>
            <a:t>Bio signals means the signals which are generated in biological systems only</a:t>
          </a:r>
          <a:r>
            <a:rPr lang="en-US" altLang="en-US" sz="3100" kern="1200" dirty="0"/>
            <a:t>.</a:t>
          </a:r>
          <a:endParaRPr lang="en-IN" sz="3100" kern="1200" dirty="0"/>
        </a:p>
        <a:p>
          <a:pPr marL="285750" lvl="1" indent="-285750" algn="just" defTabSz="1377950">
            <a:lnSpc>
              <a:spcPct val="90000"/>
            </a:lnSpc>
            <a:spcBef>
              <a:spcPct val="0"/>
            </a:spcBef>
            <a:spcAft>
              <a:spcPts val="600"/>
            </a:spcAft>
            <a:buChar char="•"/>
          </a:pPr>
          <a:r>
            <a:rPr lang="en-US" altLang="en-US" sz="3100" kern="1200" dirty="0"/>
            <a:t>The </a:t>
          </a:r>
          <a:r>
            <a:rPr lang="en-US" altLang="en-US" sz="3100" b="1" kern="1200" dirty="0"/>
            <a:t>electrical, chemical, and mechanical activity </a:t>
          </a:r>
          <a:r>
            <a:rPr lang="en-US" altLang="en-US" sz="3100" kern="1200" dirty="0"/>
            <a:t>that occurs during these biological event often produces signals that can be measured and analyzed.</a:t>
          </a:r>
          <a:endParaRPr lang="en-IN" sz="3100" kern="1200" dirty="0"/>
        </a:p>
        <a:p>
          <a:pPr marL="285750" lvl="1" indent="-285750" algn="just" defTabSz="1377950">
            <a:lnSpc>
              <a:spcPct val="90000"/>
            </a:lnSpc>
            <a:spcBef>
              <a:spcPct val="0"/>
            </a:spcBef>
            <a:spcAft>
              <a:spcPts val="600"/>
            </a:spcAft>
            <a:buChar char="•"/>
          </a:pPr>
          <a:r>
            <a:rPr lang="en-US" altLang="en-US" sz="3100" kern="1200" dirty="0"/>
            <a:t>Bio signals can be measured directly from their biological source, but often external energy is used to measure the interaction between the physiological system and external energy.</a:t>
          </a:r>
          <a:endParaRPr lang="en-IN" sz="3100" kern="1200" dirty="0"/>
        </a:p>
      </dsp:txBody>
      <dsp:txXfrm>
        <a:off x="0" y="914432"/>
        <a:ext cx="9179340" cy="52758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C39AD8-7544-4777-88B5-71A4509C8DF2}">
      <dsp:nvSpPr>
        <dsp:cNvPr id="0" name=""/>
        <dsp:cNvSpPr/>
      </dsp:nvSpPr>
      <dsp:spPr>
        <a:xfrm>
          <a:off x="0" y="118402"/>
          <a:ext cx="9199217" cy="777600"/>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altLang="en-US" sz="3200" b="1" kern="1200" dirty="0">
              <a:ln>
                <a:noFill/>
              </a:ln>
              <a:solidFill>
                <a:schemeClr val="tx1"/>
              </a:solidFill>
              <a:highlight>
                <a:srgbClr val="FFFF00"/>
              </a:highlight>
            </a:rPr>
            <a:t>Biomedical Signals</a:t>
          </a:r>
          <a:endParaRPr lang="en-IN" sz="3200" b="1" kern="1200" dirty="0">
            <a:solidFill>
              <a:schemeClr val="tx1"/>
            </a:solidFill>
            <a:highlight>
              <a:srgbClr val="FFFF00"/>
            </a:highlight>
          </a:endParaRPr>
        </a:p>
      </dsp:txBody>
      <dsp:txXfrm>
        <a:off x="0" y="118402"/>
        <a:ext cx="9199217" cy="777600"/>
      </dsp:txXfrm>
    </dsp:sp>
    <dsp:sp modelId="{504F02CC-6A73-4C27-A7CF-9618A152AD4F}">
      <dsp:nvSpPr>
        <dsp:cNvPr id="0" name=""/>
        <dsp:cNvSpPr/>
      </dsp:nvSpPr>
      <dsp:spPr>
        <a:xfrm>
          <a:off x="0" y="906321"/>
          <a:ext cx="9199217" cy="3631635"/>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just" defTabSz="1200150">
            <a:lnSpc>
              <a:spcPct val="90000"/>
            </a:lnSpc>
            <a:spcBef>
              <a:spcPct val="0"/>
            </a:spcBef>
            <a:spcAft>
              <a:spcPts val="1200"/>
            </a:spcAft>
            <a:buChar char="•"/>
          </a:pPr>
          <a:r>
            <a:rPr lang="en-US" altLang="en-US" sz="2700" kern="1200" dirty="0"/>
            <a:t>Biomedical signals--- those signals primarily for </a:t>
          </a:r>
          <a:r>
            <a:rPr lang="en-US" altLang="en-US" sz="2700" b="1" kern="1200" dirty="0"/>
            <a:t>extracting information on a biological system under investigation</a:t>
          </a:r>
          <a:r>
            <a:rPr lang="en-US" altLang="en-US" sz="2700" kern="1200" dirty="0"/>
            <a:t>.</a:t>
          </a:r>
          <a:endParaRPr lang="en-IN" sz="2700" kern="1200" dirty="0"/>
        </a:p>
        <a:p>
          <a:pPr marL="228600" lvl="1" indent="-228600" algn="just" defTabSz="1200150">
            <a:lnSpc>
              <a:spcPct val="90000"/>
            </a:lnSpc>
            <a:spcBef>
              <a:spcPct val="0"/>
            </a:spcBef>
            <a:spcAft>
              <a:spcPts val="1200"/>
            </a:spcAft>
            <a:buChar char="•"/>
          </a:pPr>
          <a:r>
            <a:rPr lang="en-US" altLang="en-US" sz="2700" kern="1200" dirty="0"/>
            <a:t>Biomedical signals are </a:t>
          </a:r>
          <a:r>
            <a:rPr lang="en-US" altLang="en-US" sz="2700" b="1" kern="1200" dirty="0"/>
            <a:t>observations of physiological activities of organisms, ranging from gene and protein sequences, to neural and cardiac rhythms, to tissue and organ images</a:t>
          </a:r>
          <a:endParaRPr lang="en-IN" sz="2700" b="1" kern="1200" dirty="0"/>
        </a:p>
        <a:p>
          <a:pPr marL="228600" lvl="1" indent="-228600" algn="just" defTabSz="1200150">
            <a:lnSpc>
              <a:spcPct val="90000"/>
            </a:lnSpc>
            <a:spcBef>
              <a:spcPct val="0"/>
            </a:spcBef>
            <a:spcAft>
              <a:spcPts val="1200"/>
            </a:spcAft>
            <a:buChar char="•"/>
          </a:pPr>
          <a:r>
            <a:rPr lang="en-US" altLang="en-US" sz="2700" kern="1200" dirty="0"/>
            <a:t>Bio signals-------Useful for </a:t>
          </a:r>
          <a:r>
            <a:rPr lang="en-US" altLang="en-US" sz="2700" b="1" kern="1200" dirty="0"/>
            <a:t>medical diagnosis.</a:t>
          </a:r>
          <a:endParaRPr lang="en-IN" sz="2700" b="1" kern="1200" dirty="0"/>
        </a:p>
      </dsp:txBody>
      <dsp:txXfrm>
        <a:off x="0" y="906321"/>
        <a:ext cx="9199217" cy="36316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C9E68-A929-4757-9DAE-6AAF0A411704}">
      <dsp:nvSpPr>
        <dsp:cNvPr id="0" name=""/>
        <dsp:cNvSpPr/>
      </dsp:nvSpPr>
      <dsp:spPr>
        <a:xfrm>
          <a:off x="0" y="573494"/>
          <a:ext cx="10110319" cy="8820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B287BF-8FE5-442B-B145-049441538421}">
      <dsp:nvSpPr>
        <dsp:cNvPr id="0" name=""/>
        <dsp:cNvSpPr/>
      </dsp:nvSpPr>
      <dsp:spPr>
        <a:xfrm>
          <a:off x="481326" y="56894"/>
          <a:ext cx="9626514" cy="1033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2" tIns="0" rIns="267502" bIns="0" numCol="1" spcCol="1270" anchor="ctr" anchorCtr="0">
          <a:noAutofit/>
        </a:bodyPr>
        <a:lstStyle/>
        <a:p>
          <a:pPr marL="0" lvl="0" indent="0" algn="just" defTabSz="1244600">
            <a:lnSpc>
              <a:spcPct val="90000"/>
            </a:lnSpc>
            <a:spcBef>
              <a:spcPct val="0"/>
            </a:spcBef>
            <a:spcAft>
              <a:spcPct val="35000"/>
            </a:spcAft>
            <a:buFont typeface="Arial" panose="020B0604020202020204" pitchFamily="34" charset="0"/>
            <a:buNone/>
          </a:pPr>
          <a:r>
            <a:rPr lang="en-US" sz="2800" b="0" i="0" kern="1200" dirty="0">
              <a:solidFill>
                <a:schemeClr val="bg1"/>
              </a:solidFill>
              <a:effectLst/>
              <a:latin typeface="Calibri" panose="020F0502020204030204" pitchFamily="34" charset="0"/>
            </a:rPr>
            <a:t>Biomedical signals are generated </a:t>
          </a:r>
          <a:r>
            <a:rPr lang="en-US" sz="2800" b="1" i="0" kern="1200" dirty="0">
              <a:solidFill>
                <a:schemeClr val="bg1"/>
              </a:solidFill>
              <a:effectLst/>
              <a:latin typeface="Calibri" panose="020F0502020204030204" pitchFamily="34" charset="0"/>
            </a:rPr>
            <a:t>by biological activity </a:t>
          </a:r>
          <a:r>
            <a:rPr lang="en-US" sz="2800" b="0" i="0" kern="1200" dirty="0">
              <a:solidFill>
                <a:schemeClr val="bg1"/>
              </a:solidFill>
              <a:effectLst/>
              <a:latin typeface="Calibri" panose="020F0502020204030204" pitchFamily="34" charset="0"/>
            </a:rPr>
            <a:t>in the human body.</a:t>
          </a:r>
        </a:p>
      </dsp:txBody>
      <dsp:txXfrm>
        <a:off x="531763" y="107331"/>
        <a:ext cx="9525640" cy="932326"/>
      </dsp:txXfrm>
    </dsp:sp>
    <dsp:sp modelId="{BA644013-4D45-4AA7-A7BE-93142E681A85}">
      <dsp:nvSpPr>
        <dsp:cNvPr id="0" name=""/>
        <dsp:cNvSpPr/>
      </dsp:nvSpPr>
      <dsp:spPr>
        <a:xfrm>
          <a:off x="0" y="2161094"/>
          <a:ext cx="10110319" cy="8820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17D614-3F5F-4C4A-9FEF-0A6F067FBD6C}">
      <dsp:nvSpPr>
        <dsp:cNvPr id="0" name=""/>
        <dsp:cNvSpPr/>
      </dsp:nvSpPr>
      <dsp:spPr>
        <a:xfrm>
          <a:off x="481326" y="1644494"/>
          <a:ext cx="9626514" cy="1033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2" tIns="0" rIns="267502" bIns="0" numCol="1" spcCol="1270" anchor="ctr" anchorCtr="0">
          <a:noAutofit/>
        </a:bodyPr>
        <a:lstStyle/>
        <a:p>
          <a:pPr marL="0" lvl="0" indent="0" algn="just" defTabSz="1244600">
            <a:lnSpc>
              <a:spcPct val="90000"/>
            </a:lnSpc>
            <a:spcBef>
              <a:spcPct val="0"/>
            </a:spcBef>
            <a:spcAft>
              <a:spcPct val="35000"/>
            </a:spcAft>
            <a:buFont typeface="Arial" panose="020B0604020202020204" pitchFamily="34" charset="0"/>
            <a:buNone/>
          </a:pPr>
          <a:r>
            <a:rPr lang="en-US" sz="2800" b="0" i="0" kern="1200" dirty="0">
              <a:solidFill>
                <a:schemeClr val="bg1"/>
              </a:solidFill>
              <a:effectLst/>
              <a:latin typeface="Calibri" panose="020F0502020204030204" pitchFamily="34" charset="0"/>
            </a:rPr>
            <a:t>Human body is composed of </a:t>
          </a:r>
          <a:r>
            <a:rPr lang="en-US" sz="2800" b="1" i="0" kern="1200" dirty="0">
              <a:solidFill>
                <a:schemeClr val="bg1"/>
              </a:solidFill>
              <a:effectLst/>
              <a:latin typeface="Calibri" panose="020F0502020204030204" pitchFamily="34" charset="0"/>
            </a:rPr>
            <a:t>living tissues that can be considered as a power station.</a:t>
          </a:r>
          <a:endParaRPr lang="en-IN" sz="2800" b="1" kern="1200" dirty="0">
            <a:solidFill>
              <a:schemeClr val="bg1"/>
            </a:solidFill>
          </a:endParaRPr>
        </a:p>
      </dsp:txBody>
      <dsp:txXfrm>
        <a:off x="531763" y="1694931"/>
        <a:ext cx="9525640" cy="932326"/>
      </dsp:txXfrm>
    </dsp:sp>
    <dsp:sp modelId="{FEF8CDEA-6999-4777-9E16-5BD60B3D7C63}">
      <dsp:nvSpPr>
        <dsp:cNvPr id="0" name=""/>
        <dsp:cNvSpPr/>
      </dsp:nvSpPr>
      <dsp:spPr>
        <a:xfrm>
          <a:off x="0" y="4022151"/>
          <a:ext cx="10110319" cy="8820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F097E8-D134-4AA8-8F4E-B98826B90AE7}">
      <dsp:nvSpPr>
        <dsp:cNvPr id="0" name=""/>
        <dsp:cNvSpPr/>
      </dsp:nvSpPr>
      <dsp:spPr>
        <a:xfrm>
          <a:off x="481326" y="3232094"/>
          <a:ext cx="9626514" cy="130665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02" tIns="0" rIns="267502" bIns="0" numCol="1" spcCol="1270" anchor="ctr" anchorCtr="0">
          <a:noAutofit/>
        </a:bodyPr>
        <a:lstStyle/>
        <a:p>
          <a:pPr marL="0" lvl="0" indent="0" algn="just" defTabSz="1244600">
            <a:lnSpc>
              <a:spcPct val="90000"/>
            </a:lnSpc>
            <a:spcBef>
              <a:spcPct val="0"/>
            </a:spcBef>
            <a:spcAft>
              <a:spcPct val="35000"/>
            </a:spcAft>
            <a:buNone/>
          </a:pPr>
          <a:r>
            <a:rPr lang="en-US" sz="2800" b="1" i="0" kern="1200" dirty="0">
              <a:solidFill>
                <a:schemeClr val="tx1"/>
              </a:solidFill>
              <a:effectLst/>
              <a:highlight>
                <a:srgbClr val="FFFF00"/>
              </a:highlight>
              <a:latin typeface="Calibri" panose="020F0502020204030204" pitchFamily="34" charset="0"/>
            </a:rPr>
            <a:t>Action of living tissues----bioelectric potentials generate multiple electric signals----measured. </a:t>
          </a:r>
          <a:endParaRPr lang="en-IN" sz="2800" b="1" kern="1200" dirty="0">
            <a:solidFill>
              <a:schemeClr val="tx1"/>
            </a:solidFill>
            <a:highlight>
              <a:srgbClr val="FFFF00"/>
            </a:highlight>
          </a:endParaRPr>
        </a:p>
      </dsp:txBody>
      <dsp:txXfrm>
        <a:off x="545112" y="3295880"/>
        <a:ext cx="9498942" cy="11790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54517D-6669-4C6F-B50B-4C459A951074}">
      <dsp:nvSpPr>
        <dsp:cNvPr id="0" name=""/>
        <dsp:cNvSpPr/>
      </dsp:nvSpPr>
      <dsp:spPr>
        <a:xfrm>
          <a:off x="0" y="315127"/>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051741C-EA67-4562-891D-3C8036885383}">
      <dsp:nvSpPr>
        <dsp:cNvPr id="0" name=""/>
        <dsp:cNvSpPr/>
      </dsp:nvSpPr>
      <dsp:spPr>
        <a:xfrm>
          <a:off x="504352" y="34687"/>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EEG Electroencephalogram- </a:t>
          </a:r>
          <a:r>
            <a:rPr lang="en-IN" sz="1600" b="1" i="0" kern="1200" dirty="0">
              <a:effectLst/>
              <a:highlight>
                <a:srgbClr val="FFFF00"/>
              </a:highlight>
              <a:latin typeface="+mn-lt"/>
            </a:rPr>
            <a:t>Signals from brain</a:t>
          </a:r>
        </a:p>
      </dsp:txBody>
      <dsp:txXfrm>
        <a:off x="531732" y="62067"/>
        <a:ext cx="9417625" cy="506120"/>
      </dsp:txXfrm>
    </dsp:sp>
    <dsp:sp modelId="{7692AB3F-FC6F-40FF-BFD4-78692C1486A1}">
      <dsp:nvSpPr>
        <dsp:cNvPr id="0" name=""/>
        <dsp:cNvSpPr/>
      </dsp:nvSpPr>
      <dsp:spPr>
        <a:xfrm>
          <a:off x="0" y="1176968"/>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946CE5-4321-4060-852A-4DD450A22432}">
      <dsp:nvSpPr>
        <dsp:cNvPr id="0" name=""/>
        <dsp:cNvSpPr/>
      </dsp:nvSpPr>
      <dsp:spPr>
        <a:xfrm>
          <a:off x="504352" y="896527"/>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EMG Electromyogram- </a:t>
          </a:r>
          <a:r>
            <a:rPr lang="en-IN" sz="1600" b="1" i="0" kern="1200" dirty="0">
              <a:effectLst/>
              <a:highlight>
                <a:srgbClr val="FFFF00"/>
              </a:highlight>
              <a:latin typeface="+mn-lt"/>
            </a:rPr>
            <a:t>Signals from muscles</a:t>
          </a:r>
        </a:p>
      </dsp:txBody>
      <dsp:txXfrm>
        <a:off x="531732" y="923907"/>
        <a:ext cx="9417625" cy="506120"/>
      </dsp:txXfrm>
    </dsp:sp>
    <dsp:sp modelId="{A5F8AA8A-2EE2-4D85-B457-57843C2377FA}">
      <dsp:nvSpPr>
        <dsp:cNvPr id="0" name=""/>
        <dsp:cNvSpPr/>
      </dsp:nvSpPr>
      <dsp:spPr>
        <a:xfrm>
          <a:off x="0" y="2038808"/>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4FB7104-3097-48F3-B8E7-9D6B5D8194A6}">
      <dsp:nvSpPr>
        <dsp:cNvPr id="0" name=""/>
        <dsp:cNvSpPr/>
      </dsp:nvSpPr>
      <dsp:spPr>
        <a:xfrm>
          <a:off x="504352" y="1758368"/>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ECG Electrocardiogram- </a:t>
          </a:r>
          <a:r>
            <a:rPr lang="en-IN" sz="1600" b="1" i="0" kern="1200" dirty="0">
              <a:effectLst/>
              <a:highlight>
                <a:srgbClr val="FFFF00"/>
              </a:highlight>
              <a:latin typeface="+mn-lt"/>
            </a:rPr>
            <a:t>Signals from Heart</a:t>
          </a:r>
        </a:p>
      </dsp:txBody>
      <dsp:txXfrm>
        <a:off x="531732" y="1785748"/>
        <a:ext cx="9417625" cy="506120"/>
      </dsp:txXfrm>
    </dsp:sp>
    <dsp:sp modelId="{7A0D10B6-39ED-4F45-B0C5-71092F50DEBF}">
      <dsp:nvSpPr>
        <dsp:cNvPr id="0" name=""/>
        <dsp:cNvSpPr/>
      </dsp:nvSpPr>
      <dsp:spPr>
        <a:xfrm>
          <a:off x="0" y="2900648"/>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5A117DC-F6EE-482B-A5D7-F6BA22667B57}">
      <dsp:nvSpPr>
        <dsp:cNvPr id="0" name=""/>
        <dsp:cNvSpPr/>
      </dsp:nvSpPr>
      <dsp:spPr>
        <a:xfrm>
          <a:off x="504352" y="2620208"/>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ERG Electroretinogram- </a:t>
          </a:r>
          <a:r>
            <a:rPr lang="en-IN" sz="1600" b="1" i="0" kern="1200" dirty="0">
              <a:effectLst/>
              <a:highlight>
                <a:srgbClr val="FFFF00"/>
              </a:highlight>
              <a:latin typeface="+mn-lt"/>
            </a:rPr>
            <a:t>Signals from retina of an eye</a:t>
          </a:r>
        </a:p>
      </dsp:txBody>
      <dsp:txXfrm>
        <a:off x="531732" y="2647588"/>
        <a:ext cx="9417625" cy="506120"/>
      </dsp:txXfrm>
    </dsp:sp>
    <dsp:sp modelId="{1C323681-0940-4962-A309-2836D9AE34E9}">
      <dsp:nvSpPr>
        <dsp:cNvPr id="0" name=""/>
        <dsp:cNvSpPr/>
      </dsp:nvSpPr>
      <dsp:spPr>
        <a:xfrm>
          <a:off x="0" y="3762487"/>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8FE04BF-A3BB-4171-94F9-019EC9165A8A}">
      <dsp:nvSpPr>
        <dsp:cNvPr id="0" name=""/>
        <dsp:cNvSpPr/>
      </dsp:nvSpPr>
      <dsp:spPr>
        <a:xfrm>
          <a:off x="504352" y="3482048"/>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EOG Electrooculogram- </a:t>
          </a:r>
          <a:r>
            <a:rPr lang="en-IN" sz="1600" b="1" i="0" kern="1200" dirty="0">
              <a:effectLst/>
              <a:highlight>
                <a:srgbClr val="FFFF00"/>
              </a:highlight>
              <a:latin typeface="+mn-lt"/>
            </a:rPr>
            <a:t>Signals from cornea and retina of an eye</a:t>
          </a:r>
        </a:p>
      </dsp:txBody>
      <dsp:txXfrm>
        <a:off x="531732" y="3509428"/>
        <a:ext cx="9417625" cy="506120"/>
      </dsp:txXfrm>
    </dsp:sp>
    <dsp:sp modelId="{69250773-3378-4070-B2B6-7B77354AF0FE}">
      <dsp:nvSpPr>
        <dsp:cNvPr id="0" name=""/>
        <dsp:cNvSpPr/>
      </dsp:nvSpPr>
      <dsp:spPr>
        <a:xfrm>
          <a:off x="0" y="4624327"/>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61886F0-FB48-414F-A272-D957F908D8BC}">
      <dsp:nvSpPr>
        <dsp:cNvPr id="0" name=""/>
        <dsp:cNvSpPr/>
      </dsp:nvSpPr>
      <dsp:spPr>
        <a:xfrm>
          <a:off x="504352" y="4343887"/>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MEG Magneto encephalogram- </a:t>
          </a:r>
          <a:r>
            <a:rPr lang="en-IN" sz="1600" b="1" i="0" kern="1200" dirty="0">
              <a:effectLst/>
              <a:highlight>
                <a:srgbClr val="FFFF00"/>
              </a:highlight>
              <a:latin typeface="+mn-lt"/>
            </a:rPr>
            <a:t>Signals from brain using magnetic field</a:t>
          </a:r>
        </a:p>
      </dsp:txBody>
      <dsp:txXfrm>
        <a:off x="531732" y="4371267"/>
        <a:ext cx="9417625" cy="506120"/>
      </dsp:txXfrm>
    </dsp:sp>
    <dsp:sp modelId="{194C9FB2-9F03-4656-BA8E-036A395C54FF}">
      <dsp:nvSpPr>
        <dsp:cNvPr id="0" name=""/>
        <dsp:cNvSpPr/>
      </dsp:nvSpPr>
      <dsp:spPr>
        <a:xfrm>
          <a:off x="0" y="5486168"/>
          <a:ext cx="10087050" cy="4788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3A46875-1A53-427E-B1F0-CDE780F7ECEF}">
      <dsp:nvSpPr>
        <dsp:cNvPr id="0" name=""/>
        <dsp:cNvSpPr/>
      </dsp:nvSpPr>
      <dsp:spPr>
        <a:xfrm>
          <a:off x="504352" y="5205727"/>
          <a:ext cx="9472385" cy="56088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887" tIns="0" rIns="266887" bIns="0" numCol="1" spcCol="1270" anchor="ctr" anchorCtr="0">
          <a:noAutofit/>
        </a:bodyPr>
        <a:lstStyle/>
        <a:p>
          <a:pPr marL="0" lvl="0" indent="0" algn="l" defTabSz="711200">
            <a:lnSpc>
              <a:spcPct val="90000"/>
            </a:lnSpc>
            <a:spcBef>
              <a:spcPct val="0"/>
            </a:spcBef>
            <a:spcAft>
              <a:spcPct val="35000"/>
            </a:spcAft>
            <a:buNone/>
          </a:pPr>
          <a:r>
            <a:rPr lang="en-IN" sz="1600" b="1" i="0" kern="1200" dirty="0">
              <a:effectLst/>
              <a:latin typeface="+mn-lt"/>
            </a:rPr>
            <a:t>USG Ultra sonogram- </a:t>
          </a:r>
          <a:r>
            <a:rPr lang="en-IN" sz="1600" b="1" i="0" kern="1200" dirty="0">
              <a:effectLst/>
              <a:highlight>
                <a:srgbClr val="FFFF00"/>
              </a:highlight>
              <a:latin typeface="+mn-lt"/>
            </a:rPr>
            <a:t>Imaging from ultra sound reflection from the internal organs of the body</a:t>
          </a:r>
        </a:p>
      </dsp:txBody>
      <dsp:txXfrm>
        <a:off x="531732" y="5233107"/>
        <a:ext cx="9417625" cy="5061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E56EC-7535-4DF8-80B7-6747152BEB6E}">
      <dsp:nvSpPr>
        <dsp:cNvPr id="0" name=""/>
        <dsp:cNvSpPr/>
      </dsp:nvSpPr>
      <dsp:spPr>
        <a:xfrm>
          <a:off x="0" y="329548"/>
          <a:ext cx="8422602" cy="529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F9EE0D9-153E-4A40-B1FB-B2884C2A3BCA}">
      <dsp:nvSpPr>
        <dsp:cNvPr id="0" name=""/>
        <dsp:cNvSpPr/>
      </dsp:nvSpPr>
      <dsp:spPr>
        <a:xfrm>
          <a:off x="400978" y="0"/>
          <a:ext cx="8019559" cy="61992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848" tIns="0" rIns="222848" bIns="0" numCol="1" spcCol="1270" anchor="ctr" anchorCtr="0">
          <a:noAutofit/>
        </a:bodyPr>
        <a:lstStyle/>
        <a:p>
          <a:pPr marL="0" lvl="0" indent="0" algn="l" defTabSz="1066800">
            <a:lnSpc>
              <a:spcPct val="90000"/>
            </a:lnSpc>
            <a:spcBef>
              <a:spcPct val="0"/>
            </a:spcBef>
            <a:spcAft>
              <a:spcPct val="35000"/>
            </a:spcAft>
            <a:buFont typeface="Arial" panose="020B0604020202020204" pitchFamily="34" charset="0"/>
            <a:buNone/>
          </a:pPr>
          <a:r>
            <a:rPr lang="en-US" sz="2400" b="1" i="0" kern="1200" dirty="0">
              <a:effectLst/>
              <a:latin typeface="+mn-lt"/>
            </a:rPr>
            <a:t>Bio electric Signal- </a:t>
          </a:r>
          <a:r>
            <a:rPr lang="en-US" sz="1800" b="0" i="0" kern="1200" dirty="0"/>
            <a:t>The electric field generated by the action of many cells constitutes the bioelectric signal (ions- Na, Ca)</a:t>
          </a:r>
          <a:endParaRPr lang="en-IN" sz="2400" b="1" kern="1200" dirty="0">
            <a:latin typeface="+mn-lt"/>
          </a:endParaRPr>
        </a:p>
      </dsp:txBody>
      <dsp:txXfrm>
        <a:off x="431240" y="30262"/>
        <a:ext cx="7959035" cy="559396"/>
      </dsp:txXfrm>
    </dsp:sp>
    <dsp:sp modelId="{6E7DFB89-6503-4D5C-8195-BF65722D81EE}">
      <dsp:nvSpPr>
        <dsp:cNvPr id="0" name=""/>
        <dsp:cNvSpPr/>
      </dsp:nvSpPr>
      <dsp:spPr>
        <a:xfrm>
          <a:off x="0" y="1573180"/>
          <a:ext cx="8422602" cy="529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28F8A02-299B-44D7-994C-B7317A79C5DB}">
      <dsp:nvSpPr>
        <dsp:cNvPr id="0" name=""/>
        <dsp:cNvSpPr/>
      </dsp:nvSpPr>
      <dsp:spPr>
        <a:xfrm>
          <a:off x="400978" y="972148"/>
          <a:ext cx="8019559" cy="910991"/>
        </a:xfrm>
        <a:prstGeom prst="roundRect">
          <a:avLst/>
        </a:prstGeom>
        <a:gradFill rotWithShape="0">
          <a:gsLst>
            <a:gs pos="0">
              <a:srgbClr val="BC1C1C">
                <a:hueOff val="0"/>
                <a:satOff val="0"/>
                <a:lumOff val="0"/>
                <a:alphaOff val="0"/>
                <a:tint val="60000"/>
                <a:lumMod val="104000"/>
              </a:srgbClr>
            </a:gs>
            <a:gs pos="100000">
              <a:srgbClr val="BC1C1C">
                <a:hueOff val="0"/>
                <a:satOff val="0"/>
                <a:lumOff val="0"/>
                <a:alphaOff val="0"/>
                <a:tint val="84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848" tIns="0" rIns="222848" bIns="0" numCol="1" spcCol="1270" anchor="ctr" anchorCtr="0">
          <a:noAutofit/>
        </a:bodyPr>
        <a:lstStyle/>
        <a:p>
          <a:pPr marL="0" lvl="0" indent="0" algn="l" defTabSz="1066800">
            <a:lnSpc>
              <a:spcPct val="90000"/>
            </a:lnSpc>
            <a:spcBef>
              <a:spcPct val="0"/>
            </a:spcBef>
            <a:spcAft>
              <a:spcPct val="35000"/>
            </a:spcAft>
            <a:buNone/>
          </a:pPr>
          <a:r>
            <a:rPr lang="en-US" sz="2400" b="1" i="0" kern="1200" dirty="0">
              <a:effectLst/>
              <a:latin typeface="+mn-lt"/>
            </a:rPr>
            <a:t>Bio mechanical Signal- </a:t>
          </a:r>
          <a:r>
            <a:rPr lang="en-US" sz="1800" b="0" i="0" kern="1200" dirty="0">
              <a:solidFill>
                <a:prstClr val="black"/>
              </a:solidFill>
              <a:latin typeface="Century Schoolbook" panose="02040604050505020304"/>
              <a:ea typeface="+mn-ea"/>
              <a:cs typeface="+mn-cs"/>
            </a:rPr>
            <a:t>These signals are generated due to some mechanical function of a physiological system(Movement of heartbeat, chest)</a:t>
          </a:r>
        </a:p>
      </dsp:txBody>
      <dsp:txXfrm>
        <a:off x="445449" y="1016619"/>
        <a:ext cx="7930617" cy="822049"/>
      </dsp:txXfrm>
    </dsp:sp>
    <dsp:sp modelId="{CDDB4933-D741-41EE-8B1D-E0A60B85EC3C}">
      <dsp:nvSpPr>
        <dsp:cNvPr id="0" name=""/>
        <dsp:cNvSpPr/>
      </dsp:nvSpPr>
      <dsp:spPr>
        <a:xfrm>
          <a:off x="0" y="2525740"/>
          <a:ext cx="8422602" cy="529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C874698-03AC-4ABB-9E8E-95929FA3FC0A}">
      <dsp:nvSpPr>
        <dsp:cNvPr id="0" name=""/>
        <dsp:cNvSpPr/>
      </dsp:nvSpPr>
      <dsp:spPr>
        <a:xfrm>
          <a:off x="403042" y="2178070"/>
          <a:ext cx="8019559" cy="61992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848" tIns="0" rIns="222848" bIns="0" numCol="1" spcCol="1270" anchor="ctr" anchorCtr="0">
          <a:noAutofit/>
        </a:bodyPr>
        <a:lstStyle/>
        <a:p>
          <a:pPr marL="0" lvl="0" indent="0" algn="l" defTabSz="1066800">
            <a:lnSpc>
              <a:spcPct val="90000"/>
            </a:lnSpc>
            <a:spcBef>
              <a:spcPct val="0"/>
            </a:spcBef>
            <a:spcAft>
              <a:spcPct val="35000"/>
            </a:spcAft>
            <a:buNone/>
          </a:pPr>
          <a:r>
            <a:rPr lang="en-US" sz="2400" b="1" i="0" kern="1200" dirty="0">
              <a:effectLst/>
              <a:latin typeface="+mn-lt"/>
            </a:rPr>
            <a:t>Bio chemical Signal- </a:t>
          </a:r>
          <a:r>
            <a:rPr lang="en-US" sz="1800" b="0" i="0" kern="1200" dirty="0">
              <a:solidFill>
                <a:prstClr val="black"/>
              </a:solidFill>
              <a:latin typeface="Century Schoolbook" panose="02040604050505020304"/>
              <a:ea typeface="+mn-ea"/>
              <a:cs typeface="+mn-cs"/>
            </a:rPr>
            <a:t>Signal generated by certain chemicals (Changes in cell metabolism) </a:t>
          </a:r>
        </a:p>
      </dsp:txBody>
      <dsp:txXfrm>
        <a:off x="433304" y="2208332"/>
        <a:ext cx="7959035" cy="559396"/>
      </dsp:txXfrm>
    </dsp:sp>
    <dsp:sp modelId="{304692F0-9BAA-4DC0-A00D-D815842B6ACE}">
      <dsp:nvSpPr>
        <dsp:cNvPr id="0" name=""/>
        <dsp:cNvSpPr/>
      </dsp:nvSpPr>
      <dsp:spPr>
        <a:xfrm>
          <a:off x="0" y="3478300"/>
          <a:ext cx="8422602" cy="529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88E3B58-D55D-48EC-AEBD-C882F9139832}">
      <dsp:nvSpPr>
        <dsp:cNvPr id="0" name=""/>
        <dsp:cNvSpPr/>
      </dsp:nvSpPr>
      <dsp:spPr>
        <a:xfrm>
          <a:off x="400978" y="3168340"/>
          <a:ext cx="8019559" cy="61992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848" tIns="0" rIns="222848" bIns="0" numCol="1" spcCol="1270" anchor="ctr" anchorCtr="0">
          <a:noAutofit/>
        </a:bodyPr>
        <a:lstStyle/>
        <a:p>
          <a:pPr marL="0" lvl="0" indent="0" algn="l" defTabSz="1066800">
            <a:lnSpc>
              <a:spcPct val="90000"/>
            </a:lnSpc>
            <a:spcBef>
              <a:spcPct val="0"/>
            </a:spcBef>
            <a:spcAft>
              <a:spcPct val="35000"/>
            </a:spcAft>
            <a:buNone/>
          </a:pPr>
          <a:r>
            <a:rPr lang="en-US" sz="2400" b="1" i="0" kern="1200" dirty="0">
              <a:effectLst/>
              <a:latin typeface="+mn-lt"/>
            </a:rPr>
            <a:t>Bio magnetic Signal- </a:t>
          </a:r>
          <a:r>
            <a:rPr lang="en-US" sz="1800" b="0" i="0" kern="1200" dirty="0">
              <a:solidFill>
                <a:prstClr val="black"/>
              </a:solidFill>
              <a:latin typeface="Century Schoolbook" panose="02040604050505020304"/>
              <a:ea typeface="+mn-ea"/>
              <a:cs typeface="+mn-cs"/>
            </a:rPr>
            <a:t>Extremely weak magnetic fields are produced by various organs such as the brain, heart, lungs</a:t>
          </a:r>
        </a:p>
      </dsp:txBody>
      <dsp:txXfrm>
        <a:off x="431240" y="3198602"/>
        <a:ext cx="7959035" cy="559396"/>
      </dsp:txXfrm>
    </dsp:sp>
    <dsp:sp modelId="{F1AEC378-9B91-4AD3-BB95-D7B93C591CF9}">
      <dsp:nvSpPr>
        <dsp:cNvPr id="0" name=""/>
        <dsp:cNvSpPr/>
      </dsp:nvSpPr>
      <dsp:spPr>
        <a:xfrm>
          <a:off x="0" y="4430860"/>
          <a:ext cx="8422602" cy="529200"/>
        </a:xfrm>
        <a:prstGeom prst="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CD75BE1-32AF-4C16-ACEB-D0D228F8E549}">
      <dsp:nvSpPr>
        <dsp:cNvPr id="0" name=""/>
        <dsp:cNvSpPr/>
      </dsp:nvSpPr>
      <dsp:spPr>
        <a:xfrm>
          <a:off x="400978" y="4120900"/>
          <a:ext cx="8019559" cy="619920"/>
        </a:xfrm>
        <a:prstGeom prst="roundRect">
          <a:avLst/>
        </a:prstGeom>
        <a:gradFill rotWithShape="0">
          <a:gsLst>
            <a:gs pos="0">
              <a:schemeClr val="accent1">
                <a:hueOff val="0"/>
                <a:satOff val="0"/>
                <a:lumOff val="0"/>
                <a:alphaOff val="0"/>
                <a:tint val="60000"/>
                <a:lumMod val="104000"/>
              </a:schemeClr>
            </a:gs>
            <a:gs pos="100000">
              <a:schemeClr val="accent1">
                <a:hueOff val="0"/>
                <a:satOff val="0"/>
                <a:lumOff val="0"/>
                <a:alphaOff val="0"/>
                <a:tint val="84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2848" tIns="0" rIns="222848" bIns="0" numCol="1" spcCol="1270" anchor="ctr" anchorCtr="0">
          <a:noAutofit/>
        </a:bodyPr>
        <a:lstStyle/>
        <a:p>
          <a:pPr marL="0" lvl="0" indent="0" algn="l" defTabSz="1066800">
            <a:lnSpc>
              <a:spcPct val="90000"/>
            </a:lnSpc>
            <a:spcBef>
              <a:spcPct val="0"/>
            </a:spcBef>
            <a:spcAft>
              <a:spcPct val="35000"/>
            </a:spcAft>
            <a:buNone/>
          </a:pPr>
          <a:r>
            <a:rPr lang="en-US" sz="2400" b="1" i="0" kern="1200" dirty="0">
              <a:effectLst/>
              <a:latin typeface="+mn-lt"/>
            </a:rPr>
            <a:t>Bio optical signal- </a:t>
          </a:r>
          <a:r>
            <a:rPr lang="en-US" sz="1800" b="0" i="0" kern="1200" dirty="0">
              <a:solidFill>
                <a:prstClr val="black"/>
              </a:solidFill>
              <a:latin typeface="Century Schoolbook" panose="02040604050505020304"/>
              <a:ea typeface="+mn-ea"/>
              <a:cs typeface="+mn-cs"/>
            </a:rPr>
            <a:t>These signals are generated as result of optical functions of the biological system</a:t>
          </a:r>
        </a:p>
      </dsp:txBody>
      <dsp:txXfrm>
        <a:off x="431240" y="4151162"/>
        <a:ext cx="7959035" cy="5593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038ED-E71D-4A6F-88A5-3253772C777C}">
      <dsp:nvSpPr>
        <dsp:cNvPr id="0" name=""/>
        <dsp:cNvSpPr/>
      </dsp:nvSpPr>
      <dsp:spPr>
        <a:xfrm>
          <a:off x="0" y="406643"/>
          <a:ext cx="8816009" cy="1658474"/>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4220" tIns="562356" rIns="684220"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solidFill>
                <a:srgbClr val="000000"/>
              </a:solidFill>
              <a:effectLst/>
              <a:highlight>
                <a:srgbClr val="FFFF00"/>
              </a:highlight>
              <a:latin typeface="Calibri" panose="020F0502020204030204" pitchFamily="34" charset="0"/>
            </a:rPr>
            <a:t>Diagnosis of diseases</a:t>
          </a:r>
          <a:endParaRPr lang="en-IN" sz="2000" kern="1200" dirty="0">
            <a:highlight>
              <a:srgbClr val="FFFF00"/>
            </a:highlight>
          </a:endParaRPr>
        </a:p>
        <a:p>
          <a:pPr marL="228600" lvl="1" indent="-228600" algn="just" defTabSz="889000">
            <a:lnSpc>
              <a:spcPct val="90000"/>
            </a:lnSpc>
            <a:spcBef>
              <a:spcPct val="0"/>
            </a:spcBef>
            <a:spcAft>
              <a:spcPct val="15000"/>
            </a:spcAft>
            <a:buChar char="•"/>
          </a:pPr>
          <a:r>
            <a:rPr lang="en-US" sz="2000" b="0" i="0" kern="1200" dirty="0">
              <a:solidFill>
                <a:srgbClr val="000000"/>
              </a:solidFill>
              <a:effectLst/>
              <a:highlight>
                <a:srgbClr val="FFFF00"/>
              </a:highlight>
              <a:latin typeface="Calibri" panose="020F0502020204030204" pitchFamily="34" charset="0"/>
            </a:rPr>
            <a:t>Patient monitoring</a:t>
          </a:r>
        </a:p>
        <a:p>
          <a:pPr marL="228600" lvl="1" indent="-228600" algn="just" defTabSz="889000">
            <a:lnSpc>
              <a:spcPct val="90000"/>
            </a:lnSpc>
            <a:spcBef>
              <a:spcPct val="0"/>
            </a:spcBef>
            <a:spcAft>
              <a:spcPct val="15000"/>
            </a:spcAft>
            <a:buChar char="•"/>
          </a:pPr>
          <a:r>
            <a:rPr lang="en-US" sz="2000" b="0" i="0" kern="1200" dirty="0">
              <a:solidFill>
                <a:srgbClr val="000000"/>
              </a:solidFill>
              <a:effectLst/>
              <a:highlight>
                <a:srgbClr val="FFFF00"/>
              </a:highlight>
              <a:latin typeface="Calibri" panose="020F0502020204030204" pitchFamily="34" charset="0"/>
            </a:rPr>
            <a:t>Biomedical research</a:t>
          </a:r>
          <a:endParaRPr lang="en-US" sz="2400" b="0" i="0" kern="1200" dirty="0">
            <a:solidFill>
              <a:srgbClr val="000000"/>
            </a:solidFill>
            <a:effectLst/>
            <a:highlight>
              <a:srgbClr val="FFFF00"/>
            </a:highlight>
            <a:latin typeface="Calibri" panose="020F0502020204030204" pitchFamily="34" charset="0"/>
          </a:endParaRPr>
        </a:p>
      </dsp:txBody>
      <dsp:txXfrm>
        <a:off x="0" y="406643"/>
        <a:ext cx="8816009" cy="1658474"/>
      </dsp:txXfrm>
    </dsp:sp>
    <dsp:sp modelId="{C8E58ACF-E3F5-4291-A8EE-CE56422CDC21}">
      <dsp:nvSpPr>
        <dsp:cNvPr id="0" name=""/>
        <dsp:cNvSpPr/>
      </dsp:nvSpPr>
      <dsp:spPr>
        <a:xfrm>
          <a:off x="419707" y="8123"/>
          <a:ext cx="8394140" cy="797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257" tIns="0" rIns="233257" bIns="0" numCol="1" spcCol="1270" anchor="ctr" anchorCtr="0">
          <a:noAutofit/>
        </a:bodyPr>
        <a:lstStyle/>
        <a:p>
          <a:pPr marL="0" lvl="0" indent="0" algn="just" defTabSz="1066800">
            <a:lnSpc>
              <a:spcPct val="90000"/>
            </a:lnSpc>
            <a:spcBef>
              <a:spcPct val="0"/>
            </a:spcBef>
            <a:spcAft>
              <a:spcPct val="35000"/>
            </a:spcAft>
            <a:buNone/>
          </a:pPr>
          <a:r>
            <a:rPr lang="en-US" sz="2400" b="0" i="0" kern="1200" dirty="0">
              <a:solidFill>
                <a:schemeClr val="bg1"/>
              </a:solidFill>
              <a:effectLst/>
              <a:latin typeface="NexusSans"/>
            </a:rPr>
            <a:t>Following data </a:t>
          </a:r>
          <a:r>
            <a:rPr lang="en-US" sz="2400" b="0" i="0" kern="1200" dirty="0" err="1">
              <a:solidFill>
                <a:schemeClr val="bg1"/>
              </a:solidFill>
              <a:effectLst/>
              <a:latin typeface="NexusSans"/>
            </a:rPr>
            <a:t>acquiration</a:t>
          </a:r>
          <a:r>
            <a:rPr lang="en-US" sz="2400" b="0" i="0" kern="1200" dirty="0">
              <a:solidFill>
                <a:schemeClr val="bg1"/>
              </a:solidFill>
              <a:effectLst/>
              <a:latin typeface="NexusSans"/>
            </a:rPr>
            <a:t>, biological signals are analyzed in order to retrieve useful information</a:t>
          </a:r>
          <a:endParaRPr lang="en-IN" sz="2400" kern="1200" dirty="0">
            <a:solidFill>
              <a:schemeClr val="bg1"/>
            </a:solidFill>
          </a:endParaRPr>
        </a:p>
      </dsp:txBody>
      <dsp:txXfrm>
        <a:off x="458615" y="47031"/>
        <a:ext cx="8316324" cy="719224"/>
      </dsp:txXfrm>
    </dsp:sp>
    <dsp:sp modelId="{62FA2DC4-7F2F-4632-B707-239FDB2A0137}">
      <dsp:nvSpPr>
        <dsp:cNvPr id="0" name=""/>
        <dsp:cNvSpPr/>
      </dsp:nvSpPr>
      <dsp:spPr>
        <a:xfrm>
          <a:off x="0" y="2911181"/>
          <a:ext cx="8816009" cy="680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53B8C6-D7B3-4E10-AE39-6E1C27E829F2}">
      <dsp:nvSpPr>
        <dsp:cNvPr id="0" name=""/>
        <dsp:cNvSpPr/>
      </dsp:nvSpPr>
      <dsp:spPr>
        <a:xfrm>
          <a:off x="440800" y="2210918"/>
          <a:ext cx="8277747" cy="1098783"/>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257" tIns="0" rIns="233257" bIns="0" numCol="1" spcCol="1270" anchor="ctr" anchorCtr="0">
          <a:noAutofit/>
        </a:bodyPr>
        <a:lstStyle/>
        <a:p>
          <a:pPr marL="0" lvl="0" indent="0" algn="just" defTabSz="889000">
            <a:lnSpc>
              <a:spcPct val="90000"/>
            </a:lnSpc>
            <a:spcBef>
              <a:spcPct val="0"/>
            </a:spcBef>
            <a:spcAft>
              <a:spcPct val="35000"/>
            </a:spcAft>
            <a:buNone/>
          </a:pPr>
          <a:r>
            <a:rPr lang="en-US" sz="2000" b="0" i="0" kern="1200" dirty="0">
              <a:solidFill>
                <a:schemeClr val="bg1"/>
              </a:solidFill>
              <a:effectLst/>
              <a:latin typeface="NexusSans"/>
            </a:rPr>
            <a:t>Bio-signals monitoring is a medical intervention defined as the act for collection and analysis of </a:t>
          </a:r>
          <a:r>
            <a:rPr lang="en-US" sz="2000" b="0" i="0" u="sng" kern="1200" dirty="0">
              <a:solidFill>
                <a:schemeClr val="bg1"/>
              </a:solidFill>
              <a:effectLst/>
              <a:latin typeface="NexusSans"/>
            </a:rPr>
            <a:t>cardiovascular, respiratory, and body temperature data, in order to determine and prevent complications</a:t>
          </a:r>
          <a:endParaRPr lang="en-IN" sz="2000" u="sng" kern="1200" dirty="0">
            <a:solidFill>
              <a:schemeClr val="bg1"/>
            </a:solidFill>
          </a:endParaRPr>
        </a:p>
      </dsp:txBody>
      <dsp:txXfrm>
        <a:off x="494438" y="2264556"/>
        <a:ext cx="8170471" cy="991507"/>
      </dsp:txXfrm>
    </dsp:sp>
    <dsp:sp modelId="{85F2CAAC-5F9B-4CC1-8B61-8C90203B32C9}">
      <dsp:nvSpPr>
        <dsp:cNvPr id="0" name=""/>
        <dsp:cNvSpPr/>
      </dsp:nvSpPr>
      <dsp:spPr>
        <a:xfrm>
          <a:off x="0" y="4310859"/>
          <a:ext cx="8816009" cy="6804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70280A-821D-470A-B5E2-623BF7C6110D}">
      <dsp:nvSpPr>
        <dsp:cNvPr id="0" name=""/>
        <dsp:cNvSpPr/>
      </dsp:nvSpPr>
      <dsp:spPr>
        <a:xfrm>
          <a:off x="419707" y="3737381"/>
          <a:ext cx="8394140" cy="97199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257" tIns="0" rIns="233257" bIns="0" numCol="1" spcCol="1270" anchor="ctr" anchorCtr="0">
          <a:noAutofit/>
        </a:bodyPr>
        <a:lstStyle/>
        <a:p>
          <a:pPr marL="0" lvl="0" indent="0" algn="just" defTabSz="889000">
            <a:lnSpc>
              <a:spcPct val="90000"/>
            </a:lnSpc>
            <a:spcBef>
              <a:spcPct val="0"/>
            </a:spcBef>
            <a:spcAft>
              <a:spcPct val="35000"/>
            </a:spcAft>
            <a:buNone/>
          </a:pPr>
          <a:r>
            <a:rPr lang="en-US" sz="2000" b="0" i="0" kern="1200">
              <a:solidFill>
                <a:schemeClr val="bg1"/>
              </a:solidFill>
              <a:effectLst/>
              <a:latin typeface="NexusSans"/>
            </a:rPr>
            <a:t>The bio-signals values situated in a range over normal values occur in case of diseases, and an alteration of vital signs is used to evaluate a patient's progress</a:t>
          </a:r>
          <a:endParaRPr lang="en-IN" altLang="en-US" sz="2000" kern="1200" dirty="0">
            <a:solidFill>
              <a:schemeClr val="bg1"/>
            </a:solidFill>
          </a:endParaRPr>
        </a:p>
      </dsp:txBody>
      <dsp:txXfrm>
        <a:off x="467156" y="3784830"/>
        <a:ext cx="8299242" cy="8771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7DB40-E9C7-4F7A-9C5C-39E40AD491B8}">
      <dsp:nvSpPr>
        <dsp:cNvPr id="0" name=""/>
        <dsp:cNvSpPr/>
      </dsp:nvSpPr>
      <dsp:spPr>
        <a:xfrm>
          <a:off x="0" y="400746"/>
          <a:ext cx="10259744" cy="3760568"/>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96270" tIns="812292" rIns="796270" bIns="199136" numCol="1" spcCol="1270" anchor="t" anchorCtr="0">
          <a:noAutofit/>
        </a:bodyPr>
        <a:lstStyle/>
        <a:p>
          <a:pPr marL="285750" lvl="1" indent="-285750" algn="just" defTabSz="1244600">
            <a:lnSpc>
              <a:spcPct val="90000"/>
            </a:lnSpc>
            <a:spcBef>
              <a:spcPct val="0"/>
            </a:spcBef>
            <a:spcAft>
              <a:spcPts val="600"/>
            </a:spcAft>
            <a:buChar char="•"/>
          </a:pPr>
          <a:r>
            <a:rPr lang="en-US" sz="2800" b="0" i="0" kern="1200" dirty="0"/>
            <a:t>Biomedical instrumentation and engineering is the application of knowledge and technologies to solve problems related to living biological systems</a:t>
          </a:r>
          <a:endParaRPr lang="en-IN" sz="2800" b="0" kern="1200" dirty="0">
            <a:latin typeface="+mn-lt"/>
          </a:endParaRPr>
        </a:p>
        <a:p>
          <a:pPr marL="285750" lvl="1" indent="-285750" algn="just" defTabSz="1244600">
            <a:lnSpc>
              <a:spcPct val="90000"/>
            </a:lnSpc>
            <a:spcBef>
              <a:spcPct val="0"/>
            </a:spcBef>
            <a:spcAft>
              <a:spcPct val="15000"/>
            </a:spcAft>
            <a:buChar char="•"/>
          </a:pPr>
          <a:r>
            <a:rPr lang="en-US" sz="2800" b="1" i="0" kern="1200" dirty="0">
              <a:highlight>
                <a:srgbClr val="FFFF00"/>
              </a:highlight>
              <a:latin typeface="+mn-lt"/>
            </a:rPr>
            <a:t>Biomedical Instrumentation is the field of creating such instruments that help us to measure, record and transmit data to or from the body or biological system</a:t>
          </a:r>
          <a:endParaRPr lang="en-IN" sz="2800" b="1" kern="1200" dirty="0">
            <a:highlight>
              <a:srgbClr val="FFFF00"/>
            </a:highlight>
            <a:latin typeface="+mn-lt"/>
          </a:endParaRPr>
        </a:p>
      </dsp:txBody>
      <dsp:txXfrm>
        <a:off x="0" y="400746"/>
        <a:ext cx="10259744" cy="3760568"/>
      </dsp:txXfrm>
    </dsp:sp>
    <dsp:sp modelId="{CBB5F5BB-548A-4E1E-A78E-02AD5A5BB9E7}">
      <dsp:nvSpPr>
        <dsp:cNvPr id="0" name=""/>
        <dsp:cNvSpPr/>
      </dsp:nvSpPr>
      <dsp:spPr>
        <a:xfrm>
          <a:off x="478500" y="55915"/>
          <a:ext cx="9768790" cy="7006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1456" tIns="0" rIns="271456" bIns="0" numCol="1" spcCol="1270" anchor="ctr" anchorCtr="0">
          <a:noAutofit/>
        </a:bodyPr>
        <a:lstStyle/>
        <a:p>
          <a:pPr marL="0" lvl="0" indent="0" algn="ctr" defTabSz="1422400">
            <a:lnSpc>
              <a:spcPct val="90000"/>
            </a:lnSpc>
            <a:spcBef>
              <a:spcPct val="0"/>
            </a:spcBef>
            <a:spcAft>
              <a:spcPct val="35000"/>
            </a:spcAft>
            <a:buNone/>
          </a:pPr>
          <a:r>
            <a:rPr lang="en-US" sz="3200" b="0" i="0" kern="1200" dirty="0">
              <a:solidFill>
                <a:schemeClr val="tx1"/>
              </a:solidFill>
              <a:highlight>
                <a:srgbClr val="FFFF00"/>
              </a:highlight>
              <a:latin typeface="+mj-lt"/>
            </a:rPr>
            <a:t>Biomedical Instrumentation</a:t>
          </a:r>
          <a:endParaRPr lang="en-IN" sz="3200" kern="1200" dirty="0">
            <a:solidFill>
              <a:schemeClr val="tx1"/>
            </a:solidFill>
            <a:highlight>
              <a:srgbClr val="FFFF00"/>
            </a:highlight>
            <a:latin typeface="+mj-lt"/>
          </a:endParaRPr>
        </a:p>
      </dsp:txBody>
      <dsp:txXfrm>
        <a:off x="512701" y="90116"/>
        <a:ext cx="9700388" cy="63221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7DB40-E9C7-4F7A-9C5C-39E40AD491B8}">
      <dsp:nvSpPr>
        <dsp:cNvPr id="0" name=""/>
        <dsp:cNvSpPr/>
      </dsp:nvSpPr>
      <dsp:spPr>
        <a:xfrm>
          <a:off x="0" y="1060411"/>
          <a:ext cx="10259744" cy="3787875"/>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96270" tIns="1353820" rIns="796270" bIns="199136" numCol="1" spcCol="1270" anchor="t" anchorCtr="0">
          <a:noAutofit/>
        </a:bodyPr>
        <a:lstStyle/>
        <a:p>
          <a:pPr marL="285750" lvl="1" indent="-285750" algn="just" defTabSz="1244600">
            <a:lnSpc>
              <a:spcPct val="90000"/>
            </a:lnSpc>
            <a:spcBef>
              <a:spcPct val="0"/>
            </a:spcBef>
            <a:spcAft>
              <a:spcPts val="1800"/>
            </a:spcAft>
            <a:buChar char="•"/>
          </a:pPr>
          <a:r>
            <a:rPr lang="en-US" sz="2800" b="0" i="0" kern="1200" dirty="0">
              <a:latin typeface="+mn-lt"/>
            </a:rPr>
            <a:t>It emphasizes the </a:t>
          </a:r>
          <a:r>
            <a:rPr lang="en-US" sz="2800" b="0" i="0" kern="1200" dirty="0">
              <a:highlight>
                <a:srgbClr val="FFFF00"/>
              </a:highlight>
              <a:latin typeface="+mn-lt"/>
            </a:rPr>
            <a:t>measurement of all the variables in the body for the use of diagnosis and therapy</a:t>
          </a:r>
          <a:endParaRPr lang="en-IN" sz="2800" b="0" kern="1200" dirty="0">
            <a:highlight>
              <a:srgbClr val="FFFF00"/>
            </a:highlight>
            <a:latin typeface="+mn-lt"/>
          </a:endParaRPr>
        </a:p>
        <a:p>
          <a:pPr marL="285750" lvl="1" indent="-285750" algn="just" defTabSz="1244600">
            <a:lnSpc>
              <a:spcPct val="90000"/>
            </a:lnSpc>
            <a:spcBef>
              <a:spcPct val="0"/>
            </a:spcBef>
            <a:spcAft>
              <a:spcPts val="1800"/>
            </a:spcAft>
            <a:buChar char="•"/>
          </a:pPr>
          <a:r>
            <a:rPr lang="en-US" sz="2800" b="0" i="0" kern="1200" dirty="0"/>
            <a:t>It is a cross-disciplinary field of study comprising: </a:t>
          </a:r>
          <a:r>
            <a:rPr lang="en-US" sz="2800" b="0" i="0" kern="1200" dirty="0">
              <a:highlight>
                <a:srgbClr val="FFFF00"/>
              </a:highlight>
            </a:rPr>
            <a:t>Engineering, Biology, Chemistry and Medicine</a:t>
          </a:r>
          <a:endParaRPr lang="en-IN" sz="2800" b="0" kern="1200" dirty="0">
            <a:highlight>
              <a:srgbClr val="FFFF00"/>
            </a:highlight>
            <a:latin typeface="+mn-lt"/>
          </a:endParaRPr>
        </a:p>
      </dsp:txBody>
      <dsp:txXfrm>
        <a:off x="0" y="1060411"/>
        <a:ext cx="10259744" cy="3787875"/>
      </dsp:txXfrm>
    </dsp:sp>
    <dsp:sp modelId="{CBB5F5BB-548A-4E1E-A78E-02AD5A5BB9E7}">
      <dsp:nvSpPr>
        <dsp:cNvPr id="0" name=""/>
        <dsp:cNvSpPr/>
      </dsp:nvSpPr>
      <dsp:spPr>
        <a:xfrm>
          <a:off x="488440" y="1025738"/>
          <a:ext cx="9768790" cy="99407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1456" tIns="0" rIns="271456" bIns="0" numCol="1" spcCol="1270" anchor="ctr" anchorCtr="0">
          <a:noAutofit/>
        </a:bodyPr>
        <a:lstStyle/>
        <a:p>
          <a:pPr marL="0" lvl="0" indent="0" algn="ctr" defTabSz="1778000">
            <a:lnSpc>
              <a:spcPct val="90000"/>
            </a:lnSpc>
            <a:spcBef>
              <a:spcPct val="0"/>
            </a:spcBef>
            <a:spcAft>
              <a:spcPct val="35000"/>
            </a:spcAft>
            <a:buNone/>
          </a:pPr>
          <a:r>
            <a:rPr lang="en-US" sz="4000" b="0" i="0" kern="1200" dirty="0">
              <a:latin typeface="+mj-lt"/>
            </a:rPr>
            <a:t>Biomedical Instrumentation</a:t>
          </a:r>
          <a:endParaRPr lang="en-IN" sz="4000" kern="1200" dirty="0">
            <a:latin typeface="+mj-lt"/>
          </a:endParaRPr>
        </a:p>
      </dsp:txBody>
      <dsp:txXfrm>
        <a:off x="536967" y="1074265"/>
        <a:ext cx="9671736" cy="8970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95191-41E4-4041-9FB1-5C399FB2FEE2}">
      <dsp:nvSpPr>
        <dsp:cNvPr id="0" name=""/>
        <dsp:cNvSpPr/>
      </dsp:nvSpPr>
      <dsp:spPr>
        <a:xfrm>
          <a:off x="0" y="24615"/>
          <a:ext cx="2700086"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Information Gathering</a:t>
          </a:r>
          <a:endParaRPr lang="en-IN" sz="2000" kern="1200" dirty="0"/>
        </a:p>
      </dsp:txBody>
      <dsp:txXfrm>
        <a:off x="0" y="24615"/>
        <a:ext cx="2700086" cy="950400"/>
      </dsp:txXfrm>
    </dsp:sp>
    <dsp:sp modelId="{2DBD73EF-89AC-472B-B213-365F31C61D9F}">
      <dsp:nvSpPr>
        <dsp:cNvPr id="0" name=""/>
        <dsp:cNvSpPr/>
      </dsp:nvSpPr>
      <dsp:spPr>
        <a:xfrm>
          <a:off x="2700086" y="24615"/>
          <a:ext cx="540017" cy="950400"/>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DA1645-0CD5-43CB-9F04-65564BE47DEC}">
      <dsp:nvSpPr>
        <dsp:cNvPr id="0" name=""/>
        <dsp:cNvSpPr/>
      </dsp:nvSpPr>
      <dsp:spPr>
        <a:xfrm>
          <a:off x="3456110" y="58625"/>
          <a:ext cx="7344234" cy="88237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just" defTabSz="889000">
            <a:lnSpc>
              <a:spcPct val="90000"/>
            </a:lnSpc>
            <a:spcBef>
              <a:spcPct val="0"/>
            </a:spcBef>
            <a:spcAft>
              <a:spcPct val="15000"/>
            </a:spcAft>
            <a:buChar char="•"/>
          </a:pPr>
          <a:r>
            <a:rPr lang="en-US" sz="2000" kern="1200" dirty="0"/>
            <a:t>To </a:t>
          </a:r>
          <a:r>
            <a:rPr lang="en-US" sz="2400" b="1" u="sng" kern="1200" dirty="0"/>
            <a:t>measure natural phenomena </a:t>
          </a:r>
          <a:r>
            <a:rPr lang="en-US" sz="2000" kern="1200" dirty="0"/>
            <a:t>and other variables</a:t>
          </a:r>
          <a:endParaRPr lang="en-IN" sz="2000" kern="1200" dirty="0"/>
        </a:p>
      </dsp:txBody>
      <dsp:txXfrm>
        <a:off x="3456110" y="58625"/>
        <a:ext cx="7344234" cy="882379"/>
      </dsp:txXfrm>
    </dsp:sp>
    <dsp:sp modelId="{8483CCD4-D66B-4951-BA7D-1B6506E1FD27}">
      <dsp:nvSpPr>
        <dsp:cNvPr id="0" name=""/>
        <dsp:cNvSpPr/>
      </dsp:nvSpPr>
      <dsp:spPr>
        <a:xfrm>
          <a:off x="0" y="1158260"/>
          <a:ext cx="2700086"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Diagnostic</a:t>
          </a:r>
          <a:endParaRPr lang="en-IN" sz="2000" kern="1200" dirty="0"/>
        </a:p>
      </dsp:txBody>
      <dsp:txXfrm>
        <a:off x="0" y="1158260"/>
        <a:ext cx="2700086" cy="950400"/>
      </dsp:txXfrm>
    </dsp:sp>
    <dsp:sp modelId="{7F7950BC-6172-4367-A83E-FF3468F9A5A2}">
      <dsp:nvSpPr>
        <dsp:cNvPr id="0" name=""/>
        <dsp:cNvSpPr/>
      </dsp:nvSpPr>
      <dsp:spPr>
        <a:xfrm>
          <a:off x="2700086" y="1158260"/>
          <a:ext cx="540017" cy="950400"/>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41D5C-28B6-4E7B-A723-98825C25DC97}">
      <dsp:nvSpPr>
        <dsp:cNvPr id="0" name=""/>
        <dsp:cNvSpPr/>
      </dsp:nvSpPr>
      <dsp:spPr>
        <a:xfrm>
          <a:off x="3456110" y="1147815"/>
          <a:ext cx="7344234" cy="97128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just" defTabSz="889000">
            <a:lnSpc>
              <a:spcPct val="90000"/>
            </a:lnSpc>
            <a:spcBef>
              <a:spcPct val="0"/>
            </a:spcBef>
            <a:spcAft>
              <a:spcPct val="15000"/>
            </a:spcAft>
            <a:buChar char="•"/>
          </a:pPr>
          <a:r>
            <a:rPr lang="en-US" sz="2000" kern="1200" dirty="0"/>
            <a:t>Measurement are made to help in the </a:t>
          </a:r>
          <a:r>
            <a:rPr lang="en-US" sz="2400" b="1" u="sng" kern="1200" dirty="0"/>
            <a:t>detection and the correction of some disease.</a:t>
          </a:r>
          <a:endParaRPr lang="en-IN" sz="2000" b="1" u="sng" kern="1200" dirty="0"/>
        </a:p>
      </dsp:txBody>
      <dsp:txXfrm>
        <a:off x="3456110" y="1147815"/>
        <a:ext cx="7344234" cy="971289"/>
      </dsp:txXfrm>
    </dsp:sp>
    <dsp:sp modelId="{086808D8-459E-4FF2-B0B3-6F437D4B89A0}">
      <dsp:nvSpPr>
        <dsp:cNvPr id="0" name=""/>
        <dsp:cNvSpPr/>
      </dsp:nvSpPr>
      <dsp:spPr>
        <a:xfrm>
          <a:off x="0" y="2291905"/>
          <a:ext cx="2700086"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Evaluation</a:t>
          </a:r>
          <a:endParaRPr lang="en-IN" sz="2000" kern="1200" dirty="0"/>
        </a:p>
      </dsp:txBody>
      <dsp:txXfrm>
        <a:off x="0" y="2291905"/>
        <a:ext cx="2700086" cy="950400"/>
      </dsp:txXfrm>
    </dsp:sp>
    <dsp:sp modelId="{44B6DC66-63C1-4DE9-B6B9-B94977EF12DB}">
      <dsp:nvSpPr>
        <dsp:cNvPr id="0" name=""/>
        <dsp:cNvSpPr/>
      </dsp:nvSpPr>
      <dsp:spPr>
        <a:xfrm>
          <a:off x="2700086" y="2291905"/>
          <a:ext cx="540017" cy="950400"/>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4F3B94-D0A9-4A6A-800E-B186BC4D4C32}">
      <dsp:nvSpPr>
        <dsp:cNvPr id="0" name=""/>
        <dsp:cNvSpPr/>
      </dsp:nvSpPr>
      <dsp:spPr>
        <a:xfrm>
          <a:off x="3456110" y="2291905"/>
          <a:ext cx="7344234" cy="950400"/>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just" defTabSz="889000">
            <a:lnSpc>
              <a:spcPct val="90000"/>
            </a:lnSpc>
            <a:spcBef>
              <a:spcPct val="0"/>
            </a:spcBef>
            <a:spcAft>
              <a:spcPct val="15000"/>
            </a:spcAft>
            <a:buChar char="•"/>
          </a:pPr>
          <a:r>
            <a:rPr lang="en-US" sz="2000" kern="1200" dirty="0"/>
            <a:t>Measurement are used </a:t>
          </a:r>
          <a:r>
            <a:rPr lang="en-US" sz="2400" u="sng" kern="1200" dirty="0"/>
            <a:t>to evaluate the results.</a:t>
          </a:r>
          <a:endParaRPr lang="en-IN" sz="2000" u="sng" kern="1200" dirty="0"/>
        </a:p>
      </dsp:txBody>
      <dsp:txXfrm>
        <a:off x="3456110" y="2291905"/>
        <a:ext cx="7344234" cy="950400"/>
      </dsp:txXfrm>
    </dsp:sp>
    <dsp:sp modelId="{ACA9F918-9BAE-459A-8160-BBDB1CB86BFE}">
      <dsp:nvSpPr>
        <dsp:cNvPr id="0" name=""/>
        <dsp:cNvSpPr/>
      </dsp:nvSpPr>
      <dsp:spPr>
        <a:xfrm>
          <a:off x="0" y="3501844"/>
          <a:ext cx="2700086"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Monitoring </a:t>
          </a:r>
          <a:endParaRPr lang="en-IN" sz="2000" kern="1200" dirty="0"/>
        </a:p>
      </dsp:txBody>
      <dsp:txXfrm>
        <a:off x="0" y="3501844"/>
        <a:ext cx="2700086" cy="950400"/>
      </dsp:txXfrm>
    </dsp:sp>
    <dsp:sp modelId="{9FFA515F-2A98-46CE-8789-369A106C7AED}">
      <dsp:nvSpPr>
        <dsp:cNvPr id="0" name=""/>
        <dsp:cNvSpPr/>
      </dsp:nvSpPr>
      <dsp:spPr>
        <a:xfrm>
          <a:off x="2700086" y="3427594"/>
          <a:ext cx="540017" cy="1098900"/>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00FADD-D9D1-4F27-BBC2-22A92CD4FA8D}">
      <dsp:nvSpPr>
        <dsp:cNvPr id="0" name=""/>
        <dsp:cNvSpPr/>
      </dsp:nvSpPr>
      <dsp:spPr>
        <a:xfrm>
          <a:off x="3456110" y="3415105"/>
          <a:ext cx="7344234" cy="1123877"/>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just" defTabSz="889000">
            <a:lnSpc>
              <a:spcPct val="90000"/>
            </a:lnSpc>
            <a:spcBef>
              <a:spcPct val="0"/>
            </a:spcBef>
            <a:spcAft>
              <a:spcPct val="15000"/>
            </a:spcAft>
            <a:buChar char="•"/>
          </a:pPr>
          <a:r>
            <a:rPr lang="en-US" sz="2000" kern="1200" dirty="0"/>
            <a:t>Instrumentation is used to </a:t>
          </a:r>
          <a:r>
            <a:rPr lang="en-US" sz="2400" b="1" u="sng" kern="1200" dirty="0"/>
            <a:t>monitor some process in order to obtain information </a:t>
          </a:r>
          <a:r>
            <a:rPr lang="en-US" sz="2000" kern="1200" dirty="0"/>
            <a:t>about the state of the system being measured</a:t>
          </a:r>
          <a:endParaRPr lang="en-IN" sz="2000" kern="1200" dirty="0"/>
        </a:p>
      </dsp:txBody>
      <dsp:txXfrm>
        <a:off x="3456110" y="3415105"/>
        <a:ext cx="7344234" cy="1123877"/>
      </dsp:txXfrm>
    </dsp:sp>
    <dsp:sp modelId="{26B39AFB-79E3-4229-99BE-21D72112F729}">
      <dsp:nvSpPr>
        <dsp:cNvPr id="0" name=""/>
        <dsp:cNvSpPr/>
      </dsp:nvSpPr>
      <dsp:spPr>
        <a:xfrm>
          <a:off x="0" y="4722584"/>
          <a:ext cx="2700086"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Control</a:t>
          </a:r>
          <a:endParaRPr lang="en-IN" sz="2000" kern="1200" dirty="0"/>
        </a:p>
      </dsp:txBody>
      <dsp:txXfrm>
        <a:off x="0" y="4722584"/>
        <a:ext cx="2700086" cy="950400"/>
      </dsp:txXfrm>
    </dsp:sp>
    <dsp:sp modelId="{8300225D-7F8F-40C4-8E86-05F2466EBC61}">
      <dsp:nvSpPr>
        <dsp:cNvPr id="0" name=""/>
        <dsp:cNvSpPr/>
      </dsp:nvSpPr>
      <dsp:spPr>
        <a:xfrm>
          <a:off x="2700086" y="4722584"/>
          <a:ext cx="540017" cy="950400"/>
        </a:xfrm>
        <a:prstGeom prst="leftBrace">
          <a:avLst>
            <a:gd name="adj1" fmla="val 35000"/>
            <a:gd name="adj2" fmla="val 50000"/>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1CF389-EDB1-4234-B42B-737115318649}">
      <dsp:nvSpPr>
        <dsp:cNvPr id="0" name=""/>
        <dsp:cNvSpPr/>
      </dsp:nvSpPr>
      <dsp:spPr>
        <a:xfrm>
          <a:off x="3456110" y="4711783"/>
          <a:ext cx="7344234" cy="97200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just" defTabSz="889000">
            <a:lnSpc>
              <a:spcPct val="90000"/>
            </a:lnSpc>
            <a:spcBef>
              <a:spcPct val="0"/>
            </a:spcBef>
            <a:spcAft>
              <a:spcPct val="15000"/>
            </a:spcAft>
            <a:buChar char="•"/>
          </a:pPr>
          <a:r>
            <a:rPr lang="en-US" sz="2000" kern="1200" dirty="0"/>
            <a:t>Instrumentation is sometime used to </a:t>
          </a:r>
          <a:r>
            <a:rPr lang="en-US" sz="2400" b="1" u="sng" kern="1200" dirty="0"/>
            <a:t>automatically control the operation of a system</a:t>
          </a:r>
          <a:endParaRPr lang="en-IN" sz="2000" b="1" u="sng" kern="1200" dirty="0"/>
        </a:p>
      </dsp:txBody>
      <dsp:txXfrm>
        <a:off x="3456110" y="4711783"/>
        <a:ext cx="7344234" cy="97200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895C8-054A-4FCC-928E-BDAD8828735E}">
      <dsp:nvSpPr>
        <dsp:cNvPr id="0" name=""/>
        <dsp:cNvSpPr/>
      </dsp:nvSpPr>
      <dsp:spPr>
        <a:xfrm>
          <a:off x="0" y="293629"/>
          <a:ext cx="9642549" cy="1927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8369" tIns="374904" rIns="748369" bIns="170688" numCol="1" spcCol="1270" anchor="t" anchorCtr="0">
          <a:noAutofit/>
        </a:bodyPr>
        <a:lstStyle/>
        <a:p>
          <a:pPr marL="228600" lvl="1" indent="-228600" algn="just" defTabSz="1066800">
            <a:lnSpc>
              <a:spcPct val="90000"/>
            </a:lnSpc>
            <a:spcBef>
              <a:spcPct val="0"/>
            </a:spcBef>
            <a:spcAft>
              <a:spcPct val="15000"/>
            </a:spcAft>
            <a:buChar char="•"/>
          </a:pPr>
          <a:r>
            <a:rPr lang="en-US" sz="2400" kern="1200" dirty="0"/>
            <a:t>The basic components of this system are the </a:t>
          </a:r>
          <a:r>
            <a:rPr lang="en-US" sz="2400" b="1" kern="1200" dirty="0">
              <a:highlight>
                <a:srgbClr val="FFFF00"/>
              </a:highlight>
            </a:rPr>
            <a:t>same as in any other instrument system</a:t>
          </a:r>
          <a:endParaRPr lang="en-IN" sz="2400" b="1" kern="1200" dirty="0">
            <a:highlight>
              <a:srgbClr val="FFFF00"/>
            </a:highlight>
          </a:endParaRPr>
        </a:p>
        <a:p>
          <a:pPr marL="228600" lvl="1" indent="-228600" algn="just" defTabSz="1066800">
            <a:lnSpc>
              <a:spcPct val="90000"/>
            </a:lnSpc>
            <a:spcBef>
              <a:spcPct val="0"/>
            </a:spcBef>
            <a:spcAft>
              <a:spcPct val="15000"/>
            </a:spcAft>
            <a:buChar char="•"/>
          </a:pPr>
          <a:r>
            <a:rPr lang="en-US" sz="2400" kern="1200" dirty="0"/>
            <a:t>The only difference is in this case the </a:t>
          </a:r>
          <a:r>
            <a:rPr lang="en-US" sz="2400" b="1" kern="1200" dirty="0">
              <a:highlight>
                <a:srgbClr val="FFFF00"/>
              </a:highlight>
            </a:rPr>
            <a:t>living human being considered as subject</a:t>
          </a:r>
          <a:endParaRPr lang="en-IN" sz="2400" b="1" kern="1200" dirty="0">
            <a:highlight>
              <a:srgbClr val="FFFF00"/>
            </a:highlight>
          </a:endParaRPr>
        </a:p>
      </dsp:txBody>
      <dsp:txXfrm>
        <a:off x="0" y="293629"/>
        <a:ext cx="9642549" cy="1927800"/>
      </dsp:txXfrm>
    </dsp:sp>
    <dsp:sp modelId="{5C45DC6F-E1BC-4D26-B502-F879435B427C}">
      <dsp:nvSpPr>
        <dsp:cNvPr id="0" name=""/>
        <dsp:cNvSpPr/>
      </dsp:nvSpPr>
      <dsp:spPr>
        <a:xfrm>
          <a:off x="459056" y="27949"/>
          <a:ext cx="9181128" cy="5313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5126" tIns="0" rIns="255126" bIns="0" numCol="1" spcCol="1270" anchor="ctr" anchorCtr="0">
          <a:noAutofit/>
        </a:bodyPr>
        <a:lstStyle/>
        <a:p>
          <a:pPr marL="0" lvl="0" indent="0" algn="l" defTabSz="1244600">
            <a:lnSpc>
              <a:spcPct val="90000"/>
            </a:lnSpc>
            <a:spcBef>
              <a:spcPct val="0"/>
            </a:spcBef>
            <a:spcAft>
              <a:spcPct val="35000"/>
            </a:spcAft>
            <a:buNone/>
          </a:pPr>
          <a:r>
            <a:rPr lang="en-US" sz="2800" kern="1200" dirty="0"/>
            <a:t>Basic Medical Instrumentation System</a:t>
          </a:r>
          <a:endParaRPr lang="en-IN" sz="2800" kern="1200" dirty="0"/>
        </a:p>
      </dsp:txBody>
      <dsp:txXfrm>
        <a:off x="484995" y="53888"/>
        <a:ext cx="9129250" cy="479482"/>
      </dsp:txXfrm>
    </dsp:sp>
    <dsp:sp modelId="{3CA53656-C0D1-4A22-9DCB-8CA5F635B08A}">
      <dsp:nvSpPr>
        <dsp:cNvPr id="0" name=""/>
        <dsp:cNvSpPr/>
      </dsp:nvSpPr>
      <dsp:spPr>
        <a:xfrm>
          <a:off x="0" y="2584309"/>
          <a:ext cx="9642549" cy="31752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8369" tIns="374904" rIns="748369" bIns="170688" numCol="1" spcCol="1270" anchor="t" anchorCtr="0">
          <a:noAutofit/>
        </a:bodyPr>
        <a:lstStyle/>
        <a:p>
          <a:pPr marL="228600" lvl="1" indent="-228600" algn="just" defTabSz="1066800">
            <a:lnSpc>
              <a:spcPct val="90000"/>
            </a:lnSpc>
            <a:spcBef>
              <a:spcPct val="0"/>
            </a:spcBef>
            <a:spcAft>
              <a:spcPct val="15000"/>
            </a:spcAft>
            <a:buChar char="•"/>
          </a:pPr>
          <a:r>
            <a:rPr lang="en-US" sz="2400" b="1" kern="1200" dirty="0"/>
            <a:t>Measurand/Subject (human being)</a:t>
          </a:r>
          <a:endParaRPr lang="en-IN" sz="2400" b="1" kern="1200" dirty="0"/>
        </a:p>
        <a:p>
          <a:pPr marL="228600" lvl="1" indent="-228600" algn="just" defTabSz="1066800">
            <a:lnSpc>
              <a:spcPct val="90000"/>
            </a:lnSpc>
            <a:spcBef>
              <a:spcPct val="0"/>
            </a:spcBef>
            <a:spcAft>
              <a:spcPct val="15000"/>
            </a:spcAft>
            <a:buChar char="•"/>
          </a:pPr>
          <a:r>
            <a:rPr lang="en-US" sz="2400" b="1" kern="1200" dirty="0"/>
            <a:t>Stimulus</a:t>
          </a:r>
          <a:endParaRPr lang="en-IN" sz="2400" b="1" kern="1200" dirty="0"/>
        </a:p>
        <a:p>
          <a:pPr marL="228600" lvl="1" indent="-228600" algn="just" defTabSz="1066800">
            <a:lnSpc>
              <a:spcPct val="90000"/>
            </a:lnSpc>
            <a:spcBef>
              <a:spcPct val="0"/>
            </a:spcBef>
            <a:spcAft>
              <a:spcPct val="15000"/>
            </a:spcAft>
            <a:buChar char="•"/>
          </a:pPr>
          <a:r>
            <a:rPr lang="en-US" sz="2400" b="1" kern="1200" dirty="0"/>
            <a:t>Transducers/ Sensor</a:t>
          </a:r>
          <a:endParaRPr lang="en-IN" sz="2400" b="1" kern="1200" dirty="0"/>
        </a:p>
        <a:p>
          <a:pPr marL="228600" lvl="1" indent="-228600" algn="just" defTabSz="1066800">
            <a:lnSpc>
              <a:spcPct val="90000"/>
            </a:lnSpc>
            <a:spcBef>
              <a:spcPct val="0"/>
            </a:spcBef>
            <a:spcAft>
              <a:spcPct val="15000"/>
            </a:spcAft>
            <a:buChar char="•"/>
          </a:pPr>
          <a:r>
            <a:rPr lang="en-US" sz="2400" b="1" kern="1200" dirty="0"/>
            <a:t>Signal conditioning equipment</a:t>
          </a:r>
          <a:endParaRPr lang="en-IN" sz="2400" b="1" kern="1200" dirty="0"/>
        </a:p>
        <a:p>
          <a:pPr marL="228600" lvl="1" indent="-228600" algn="just" defTabSz="1066800">
            <a:lnSpc>
              <a:spcPct val="90000"/>
            </a:lnSpc>
            <a:spcBef>
              <a:spcPct val="0"/>
            </a:spcBef>
            <a:spcAft>
              <a:spcPct val="15000"/>
            </a:spcAft>
            <a:buChar char="•"/>
          </a:pPr>
          <a:r>
            <a:rPr lang="en-US" sz="2400" b="1" kern="1200" dirty="0"/>
            <a:t>Display equipment</a:t>
          </a:r>
          <a:endParaRPr lang="en-IN" sz="2400" b="1" kern="1200" dirty="0"/>
        </a:p>
        <a:p>
          <a:pPr marL="228600" lvl="1" indent="-228600" algn="just" defTabSz="1066800">
            <a:lnSpc>
              <a:spcPct val="90000"/>
            </a:lnSpc>
            <a:spcBef>
              <a:spcPct val="0"/>
            </a:spcBef>
            <a:spcAft>
              <a:spcPct val="15000"/>
            </a:spcAft>
            <a:buChar char="•"/>
          </a:pPr>
          <a:r>
            <a:rPr lang="en-US" sz="2400" b="1" kern="1200" dirty="0"/>
            <a:t>Recording data processing unit</a:t>
          </a:r>
          <a:endParaRPr lang="en-IN" sz="2400" b="1" kern="1200" dirty="0"/>
        </a:p>
        <a:p>
          <a:pPr marL="228600" lvl="1" indent="-228600" algn="just" defTabSz="1066800">
            <a:lnSpc>
              <a:spcPct val="90000"/>
            </a:lnSpc>
            <a:spcBef>
              <a:spcPct val="0"/>
            </a:spcBef>
            <a:spcAft>
              <a:spcPct val="15000"/>
            </a:spcAft>
            <a:buChar char="•"/>
          </a:pPr>
          <a:r>
            <a:rPr lang="en-US" sz="2400" b="1" kern="1200" dirty="0"/>
            <a:t>Control device</a:t>
          </a:r>
          <a:endParaRPr lang="en-IN" sz="2400" b="1" kern="1200" dirty="0"/>
        </a:p>
      </dsp:txBody>
      <dsp:txXfrm>
        <a:off x="0" y="2584309"/>
        <a:ext cx="9642549" cy="3175200"/>
      </dsp:txXfrm>
    </dsp:sp>
    <dsp:sp modelId="{703F637B-F6D3-4E54-8541-62D30F72D7E8}">
      <dsp:nvSpPr>
        <dsp:cNvPr id="0" name=""/>
        <dsp:cNvSpPr/>
      </dsp:nvSpPr>
      <dsp:spPr>
        <a:xfrm>
          <a:off x="482127" y="2318629"/>
          <a:ext cx="6749784" cy="5313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5126" tIns="0" rIns="255126" bIns="0" numCol="1" spcCol="1270" anchor="ctr" anchorCtr="0">
          <a:noAutofit/>
        </a:bodyPr>
        <a:lstStyle/>
        <a:p>
          <a:pPr marL="0" lvl="0" indent="0" algn="l" defTabSz="1244600">
            <a:lnSpc>
              <a:spcPct val="90000"/>
            </a:lnSpc>
            <a:spcBef>
              <a:spcPct val="0"/>
            </a:spcBef>
            <a:spcAft>
              <a:spcPct val="35000"/>
            </a:spcAft>
            <a:buNone/>
          </a:pPr>
          <a:r>
            <a:rPr lang="en-US" sz="2800" kern="1200" dirty="0"/>
            <a:t>The main components are</a:t>
          </a:r>
          <a:endParaRPr lang="en-IN" sz="2800" kern="1200" dirty="0"/>
        </a:p>
      </dsp:txBody>
      <dsp:txXfrm>
        <a:off x="508066" y="2344568"/>
        <a:ext cx="6697906" cy="4794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238FF-1E74-4BE1-B419-732E6D0F08A6}">
      <dsp:nvSpPr>
        <dsp:cNvPr id="0" name=""/>
        <dsp:cNvSpPr/>
      </dsp:nvSpPr>
      <dsp:spPr>
        <a:xfrm>
          <a:off x="0" y="269651"/>
          <a:ext cx="10379225" cy="18963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5543" tIns="291592" rIns="805543"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The measurand is the </a:t>
          </a:r>
          <a:r>
            <a:rPr lang="en-US" sz="2000" b="1" i="0" kern="1200" dirty="0"/>
            <a:t>physical quantity measured by instrumentation.</a:t>
          </a:r>
          <a:r>
            <a:rPr lang="en-US" sz="2000" b="0" i="0" kern="1200" dirty="0"/>
            <a:t> </a:t>
          </a:r>
          <a:endParaRPr lang="en-IN" sz="2000" b="0" kern="1200" dirty="0"/>
        </a:p>
        <a:p>
          <a:pPr marL="228600" lvl="1" indent="-228600" algn="just" defTabSz="889000">
            <a:lnSpc>
              <a:spcPct val="90000"/>
            </a:lnSpc>
            <a:spcBef>
              <a:spcPct val="0"/>
            </a:spcBef>
            <a:spcAft>
              <a:spcPct val="15000"/>
            </a:spcAft>
            <a:buChar char="•"/>
          </a:pPr>
          <a:r>
            <a:rPr lang="en-US" sz="2000" b="1" i="0" kern="1200" dirty="0"/>
            <a:t>Human body </a:t>
          </a:r>
          <a:r>
            <a:rPr lang="en-US" sz="2000" b="0" i="0" kern="1200" dirty="0"/>
            <a:t>acts as the </a:t>
          </a:r>
          <a:r>
            <a:rPr lang="en-US" sz="2000" b="1" i="0" kern="1200" dirty="0"/>
            <a:t>source for measurand</a:t>
          </a:r>
          <a:r>
            <a:rPr lang="en-US" sz="2000" b="0" i="0" kern="1200" dirty="0"/>
            <a:t>, and it </a:t>
          </a:r>
          <a:r>
            <a:rPr lang="en-US" sz="2000" b="1" i="0" kern="1200" dirty="0"/>
            <a:t>generates bio-signals. </a:t>
          </a:r>
          <a:endParaRPr lang="en-IN" sz="2000" b="1" kern="1200" dirty="0"/>
        </a:p>
        <a:p>
          <a:pPr marL="457200" lvl="2" indent="-228600" algn="just" defTabSz="889000">
            <a:lnSpc>
              <a:spcPct val="90000"/>
            </a:lnSpc>
            <a:spcBef>
              <a:spcPct val="0"/>
            </a:spcBef>
            <a:spcAft>
              <a:spcPct val="15000"/>
            </a:spcAft>
            <a:buChar char="•"/>
          </a:pPr>
          <a:r>
            <a:rPr lang="en-US" sz="2000" b="0" i="0" kern="1200" dirty="0"/>
            <a:t>Example: body surface or blood pressure in the heart</a:t>
          </a:r>
          <a:endParaRPr lang="en-IN" sz="2000" b="0" kern="1200" dirty="0"/>
        </a:p>
      </dsp:txBody>
      <dsp:txXfrm>
        <a:off x="0" y="269651"/>
        <a:ext cx="10379225" cy="1896300"/>
      </dsp:txXfrm>
    </dsp:sp>
    <dsp:sp modelId="{69CCE9E1-4EC4-4C05-8B15-A37DBF16B264}">
      <dsp:nvSpPr>
        <dsp:cNvPr id="0" name=""/>
        <dsp:cNvSpPr/>
      </dsp:nvSpPr>
      <dsp:spPr>
        <a:xfrm>
          <a:off x="518961" y="63011"/>
          <a:ext cx="7265457" cy="4132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617" tIns="0" rIns="274617" bIns="0" numCol="1" spcCol="1270" anchor="ctr" anchorCtr="0">
          <a:noAutofit/>
        </a:bodyPr>
        <a:lstStyle/>
        <a:p>
          <a:pPr marL="0" lvl="0" indent="0" algn="just" defTabSz="1244600">
            <a:lnSpc>
              <a:spcPct val="90000"/>
            </a:lnSpc>
            <a:spcBef>
              <a:spcPct val="0"/>
            </a:spcBef>
            <a:spcAft>
              <a:spcPct val="35000"/>
            </a:spcAft>
            <a:buNone/>
          </a:pPr>
          <a:r>
            <a:rPr lang="en-IN" sz="2800" b="1" i="0" kern="1200" dirty="0">
              <a:latin typeface="+mn-lt"/>
            </a:rPr>
            <a:t>Measurand</a:t>
          </a:r>
          <a:endParaRPr lang="en-IN" sz="2800" b="1" kern="1200" dirty="0">
            <a:latin typeface="+mn-lt"/>
          </a:endParaRPr>
        </a:p>
      </dsp:txBody>
      <dsp:txXfrm>
        <a:off x="539136" y="83186"/>
        <a:ext cx="7225107" cy="372930"/>
      </dsp:txXfrm>
    </dsp:sp>
    <dsp:sp modelId="{06EBFD6F-2C44-4641-A124-E1FC2F792BFD}">
      <dsp:nvSpPr>
        <dsp:cNvPr id="0" name=""/>
        <dsp:cNvSpPr/>
      </dsp:nvSpPr>
      <dsp:spPr>
        <a:xfrm>
          <a:off x="0" y="2448191"/>
          <a:ext cx="10379225" cy="103635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5543" tIns="291592" rIns="805543" bIns="142240" numCol="1" spcCol="1270" anchor="t" anchorCtr="0">
          <a:noAutofit/>
        </a:bodyPr>
        <a:lstStyle/>
        <a:p>
          <a:pPr marL="228600" lvl="1" indent="-228600" algn="just" defTabSz="889000">
            <a:lnSpc>
              <a:spcPct val="90000"/>
            </a:lnSpc>
            <a:spcBef>
              <a:spcPct val="0"/>
            </a:spcBef>
            <a:spcAft>
              <a:spcPct val="15000"/>
            </a:spcAft>
            <a:buChar char="•"/>
          </a:pPr>
          <a:r>
            <a:rPr lang="en-US" sz="2000" b="1" kern="1200" dirty="0"/>
            <a:t>Type of bio signal- </a:t>
          </a:r>
          <a:r>
            <a:rPr lang="en-US" sz="2000" b="0" i="0" kern="1200" dirty="0"/>
            <a:t>visual ( a flash of light), auditory ( a tone)</a:t>
          </a:r>
          <a:endParaRPr lang="en-IN" sz="2000" b="0" kern="1200" dirty="0"/>
        </a:p>
        <a:p>
          <a:pPr marL="228600" lvl="1" indent="-228600" algn="just" defTabSz="889000">
            <a:lnSpc>
              <a:spcPct val="90000"/>
            </a:lnSpc>
            <a:spcBef>
              <a:spcPct val="0"/>
            </a:spcBef>
            <a:spcAft>
              <a:spcPct val="15000"/>
            </a:spcAft>
            <a:buChar char="•"/>
          </a:pPr>
          <a:r>
            <a:rPr lang="en-US" sz="2000" b="1" kern="1200" dirty="0"/>
            <a:t>For response--stimulus is required</a:t>
          </a:r>
          <a:endParaRPr lang="en-IN" sz="2000" b="1" kern="1200" dirty="0"/>
        </a:p>
      </dsp:txBody>
      <dsp:txXfrm>
        <a:off x="0" y="2448191"/>
        <a:ext cx="10379225" cy="1036350"/>
      </dsp:txXfrm>
    </dsp:sp>
    <dsp:sp modelId="{30EC2A6E-98AC-45C2-A123-AAB16389074F}">
      <dsp:nvSpPr>
        <dsp:cNvPr id="0" name=""/>
        <dsp:cNvSpPr/>
      </dsp:nvSpPr>
      <dsp:spPr>
        <a:xfrm>
          <a:off x="518961" y="2241551"/>
          <a:ext cx="7265457" cy="4132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617" tIns="0" rIns="274617" bIns="0" numCol="1" spcCol="1270" anchor="ctr" anchorCtr="0">
          <a:noAutofit/>
        </a:bodyPr>
        <a:lstStyle/>
        <a:p>
          <a:pPr marL="0" lvl="0" indent="0" algn="just" defTabSz="1244600">
            <a:lnSpc>
              <a:spcPct val="90000"/>
            </a:lnSpc>
            <a:spcBef>
              <a:spcPct val="0"/>
            </a:spcBef>
            <a:spcAft>
              <a:spcPct val="35000"/>
            </a:spcAft>
            <a:buNone/>
          </a:pPr>
          <a:r>
            <a:rPr lang="en-US" sz="2800" b="1" kern="1200" dirty="0"/>
            <a:t>Stimulus / Signal </a:t>
          </a:r>
          <a:endParaRPr lang="en-IN" sz="2800" b="1" kern="1200" dirty="0"/>
        </a:p>
      </dsp:txBody>
      <dsp:txXfrm>
        <a:off x="539136" y="2261726"/>
        <a:ext cx="7225107" cy="372930"/>
      </dsp:txXfrm>
    </dsp:sp>
    <dsp:sp modelId="{BA0FF4D6-9AE4-4814-B7B3-61920F1A9A52}">
      <dsp:nvSpPr>
        <dsp:cNvPr id="0" name=""/>
        <dsp:cNvSpPr/>
      </dsp:nvSpPr>
      <dsp:spPr>
        <a:xfrm>
          <a:off x="0" y="3766781"/>
          <a:ext cx="10379225" cy="24255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5543" tIns="291592" rIns="805543"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The </a:t>
          </a:r>
          <a:r>
            <a:rPr lang="en-US" sz="2000" b="1" i="0" kern="1200" dirty="0">
              <a:solidFill>
                <a:srgbClr val="FF0000"/>
              </a:solidFill>
              <a:latin typeface="Century Schoolbook" panose="02040604050505020304"/>
              <a:ea typeface="+mn-ea"/>
              <a:cs typeface="+mn-cs"/>
              <a:hlinkClick xmlns:r="http://schemas.openxmlformats.org/officeDocument/2006/relationships" r:id="rId1">
                <a:extLst>
                  <a:ext uri="{A12FA001-AC4F-418D-AE19-62706E023703}">
                    <ahyp:hlinkClr xmlns:ahyp="http://schemas.microsoft.com/office/drawing/2018/hyperlinkcolor" val="tx"/>
                  </a:ext>
                </a:extLst>
              </a:hlinkClick>
            </a:rPr>
            <a:t>sensor</a:t>
          </a:r>
          <a:r>
            <a:rPr lang="en-US" sz="2000" b="1" i="0" kern="1200" dirty="0">
              <a:solidFill>
                <a:srgbClr val="FF0000"/>
              </a:solidFill>
              <a:latin typeface="Century Schoolbook" panose="02040604050505020304"/>
              <a:ea typeface="+mn-ea"/>
              <a:cs typeface="+mn-cs"/>
            </a:rPr>
            <a:t> </a:t>
          </a:r>
          <a:r>
            <a:rPr lang="en-US" sz="2000" b="0" i="0" kern="1200" dirty="0"/>
            <a:t>is used to </a:t>
          </a:r>
          <a:r>
            <a:rPr lang="en-US" sz="2000" b="1" i="0" kern="1200" dirty="0"/>
            <a:t>sense the signal from the source</a:t>
          </a:r>
          <a:r>
            <a:rPr lang="en-US" sz="2000" b="0" i="0" kern="1200" dirty="0"/>
            <a:t>. </a:t>
          </a:r>
          <a:endParaRPr lang="en-IN" sz="2000" b="0" kern="1200" dirty="0"/>
        </a:p>
        <a:p>
          <a:pPr marL="228600" lvl="1" indent="-228600" algn="just" defTabSz="889000">
            <a:lnSpc>
              <a:spcPct val="90000"/>
            </a:lnSpc>
            <a:spcBef>
              <a:spcPct val="0"/>
            </a:spcBef>
            <a:spcAft>
              <a:spcPct val="15000"/>
            </a:spcAft>
            <a:buChar char="•"/>
          </a:pPr>
          <a:r>
            <a:rPr lang="en-US" sz="2000" b="0" i="0" kern="1200" dirty="0"/>
            <a:t>The </a:t>
          </a:r>
          <a:r>
            <a:rPr lang="en-US" sz="2000" b="1" i="0" kern="1200" dirty="0">
              <a:solidFill>
                <a:srgbClr val="FF0000"/>
              </a:solidFill>
              <a:latin typeface="Century Schoolbook" panose="02040604050505020304"/>
              <a:ea typeface="+mn-ea"/>
              <a:cs typeface="+mn-cs"/>
            </a:rPr>
            <a:t>transducer</a:t>
          </a:r>
          <a:r>
            <a:rPr lang="en-US" sz="2000" b="0" i="0" kern="1200" dirty="0"/>
            <a:t> is a device converts </a:t>
          </a:r>
          <a:r>
            <a:rPr lang="en-US" sz="2000" b="1" i="0" kern="1200" dirty="0"/>
            <a:t>one form of energy to another form usually electrical energy. </a:t>
          </a:r>
          <a:endParaRPr lang="en-IN" sz="2000" b="1" kern="1200" dirty="0"/>
        </a:p>
        <a:p>
          <a:pPr marL="342900" lvl="2" indent="-171450" algn="just" defTabSz="800100">
            <a:lnSpc>
              <a:spcPct val="90000"/>
            </a:lnSpc>
            <a:spcBef>
              <a:spcPct val="0"/>
            </a:spcBef>
            <a:spcAft>
              <a:spcPct val="15000"/>
            </a:spcAft>
            <a:buChar char="•"/>
          </a:pPr>
          <a:r>
            <a:rPr lang="en-US" sz="1800" b="0" i="0" kern="1200" dirty="0"/>
            <a:t>For example, the piezoelectric sensor which converts mechanical vibrations into the electrical signal.</a:t>
          </a:r>
          <a:endParaRPr lang="en-IN" sz="1800" b="0" kern="1200" dirty="0"/>
        </a:p>
        <a:p>
          <a:pPr marL="228600" lvl="1" indent="-228600" algn="just" defTabSz="889000">
            <a:lnSpc>
              <a:spcPct val="90000"/>
            </a:lnSpc>
            <a:spcBef>
              <a:spcPct val="0"/>
            </a:spcBef>
            <a:spcAft>
              <a:spcPct val="15000"/>
            </a:spcAft>
            <a:buChar char="•"/>
          </a:pPr>
          <a:r>
            <a:rPr lang="en-US" sz="2000" b="0" i="0" kern="1200" dirty="0"/>
            <a:t>The </a:t>
          </a:r>
          <a:r>
            <a:rPr lang="en-US" sz="2000" b="1" i="0" kern="1200" dirty="0">
              <a:solidFill>
                <a:srgbClr val="FF0000"/>
              </a:solidFill>
              <a:latin typeface="Century Schoolbook" panose="020406040505050203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transducer</a:t>
          </a:r>
          <a:r>
            <a:rPr lang="en-US" sz="2000" b="1" i="0" kern="1200" dirty="0"/>
            <a:t> produces a usable output depending on the measurand. </a:t>
          </a:r>
          <a:endParaRPr lang="en-IN" sz="2000" b="1" kern="1200" dirty="0"/>
        </a:p>
      </dsp:txBody>
      <dsp:txXfrm>
        <a:off x="0" y="3766781"/>
        <a:ext cx="10379225" cy="2425500"/>
      </dsp:txXfrm>
    </dsp:sp>
    <dsp:sp modelId="{4A18E332-3B24-4F81-818E-1E8AEAD46E56}">
      <dsp:nvSpPr>
        <dsp:cNvPr id="0" name=""/>
        <dsp:cNvSpPr/>
      </dsp:nvSpPr>
      <dsp:spPr>
        <a:xfrm>
          <a:off x="494128" y="3560141"/>
          <a:ext cx="9882552" cy="4132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617" tIns="0" rIns="274617" bIns="0" numCol="1" spcCol="1270" anchor="ctr" anchorCtr="0">
          <a:noAutofit/>
        </a:bodyPr>
        <a:lstStyle/>
        <a:p>
          <a:pPr marL="0" lvl="0" indent="0" algn="just" defTabSz="1244600">
            <a:lnSpc>
              <a:spcPct val="90000"/>
            </a:lnSpc>
            <a:spcBef>
              <a:spcPct val="0"/>
            </a:spcBef>
            <a:spcAft>
              <a:spcPct val="35000"/>
            </a:spcAft>
            <a:buNone/>
          </a:pPr>
          <a:r>
            <a:rPr lang="en-IN" sz="2800" b="1" i="0" kern="1200" dirty="0">
              <a:solidFill>
                <a:schemeClr val="tx1"/>
              </a:solidFill>
              <a:highlight>
                <a:srgbClr val="FFFF00"/>
              </a:highlight>
            </a:rPr>
            <a:t>Transducer/ Sensor/            </a:t>
          </a:r>
          <a:r>
            <a:rPr lang="en-IN" sz="1800" b="1" i="0" kern="1200" dirty="0">
              <a:solidFill>
                <a:schemeClr val="tx1"/>
              </a:solidFill>
              <a:highlight>
                <a:srgbClr val="FFFF00"/>
              </a:highlight>
            </a:rPr>
            <a:t>Role of transducer</a:t>
          </a:r>
          <a:endParaRPr lang="en-IN" sz="2800" b="1" kern="1200" dirty="0">
            <a:solidFill>
              <a:schemeClr val="tx1"/>
            </a:solidFill>
            <a:highlight>
              <a:srgbClr val="FFFF00"/>
            </a:highlight>
          </a:endParaRPr>
        </a:p>
      </dsp:txBody>
      <dsp:txXfrm>
        <a:off x="514303" y="3580316"/>
        <a:ext cx="9842202" cy="37293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E4D83-668E-4587-919F-7F7F6E8E9C49}">
      <dsp:nvSpPr>
        <dsp:cNvPr id="0" name=""/>
        <dsp:cNvSpPr/>
      </dsp:nvSpPr>
      <dsp:spPr>
        <a:xfrm>
          <a:off x="0" y="560531"/>
          <a:ext cx="10100028" cy="3094232"/>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3874" tIns="895604" rIns="783874"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Used to </a:t>
          </a:r>
          <a:r>
            <a:rPr lang="en-US" sz="2000" b="1" i="0" kern="1200" dirty="0">
              <a:highlight>
                <a:srgbClr val="FFFF00"/>
              </a:highlight>
            </a:rPr>
            <a:t>convert the output of transducer into an electrical value. </a:t>
          </a:r>
          <a:endParaRPr lang="en-IN" sz="2000" b="1" kern="1200" dirty="0">
            <a:highlight>
              <a:srgbClr val="FFFF00"/>
            </a:highlight>
          </a:endParaRPr>
        </a:p>
        <a:p>
          <a:pPr marL="228600" lvl="1" indent="-228600" algn="just" defTabSz="889000">
            <a:lnSpc>
              <a:spcPct val="90000"/>
            </a:lnSpc>
            <a:spcBef>
              <a:spcPct val="0"/>
            </a:spcBef>
            <a:spcAft>
              <a:spcPct val="15000"/>
            </a:spcAft>
            <a:buChar char="•"/>
          </a:pPr>
          <a:r>
            <a:rPr lang="en-US" sz="2000" b="1" i="0" kern="1200" dirty="0">
              <a:highlight>
                <a:srgbClr val="FFFF00"/>
              </a:highlight>
            </a:rPr>
            <a:t>Converts one type of electronic signal into a another type of signal</a:t>
          </a:r>
          <a:r>
            <a:rPr lang="en-US" sz="2000" b="0" i="0" kern="1200" dirty="0">
              <a:highlight>
                <a:srgbClr val="FFFF00"/>
              </a:highlight>
            </a:rPr>
            <a:t>.</a:t>
          </a:r>
          <a:endParaRPr lang="en-IN" sz="2000" kern="1200" dirty="0">
            <a:highlight>
              <a:srgbClr val="FFFF00"/>
            </a:highlight>
          </a:endParaRPr>
        </a:p>
        <a:p>
          <a:pPr marL="228600" lvl="1" indent="-228600" algn="just" defTabSz="889000">
            <a:lnSpc>
              <a:spcPct val="90000"/>
            </a:lnSpc>
            <a:spcBef>
              <a:spcPct val="0"/>
            </a:spcBef>
            <a:spcAft>
              <a:spcPct val="15000"/>
            </a:spcAft>
            <a:buChar char="•"/>
          </a:pPr>
          <a:r>
            <a:rPr lang="en-US" sz="2000" b="0" i="0" kern="1200" dirty="0"/>
            <a:t>Generally, signal conditioning process includes amplification, filtering, analogue to digital and Digital to analogue conversions. </a:t>
          </a:r>
          <a:endParaRPr lang="en-IN" sz="2000" kern="1200" dirty="0"/>
        </a:p>
        <a:p>
          <a:pPr marL="228600" lvl="1" indent="-228600" algn="just" defTabSz="889000">
            <a:lnSpc>
              <a:spcPct val="90000"/>
            </a:lnSpc>
            <a:spcBef>
              <a:spcPct val="0"/>
            </a:spcBef>
            <a:spcAft>
              <a:spcPct val="15000"/>
            </a:spcAft>
            <a:buChar char="•"/>
          </a:pPr>
          <a:r>
            <a:rPr lang="en-US" sz="2000" b="0" i="0" kern="1200" dirty="0"/>
            <a:t>Signal conditioning </a:t>
          </a:r>
          <a:r>
            <a:rPr lang="en-US" sz="2000" b="1" i="0" kern="1200" dirty="0">
              <a:highlight>
                <a:srgbClr val="FFFF00"/>
              </a:highlight>
            </a:rPr>
            <a:t>improves the sensitivity of instruments.</a:t>
          </a:r>
          <a:endParaRPr lang="en-IN" sz="2000" b="1" kern="1200" dirty="0">
            <a:highlight>
              <a:srgbClr val="FFFF00"/>
            </a:highlight>
          </a:endParaRPr>
        </a:p>
      </dsp:txBody>
      <dsp:txXfrm>
        <a:off x="0" y="560531"/>
        <a:ext cx="10100028" cy="3094232"/>
      </dsp:txXfrm>
    </dsp:sp>
    <dsp:sp modelId="{C3E9F4BE-C569-4B08-9C3E-E268190510CA}">
      <dsp:nvSpPr>
        <dsp:cNvPr id="0" name=""/>
        <dsp:cNvSpPr/>
      </dsp:nvSpPr>
      <dsp:spPr>
        <a:xfrm>
          <a:off x="533281" y="258393"/>
          <a:ext cx="7070019" cy="80842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230" tIns="0" rIns="267230" bIns="0" numCol="1" spcCol="1270" anchor="ctr" anchorCtr="0">
          <a:noAutofit/>
        </a:bodyPr>
        <a:lstStyle/>
        <a:p>
          <a:pPr marL="0" lvl="0" indent="0" algn="just" defTabSz="1244600">
            <a:lnSpc>
              <a:spcPct val="90000"/>
            </a:lnSpc>
            <a:spcBef>
              <a:spcPct val="0"/>
            </a:spcBef>
            <a:spcAft>
              <a:spcPct val="35000"/>
            </a:spcAft>
            <a:buNone/>
          </a:pPr>
          <a:r>
            <a:rPr lang="en-IN" sz="2800" b="1" i="0" kern="1200" dirty="0"/>
            <a:t>Signal Conditioner</a:t>
          </a:r>
          <a:endParaRPr lang="en-IN" sz="2800" b="1" kern="1200" dirty="0"/>
        </a:p>
      </dsp:txBody>
      <dsp:txXfrm>
        <a:off x="572745" y="297857"/>
        <a:ext cx="6991091" cy="729494"/>
      </dsp:txXfrm>
    </dsp:sp>
    <dsp:sp modelId="{12ECEBBD-B5E1-4D40-B958-EED578326A1C}">
      <dsp:nvSpPr>
        <dsp:cNvPr id="0" name=""/>
        <dsp:cNvSpPr/>
      </dsp:nvSpPr>
      <dsp:spPr>
        <a:xfrm>
          <a:off x="0" y="3590839"/>
          <a:ext cx="10100028" cy="2368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3874" tIns="895604" rIns="783874"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It is used to provide a </a:t>
          </a:r>
          <a:r>
            <a:rPr lang="en-US" sz="2000" b="1" i="0" kern="1200" dirty="0">
              <a:highlight>
                <a:srgbClr val="FFFF00"/>
              </a:highlight>
            </a:rPr>
            <a:t>visual representation of the measured parameter or quantity. </a:t>
          </a:r>
          <a:endParaRPr lang="en-IN" sz="2000" b="1" kern="1200" dirty="0">
            <a:highlight>
              <a:srgbClr val="FFFF00"/>
            </a:highlight>
          </a:endParaRPr>
        </a:p>
        <a:p>
          <a:pPr marL="457200" lvl="2" indent="-228600" algn="just" defTabSz="889000">
            <a:lnSpc>
              <a:spcPct val="90000"/>
            </a:lnSpc>
            <a:spcBef>
              <a:spcPct val="0"/>
            </a:spcBef>
            <a:spcAft>
              <a:spcPct val="15000"/>
            </a:spcAft>
            <a:buChar char="•"/>
          </a:pPr>
          <a:r>
            <a:rPr lang="en-US" sz="2000" b="0" i="0" kern="1200" dirty="0"/>
            <a:t>Example: Monitor of PC to see the data. </a:t>
          </a:r>
          <a:endParaRPr lang="en-IN" sz="2000" kern="1200" dirty="0"/>
        </a:p>
      </dsp:txBody>
      <dsp:txXfrm>
        <a:off x="0" y="3590839"/>
        <a:ext cx="10100028" cy="2368800"/>
      </dsp:txXfrm>
    </dsp:sp>
    <dsp:sp modelId="{778C8B82-C67D-465D-A388-D47CA7682C44}">
      <dsp:nvSpPr>
        <dsp:cNvPr id="0" name=""/>
        <dsp:cNvSpPr/>
      </dsp:nvSpPr>
      <dsp:spPr>
        <a:xfrm>
          <a:off x="505001" y="3538997"/>
          <a:ext cx="7070019" cy="70891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230" tIns="0" rIns="267230" bIns="0" numCol="1" spcCol="1270" anchor="ctr" anchorCtr="0">
          <a:noAutofit/>
        </a:bodyPr>
        <a:lstStyle/>
        <a:p>
          <a:pPr marL="0" lvl="0" indent="0" algn="just" defTabSz="1244600">
            <a:lnSpc>
              <a:spcPct val="90000"/>
            </a:lnSpc>
            <a:spcBef>
              <a:spcPct val="0"/>
            </a:spcBef>
            <a:spcAft>
              <a:spcPct val="35000"/>
            </a:spcAft>
            <a:buNone/>
          </a:pPr>
          <a:r>
            <a:rPr lang="en-IN" sz="2800" b="1" i="0" kern="1200" dirty="0"/>
            <a:t>Display</a:t>
          </a:r>
          <a:endParaRPr lang="en-IN" sz="2800" b="1" kern="1200" dirty="0"/>
        </a:p>
      </dsp:txBody>
      <dsp:txXfrm>
        <a:off x="539607" y="3573603"/>
        <a:ext cx="7000807" cy="6397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D7C85F-D20F-4490-AE51-9550EE0F6A31}">
      <dsp:nvSpPr>
        <dsp:cNvPr id="0" name=""/>
        <dsp:cNvSpPr/>
      </dsp:nvSpPr>
      <dsp:spPr>
        <a:xfrm>
          <a:off x="0" y="170614"/>
          <a:ext cx="10139785" cy="2177957"/>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6960" tIns="1103884" rIns="786960" bIns="149352" numCol="1" spcCol="1270" anchor="t" anchorCtr="0">
          <a:noAutofit/>
        </a:bodyPr>
        <a:lstStyle/>
        <a:p>
          <a:pPr marL="228600" lvl="1" indent="-228600" algn="just" defTabSz="933450">
            <a:lnSpc>
              <a:spcPct val="90000"/>
            </a:lnSpc>
            <a:spcBef>
              <a:spcPct val="0"/>
            </a:spcBef>
            <a:spcAft>
              <a:spcPct val="15000"/>
            </a:spcAft>
            <a:buChar char="•"/>
          </a:pPr>
          <a:r>
            <a:rPr lang="en-US" sz="2100" b="0" i="0" kern="1200" dirty="0"/>
            <a:t>Data storage is used to </a:t>
          </a:r>
          <a:r>
            <a:rPr lang="en-US" sz="2100" b="1" i="0" kern="1200" dirty="0">
              <a:highlight>
                <a:srgbClr val="FFFF00"/>
              </a:highlight>
            </a:rPr>
            <a:t>store the data </a:t>
          </a:r>
          <a:r>
            <a:rPr lang="en-US" sz="2100" b="0" i="0" kern="1200" dirty="0"/>
            <a:t>and can be </a:t>
          </a:r>
          <a:r>
            <a:rPr lang="en-US" sz="2100" b="1" i="0" kern="1200" dirty="0">
              <a:highlight>
                <a:srgbClr val="FFFF00"/>
              </a:highlight>
            </a:rPr>
            <a:t>used for future reference. </a:t>
          </a:r>
          <a:endParaRPr lang="en-IN" sz="2100" b="1" kern="1200" dirty="0">
            <a:highlight>
              <a:srgbClr val="FFFF00"/>
            </a:highlight>
          </a:endParaRPr>
        </a:p>
        <a:p>
          <a:pPr marL="228600" lvl="1" indent="-228600" algn="just" defTabSz="933450">
            <a:lnSpc>
              <a:spcPct val="90000"/>
            </a:lnSpc>
            <a:spcBef>
              <a:spcPct val="0"/>
            </a:spcBef>
            <a:spcAft>
              <a:spcPct val="15000"/>
            </a:spcAft>
            <a:buChar char="•"/>
          </a:pPr>
          <a:r>
            <a:rPr lang="en-US" sz="2100" b="0" i="0" kern="1200" dirty="0"/>
            <a:t>Recent days Electronic Health records are utilized in hospitals. </a:t>
          </a:r>
          <a:endParaRPr lang="en-IN" sz="2100" kern="1200" dirty="0"/>
        </a:p>
      </dsp:txBody>
      <dsp:txXfrm>
        <a:off x="0" y="170614"/>
        <a:ext cx="10139785" cy="2177957"/>
      </dsp:txXfrm>
    </dsp:sp>
    <dsp:sp modelId="{A55005EC-BF5D-4E7A-8BEC-F5117BCD3EAD}">
      <dsp:nvSpPr>
        <dsp:cNvPr id="0" name=""/>
        <dsp:cNvSpPr/>
      </dsp:nvSpPr>
      <dsp:spPr>
        <a:xfrm>
          <a:off x="506989" y="152251"/>
          <a:ext cx="7957257" cy="74437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282" tIns="0" rIns="268282" bIns="0" numCol="1" spcCol="1270" anchor="ctr" anchorCtr="0">
          <a:noAutofit/>
        </a:bodyPr>
        <a:lstStyle/>
        <a:p>
          <a:pPr marL="0" lvl="0" indent="0" algn="l" defTabSz="1244600">
            <a:lnSpc>
              <a:spcPct val="90000"/>
            </a:lnSpc>
            <a:spcBef>
              <a:spcPct val="0"/>
            </a:spcBef>
            <a:spcAft>
              <a:spcPct val="35000"/>
            </a:spcAft>
            <a:buNone/>
          </a:pPr>
          <a:r>
            <a:rPr lang="en-IN" sz="2800" b="1" i="0" kern="1200" dirty="0"/>
            <a:t>Recording/ Data Storage and Data Transmission</a:t>
          </a:r>
          <a:endParaRPr lang="en-IN" sz="2800" b="1" kern="1200" dirty="0"/>
        </a:p>
      </dsp:txBody>
      <dsp:txXfrm>
        <a:off x="543326" y="188588"/>
        <a:ext cx="7884583" cy="671702"/>
      </dsp:txXfrm>
    </dsp:sp>
    <dsp:sp modelId="{9D2F33FC-8220-4797-B31A-1CF8EE1B38AF}">
      <dsp:nvSpPr>
        <dsp:cNvPr id="0" name=""/>
        <dsp:cNvSpPr/>
      </dsp:nvSpPr>
      <dsp:spPr>
        <a:xfrm>
          <a:off x="0" y="2469536"/>
          <a:ext cx="10139785" cy="371163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6960" tIns="1103884" rIns="786960" bIns="149352" numCol="1" spcCol="1270" anchor="t" anchorCtr="0">
          <a:noAutofit/>
        </a:bodyPr>
        <a:lstStyle/>
        <a:p>
          <a:pPr marL="228600" lvl="1" indent="-228600" algn="just" defTabSz="933450">
            <a:lnSpc>
              <a:spcPct val="90000"/>
            </a:lnSpc>
            <a:spcBef>
              <a:spcPct val="0"/>
            </a:spcBef>
            <a:spcAft>
              <a:spcPct val="15000"/>
            </a:spcAft>
            <a:buChar char="•"/>
          </a:pPr>
          <a:r>
            <a:rPr lang="en-US" sz="2100" kern="1200" dirty="0"/>
            <a:t>It is necessary to have </a:t>
          </a:r>
          <a:r>
            <a:rPr lang="en-US" sz="2100" b="1" kern="1200" dirty="0">
              <a:highlight>
                <a:srgbClr val="FFFF00"/>
              </a:highlight>
            </a:rPr>
            <a:t>automatic control of the transducer, stimulus or any part of the man instrument system, a control system is incorporated</a:t>
          </a:r>
          <a:endParaRPr lang="en-IN" sz="2100" b="1" kern="1200" dirty="0">
            <a:highlight>
              <a:srgbClr val="FFFF00"/>
            </a:highlight>
          </a:endParaRPr>
        </a:p>
        <a:p>
          <a:pPr marL="228600" lvl="1" indent="-228600" algn="just" defTabSz="933450">
            <a:lnSpc>
              <a:spcPct val="90000"/>
            </a:lnSpc>
            <a:spcBef>
              <a:spcPct val="0"/>
            </a:spcBef>
            <a:spcAft>
              <a:spcPct val="15000"/>
            </a:spcAft>
            <a:buChar char="•"/>
          </a:pPr>
          <a:r>
            <a:rPr lang="en-US" sz="2100" kern="1200" dirty="0"/>
            <a:t>This system usually consists of a feedback loop in which part of the output from signal conditioning equipment or display equipment is used to control the operation of the system</a:t>
          </a:r>
          <a:endParaRPr lang="en-IN" sz="2100" kern="1200" dirty="0"/>
        </a:p>
      </dsp:txBody>
      <dsp:txXfrm>
        <a:off x="0" y="2469536"/>
        <a:ext cx="10139785" cy="3711630"/>
      </dsp:txXfrm>
    </dsp:sp>
    <dsp:sp modelId="{E2CD5F6A-1DC9-434F-9C65-0F5B8C387C23}">
      <dsp:nvSpPr>
        <dsp:cNvPr id="0" name=""/>
        <dsp:cNvSpPr/>
      </dsp:nvSpPr>
      <dsp:spPr>
        <a:xfrm>
          <a:off x="506989" y="2485482"/>
          <a:ext cx="7097849" cy="720004"/>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8282" tIns="0" rIns="268282" bIns="0" numCol="1" spcCol="1270" anchor="ctr" anchorCtr="0">
          <a:noAutofit/>
        </a:bodyPr>
        <a:lstStyle/>
        <a:p>
          <a:pPr marL="0" lvl="0" indent="0" algn="just" defTabSz="1244600">
            <a:lnSpc>
              <a:spcPct val="90000"/>
            </a:lnSpc>
            <a:spcBef>
              <a:spcPct val="0"/>
            </a:spcBef>
            <a:spcAft>
              <a:spcPct val="35000"/>
            </a:spcAft>
            <a:buNone/>
          </a:pPr>
          <a:r>
            <a:rPr lang="en-US" sz="2800" b="1" kern="1200" dirty="0"/>
            <a:t>Control Device</a:t>
          </a:r>
          <a:endParaRPr lang="en-IN" sz="2800" b="1" kern="1200" dirty="0"/>
        </a:p>
      </dsp:txBody>
      <dsp:txXfrm>
        <a:off x="542137" y="2520630"/>
        <a:ext cx="7027553" cy="64970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7E6C7-55BE-4DBB-AD6E-831593BA9FA8}">
      <dsp:nvSpPr>
        <dsp:cNvPr id="0" name=""/>
        <dsp:cNvSpPr/>
      </dsp:nvSpPr>
      <dsp:spPr>
        <a:xfrm>
          <a:off x="0" y="0"/>
          <a:ext cx="10078485" cy="71431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kern="1200" dirty="0">
              <a:latin typeface="Times New Roman" pitchFamily="18" charset="0"/>
              <a:cs typeface="Times New Roman" pitchFamily="18" charset="0"/>
            </a:rPr>
            <a:t>APPLICATIONS/ Biomedical instrumentation is important</a:t>
          </a:r>
          <a:endParaRPr lang="en-IN" sz="2900" kern="1200" dirty="0"/>
        </a:p>
      </dsp:txBody>
      <dsp:txXfrm>
        <a:off x="0" y="0"/>
        <a:ext cx="10078485" cy="714313"/>
      </dsp:txXfrm>
    </dsp:sp>
    <dsp:sp modelId="{0A971668-390C-47B3-9981-3D2462E9BDAF}">
      <dsp:nvSpPr>
        <dsp:cNvPr id="0" name=""/>
        <dsp:cNvSpPr/>
      </dsp:nvSpPr>
      <dsp:spPr>
        <a:xfrm>
          <a:off x="0" y="743515"/>
          <a:ext cx="10078485" cy="5571879"/>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446088" lvl="1" indent="-217488" algn="just" defTabSz="1066800">
            <a:lnSpc>
              <a:spcPct val="90000"/>
            </a:lnSpc>
            <a:spcBef>
              <a:spcPct val="0"/>
            </a:spcBef>
            <a:spcAft>
              <a:spcPts val="1200"/>
            </a:spcAft>
            <a:buFont typeface="Wingdings" panose="05000000000000000000" pitchFamily="2" charset="2"/>
            <a:buChar char="§"/>
          </a:pPr>
          <a:r>
            <a:rPr lang="en-US" sz="2800" b="0" i="0" kern="1200" dirty="0">
              <a:effectLst/>
              <a:latin typeface="+mn-lt"/>
            </a:rPr>
            <a:t>As the medical field is emerging, the area of Biomedical Engineering is an expanding field.</a:t>
          </a:r>
          <a:endParaRPr lang="en-IN" sz="2800" kern="1200" dirty="0">
            <a:latin typeface="+mn-lt"/>
          </a:endParaRPr>
        </a:p>
        <a:p>
          <a:pPr marL="446088" lvl="1" indent="-217488" algn="just" defTabSz="1066800">
            <a:lnSpc>
              <a:spcPct val="90000"/>
            </a:lnSpc>
            <a:spcBef>
              <a:spcPct val="0"/>
            </a:spcBef>
            <a:spcAft>
              <a:spcPts val="1200"/>
            </a:spcAft>
            <a:buFont typeface="Arial" panose="020B0604020202020204" pitchFamily="34" charset="0"/>
            <a:buChar char="•"/>
          </a:pPr>
          <a:r>
            <a:rPr lang="en-US" sz="2800" b="0" i="0" kern="1200" dirty="0">
              <a:latin typeface="+mn-lt"/>
            </a:rPr>
            <a:t>Bio-medical engineering is aimed at </a:t>
          </a:r>
          <a:r>
            <a:rPr lang="en-US" sz="2800" b="0" i="0" kern="1200" dirty="0">
              <a:highlight>
                <a:srgbClr val="FFFF00"/>
              </a:highlight>
              <a:latin typeface="+mn-lt"/>
            </a:rPr>
            <a:t>keeping people healthy and helping to cure them when they are ill</a:t>
          </a:r>
          <a:r>
            <a:rPr lang="en-US" sz="2800" b="0" i="0" kern="1200" dirty="0">
              <a:latin typeface="+mn-lt"/>
            </a:rPr>
            <a:t>. </a:t>
          </a:r>
          <a:endParaRPr lang="en-IN" sz="2800" kern="1200" dirty="0">
            <a:latin typeface="+mn-lt"/>
          </a:endParaRPr>
        </a:p>
        <a:p>
          <a:pPr marL="446088" lvl="1" indent="-217488" algn="just" defTabSz="1066800">
            <a:lnSpc>
              <a:spcPct val="90000"/>
            </a:lnSpc>
            <a:spcBef>
              <a:spcPct val="0"/>
            </a:spcBef>
            <a:spcAft>
              <a:spcPts val="1200"/>
            </a:spcAft>
            <a:buClrTx/>
            <a:buSzTx/>
            <a:buFont typeface="Wingdings" panose="05000000000000000000" pitchFamily="2" charset="2"/>
            <a:buChar char="§"/>
          </a:pPr>
          <a:r>
            <a:rPr lang="en-US" sz="2800" b="0" i="0" kern="1200" dirty="0">
              <a:effectLst/>
              <a:latin typeface="+mn-lt"/>
            </a:rPr>
            <a:t>Biomedical instrumentation and engineering is the application of knowledge and technologies </a:t>
          </a:r>
          <a:r>
            <a:rPr lang="en-US" sz="2800" b="0" i="0" kern="1200" dirty="0">
              <a:effectLst/>
              <a:highlight>
                <a:srgbClr val="FFFF00"/>
              </a:highlight>
              <a:latin typeface="+mn-lt"/>
            </a:rPr>
            <a:t>to solve problems related to living biological systems.</a:t>
          </a:r>
          <a:endParaRPr lang="en-IN" sz="2800" kern="1200" dirty="0">
            <a:highlight>
              <a:srgbClr val="FFFF00"/>
            </a:highlight>
            <a:latin typeface="+mn-lt"/>
          </a:endParaRPr>
        </a:p>
        <a:p>
          <a:pPr marL="446088" lvl="1" indent="-217488" algn="just" defTabSz="1066800">
            <a:lnSpc>
              <a:spcPct val="90000"/>
            </a:lnSpc>
            <a:spcBef>
              <a:spcPct val="0"/>
            </a:spcBef>
            <a:spcAft>
              <a:spcPts val="1200"/>
            </a:spcAft>
            <a:buFont typeface="Wingdings" panose="05000000000000000000" pitchFamily="2" charset="2"/>
            <a:buChar char="§"/>
          </a:pPr>
          <a:r>
            <a:rPr lang="en-US" sz="2800" kern="1200" dirty="0">
              <a:latin typeface="+mn-lt"/>
              <a:cs typeface="Times New Roman" panose="02020603050405020304" pitchFamily="18" charset="0"/>
            </a:rPr>
            <a:t>Biomedical Instrumentation helps physicians to </a:t>
          </a:r>
          <a:r>
            <a:rPr lang="en-US" sz="2800" kern="1200" dirty="0">
              <a:highlight>
                <a:srgbClr val="FFFF00"/>
              </a:highlight>
              <a:latin typeface="+mn-lt"/>
              <a:cs typeface="Times New Roman" panose="02020603050405020304" pitchFamily="18" charset="0"/>
            </a:rPr>
            <a:t>diagnose the problem and provide treatment</a:t>
          </a:r>
          <a:r>
            <a:rPr lang="en-US" sz="2800" kern="1200" dirty="0">
              <a:latin typeface="+mn-lt"/>
              <a:cs typeface="Times New Roman" panose="02020603050405020304" pitchFamily="18" charset="0"/>
            </a:rPr>
            <a:t>.</a:t>
          </a:r>
          <a:endParaRPr lang="en-IN" sz="2800" kern="1200" dirty="0">
            <a:latin typeface="+mn-lt"/>
          </a:endParaRPr>
        </a:p>
        <a:p>
          <a:pPr marL="446088" lvl="1" indent="-217488" algn="just" defTabSz="1066800">
            <a:lnSpc>
              <a:spcPct val="90000"/>
            </a:lnSpc>
            <a:spcBef>
              <a:spcPct val="0"/>
            </a:spcBef>
            <a:spcAft>
              <a:spcPts val="1200"/>
            </a:spcAft>
            <a:buClrTx/>
            <a:buSzTx/>
            <a:buFont typeface="Wingdings" panose="05000000000000000000" pitchFamily="2" charset="2"/>
            <a:buChar char="§"/>
          </a:pPr>
          <a:r>
            <a:rPr lang="en-US" sz="2800" b="0" i="0" kern="1200" dirty="0">
              <a:effectLst/>
              <a:latin typeface="+mn-lt"/>
            </a:rPr>
            <a:t>It involves </a:t>
          </a:r>
          <a:r>
            <a:rPr lang="en-US" sz="2800" b="0" i="0" kern="1200" dirty="0">
              <a:effectLst/>
              <a:highlight>
                <a:srgbClr val="FFFF00"/>
              </a:highlight>
              <a:latin typeface="+mn-lt"/>
            </a:rPr>
            <a:t>diagnosis, treatment and prevention of disease in human</a:t>
          </a:r>
          <a:r>
            <a:rPr lang="en-US" sz="2800" b="0" i="0" kern="1200" dirty="0">
              <a:effectLst/>
              <a:latin typeface="+mn-lt"/>
            </a:rPr>
            <a:t>. </a:t>
          </a:r>
          <a:endParaRPr lang="en-IN" sz="2800" kern="1200" dirty="0">
            <a:latin typeface="+mn-lt"/>
          </a:endParaRPr>
        </a:p>
      </dsp:txBody>
      <dsp:txXfrm>
        <a:off x="0" y="743515"/>
        <a:ext cx="10078485" cy="557187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B060E8-E041-13C9-FC4A-2A94B0F2A3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8AFC554F-E554-5656-1F73-EB2445C64BA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5B5374D8-67FB-436C-8ABB-F3B026FEC111}" type="datetimeFigureOut">
              <a:rPr lang="en-IN"/>
              <a:pPr>
                <a:defRPr/>
              </a:pPr>
              <a:t>19-10-2023</a:t>
            </a:fld>
            <a:endParaRPr lang="en-IN"/>
          </a:p>
        </p:txBody>
      </p:sp>
      <p:sp>
        <p:nvSpPr>
          <p:cNvPr id="4" name="Slide Image Placeholder 3">
            <a:extLst>
              <a:ext uri="{FF2B5EF4-FFF2-40B4-BE49-F238E27FC236}">
                <a16:creationId xmlns:a16="http://schemas.microsoft.com/office/drawing/2014/main" id="{CB8A9D2A-C62D-A7DA-5913-380FEA9A131E}"/>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4C22B7FC-DF61-4B6E-D0E4-119B319E60C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AC981831-8783-551D-A8C9-62C8C5C64FB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30DA3660-D51C-7677-C0D2-2B8C832F2B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3BA5CC38-E910-4F19-B5F0-6D1AA2F4407D}"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13">
            <a:extLst>
              <a:ext uri="{FF2B5EF4-FFF2-40B4-BE49-F238E27FC236}">
                <a16:creationId xmlns:a16="http://schemas.microsoft.com/office/drawing/2014/main" id="{9C045922-B206-3D9F-E69B-2A2965F5D01C}"/>
              </a:ext>
            </a:extLst>
          </p:cNvPr>
          <p:cNvGrpSpPr>
            <a:grpSpLocks/>
          </p:cNvGrpSpPr>
          <p:nvPr/>
        </p:nvGrpSpPr>
        <p:grpSpPr bwMode="auto">
          <a:xfrm>
            <a:off x="546100" y="-4763"/>
            <a:ext cx="5014913" cy="6862763"/>
            <a:chOff x="2928938" y="-4763"/>
            <a:chExt cx="5014912" cy="6862763"/>
          </a:xfrm>
        </p:grpSpPr>
        <p:sp>
          <p:nvSpPr>
            <p:cNvPr id="5" name="Freeform 6">
              <a:extLst>
                <a:ext uri="{FF2B5EF4-FFF2-40B4-BE49-F238E27FC236}">
                  <a16:creationId xmlns:a16="http://schemas.microsoft.com/office/drawing/2014/main" id="{5B77D4EE-5F0E-7236-700D-5808AB0F6282}"/>
                </a:ext>
              </a:extLst>
            </p:cNvPr>
            <p:cNvSpPr>
              <a:spLocks/>
            </p:cNvSpPr>
            <p:nvPr/>
          </p:nvSpPr>
          <p:spPr bwMode="auto">
            <a:xfrm>
              <a:off x="3367088" y="-4763"/>
              <a:ext cx="1063625" cy="2782888"/>
            </a:xfrm>
            <a:custGeom>
              <a:avLst/>
              <a:gdLst>
                <a:gd name="T0" fmla="*/ 0 w 670"/>
                <a:gd name="T1" fmla="*/ 2147483646 h 1753"/>
                <a:gd name="T2" fmla="*/ 2147483646 w 670"/>
                <a:gd name="T3" fmla="*/ 2147483646 h 1753"/>
                <a:gd name="T4" fmla="*/ 2147483646 w 670"/>
                <a:gd name="T5" fmla="*/ 0 h 1753"/>
                <a:gd name="T6" fmla="*/ 2147483646 w 670"/>
                <a:gd name="T7" fmla="*/ 0 h 1753"/>
                <a:gd name="T8" fmla="*/ 0 w 670"/>
                <a:gd name="T9" fmla="*/ 2147483646 h 17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0" h="1753">
                  <a:moveTo>
                    <a:pt x="0" y="1696"/>
                  </a:moveTo>
                  <a:lnTo>
                    <a:pt x="225" y="1753"/>
                  </a:lnTo>
                  <a:lnTo>
                    <a:pt x="670" y="0"/>
                  </a:lnTo>
                  <a:lnTo>
                    <a:pt x="430" y="0"/>
                  </a:lnTo>
                  <a:lnTo>
                    <a:pt x="0" y="169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6" name="Freeform 7">
              <a:extLst>
                <a:ext uri="{FF2B5EF4-FFF2-40B4-BE49-F238E27FC236}">
                  <a16:creationId xmlns:a16="http://schemas.microsoft.com/office/drawing/2014/main" id="{7FA5CCB4-AA2A-40C2-6793-B89E55D2C1B7}"/>
                </a:ext>
              </a:extLst>
            </p:cNvPr>
            <p:cNvSpPr/>
            <p:nvPr/>
          </p:nvSpPr>
          <p:spPr bwMode="auto">
            <a:xfrm>
              <a:off x="2928938" y="-4763"/>
              <a:ext cx="1035050" cy="2673351"/>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7" name="Freeform 9">
              <a:extLst>
                <a:ext uri="{FF2B5EF4-FFF2-40B4-BE49-F238E27FC236}">
                  <a16:creationId xmlns:a16="http://schemas.microsoft.com/office/drawing/2014/main" id="{C3A69C21-4EEC-249C-1697-2E9B88B77B8D}"/>
                </a:ext>
              </a:extLst>
            </p:cNvPr>
            <p:cNvSpPr/>
            <p:nvPr/>
          </p:nvSpPr>
          <p:spPr bwMode="auto">
            <a:xfrm>
              <a:off x="2928938" y="2582863"/>
              <a:ext cx="2693987" cy="4275137"/>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8" name="Freeform 10">
              <a:extLst>
                <a:ext uri="{FF2B5EF4-FFF2-40B4-BE49-F238E27FC236}">
                  <a16:creationId xmlns:a16="http://schemas.microsoft.com/office/drawing/2014/main" id="{9284BDC5-52E5-C85E-2A57-B488B6639860}"/>
                </a:ext>
              </a:extLst>
            </p:cNvPr>
            <p:cNvSpPr/>
            <p:nvPr/>
          </p:nvSpPr>
          <p:spPr bwMode="auto">
            <a:xfrm>
              <a:off x="3371851" y="2692400"/>
              <a:ext cx="3332161"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9" name="Freeform 11">
              <a:extLst>
                <a:ext uri="{FF2B5EF4-FFF2-40B4-BE49-F238E27FC236}">
                  <a16:creationId xmlns:a16="http://schemas.microsoft.com/office/drawing/2014/main" id="{8A39E3A9-D87F-06E7-C6D9-57D42A56A772}"/>
                </a:ext>
              </a:extLst>
            </p:cNvPr>
            <p:cNvSpPr/>
            <p:nvPr/>
          </p:nvSpPr>
          <p:spPr bwMode="auto">
            <a:xfrm>
              <a:off x="3367088" y="2687638"/>
              <a:ext cx="4576762" cy="4170362"/>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0" name="Freeform 12">
              <a:extLst>
                <a:ext uri="{FF2B5EF4-FFF2-40B4-BE49-F238E27FC236}">
                  <a16:creationId xmlns:a16="http://schemas.microsoft.com/office/drawing/2014/main" id="{F8D70ACD-21B2-E4E8-90F3-61C05B3F3F52}"/>
                </a:ext>
              </a:extLst>
            </p:cNvPr>
            <p:cNvSpPr/>
            <p:nvPr/>
          </p:nvSpPr>
          <p:spPr bwMode="auto">
            <a:xfrm>
              <a:off x="2928938" y="2578100"/>
              <a:ext cx="3584574"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1" name="Date Placeholder 3">
            <a:extLst>
              <a:ext uri="{FF2B5EF4-FFF2-40B4-BE49-F238E27FC236}">
                <a16:creationId xmlns:a16="http://schemas.microsoft.com/office/drawing/2014/main" id="{638EA37E-7C71-5979-04C0-E63D9FE7BC49}"/>
              </a:ext>
            </a:extLst>
          </p:cNvPr>
          <p:cNvSpPr>
            <a:spLocks noGrp="1"/>
          </p:cNvSpPr>
          <p:nvPr>
            <p:ph type="dt" sz="half" idx="10"/>
          </p:nvPr>
        </p:nvSpPr>
        <p:spPr/>
        <p:txBody>
          <a:bodyPr/>
          <a:lstStyle>
            <a:lvl1pPr>
              <a:defRPr/>
            </a:lvl1pPr>
          </a:lstStyle>
          <a:p>
            <a:pPr>
              <a:defRPr/>
            </a:pPr>
            <a:fld id="{83DC851E-5C1F-4872-82B6-ECF2D7854AB8}" type="datetime1">
              <a:rPr lang="en-IN"/>
              <a:pPr>
                <a:defRPr/>
              </a:pPr>
              <a:t>19-10-2023</a:t>
            </a:fld>
            <a:endParaRPr lang="en-IN"/>
          </a:p>
        </p:txBody>
      </p:sp>
      <p:sp>
        <p:nvSpPr>
          <p:cNvPr id="12" name="Footer Placeholder 4">
            <a:extLst>
              <a:ext uri="{FF2B5EF4-FFF2-40B4-BE49-F238E27FC236}">
                <a16:creationId xmlns:a16="http://schemas.microsoft.com/office/drawing/2014/main" id="{9CA8DF81-FD52-DDDD-0AA3-D3BFEC68CA77}"/>
              </a:ext>
            </a:extLst>
          </p:cNvPr>
          <p:cNvSpPr>
            <a:spLocks noGrp="1"/>
          </p:cNvSpPr>
          <p:nvPr>
            <p:ph type="ftr" sz="quarter" idx="11"/>
          </p:nvPr>
        </p:nvSpPr>
        <p:spPr>
          <a:xfrm>
            <a:off x="5332413" y="5883275"/>
            <a:ext cx="4324350" cy="365125"/>
          </a:xfrm>
        </p:spPr>
        <p:txBody>
          <a:bodyPr/>
          <a:lstStyle>
            <a:lvl1pPr>
              <a:defRPr/>
            </a:lvl1pPr>
          </a:lstStyle>
          <a:p>
            <a:pPr>
              <a:defRPr/>
            </a:pPr>
            <a:r>
              <a:rPr lang="en-IN"/>
              <a:t>Biology for Engineers</a:t>
            </a:r>
          </a:p>
        </p:txBody>
      </p:sp>
      <p:sp>
        <p:nvSpPr>
          <p:cNvPr id="13" name="Slide Number Placeholder 5">
            <a:extLst>
              <a:ext uri="{FF2B5EF4-FFF2-40B4-BE49-F238E27FC236}">
                <a16:creationId xmlns:a16="http://schemas.microsoft.com/office/drawing/2014/main" id="{ACFCF2C5-1B21-1F13-865D-F1DDBA36A231}"/>
              </a:ext>
            </a:extLst>
          </p:cNvPr>
          <p:cNvSpPr>
            <a:spLocks noGrp="1"/>
          </p:cNvSpPr>
          <p:nvPr>
            <p:ph type="sldNum" sz="quarter" idx="12"/>
          </p:nvPr>
        </p:nvSpPr>
        <p:spPr/>
        <p:txBody>
          <a:bodyPr/>
          <a:lstStyle>
            <a:lvl1pPr>
              <a:defRPr/>
            </a:lvl1pPr>
          </a:lstStyle>
          <a:p>
            <a:fld id="{55CE24E9-015F-49AF-B33F-8FB245AA1B88}" type="slidenum">
              <a:rPr lang="en-IN" altLang="en-US"/>
              <a:pPr/>
              <a:t>‹#›</a:t>
            </a:fld>
            <a:endParaRPr lang="en-IN" altLang="en-US"/>
          </a:p>
        </p:txBody>
      </p:sp>
    </p:spTree>
    <p:extLst>
      <p:ext uri="{BB962C8B-B14F-4D97-AF65-F5344CB8AC3E}">
        <p14:creationId xmlns:p14="http://schemas.microsoft.com/office/powerpoint/2010/main" val="1646106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0BE5236-4DE4-5566-3B33-21912BECAA08}"/>
              </a:ext>
            </a:extLst>
          </p:cNvPr>
          <p:cNvSpPr>
            <a:spLocks noGrp="1"/>
          </p:cNvSpPr>
          <p:nvPr>
            <p:ph type="dt" sz="half" idx="10"/>
          </p:nvPr>
        </p:nvSpPr>
        <p:spPr/>
        <p:txBody>
          <a:bodyPr/>
          <a:lstStyle>
            <a:lvl1pPr>
              <a:defRPr/>
            </a:lvl1pPr>
          </a:lstStyle>
          <a:p>
            <a:pPr>
              <a:defRPr/>
            </a:pPr>
            <a:fld id="{D9AC0FA3-3ADE-4A00-8F6C-0995B57F7DCC}" type="datetime1">
              <a:rPr lang="en-IN"/>
              <a:pPr>
                <a:defRPr/>
              </a:pPr>
              <a:t>19-10-2023</a:t>
            </a:fld>
            <a:endParaRPr lang="en-IN"/>
          </a:p>
        </p:txBody>
      </p:sp>
      <p:sp>
        <p:nvSpPr>
          <p:cNvPr id="5" name="Footer Placeholder 4">
            <a:extLst>
              <a:ext uri="{FF2B5EF4-FFF2-40B4-BE49-F238E27FC236}">
                <a16:creationId xmlns:a16="http://schemas.microsoft.com/office/drawing/2014/main" id="{5ED8BD43-2740-6B0F-CAE8-F9EE18A8CCF1}"/>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4D98691C-D82A-BDF7-4B1B-A6CE17CE1BCC}"/>
              </a:ext>
            </a:extLst>
          </p:cNvPr>
          <p:cNvSpPr>
            <a:spLocks noGrp="1"/>
          </p:cNvSpPr>
          <p:nvPr>
            <p:ph type="sldNum" sz="quarter" idx="12"/>
          </p:nvPr>
        </p:nvSpPr>
        <p:spPr>
          <a:xfrm>
            <a:off x="10952163" y="5867400"/>
            <a:ext cx="550862" cy="365125"/>
          </a:xfrm>
        </p:spPr>
        <p:txBody>
          <a:bodyPr/>
          <a:lstStyle>
            <a:lvl1pPr>
              <a:defRPr/>
            </a:lvl1pPr>
          </a:lstStyle>
          <a:p>
            <a:fld id="{C335E9CA-FADC-4AAD-A1E2-8A63425F8264}" type="slidenum">
              <a:rPr lang="en-IN" altLang="en-US"/>
              <a:pPr/>
              <a:t>‹#›</a:t>
            </a:fld>
            <a:endParaRPr lang="en-IN" altLang="en-US"/>
          </a:p>
        </p:txBody>
      </p:sp>
    </p:spTree>
    <p:extLst>
      <p:ext uri="{BB962C8B-B14F-4D97-AF65-F5344CB8AC3E}">
        <p14:creationId xmlns:p14="http://schemas.microsoft.com/office/powerpoint/2010/main" val="1846347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B66BFC-0188-E5B9-1477-A7B58E8AC6AF}"/>
              </a:ext>
            </a:extLst>
          </p:cNvPr>
          <p:cNvSpPr>
            <a:spLocks noGrp="1"/>
          </p:cNvSpPr>
          <p:nvPr>
            <p:ph type="dt" sz="half" idx="10"/>
          </p:nvPr>
        </p:nvSpPr>
        <p:spPr/>
        <p:txBody>
          <a:bodyPr/>
          <a:lstStyle>
            <a:lvl1pPr>
              <a:defRPr/>
            </a:lvl1pPr>
          </a:lstStyle>
          <a:p>
            <a:pPr>
              <a:defRPr/>
            </a:pPr>
            <a:fld id="{1E74EB30-DEBD-4D2F-A178-96393FF1A971}" type="datetime1">
              <a:rPr lang="en-IN"/>
              <a:pPr>
                <a:defRPr/>
              </a:pPr>
              <a:t>19-10-2023</a:t>
            </a:fld>
            <a:endParaRPr lang="en-IN"/>
          </a:p>
        </p:txBody>
      </p:sp>
      <p:sp>
        <p:nvSpPr>
          <p:cNvPr id="5" name="Footer Placeholder 4">
            <a:extLst>
              <a:ext uri="{FF2B5EF4-FFF2-40B4-BE49-F238E27FC236}">
                <a16:creationId xmlns:a16="http://schemas.microsoft.com/office/drawing/2014/main" id="{48CFF3CD-3720-2E3B-214F-0DD9504937F5}"/>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88FA28A8-D87C-E157-4954-0276875023E7}"/>
              </a:ext>
            </a:extLst>
          </p:cNvPr>
          <p:cNvSpPr>
            <a:spLocks noGrp="1"/>
          </p:cNvSpPr>
          <p:nvPr>
            <p:ph type="sldNum" sz="quarter" idx="12"/>
          </p:nvPr>
        </p:nvSpPr>
        <p:spPr/>
        <p:txBody>
          <a:bodyPr/>
          <a:lstStyle>
            <a:lvl1pPr>
              <a:defRPr/>
            </a:lvl1pPr>
          </a:lstStyle>
          <a:p>
            <a:fld id="{448C8F14-01CB-4A7B-9AC7-F3EBAD49386C}" type="slidenum">
              <a:rPr lang="en-IN" altLang="en-US"/>
              <a:pPr/>
              <a:t>‹#›</a:t>
            </a:fld>
            <a:endParaRPr lang="en-IN" altLang="en-US"/>
          </a:p>
        </p:txBody>
      </p:sp>
    </p:spTree>
    <p:extLst>
      <p:ext uri="{BB962C8B-B14F-4D97-AF65-F5344CB8AC3E}">
        <p14:creationId xmlns:p14="http://schemas.microsoft.com/office/powerpoint/2010/main" val="44777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DB5B632A-BC06-12E9-29A1-1DC02D7DC3BE}"/>
              </a:ext>
            </a:extLst>
          </p:cNvPr>
          <p:cNvSpPr>
            <a:spLocks noGrp="1"/>
          </p:cNvSpPr>
          <p:nvPr>
            <p:ph type="dt" sz="half" idx="10"/>
          </p:nvPr>
        </p:nvSpPr>
        <p:spPr/>
        <p:txBody>
          <a:bodyPr/>
          <a:lstStyle>
            <a:lvl1pPr>
              <a:defRPr/>
            </a:lvl1pPr>
          </a:lstStyle>
          <a:p>
            <a:pPr>
              <a:defRPr/>
            </a:pPr>
            <a:fld id="{70D9F9ED-9225-4F03-B9E8-97C55219B3B8}" type="datetime1">
              <a:rPr lang="en-IN"/>
              <a:pPr>
                <a:defRPr/>
              </a:pPr>
              <a:t>19-10-2023</a:t>
            </a:fld>
            <a:endParaRPr lang="en-IN"/>
          </a:p>
        </p:txBody>
      </p:sp>
      <p:sp>
        <p:nvSpPr>
          <p:cNvPr id="6" name="Footer Placeholder 4">
            <a:extLst>
              <a:ext uri="{FF2B5EF4-FFF2-40B4-BE49-F238E27FC236}">
                <a16:creationId xmlns:a16="http://schemas.microsoft.com/office/drawing/2014/main" id="{43BD302D-F4B0-F749-81E1-CEF32E31502C}"/>
              </a:ext>
            </a:extLst>
          </p:cNvPr>
          <p:cNvSpPr>
            <a:spLocks noGrp="1"/>
          </p:cNvSpPr>
          <p:nvPr>
            <p:ph type="ftr" sz="quarter" idx="11"/>
          </p:nvPr>
        </p:nvSpPr>
        <p:spPr/>
        <p:txBody>
          <a:bodyPr/>
          <a:lstStyle>
            <a:lvl1pPr>
              <a:defRPr/>
            </a:lvl1pPr>
          </a:lstStyle>
          <a:p>
            <a:pPr>
              <a:defRPr/>
            </a:pPr>
            <a:r>
              <a:rPr lang="en-IN"/>
              <a:t>Biology for Engineers</a:t>
            </a:r>
          </a:p>
        </p:txBody>
      </p:sp>
      <p:sp>
        <p:nvSpPr>
          <p:cNvPr id="7" name="Slide Number Placeholder 5">
            <a:extLst>
              <a:ext uri="{FF2B5EF4-FFF2-40B4-BE49-F238E27FC236}">
                <a16:creationId xmlns:a16="http://schemas.microsoft.com/office/drawing/2014/main" id="{DF9AFE9B-CA22-7493-2718-64DB7CD59D83}"/>
              </a:ext>
            </a:extLst>
          </p:cNvPr>
          <p:cNvSpPr>
            <a:spLocks noGrp="1"/>
          </p:cNvSpPr>
          <p:nvPr>
            <p:ph type="sldNum" sz="quarter" idx="12"/>
          </p:nvPr>
        </p:nvSpPr>
        <p:spPr/>
        <p:txBody>
          <a:bodyPr/>
          <a:lstStyle>
            <a:lvl1pPr>
              <a:defRPr/>
            </a:lvl1pPr>
          </a:lstStyle>
          <a:p>
            <a:fld id="{5D2EDD94-2D75-480F-9CAB-182EEE35EEF5}" type="slidenum">
              <a:rPr lang="en-IN" altLang="en-US"/>
              <a:pPr/>
              <a:t>‹#›</a:t>
            </a:fld>
            <a:endParaRPr lang="en-IN" altLang="en-US"/>
          </a:p>
        </p:txBody>
      </p:sp>
    </p:spTree>
    <p:extLst>
      <p:ext uri="{BB962C8B-B14F-4D97-AF65-F5344CB8AC3E}">
        <p14:creationId xmlns:p14="http://schemas.microsoft.com/office/powerpoint/2010/main" val="371600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4224C81D-E563-6B23-E194-5AD2BA5DCBD1}"/>
              </a:ext>
            </a:extLst>
          </p:cNvPr>
          <p:cNvSpPr>
            <a:spLocks noGrp="1"/>
          </p:cNvSpPr>
          <p:nvPr>
            <p:ph type="dt" sz="half" idx="10"/>
          </p:nvPr>
        </p:nvSpPr>
        <p:spPr/>
        <p:txBody>
          <a:bodyPr/>
          <a:lstStyle>
            <a:lvl1pPr>
              <a:defRPr/>
            </a:lvl1pPr>
          </a:lstStyle>
          <a:p>
            <a:pPr>
              <a:defRPr/>
            </a:pPr>
            <a:fld id="{3E9BE222-930E-4BE3-A702-2D8EDC83D6B0}" type="datetime1">
              <a:rPr lang="en-IN"/>
              <a:pPr>
                <a:defRPr/>
              </a:pPr>
              <a:t>19-10-2023</a:t>
            </a:fld>
            <a:endParaRPr lang="en-IN"/>
          </a:p>
        </p:txBody>
      </p:sp>
      <p:sp>
        <p:nvSpPr>
          <p:cNvPr id="8" name="Footer Placeholder 4">
            <a:extLst>
              <a:ext uri="{FF2B5EF4-FFF2-40B4-BE49-F238E27FC236}">
                <a16:creationId xmlns:a16="http://schemas.microsoft.com/office/drawing/2014/main" id="{73427B6B-9BE4-C410-52A0-80BA55496BC6}"/>
              </a:ext>
            </a:extLst>
          </p:cNvPr>
          <p:cNvSpPr>
            <a:spLocks noGrp="1"/>
          </p:cNvSpPr>
          <p:nvPr>
            <p:ph type="ftr" sz="quarter" idx="11"/>
          </p:nvPr>
        </p:nvSpPr>
        <p:spPr/>
        <p:txBody>
          <a:bodyPr/>
          <a:lstStyle>
            <a:lvl1pPr>
              <a:defRPr/>
            </a:lvl1pPr>
          </a:lstStyle>
          <a:p>
            <a:pPr>
              <a:defRPr/>
            </a:pPr>
            <a:r>
              <a:rPr lang="en-IN"/>
              <a:t>Biology for Engineers</a:t>
            </a:r>
          </a:p>
        </p:txBody>
      </p:sp>
      <p:sp>
        <p:nvSpPr>
          <p:cNvPr id="9" name="Slide Number Placeholder 5">
            <a:extLst>
              <a:ext uri="{FF2B5EF4-FFF2-40B4-BE49-F238E27FC236}">
                <a16:creationId xmlns:a16="http://schemas.microsoft.com/office/drawing/2014/main" id="{03524123-E925-1FF3-5474-5F249694CBDB}"/>
              </a:ext>
            </a:extLst>
          </p:cNvPr>
          <p:cNvSpPr>
            <a:spLocks noGrp="1"/>
          </p:cNvSpPr>
          <p:nvPr>
            <p:ph type="sldNum" sz="quarter" idx="12"/>
          </p:nvPr>
        </p:nvSpPr>
        <p:spPr/>
        <p:txBody>
          <a:bodyPr/>
          <a:lstStyle>
            <a:lvl1pPr>
              <a:defRPr/>
            </a:lvl1pPr>
          </a:lstStyle>
          <a:p>
            <a:fld id="{54AE1A79-6AC6-437B-89E9-AA5CCA6D9BF5}" type="slidenum">
              <a:rPr lang="en-IN" altLang="en-US"/>
              <a:pPr/>
              <a:t>‹#›</a:t>
            </a:fld>
            <a:endParaRPr lang="en-IN" altLang="en-US"/>
          </a:p>
        </p:txBody>
      </p:sp>
    </p:spTree>
    <p:extLst>
      <p:ext uri="{BB962C8B-B14F-4D97-AF65-F5344CB8AC3E}">
        <p14:creationId xmlns:p14="http://schemas.microsoft.com/office/powerpoint/2010/main" val="1076786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EBA22BD4-319B-2AFA-DA70-E159519034F4}"/>
              </a:ext>
            </a:extLst>
          </p:cNvPr>
          <p:cNvSpPr>
            <a:spLocks noGrp="1"/>
          </p:cNvSpPr>
          <p:nvPr>
            <p:ph type="dt" sz="half" idx="10"/>
          </p:nvPr>
        </p:nvSpPr>
        <p:spPr/>
        <p:txBody>
          <a:bodyPr/>
          <a:lstStyle>
            <a:lvl1pPr>
              <a:defRPr/>
            </a:lvl1pPr>
          </a:lstStyle>
          <a:p>
            <a:pPr>
              <a:defRPr/>
            </a:pPr>
            <a:fld id="{8430711B-BD68-4EB9-A2FE-6D4DA88C8DFA}" type="datetime1">
              <a:rPr lang="en-IN"/>
              <a:pPr>
                <a:defRPr/>
              </a:pPr>
              <a:t>19-10-2023</a:t>
            </a:fld>
            <a:endParaRPr lang="en-IN"/>
          </a:p>
        </p:txBody>
      </p:sp>
      <p:sp>
        <p:nvSpPr>
          <p:cNvPr id="4" name="Footer Placeholder 4">
            <a:extLst>
              <a:ext uri="{FF2B5EF4-FFF2-40B4-BE49-F238E27FC236}">
                <a16:creationId xmlns:a16="http://schemas.microsoft.com/office/drawing/2014/main" id="{87492E9C-E9E3-9459-FB0F-5DBED0AD0E7B}"/>
              </a:ext>
            </a:extLst>
          </p:cNvPr>
          <p:cNvSpPr>
            <a:spLocks noGrp="1"/>
          </p:cNvSpPr>
          <p:nvPr>
            <p:ph type="ftr" sz="quarter" idx="11"/>
          </p:nvPr>
        </p:nvSpPr>
        <p:spPr/>
        <p:txBody>
          <a:bodyPr/>
          <a:lstStyle>
            <a:lvl1pPr>
              <a:defRPr/>
            </a:lvl1pPr>
          </a:lstStyle>
          <a:p>
            <a:pPr>
              <a:defRPr/>
            </a:pPr>
            <a:r>
              <a:rPr lang="en-IN"/>
              <a:t>Biology for Engineers</a:t>
            </a:r>
          </a:p>
        </p:txBody>
      </p:sp>
      <p:sp>
        <p:nvSpPr>
          <p:cNvPr id="5" name="Slide Number Placeholder 5">
            <a:extLst>
              <a:ext uri="{FF2B5EF4-FFF2-40B4-BE49-F238E27FC236}">
                <a16:creationId xmlns:a16="http://schemas.microsoft.com/office/drawing/2014/main" id="{4E797E27-6BA9-3BC9-606C-91C2F16A74ED}"/>
              </a:ext>
            </a:extLst>
          </p:cNvPr>
          <p:cNvSpPr>
            <a:spLocks noGrp="1"/>
          </p:cNvSpPr>
          <p:nvPr>
            <p:ph type="sldNum" sz="quarter" idx="12"/>
          </p:nvPr>
        </p:nvSpPr>
        <p:spPr/>
        <p:txBody>
          <a:bodyPr/>
          <a:lstStyle>
            <a:lvl1pPr>
              <a:defRPr/>
            </a:lvl1pPr>
          </a:lstStyle>
          <a:p>
            <a:fld id="{9FE86F20-18EC-48AB-83AB-17B73E17F51A}" type="slidenum">
              <a:rPr lang="en-IN" altLang="en-US"/>
              <a:pPr/>
              <a:t>‹#›</a:t>
            </a:fld>
            <a:endParaRPr lang="en-IN" altLang="en-US"/>
          </a:p>
        </p:txBody>
      </p:sp>
    </p:spTree>
    <p:extLst>
      <p:ext uri="{BB962C8B-B14F-4D97-AF65-F5344CB8AC3E}">
        <p14:creationId xmlns:p14="http://schemas.microsoft.com/office/powerpoint/2010/main" val="2973405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82EA656-9A36-364C-C723-683308B31EB9}"/>
              </a:ext>
            </a:extLst>
          </p:cNvPr>
          <p:cNvSpPr>
            <a:spLocks noGrp="1"/>
          </p:cNvSpPr>
          <p:nvPr>
            <p:ph type="dt" sz="half" idx="10"/>
          </p:nvPr>
        </p:nvSpPr>
        <p:spPr/>
        <p:txBody>
          <a:bodyPr/>
          <a:lstStyle>
            <a:lvl1pPr>
              <a:defRPr/>
            </a:lvl1pPr>
          </a:lstStyle>
          <a:p>
            <a:pPr>
              <a:defRPr/>
            </a:pPr>
            <a:fld id="{5E23C23B-382D-4624-A660-38A388551FB9}" type="datetime1">
              <a:rPr lang="en-IN"/>
              <a:pPr>
                <a:defRPr/>
              </a:pPr>
              <a:t>19-10-2023</a:t>
            </a:fld>
            <a:endParaRPr lang="en-IN"/>
          </a:p>
        </p:txBody>
      </p:sp>
      <p:sp>
        <p:nvSpPr>
          <p:cNvPr id="3" name="Footer Placeholder 4">
            <a:extLst>
              <a:ext uri="{FF2B5EF4-FFF2-40B4-BE49-F238E27FC236}">
                <a16:creationId xmlns:a16="http://schemas.microsoft.com/office/drawing/2014/main" id="{00CE9823-4249-B7F0-0606-23ABE59ABA45}"/>
              </a:ext>
            </a:extLst>
          </p:cNvPr>
          <p:cNvSpPr>
            <a:spLocks noGrp="1"/>
          </p:cNvSpPr>
          <p:nvPr>
            <p:ph type="ftr" sz="quarter" idx="11"/>
          </p:nvPr>
        </p:nvSpPr>
        <p:spPr/>
        <p:txBody>
          <a:bodyPr/>
          <a:lstStyle>
            <a:lvl1pPr>
              <a:defRPr/>
            </a:lvl1pPr>
          </a:lstStyle>
          <a:p>
            <a:pPr>
              <a:defRPr/>
            </a:pPr>
            <a:r>
              <a:rPr lang="en-IN"/>
              <a:t>Biology for Engineers</a:t>
            </a:r>
          </a:p>
        </p:txBody>
      </p:sp>
      <p:sp>
        <p:nvSpPr>
          <p:cNvPr id="4" name="Slide Number Placeholder 5">
            <a:extLst>
              <a:ext uri="{FF2B5EF4-FFF2-40B4-BE49-F238E27FC236}">
                <a16:creationId xmlns:a16="http://schemas.microsoft.com/office/drawing/2014/main" id="{2B085829-56C3-9B12-4801-FB9DD007BF35}"/>
              </a:ext>
            </a:extLst>
          </p:cNvPr>
          <p:cNvSpPr>
            <a:spLocks noGrp="1"/>
          </p:cNvSpPr>
          <p:nvPr>
            <p:ph type="sldNum" sz="quarter" idx="12"/>
          </p:nvPr>
        </p:nvSpPr>
        <p:spPr/>
        <p:txBody>
          <a:bodyPr/>
          <a:lstStyle>
            <a:lvl1pPr>
              <a:defRPr/>
            </a:lvl1pPr>
          </a:lstStyle>
          <a:p>
            <a:fld id="{CD4F2EB2-4B8C-488A-9510-E2ECC25DF0B9}" type="slidenum">
              <a:rPr lang="en-IN" altLang="en-US"/>
              <a:pPr/>
              <a:t>‹#›</a:t>
            </a:fld>
            <a:endParaRPr lang="en-IN" altLang="en-US"/>
          </a:p>
        </p:txBody>
      </p:sp>
    </p:spTree>
    <p:extLst>
      <p:ext uri="{BB962C8B-B14F-4D97-AF65-F5344CB8AC3E}">
        <p14:creationId xmlns:p14="http://schemas.microsoft.com/office/powerpoint/2010/main" val="4162930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3FCB1A8-9D7D-B97D-486F-7B513E7B76C9}"/>
              </a:ext>
            </a:extLst>
          </p:cNvPr>
          <p:cNvSpPr>
            <a:spLocks noGrp="1"/>
          </p:cNvSpPr>
          <p:nvPr>
            <p:ph type="dt" sz="half" idx="10"/>
          </p:nvPr>
        </p:nvSpPr>
        <p:spPr/>
        <p:txBody>
          <a:bodyPr/>
          <a:lstStyle>
            <a:lvl1pPr>
              <a:defRPr/>
            </a:lvl1pPr>
          </a:lstStyle>
          <a:p>
            <a:pPr>
              <a:defRPr/>
            </a:pPr>
            <a:fld id="{FAFE3A86-9F4A-455E-BB3F-BD05B7D61B76}" type="datetime1">
              <a:rPr lang="en-IN"/>
              <a:pPr>
                <a:defRPr/>
              </a:pPr>
              <a:t>19-10-2023</a:t>
            </a:fld>
            <a:endParaRPr lang="en-IN"/>
          </a:p>
        </p:txBody>
      </p:sp>
      <p:sp>
        <p:nvSpPr>
          <p:cNvPr id="6" name="Footer Placeholder 4">
            <a:extLst>
              <a:ext uri="{FF2B5EF4-FFF2-40B4-BE49-F238E27FC236}">
                <a16:creationId xmlns:a16="http://schemas.microsoft.com/office/drawing/2014/main" id="{58C993BB-7D71-DBB6-7F95-F3504F7304F8}"/>
              </a:ext>
            </a:extLst>
          </p:cNvPr>
          <p:cNvSpPr>
            <a:spLocks noGrp="1"/>
          </p:cNvSpPr>
          <p:nvPr>
            <p:ph type="ftr" sz="quarter" idx="11"/>
          </p:nvPr>
        </p:nvSpPr>
        <p:spPr/>
        <p:txBody>
          <a:bodyPr/>
          <a:lstStyle>
            <a:lvl1pPr>
              <a:defRPr/>
            </a:lvl1pPr>
          </a:lstStyle>
          <a:p>
            <a:pPr>
              <a:defRPr/>
            </a:pPr>
            <a:r>
              <a:rPr lang="en-IN"/>
              <a:t>Biology for Engineers</a:t>
            </a:r>
          </a:p>
        </p:txBody>
      </p:sp>
      <p:sp>
        <p:nvSpPr>
          <p:cNvPr id="7" name="Slide Number Placeholder 5">
            <a:extLst>
              <a:ext uri="{FF2B5EF4-FFF2-40B4-BE49-F238E27FC236}">
                <a16:creationId xmlns:a16="http://schemas.microsoft.com/office/drawing/2014/main" id="{5084E432-B611-B36B-D4F4-6F2192E081AC}"/>
              </a:ext>
            </a:extLst>
          </p:cNvPr>
          <p:cNvSpPr>
            <a:spLocks noGrp="1"/>
          </p:cNvSpPr>
          <p:nvPr>
            <p:ph type="sldNum" sz="quarter" idx="12"/>
          </p:nvPr>
        </p:nvSpPr>
        <p:spPr/>
        <p:txBody>
          <a:bodyPr/>
          <a:lstStyle>
            <a:lvl1pPr>
              <a:defRPr/>
            </a:lvl1pPr>
          </a:lstStyle>
          <a:p>
            <a:fld id="{7B31634A-C975-4E47-A833-63C6FA0AB42E}" type="slidenum">
              <a:rPr lang="en-IN" altLang="en-US"/>
              <a:pPr/>
              <a:t>‹#›</a:t>
            </a:fld>
            <a:endParaRPr lang="en-IN" altLang="en-US"/>
          </a:p>
        </p:txBody>
      </p:sp>
    </p:spTree>
    <p:extLst>
      <p:ext uri="{BB962C8B-B14F-4D97-AF65-F5344CB8AC3E}">
        <p14:creationId xmlns:p14="http://schemas.microsoft.com/office/powerpoint/2010/main" val="2271503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4">
            <a:extLst>
              <a:ext uri="{FF2B5EF4-FFF2-40B4-BE49-F238E27FC236}">
                <a16:creationId xmlns:a16="http://schemas.microsoft.com/office/drawing/2014/main" id="{0FAED4F6-2206-D3CE-DB2A-A8EE4EA7C2AF}"/>
              </a:ext>
            </a:extLst>
          </p:cNvPr>
          <p:cNvSpPr>
            <a:spLocks noGrp="1"/>
          </p:cNvSpPr>
          <p:nvPr>
            <p:ph type="dt" sz="half" idx="10"/>
          </p:nvPr>
        </p:nvSpPr>
        <p:spPr/>
        <p:txBody>
          <a:bodyPr/>
          <a:lstStyle>
            <a:lvl1pPr>
              <a:defRPr/>
            </a:lvl1pPr>
          </a:lstStyle>
          <a:p>
            <a:pPr>
              <a:defRPr/>
            </a:pPr>
            <a:fld id="{557C72D6-BC86-44DB-9ADE-CCCD00DA2E53}" type="datetime1">
              <a:rPr lang="en-IN"/>
              <a:pPr>
                <a:defRPr/>
              </a:pPr>
              <a:t>19-10-2023</a:t>
            </a:fld>
            <a:endParaRPr lang="en-IN"/>
          </a:p>
        </p:txBody>
      </p:sp>
      <p:sp>
        <p:nvSpPr>
          <p:cNvPr id="5" name="Footer Placeholder 5">
            <a:extLst>
              <a:ext uri="{FF2B5EF4-FFF2-40B4-BE49-F238E27FC236}">
                <a16:creationId xmlns:a16="http://schemas.microsoft.com/office/drawing/2014/main" id="{64E007AA-75F6-3E2D-A78F-D63115D7B7A5}"/>
              </a:ext>
            </a:extLst>
          </p:cNvPr>
          <p:cNvSpPr>
            <a:spLocks noGrp="1"/>
          </p:cNvSpPr>
          <p:nvPr>
            <p:ph type="ftr" sz="quarter" idx="11"/>
          </p:nvPr>
        </p:nvSpPr>
        <p:spPr/>
        <p:txBody>
          <a:bodyPr/>
          <a:lstStyle>
            <a:lvl1pPr>
              <a:defRPr/>
            </a:lvl1pPr>
          </a:lstStyle>
          <a:p>
            <a:pPr>
              <a:defRPr/>
            </a:pPr>
            <a:r>
              <a:rPr lang="en-US"/>
              <a:t>Biology for Engineers</a:t>
            </a:r>
            <a:endParaRPr lang="en-US" dirty="0"/>
          </a:p>
        </p:txBody>
      </p:sp>
      <p:sp>
        <p:nvSpPr>
          <p:cNvPr id="6" name="Slide Number Placeholder 6">
            <a:extLst>
              <a:ext uri="{FF2B5EF4-FFF2-40B4-BE49-F238E27FC236}">
                <a16:creationId xmlns:a16="http://schemas.microsoft.com/office/drawing/2014/main" id="{F6F4D8E2-BAA1-9599-98FE-529FB0DE6C16}"/>
              </a:ext>
            </a:extLst>
          </p:cNvPr>
          <p:cNvSpPr>
            <a:spLocks noGrp="1"/>
          </p:cNvSpPr>
          <p:nvPr>
            <p:ph type="sldNum" sz="quarter" idx="12"/>
          </p:nvPr>
        </p:nvSpPr>
        <p:spPr/>
        <p:txBody>
          <a:bodyPr/>
          <a:lstStyle>
            <a:lvl1pPr>
              <a:defRPr/>
            </a:lvl1pPr>
          </a:lstStyle>
          <a:p>
            <a:fld id="{AF1934AE-008A-4F1E-988F-460E33A35EA6}" type="slidenum">
              <a:rPr lang="en-IN" altLang="en-US"/>
              <a:pPr/>
              <a:t>‹#›</a:t>
            </a:fld>
            <a:endParaRPr lang="en-IN" altLang="en-US"/>
          </a:p>
        </p:txBody>
      </p:sp>
    </p:spTree>
    <p:extLst>
      <p:ext uri="{BB962C8B-B14F-4D97-AF65-F5344CB8AC3E}">
        <p14:creationId xmlns:p14="http://schemas.microsoft.com/office/powerpoint/2010/main" val="286239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C13514B-4F33-28D0-82CD-E7B2256BE9AF}"/>
              </a:ext>
            </a:extLst>
          </p:cNvPr>
          <p:cNvSpPr>
            <a:spLocks noGrp="1"/>
          </p:cNvSpPr>
          <p:nvPr>
            <p:ph type="dt" sz="half" idx="10"/>
          </p:nvPr>
        </p:nvSpPr>
        <p:spPr/>
        <p:txBody>
          <a:bodyPr/>
          <a:lstStyle>
            <a:lvl1pPr>
              <a:defRPr/>
            </a:lvl1pPr>
          </a:lstStyle>
          <a:p>
            <a:pPr>
              <a:defRPr/>
            </a:pPr>
            <a:fld id="{EE388AF0-2B2C-47AC-9B2A-FEDEE34C6971}" type="datetime1">
              <a:rPr lang="en-IN"/>
              <a:pPr>
                <a:defRPr/>
              </a:pPr>
              <a:t>19-10-2023</a:t>
            </a:fld>
            <a:endParaRPr lang="en-IN"/>
          </a:p>
        </p:txBody>
      </p:sp>
      <p:sp>
        <p:nvSpPr>
          <p:cNvPr id="6" name="Footer Placeholder 4">
            <a:extLst>
              <a:ext uri="{FF2B5EF4-FFF2-40B4-BE49-F238E27FC236}">
                <a16:creationId xmlns:a16="http://schemas.microsoft.com/office/drawing/2014/main" id="{D0BDA4EA-3585-2E97-5E87-6C7411411A13}"/>
              </a:ext>
            </a:extLst>
          </p:cNvPr>
          <p:cNvSpPr>
            <a:spLocks noGrp="1"/>
          </p:cNvSpPr>
          <p:nvPr>
            <p:ph type="ftr" sz="quarter" idx="11"/>
          </p:nvPr>
        </p:nvSpPr>
        <p:spPr/>
        <p:txBody>
          <a:bodyPr/>
          <a:lstStyle>
            <a:lvl1pPr>
              <a:defRPr/>
            </a:lvl1pPr>
          </a:lstStyle>
          <a:p>
            <a:pPr>
              <a:defRPr/>
            </a:pPr>
            <a:r>
              <a:rPr lang="en-IN"/>
              <a:t>Biology for Engineers</a:t>
            </a:r>
          </a:p>
        </p:txBody>
      </p:sp>
      <p:sp>
        <p:nvSpPr>
          <p:cNvPr id="7" name="Slide Number Placeholder 5">
            <a:extLst>
              <a:ext uri="{FF2B5EF4-FFF2-40B4-BE49-F238E27FC236}">
                <a16:creationId xmlns:a16="http://schemas.microsoft.com/office/drawing/2014/main" id="{65D0CF30-7D53-B787-3DF1-B13898646544}"/>
              </a:ext>
            </a:extLst>
          </p:cNvPr>
          <p:cNvSpPr>
            <a:spLocks noGrp="1"/>
          </p:cNvSpPr>
          <p:nvPr>
            <p:ph type="sldNum" sz="quarter" idx="12"/>
          </p:nvPr>
        </p:nvSpPr>
        <p:spPr/>
        <p:txBody>
          <a:bodyPr/>
          <a:lstStyle>
            <a:lvl1pPr>
              <a:defRPr/>
            </a:lvl1pPr>
          </a:lstStyle>
          <a:p>
            <a:fld id="{82D93401-0870-4EB8-BD41-361CB0E841C8}" type="slidenum">
              <a:rPr lang="en-IN" altLang="en-US"/>
              <a:pPr/>
              <a:t>‹#›</a:t>
            </a:fld>
            <a:endParaRPr lang="en-IN" altLang="en-US"/>
          </a:p>
        </p:txBody>
      </p:sp>
    </p:spTree>
    <p:extLst>
      <p:ext uri="{BB962C8B-B14F-4D97-AF65-F5344CB8AC3E}">
        <p14:creationId xmlns:p14="http://schemas.microsoft.com/office/powerpoint/2010/main" val="1351709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C97151-67B5-7023-71D5-DB349D4BDDBB}"/>
              </a:ext>
            </a:extLst>
          </p:cNvPr>
          <p:cNvSpPr>
            <a:spLocks noGrp="1"/>
          </p:cNvSpPr>
          <p:nvPr>
            <p:ph type="dt" sz="half" idx="10"/>
          </p:nvPr>
        </p:nvSpPr>
        <p:spPr/>
        <p:txBody>
          <a:bodyPr/>
          <a:lstStyle>
            <a:lvl1pPr>
              <a:defRPr/>
            </a:lvl1pPr>
          </a:lstStyle>
          <a:p>
            <a:pPr>
              <a:defRPr/>
            </a:pPr>
            <a:fld id="{831822B7-C33A-4784-8DFB-6F3D32CCECAF}" type="datetime1">
              <a:rPr lang="en-IN"/>
              <a:pPr>
                <a:defRPr/>
              </a:pPr>
              <a:t>19-10-2023</a:t>
            </a:fld>
            <a:endParaRPr lang="en-IN"/>
          </a:p>
        </p:txBody>
      </p:sp>
      <p:sp>
        <p:nvSpPr>
          <p:cNvPr id="5" name="Footer Placeholder 4">
            <a:extLst>
              <a:ext uri="{FF2B5EF4-FFF2-40B4-BE49-F238E27FC236}">
                <a16:creationId xmlns:a16="http://schemas.microsoft.com/office/drawing/2014/main" id="{94F8153A-6423-FA0C-14ED-C903804DF0A8}"/>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1619F960-4D33-4976-AFE9-3B442EAF9030}"/>
              </a:ext>
            </a:extLst>
          </p:cNvPr>
          <p:cNvSpPr>
            <a:spLocks noGrp="1"/>
          </p:cNvSpPr>
          <p:nvPr>
            <p:ph type="sldNum" sz="quarter" idx="12"/>
          </p:nvPr>
        </p:nvSpPr>
        <p:spPr/>
        <p:txBody>
          <a:bodyPr/>
          <a:lstStyle>
            <a:lvl1pPr>
              <a:defRPr/>
            </a:lvl1pPr>
          </a:lstStyle>
          <a:p>
            <a:fld id="{09028F51-2EE4-4876-AF8A-71ED0A44A636}" type="slidenum">
              <a:rPr lang="en-IN" altLang="en-US"/>
              <a:pPr/>
              <a:t>‹#›</a:t>
            </a:fld>
            <a:endParaRPr lang="en-IN" altLang="en-US"/>
          </a:p>
        </p:txBody>
      </p:sp>
    </p:spTree>
    <p:extLst>
      <p:ext uri="{BB962C8B-B14F-4D97-AF65-F5344CB8AC3E}">
        <p14:creationId xmlns:p14="http://schemas.microsoft.com/office/powerpoint/2010/main" val="3233595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4FBC71-B9E0-5787-A5DD-A2F895CDBD4A}"/>
              </a:ext>
            </a:extLst>
          </p:cNvPr>
          <p:cNvSpPr txBox="1"/>
          <p:nvPr/>
        </p:nvSpPr>
        <p:spPr>
          <a:xfrm>
            <a:off x="1598613" y="8636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eaLnBrk="1" fontAlgn="auto" hangingPunct="1">
              <a:spcAft>
                <a:spcPts val="0"/>
              </a:spcAft>
              <a:defRPr/>
            </a:pPr>
            <a:r>
              <a:rPr lang="en-US" sz="8000" dirty="0">
                <a:effectLst/>
                <a:latin typeface="+mn-lt"/>
              </a:rPr>
              <a:t>“</a:t>
            </a:r>
          </a:p>
        </p:txBody>
      </p:sp>
      <p:sp>
        <p:nvSpPr>
          <p:cNvPr id="5" name="TextBox 4">
            <a:extLst>
              <a:ext uri="{FF2B5EF4-FFF2-40B4-BE49-F238E27FC236}">
                <a16:creationId xmlns:a16="http://schemas.microsoft.com/office/drawing/2014/main" id="{52212D4C-F279-B61C-5B04-29541D534D98}"/>
              </a:ext>
            </a:extLst>
          </p:cNvPr>
          <p:cNvSpPr txBox="1"/>
          <p:nvPr/>
        </p:nvSpPr>
        <p:spPr>
          <a:xfrm>
            <a:off x="10893425" y="28194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n-US" sz="8000" dirty="0">
                <a:effectLst/>
                <a:latin typeface="+mn-lt"/>
              </a:rPr>
              <a:t>”</a:t>
            </a:r>
          </a:p>
        </p:txBody>
      </p:sp>
      <p:sp>
        <p:nvSpPr>
          <p:cNvPr id="2" name="Title 1"/>
          <p:cNvSpPr>
            <a:spLocks noGrp="1"/>
          </p:cNvSpPr>
          <p:nvPr>
            <p:ph type="title"/>
          </p:nvPr>
        </p:nvSpPr>
        <p:spPr>
          <a:xfrm>
            <a:off x="2208212" y="685800"/>
            <a:ext cx="8990012" cy="2743199"/>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3C10EE84-73C3-335A-DEAB-B150F7FED4CC}"/>
              </a:ext>
            </a:extLst>
          </p:cNvPr>
          <p:cNvSpPr>
            <a:spLocks noGrp="1"/>
          </p:cNvSpPr>
          <p:nvPr>
            <p:ph type="dt" sz="half" idx="14"/>
          </p:nvPr>
        </p:nvSpPr>
        <p:spPr/>
        <p:txBody>
          <a:bodyPr/>
          <a:lstStyle>
            <a:lvl1pPr>
              <a:defRPr/>
            </a:lvl1pPr>
          </a:lstStyle>
          <a:p>
            <a:pPr>
              <a:defRPr/>
            </a:pPr>
            <a:fld id="{27311989-3D8B-4321-8DAA-A3F062FFD3E0}" type="datetime1">
              <a:rPr lang="en-IN"/>
              <a:pPr>
                <a:defRPr/>
              </a:pPr>
              <a:t>19-10-2023</a:t>
            </a:fld>
            <a:endParaRPr lang="en-IN"/>
          </a:p>
        </p:txBody>
      </p:sp>
      <p:sp>
        <p:nvSpPr>
          <p:cNvPr id="7" name="Footer Placeholder 4">
            <a:extLst>
              <a:ext uri="{FF2B5EF4-FFF2-40B4-BE49-F238E27FC236}">
                <a16:creationId xmlns:a16="http://schemas.microsoft.com/office/drawing/2014/main" id="{06B5424D-BBAD-538A-26AC-0A5314193698}"/>
              </a:ext>
            </a:extLst>
          </p:cNvPr>
          <p:cNvSpPr>
            <a:spLocks noGrp="1"/>
          </p:cNvSpPr>
          <p:nvPr>
            <p:ph type="ftr" sz="quarter" idx="15"/>
          </p:nvPr>
        </p:nvSpPr>
        <p:spPr/>
        <p:txBody>
          <a:bodyPr/>
          <a:lstStyle>
            <a:lvl1pPr>
              <a:defRPr/>
            </a:lvl1pPr>
          </a:lstStyle>
          <a:p>
            <a:pPr>
              <a:defRPr/>
            </a:pPr>
            <a:r>
              <a:rPr lang="en-IN"/>
              <a:t>Biology for Engineers</a:t>
            </a:r>
          </a:p>
        </p:txBody>
      </p:sp>
      <p:sp>
        <p:nvSpPr>
          <p:cNvPr id="8" name="Slide Number Placeholder 5">
            <a:extLst>
              <a:ext uri="{FF2B5EF4-FFF2-40B4-BE49-F238E27FC236}">
                <a16:creationId xmlns:a16="http://schemas.microsoft.com/office/drawing/2014/main" id="{AB92D68E-6358-09E3-2688-F5CBBB8A10FA}"/>
              </a:ext>
            </a:extLst>
          </p:cNvPr>
          <p:cNvSpPr>
            <a:spLocks noGrp="1"/>
          </p:cNvSpPr>
          <p:nvPr>
            <p:ph type="sldNum" sz="quarter" idx="16"/>
          </p:nvPr>
        </p:nvSpPr>
        <p:spPr/>
        <p:txBody>
          <a:bodyPr/>
          <a:lstStyle>
            <a:lvl1pPr>
              <a:defRPr/>
            </a:lvl1pPr>
          </a:lstStyle>
          <a:p>
            <a:fld id="{7E8A1818-63E1-4ED9-BBCE-441D19505559}" type="slidenum">
              <a:rPr lang="en-IN" altLang="en-US"/>
              <a:pPr/>
              <a:t>‹#›</a:t>
            </a:fld>
            <a:endParaRPr lang="en-IN" altLang="en-US"/>
          </a:p>
        </p:txBody>
      </p:sp>
    </p:spTree>
    <p:extLst>
      <p:ext uri="{BB962C8B-B14F-4D97-AF65-F5344CB8AC3E}">
        <p14:creationId xmlns:p14="http://schemas.microsoft.com/office/powerpoint/2010/main" val="3082326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90B5DB-B314-D7D1-C5E4-3876BB549D29}"/>
              </a:ext>
            </a:extLst>
          </p:cNvPr>
          <p:cNvSpPr>
            <a:spLocks noGrp="1"/>
          </p:cNvSpPr>
          <p:nvPr>
            <p:ph type="dt" sz="half" idx="10"/>
          </p:nvPr>
        </p:nvSpPr>
        <p:spPr/>
        <p:txBody>
          <a:bodyPr/>
          <a:lstStyle>
            <a:lvl1pPr>
              <a:defRPr/>
            </a:lvl1pPr>
          </a:lstStyle>
          <a:p>
            <a:pPr>
              <a:defRPr/>
            </a:pPr>
            <a:fld id="{A253DE7C-89FB-432C-96CB-CC34BEF7B8C6}" type="datetime1">
              <a:rPr lang="en-IN"/>
              <a:pPr>
                <a:defRPr/>
              </a:pPr>
              <a:t>19-10-2023</a:t>
            </a:fld>
            <a:endParaRPr lang="en-IN"/>
          </a:p>
        </p:txBody>
      </p:sp>
      <p:sp>
        <p:nvSpPr>
          <p:cNvPr id="5" name="Footer Placeholder 4">
            <a:extLst>
              <a:ext uri="{FF2B5EF4-FFF2-40B4-BE49-F238E27FC236}">
                <a16:creationId xmlns:a16="http://schemas.microsoft.com/office/drawing/2014/main" id="{87F599B3-EE3E-5841-4233-788F022686AB}"/>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28AFF6E8-09EA-CFB2-0349-B2551317D609}"/>
              </a:ext>
            </a:extLst>
          </p:cNvPr>
          <p:cNvSpPr>
            <a:spLocks noGrp="1"/>
          </p:cNvSpPr>
          <p:nvPr>
            <p:ph type="sldNum" sz="quarter" idx="12"/>
          </p:nvPr>
        </p:nvSpPr>
        <p:spPr/>
        <p:txBody>
          <a:bodyPr/>
          <a:lstStyle>
            <a:lvl1pPr>
              <a:defRPr/>
            </a:lvl1pPr>
          </a:lstStyle>
          <a:p>
            <a:fld id="{1BCEDF0C-06CA-44F2-8088-89DC5B4B77CB}" type="slidenum">
              <a:rPr lang="en-IN" altLang="en-US"/>
              <a:pPr/>
              <a:t>‹#›</a:t>
            </a:fld>
            <a:endParaRPr lang="en-IN" altLang="en-US"/>
          </a:p>
        </p:txBody>
      </p:sp>
    </p:spTree>
    <p:extLst>
      <p:ext uri="{BB962C8B-B14F-4D97-AF65-F5344CB8AC3E}">
        <p14:creationId xmlns:p14="http://schemas.microsoft.com/office/powerpoint/2010/main" val="3418308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BF7EA1-DB3A-08C6-093D-E762945A3B57}"/>
              </a:ext>
            </a:extLst>
          </p:cNvPr>
          <p:cNvSpPr txBox="1"/>
          <p:nvPr/>
        </p:nvSpPr>
        <p:spPr>
          <a:xfrm>
            <a:off x="1598613" y="8636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eaLnBrk="1" fontAlgn="auto" hangingPunct="1">
              <a:spcAft>
                <a:spcPts val="0"/>
              </a:spcAft>
              <a:defRPr/>
            </a:pPr>
            <a:r>
              <a:rPr lang="en-US" sz="8000" dirty="0">
                <a:effectLst/>
                <a:latin typeface="+mn-lt"/>
              </a:rPr>
              <a:t>“</a:t>
            </a:r>
          </a:p>
        </p:txBody>
      </p:sp>
      <p:sp>
        <p:nvSpPr>
          <p:cNvPr id="5" name="TextBox 4">
            <a:extLst>
              <a:ext uri="{FF2B5EF4-FFF2-40B4-BE49-F238E27FC236}">
                <a16:creationId xmlns:a16="http://schemas.microsoft.com/office/drawing/2014/main" id="{F1BF6FE9-C8A0-5941-F972-8E21FE562177}"/>
              </a:ext>
            </a:extLst>
          </p:cNvPr>
          <p:cNvSpPr txBox="1"/>
          <p:nvPr/>
        </p:nvSpPr>
        <p:spPr>
          <a:xfrm>
            <a:off x="10893425" y="28194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n-US" sz="8000" dirty="0">
                <a:effectLst/>
                <a:latin typeface="+mn-lt"/>
              </a:rPr>
              <a:t>”</a:t>
            </a:r>
          </a:p>
        </p:txBody>
      </p:sp>
      <p:sp>
        <p:nvSpPr>
          <p:cNvPr id="2" name="Title 1"/>
          <p:cNvSpPr>
            <a:spLocks noGrp="1"/>
          </p:cNvSpPr>
          <p:nvPr>
            <p:ph type="title"/>
          </p:nvPr>
        </p:nvSpPr>
        <p:spPr>
          <a:xfrm>
            <a:off x="2208212" y="685800"/>
            <a:ext cx="8990012" cy="2743199"/>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rtlCol="0" anchor="b">
            <a:normAutofit/>
          </a:bodyPr>
          <a:lstStyle>
            <a:lvl1pPr algn="r">
              <a:buNone/>
              <a:defRPr lang="en-US" sz="2400" b="0" cap="none" dirty="0">
                <a:ln w="3175" cmpd="sng">
                  <a:noFill/>
                </a:ln>
                <a:solidFill>
                  <a:schemeClr val="tx1"/>
                </a:solidFill>
                <a:effectLst/>
              </a:defRPr>
            </a:lvl1pPr>
          </a:lstStyle>
          <a:p>
            <a:pPr lvl="0"/>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F8BA7575-565B-FDB7-F93F-E1D8D7A8CDAB}"/>
              </a:ext>
            </a:extLst>
          </p:cNvPr>
          <p:cNvSpPr>
            <a:spLocks noGrp="1"/>
          </p:cNvSpPr>
          <p:nvPr>
            <p:ph type="dt" sz="half" idx="14"/>
          </p:nvPr>
        </p:nvSpPr>
        <p:spPr/>
        <p:txBody>
          <a:bodyPr/>
          <a:lstStyle>
            <a:lvl1pPr>
              <a:defRPr/>
            </a:lvl1pPr>
          </a:lstStyle>
          <a:p>
            <a:pPr>
              <a:defRPr/>
            </a:pPr>
            <a:fld id="{C46DF343-FE58-4A4E-AD7E-522CD1041200}" type="datetime1">
              <a:rPr lang="en-IN"/>
              <a:pPr>
                <a:defRPr/>
              </a:pPr>
              <a:t>19-10-2023</a:t>
            </a:fld>
            <a:endParaRPr lang="en-IN"/>
          </a:p>
        </p:txBody>
      </p:sp>
      <p:sp>
        <p:nvSpPr>
          <p:cNvPr id="7" name="Footer Placeholder 4">
            <a:extLst>
              <a:ext uri="{FF2B5EF4-FFF2-40B4-BE49-F238E27FC236}">
                <a16:creationId xmlns:a16="http://schemas.microsoft.com/office/drawing/2014/main" id="{041684F7-DD55-9D7D-E273-E87F3DC58298}"/>
              </a:ext>
            </a:extLst>
          </p:cNvPr>
          <p:cNvSpPr>
            <a:spLocks noGrp="1"/>
          </p:cNvSpPr>
          <p:nvPr>
            <p:ph type="ftr" sz="quarter" idx="15"/>
          </p:nvPr>
        </p:nvSpPr>
        <p:spPr/>
        <p:txBody>
          <a:bodyPr/>
          <a:lstStyle>
            <a:lvl1pPr>
              <a:defRPr/>
            </a:lvl1pPr>
          </a:lstStyle>
          <a:p>
            <a:pPr>
              <a:defRPr/>
            </a:pPr>
            <a:r>
              <a:rPr lang="en-IN"/>
              <a:t>Biology for Engineers</a:t>
            </a:r>
          </a:p>
        </p:txBody>
      </p:sp>
      <p:sp>
        <p:nvSpPr>
          <p:cNvPr id="8" name="Slide Number Placeholder 5">
            <a:extLst>
              <a:ext uri="{FF2B5EF4-FFF2-40B4-BE49-F238E27FC236}">
                <a16:creationId xmlns:a16="http://schemas.microsoft.com/office/drawing/2014/main" id="{F715DCB8-615C-2535-C7A2-5F07983F6BD4}"/>
              </a:ext>
            </a:extLst>
          </p:cNvPr>
          <p:cNvSpPr>
            <a:spLocks noGrp="1"/>
          </p:cNvSpPr>
          <p:nvPr>
            <p:ph type="sldNum" sz="quarter" idx="16"/>
          </p:nvPr>
        </p:nvSpPr>
        <p:spPr/>
        <p:txBody>
          <a:bodyPr/>
          <a:lstStyle>
            <a:lvl1pPr>
              <a:defRPr/>
            </a:lvl1pPr>
          </a:lstStyle>
          <a:p>
            <a:fld id="{8470DF19-E910-42FB-8D1C-8F1C31166E7E}" type="slidenum">
              <a:rPr lang="en-IN" altLang="en-US"/>
              <a:pPr/>
              <a:t>‹#›</a:t>
            </a:fld>
            <a:endParaRPr lang="en-IN" altLang="en-US"/>
          </a:p>
        </p:txBody>
      </p:sp>
    </p:spTree>
    <p:extLst>
      <p:ext uri="{BB962C8B-B14F-4D97-AF65-F5344CB8AC3E}">
        <p14:creationId xmlns:p14="http://schemas.microsoft.com/office/powerpoint/2010/main" val="1534595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rtlCol="0">
            <a:normAutofit/>
          </a:bodyPr>
          <a:lstStyle>
            <a:lvl1pPr>
              <a:defRPr lang="en-US" b="0" dirty="0"/>
            </a:lvl1pPr>
          </a:lstStyle>
          <a:p>
            <a:pPr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rtlCol="0" anchor="b">
            <a:normAutofit/>
          </a:bodyPr>
          <a:lstStyle>
            <a:lvl1pPr>
              <a:buNone/>
              <a:defRPr lang="en-US" sz="2800" b="0" cap="none" dirty="0">
                <a:ln w="3175" cmpd="sng">
                  <a:noFill/>
                </a:ln>
                <a:solidFill>
                  <a:schemeClr val="tx1"/>
                </a:solidFill>
                <a:effectLst/>
              </a:defRPr>
            </a:lvl1pPr>
          </a:lstStyle>
          <a:p>
            <a:pPr lvl="0"/>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A4EAC1-F6DA-8B06-2B50-556EA9D24188}"/>
              </a:ext>
            </a:extLst>
          </p:cNvPr>
          <p:cNvSpPr>
            <a:spLocks noGrp="1"/>
          </p:cNvSpPr>
          <p:nvPr>
            <p:ph type="dt" sz="half" idx="14"/>
          </p:nvPr>
        </p:nvSpPr>
        <p:spPr/>
        <p:txBody>
          <a:bodyPr/>
          <a:lstStyle>
            <a:lvl1pPr>
              <a:defRPr/>
            </a:lvl1pPr>
          </a:lstStyle>
          <a:p>
            <a:pPr>
              <a:defRPr/>
            </a:pPr>
            <a:fld id="{A9973C25-B8E6-49D8-9895-A36A271B9073}" type="datetime1">
              <a:rPr lang="en-IN"/>
              <a:pPr>
                <a:defRPr/>
              </a:pPr>
              <a:t>19-10-2023</a:t>
            </a:fld>
            <a:endParaRPr lang="en-IN"/>
          </a:p>
        </p:txBody>
      </p:sp>
      <p:sp>
        <p:nvSpPr>
          <p:cNvPr id="5" name="Footer Placeholder 4">
            <a:extLst>
              <a:ext uri="{FF2B5EF4-FFF2-40B4-BE49-F238E27FC236}">
                <a16:creationId xmlns:a16="http://schemas.microsoft.com/office/drawing/2014/main" id="{2FBBC1FF-B448-F264-21F7-785A19F91969}"/>
              </a:ext>
            </a:extLst>
          </p:cNvPr>
          <p:cNvSpPr>
            <a:spLocks noGrp="1"/>
          </p:cNvSpPr>
          <p:nvPr>
            <p:ph type="ftr" sz="quarter" idx="15"/>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75137EAE-D534-B775-40EF-89DE05D9F9C3}"/>
              </a:ext>
            </a:extLst>
          </p:cNvPr>
          <p:cNvSpPr>
            <a:spLocks noGrp="1"/>
          </p:cNvSpPr>
          <p:nvPr>
            <p:ph type="sldNum" sz="quarter" idx="16"/>
          </p:nvPr>
        </p:nvSpPr>
        <p:spPr/>
        <p:txBody>
          <a:bodyPr/>
          <a:lstStyle>
            <a:lvl1pPr>
              <a:defRPr/>
            </a:lvl1pPr>
          </a:lstStyle>
          <a:p>
            <a:fld id="{0232A3C4-3BDE-4275-91F4-A552AAEB886D}" type="slidenum">
              <a:rPr lang="en-IN" altLang="en-US"/>
              <a:pPr/>
              <a:t>‹#›</a:t>
            </a:fld>
            <a:endParaRPr lang="en-IN" altLang="en-US"/>
          </a:p>
        </p:txBody>
      </p:sp>
    </p:spTree>
    <p:extLst>
      <p:ext uri="{BB962C8B-B14F-4D97-AF65-F5344CB8AC3E}">
        <p14:creationId xmlns:p14="http://schemas.microsoft.com/office/powerpoint/2010/main" val="4049081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F3FEA9E-5D6B-66ED-E402-57F90CD586A5}"/>
              </a:ext>
            </a:extLst>
          </p:cNvPr>
          <p:cNvSpPr>
            <a:spLocks noGrp="1"/>
          </p:cNvSpPr>
          <p:nvPr>
            <p:ph type="dt" sz="half" idx="10"/>
          </p:nvPr>
        </p:nvSpPr>
        <p:spPr/>
        <p:txBody>
          <a:bodyPr/>
          <a:lstStyle>
            <a:lvl1pPr>
              <a:defRPr/>
            </a:lvl1pPr>
          </a:lstStyle>
          <a:p>
            <a:pPr>
              <a:defRPr/>
            </a:pPr>
            <a:fld id="{CDF4A80F-FF07-499C-8F2A-4BA77C2A7C27}" type="datetime1">
              <a:rPr lang="en-IN"/>
              <a:pPr>
                <a:defRPr/>
              </a:pPr>
              <a:t>19-10-2023</a:t>
            </a:fld>
            <a:endParaRPr lang="en-IN"/>
          </a:p>
        </p:txBody>
      </p:sp>
      <p:sp>
        <p:nvSpPr>
          <p:cNvPr id="5" name="Footer Placeholder 4">
            <a:extLst>
              <a:ext uri="{FF2B5EF4-FFF2-40B4-BE49-F238E27FC236}">
                <a16:creationId xmlns:a16="http://schemas.microsoft.com/office/drawing/2014/main" id="{8D8C2EE5-FBC3-8075-99DE-E2408174C6B4}"/>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4FB48980-9614-D3FD-136B-D02033F41814}"/>
              </a:ext>
            </a:extLst>
          </p:cNvPr>
          <p:cNvSpPr>
            <a:spLocks noGrp="1"/>
          </p:cNvSpPr>
          <p:nvPr>
            <p:ph type="sldNum" sz="quarter" idx="12"/>
          </p:nvPr>
        </p:nvSpPr>
        <p:spPr/>
        <p:txBody>
          <a:bodyPr/>
          <a:lstStyle>
            <a:lvl1pPr>
              <a:defRPr/>
            </a:lvl1pPr>
          </a:lstStyle>
          <a:p>
            <a:fld id="{4A38DA42-B82F-4290-9D63-5348236F2558}" type="slidenum">
              <a:rPr lang="en-IN" altLang="en-US"/>
              <a:pPr/>
              <a:t>‹#›</a:t>
            </a:fld>
            <a:endParaRPr lang="en-IN" altLang="en-US"/>
          </a:p>
        </p:txBody>
      </p:sp>
    </p:spTree>
    <p:extLst>
      <p:ext uri="{BB962C8B-B14F-4D97-AF65-F5344CB8AC3E}">
        <p14:creationId xmlns:p14="http://schemas.microsoft.com/office/powerpoint/2010/main" val="2258267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88A1A3F-66D6-F27A-9ED8-F0D16A046680}"/>
              </a:ext>
            </a:extLst>
          </p:cNvPr>
          <p:cNvSpPr>
            <a:spLocks noGrp="1"/>
          </p:cNvSpPr>
          <p:nvPr>
            <p:ph type="dt" sz="half" idx="10"/>
          </p:nvPr>
        </p:nvSpPr>
        <p:spPr/>
        <p:txBody>
          <a:bodyPr/>
          <a:lstStyle>
            <a:lvl1pPr>
              <a:defRPr/>
            </a:lvl1pPr>
          </a:lstStyle>
          <a:p>
            <a:pPr>
              <a:defRPr/>
            </a:pPr>
            <a:fld id="{B833AA95-AAD2-4CC7-AA80-0403584C4AFF}" type="datetime1">
              <a:rPr lang="en-IN"/>
              <a:pPr>
                <a:defRPr/>
              </a:pPr>
              <a:t>19-10-2023</a:t>
            </a:fld>
            <a:endParaRPr lang="en-IN"/>
          </a:p>
        </p:txBody>
      </p:sp>
      <p:sp>
        <p:nvSpPr>
          <p:cNvPr id="5" name="Footer Placeholder 4">
            <a:extLst>
              <a:ext uri="{FF2B5EF4-FFF2-40B4-BE49-F238E27FC236}">
                <a16:creationId xmlns:a16="http://schemas.microsoft.com/office/drawing/2014/main" id="{677ACE0A-FA42-7C4A-CB90-0A8423B1FAB2}"/>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10668092-956C-12F3-6AC8-22B755ED924D}"/>
              </a:ext>
            </a:extLst>
          </p:cNvPr>
          <p:cNvSpPr>
            <a:spLocks noGrp="1"/>
          </p:cNvSpPr>
          <p:nvPr>
            <p:ph type="sldNum" sz="quarter" idx="12"/>
          </p:nvPr>
        </p:nvSpPr>
        <p:spPr/>
        <p:txBody>
          <a:bodyPr/>
          <a:lstStyle>
            <a:lvl1pPr>
              <a:defRPr/>
            </a:lvl1pPr>
          </a:lstStyle>
          <a:p>
            <a:fld id="{61A5819F-04DD-4732-9286-28140A4ED109}" type="slidenum">
              <a:rPr lang="en-IN" altLang="en-US"/>
              <a:pPr/>
              <a:t>‹#›</a:t>
            </a:fld>
            <a:endParaRPr lang="en-IN" altLang="en-US"/>
          </a:p>
        </p:txBody>
      </p:sp>
    </p:spTree>
    <p:extLst>
      <p:ext uri="{BB962C8B-B14F-4D97-AF65-F5344CB8AC3E}">
        <p14:creationId xmlns:p14="http://schemas.microsoft.com/office/powerpoint/2010/main" val="709652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E5FAD54-82D0-5474-7BF2-2025A62B7D10}"/>
              </a:ext>
            </a:extLst>
          </p:cNvPr>
          <p:cNvSpPr>
            <a:spLocks noGrp="1"/>
          </p:cNvSpPr>
          <p:nvPr>
            <p:ph type="dt" sz="half" idx="10"/>
          </p:nvPr>
        </p:nvSpPr>
        <p:spPr/>
        <p:txBody>
          <a:bodyPr/>
          <a:lstStyle>
            <a:lvl1pPr>
              <a:defRPr>
                <a:solidFill>
                  <a:prstClr val="black">
                    <a:tint val="75000"/>
                  </a:prstClr>
                </a:solidFill>
              </a:defRPr>
            </a:lvl1pPr>
          </a:lstStyle>
          <a:p>
            <a:pPr>
              <a:defRPr/>
            </a:pPr>
            <a:fld id="{77FB3ACE-D620-4EC3-88A7-3E317E64F19F}" type="datetimeFigureOut">
              <a:rPr lang="en-US"/>
              <a:pPr>
                <a:defRPr/>
              </a:pPr>
              <a:t>10/19/2023</a:t>
            </a:fld>
            <a:endParaRPr lang="en-US"/>
          </a:p>
        </p:txBody>
      </p:sp>
      <p:sp>
        <p:nvSpPr>
          <p:cNvPr id="3" name="Footer Placeholder 4">
            <a:extLst>
              <a:ext uri="{FF2B5EF4-FFF2-40B4-BE49-F238E27FC236}">
                <a16:creationId xmlns:a16="http://schemas.microsoft.com/office/drawing/2014/main" id="{103AC8B6-0A87-864C-CFB3-F9D03BDF0181}"/>
              </a:ext>
            </a:extLst>
          </p:cNvPr>
          <p:cNvSpPr>
            <a:spLocks noGrp="1"/>
          </p:cNvSpPr>
          <p:nvPr>
            <p:ph type="ftr" sz="quarter" idx="11"/>
          </p:nvPr>
        </p:nvSpPr>
        <p:spPr/>
        <p:txBody>
          <a:bodyPr/>
          <a:lstStyle>
            <a:lvl1pPr>
              <a:defRPr>
                <a:solidFill>
                  <a:prstClr val="black">
                    <a:tint val="75000"/>
                  </a:prstClr>
                </a:solidFill>
              </a:defRPr>
            </a:lvl1pPr>
          </a:lstStyle>
          <a:p>
            <a:pPr>
              <a:defRPr/>
            </a:pPr>
            <a:endParaRPr lang="en-US"/>
          </a:p>
        </p:txBody>
      </p:sp>
      <p:sp>
        <p:nvSpPr>
          <p:cNvPr id="4" name="Slide Number Placeholder 5">
            <a:extLst>
              <a:ext uri="{FF2B5EF4-FFF2-40B4-BE49-F238E27FC236}">
                <a16:creationId xmlns:a16="http://schemas.microsoft.com/office/drawing/2014/main" id="{6180D00D-F456-B859-0CC4-DA41A0F919FE}"/>
              </a:ext>
            </a:extLst>
          </p:cNvPr>
          <p:cNvSpPr>
            <a:spLocks noGrp="1"/>
          </p:cNvSpPr>
          <p:nvPr>
            <p:ph type="sldNum" sz="quarter" idx="12"/>
          </p:nvPr>
        </p:nvSpPr>
        <p:spPr/>
        <p:txBody>
          <a:bodyPr/>
          <a:lstStyle>
            <a:lvl1pPr>
              <a:defRPr>
                <a:solidFill>
                  <a:srgbClr val="898989"/>
                </a:solidFill>
              </a:defRPr>
            </a:lvl1pPr>
          </a:lstStyle>
          <a:p>
            <a:fld id="{5148E76D-CA81-4A5A-B331-9651F69E94D2}" type="slidenum">
              <a:rPr lang="en-US" altLang="en-US"/>
              <a:pPr/>
              <a:t>‹#›</a:t>
            </a:fld>
            <a:endParaRPr lang="en-US" altLang="en-US"/>
          </a:p>
        </p:txBody>
      </p:sp>
    </p:spTree>
    <p:extLst>
      <p:ext uri="{BB962C8B-B14F-4D97-AF65-F5344CB8AC3E}">
        <p14:creationId xmlns:p14="http://schemas.microsoft.com/office/powerpoint/2010/main" val="749576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0"/>
          <a:srcRect/>
          <a:stretch>
            <a:fillRect/>
          </a:stretch>
        </a:blip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DD498C41-43FA-3D92-5357-38EDC5F7BB9A}"/>
              </a:ext>
            </a:extLst>
          </p:cNvPr>
          <p:cNvGrpSpPr>
            <a:grpSpLocks/>
          </p:cNvGrpSpPr>
          <p:nvPr/>
        </p:nvGrpSpPr>
        <p:grpSpPr bwMode="auto">
          <a:xfrm>
            <a:off x="150813" y="0"/>
            <a:ext cx="2436812" cy="6858000"/>
            <a:chOff x="1320800" y="0"/>
            <a:chExt cx="2436813" cy="6858001"/>
          </a:xfrm>
        </p:grpSpPr>
        <p:sp>
          <p:nvSpPr>
            <p:cNvPr id="1032" name="Freeform 6">
              <a:extLst>
                <a:ext uri="{FF2B5EF4-FFF2-40B4-BE49-F238E27FC236}">
                  <a16:creationId xmlns:a16="http://schemas.microsoft.com/office/drawing/2014/main" id="{0BEB3622-0EB2-F177-F9D9-D85837CD65FE}"/>
                </a:ext>
              </a:extLst>
            </p:cNvPr>
            <p:cNvSpPr>
              <a:spLocks/>
            </p:cNvSpPr>
            <p:nvPr/>
          </p:nvSpPr>
          <p:spPr bwMode="auto">
            <a:xfrm>
              <a:off x="1627188" y="0"/>
              <a:ext cx="1122363" cy="5329238"/>
            </a:xfrm>
            <a:custGeom>
              <a:avLst/>
              <a:gdLst>
                <a:gd name="T0" fmla="*/ 0 w 707"/>
                <a:gd name="T1" fmla="*/ 2147483646 h 3357"/>
                <a:gd name="T2" fmla="*/ 2147483646 w 707"/>
                <a:gd name="T3" fmla="*/ 2147483646 h 3357"/>
                <a:gd name="T4" fmla="*/ 2147483646 w 707"/>
                <a:gd name="T5" fmla="*/ 0 h 3357"/>
                <a:gd name="T6" fmla="*/ 2147483646 w 707"/>
                <a:gd name="T7" fmla="*/ 0 h 3357"/>
                <a:gd name="T8" fmla="*/ 0 w 707"/>
                <a:gd name="T9" fmla="*/ 2147483646 h 33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7" h="3357">
                  <a:moveTo>
                    <a:pt x="0" y="3330"/>
                  </a:moveTo>
                  <a:lnTo>
                    <a:pt x="156" y="3357"/>
                  </a:lnTo>
                  <a:lnTo>
                    <a:pt x="707" y="0"/>
                  </a:lnTo>
                  <a:lnTo>
                    <a:pt x="547" y="0"/>
                  </a:lnTo>
                  <a:lnTo>
                    <a:pt x="0" y="333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 name="Freeform 7">
              <a:extLst>
                <a:ext uri="{FF2B5EF4-FFF2-40B4-BE49-F238E27FC236}">
                  <a16:creationId xmlns:a16="http://schemas.microsoft.com/office/drawing/2014/main" id="{F44E360D-DAD4-3760-5B49-F8C82BF70E81}"/>
                </a:ext>
              </a:extLst>
            </p:cNvPr>
            <p:cNvSpPr/>
            <p:nvPr/>
          </p:nvSpPr>
          <p:spPr bwMode="auto">
            <a:xfrm>
              <a:off x="1320800" y="0"/>
              <a:ext cx="1117600" cy="5276851"/>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a:extLst>
                <a:ext uri="{FF2B5EF4-FFF2-40B4-BE49-F238E27FC236}">
                  <a16:creationId xmlns:a16="http://schemas.microsoft.com/office/drawing/2014/main" id="{2FFDA4AE-795F-BB72-4C41-BB718D659F88}"/>
                </a:ext>
              </a:extLst>
            </p:cNvPr>
            <p:cNvSpPr/>
            <p:nvPr/>
          </p:nvSpPr>
          <p:spPr bwMode="auto">
            <a:xfrm>
              <a:off x="1320800" y="5238751"/>
              <a:ext cx="1228726"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a:extLst>
                <a:ext uri="{FF2B5EF4-FFF2-40B4-BE49-F238E27FC236}">
                  <a16:creationId xmlns:a16="http://schemas.microsoft.com/office/drawing/2014/main" id="{E8F36633-0854-A4E6-5462-995C5E98E410}"/>
                </a:ext>
              </a:extLst>
            </p:cNvPr>
            <p:cNvSpPr/>
            <p:nvPr/>
          </p:nvSpPr>
          <p:spPr bwMode="auto">
            <a:xfrm>
              <a:off x="1627187" y="5291139"/>
              <a:ext cx="1495426" cy="1566862"/>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a:extLst>
                <a:ext uri="{FF2B5EF4-FFF2-40B4-BE49-F238E27FC236}">
                  <a16:creationId xmlns:a16="http://schemas.microsoft.com/office/drawing/2014/main" id="{B18E2C31-2BAD-4E61-CBCB-18DED492587E}"/>
                </a:ext>
              </a:extLst>
            </p:cNvPr>
            <p:cNvSpPr/>
            <p:nvPr/>
          </p:nvSpPr>
          <p:spPr bwMode="auto">
            <a:xfrm>
              <a:off x="1627187" y="5286376"/>
              <a:ext cx="2130426"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a:extLst>
                <a:ext uri="{FF2B5EF4-FFF2-40B4-BE49-F238E27FC236}">
                  <a16:creationId xmlns:a16="http://schemas.microsoft.com/office/drawing/2014/main" id="{0D77C768-BF13-6D53-D4E4-59A3BE900912}"/>
                </a:ext>
              </a:extLst>
            </p:cNvPr>
            <p:cNvSpPr/>
            <p:nvPr/>
          </p:nvSpPr>
          <p:spPr bwMode="auto">
            <a:xfrm>
              <a:off x="1320800" y="5238751"/>
              <a:ext cx="1695451"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1027" name="Title Placeholder 1">
            <a:extLst>
              <a:ext uri="{FF2B5EF4-FFF2-40B4-BE49-F238E27FC236}">
                <a16:creationId xmlns:a16="http://schemas.microsoft.com/office/drawing/2014/main" id="{BA1F6004-E077-DBCD-307B-03272BAA9404}"/>
              </a:ext>
            </a:extLst>
          </p:cNvPr>
          <p:cNvSpPr>
            <a:spLocks noGrp="1" noChangeArrowheads="1"/>
          </p:cNvSpPr>
          <p:nvPr>
            <p:ph type="title"/>
          </p:nvPr>
        </p:nvSpPr>
        <p:spPr bwMode="auto">
          <a:xfrm>
            <a:off x="1484313" y="685800"/>
            <a:ext cx="100187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BC0EFB91-159A-5F23-E586-9F2A364C15CE}"/>
              </a:ext>
            </a:extLst>
          </p:cNvPr>
          <p:cNvSpPr>
            <a:spLocks noGrp="1" noChangeArrowheads="1"/>
          </p:cNvSpPr>
          <p:nvPr>
            <p:ph type="body" idx="1"/>
          </p:nvPr>
        </p:nvSpPr>
        <p:spPr bwMode="auto">
          <a:xfrm>
            <a:off x="1484313" y="2667000"/>
            <a:ext cx="10018712"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0343871-CB16-13AA-2386-D86A62AF7DC8}"/>
              </a:ext>
            </a:extLst>
          </p:cNvPr>
          <p:cNvSpPr>
            <a:spLocks noGrp="1"/>
          </p:cNvSpPr>
          <p:nvPr>
            <p:ph type="dt" sz="half" idx="2"/>
          </p:nvPr>
        </p:nvSpPr>
        <p:spPr>
          <a:xfrm>
            <a:off x="9732963" y="5883275"/>
            <a:ext cx="1143000" cy="365125"/>
          </a:xfrm>
          <a:prstGeom prst="rect">
            <a:avLst/>
          </a:prstGeom>
        </p:spPr>
        <p:txBody>
          <a:bodyPr vert="horz" lIns="91440" tIns="45720" rIns="91440" bIns="45720" rtlCol="0" anchor="ctr"/>
          <a:lstStyle>
            <a:lvl1pPr algn="r" eaLnBrk="1" fontAlgn="auto" hangingPunct="1">
              <a:spcBef>
                <a:spcPts val="0"/>
              </a:spcBef>
              <a:spcAft>
                <a:spcPts val="0"/>
              </a:spcAft>
              <a:defRPr sz="1000" b="0" i="0">
                <a:solidFill>
                  <a:schemeClr val="tx1"/>
                </a:solidFill>
                <a:effectLst/>
                <a:latin typeface="+mn-lt"/>
              </a:defRPr>
            </a:lvl1pPr>
          </a:lstStyle>
          <a:p>
            <a:pPr>
              <a:defRPr/>
            </a:pPr>
            <a:fld id="{3576FAAF-27BE-4A8A-9E76-D4DEE28AA83B}" type="datetime1">
              <a:rPr lang="en-IN"/>
              <a:pPr>
                <a:defRPr/>
              </a:pPr>
              <a:t>19-10-2023</a:t>
            </a:fld>
            <a:endParaRPr lang="en-IN"/>
          </a:p>
        </p:txBody>
      </p:sp>
      <p:sp>
        <p:nvSpPr>
          <p:cNvPr id="5" name="Footer Placeholder 4">
            <a:extLst>
              <a:ext uri="{FF2B5EF4-FFF2-40B4-BE49-F238E27FC236}">
                <a16:creationId xmlns:a16="http://schemas.microsoft.com/office/drawing/2014/main" id="{F632815F-9C94-2AB5-7993-A60B537D5921}"/>
              </a:ext>
            </a:extLst>
          </p:cNvPr>
          <p:cNvSpPr>
            <a:spLocks noGrp="1"/>
          </p:cNvSpPr>
          <p:nvPr>
            <p:ph type="ftr" sz="quarter" idx="3"/>
          </p:nvPr>
        </p:nvSpPr>
        <p:spPr>
          <a:xfrm>
            <a:off x="2571750" y="5883275"/>
            <a:ext cx="7085013" cy="365125"/>
          </a:xfrm>
          <a:prstGeom prst="rect">
            <a:avLst/>
          </a:prstGeom>
        </p:spPr>
        <p:txBody>
          <a:bodyPr vert="horz" lIns="91440" tIns="45720" rIns="91440" bIns="45720" rtlCol="0" anchor="ctr"/>
          <a:lstStyle>
            <a:lvl1pPr algn="l" eaLnBrk="1" fontAlgn="auto" hangingPunct="1">
              <a:spcBef>
                <a:spcPts val="0"/>
              </a:spcBef>
              <a:spcAft>
                <a:spcPts val="0"/>
              </a:spcAft>
              <a:defRPr sz="1000" b="0" i="0">
                <a:solidFill>
                  <a:schemeClr val="tx1"/>
                </a:solidFill>
                <a:effectLst/>
                <a:latin typeface="+mn-lt"/>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254007E7-4E0A-3A87-C24D-F4193AF76329}"/>
              </a:ext>
            </a:extLst>
          </p:cNvPr>
          <p:cNvSpPr>
            <a:spLocks noGrp="1"/>
          </p:cNvSpPr>
          <p:nvPr>
            <p:ph type="sldNum" sz="quarter" idx="4"/>
          </p:nvPr>
        </p:nvSpPr>
        <p:spPr>
          <a:xfrm>
            <a:off x="10952163" y="5883275"/>
            <a:ext cx="55086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latin typeface="Century Schoolbook" panose="02040604050505020304" pitchFamily="18" charset="0"/>
              </a:defRPr>
            </a:lvl1pPr>
          </a:lstStyle>
          <a:p>
            <a:fld id="{4D929E23-C311-48B8-9B57-D21E236FBEDA}"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4445" r:id="rId1"/>
    <p:sldLayoutId id="2147484446" r:id="rId2"/>
    <p:sldLayoutId id="2147484433" r:id="rId3"/>
    <p:sldLayoutId id="2147484434" r:id="rId4"/>
    <p:sldLayoutId id="2147484435" r:id="rId5"/>
    <p:sldLayoutId id="2147484436" r:id="rId6"/>
    <p:sldLayoutId id="2147484437" r:id="rId7"/>
    <p:sldLayoutId id="2147484438" r:id="rId8"/>
    <p:sldLayoutId id="2147484447" r:id="rId9"/>
    <p:sldLayoutId id="2147484439" r:id="rId10"/>
    <p:sldLayoutId id="2147484440" r:id="rId11"/>
    <p:sldLayoutId id="2147484448" r:id="rId12"/>
    <p:sldLayoutId id="2147484441" r:id="rId13"/>
    <p:sldLayoutId id="2147484449" r:id="rId14"/>
    <p:sldLayoutId id="2147484442" r:id="rId15"/>
    <p:sldLayoutId id="2147484443" r:id="rId16"/>
    <p:sldLayoutId id="2147484444" r:id="rId17"/>
    <p:sldLayoutId id="2147484450" r:id="rId18"/>
  </p:sldLayoutIdLst>
  <p:hf sldNum="0" hdr="0" ftr="0" dt="0"/>
  <p:txStyles>
    <p:titleStyle>
      <a:lvl1pPr algn="ctr" defTabSz="457200" rtl="0" eaLnBrk="0" fontAlgn="base" hangingPunct="0">
        <a:spcBef>
          <a:spcPct val="0"/>
        </a:spcBef>
        <a:spcAft>
          <a:spcPct val="0"/>
        </a:spcAft>
        <a:defRPr sz="4000" kern="1200">
          <a:ln w="3175" cmpd="sng">
            <a:noFill/>
          </a:ln>
          <a:solidFill>
            <a:schemeClr val="tx1"/>
          </a:solidFill>
          <a:latin typeface="+mj-lt"/>
          <a:ea typeface="+mj-ea"/>
          <a:cs typeface="+mj-cs"/>
        </a:defRPr>
      </a:lvl1pPr>
      <a:lvl2pPr algn="ctr" defTabSz="457200" rtl="0" eaLnBrk="0" fontAlgn="base" hangingPunct="0">
        <a:spcBef>
          <a:spcPct val="0"/>
        </a:spcBef>
        <a:spcAft>
          <a:spcPct val="0"/>
        </a:spcAft>
        <a:defRPr sz="4000">
          <a:solidFill>
            <a:schemeClr val="tx1"/>
          </a:solidFill>
          <a:latin typeface="Century Schoolbook" panose="02040604050505020304" pitchFamily="18" charset="0"/>
        </a:defRPr>
      </a:lvl2pPr>
      <a:lvl3pPr algn="ctr" defTabSz="457200" rtl="0" eaLnBrk="0" fontAlgn="base" hangingPunct="0">
        <a:spcBef>
          <a:spcPct val="0"/>
        </a:spcBef>
        <a:spcAft>
          <a:spcPct val="0"/>
        </a:spcAft>
        <a:defRPr sz="4000">
          <a:solidFill>
            <a:schemeClr val="tx1"/>
          </a:solidFill>
          <a:latin typeface="Century Schoolbook" panose="02040604050505020304" pitchFamily="18" charset="0"/>
        </a:defRPr>
      </a:lvl3pPr>
      <a:lvl4pPr algn="ctr" defTabSz="457200" rtl="0" eaLnBrk="0" fontAlgn="base" hangingPunct="0">
        <a:spcBef>
          <a:spcPct val="0"/>
        </a:spcBef>
        <a:spcAft>
          <a:spcPct val="0"/>
        </a:spcAft>
        <a:defRPr sz="4000">
          <a:solidFill>
            <a:schemeClr val="tx1"/>
          </a:solidFill>
          <a:latin typeface="Century Schoolbook" panose="02040604050505020304" pitchFamily="18" charset="0"/>
        </a:defRPr>
      </a:lvl4pPr>
      <a:lvl5pPr algn="ctr" defTabSz="457200" rtl="0" eaLnBrk="0" fontAlgn="base" hangingPunct="0">
        <a:spcBef>
          <a:spcPct val="0"/>
        </a:spcBef>
        <a:spcAft>
          <a:spcPct val="0"/>
        </a:spcAft>
        <a:defRPr sz="4000">
          <a:solidFill>
            <a:schemeClr val="tx1"/>
          </a:solidFill>
          <a:latin typeface="Century Schoolbook" panose="02040604050505020304"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sz="2400" kern="1200">
          <a:solidFill>
            <a:schemeClr val="tx1"/>
          </a:solidFill>
          <a:latin typeface="+mn-lt"/>
          <a:ea typeface="+mn-ea"/>
          <a:cs typeface="+mn-cs"/>
        </a:defRPr>
      </a:lvl1pPr>
      <a:lvl2pPr marL="7429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sz="2000" kern="1200">
          <a:solidFill>
            <a:schemeClr val="tx1"/>
          </a:solidFill>
          <a:latin typeface="+mn-lt"/>
          <a:ea typeface="+mn-ea"/>
          <a:cs typeface="+mn-cs"/>
        </a:defRPr>
      </a:lvl2pPr>
      <a:lvl3pPr marL="1200150" indent="-285750" algn="l" defTabSz="457200" rtl="0" eaLnBrk="0" fontAlgn="base" hangingPunct="0">
        <a:spcBef>
          <a:spcPct val="20000"/>
        </a:spcBef>
        <a:spcAft>
          <a:spcPts val="600"/>
        </a:spcAft>
        <a:buClr>
          <a:srgbClr val="8D1515"/>
        </a:buClr>
        <a:buSzPct val="145000"/>
        <a:buFont typeface="Arial" panose="020B0604020202020204" pitchFamily="34" charset="0"/>
        <a:buChar char="•"/>
        <a:defRPr kern="1200">
          <a:solidFill>
            <a:schemeClr val="tx1"/>
          </a:solidFill>
          <a:latin typeface="+mn-lt"/>
          <a:ea typeface="+mn-ea"/>
          <a:cs typeface="+mn-cs"/>
        </a:defRPr>
      </a:lvl3pPr>
      <a:lvl4pPr marL="1543050" indent="-171450" algn="l" defTabSz="457200" rtl="0" eaLnBrk="0" fontAlgn="base" hangingPunct="0">
        <a:spcBef>
          <a:spcPct val="20000"/>
        </a:spcBef>
        <a:spcAft>
          <a:spcPts val="600"/>
        </a:spcAft>
        <a:buClr>
          <a:srgbClr val="8D1515"/>
        </a:buClr>
        <a:buSzPct val="145000"/>
        <a:buFont typeface="Arial" panose="020B0604020202020204" pitchFamily="34" charset="0"/>
        <a:buChar char="•"/>
        <a:defRPr sz="1600" kern="1200">
          <a:solidFill>
            <a:schemeClr val="tx1"/>
          </a:solidFill>
          <a:latin typeface="+mn-lt"/>
          <a:ea typeface="+mn-ea"/>
          <a:cs typeface="+mn-cs"/>
        </a:defRPr>
      </a:lvl4pPr>
      <a:lvl5pPr marL="2000250" indent="-171450" algn="l" defTabSz="457200" rtl="0" eaLnBrk="0" fontAlgn="base" hangingPunct="0">
        <a:spcBef>
          <a:spcPct val="20000"/>
        </a:spcBef>
        <a:spcAft>
          <a:spcPts val="600"/>
        </a:spcAft>
        <a:buClr>
          <a:srgbClr val="8D1515"/>
        </a:buClr>
        <a:buSzPct val="145000"/>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ages.app.goo.gl/pfWfHfCFP56qo7wC7"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3.png"/><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7.jpeg"/><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7.jpeg"/><Relationship Id="rId2" Type="http://schemas.openxmlformats.org/officeDocument/2006/relationships/diagramData" Target="../diagrams/data10.xml"/><Relationship Id="rId1" Type="http://schemas.openxmlformats.org/officeDocument/2006/relationships/slideLayout" Target="../slideLayouts/slideLayout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Layout" Target="../diagrams/layout11.xml"/><Relationship Id="rId7" Type="http://schemas.openxmlformats.org/officeDocument/2006/relationships/image" Target="../media/image14.jpeg"/><Relationship Id="rId2" Type="http://schemas.openxmlformats.org/officeDocument/2006/relationships/diagramData" Target="../diagrams/data11.xml"/><Relationship Id="rId1" Type="http://schemas.openxmlformats.org/officeDocument/2006/relationships/slideLayout" Target="../slideLayouts/slideLayout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8.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7.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25">
            <a:extLst>
              <a:ext uri="{FF2B5EF4-FFF2-40B4-BE49-F238E27FC236}">
                <a16:creationId xmlns:a16="http://schemas.microsoft.com/office/drawing/2014/main" id="{4424D6CA-9775-3360-89A8-DE31D02E9373}"/>
              </a:ext>
            </a:extLst>
          </p:cNvPr>
          <p:cNvSpPr>
            <a:spLocks noGrp="1" noChangeArrowheads="1"/>
          </p:cNvSpPr>
          <p:nvPr>
            <p:ph type="ctrTitle"/>
          </p:nvPr>
        </p:nvSpPr>
        <p:spPr>
          <a:xfrm>
            <a:off x="2911475" y="1338263"/>
            <a:ext cx="8574088" cy="2806700"/>
          </a:xfrm>
        </p:spPr>
        <p:txBody>
          <a:bodyPr>
            <a:spAutoFit/>
          </a:bodyPr>
          <a:lstStyle/>
          <a:p>
            <a:pPr algn="ctr" defTabSz="622300" eaLnBrk="1" hangingPunct="1">
              <a:lnSpc>
                <a:spcPct val="90000"/>
              </a:lnSpc>
              <a:spcAft>
                <a:spcPct val="35000"/>
              </a:spcAft>
            </a:pPr>
            <a:r>
              <a:rPr lang="en-US" altLang="en-US" sz="2800" b="1">
                <a:ln>
                  <a:noFill/>
                </a:ln>
                <a:ea typeface="Karla" pitchFamily="2" charset="0"/>
                <a:cs typeface="Times New Roman" panose="02020603050405020304" pitchFamily="18" charset="0"/>
              </a:rPr>
              <a:t>UNIVERSITY INSTITUTE OF ENGINEERING</a:t>
            </a:r>
            <a:br>
              <a:rPr lang="en-US" altLang="en-US" sz="2800" b="1">
                <a:ln>
                  <a:noFill/>
                </a:ln>
                <a:ea typeface="Karla" pitchFamily="2" charset="0"/>
                <a:cs typeface="Times New Roman" panose="02020603050405020304" pitchFamily="18" charset="0"/>
              </a:rPr>
            </a:br>
            <a:r>
              <a:rPr lang="en-US" altLang="en-US" sz="2800" b="1">
                <a:ln>
                  <a:noFill/>
                </a:ln>
                <a:ea typeface="Karla" pitchFamily="2" charset="0"/>
                <a:cs typeface="Times New Roman" panose="02020603050405020304" pitchFamily="18" charset="0"/>
              </a:rPr>
              <a:t>Academic Unit V</a:t>
            </a:r>
            <a:br>
              <a:rPr lang="en-US" altLang="en-US" sz="2800" b="1">
                <a:ln>
                  <a:noFill/>
                </a:ln>
                <a:ea typeface="Karla" pitchFamily="2" charset="0"/>
                <a:cs typeface="Times New Roman" panose="02020603050405020304" pitchFamily="18" charset="0"/>
              </a:rPr>
            </a:br>
            <a:r>
              <a:rPr lang="en-US" altLang="en-US" sz="2800">
                <a:ln>
                  <a:noFill/>
                </a:ln>
                <a:ea typeface="Calibri" panose="020F0502020204030204" pitchFamily="34" charset="0"/>
                <a:cs typeface="Times New Roman" panose="02020603050405020304" pitchFamily="18" charset="0"/>
              </a:rPr>
              <a:t>Bachelor of Engineering </a:t>
            </a:r>
            <a:br>
              <a:rPr lang="en-US" altLang="en-US" sz="2800">
                <a:ln>
                  <a:noFill/>
                </a:ln>
                <a:ea typeface="Calibri" panose="020F0502020204030204" pitchFamily="34" charset="0"/>
                <a:cs typeface="Times New Roman" panose="02020603050405020304" pitchFamily="18" charset="0"/>
              </a:rPr>
            </a:br>
            <a:r>
              <a:rPr lang="en-US" altLang="en-US" sz="2800">
                <a:ln>
                  <a:noFill/>
                </a:ln>
                <a:ea typeface="Calibri" panose="020F0502020204030204" pitchFamily="34" charset="0"/>
                <a:cs typeface="Times New Roman" panose="02020603050405020304" pitchFamily="18" charset="0"/>
              </a:rPr>
              <a:t>(Computer Science &amp; Engineering) </a:t>
            </a:r>
            <a:br>
              <a:rPr lang="en-US" altLang="en-US" sz="2800">
                <a:ln>
                  <a:noFill/>
                </a:ln>
                <a:ea typeface="Calibri" panose="020F0502020204030204" pitchFamily="34" charset="0"/>
                <a:cs typeface="Times New Roman" panose="02020603050405020304" pitchFamily="18" charset="0"/>
              </a:rPr>
            </a:br>
            <a:r>
              <a:rPr lang="en-US" altLang="en-US" sz="2800">
                <a:ln>
                  <a:noFill/>
                </a:ln>
                <a:ea typeface="Calibri" panose="020F0502020204030204" pitchFamily="34" charset="0"/>
                <a:cs typeface="Times New Roman" panose="02020603050405020304" pitchFamily="18" charset="0"/>
              </a:rPr>
              <a:t>Biology For Engineers </a:t>
            </a:r>
            <a:br>
              <a:rPr lang="en-US" altLang="en-US" sz="2800">
                <a:ln>
                  <a:noFill/>
                </a:ln>
                <a:ea typeface="Calibri" panose="020F0502020204030204" pitchFamily="34" charset="0"/>
                <a:cs typeface="Times New Roman" panose="02020603050405020304" pitchFamily="18" charset="0"/>
              </a:rPr>
            </a:br>
            <a:r>
              <a:rPr lang="en-US" altLang="en-US" sz="2800">
                <a:ln>
                  <a:noFill/>
                </a:ln>
                <a:ea typeface="Calibri" panose="020F0502020204030204" pitchFamily="34" charset="0"/>
                <a:cs typeface="Times New Roman" panose="02020603050405020304" pitchFamily="18" charset="0"/>
              </a:rPr>
              <a:t>23SZT148</a:t>
            </a:r>
            <a:endParaRPr lang="en-US" altLang="en-US" sz="1600">
              <a:ln>
                <a:noFill/>
              </a:ln>
              <a:latin typeface="Raleway ExtraBold" pitchFamily="2" charset="0"/>
            </a:endParaRPr>
          </a:p>
        </p:txBody>
      </p:sp>
      <p:pic>
        <p:nvPicPr>
          <p:cNvPr id="7" name="Picture 6" descr="This is a logo of chandigarh University" title="chandigarh university">
            <a:extLst>
              <a:ext uri="{FF2B5EF4-FFF2-40B4-BE49-F238E27FC236}">
                <a16:creationId xmlns:a16="http://schemas.microsoft.com/office/drawing/2014/main" id="{100A3823-B464-57BE-EE73-99371145746F}"/>
              </a:ext>
            </a:extLst>
          </p:cNvPr>
          <p:cNvPicPr>
            <a:picLocks noChangeAspect="1"/>
          </p:cNvPicPr>
          <p:nvPr/>
        </p:nvPicPr>
        <p:blipFill>
          <a:blip r:embed="rId2"/>
          <a:stretch>
            <a:fillRect/>
          </a:stretch>
        </p:blipFill>
        <p:spPr>
          <a:xfrm>
            <a:off x="109329" y="89451"/>
            <a:ext cx="3505200" cy="139858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9220" name="TextBox 35">
            <a:extLst>
              <a:ext uri="{FF2B5EF4-FFF2-40B4-BE49-F238E27FC236}">
                <a16:creationId xmlns:a16="http://schemas.microsoft.com/office/drawing/2014/main" id="{5FA01ACD-AC92-2265-23EB-9E22817AAE53}"/>
              </a:ext>
            </a:extLst>
          </p:cNvPr>
          <p:cNvSpPr txBox="1">
            <a:spLocks noChangeArrowheads="1"/>
          </p:cNvSpPr>
          <p:nvPr/>
        </p:nvSpPr>
        <p:spPr bwMode="auto">
          <a:xfrm>
            <a:off x="7253288" y="6183313"/>
            <a:ext cx="49291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r" eaLnBrk="1" hangingPunct="1"/>
            <a:r>
              <a:rPr lang="en-US" altLang="en-US" sz="2000" b="1">
                <a:solidFill>
                  <a:srgbClr val="595959"/>
                </a:solidFill>
                <a:latin typeface="Casper"/>
                <a:ea typeface="Karla" pitchFamily="2" charset="0"/>
                <a:cs typeface="Karla" pitchFamily="2" charset="0"/>
              </a:rPr>
              <a:t>DISCOVER . </a:t>
            </a:r>
            <a:r>
              <a:rPr lang="en-US" altLang="en-US" sz="2000" b="1">
                <a:solidFill>
                  <a:srgbClr val="C00000"/>
                </a:solidFill>
                <a:latin typeface="Casper"/>
                <a:ea typeface="Karla" pitchFamily="2" charset="0"/>
                <a:cs typeface="Karla" pitchFamily="2" charset="0"/>
              </a:rPr>
              <a:t>LEARN</a:t>
            </a:r>
            <a:r>
              <a:rPr lang="en-US" altLang="en-US" sz="2000" b="1">
                <a:solidFill>
                  <a:srgbClr val="595959"/>
                </a:solidFill>
                <a:latin typeface="Casper"/>
                <a:ea typeface="Karla" pitchFamily="2" charset="0"/>
                <a:cs typeface="Karla" pitchFamily="2" charset="0"/>
              </a:rPr>
              <a:t> . EMPOWER</a:t>
            </a:r>
            <a:endParaRPr lang="en-US" altLang="en-US" sz="1200" b="1">
              <a:solidFill>
                <a:srgbClr val="000000"/>
              </a:solidFill>
              <a:latin typeface="Casper"/>
            </a:endParaRPr>
          </a:p>
          <a:p>
            <a:pPr algn="r" eaLnBrk="1" hangingPunct="1"/>
            <a:endParaRPr lang="en-US" altLang="en-US" sz="1600" b="1">
              <a:latin typeface="Casper"/>
            </a:endParaRPr>
          </a:p>
        </p:txBody>
      </p:sp>
      <p:pic>
        <p:nvPicPr>
          <p:cNvPr id="9221" name="Picture 2">
            <a:extLst>
              <a:ext uri="{FF2B5EF4-FFF2-40B4-BE49-F238E27FC236}">
                <a16:creationId xmlns:a16="http://schemas.microsoft.com/office/drawing/2014/main" id="{4BA9F934-228C-505D-1D04-659BEB286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13025"/>
            <a:ext cx="4443413"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1">
            <a:extLst>
              <a:ext uri="{FF2B5EF4-FFF2-40B4-BE49-F238E27FC236}">
                <a16:creationId xmlns:a16="http://schemas.microsoft.com/office/drawing/2014/main" id="{28A1F54A-D2C0-2BE3-BDF8-32526ECF4FF8}"/>
              </a:ext>
            </a:extLst>
          </p:cNvPr>
          <p:cNvSpPr>
            <a:spLocks noChangeArrowheads="1"/>
          </p:cNvSpPr>
          <p:nvPr/>
        </p:nvSpPr>
        <p:spPr bwMode="auto">
          <a:xfrm>
            <a:off x="4205288" y="4876800"/>
            <a:ext cx="60960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nSpc>
                <a:spcPct val="170000"/>
              </a:lnSpc>
              <a:buFont typeface="Wingdings" panose="05000000000000000000" pitchFamily="2" charset="2"/>
              <a:buChar char="Ø"/>
            </a:pPr>
            <a:r>
              <a:rPr lang="en-US" altLang="en-US" b="1"/>
              <a:t>Bio Signals/ Biomedical Signals</a:t>
            </a:r>
          </a:p>
          <a:p>
            <a:pPr>
              <a:lnSpc>
                <a:spcPct val="170000"/>
              </a:lnSpc>
              <a:buFont typeface="Wingdings" panose="05000000000000000000" pitchFamily="2" charset="2"/>
              <a:buChar char="Ø"/>
            </a:pPr>
            <a:r>
              <a:rPr lang="en-IN" altLang="en-US" b="1"/>
              <a:t>Basic Medical Instrumentation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4">
            <a:extLst>
              <a:ext uri="{FF2B5EF4-FFF2-40B4-BE49-F238E27FC236}">
                <a16:creationId xmlns:a16="http://schemas.microsoft.com/office/drawing/2014/main" id="{57CA39B4-7805-747D-1BFA-2668DE63F52D}"/>
              </a:ext>
            </a:extLst>
          </p:cNvPr>
          <p:cNvSpPr txBox="1">
            <a:spLocks noChangeArrowheads="1"/>
          </p:cNvSpPr>
          <p:nvPr/>
        </p:nvSpPr>
        <p:spPr bwMode="auto">
          <a:xfrm>
            <a:off x="2201863" y="1238250"/>
            <a:ext cx="2466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eaLnBrk="1" hangingPunct="1"/>
            <a:r>
              <a:rPr lang="en-IN" altLang="en-US" sz="2400" b="1">
                <a:latin typeface="Times New Roman" panose="02020603050405020304" pitchFamily="18" charset="0"/>
                <a:cs typeface="Times New Roman" panose="02020603050405020304" pitchFamily="18" charset="0"/>
              </a:rPr>
              <a:t>Course Objective</a:t>
            </a:r>
          </a:p>
        </p:txBody>
      </p:sp>
      <p:sp>
        <p:nvSpPr>
          <p:cNvPr id="10243" name="TextBox 10">
            <a:extLst>
              <a:ext uri="{FF2B5EF4-FFF2-40B4-BE49-F238E27FC236}">
                <a16:creationId xmlns:a16="http://schemas.microsoft.com/office/drawing/2014/main" id="{F45247B8-FC90-2943-9EEC-DDF3523C96E2}"/>
              </a:ext>
            </a:extLst>
          </p:cNvPr>
          <p:cNvSpPr txBox="1">
            <a:spLocks noChangeArrowheads="1"/>
          </p:cNvSpPr>
          <p:nvPr/>
        </p:nvSpPr>
        <p:spPr bwMode="auto">
          <a:xfrm>
            <a:off x="1301750" y="2482850"/>
            <a:ext cx="4981575" cy="2678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85750" indent="-285750">
              <a:spcBef>
                <a:spcPct val="20000"/>
              </a:spcBef>
              <a:spcAft>
                <a:spcPts val="600"/>
              </a:spcAft>
              <a:buClr>
                <a:srgbClr val="8D1515"/>
              </a:buClr>
              <a:buSzPct val="145000"/>
              <a:buFont typeface="Arial" panose="020B0604020202020204" pitchFamily="34" charset="0"/>
              <a:buChar char="•"/>
              <a:defRPr sz="2400">
                <a:solidFill>
                  <a:schemeClr val="tx1"/>
                </a:solidFill>
                <a:latin typeface="Century Schoolbook" panose="02040604050505020304" pitchFamily="18" charset="0"/>
              </a:defRPr>
            </a:lvl1pPr>
            <a:lvl2pPr marL="742950" indent="-285750">
              <a:spcBef>
                <a:spcPct val="20000"/>
              </a:spcBef>
              <a:spcAft>
                <a:spcPts val="600"/>
              </a:spcAft>
              <a:buClr>
                <a:srgbClr val="8D1515"/>
              </a:buClr>
              <a:buSzPct val="145000"/>
              <a:buFont typeface="Arial" panose="020B0604020202020204" pitchFamily="34" charset="0"/>
              <a:buChar char="•"/>
              <a:defRPr sz="2000">
                <a:solidFill>
                  <a:schemeClr val="tx1"/>
                </a:solidFill>
                <a:latin typeface="Century Schoolbook" panose="02040604050505020304" pitchFamily="18" charset="0"/>
              </a:defRPr>
            </a:lvl2pPr>
            <a:lvl3pPr marL="1143000" indent="-228600">
              <a:spcBef>
                <a:spcPct val="20000"/>
              </a:spcBef>
              <a:spcAft>
                <a:spcPts val="600"/>
              </a:spcAft>
              <a:buClr>
                <a:srgbClr val="8D1515"/>
              </a:buClr>
              <a:buSzPct val="145000"/>
              <a:buFont typeface="Arial" panose="020B0604020202020204" pitchFamily="34" charset="0"/>
              <a:buChar char="•"/>
              <a:defRPr>
                <a:solidFill>
                  <a:schemeClr val="tx1"/>
                </a:solidFill>
                <a:latin typeface="Century Schoolbook" panose="02040604050505020304" pitchFamily="18" charset="0"/>
              </a:defRPr>
            </a:lvl3pPr>
            <a:lvl4pPr marL="1600200" indent="-228600">
              <a:spcBef>
                <a:spcPct val="20000"/>
              </a:spcBef>
              <a:spcAft>
                <a:spcPts val="600"/>
              </a:spcAft>
              <a:buClr>
                <a:srgbClr val="8D1515"/>
              </a:buClr>
              <a:buSzPct val="145000"/>
              <a:buFont typeface="Arial" panose="020B0604020202020204" pitchFamily="34" charset="0"/>
              <a:buChar char="•"/>
              <a:defRPr sz="1600">
                <a:solidFill>
                  <a:schemeClr val="tx1"/>
                </a:solidFill>
                <a:latin typeface="Century Schoolbook" panose="02040604050505020304" pitchFamily="18" charset="0"/>
              </a:defRPr>
            </a:lvl4pPr>
            <a:lvl5pPr marL="2057400" indent="-22860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9pPr>
          </a:lstStyle>
          <a:p>
            <a:pPr algn="just" eaLnBrk="1" hangingPunct="1">
              <a:spcBef>
                <a:spcPct val="0"/>
              </a:spcBef>
              <a:spcAft>
                <a:spcPct val="0"/>
              </a:spcAft>
              <a:buClrTx/>
              <a:buSzTx/>
            </a:pPr>
            <a:r>
              <a:rPr lang="en-US" altLang="en-US">
                <a:latin typeface="Times New Roman" panose="02020603050405020304" pitchFamily="18" charset="0"/>
                <a:cs typeface="Times New Roman" panose="02020603050405020304" pitchFamily="18" charset="0"/>
              </a:rPr>
              <a:t>This subject is designed to impart fundamental knowledge on basic and emerging fields of biology  like bioinformatics.</a:t>
            </a:r>
          </a:p>
          <a:p>
            <a:pPr algn="just" eaLnBrk="1" hangingPunct="1">
              <a:spcBef>
                <a:spcPct val="0"/>
              </a:spcBef>
              <a:spcAft>
                <a:spcPct val="0"/>
              </a:spcAft>
              <a:buClrTx/>
              <a:buSzTx/>
            </a:pPr>
            <a:r>
              <a:rPr lang="en-US" altLang="en-US">
                <a:latin typeface="Times New Roman" panose="02020603050405020304" pitchFamily="18" charset="0"/>
                <a:cs typeface="Times New Roman" panose="02020603050405020304" pitchFamily="18" charset="0"/>
              </a:rPr>
              <a:t>It is designed to impart knowledge that how to apply basics of biology in engineering.</a:t>
            </a:r>
            <a:endParaRPr lang="en-IN" altLang="en-US">
              <a:latin typeface="Times New Roman" panose="02020603050405020304" pitchFamily="18" charset="0"/>
              <a:cs typeface="Times New Roman" panose="02020603050405020304" pitchFamily="18" charset="0"/>
            </a:endParaRPr>
          </a:p>
        </p:txBody>
      </p:sp>
      <p:sp>
        <p:nvSpPr>
          <p:cNvPr id="10244" name="Rectangle 7">
            <a:extLst>
              <a:ext uri="{FF2B5EF4-FFF2-40B4-BE49-F238E27FC236}">
                <a16:creationId xmlns:a16="http://schemas.microsoft.com/office/drawing/2014/main" id="{28FD35C7-38F6-2755-F45E-85C54D6ED384}"/>
              </a:ext>
            </a:extLst>
          </p:cNvPr>
          <p:cNvSpPr>
            <a:spLocks noChangeArrowheads="1"/>
          </p:cNvSpPr>
          <p:nvPr/>
        </p:nvSpPr>
        <p:spPr bwMode="auto">
          <a:xfrm>
            <a:off x="6267450" y="5757863"/>
            <a:ext cx="5391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400">
                <a:latin typeface="Times New Roman" panose="02020603050405020304" pitchFamily="18" charset="0"/>
                <a:cs typeface="Times New Roman" panose="02020603050405020304" pitchFamily="18" charset="0"/>
                <a:hlinkClick r:id="rId2"/>
              </a:rPr>
              <a:t>https://images.app.goo.gl/pfWfHfCFP56qo7wC7</a:t>
            </a:r>
            <a:r>
              <a:rPr lang="en-IN" altLang="en-US" sz="1400">
                <a:latin typeface="Times New Roman" panose="02020603050405020304" pitchFamily="18" charset="0"/>
                <a:cs typeface="Times New Roman" panose="02020603050405020304" pitchFamily="18" charset="0"/>
              </a:rPr>
              <a:t> </a:t>
            </a:r>
          </a:p>
        </p:txBody>
      </p:sp>
      <p:pic>
        <p:nvPicPr>
          <p:cNvPr id="10245" name="Picture 1">
            <a:extLst>
              <a:ext uri="{FF2B5EF4-FFF2-40B4-BE49-F238E27FC236}">
                <a16:creationId xmlns:a16="http://schemas.microsoft.com/office/drawing/2014/main" id="{5F7F7E52-B79B-7EF4-85D9-B97C81FA7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9863" y="1500188"/>
            <a:ext cx="4981575"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687A4-B6CE-E41F-3278-A8F6F44D52D0}"/>
              </a:ext>
            </a:extLst>
          </p:cNvPr>
          <p:cNvSpPr>
            <a:spLocks noGrp="1"/>
          </p:cNvSpPr>
          <p:nvPr>
            <p:ph type="title"/>
          </p:nvPr>
        </p:nvSpPr>
        <p:spPr>
          <a:xfrm>
            <a:off x="1425575" y="1020763"/>
            <a:ext cx="6056313" cy="715962"/>
          </a:xfrm>
        </p:spPr>
        <p:txBody>
          <a:bodyPr/>
          <a:lstStyle/>
          <a:p>
            <a:pP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sp>
        <p:nvSpPr>
          <p:cNvPr id="7" name="Rectangle 6">
            <a:extLst>
              <a:ext uri="{FF2B5EF4-FFF2-40B4-BE49-F238E27FC236}">
                <a16:creationId xmlns:a16="http://schemas.microsoft.com/office/drawing/2014/main" id="{7D8FE266-2010-033B-7E6A-F5EDFAA15CE3}"/>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116337EC-CC86-E171-96DC-610513BF611C}"/>
              </a:ext>
            </a:extLst>
          </p:cNvPr>
          <p:cNvCxnSpPr>
            <a:cxnSpLocks/>
          </p:cNvCxnSpPr>
          <p:nvPr/>
        </p:nvCxnSpPr>
        <p:spPr>
          <a:xfrm>
            <a:off x="7065963" y="4403725"/>
            <a:ext cx="995362"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69" name="Rectangle 9">
            <a:extLst>
              <a:ext uri="{FF2B5EF4-FFF2-40B4-BE49-F238E27FC236}">
                <a16:creationId xmlns:a16="http://schemas.microsoft.com/office/drawing/2014/main" id="{4C6C7DDE-C845-0C98-F38F-852AE7E7ADE6}"/>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1270" name="Picture 3">
            <a:extLst>
              <a:ext uri="{FF2B5EF4-FFF2-40B4-BE49-F238E27FC236}">
                <a16:creationId xmlns:a16="http://schemas.microsoft.com/office/drawing/2014/main" id="{9411A3B7-1ECB-8E04-0D3D-4E47EA70F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a:extLst>
              <a:ext uri="{FF2B5EF4-FFF2-40B4-BE49-F238E27FC236}">
                <a16:creationId xmlns:a16="http://schemas.microsoft.com/office/drawing/2014/main" id="{955CE4FF-3030-26AC-7F42-C54E9FF76884}"/>
              </a:ext>
            </a:extLst>
          </p:cNvPr>
          <p:cNvGraphicFramePr>
            <a:graphicFrameLocks noGrp="1"/>
          </p:cNvGraphicFramePr>
          <p:nvPr/>
        </p:nvGraphicFramePr>
        <p:xfrm>
          <a:off x="1771650" y="1736725"/>
          <a:ext cx="5668963" cy="4440237"/>
        </p:xfrm>
        <a:graphic>
          <a:graphicData uri="http://schemas.openxmlformats.org/drawingml/2006/table">
            <a:tbl>
              <a:tblPr/>
              <a:tblGrid>
                <a:gridCol w="850900">
                  <a:extLst>
                    <a:ext uri="{9D8B030D-6E8A-4147-A177-3AD203B41FA5}">
                      <a16:colId xmlns:a16="http://schemas.microsoft.com/office/drawing/2014/main" val="20000"/>
                    </a:ext>
                  </a:extLst>
                </a:gridCol>
                <a:gridCol w="3670300">
                  <a:extLst>
                    <a:ext uri="{9D8B030D-6E8A-4147-A177-3AD203B41FA5}">
                      <a16:colId xmlns:a16="http://schemas.microsoft.com/office/drawing/2014/main" val="20001"/>
                    </a:ext>
                  </a:extLst>
                </a:gridCol>
                <a:gridCol w="1147763">
                  <a:extLst>
                    <a:ext uri="{9D8B030D-6E8A-4147-A177-3AD203B41FA5}">
                      <a16:colId xmlns:a16="http://schemas.microsoft.com/office/drawing/2014/main" val="20002"/>
                    </a:ext>
                  </a:extLst>
                </a:gridCol>
              </a:tblGrid>
              <a:tr h="593458">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417">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CO1</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knowledge</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7772">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CO2</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 </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1146">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CO3</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0">
                        <a:lnSpc>
                          <a:spcPct val="93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457200" rtl="0" eaLnBrk="1" fontAlgn="base" latinLnBrk="0" hangingPunct="1">
                        <a:lnSpc>
                          <a:spcPts val="1263"/>
                        </a:lnSpc>
                        <a:spcBef>
                          <a:spcPts val="120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02719">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CO4</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endParaRPr kumimoji="0" lang="en-IN"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15000"/>
                        </a:lnSpc>
                        <a:spcBef>
                          <a:spcPct val="0"/>
                        </a:spcBef>
                        <a:spcAft>
                          <a:spcPts val="1000"/>
                        </a:spcAft>
                        <a:buClrTx/>
                        <a:buSzTx/>
                        <a:buFontTx/>
                        <a:buNone/>
                        <a:tabLst/>
                      </a:pPr>
                      <a:endPar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0725">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 biological principles for developing next generation technologies,</a:t>
                      </a: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DCAE-B28A-96EC-D2CD-145B162F52FF}"/>
              </a:ext>
            </a:extLst>
          </p:cNvPr>
          <p:cNvSpPr>
            <a:spLocks noGrp="1"/>
          </p:cNvSpPr>
          <p:nvPr>
            <p:ph type="title"/>
          </p:nvPr>
        </p:nvSpPr>
        <p:spPr>
          <a:xfrm>
            <a:off x="1135063" y="595313"/>
            <a:ext cx="10018712" cy="965200"/>
          </a:xfrm>
        </p:spPr>
        <p:txBody>
          <a:bodyPr/>
          <a:lstStyle/>
          <a:p>
            <a:pP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2291" name="Content Placeholder 2">
            <a:extLst>
              <a:ext uri="{FF2B5EF4-FFF2-40B4-BE49-F238E27FC236}">
                <a16:creationId xmlns:a16="http://schemas.microsoft.com/office/drawing/2014/main" id="{FFB362A8-9D6F-28F9-33F7-4D39B61D8976}"/>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30822827-65DD-0699-1078-6A1A2F64FB97}"/>
              </a:ext>
            </a:extLst>
          </p:cNvPr>
          <p:cNvGraphicFramePr>
            <a:graphicFrameLocks noGrp="1"/>
          </p:cNvGraphicFramePr>
          <p:nvPr/>
        </p:nvGraphicFramePr>
        <p:xfrm>
          <a:off x="1271588" y="1531938"/>
          <a:ext cx="10485437" cy="4678362"/>
        </p:xfrm>
        <a:graphic>
          <a:graphicData uri="http://schemas.openxmlformats.org/drawingml/2006/table">
            <a:tbl>
              <a:tblPr/>
              <a:tblGrid>
                <a:gridCol w="2018667">
                  <a:extLst>
                    <a:ext uri="{9D8B030D-6E8A-4147-A177-3AD203B41FA5}">
                      <a16:colId xmlns:a16="http://schemas.microsoft.com/office/drawing/2014/main" val="20000"/>
                    </a:ext>
                  </a:extLst>
                </a:gridCol>
                <a:gridCol w="6129105">
                  <a:extLst>
                    <a:ext uri="{9D8B030D-6E8A-4147-A177-3AD203B41FA5}">
                      <a16:colId xmlns:a16="http://schemas.microsoft.com/office/drawing/2014/main" val="20001"/>
                    </a:ext>
                  </a:extLst>
                </a:gridCol>
                <a:gridCol w="2337665">
                  <a:extLst>
                    <a:ext uri="{9D8B030D-6E8A-4147-A177-3AD203B41FA5}">
                      <a16:colId xmlns:a16="http://schemas.microsoft.com/office/drawing/2014/main" val="20002"/>
                    </a:ext>
                  </a:extLst>
                </a:gridCol>
              </a:tblGrid>
              <a:tr h="43068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1" marR="6858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1" marR="6858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1" marR="6858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4767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1" marR="6858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1" marR="6858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12305" name="Picture 5">
            <a:extLst>
              <a:ext uri="{FF2B5EF4-FFF2-40B4-BE49-F238E27FC236}">
                <a16:creationId xmlns:a16="http://schemas.microsoft.com/office/drawing/2014/main" id="{3E33E4A7-9666-996D-991A-B11F8377F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75"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advTm="5661">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F7D96B6-742F-2D40-0259-3B894A01BA82}"/>
              </a:ext>
            </a:extLst>
          </p:cNvPr>
          <p:cNvSpPr>
            <a:spLocks noGrp="1" noChangeArrowheads="1"/>
          </p:cNvSpPr>
          <p:nvPr>
            <p:ph type="title"/>
          </p:nvPr>
        </p:nvSpPr>
        <p:spPr>
          <a:xfrm>
            <a:off x="2084388" y="828675"/>
            <a:ext cx="8891587" cy="2600325"/>
          </a:xfrm>
          <a:prstGeom prst="round2DiagRect">
            <a:avLst/>
          </a:prstGeom>
          <a:solidFill>
            <a:schemeClr val="accent1">
              <a:lumMod val="60000"/>
              <a:lumOff val="40000"/>
            </a:schemeClr>
          </a:solidFill>
        </p:spPr>
        <p:txBody>
          <a:bodyPr/>
          <a:lstStyle/>
          <a:p>
            <a:pPr algn="ctr">
              <a:defRPr/>
            </a:pPr>
            <a:r>
              <a:rPr lang="en-US" altLang="en-US" sz="5400" b="1" dirty="0">
                <a:ln>
                  <a:noFill/>
                </a:ln>
                <a:ea typeface="SimSun" panose="02010600030101010101" pitchFamily="2" charset="-122"/>
              </a:rPr>
              <a:t>Medical Instrumentation</a:t>
            </a:r>
            <a:endParaRPr lang="en-IN" altLang="en-US" sz="5400" dirty="0">
              <a:ln>
                <a:noFill/>
              </a:ln>
            </a:endParaRPr>
          </a:p>
        </p:txBody>
      </p:sp>
      <p:sp>
        <p:nvSpPr>
          <p:cNvPr id="13315" name="Text Placeholder 2">
            <a:extLst>
              <a:ext uri="{FF2B5EF4-FFF2-40B4-BE49-F238E27FC236}">
                <a16:creationId xmlns:a16="http://schemas.microsoft.com/office/drawing/2014/main" id="{9229C4E0-8D34-B992-638C-E1849DA637F7}"/>
              </a:ext>
            </a:extLst>
          </p:cNvPr>
          <p:cNvSpPr>
            <a:spLocks noGrp="1" noChangeArrowheads="1"/>
          </p:cNvSpPr>
          <p:nvPr>
            <p:ph type="body" idx="1"/>
          </p:nvPr>
        </p:nvSpPr>
        <p:spPr>
          <a:xfrm>
            <a:off x="2084388" y="4103688"/>
            <a:ext cx="8891587" cy="1751012"/>
          </a:xfrm>
          <a:prstGeom prst="roundRect">
            <a:avLst/>
          </a:prstGeom>
          <a:solidFill>
            <a:schemeClr val="accent2">
              <a:lumMod val="20000"/>
              <a:lumOff val="80000"/>
            </a:schemeClr>
          </a:solidFill>
        </p:spPr>
        <p:txBody>
          <a:bodyPr>
            <a:noAutofit/>
          </a:bodyPr>
          <a:lstStyle/>
          <a:p>
            <a:pPr marL="457200" indent="-457200" algn="l">
              <a:lnSpc>
                <a:spcPct val="170000"/>
              </a:lnSpc>
              <a:buFont typeface="Wingdings" panose="05000000000000000000" pitchFamily="2" charset="2"/>
              <a:buChar char="Ø"/>
              <a:defRPr/>
            </a:pPr>
            <a:r>
              <a:rPr lang="en-US" altLang="en-US" sz="2800" b="1" dirty="0"/>
              <a:t>Bio Signals/ Biomedical Signals</a:t>
            </a:r>
          </a:p>
          <a:p>
            <a:pPr marL="457200" indent="-457200" algn="l">
              <a:lnSpc>
                <a:spcPct val="170000"/>
              </a:lnSpc>
              <a:buFont typeface="Wingdings" panose="05000000000000000000" pitchFamily="2" charset="2"/>
              <a:buChar char="Ø"/>
              <a:defRPr/>
            </a:pPr>
            <a:r>
              <a:rPr lang="en-IN" altLang="en-US" sz="2800" b="1" dirty="0"/>
              <a:t>Basic Medical Instrumentation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F3D25FCA-C9CC-F404-B08F-3E69496BFA9A}"/>
              </a:ext>
            </a:extLst>
          </p:cNvPr>
          <p:cNvSpPr>
            <a:spLocks noGrp="1" noChangeArrowheads="1"/>
          </p:cNvSpPr>
          <p:nvPr>
            <p:ph type="title"/>
          </p:nvPr>
        </p:nvSpPr>
        <p:spPr>
          <a:xfrm>
            <a:off x="2571750" y="2667000"/>
            <a:ext cx="8931275" cy="2109788"/>
          </a:xfrm>
        </p:spPr>
        <p:txBody>
          <a:bodyPr/>
          <a:lstStyle/>
          <a:p>
            <a:pPr>
              <a:defRPr/>
            </a:pPr>
            <a:r>
              <a:rPr lang="en-US" altLang="en-US" b="1" dirty="0">
                <a:ln>
                  <a:noFill/>
                </a:ln>
                <a:solidFill>
                  <a:schemeClr val="accent2">
                    <a:lumMod val="50000"/>
                  </a:schemeClr>
                </a:solidFill>
                <a:effectLst>
                  <a:outerShdw blurRad="38100" dist="38100" dir="2700000" algn="tl">
                    <a:srgbClr val="000000">
                      <a:alpha val="43137"/>
                    </a:srgbClr>
                  </a:outerShdw>
                </a:effectLst>
              </a:rPr>
              <a:t>Bio Signals/ Biomedical Signals</a:t>
            </a:r>
            <a:br>
              <a:rPr lang="en-US" altLang="en-US" dirty="0">
                <a:ln>
                  <a:noFill/>
                </a:ln>
                <a:solidFill>
                  <a:schemeClr val="accent2">
                    <a:lumMod val="50000"/>
                  </a:schemeClr>
                </a:solidFill>
                <a:effectLst>
                  <a:outerShdw blurRad="38100" dist="38100" dir="2700000" algn="tl">
                    <a:srgbClr val="000000">
                      <a:alpha val="43137"/>
                    </a:srgbClr>
                  </a:outerShdw>
                </a:effectLst>
              </a:rPr>
            </a:br>
            <a:endParaRPr lang="en-IN" altLang="en-US" dirty="0">
              <a:ln>
                <a:noFill/>
              </a:ln>
              <a:solidFill>
                <a:schemeClr val="accent2">
                  <a:lumMod val="50000"/>
                </a:schemeClr>
              </a:solidFill>
              <a:effectLst>
                <a:outerShdw blurRad="38100" dist="38100" dir="2700000" algn="tl">
                  <a:srgbClr val="000000">
                    <a:alpha val="43137"/>
                  </a:srgb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7B94DB0-3C0F-CFCE-0517-AB1F62B3BC3D}"/>
              </a:ext>
            </a:extLst>
          </p:cNvPr>
          <p:cNvGraphicFramePr/>
          <p:nvPr>
            <p:extLst>
              <p:ext uri="{D42A27DB-BD31-4B8C-83A1-F6EECF244321}">
                <p14:modId xmlns:p14="http://schemas.microsoft.com/office/powerpoint/2010/main" val="4180918137"/>
              </p:ext>
            </p:extLst>
          </p:nvPr>
        </p:nvGraphicFramePr>
        <p:xfrm>
          <a:off x="1" y="169785"/>
          <a:ext cx="6096000" cy="60429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364" name="Picture 4" descr="Signal Definition &amp; Image | GameSmartz">
            <a:extLst>
              <a:ext uri="{FF2B5EF4-FFF2-40B4-BE49-F238E27FC236}">
                <a16:creationId xmlns:a16="http://schemas.microsoft.com/office/drawing/2014/main" id="{8813D272-DB2D-8A98-45B3-0632B23D67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7976" y="1353822"/>
            <a:ext cx="6044152" cy="4533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BCCB015-848C-A334-F712-DF3C628360BC}"/>
              </a:ext>
            </a:extLst>
          </p:cNvPr>
          <p:cNvGraphicFramePr/>
          <p:nvPr>
            <p:extLst>
              <p:ext uri="{D42A27DB-BD31-4B8C-83A1-F6EECF244321}">
                <p14:modId xmlns:p14="http://schemas.microsoft.com/office/powerpoint/2010/main" val="191535151"/>
              </p:ext>
            </p:extLst>
          </p:nvPr>
        </p:nvGraphicFramePr>
        <p:xfrm>
          <a:off x="1992243" y="248479"/>
          <a:ext cx="9179340" cy="6211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How Does a Glucose Sensor Work?">
            <a:extLst>
              <a:ext uri="{FF2B5EF4-FFF2-40B4-BE49-F238E27FC236}">
                <a16:creationId xmlns:a16="http://schemas.microsoft.com/office/drawing/2014/main" id="{65E24267-22F9-6798-46EA-1368DA3F9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040" y="1216058"/>
            <a:ext cx="8367920" cy="31954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CCD762-5FE1-8F33-3DED-02BCB0381350}"/>
              </a:ext>
            </a:extLst>
          </p:cNvPr>
          <p:cNvSpPr txBox="1"/>
          <p:nvPr/>
        </p:nvSpPr>
        <p:spPr>
          <a:xfrm flipH="1">
            <a:off x="3194271" y="5272610"/>
            <a:ext cx="7156359" cy="369332"/>
          </a:xfrm>
          <a:prstGeom prst="rect">
            <a:avLst/>
          </a:prstGeom>
          <a:noFill/>
        </p:spPr>
        <p:txBody>
          <a:bodyPr wrap="square" rtlCol="0">
            <a:spAutoFit/>
          </a:bodyPr>
          <a:lstStyle/>
          <a:p>
            <a:r>
              <a:rPr lang="en-US" dirty="0"/>
              <a:t>Enzyme- Glucose oxidase----Convert glucose into gluconic acid </a:t>
            </a:r>
            <a:endParaRPr lang="en-IN" dirty="0"/>
          </a:p>
        </p:txBody>
      </p:sp>
      <p:sp>
        <p:nvSpPr>
          <p:cNvPr id="3" name="TextBox 2">
            <a:extLst>
              <a:ext uri="{FF2B5EF4-FFF2-40B4-BE49-F238E27FC236}">
                <a16:creationId xmlns:a16="http://schemas.microsoft.com/office/drawing/2014/main" id="{0B43430B-641C-67BB-B65F-59FA8E48EFE2}"/>
              </a:ext>
            </a:extLst>
          </p:cNvPr>
          <p:cNvSpPr txBox="1"/>
          <p:nvPr/>
        </p:nvSpPr>
        <p:spPr>
          <a:xfrm flipH="1">
            <a:off x="6525875" y="1675804"/>
            <a:ext cx="1687242" cy="276999"/>
          </a:xfrm>
          <a:prstGeom prst="rect">
            <a:avLst/>
          </a:prstGeom>
          <a:noFill/>
        </p:spPr>
        <p:txBody>
          <a:bodyPr wrap="square" rtlCol="0">
            <a:spAutoFit/>
          </a:bodyPr>
          <a:lstStyle/>
          <a:p>
            <a:r>
              <a:rPr lang="en-US" sz="1200" b="1" dirty="0"/>
              <a:t>Convert signals</a:t>
            </a:r>
            <a:endParaRPr lang="en-IN" sz="1200" b="1" dirty="0"/>
          </a:p>
        </p:txBody>
      </p:sp>
      <p:sp>
        <p:nvSpPr>
          <p:cNvPr id="4" name="TextBox 3">
            <a:extLst>
              <a:ext uri="{FF2B5EF4-FFF2-40B4-BE49-F238E27FC236}">
                <a16:creationId xmlns:a16="http://schemas.microsoft.com/office/drawing/2014/main" id="{0EA50014-98D2-7EA4-2C3E-EFBC0BE9890D}"/>
              </a:ext>
            </a:extLst>
          </p:cNvPr>
          <p:cNvSpPr txBox="1"/>
          <p:nvPr/>
        </p:nvSpPr>
        <p:spPr>
          <a:xfrm flipH="1">
            <a:off x="4379550" y="1681601"/>
            <a:ext cx="2146325" cy="276999"/>
          </a:xfrm>
          <a:prstGeom prst="rect">
            <a:avLst/>
          </a:prstGeom>
          <a:noFill/>
        </p:spPr>
        <p:txBody>
          <a:bodyPr wrap="square" rtlCol="0">
            <a:spAutoFit/>
          </a:bodyPr>
          <a:lstStyle/>
          <a:p>
            <a:r>
              <a:rPr lang="en-US" sz="1200" b="1" dirty="0"/>
              <a:t>Recognize analyte</a:t>
            </a:r>
            <a:endParaRPr lang="en-IN" sz="1200" b="1" dirty="0"/>
          </a:p>
        </p:txBody>
      </p:sp>
      <p:sp>
        <p:nvSpPr>
          <p:cNvPr id="6" name="TextBox 5">
            <a:extLst>
              <a:ext uri="{FF2B5EF4-FFF2-40B4-BE49-F238E27FC236}">
                <a16:creationId xmlns:a16="http://schemas.microsoft.com/office/drawing/2014/main" id="{AE22F5DB-18C6-654E-E7C7-4D5E28A0FD41}"/>
              </a:ext>
            </a:extLst>
          </p:cNvPr>
          <p:cNvSpPr txBox="1"/>
          <p:nvPr/>
        </p:nvSpPr>
        <p:spPr>
          <a:xfrm>
            <a:off x="1133574" y="1752906"/>
            <a:ext cx="4258714" cy="276999"/>
          </a:xfrm>
          <a:prstGeom prst="rect">
            <a:avLst/>
          </a:prstGeom>
          <a:noFill/>
        </p:spPr>
        <p:txBody>
          <a:bodyPr wrap="square">
            <a:spAutoFit/>
          </a:bodyPr>
          <a:lstStyle/>
          <a:p>
            <a:r>
              <a:rPr lang="en-US" sz="1200" b="1" dirty="0">
                <a:solidFill>
                  <a:srgbClr val="202124"/>
                </a:solidFill>
                <a:latin typeface="arial" panose="020B0604020202020204" pitchFamily="34" charset="0"/>
              </a:rPr>
              <a:t>C</a:t>
            </a:r>
            <a:r>
              <a:rPr lang="en-US" sz="1200" b="1" i="0" dirty="0">
                <a:solidFill>
                  <a:srgbClr val="202124"/>
                </a:solidFill>
                <a:effectLst/>
                <a:latin typeface="arial" panose="020B0604020202020204" pitchFamily="34" charset="0"/>
              </a:rPr>
              <a:t>hemical being identified and measured</a:t>
            </a:r>
            <a:endParaRPr lang="en-IN" sz="1200" b="1" dirty="0"/>
          </a:p>
        </p:txBody>
      </p:sp>
      <p:cxnSp>
        <p:nvCxnSpPr>
          <p:cNvPr id="8" name="Straight Connector 7">
            <a:extLst>
              <a:ext uri="{FF2B5EF4-FFF2-40B4-BE49-F238E27FC236}">
                <a16:creationId xmlns:a16="http://schemas.microsoft.com/office/drawing/2014/main" id="{F6CE0D5B-A6E1-12D8-42E9-C824E161EF2E}"/>
              </a:ext>
            </a:extLst>
          </p:cNvPr>
          <p:cNvCxnSpPr>
            <a:cxnSpLocks/>
          </p:cNvCxnSpPr>
          <p:nvPr/>
        </p:nvCxnSpPr>
        <p:spPr>
          <a:xfrm>
            <a:off x="1555423" y="669303"/>
            <a:ext cx="5524107" cy="0"/>
          </a:xfrm>
          <a:prstGeom prst="line">
            <a:avLst/>
          </a:prstGeom>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6841B8C2-16C6-6B83-1E2A-2A2168D60B52}"/>
              </a:ext>
            </a:extLst>
          </p:cNvPr>
          <p:cNvSpPr txBox="1"/>
          <p:nvPr/>
        </p:nvSpPr>
        <p:spPr>
          <a:xfrm flipH="1">
            <a:off x="2172185" y="277247"/>
            <a:ext cx="4414730" cy="369332"/>
          </a:xfrm>
          <a:prstGeom prst="rect">
            <a:avLst/>
          </a:prstGeom>
          <a:noFill/>
        </p:spPr>
        <p:txBody>
          <a:bodyPr wrap="square" rtlCol="0">
            <a:spAutoFit/>
          </a:bodyPr>
          <a:lstStyle/>
          <a:p>
            <a:r>
              <a:rPr lang="en-US" dirty="0"/>
              <a:t>Biological system + Instrument (Biosensor)</a:t>
            </a:r>
            <a:endParaRPr lang="en-IN" dirty="0"/>
          </a:p>
        </p:txBody>
      </p:sp>
      <p:cxnSp>
        <p:nvCxnSpPr>
          <p:cNvPr id="10" name="Straight Connector 9">
            <a:extLst>
              <a:ext uri="{FF2B5EF4-FFF2-40B4-BE49-F238E27FC236}">
                <a16:creationId xmlns:a16="http://schemas.microsoft.com/office/drawing/2014/main" id="{00F87856-E24B-CF18-CEA2-912F083AD1ED}"/>
              </a:ext>
            </a:extLst>
          </p:cNvPr>
          <p:cNvCxnSpPr>
            <a:cxnSpLocks/>
          </p:cNvCxnSpPr>
          <p:nvPr/>
        </p:nvCxnSpPr>
        <p:spPr>
          <a:xfrm>
            <a:off x="7369496" y="689728"/>
            <a:ext cx="1020360" cy="0"/>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1A817F14-73F7-6260-51A4-2A59821B3E7C}"/>
              </a:ext>
            </a:extLst>
          </p:cNvPr>
          <p:cNvSpPr txBox="1"/>
          <p:nvPr/>
        </p:nvSpPr>
        <p:spPr>
          <a:xfrm flipH="1">
            <a:off x="7224513" y="241898"/>
            <a:ext cx="1310326" cy="369332"/>
          </a:xfrm>
          <a:prstGeom prst="rect">
            <a:avLst/>
          </a:prstGeom>
          <a:noFill/>
        </p:spPr>
        <p:txBody>
          <a:bodyPr wrap="square" rtlCol="0">
            <a:spAutoFit/>
          </a:bodyPr>
          <a:lstStyle/>
          <a:p>
            <a:r>
              <a:rPr lang="en-US" dirty="0"/>
              <a:t>Bio signals</a:t>
            </a:r>
            <a:endParaRPr lang="en-IN" dirty="0"/>
          </a:p>
        </p:txBody>
      </p:sp>
      <p:cxnSp>
        <p:nvCxnSpPr>
          <p:cNvPr id="16" name="Straight Arrow Connector 15">
            <a:extLst>
              <a:ext uri="{FF2B5EF4-FFF2-40B4-BE49-F238E27FC236}">
                <a16:creationId xmlns:a16="http://schemas.microsoft.com/office/drawing/2014/main" id="{69B0B530-F89D-A93B-0B5F-27628E71C0C8}"/>
              </a:ext>
            </a:extLst>
          </p:cNvPr>
          <p:cNvCxnSpPr/>
          <p:nvPr/>
        </p:nvCxnSpPr>
        <p:spPr>
          <a:xfrm>
            <a:off x="7879676" y="801278"/>
            <a:ext cx="0" cy="1640264"/>
          </a:xfrm>
          <a:prstGeom prst="straightConnector1">
            <a:avLst/>
          </a:prstGeom>
          <a:ln w="57150">
            <a:prstDash val="sysDot"/>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3136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descr="FACULTY OF ENGINEERING DEPARTMENT OF BIOMEDICAL ENGINEERING - ppt video  online download">
            <a:extLst>
              <a:ext uri="{FF2B5EF4-FFF2-40B4-BE49-F238E27FC236}">
                <a16:creationId xmlns:a16="http://schemas.microsoft.com/office/drawing/2014/main" id="{34CA7017-E0BA-A0D4-7005-083F022A8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Arrow: Down 2">
            <a:extLst>
              <a:ext uri="{FF2B5EF4-FFF2-40B4-BE49-F238E27FC236}">
                <a16:creationId xmlns:a16="http://schemas.microsoft.com/office/drawing/2014/main" id="{A4051399-C947-5338-A724-E30C685ADE7D}"/>
              </a:ext>
            </a:extLst>
          </p:cNvPr>
          <p:cNvSpPr/>
          <p:nvPr/>
        </p:nvSpPr>
        <p:spPr>
          <a:xfrm>
            <a:off x="8116477" y="226242"/>
            <a:ext cx="3120273" cy="9332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Instruments</a:t>
            </a:r>
            <a:endParaRPr lang="en-IN" sz="1400" b="1" dirty="0"/>
          </a:p>
        </p:txBody>
      </p:sp>
      <p:sp>
        <p:nvSpPr>
          <p:cNvPr id="6" name="Arrow: Down 5">
            <a:extLst>
              <a:ext uri="{FF2B5EF4-FFF2-40B4-BE49-F238E27FC236}">
                <a16:creationId xmlns:a16="http://schemas.microsoft.com/office/drawing/2014/main" id="{ED3C02B6-F787-BB2C-785E-D6711174E421}"/>
              </a:ext>
            </a:extLst>
          </p:cNvPr>
          <p:cNvSpPr/>
          <p:nvPr/>
        </p:nvSpPr>
        <p:spPr>
          <a:xfrm>
            <a:off x="5751922" y="406923"/>
            <a:ext cx="2648932" cy="9332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Bio signals</a:t>
            </a:r>
            <a:endParaRPr lang="en-IN" b="1" dirty="0"/>
          </a:p>
        </p:txBody>
      </p:sp>
    </p:spTree>
    <p:extLst>
      <p:ext uri="{BB962C8B-B14F-4D97-AF65-F5344CB8AC3E}">
        <p14:creationId xmlns:p14="http://schemas.microsoft.com/office/powerpoint/2010/main" val="1633983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705B671-BEC6-6321-A368-82D25FB2917C}"/>
              </a:ext>
            </a:extLst>
          </p:cNvPr>
          <p:cNvGraphicFramePr/>
          <p:nvPr>
            <p:extLst>
              <p:ext uri="{D42A27DB-BD31-4B8C-83A1-F6EECF244321}">
                <p14:modId xmlns:p14="http://schemas.microsoft.com/office/powerpoint/2010/main" val="1381760632"/>
              </p:ext>
            </p:extLst>
          </p:nvPr>
        </p:nvGraphicFramePr>
        <p:xfrm>
          <a:off x="1952486" y="357810"/>
          <a:ext cx="9199217" cy="46666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EFCD66E2-C684-CB81-6B3B-A6CE608379B0}"/>
              </a:ext>
            </a:extLst>
          </p:cNvPr>
          <p:cNvSpPr txBox="1"/>
          <p:nvPr/>
        </p:nvSpPr>
        <p:spPr>
          <a:xfrm>
            <a:off x="2745557" y="5571489"/>
            <a:ext cx="8510047" cy="707886"/>
          </a:xfrm>
          <a:prstGeom prst="rect">
            <a:avLst/>
          </a:prstGeom>
          <a:noFill/>
        </p:spPr>
        <p:txBody>
          <a:bodyPr wrap="square">
            <a:spAutoFit/>
          </a:bodyPr>
          <a:lstStyle/>
          <a:p>
            <a:pPr lvl="0"/>
            <a:r>
              <a:rPr lang="en-US" sz="2000" i="0" dirty="0"/>
              <a:t>(e.g., </a:t>
            </a:r>
            <a:r>
              <a:rPr lang="en-US" sz="2000" dirty="0"/>
              <a:t>P</a:t>
            </a:r>
            <a:r>
              <a:rPr lang="en-US" sz="2000" i="0" dirty="0"/>
              <a:t>hysician who uses a </a:t>
            </a:r>
            <a:r>
              <a:rPr lang="en-US" sz="2000" b="1" i="0" dirty="0"/>
              <a:t>stethoscope</a:t>
            </a:r>
            <a:r>
              <a:rPr lang="en-US" sz="2000" i="0" dirty="0"/>
              <a:t> to </a:t>
            </a:r>
            <a:r>
              <a:rPr lang="en-US" sz="2000" b="1" i="0" dirty="0"/>
              <a:t>listen to a patient's heart sounds</a:t>
            </a:r>
            <a:r>
              <a:rPr lang="en-US" sz="2000" i="0" dirty="0"/>
              <a:t> or with the aid of technologically advanced biomedical instruments)</a:t>
            </a:r>
            <a:endParaRPr lang="en-I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B43A48E-3753-9A2E-6A5B-C79ED08FE3A9}"/>
              </a:ext>
            </a:extLst>
          </p:cNvPr>
          <p:cNvSpPr>
            <a:spLocks noGrp="1" noChangeArrowheads="1"/>
          </p:cNvSpPr>
          <p:nvPr>
            <p:ph type="title"/>
          </p:nvPr>
        </p:nvSpPr>
        <p:spPr>
          <a:xfrm>
            <a:off x="1484313" y="307975"/>
            <a:ext cx="9467850" cy="835025"/>
          </a:xfrm>
        </p:spPr>
        <p:txBody>
          <a:bodyPr/>
          <a:lstStyle/>
          <a:p>
            <a:r>
              <a:rPr lang="en-US" altLang="en-US" dirty="0">
                <a:ln>
                  <a:noFill/>
                </a:ln>
                <a:solidFill>
                  <a:srgbClr val="000000"/>
                </a:solidFill>
                <a:latin typeface="Calibri" panose="020F0502020204030204" pitchFamily="34" charset="0"/>
              </a:rPr>
              <a:t>How biomedical signals are generated ?</a:t>
            </a:r>
            <a:endParaRPr lang="en-IN" altLang="en-US" dirty="0">
              <a:ln>
                <a:noFill/>
              </a:ln>
            </a:endParaRPr>
          </a:p>
        </p:txBody>
      </p:sp>
      <p:graphicFrame>
        <p:nvGraphicFramePr>
          <p:cNvPr id="8" name="Content Placeholder 7">
            <a:extLst>
              <a:ext uri="{FF2B5EF4-FFF2-40B4-BE49-F238E27FC236}">
                <a16:creationId xmlns:a16="http://schemas.microsoft.com/office/drawing/2014/main" id="{7F886D5E-E3DA-4FD1-37EE-1E762CFCF469}"/>
              </a:ext>
            </a:extLst>
          </p:cNvPr>
          <p:cNvGraphicFramePr>
            <a:graphicFrameLocks noGrp="1"/>
          </p:cNvGraphicFramePr>
          <p:nvPr>
            <p:ph idx="1"/>
            <p:extLst>
              <p:ext uri="{D42A27DB-BD31-4B8C-83A1-F6EECF244321}">
                <p14:modId xmlns:p14="http://schemas.microsoft.com/office/powerpoint/2010/main" val="3769282743"/>
              </p:ext>
            </p:extLst>
          </p:nvPr>
        </p:nvGraphicFramePr>
        <p:xfrm>
          <a:off x="994456" y="1240971"/>
          <a:ext cx="10110319" cy="4961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67BAE5F-0188-5749-20E3-541307324713}"/>
              </a:ext>
            </a:extLst>
          </p:cNvPr>
          <p:cNvSpPr>
            <a:spLocks noGrp="1" noChangeArrowheads="1"/>
          </p:cNvSpPr>
          <p:nvPr>
            <p:ph type="title"/>
          </p:nvPr>
        </p:nvSpPr>
        <p:spPr>
          <a:xfrm>
            <a:off x="1819275" y="228600"/>
            <a:ext cx="9053513" cy="1014413"/>
          </a:xfrm>
        </p:spPr>
        <p:txBody>
          <a:bodyPr/>
          <a:lstStyle/>
          <a:p>
            <a:pPr algn="just"/>
            <a:r>
              <a:rPr lang="en-US" altLang="en-US" sz="2800">
                <a:ln>
                  <a:noFill/>
                </a:ln>
              </a:rPr>
              <a:t>Biomedical signals/Physiological signals are classified according to where they originate from within the body</a:t>
            </a:r>
            <a:endParaRPr lang="en-IN" altLang="en-US" sz="2800">
              <a:ln>
                <a:noFill/>
              </a:ln>
            </a:endParaRPr>
          </a:p>
        </p:txBody>
      </p:sp>
      <p:pic>
        <p:nvPicPr>
          <p:cNvPr id="21507" name="Picture 2" descr="sources of biomedical signals">
            <a:extLst>
              <a:ext uri="{FF2B5EF4-FFF2-40B4-BE49-F238E27FC236}">
                <a16:creationId xmlns:a16="http://schemas.microsoft.com/office/drawing/2014/main" id="{90238791-BC9B-C596-AED3-55C7727EA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1963" y="1243013"/>
            <a:ext cx="6818312" cy="544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2FE77E4B-58B3-BCFD-CBE3-26A903DD0F29}"/>
              </a:ext>
            </a:extLst>
          </p:cNvPr>
          <p:cNvSpPr>
            <a:spLocks noGrp="1" noChangeArrowheads="1"/>
          </p:cNvSpPr>
          <p:nvPr>
            <p:ph type="title"/>
          </p:nvPr>
        </p:nvSpPr>
        <p:spPr>
          <a:xfrm>
            <a:off x="1633538" y="174625"/>
            <a:ext cx="9507537" cy="576263"/>
          </a:xfrm>
        </p:spPr>
        <p:txBody>
          <a:bodyPr/>
          <a:lstStyle/>
          <a:p>
            <a:r>
              <a:rPr lang="en-IN" altLang="en-US" sz="3200" b="1" dirty="0">
                <a:ln>
                  <a:noFill/>
                </a:ln>
                <a:highlight>
                  <a:srgbClr val="FFFF00"/>
                </a:highlight>
              </a:rPr>
              <a:t>Sources of Biomedical Signals</a:t>
            </a:r>
          </a:p>
        </p:txBody>
      </p:sp>
      <p:graphicFrame>
        <p:nvGraphicFramePr>
          <p:cNvPr id="5" name="Diagram 4">
            <a:extLst>
              <a:ext uri="{FF2B5EF4-FFF2-40B4-BE49-F238E27FC236}">
                <a16:creationId xmlns:a16="http://schemas.microsoft.com/office/drawing/2014/main" id="{B13634C2-6845-042C-2127-57894243872D}"/>
              </a:ext>
            </a:extLst>
          </p:cNvPr>
          <p:cNvGraphicFramePr/>
          <p:nvPr>
            <p:extLst>
              <p:ext uri="{D42A27DB-BD31-4B8C-83A1-F6EECF244321}">
                <p14:modId xmlns:p14="http://schemas.microsoft.com/office/powerpoint/2010/main" val="4100981006"/>
              </p:ext>
            </p:extLst>
          </p:nvPr>
        </p:nvGraphicFramePr>
        <p:xfrm>
          <a:off x="1054026" y="751115"/>
          <a:ext cx="10087050" cy="5999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008A8AB9-B40B-4603-D42F-2BDDBF113BFF}"/>
              </a:ext>
            </a:extLst>
          </p:cNvPr>
          <p:cNvSpPr>
            <a:spLocks noGrp="1" noChangeArrowheads="1"/>
          </p:cNvSpPr>
          <p:nvPr>
            <p:ph type="title"/>
          </p:nvPr>
        </p:nvSpPr>
        <p:spPr>
          <a:xfrm>
            <a:off x="1484313" y="357188"/>
            <a:ext cx="8912225" cy="984250"/>
          </a:xfrm>
        </p:spPr>
        <p:txBody>
          <a:bodyPr/>
          <a:lstStyle/>
          <a:p>
            <a:r>
              <a:rPr lang="en-IN" altLang="en-US">
                <a:ln>
                  <a:noFill/>
                </a:ln>
                <a:solidFill>
                  <a:srgbClr val="000000"/>
                </a:solidFill>
                <a:latin typeface="Calibri" panose="020F0502020204030204" pitchFamily="34" charset="0"/>
              </a:rPr>
              <a:t>Classification of Biomedical Signals</a:t>
            </a:r>
            <a:endParaRPr lang="en-IN" altLang="en-US">
              <a:ln>
                <a:noFill/>
              </a:ln>
            </a:endParaRPr>
          </a:p>
        </p:txBody>
      </p:sp>
      <p:graphicFrame>
        <p:nvGraphicFramePr>
          <p:cNvPr id="4" name="Content Placeholder 3">
            <a:extLst>
              <a:ext uri="{FF2B5EF4-FFF2-40B4-BE49-F238E27FC236}">
                <a16:creationId xmlns:a16="http://schemas.microsoft.com/office/drawing/2014/main" id="{993C3C53-3434-F6ED-CA88-5ED53B2801F7}"/>
              </a:ext>
            </a:extLst>
          </p:cNvPr>
          <p:cNvGraphicFramePr>
            <a:graphicFrameLocks noGrp="1"/>
          </p:cNvGraphicFramePr>
          <p:nvPr>
            <p:ph idx="1"/>
            <p:extLst>
              <p:ext uri="{D42A27DB-BD31-4B8C-83A1-F6EECF244321}">
                <p14:modId xmlns:p14="http://schemas.microsoft.com/office/powerpoint/2010/main" val="335352619"/>
              </p:ext>
            </p:extLst>
          </p:nvPr>
        </p:nvGraphicFramePr>
        <p:xfrm>
          <a:off x="2197999" y="1341438"/>
          <a:ext cx="8422602" cy="4979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4E622D0-7BF0-CAB3-3CF7-7BB67CF562B9}"/>
              </a:ext>
            </a:extLst>
          </p:cNvPr>
          <p:cNvGraphicFramePr/>
          <p:nvPr>
            <p:extLst>
              <p:ext uri="{D42A27DB-BD31-4B8C-83A1-F6EECF244321}">
                <p14:modId xmlns:p14="http://schemas.microsoft.com/office/powerpoint/2010/main" val="1858749064"/>
              </p:ext>
            </p:extLst>
          </p:nvPr>
        </p:nvGraphicFramePr>
        <p:xfrm>
          <a:off x="2285999" y="1302025"/>
          <a:ext cx="8816009" cy="49993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747" name="Title 1">
            <a:extLst>
              <a:ext uri="{FF2B5EF4-FFF2-40B4-BE49-F238E27FC236}">
                <a16:creationId xmlns:a16="http://schemas.microsoft.com/office/drawing/2014/main" id="{F0320C89-0709-C853-54F7-CD0C8B7AB8B5}"/>
              </a:ext>
            </a:extLst>
          </p:cNvPr>
          <p:cNvSpPr txBox="1">
            <a:spLocks noChangeArrowheads="1"/>
          </p:cNvSpPr>
          <p:nvPr/>
        </p:nvSpPr>
        <p:spPr bwMode="auto">
          <a:xfrm>
            <a:off x="1484313" y="377825"/>
            <a:ext cx="9628187"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Clr>
                <a:srgbClr val="8D1515"/>
              </a:buClr>
              <a:buSzPct val="145000"/>
              <a:buFont typeface="Arial" panose="020B0604020202020204" pitchFamily="34" charset="0"/>
              <a:buChar char="•"/>
              <a:defRPr sz="2400">
                <a:solidFill>
                  <a:schemeClr val="tx1"/>
                </a:solidFill>
                <a:latin typeface="Century Schoolbook" panose="02040604050505020304" pitchFamily="18" charset="0"/>
              </a:defRPr>
            </a:lvl1pPr>
            <a:lvl2pPr marL="742950" indent="-285750">
              <a:spcBef>
                <a:spcPct val="20000"/>
              </a:spcBef>
              <a:spcAft>
                <a:spcPts val="600"/>
              </a:spcAft>
              <a:buClr>
                <a:srgbClr val="8D1515"/>
              </a:buClr>
              <a:buSzPct val="145000"/>
              <a:buFont typeface="Arial" panose="020B0604020202020204" pitchFamily="34" charset="0"/>
              <a:buChar char="•"/>
              <a:defRPr sz="2000">
                <a:solidFill>
                  <a:schemeClr val="tx1"/>
                </a:solidFill>
                <a:latin typeface="Century Schoolbook" panose="02040604050505020304" pitchFamily="18" charset="0"/>
              </a:defRPr>
            </a:lvl2pPr>
            <a:lvl3pPr marL="1200150" indent="-285750">
              <a:spcBef>
                <a:spcPct val="20000"/>
              </a:spcBef>
              <a:spcAft>
                <a:spcPts val="600"/>
              </a:spcAft>
              <a:buClr>
                <a:srgbClr val="8D1515"/>
              </a:buClr>
              <a:buSzPct val="145000"/>
              <a:buFont typeface="Arial" panose="020B0604020202020204" pitchFamily="34" charset="0"/>
              <a:buChar char="•"/>
              <a:defRPr>
                <a:solidFill>
                  <a:schemeClr val="tx1"/>
                </a:solidFill>
                <a:latin typeface="Century Schoolbook" panose="02040604050505020304" pitchFamily="18" charset="0"/>
              </a:defRPr>
            </a:lvl3pPr>
            <a:lvl4pPr marL="1543050" indent="-171450">
              <a:spcBef>
                <a:spcPct val="20000"/>
              </a:spcBef>
              <a:spcAft>
                <a:spcPts val="600"/>
              </a:spcAft>
              <a:buClr>
                <a:srgbClr val="8D1515"/>
              </a:buClr>
              <a:buSzPct val="145000"/>
              <a:buFont typeface="Arial" panose="020B0604020202020204" pitchFamily="34" charset="0"/>
              <a:buChar char="•"/>
              <a:defRPr sz="1600">
                <a:solidFill>
                  <a:schemeClr val="tx1"/>
                </a:solidFill>
                <a:latin typeface="Century Schoolbook" panose="02040604050505020304" pitchFamily="18" charset="0"/>
              </a:defRPr>
            </a:lvl4pPr>
            <a:lvl5pPr marL="2000250" indent="-17145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5pPr>
            <a:lvl6pPr marL="2457450" indent="-17145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6pPr>
            <a:lvl7pPr marL="2914650" indent="-17145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7pPr>
            <a:lvl8pPr marL="3371850" indent="-17145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8pPr>
            <a:lvl9pPr marL="3829050" indent="-171450" defTabSz="457200" eaLnBrk="0" fontAlgn="base" hangingPunct="0">
              <a:spcBef>
                <a:spcPct val="20000"/>
              </a:spcBef>
              <a:spcAft>
                <a:spcPts val="600"/>
              </a:spcAft>
              <a:buClr>
                <a:srgbClr val="8D1515"/>
              </a:buClr>
              <a:buSzPct val="145000"/>
              <a:buFont typeface="Arial" panose="020B0604020202020204" pitchFamily="34" charset="0"/>
              <a:buChar char="•"/>
              <a:defRPr sz="1400">
                <a:solidFill>
                  <a:schemeClr val="tx1"/>
                </a:solidFill>
                <a:latin typeface="Century Schoolbook" panose="02040604050505020304" pitchFamily="18" charset="0"/>
              </a:defRPr>
            </a:lvl9pPr>
          </a:lstStyle>
          <a:p>
            <a:pPr algn="ctr">
              <a:spcBef>
                <a:spcPct val="0"/>
              </a:spcBef>
              <a:spcAft>
                <a:spcPct val="0"/>
              </a:spcAft>
              <a:buClrTx/>
              <a:buSzTx/>
              <a:buFontTx/>
              <a:buNone/>
            </a:pPr>
            <a:r>
              <a:rPr lang="en-IN" altLang="en-US" sz="4000">
                <a:latin typeface="Times New Roman" panose="02020603050405020304" pitchFamily="18" charset="0"/>
              </a:rPr>
              <a:t>Importance/Applications of Bio signals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46FA43F9-69BA-02D1-6A97-71FCA8965C40}"/>
              </a:ext>
            </a:extLst>
          </p:cNvPr>
          <p:cNvSpPr>
            <a:spLocks noGrp="1" noChangeArrowheads="1"/>
          </p:cNvSpPr>
          <p:nvPr>
            <p:ph type="title"/>
          </p:nvPr>
        </p:nvSpPr>
        <p:spPr>
          <a:xfrm>
            <a:off x="1604439" y="0"/>
            <a:ext cx="9644062" cy="1457325"/>
          </a:xfrm>
        </p:spPr>
        <p:txBody>
          <a:bodyPr/>
          <a:lstStyle/>
          <a:p>
            <a:pPr>
              <a:defRPr/>
            </a:pPr>
            <a:r>
              <a:rPr lang="en-IN" altLang="en-US" sz="3600" b="1" dirty="0">
                <a:ln>
                  <a:noFill/>
                </a:ln>
                <a:solidFill>
                  <a:schemeClr val="accent2">
                    <a:lumMod val="50000"/>
                  </a:schemeClr>
                </a:solidFill>
                <a:effectLst>
                  <a:outerShdw blurRad="38100" dist="38100" dir="2700000" algn="tl">
                    <a:srgbClr val="000000">
                      <a:alpha val="43137"/>
                    </a:srgbClr>
                  </a:outerShdw>
                </a:effectLst>
              </a:rPr>
              <a:t>Basic Medical Instrumentation System</a:t>
            </a:r>
          </a:p>
        </p:txBody>
      </p:sp>
      <p:pic>
        <p:nvPicPr>
          <p:cNvPr id="2" name="Picture 5" descr="Basics Of Instrumentation">
            <a:extLst>
              <a:ext uri="{FF2B5EF4-FFF2-40B4-BE49-F238E27FC236}">
                <a16:creationId xmlns:a16="http://schemas.microsoft.com/office/drawing/2014/main" id="{367DEE73-16E1-4994-5D8E-DA58553122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1271"/>
          <a:stretch/>
        </p:blipFill>
        <p:spPr bwMode="auto">
          <a:xfrm>
            <a:off x="1225484" y="3648572"/>
            <a:ext cx="10787152" cy="3129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7739F5C5-39E4-6D1A-EE4D-72A605410DD0}"/>
              </a:ext>
            </a:extLst>
          </p:cNvPr>
          <p:cNvGraphicFramePr/>
          <p:nvPr>
            <p:extLst>
              <p:ext uri="{D42A27DB-BD31-4B8C-83A1-F6EECF244321}">
                <p14:modId xmlns:p14="http://schemas.microsoft.com/office/powerpoint/2010/main" val="868911406"/>
              </p:ext>
            </p:extLst>
          </p:nvPr>
        </p:nvGraphicFramePr>
        <p:xfrm>
          <a:off x="966128" y="39759"/>
          <a:ext cx="10259745" cy="4562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4819" name="Picture 2">
            <a:extLst>
              <a:ext uri="{FF2B5EF4-FFF2-40B4-BE49-F238E27FC236}">
                <a16:creationId xmlns:a16="http://schemas.microsoft.com/office/drawing/2014/main" id="{9450E664-5D8C-C00A-2C52-E3755D6FBD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44714"/>
          <a:stretch>
            <a:fillRect/>
          </a:stretch>
        </p:blipFill>
        <p:spPr bwMode="auto">
          <a:xfrm>
            <a:off x="1042201" y="4072003"/>
            <a:ext cx="1025842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D749136D-5F73-DCA1-A60C-BCC8861D9648}"/>
              </a:ext>
            </a:extLst>
          </p:cNvPr>
          <p:cNvSpPr txBox="1"/>
          <p:nvPr/>
        </p:nvSpPr>
        <p:spPr>
          <a:xfrm>
            <a:off x="5429841" y="6380228"/>
            <a:ext cx="2081908" cy="369332"/>
          </a:xfrm>
          <a:prstGeom prst="rect">
            <a:avLst/>
          </a:prstGeom>
          <a:noFill/>
        </p:spPr>
        <p:txBody>
          <a:bodyPr wrap="square" rtlCol="0">
            <a:spAutoFit/>
          </a:bodyPr>
          <a:lstStyle/>
          <a:p>
            <a:r>
              <a:rPr lang="en-US" dirty="0">
                <a:highlight>
                  <a:srgbClr val="FFFF00"/>
                </a:highlight>
              </a:rPr>
              <a:t>Components</a:t>
            </a:r>
            <a:endParaRPr lang="en-IN" dirty="0">
              <a:highlight>
                <a:srgbClr val="FF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863F1AD9-EE8E-B8E1-C18D-7E99877032C4}"/>
              </a:ext>
            </a:extLst>
          </p:cNvPr>
          <p:cNvGraphicFramePr/>
          <p:nvPr>
            <p:extLst>
              <p:ext uri="{D42A27DB-BD31-4B8C-83A1-F6EECF244321}">
                <p14:modId xmlns:p14="http://schemas.microsoft.com/office/powerpoint/2010/main" val="2294783333"/>
              </p:ext>
            </p:extLst>
          </p:nvPr>
        </p:nvGraphicFramePr>
        <p:xfrm>
          <a:off x="966128" y="347870"/>
          <a:ext cx="10259745" cy="58740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5843" name="Picture 3">
            <a:extLst>
              <a:ext uri="{FF2B5EF4-FFF2-40B4-BE49-F238E27FC236}">
                <a16:creationId xmlns:a16="http://schemas.microsoft.com/office/drawing/2014/main" id="{35EFA77B-B1F9-BAAE-97CA-A00359B07E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503E886F-FDB6-CB8E-9498-990391C89E09}"/>
              </a:ext>
            </a:extLst>
          </p:cNvPr>
          <p:cNvGraphicFramePr/>
          <p:nvPr>
            <p:extLst>
              <p:ext uri="{D42A27DB-BD31-4B8C-83A1-F6EECF244321}">
                <p14:modId xmlns:p14="http://schemas.microsoft.com/office/powerpoint/2010/main" val="150040891"/>
              </p:ext>
            </p:extLst>
          </p:nvPr>
        </p:nvGraphicFramePr>
        <p:xfrm>
          <a:off x="391115" y="999240"/>
          <a:ext cx="10800345" cy="5708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7891" name="Picture 4">
            <a:extLst>
              <a:ext uri="{FF2B5EF4-FFF2-40B4-BE49-F238E27FC236}">
                <a16:creationId xmlns:a16="http://schemas.microsoft.com/office/drawing/2014/main" id="{F790A8BE-3633-C740-3EC8-61E502FFDD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2CE75C4-FE7D-F7B5-2DD9-8C81C39F49E8}"/>
              </a:ext>
            </a:extLst>
          </p:cNvPr>
          <p:cNvSpPr>
            <a:spLocks noGrp="1" noChangeArrowheads="1"/>
          </p:cNvSpPr>
          <p:nvPr>
            <p:ph type="title"/>
          </p:nvPr>
        </p:nvSpPr>
        <p:spPr>
          <a:xfrm>
            <a:off x="1633537" y="0"/>
            <a:ext cx="8924925" cy="1042987"/>
          </a:xfrm>
        </p:spPr>
        <p:txBody>
          <a:bodyPr/>
          <a:lstStyle/>
          <a:p>
            <a:r>
              <a:rPr lang="en-US" altLang="en-US" sz="3200" dirty="0">
                <a:ln>
                  <a:noFill/>
                </a:ln>
                <a:highlight>
                  <a:srgbClr val="FFFF00"/>
                </a:highlight>
              </a:rPr>
              <a:t>Basic Objectives of Instrumentation System</a:t>
            </a:r>
            <a:endParaRPr lang="en-IN" altLang="en-US" sz="3200" dirty="0">
              <a:ln>
                <a:noFill/>
              </a:ln>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0DBDBFA0-F040-7073-9AB7-2F0CEB69DADC}"/>
              </a:ext>
            </a:extLst>
          </p:cNvPr>
          <p:cNvGraphicFramePr/>
          <p:nvPr>
            <p:extLst>
              <p:ext uri="{D42A27DB-BD31-4B8C-83A1-F6EECF244321}">
                <p14:modId xmlns:p14="http://schemas.microsoft.com/office/powerpoint/2010/main" val="6207039"/>
              </p:ext>
            </p:extLst>
          </p:nvPr>
        </p:nvGraphicFramePr>
        <p:xfrm>
          <a:off x="1274725" y="1178351"/>
          <a:ext cx="9642549" cy="57874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63" name="Picture 3">
            <a:extLst>
              <a:ext uri="{FF2B5EF4-FFF2-40B4-BE49-F238E27FC236}">
                <a16:creationId xmlns:a16="http://schemas.microsoft.com/office/drawing/2014/main" id="{66AEB7AC-D824-0425-5DF4-B8A25BD1DE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20475" y="0"/>
            <a:ext cx="771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4" name="Picture 4">
            <a:extLst>
              <a:ext uri="{FF2B5EF4-FFF2-40B4-BE49-F238E27FC236}">
                <a16:creationId xmlns:a16="http://schemas.microsoft.com/office/drawing/2014/main" id="{29A4137A-6EA6-EB48-3E1A-FBFC7D1722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3CD3533-2F5A-2D1D-3F68-6619C92EA9F5}"/>
              </a:ext>
            </a:extLst>
          </p:cNvPr>
          <p:cNvSpPr>
            <a:spLocks noGrp="1" noChangeArrowheads="1"/>
          </p:cNvSpPr>
          <p:nvPr>
            <p:ph type="title"/>
          </p:nvPr>
        </p:nvSpPr>
        <p:spPr>
          <a:xfrm>
            <a:off x="1614999" y="221456"/>
            <a:ext cx="9104312" cy="776287"/>
          </a:xfrm>
        </p:spPr>
        <p:txBody>
          <a:bodyPr/>
          <a:lstStyle/>
          <a:p>
            <a:r>
              <a:rPr lang="en-IN" altLang="en-US" sz="2400" b="1" dirty="0">
                <a:ln>
                  <a:noFill/>
                </a:ln>
                <a:highlight>
                  <a:srgbClr val="FFFF00"/>
                </a:highlight>
              </a:rPr>
              <a:t>COMPONENTS/ FUNCTIONAL PARTS OF </a:t>
            </a:r>
            <a:br>
              <a:rPr lang="en-IN" altLang="en-US" sz="2400" b="1" dirty="0">
                <a:ln>
                  <a:noFill/>
                </a:ln>
                <a:highlight>
                  <a:srgbClr val="FFFF00"/>
                </a:highlight>
              </a:rPr>
            </a:br>
            <a:r>
              <a:rPr lang="en-IN" altLang="en-US" sz="2400" b="1" dirty="0">
                <a:ln>
                  <a:noFill/>
                </a:ln>
                <a:highlight>
                  <a:srgbClr val="FFFF00"/>
                </a:highlight>
              </a:rPr>
              <a:t>BIOMEDICAL INSTRUMENTATION</a:t>
            </a:r>
          </a:p>
        </p:txBody>
      </p:sp>
      <p:sp>
        <p:nvSpPr>
          <p:cNvPr id="4" name="TextBox 3">
            <a:extLst>
              <a:ext uri="{FF2B5EF4-FFF2-40B4-BE49-F238E27FC236}">
                <a16:creationId xmlns:a16="http://schemas.microsoft.com/office/drawing/2014/main" id="{4D10B1BC-E1F4-6D3B-3C81-1EE4A41A9FBE}"/>
              </a:ext>
            </a:extLst>
          </p:cNvPr>
          <p:cNvSpPr txBox="1"/>
          <p:nvPr/>
        </p:nvSpPr>
        <p:spPr>
          <a:xfrm flipH="1">
            <a:off x="771524" y="4958605"/>
            <a:ext cx="1630778" cy="707886"/>
          </a:xfrm>
          <a:prstGeom prst="rect">
            <a:avLst/>
          </a:prstGeom>
          <a:noFill/>
        </p:spPr>
        <p:txBody>
          <a:bodyPr wrap="square" rtlCol="0">
            <a:spAutoFit/>
          </a:bodyPr>
          <a:lstStyle/>
          <a:p>
            <a:pPr algn="ctr"/>
            <a:r>
              <a:rPr lang="en-US" sz="2000" dirty="0"/>
              <a:t>MST</a:t>
            </a:r>
          </a:p>
          <a:p>
            <a:pPr algn="ctr"/>
            <a:r>
              <a:rPr lang="en-US" sz="2000" dirty="0"/>
              <a:t>SDRC</a:t>
            </a:r>
            <a:endParaRPr lang="en-IN"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DA430-9ECB-54B4-0AE4-01515EA04D98}"/>
              </a:ext>
            </a:extLst>
          </p:cNvPr>
          <p:cNvSpPr>
            <a:spLocks noGrp="1"/>
          </p:cNvSpPr>
          <p:nvPr>
            <p:ph type="title"/>
          </p:nvPr>
        </p:nvSpPr>
        <p:spPr>
          <a:xfrm>
            <a:off x="1571625" y="193675"/>
            <a:ext cx="9510713" cy="392113"/>
          </a:xfrm>
          <a:solidFill>
            <a:schemeClr val="accent1">
              <a:lumMod val="40000"/>
              <a:lumOff val="60000"/>
            </a:schemeClr>
          </a:solidFill>
        </p:spPr>
        <p:txBody>
          <a:bodyPr>
            <a:normAutofit fontScale="90000"/>
          </a:bodyPr>
          <a:lstStyle/>
          <a:p>
            <a:pPr>
              <a:defRPr/>
            </a:pPr>
            <a:r>
              <a:rPr lang="en-US" sz="2400" dirty="0"/>
              <a:t>Any medical instrument consists of the following functional basic parts:</a:t>
            </a:r>
            <a:endParaRPr lang="en-IN" sz="2400" dirty="0"/>
          </a:p>
        </p:txBody>
      </p:sp>
      <p:graphicFrame>
        <p:nvGraphicFramePr>
          <p:cNvPr id="3" name="Diagram 2">
            <a:extLst>
              <a:ext uri="{FF2B5EF4-FFF2-40B4-BE49-F238E27FC236}">
                <a16:creationId xmlns:a16="http://schemas.microsoft.com/office/drawing/2014/main" id="{3959ED4B-571E-ACDC-2128-9BDD480162D3}"/>
              </a:ext>
            </a:extLst>
          </p:cNvPr>
          <p:cNvGraphicFramePr/>
          <p:nvPr>
            <p:extLst>
              <p:ext uri="{D42A27DB-BD31-4B8C-83A1-F6EECF244321}">
                <p14:modId xmlns:p14="http://schemas.microsoft.com/office/powerpoint/2010/main" val="2285046000"/>
              </p:ext>
            </p:extLst>
          </p:nvPr>
        </p:nvGraphicFramePr>
        <p:xfrm>
          <a:off x="871870" y="595424"/>
          <a:ext cx="10379225" cy="62552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60BF537F-83E8-79EA-33B3-9FC7C48E3882}"/>
              </a:ext>
            </a:extLst>
          </p:cNvPr>
          <p:cNvGraphicFramePr/>
          <p:nvPr>
            <p:extLst>
              <p:ext uri="{D42A27DB-BD31-4B8C-83A1-F6EECF244321}">
                <p14:modId xmlns:p14="http://schemas.microsoft.com/office/powerpoint/2010/main" val="3082937904"/>
              </p:ext>
            </p:extLst>
          </p:nvPr>
        </p:nvGraphicFramePr>
        <p:xfrm>
          <a:off x="1090487" y="326571"/>
          <a:ext cx="10100028" cy="63463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0395E78-2707-3CE9-5B87-B7C35C0B0251}"/>
              </a:ext>
            </a:extLst>
          </p:cNvPr>
          <p:cNvGraphicFramePr/>
          <p:nvPr>
            <p:extLst>
              <p:ext uri="{D42A27DB-BD31-4B8C-83A1-F6EECF244321}">
                <p14:modId xmlns:p14="http://schemas.microsoft.com/office/powerpoint/2010/main" val="1109690970"/>
              </p:ext>
            </p:extLst>
          </p:nvPr>
        </p:nvGraphicFramePr>
        <p:xfrm>
          <a:off x="1028956" y="327991"/>
          <a:ext cx="10139785" cy="6351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2802F5C-9069-29B0-963C-101ED8A68749}"/>
              </a:ext>
            </a:extLst>
          </p:cNvPr>
          <p:cNvGrpSpPr/>
          <p:nvPr/>
        </p:nvGrpSpPr>
        <p:grpSpPr>
          <a:xfrm>
            <a:off x="0" y="116955"/>
            <a:ext cx="11161643" cy="6741045"/>
            <a:chOff x="0" y="116955"/>
            <a:chExt cx="11161643" cy="6741045"/>
          </a:xfrm>
        </p:grpSpPr>
        <p:grpSp>
          <p:nvGrpSpPr>
            <p:cNvPr id="4" name="Group 3">
              <a:extLst>
                <a:ext uri="{FF2B5EF4-FFF2-40B4-BE49-F238E27FC236}">
                  <a16:creationId xmlns:a16="http://schemas.microsoft.com/office/drawing/2014/main" id="{A3C9AEBF-9820-2D00-2519-93635A1A241F}"/>
                </a:ext>
              </a:extLst>
            </p:cNvPr>
            <p:cNvGrpSpPr/>
            <p:nvPr/>
          </p:nvGrpSpPr>
          <p:grpSpPr>
            <a:xfrm>
              <a:off x="0" y="116955"/>
              <a:ext cx="11161643" cy="6741045"/>
              <a:chOff x="0" y="116955"/>
              <a:chExt cx="11161643" cy="6741045"/>
            </a:xfrm>
          </p:grpSpPr>
          <p:pic>
            <p:nvPicPr>
              <p:cNvPr id="2" name="Picture 1">
                <a:extLst>
                  <a:ext uri="{FF2B5EF4-FFF2-40B4-BE49-F238E27FC236}">
                    <a16:creationId xmlns:a16="http://schemas.microsoft.com/office/drawing/2014/main" id="{6247D23B-AAD1-7595-9619-7D6D674A1F0F}"/>
                  </a:ext>
                </a:extLst>
              </p:cNvPr>
              <p:cNvPicPr>
                <a:picLocks noChangeAspect="1"/>
              </p:cNvPicPr>
              <p:nvPr/>
            </p:nvPicPr>
            <p:blipFill>
              <a:blip r:embed="rId2"/>
              <a:stretch>
                <a:fillRect/>
              </a:stretch>
            </p:blipFill>
            <p:spPr>
              <a:xfrm>
                <a:off x="428625" y="116955"/>
                <a:ext cx="10733018" cy="665598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45059" name="Picture 3">
                <a:extLst>
                  <a:ext uri="{FF2B5EF4-FFF2-40B4-BE49-F238E27FC236}">
                    <a16:creationId xmlns:a16="http://schemas.microsoft.com/office/drawing/2014/main" id="{955165C9-EA00-BEC4-FF06-D9B25DF49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170558F-694C-9AA7-1457-69B1852D5DEA}"/>
                  </a:ext>
                </a:extLst>
              </p:cNvPr>
              <p:cNvSpPr txBox="1"/>
              <p:nvPr/>
            </p:nvSpPr>
            <p:spPr>
              <a:xfrm>
                <a:off x="2460397" y="2960015"/>
                <a:ext cx="1046375" cy="738664"/>
              </a:xfrm>
              <a:prstGeom prst="rect">
                <a:avLst/>
              </a:prstGeom>
              <a:solidFill>
                <a:srgbClr val="FF0000"/>
              </a:solidFill>
              <a:ln>
                <a:noFill/>
              </a:ln>
            </p:spPr>
            <p:txBody>
              <a:bodyPr wrap="square" rtlCol="0">
                <a:spAutoFit/>
              </a:bodyPr>
              <a:lstStyle/>
              <a:p>
                <a:pPr algn="ctr"/>
                <a:endParaRPr lang="en-US" sz="1400" b="1" dirty="0">
                  <a:solidFill>
                    <a:schemeClr val="bg1"/>
                  </a:solidFill>
                </a:endParaRPr>
              </a:p>
              <a:p>
                <a:pPr algn="ctr"/>
                <a:r>
                  <a:rPr lang="en-US" sz="1400" b="1" dirty="0">
                    <a:solidFill>
                      <a:schemeClr val="bg1"/>
                    </a:solidFill>
                  </a:rPr>
                  <a:t>Measurand</a:t>
                </a:r>
              </a:p>
              <a:p>
                <a:pPr algn="ctr"/>
                <a:endParaRPr lang="en-US" sz="1400" b="1" dirty="0">
                  <a:solidFill>
                    <a:schemeClr val="bg1"/>
                  </a:solidFill>
                </a:endParaRPr>
              </a:p>
            </p:txBody>
          </p:sp>
        </p:grpSp>
        <p:sp>
          <p:nvSpPr>
            <p:cNvPr id="5" name="TextBox 4">
              <a:extLst>
                <a:ext uri="{FF2B5EF4-FFF2-40B4-BE49-F238E27FC236}">
                  <a16:creationId xmlns:a16="http://schemas.microsoft.com/office/drawing/2014/main" id="{341D5EAC-F477-BC33-DEFF-69E9966B4B5A}"/>
                </a:ext>
              </a:extLst>
            </p:cNvPr>
            <p:cNvSpPr txBox="1"/>
            <p:nvPr/>
          </p:nvSpPr>
          <p:spPr>
            <a:xfrm>
              <a:off x="3214541" y="3498624"/>
              <a:ext cx="292231" cy="461665"/>
            </a:xfrm>
            <a:prstGeom prst="rect">
              <a:avLst/>
            </a:prstGeom>
            <a:solidFill>
              <a:schemeClr val="bg2"/>
            </a:solidFill>
          </p:spPr>
          <p:txBody>
            <a:bodyPr wrap="square" rtlCol="0">
              <a:spAutoFit/>
            </a:bodyPr>
            <a:lstStyle/>
            <a:p>
              <a:r>
                <a:rPr lang="en-US" sz="2400" b="1" dirty="0"/>
                <a:t>1</a:t>
              </a:r>
              <a:endParaRPr lang="en-IN" sz="2400" b="1" dirty="0"/>
            </a:p>
          </p:txBody>
        </p:sp>
        <p:sp>
          <p:nvSpPr>
            <p:cNvPr id="6" name="TextBox 5">
              <a:extLst>
                <a:ext uri="{FF2B5EF4-FFF2-40B4-BE49-F238E27FC236}">
                  <a16:creationId xmlns:a16="http://schemas.microsoft.com/office/drawing/2014/main" id="{79D5BE34-55E1-C3F5-11DA-FC125A3E68DB}"/>
                </a:ext>
              </a:extLst>
            </p:cNvPr>
            <p:cNvSpPr txBox="1"/>
            <p:nvPr/>
          </p:nvSpPr>
          <p:spPr>
            <a:xfrm>
              <a:off x="3643166" y="3228945"/>
              <a:ext cx="292231" cy="461665"/>
            </a:xfrm>
            <a:prstGeom prst="rect">
              <a:avLst/>
            </a:prstGeom>
            <a:solidFill>
              <a:schemeClr val="bg2"/>
            </a:solidFill>
          </p:spPr>
          <p:txBody>
            <a:bodyPr wrap="square" rtlCol="0">
              <a:spAutoFit/>
            </a:bodyPr>
            <a:lstStyle/>
            <a:p>
              <a:r>
                <a:rPr lang="en-US" sz="2400" b="1" dirty="0"/>
                <a:t>2</a:t>
              </a:r>
              <a:endParaRPr lang="en-IN" sz="2400" b="1" dirty="0"/>
            </a:p>
          </p:txBody>
        </p:sp>
        <p:sp>
          <p:nvSpPr>
            <p:cNvPr id="7" name="TextBox 6">
              <a:extLst>
                <a:ext uri="{FF2B5EF4-FFF2-40B4-BE49-F238E27FC236}">
                  <a16:creationId xmlns:a16="http://schemas.microsoft.com/office/drawing/2014/main" id="{C2DDEA51-1DBE-CCE5-F9FB-B814E4E349D0}"/>
                </a:ext>
              </a:extLst>
            </p:cNvPr>
            <p:cNvSpPr txBox="1"/>
            <p:nvPr/>
          </p:nvSpPr>
          <p:spPr>
            <a:xfrm>
              <a:off x="4474296" y="3392978"/>
              <a:ext cx="292231" cy="461665"/>
            </a:xfrm>
            <a:prstGeom prst="rect">
              <a:avLst/>
            </a:prstGeom>
            <a:solidFill>
              <a:schemeClr val="bg2"/>
            </a:solidFill>
          </p:spPr>
          <p:txBody>
            <a:bodyPr wrap="square" rtlCol="0">
              <a:spAutoFit/>
            </a:bodyPr>
            <a:lstStyle/>
            <a:p>
              <a:r>
                <a:rPr lang="en-US" sz="2400" b="1" dirty="0"/>
                <a:t>3</a:t>
              </a:r>
              <a:endParaRPr lang="en-IN" sz="2400" b="1" dirty="0"/>
            </a:p>
          </p:txBody>
        </p:sp>
        <p:sp>
          <p:nvSpPr>
            <p:cNvPr id="8" name="TextBox 7">
              <a:extLst>
                <a:ext uri="{FF2B5EF4-FFF2-40B4-BE49-F238E27FC236}">
                  <a16:creationId xmlns:a16="http://schemas.microsoft.com/office/drawing/2014/main" id="{377B0ACE-881F-88EF-ADB1-D55727B66BCB}"/>
                </a:ext>
              </a:extLst>
            </p:cNvPr>
            <p:cNvSpPr txBox="1"/>
            <p:nvPr/>
          </p:nvSpPr>
          <p:spPr>
            <a:xfrm>
              <a:off x="6180547" y="2212421"/>
              <a:ext cx="292231" cy="461665"/>
            </a:xfrm>
            <a:prstGeom prst="rect">
              <a:avLst/>
            </a:prstGeom>
            <a:solidFill>
              <a:schemeClr val="bg2"/>
            </a:solidFill>
          </p:spPr>
          <p:txBody>
            <a:bodyPr wrap="square" rtlCol="0">
              <a:spAutoFit/>
            </a:bodyPr>
            <a:lstStyle/>
            <a:p>
              <a:r>
                <a:rPr lang="en-US" sz="2400" b="1" dirty="0"/>
                <a:t>4</a:t>
              </a:r>
              <a:endParaRPr lang="en-IN" sz="2400" b="1" dirty="0"/>
            </a:p>
          </p:txBody>
        </p:sp>
        <p:sp>
          <p:nvSpPr>
            <p:cNvPr id="9" name="TextBox 8">
              <a:extLst>
                <a:ext uri="{FF2B5EF4-FFF2-40B4-BE49-F238E27FC236}">
                  <a16:creationId xmlns:a16="http://schemas.microsoft.com/office/drawing/2014/main" id="{257AE619-8D2C-22C5-70D5-7DA9D7ADB481}"/>
                </a:ext>
              </a:extLst>
            </p:cNvPr>
            <p:cNvSpPr txBox="1"/>
            <p:nvPr/>
          </p:nvSpPr>
          <p:spPr>
            <a:xfrm>
              <a:off x="9640185" y="2412476"/>
              <a:ext cx="292231" cy="461665"/>
            </a:xfrm>
            <a:prstGeom prst="rect">
              <a:avLst/>
            </a:prstGeom>
            <a:solidFill>
              <a:schemeClr val="bg2"/>
            </a:solidFill>
          </p:spPr>
          <p:txBody>
            <a:bodyPr wrap="square" rtlCol="0">
              <a:spAutoFit/>
            </a:bodyPr>
            <a:lstStyle/>
            <a:p>
              <a:r>
                <a:rPr lang="en-US" sz="2400" b="1" dirty="0"/>
                <a:t>5</a:t>
              </a:r>
              <a:endParaRPr lang="en-IN" sz="2400" b="1" dirty="0"/>
            </a:p>
          </p:txBody>
        </p:sp>
        <p:sp>
          <p:nvSpPr>
            <p:cNvPr id="10" name="TextBox 9">
              <a:extLst>
                <a:ext uri="{FF2B5EF4-FFF2-40B4-BE49-F238E27FC236}">
                  <a16:creationId xmlns:a16="http://schemas.microsoft.com/office/drawing/2014/main" id="{3AE321AF-485B-6B89-97DF-4473873FDE0F}"/>
                </a:ext>
              </a:extLst>
            </p:cNvPr>
            <p:cNvSpPr txBox="1"/>
            <p:nvPr/>
          </p:nvSpPr>
          <p:spPr>
            <a:xfrm>
              <a:off x="10092671" y="3064968"/>
              <a:ext cx="292231" cy="461665"/>
            </a:xfrm>
            <a:prstGeom prst="rect">
              <a:avLst/>
            </a:prstGeom>
            <a:solidFill>
              <a:schemeClr val="bg2"/>
            </a:solidFill>
          </p:spPr>
          <p:txBody>
            <a:bodyPr wrap="square" rtlCol="0">
              <a:spAutoFit/>
            </a:bodyPr>
            <a:lstStyle/>
            <a:p>
              <a:r>
                <a:rPr lang="en-US" sz="2400" b="1" dirty="0"/>
                <a:t>6</a:t>
              </a:r>
              <a:endParaRPr lang="en-IN" sz="2400" b="1" dirty="0"/>
            </a:p>
          </p:txBody>
        </p:sp>
        <p:sp>
          <p:nvSpPr>
            <p:cNvPr id="11" name="TextBox 10">
              <a:extLst>
                <a:ext uri="{FF2B5EF4-FFF2-40B4-BE49-F238E27FC236}">
                  <a16:creationId xmlns:a16="http://schemas.microsoft.com/office/drawing/2014/main" id="{681DF0B3-C4B7-F4AB-427B-E55D8E66AAB0}"/>
                </a:ext>
              </a:extLst>
            </p:cNvPr>
            <p:cNvSpPr txBox="1"/>
            <p:nvPr/>
          </p:nvSpPr>
          <p:spPr>
            <a:xfrm>
              <a:off x="6472778" y="4707997"/>
              <a:ext cx="292231" cy="461665"/>
            </a:xfrm>
            <a:prstGeom prst="rect">
              <a:avLst/>
            </a:prstGeom>
            <a:solidFill>
              <a:schemeClr val="bg2"/>
            </a:solidFill>
          </p:spPr>
          <p:txBody>
            <a:bodyPr wrap="square" rtlCol="0">
              <a:spAutoFit/>
            </a:bodyPr>
            <a:lstStyle/>
            <a:p>
              <a:r>
                <a:rPr lang="en-US" sz="2400" b="1" dirty="0"/>
                <a:t>7</a:t>
              </a:r>
              <a:endParaRPr lang="en-IN" sz="2400" b="1"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C66FE92B-0D5E-DCDA-6722-B26B5A153D7A}"/>
              </a:ext>
            </a:extLst>
          </p:cNvPr>
          <p:cNvGraphicFramePr/>
          <p:nvPr>
            <p:extLst>
              <p:ext uri="{D42A27DB-BD31-4B8C-83A1-F6EECF244321}">
                <p14:modId xmlns:p14="http://schemas.microsoft.com/office/powerpoint/2010/main" val="1383103796"/>
              </p:ext>
            </p:extLst>
          </p:nvPr>
        </p:nvGraphicFramePr>
        <p:xfrm>
          <a:off x="1141818" y="276447"/>
          <a:ext cx="10078485" cy="63582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F1608AA-C69B-CE25-336A-2256607A7C56}"/>
              </a:ext>
            </a:extLst>
          </p:cNvPr>
          <p:cNvSpPr>
            <a:spLocks noGrp="1" noChangeArrowheads="1"/>
          </p:cNvSpPr>
          <p:nvPr>
            <p:ph type="title"/>
          </p:nvPr>
        </p:nvSpPr>
        <p:spPr>
          <a:xfrm>
            <a:off x="1701800" y="352425"/>
            <a:ext cx="9494838" cy="974725"/>
          </a:xfrm>
        </p:spPr>
        <p:txBody>
          <a:bodyPr/>
          <a:lstStyle/>
          <a:p>
            <a:r>
              <a:rPr lang="en-IN" altLang="en-US">
                <a:ln>
                  <a:noFill/>
                </a:ln>
              </a:rPr>
              <a:t>REFERENCES</a:t>
            </a:r>
          </a:p>
        </p:txBody>
      </p:sp>
      <p:sp>
        <p:nvSpPr>
          <p:cNvPr id="3" name="Content Placeholder 2">
            <a:extLst>
              <a:ext uri="{FF2B5EF4-FFF2-40B4-BE49-F238E27FC236}">
                <a16:creationId xmlns:a16="http://schemas.microsoft.com/office/drawing/2014/main" id="{EBEFB68C-B0F7-61CC-885D-0C43A32989D0}"/>
              </a:ext>
            </a:extLst>
          </p:cNvPr>
          <p:cNvSpPr>
            <a:spLocks noGrp="1"/>
          </p:cNvSpPr>
          <p:nvPr>
            <p:ph idx="1"/>
          </p:nvPr>
        </p:nvSpPr>
        <p:spPr>
          <a:xfrm>
            <a:off x="1679575" y="1327150"/>
            <a:ext cx="10037763" cy="5318125"/>
          </a:xfrm>
        </p:spPr>
        <p:txBody>
          <a:bodyPr>
            <a:normAutofit fontScale="85000" lnSpcReduction="20000"/>
          </a:bodyPr>
          <a:lstStyle/>
          <a:p>
            <a:pPr marL="265113" indent="-265113" algn="just">
              <a:buFont typeface="Courier New" panose="02070309020205020404" pitchFamily="49" charset="0"/>
              <a:buChar char="o"/>
              <a:defRPr/>
            </a:pPr>
            <a:r>
              <a:rPr lang="en-IN" sz="1800" dirty="0"/>
              <a:t>C. R. </a:t>
            </a:r>
            <a:r>
              <a:rPr lang="en-IN" sz="1800" dirty="0" err="1"/>
              <a:t>Balamurugan</a:t>
            </a:r>
            <a:r>
              <a:rPr lang="en-IN" sz="1800" dirty="0"/>
              <a:t>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a:t>
            </a:r>
            <a:r>
              <a:rPr lang="en-IN" sz="1800" dirty="0" err="1"/>
              <a:t>Rastogi</a:t>
            </a:r>
            <a:r>
              <a:rPr lang="en-IN" sz="1800" dirty="0"/>
              <a:t>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a:t>
            </a:r>
            <a:r>
              <a:rPr lang="en-IN" sz="1800" dirty="0" err="1"/>
              <a:t>Sci</a:t>
            </a:r>
            <a:r>
              <a:rPr lang="en-IN" sz="1800" dirty="0"/>
              <a:t>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marL="265113" indent="-265113" algn="just">
              <a:buFont typeface="Courier New" panose="02070309020205020404" pitchFamily="49" charset="0"/>
              <a:buChar char="o"/>
              <a:defRPr/>
            </a:pPr>
            <a:r>
              <a:rPr lang="en-IN" sz="1800" dirty="0">
                <a:hlinkClick r:id="rId3"/>
              </a:rPr>
              <a:t>https://www.utoledo.edu/engineering/bioengineering/undergrad/prospective/whatisbioe.html#:~:text=Bioengineering%20is%20the%20application%20of,health%20care%20and%20other%20fields</a:t>
            </a:r>
            <a:r>
              <a:rPr lang="en-IN" sz="1800" dirty="0"/>
              <a:t> </a:t>
            </a:r>
          </a:p>
          <a:p>
            <a:pPr marL="265113" indent="-265113" algn="just">
              <a:buFont typeface="Courier New" panose="02070309020205020404" pitchFamily="49" charset="0"/>
              <a:buChar char="o"/>
              <a:defRPr/>
            </a:pPr>
            <a:r>
              <a:rPr lang="en-IN" sz="1800" dirty="0">
                <a:hlinkClick r:id="rId4"/>
              </a:rPr>
              <a:t>https://i.pinimg.com/originals/68/c9/30/68c930e95113ceb2e3dfc9de2f164680.png</a:t>
            </a:r>
            <a:r>
              <a:rPr lang="en-IN" sz="1800" dirty="0"/>
              <a:t> </a:t>
            </a:r>
          </a:p>
          <a:p>
            <a:pPr marL="265113" indent="-265113" algn="just">
              <a:buFont typeface="Courier New" panose="02070309020205020404" pitchFamily="49" charset="0"/>
              <a:buChar char="o"/>
              <a:defRPr/>
            </a:pPr>
            <a:r>
              <a:rPr lang="en-IN" sz="1800" dirty="0">
                <a:hlinkClick r:id="rId5"/>
              </a:rPr>
              <a:t>https://youtu.be/FBUpnG1G4yQ</a:t>
            </a:r>
            <a:r>
              <a:rPr lang="en-IN" sz="1800" dirty="0"/>
              <a:t> </a:t>
            </a:r>
          </a:p>
          <a:p>
            <a:pPr>
              <a:buFont typeface="Courier New" panose="02070309020205020404" pitchFamily="49" charset="0"/>
              <a:buChar char="o"/>
              <a:defRPr/>
            </a:pPr>
            <a:endParaRPr lang="en-IN" sz="1800" dirty="0"/>
          </a:p>
        </p:txBody>
      </p:sp>
      <p:pic>
        <p:nvPicPr>
          <p:cNvPr id="48132" name="Picture 4">
            <a:extLst>
              <a:ext uri="{FF2B5EF4-FFF2-40B4-BE49-F238E27FC236}">
                <a16:creationId xmlns:a16="http://schemas.microsoft.com/office/drawing/2014/main" id="{59D262E8-13AA-4AB4-6D5C-91DBC54884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14B1A4-50B2-915C-742A-42A1D5AFC775}"/>
              </a:ext>
            </a:extLst>
          </p:cNvPr>
          <p:cNvSpPr/>
          <p:nvPr/>
        </p:nvSpPr>
        <p:spPr>
          <a:xfrm>
            <a:off x="2571750" y="2213936"/>
            <a:ext cx="7605919" cy="1323439"/>
          </a:xfrm>
          <a:prstGeom prst="rect">
            <a:avLst/>
          </a:prstGeom>
          <a:noFill/>
          <a:scene3d>
            <a:camera prst="perspectiveRight"/>
            <a:lightRig rig="threePt" dir="t"/>
          </a:scene3d>
        </p:spPr>
        <p:txBody>
          <a:bodyPr>
            <a:spAutoFit/>
          </a:bodyPr>
          <a:lstStyle/>
          <a:p>
            <a:pPr algn="ctr" eaLnBrk="1" fontAlgn="auto" hangingPunct="1">
              <a:spcBef>
                <a:spcPts val="0"/>
              </a:spcBef>
              <a:spcAft>
                <a:spcPts val="0"/>
              </a:spcAft>
              <a:defRPr/>
            </a:pPr>
            <a:r>
              <a:rPr lang="en-US" sz="8000" b="1" dirty="0">
                <a:ln w="22225">
                  <a:solidFill>
                    <a:schemeClr val="accent2"/>
                  </a:solidFill>
                  <a:prstDash val="solid"/>
                </a:ln>
                <a:solidFill>
                  <a:schemeClr val="accent2">
                    <a:lumMod val="40000"/>
                    <a:lumOff val="60000"/>
                  </a:schemeClr>
                </a:solidFill>
                <a:latin typeface="+mn-lt"/>
              </a:rPr>
              <a:t>THANK YOU</a:t>
            </a:r>
          </a:p>
        </p:txBody>
      </p:sp>
      <p:pic>
        <p:nvPicPr>
          <p:cNvPr id="49155" name="Picture 7">
            <a:extLst>
              <a:ext uri="{FF2B5EF4-FFF2-40B4-BE49-F238E27FC236}">
                <a16:creationId xmlns:a16="http://schemas.microsoft.com/office/drawing/2014/main" id="{FC5CF909-EEBB-D38F-E60A-403F5CED4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770" t="7542" r="31502" b="9158"/>
          <a:stretch>
            <a:fillRect/>
          </a:stretch>
        </p:blipFill>
        <p:spPr bwMode="auto">
          <a:xfrm>
            <a:off x="11229975" y="0"/>
            <a:ext cx="962025"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3410</TotalTime>
  <Words>1791</Words>
  <Application>Microsoft Office PowerPoint</Application>
  <PresentationFormat>Widescreen</PresentationFormat>
  <Paragraphs>193</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arial</vt:lpstr>
      <vt:lpstr>Calibri</vt:lpstr>
      <vt:lpstr>Casper</vt:lpstr>
      <vt:lpstr>Century Schoolbook</vt:lpstr>
      <vt:lpstr>Courier New</vt:lpstr>
      <vt:lpstr>Franklin Gothic Book</vt:lpstr>
      <vt:lpstr>NexusSans</vt:lpstr>
      <vt:lpstr>Raleway ExtraBold</vt:lpstr>
      <vt:lpstr>Times New Roman</vt:lpstr>
      <vt:lpstr>Wingdings</vt:lpstr>
      <vt:lpstr>Parallax</vt:lpstr>
      <vt:lpstr>UNIVERSITY INSTITUTE OF ENGINEERING Academic Unit V Bachelor of Engineering  (Computer Science &amp; Engineering)  Biology For Engineers  23SZT148</vt:lpstr>
      <vt:lpstr>PowerPoint Presentation</vt:lpstr>
      <vt:lpstr>Course Outcome </vt:lpstr>
      <vt:lpstr>SYLLABUS</vt:lpstr>
      <vt:lpstr>Medical Instrumentation</vt:lpstr>
      <vt:lpstr>Bio Signals/ Biomedical Signals </vt:lpstr>
      <vt:lpstr>PowerPoint Presentation</vt:lpstr>
      <vt:lpstr>PowerPoint Presentation</vt:lpstr>
      <vt:lpstr>PowerPoint Presentation</vt:lpstr>
      <vt:lpstr>PowerPoint Presentation</vt:lpstr>
      <vt:lpstr>PowerPoint Presentation</vt:lpstr>
      <vt:lpstr>How biomedical signals are generated ?</vt:lpstr>
      <vt:lpstr>Biomedical signals/Physiological signals are classified according to where they originate from within the body</vt:lpstr>
      <vt:lpstr>Sources of Biomedical Signals</vt:lpstr>
      <vt:lpstr>Classification of Biomedical Signals</vt:lpstr>
      <vt:lpstr>PowerPoint Presentation</vt:lpstr>
      <vt:lpstr>Basic Medical Instrumentation System</vt:lpstr>
      <vt:lpstr>PowerPoint Presentation</vt:lpstr>
      <vt:lpstr>PowerPoint Presentation</vt:lpstr>
      <vt:lpstr>Basic Objectives of Instrumentation System</vt:lpstr>
      <vt:lpstr>COMPONENTS/ FUNCTIONAL PARTS OF  BIOMEDICAL INSTRUMENTATION</vt:lpstr>
      <vt:lpstr>Any medical instrument consists of the following functional basic parts:</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Devinder Kaur</dc:creator>
  <cp:lastModifiedBy>matharu8832@gmail.com</cp:lastModifiedBy>
  <cp:revision>148</cp:revision>
  <dcterms:created xsi:type="dcterms:W3CDTF">2021-09-04T05:42:34Z</dcterms:created>
  <dcterms:modified xsi:type="dcterms:W3CDTF">2023-10-19T09:47:51Z</dcterms:modified>
</cp:coreProperties>
</file>