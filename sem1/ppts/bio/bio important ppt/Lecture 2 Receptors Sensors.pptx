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5"/>
  </p:notesMasterIdLst>
  <p:handoutMasterIdLst>
    <p:handoutMasterId r:id="rId36"/>
  </p:handoutMasterIdLst>
  <p:sldIdLst>
    <p:sldId id="375" r:id="rId3"/>
    <p:sldId id="381" r:id="rId4"/>
    <p:sldId id="382" r:id="rId5"/>
    <p:sldId id="474" r:id="rId6"/>
    <p:sldId id="281" r:id="rId7"/>
    <p:sldId id="386" r:id="rId8"/>
    <p:sldId id="282" r:id="rId9"/>
    <p:sldId id="390" r:id="rId10"/>
    <p:sldId id="283" r:id="rId11"/>
    <p:sldId id="523" r:id="rId12"/>
    <p:sldId id="494" r:id="rId13"/>
    <p:sldId id="392" r:id="rId14"/>
    <p:sldId id="497" r:id="rId15"/>
    <p:sldId id="498" r:id="rId16"/>
    <p:sldId id="501" r:id="rId17"/>
    <p:sldId id="295" r:id="rId18"/>
    <p:sldId id="502" r:id="rId19"/>
    <p:sldId id="500" r:id="rId20"/>
    <p:sldId id="293" r:id="rId21"/>
    <p:sldId id="503" r:id="rId22"/>
    <p:sldId id="504" r:id="rId23"/>
    <p:sldId id="286" r:id="rId24"/>
    <p:sldId id="506" r:id="rId25"/>
    <p:sldId id="508" r:id="rId26"/>
    <p:sldId id="512" r:id="rId27"/>
    <p:sldId id="514" r:id="rId28"/>
    <p:sldId id="515" r:id="rId29"/>
    <p:sldId id="520" r:id="rId30"/>
    <p:sldId id="289" r:id="rId31"/>
    <p:sldId id="521" r:id="rId32"/>
    <p:sldId id="308" r:id="rId33"/>
    <p:sldId id="279" r:id="rId34"/>
  </p:sldIdLst>
  <p:sldSz cx="12192000" cy="6858000"/>
  <p:notesSz cx="6858000" cy="9144000"/>
  <p:custShowLst>
    <p:custShow name="Custom Show 1" id="0">
      <p:sldLst/>
    </p:custShow>
  </p:custShowLst>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0" autoAdjust="0"/>
    <p:restoredTop sz="94660"/>
  </p:normalViewPr>
  <p:slideViewPr>
    <p:cSldViewPr snapToGrid="0">
      <p:cViewPr varScale="1">
        <p:scale>
          <a:sx n="86" d="100"/>
          <a:sy n="86" d="100"/>
        </p:scale>
        <p:origin x="562"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A60A1732-A528-4C3A-BFC6-8A76B433E3CD}"/>
    <pc:docChg chg="undo redo custSel addSld delSld modSld sldOrd">
      <pc:chgData name="Devinder Kaur" userId="89161a673412ba18" providerId="LiveId" clId="{A60A1732-A528-4C3A-BFC6-8A76B433E3CD}" dt="2021-12-13T07:33:44.408" v="1630" actId="20577"/>
      <pc:docMkLst>
        <pc:docMk/>
      </pc:docMkLst>
      <pc:sldChg chg="ord">
        <pc:chgData name="Devinder Kaur" userId="89161a673412ba18" providerId="LiveId" clId="{A60A1732-A528-4C3A-BFC6-8A76B433E3CD}" dt="2021-12-06T10:42:41.491" v="1587"/>
        <pc:sldMkLst>
          <pc:docMk/>
          <pc:sldMk cId="0" sldId="273"/>
        </pc:sldMkLst>
      </pc:sldChg>
      <pc:sldChg chg="modSp mod">
        <pc:chgData name="Devinder Kaur" userId="89161a673412ba18" providerId="LiveId" clId="{A60A1732-A528-4C3A-BFC6-8A76B433E3CD}" dt="2021-12-06T07:05:45.901" v="852" actId="20577"/>
        <pc:sldMkLst>
          <pc:docMk/>
          <pc:sldMk cId="0" sldId="274"/>
        </pc:sldMkLst>
        <pc:spChg chg="mod">
          <ac:chgData name="Devinder Kaur" userId="89161a673412ba18" providerId="LiveId" clId="{A60A1732-A528-4C3A-BFC6-8A76B433E3CD}" dt="2021-12-06T07:04:34.275" v="833"/>
          <ac:spMkLst>
            <pc:docMk/>
            <pc:sldMk cId="0" sldId="274"/>
            <ac:spMk id="30722" creationId="{0770D256-D85F-4278-A010-DA598578871E}"/>
          </ac:spMkLst>
        </pc:spChg>
        <pc:spChg chg="mod">
          <ac:chgData name="Devinder Kaur" userId="89161a673412ba18" providerId="LiveId" clId="{A60A1732-A528-4C3A-BFC6-8A76B433E3CD}" dt="2021-12-06T07:05:45.901" v="852" actId="20577"/>
          <ac:spMkLst>
            <pc:docMk/>
            <pc:sldMk cId="0" sldId="274"/>
            <ac:spMk id="30723" creationId="{E04365F2-498D-4FFC-8D65-C972146F39B7}"/>
          </ac:spMkLst>
        </pc:spChg>
      </pc:sldChg>
      <pc:sldChg chg="modSp del mod">
        <pc:chgData name="Devinder Kaur" userId="89161a673412ba18" providerId="LiveId" clId="{A60A1732-A528-4C3A-BFC6-8A76B433E3CD}" dt="2021-12-06T07:18:57.086" v="976" actId="47"/>
        <pc:sldMkLst>
          <pc:docMk/>
          <pc:sldMk cId="3113760940" sldId="276"/>
        </pc:sldMkLst>
        <pc:spChg chg="mod">
          <ac:chgData name="Devinder Kaur" userId="89161a673412ba18" providerId="LiveId" clId="{A60A1732-A528-4C3A-BFC6-8A76B433E3CD}" dt="2021-12-06T07:07:44.220" v="866" actId="21"/>
          <ac:spMkLst>
            <pc:docMk/>
            <pc:sldMk cId="3113760940" sldId="276"/>
            <ac:spMk id="3" creationId="{00000000-0000-0000-0000-000000000000}"/>
          </ac:spMkLst>
        </pc:spChg>
      </pc:sldChg>
      <pc:sldChg chg="modSp mod">
        <pc:chgData name="Devinder Kaur" userId="89161a673412ba18" providerId="LiveId" clId="{A60A1732-A528-4C3A-BFC6-8A76B433E3CD}" dt="2021-12-06T07:27:24.017" v="981" actId="20577"/>
        <pc:sldMkLst>
          <pc:docMk/>
          <pc:sldMk cId="2656501266" sldId="279"/>
        </pc:sldMkLst>
        <pc:spChg chg="mod">
          <ac:chgData name="Devinder Kaur" userId="89161a673412ba18" providerId="LiveId" clId="{A60A1732-A528-4C3A-BFC6-8A76B433E3CD}" dt="2021-12-06T07:27:24.017" v="981" actId="20577"/>
          <ac:spMkLst>
            <pc:docMk/>
            <pc:sldMk cId="2656501266" sldId="279"/>
            <ac:spMk id="2" creationId="{00000000-0000-0000-0000-000000000000}"/>
          </ac:spMkLst>
        </pc:spChg>
      </pc:sldChg>
      <pc:sldChg chg="modSp del mod">
        <pc:chgData name="Devinder Kaur" userId="89161a673412ba18" providerId="LiveId" clId="{A60A1732-A528-4C3A-BFC6-8A76B433E3CD}" dt="2021-12-06T07:18:02.769" v="975" actId="47"/>
        <pc:sldMkLst>
          <pc:docMk/>
          <pc:sldMk cId="4075529772" sldId="282"/>
        </pc:sldMkLst>
        <pc:spChg chg="mod">
          <ac:chgData name="Devinder Kaur" userId="89161a673412ba18" providerId="LiveId" clId="{A60A1732-A528-4C3A-BFC6-8A76B433E3CD}" dt="2021-12-06T07:12:03.881" v="892" actId="27636"/>
          <ac:spMkLst>
            <pc:docMk/>
            <pc:sldMk cId="4075529772" sldId="282"/>
            <ac:spMk id="44034" creationId="{521C435A-D70F-4D6D-B5A9-5D40873A7B87}"/>
          </ac:spMkLst>
        </pc:spChg>
      </pc:sldChg>
      <pc:sldChg chg="modSp mod">
        <pc:chgData name="Devinder Kaur" userId="89161a673412ba18" providerId="LiveId" clId="{A60A1732-A528-4C3A-BFC6-8A76B433E3CD}" dt="2021-12-06T07:16:30.213" v="967"/>
        <pc:sldMkLst>
          <pc:docMk/>
          <pc:sldMk cId="0" sldId="292"/>
        </pc:sldMkLst>
        <pc:spChg chg="mod">
          <ac:chgData name="Devinder Kaur" userId="89161a673412ba18" providerId="LiveId" clId="{A60A1732-A528-4C3A-BFC6-8A76B433E3CD}" dt="2021-12-06T07:16:30.213" v="967"/>
          <ac:spMkLst>
            <pc:docMk/>
            <pc:sldMk cId="0" sldId="292"/>
            <ac:spMk id="168966" creationId="{3490A327-DD15-4EC4-A1C9-C89A3BC06431}"/>
          </ac:spMkLst>
        </pc:spChg>
      </pc:sldChg>
      <pc:sldChg chg="addSp delSp modSp mod setBg">
        <pc:chgData name="Devinder Kaur" userId="89161a673412ba18" providerId="LiveId" clId="{A60A1732-A528-4C3A-BFC6-8A76B433E3CD}" dt="2021-12-06T08:08:29.722" v="1301" actId="20577"/>
        <pc:sldMkLst>
          <pc:docMk/>
          <pc:sldMk cId="3361918424" sldId="308"/>
        </pc:sldMkLst>
        <pc:spChg chg="mod">
          <ac:chgData name="Devinder Kaur" userId="89161a673412ba18" providerId="LiveId" clId="{A60A1732-A528-4C3A-BFC6-8A76B433E3CD}" dt="2021-12-06T08:08:29.722" v="1301" actId="20577"/>
          <ac:spMkLst>
            <pc:docMk/>
            <pc:sldMk cId="3361918424" sldId="308"/>
            <ac:spMk id="3" creationId="{00000000-0000-0000-0000-000000000000}"/>
          </ac:spMkLst>
        </pc:spChg>
        <pc:spChg chg="add del">
          <ac:chgData name="Devinder Kaur" userId="89161a673412ba18" providerId="LiveId" clId="{A60A1732-A528-4C3A-BFC6-8A76B433E3CD}" dt="2021-12-06T08:06:12.059" v="1258"/>
          <ac:spMkLst>
            <pc:docMk/>
            <pc:sldMk cId="3361918424" sldId="308"/>
            <ac:spMk id="7" creationId="{E31B33D0-218E-4E8A-842F-05B66A6FE4AE}"/>
          </ac:spMkLst>
        </pc:spChg>
        <pc:spChg chg="add del mod">
          <ac:chgData name="Devinder Kaur" userId="89161a673412ba18" providerId="LiveId" clId="{A60A1732-A528-4C3A-BFC6-8A76B433E3CD}" dt="2021-12-06T08:06:11.493" v="1257"/>
          <ac:spMkLst>
            <pc:docMk/>
            <pc:sldMk cId="3361918424" sldId="308"/>
            <ac:spMk id="8" creationId="{8BEAA748-827B-4E04-BDEB-F0586A063489}"/>
          </ac:spMkLst>
        </pc:spChg>
        <pc:spChg chg="add del">
          <ac:chgData name="Devinder Kaur" userId="89161a673412ba18" providerId="LiveId" clId="{A60A1732-A528-4C3A-BFC6-8A76B433E3CD}" dt="2021-12-06T08:06:23.224" v="1260"/>
          <ac:spMkLst>
            <pc:docMk/>
            <pc:sldMk cId="3361918424" sldId="308"/>
            <ac:spMk id="9" creationId="{5272E79F-B0CB-4991-BFBF-B277A9BA1E3D}"/>
          </ac:spMkLst>
        </pc:spChg>
      </pc:sldChg>
      <pc:sldChg chg="modSp mod">
        <pc:chgData name="Devinder Kaur" userId="89161a673412ba18" providerId="LiveId" clId="{A60A1732-A528-4C3A-BFC6-8A76B433E3CD}" dt="2021-12-06T07:27:53.560" v="984" actId="14100"/>
        <pc:sldMkLst>
          <pc:docMk/>
          <pc:sldMk cId="3276869159" sldId="444"/>
        </pc:sldMkLst>
        <pc:spChg chg="mod">
          <ac:chgData name="Devinder Kaur" userId="89161a673412ba18" providerId="LiveId" clId="{A60A1732-A528-4C3A-BFC6-8A76B433E3CD}" dt="2021-12-06T07:27:53.560" v="984" actId="14100"/>
          <ac:spMkLst>
            <pc:docMk/>
            <pc:sldMk cId="3276869159" sldId="444"/>
            <ac:spMk id="3" creationId="{212F9F60-F08D-47FE-8E25-F2A6A08F1F0E}"/>
          </ac:spMkLst>
        </pc:spChg>
      </pc:sldChg>
      <pc:sldChg chg="modSp mod">
        <pc:chgData name="Devinder Kaur" userId="89161a673412ba18" providerId="LiveId" clId="{A60A1732-A528-4C3A-BFC6-8A76B433E3CD}" dt="2021-12-06T10:32:25.205" v="1490" actId="947"/>
        <pc:sldMkLst>
          <pc:docMk/>
          <pc:sldMk cId="1567523935" sldId="446"/>
        </pc:sldMkLst>
        <pc:spChg chg="mod">
          <ac:chgData name="Devinder Kaur" userId="89161a673412ba18" providerId="LiveId" clId="{A60A1732-A528-4C3A-BFC6-8A76B433E3CD}" dt="2021-12-06T10:32:25.205" v="1490" actId="947"/>
          <ac:spMkLst>
            <pc:docMk/>
            <pc:sldMk cId="1567523935" sldId="446"/>
            <ac:spMk id="2" creationId="{7ECED763-03B0-43E4-A540-443AEDE1D08D}"/>
          </ac:spMkLst>
        </pc:spChg>
        <pc:spChg chg="mod">
          <ac:chgData name="Devinder Kaur" userId="89161a673412ba18" providerId="LiveId" clId="{A60A1732-A528-4C3A-BFC6-8A76B433E3CD}" dt="2021-12-06T10:22:10.598" v="1390" actId="27636"/>
          <ac:spMkLst>
            <pc:docMk/>
            <pc:sldMk cId="1567523935" sldId="446"/>
            <ac:spMk id="3" creationId="{6F8A583F-46C5-4930-B5C4-A1230DBA1825}"/>
          </ac:spMkLst>
        </pc:spChg>
      </pc:sldChg>
      <pc:sldChg chg="addSp delSp modSp mod">
        <pc:chgData name="Devinder Kaur" userId="89161a673412ba18" providerId="LiveId" clId="{A60A1732-A528-4C3A-BFC6-8A76B433E3CD}" dt="2021-12-13T07:33:44.408" v="1630" actId="20577"/>
        <pc:sldMkLst>
          <pc:docMk/>
          <pc:sldMk cId="1899886567" sldId="450"/>
        </pc:sldMkLst>
        <pc:spChg chg="del">
          <ac:chgData name="Devinder Kaur" userId="89161a673412ba18" providerId="LiveId" clId="{A60A1732-A528-4C3A-BFC6-8A76B433E3CD}" dt="2021-12-06T07:30:15.019" v="1006" actId="478"/>
          <ac:spMkLst>
            <pc:docMk/>
            <pc:sldMk cId="1899886567" sldId="450"/>
            <ac:spMk id="2" creationId="{A2F90763-CBC7-421C-A09C-BFE5E3FF3944}"/>
          </ac:spMkLst>
        </pc:spChg>
        <pc:spChg chg="mod">
          <ac:chgData name="Devinder Kaur" userId="89161a673412ba18" providerId="LiveId" clId="{A60A1732-A528-4C3A-BFC6-8A76B433E3CD}" dt="2021-12-06T07:31:04.583" v="1066" actId="27636"/>
          <ac:spMkLst>
            <pc:docMk/>
            <pc:sldMk cId="1899886567" sldId="450"/>
            <ac:spMk id="3" creationId="{0C917BEC-2929-49D3-BCD9-A84E28C9C343}"/>
          </ac:spMkLst>
        </pc:spChg>
        <pc:spChg chg="mod">
          <ac:chgData name="Devinder Kaur" userId="89161a673412ba18" providerId="LiveId" clId="{A60A1732-A528-4C3A-BFC6-8A76B433E3CD}" dt="2021-12-13T07:33:30.036" v="1624" actId="27636"/>
          <ac:spMkLst>
            <pc:docMk/>
            <pc:sldMk cId="1899886567" sldId="450"/>
            <ac:spMk id="4" creationId="{EA6DFD7A-B988-4CFB-B24F-F79D5061F513}"/>
          </ac:spMkLst>
        </pc:spChg>
        <pc:spChg chg="mod">
          <ac:chgData name="Devinder Kaur" userId="89161a673412ba18" providerId="LiveId" clId="{A60A1732-A528-4C3A-BFC6-8A76B433E3CD}" dt="2021-12-06T07:31:18.470" v="1069" actId="255"/>
          <ac:spMkLst>
            <pc:docMk/>
            <pc:sldMk cId="1899886567" sldId="450"/>
            <ac:spMk id="5" creationId="{FED09C72-EB4A-41D9-8410-A183AFFE5E07}"/>
          </ac:spMkLst>
        </pc:spChg>
        <pc:spChg chg="mod">
          <ac:chgData name="Devinder Kaur" userId="89161a673412ba18" providerId="LiveId" clId="{A60A1732-A528-4C3A-BFC6-8A76B433E3CD}" dt="2021-12-13T07:33:44.408" v="1630" actId="20577"/>
          <ac:spMkLst>
            <pc:docMk/>
            <pc:sldMk cId="1899886567" sldId="450"/>
            <ac:spMk id="6" creationId="{6D384AF8-AB4D-4A2D-ADBC-BD2F1BD02E7F}"/>
          </ac:spMkLst>
        </pc:spChg>
        <pc:spChg chg="add del mod">
          <ac:chgData name="Devinder Kaur" userId="89161a673412ba18" providerId="LiveId" clId="{A60A1732-A528-4C3A-BFC6-8A76B433E3CD}" dt="2021-12-06T07:30:17.266" v="1007" actId="478"/>
          <ac:spMkLst>
            <pc:docMk/>
            <pc:sldMk cId="1899886567" sldId="450"/>
            <ac:spMk id="9" creationId="{0AC25158-B51F-4E59-B56E-571FAE63CFA6}"/>
          </ac:spMkLst>
        </pc:spChg>
      </pc:sldChg>
      <pc:sldChg chg="modSp mod">
        <pc:chgData name="Devinder Kaur" userId="89161a673412ba18" providerId="LiveId" clId="{A60A1732-A528-4C3A-BFC6-8A76B433E3CD}" dt="2021-12-06T10:33:29.150" v="1500" actId="947"/>
        <pc:sldMkLst>
          <pc:docMk/>
          <pc:sldMk cId="3247445141" sldId="454"/>
        </pc:sldMkLst>
        <pc:spChg chg="mod">
          <ac:chgData name="Devinder Kaur" userId="89161a673412ba18" providerId="LiveId" clId="{A60A1732-A528-4C3A-BFC6-8A76B433E3CD}" dt="2021-12-06T10:33:29.150" v="1500" actId="947"/>
          <ac:spMkLst>
            <pc:docMk/>
            <pc:sldMk cId="3247445141" sldId="454"/>
            <ac:spMk id="2" creationId="{7ECED763-03B0-43E4-A540-443AEDE1D08D}"/>
          </ac:spMkLst>
        </pc:spChg>
      </pc:sldChg>
      <pc:sldChg chg="modSp mod">
        <pc:chgData name="Devinder Kaur" userId="89161a673412ba18" providerId="LiveId" clId="{A60A1732-A528-4C3A-BFC6-8A76B433E3CD}" dt="2021-12-06T10:33:46.297" v="1501" actId="947"/>
        <pc:sldMkLst>
          <pc:docMk/>
          <pc:sldMk cId="2143142585" sldId="456"/>
        </pc:sldMkLst>
        <pc:spChg chg="mod">
          <ac:chgData name="Devinder Kaur" userId="89161a673412ba18" providerId="LiveId" clId="{A60A1732-A528-4C3A-BFC6-8A76B433E3CD}" dt="2021-12-06T10:33:46.297" v="1501" actId="947"/>
          <ac:spMkLst>
            <pc:docMk/>
            <pc:sldMk cId="2143142585" sldId="456"/>
            <ac:spMk id="2" creationId="{7ECED763-03B0-43E4-A540-443AEDE1D08D}"/>
          </ac:spMkLst>
        </pc:spChg>
      </pc:sldChg>
      <pc:sldChg chg="addSp delSp modSp mod">
        <pc:chgData name="Devinder Kaur" userId="89161a673412ba18" providerId="LiveId" clId="{A60A1732-A528-4C3A-BFC6-8A76B433E3CD}" dt="2021-12-04T10:45:00.267" v="529" actId="21"/>
        <pc:sldMkLst>
          <pc:docMk/>
          <pc:sldMk cId="2469847588" sldId="459"/>
        </pc:sldMkLst>
        <pc:spChg chg="mod">
          <ac:chgData name="Devinder Kaur" userId="89161a673412ba18" providerId="LiveId" clId="{A60A1732-A528-4C3A-BFC6-8A76B433E3CD}" dt="2021-12-04T10:44:57.212" v="528" actId="20577"/>
          <ac:spMkLst>
            <pc:docMk/>
            <pc:sldMk cId="2469847588" sldId="459"/>
            <ac:spMk id="3" creationId="{EF533144-EA26-4FBE-B9EE-3E1524FE2AD9}"/>
          </ac:spMkLst>
        </pc:spChg>
        <pc:picChg chg="add del mod">
          <ac:chgData name="Devinder Kaur" userId="89161a673412ba18" providerId="LiveId" clId="{A60A1732-A528-4C3A-BFC6-8A76B433E3CD}" dt="2021-12-04T10:45:00.267" v="529" actId="21"/>
          <ac:picMkLst>
            <pc:docMk/>
            <pc:sldMk cId="2469847588" sldId="459"/>
            <ac:picMk id="6" creationId="{8D211387-6A2D-42C4-AB2D-5251CDE00A92}"/>
          </ac:picMkLst>
        </pc:picChg>
      </pc:sldChg>
      <pc:sldChg chg="modNotesTx">
        <pc:chgData name="Devinder Kaur" userId="89161a673412ba18" providerId="LiveId" clId="{A60A1732-A528-4C3A-BFC6-8A76B433E3CD}" dt="2021-12-06T08:10:17.381" v="1304" actId="20577"/>
        <pc:sldMkLst>
          <pc:docMk/>
          <pc:sldMk cId="3664076648" sldId="461"/>
        </pc:sldMkLst>
      </pc:sldChg>
      <pc:sldChg chg="addSp delSp del mod">
        <pc:chgData name="Devinder Kaur" userId="89161a673412ba18" providerId="LiveId" clId="{A60A1732-A528-4C3A-BFC6-8A76B433E3CD}" dt="2021-12-06T07:00:46.823" v="824" actId="47"/>
        <pc:sldMkLst>
          <pc:docMk/>
          <pc:sldMk cId="1650690890" sldId="463"/>
        </pc:sldMkLst>
        <pc:picChg chg="add del">
          <ac:chgData name="Devinder Kaur" userId="89161a673412ba18" providerId="LiveId" clId="{A60A1732-A528-4C3A-BFC6-8A76B433E3CD}" dt="2021-12-04T10:52:29.314" v="823" actId="478"/>
          <ac:picMkLst>
            <pc:docMk/>
            <pc:sldMk cId="1650690890" sldId="463"/>
            <ac:picMk id="3" creationId="{81885916-3B3C-4983-83B4-87251751F37C}"/>
          </ac:picMkLst>
        </pc:picChg>
        <pc:picChg chg="del">
          <ac:chgData name="Devinder Kaur" userId="89161a673412ba18" providerId="LiveId" clId="{A60A1732-A528-4C3A-BFC6-8A76B433E3CD}" dt="2021-12-04T10:12:13.019" v="497" actId="478"/>
          <ac:picMkLst>
            <pc:docMk/>
            <pc:sldMk cId="1650690890" sldId="463"/>
            <ac:picMk id="4" creationId="{078F4C6B-A7B0-4795-ADB5-1010BEF8ABBB}"/>
          </ac:picMkLst>
        </pc:picChg>
        <pc:picChg chg="del">
          <ac:chgData name="Devinder Kaur" userId="89161a673412ba18" providerId="LiveId" clId="{A60A1732-A528-4C3A-BFC6-8A76B433E3CD}" dt="2021-12-04T10:12:15.332" v="498" actId="478"/>
          <ac:picMkLst>
            <pc:docMk/>
            <pc:sldMk cId="1650690890" sldId="463"/>
            <ac:picMk id="5" creationId="{2C959CE9-0246-4352-AC9F-F21F3F3C12B5}"/>
          </ac:picMkLst>
        </pc:picChg>
      </pc:sldChg>
      <pc:sldChg chg="addSp delSp modSp new mod">
        <pc:chgData name="Devinder Kaur" userId="89161a673412ba18" providerId="LiveId" clId="{A60A1732-A528-4C3A-BFC6-8A76B433E3CD}" dt="2021-12-04T10:52:14.130" v="822" actId="5793"/>
        <pc:sldMkLst>
          <pc:docMk/>
          <pc:sldMk cId="1633313903" sldId="464"/>
        </pc:sldMkLst>
        <pc:spChg chg="mod">
          <ac:chgData name="Devinder Kaur" userId="89161a673412ba18" providerId="LiveId" clId="{A60A1732-A528-4C3A-BFC6-8A76B433E3CD}" dt="2021-12-04T09:59:45.215" v="37" actId="403"/>
          <ac:spMkLst>
            <pc:docMk/>
            <pc:sldMk cId="1633313903" sldId="464"/>
            <ac:spMk id="2" creationId="{7EFFFD66-2F8B-43D3-B83B-0027264B02D9}"/>
          </ac:spMkLst>
        </pc:spChg>
        <pc:spChg chg="mod">
          <ac:chgData name="Devinder Kaur" userId="89161a673412ba18" providerId="LiveId" clId="{A60A1732-A528-4C3A-BFC6-8A76B433E3CD}" dt="2021-12-04T10:51:27.656" v="817" actId="123"/>
          <ac:spMkLst>
            <pc:docMk/>
            <pc:sldMk cId="1633313903" sldId="464"/>
            <ac:spMk id="3" creationId="{F233038E-4FF6-4209-BF56-BE7AD2792F1F}"/>
          </ac:spMkLst>
        </pc:spChg>
        <pc:spChg chg="add mod">
          <ac:chgData name="Devinder Kaur" userId="89161a673412ba18" providerId="LiveId" clId="{A60A1732-A528-4C3A-BFC6-8A76B433E3CD}" dt="2021-12-04T10:52:14.130" v="822" actId="5793"/>
          <ac:spMkLst>
            <pc:docMk/>
            <pc:sldMk cId="1633313903" sldId="464"/>
            <ac:spMk id="9" creationId="{77C11ADC-AFD9-48EC-9408-58663DE0E01E}"/>
          </ac:spMkLst>
        </pc:spChg>
        <pc:picChg chg="add del mod">
          <ac:chgData name="Devinder Kaur" userId="89161a673412ba18" providerId="LiveId" clId="{A60A1732-A528-4C3A-BFC6-8A76B433E3CD}" dt="2021-12-04T10:09:41.068" v="363" actId="478"/>
          <ac:picMkLst>
            <pc:docMk/>
            <pc:sldMk cId="1633313903" sldId="464"/>
            <ac:picMk id="5" creationId="{A45C0CF9-E897-4A4C-8672-E57831C304F6}"/>
          </ac:picMkLst>
        </pc:picChg>
        <pc:picChg chg="add del mod">
          <ac:chgData name="Devinder Kaur" userId="89161a673412ba18" providerId="LiveId" clId="{A60A1732-A528-4C3A-BFC6-8A76B433E3CD}" dt="2021-12-04T10:11:54.555" v="493" actId="478"/>
          <ac:picMkLst>
            <pc:docMk/>
            <pc:sldMk cId="1633313903" sldId="464"/>
            <ac:picMk id="6" creationId="{678F38E7-A181-4E0D-A4C5-B07EC3B302FF}"/>
          </ac:picMkLst>
        </pc:picChg>
        <pc:picChg chg="add del mod">
          <ac:chgData name="Devinder Kaur" userId="89161a673412ba18" providerId="LiveId" clId="{A60A1732-A528-4C3A-BFC6-8A76B433E3CD}" dt="2021-12-04T10:13:57.331" v="503" actId="21"/>
          <ac:picMkLst>
            <pc:docMk/>
            <pc:sldMk cId="1633313903" sldId="464"/>
            <ac:picMk id="7" creationId="{DAF245FD-596D-4EB0-BBDA-52011BBD1520}"/>
          </ac:picMkLst>
        </pc:picChg>
        <pc:picChg chg="add del mod">
          <ac:chgData name="Devinder Kaur" userId="89161a673412ba18" providerId="LiveId" clId="{A60A1732-A528-4C3A-BFC6-8A76B433E3CD}" dt="2021-12-04T10:48:48.047" v="787" actId="478"/>
          <ac:picMkLst>
            <pc:docMk/>
            <pc:sldMk cId="1633313903" sldId="464"/>
            <ac:picMk id="8" creationId="{A042011E-FD92-44FA-A229-551F172C0FD3}"/>
          </ac:picMkLst>
        </pc:picChg>
      </pc:sldChg>
      <pc:sldChg chg="modSp new mod">
        <pc:chgData name="Devinder Kaur" userId="89161a673412ba18" providerId="LiveId" clId="{A60A1732-A528-4C3A-BFC6-8A76B433E3CD}" dt="2021-12-06T07:09:04.296" v="891" actId="20577"/>
        <pc:sldMkLst>
          <pc:docMk/>
          <pc:sldMk cId="720783215" sldId="465"/>
        </pc:sldMkLst>
        <pc:spChg chg="mod">
          <ac:chgData name="Devinder Kaur" userId="89161a673412ba18" providerId="LiveId" clId="{A60A1732-A528-4C3A-BFC6-8A76B433E3CD}" dt="2021-12-06T07:07:37.215" v="865"/>
          <ac:spMkLst>
            <pc:docMk/>
            <pc:sldMk cId="720783215" sldId="465"/>
            <ac:spMk id="2" creationId="{B9E7930B-C92C-4DD8-91A1-59952CF94064}"/>
          </ac:spMkLst>
        </pc:spChg>
        <pc:spChg chg="mod">
          <ac:chgData name="Devinder Kaur" userId="89161a673412ba18" providerId="LiveId" clId="{A60A1732-A528-4C3A-BFC6-8A76B433E3CD}" dt="2021-12-06T07:09:04.296" v="891" actId="20577"/>
          <ac:spMkLst>
            <pc:docMk/>
            <pc:sldMk cId="720783215" sldId="465"/>
            <ac:spMk id="3" creationId="{7964543D-64A9-4FAD-AD89-641FA143A228}"/>
          </ac:spMkLst>
        </pc:spChg>
      </pc:sldChg>
      <pc:sldChg chg="addSp delSp modSp new mod modAnim">
        <pc:chgData name="Devinder Kaur" userId="89161a673412ba18" providerId="LiveId" clId="{A60A1732-A528-4C3A-BFC6-8A76B433E3CD}" dt="2021-12-06T07:17:57.525" v="974" actId="14100"/>
        <pc:sldMkLst>
          <pc:docMk/>
          <pc:sldMk cId="561393716" sldId="466"/>
        </pc:sldMkLst>
        <pc:spChg chg="mod">
          <ac:chgData name="Devinder Kaur" userId="89161a673412ba18" providerId="LiveId" clId="{A60A1732-A528-4C3A-BFC6-8A76B433E3CD}" dt="2021-12-06T07:13:05.634" v="917" actId="27636"/>
          <ac:spMkLst>
            <pc:docMk/>
            <pc:sldMk cId="561393716" sldId="466"/>
            <ac:spMk id="2" creationId="{A83B5323-F071-4B78-BFE6-715FE1026491}"/>
          </ac:spMkLst>
        </pc:spChg>
        <pc:spChg chg="mod">
          <ac:chgData name="Devinder Kaur" userId="89161a673412ba18" providerId="LiveId" clId="{A60A1732-A528-4C3A-BFC6-8A76B433E3CD}" dt="2021-12-06T07:15:10.991" v="961" actId="14100"/>
          <ac:spMkLst>
            <pc:docMk/>
            <pc:sldMk cId="561393716" sldId="466"/>
            <ac:spMk id="3" creationId="{FD40E5C0-CD81-4F77-91B5-CEC18F860685}"/>
          </ac:spMkLst>
        </pc:spChg>
        <pc:picChg chg="add del mod">
          <ac:chgData name="Devinder Kaur" userId="89161a673412ba18" providerId="LiveId" clId="{A60A1732-A528-4C3A-BFC6-8A76B433E3CD}" dt="2021-12-06T07:17:39.468" v="968" actId="478"/>
          <ac:picMkLst>
            <pc:docMk/>
            <pc:sldMk cId="561393716" sldId="466"/>
            <ac:picMk id="5" creationId="{E7B0838C-6B48-4BC8-BC73-0DB75DC58C4B}"/>
          </ac:picMkLst>
        </pc:picChg>
        <pc:picChg chg="add mod">
          <ac:chgData name="Devinder Kaur" userId="89161a673412ba18" providerId="LiveId" clId="{A60A1732-A528-4C3A-BFC6-8A76B433E3CD}" dt="2021-12-06T07:17:57.525" v="974" actId="14100"/>
          <ac:picMkLst>
            <pc:docMk/>
            <pc:sldMk cId="561393716" sldId="466"/>
            <ac:picMk id="6" creationId="{42E3A6F2-94EE-44BB-9CDE-215272415540}"/>
          </ac:picMkLst>
        </pc:picChg>
      </pc:sldChg>
      <pc:sldChg chg="modSp new mod">
        <pc:chgData name="Devinder Kaur" userId="89161a673412ba18" providerId="LiveId" clId="{A60A1732-A528-4C3A-BFC6-8A76B433E3CD}" dt="2021-12-13T07:32:40.989" v="1609" actId="27636"/>
        <pc:sldMkLst>
          <pc:docMk/>
          <pc:sldMk cId="89599261" sldId="467"/>
        </pc:sldMkLst>
        <pc:spChg chg="mod">
          <ac:chgData name="Devinder Kaur" userId="89161a673412ba18" providerId="LiveId" clId="{A60A1732-A528-4C3A-BFC6-8A76B433E3CD}" dt="2021-12-06T07:33:06.040" v="1089" actId="14100"/>
          <ac:spMkLst>
            <pc:docMk/>
            <pc:sldMk cId="89599261" sldId="467"/>
            <ac:spMk id="2" creationId="{7B03E51A-A086-44E9-A908-ED6814E48D45}"/>
          </ac:spMkLst>
        </pc:spChg>
        <pc:spChg chg="mod">
          <ac:chgData name="Devinder Kaur" userId="89161a673412ba18" providerId="LiveId" clId="{A60A1732-A528-4C3A-BFC6-8A76B433E3CD}" dt="2021-12-13T07:32:40.989" v="1609" actId="27636"/>
          <ac:spMkLst>
            <pc:docMk/>
            <pc:sldMk cId="89599261" sldId="467"/>
            <ac:spMk id="3" creationId="{265C9362-E4D9-48A7-AE84-DB11016138D0}"/>
          </ac:spMkLst>
        </pc:spChg>
      </pc:sldChg>
      <pc:sldChg chg="addSp delSp modSp new mod">
        <pc:chgData name="Devinder Kaur" userId="89161a673412ba18" providerId="LiveId" clId="{A60A1732-A528-4C3A-BFC6-8A76B433E3CD}" dt="2021-12-06T07:49:39.759" v="1232" actId="14100"/>
        <pc:sldMkLst>
          <pc:docMk/>
          <pc:sldMk cId="2427657729" sldId="468"/>
        </pc:sldMkLst>
        <pc:spChg chg="del">
          <ac:chgData name="Devinder Kaur" userId="89161a673412ba18" providerId="LiveId" clId="{A60A1732-A528-4C3A-BFC6-8A76B433E3CD}" dt="2021-12-06T07:46:00.131" v="1092" actId="478"/>
          <ac:spMkLst>
            <pc:docMk/>
            <pc:sldMk cId="2427657729" sldId="468"/>
            <ac:spMk id="2" creationId="{34D04FA0-810D-484A-9161-116D82CEEDB8}"/>
          </ac:spMkLst>
        </pc:spChg>
        <pc:spChg chg="mod">
          <ac:chgData name="Devinder Kaur" userId="89161a673412ba18" providerId="LiveId" clId="{A60A1732-A528-4C3A-BFC6-8A76B433E3CD}" dt="2021-12-06T07:49:39.759" v="1232" actId="14100"/>
          <ac:spMkLst>
            <pc:docMk/>
            <pc:sldMk cId="2427657729" sldId="468"/>
            <ac:spMk id="3" creationId="{58982B99-4BB3-4CC6-B9D3-F7C801612166}"/>
          </ac:spMkLst>
        </pc:spChg>
        <pc:spChg chg="add mod">
          <ac:chgData name="Devinder Kaur" userId="89161a673412ba18" providerId="LiveId" clId="{A60A1732-A528-4C3A-BFC6-8A76B433E3CD}" dt="2021-12-06T07:49:31.708" v="1230" actId="14100"/>
          <ac:spMkLst>
            <pc:docMk/>
            <pc:sldMk cId="2427657729" sldId="468"/>
            <ac:spMk id="5" creationId="{88C67333-097F-4B52-8A47-F73D3533C7C8}"/>
          </ac:spMkLst>
        </pc:spChg>
      </pc:sldChg>
      <pc:sldChg chg="delSp modSp new mod">
        <pc:chgData name="Devinder Kaur" userId="89161a673412ba18" providerId="LiveId" clId="{A60A1732-A528-4C3A-BFC6-8A76B433E3CD}" dt="2021-12-06T07:50:38.067" v="1252" actId="27636"/>
        <pc:sldMkLst>
          <pc:docMk/>
          <pc:sldMk cId="1712981943" sldId="469"/>
        </pc:sldMkLst>
        <pc:spChg chg="del">
          <ac:chgData name="Devinder Kaur" userId="89161a673412ba18" providerId="LiveId" clId="{A60A1732-A528-4C3A-BFC6-8A76B433E3CD}" dt="2021-12-06T07:49:56.465" v="1235" actId="478"/>
          <ac:spMkLst>
            <pc:docMk/>
            <pc:sldMk cId="1712981943" sldId="469"/>
            <ac:spMk id="2" creationId="{78FD61D5-0931-4CF5-99AC-DE4CDC52FFE4}"/>
          </ac:spMkLst>
        </pc:spChg>
        <pc:spChg chg="mod">
          <ac:chgData name="Devinder Kaur" userId="89161a673412ba18" providerId="LiveId" clId="{A60A1732-A528-4C3A-BFC6-8A76B433E3CD}" dt="2021-12-06T07:50:38.067" v="1252" actId="27636"/>
          <ac:spMkLst>
            <pc:docMk/>
            <pc:sldMk cId="1712981943" sldId="469"/>
            <ac:spMk id="3" creationId="{F12F2EA3-E575-42D8-8292-0224D8560864}"/>
          </ac:spMkLst>
        </pc:spChg>
      </pc:sldChg>
      <pc:sldChg chg="modSp new mod ord">
        <pc:chgData name="Devinder Kaur" userId="89161a673412ba18" providerId="LiveId" clId="{A60A1732-A528-4C3A-BFC6-8A76B433E3CD}" dt="2021-12-07T07:03:32.921" v="1594" actId="20577"/>
        <pc:sldMkLst>
          <pc:docMk/>
          <pc:sldMk cId="4009363559" sldId="470"/>
        </pc:sldMkLst>
        <pc:spChg chg="mod">
          <ac:chgData name="Devinder Kaur" userId="89161a673412ba18" providerId="LiveId" clId="{A60A1732-A528-4C3A-BFC6-8A76B433E3CD}" dt="2021-12-06T10:33:10.639" v="1499" actId="20577"/>
          <ac:spMkLst>
            <pc:docMk/>
            <pc:sldMk cId="4009363559" sldId="470"/>
            <ac:spMk id="2" creationId="{24E0ACC7-9233-4A6A-96F4-68C8F10735BB}"/>
          </ac:spMkLst>
        </pc:spChg>
        <pc:spChg chg="mod">
          <ac:chgData name="Devinder Kaur" userId="89161a673412ba18" providerId="LiveId" clId="{A60A1732-A528-4C3A-BFC6-8A76B433E3CD}" dt="2021-12-07T07:03:32.921" v="1594" actId="20577"/>
          <ac:spMkLst>
            <pc:docMk/>
            <pc:sldMk cId="4009363559" sldId="470"/>
            <ac:spMk id="3" creationId="{BA17837E-AF35-4A71-BA32-10DA612E5978}"/>
          </ac:spMkLst>
        </pc:spChg>
      </pc:sldChg>
      <pc:sldChg chg="modSp new mod ord">
        <pc:chgData name="Devinder Kaur" userId="89161a673412ba18" providerId="LiveId" clId="{A60A1732-A528-4C3A-BFC6-8A76B433E3CD}" dt="2021-12-06T10:29:16.942" v="1454" actId="14100"/>
        <pc:sldMkLst>
          <pc:docMk/>
          <pc:sldMk cId="3127404050" sldId="471"/>
        </pc:sldMkLst>
        <pc:spChg chg="mod">
          <ac:chgData name="Devinder Kaur" userId="89161a673412ba18" providerId="LiveId" clId="{A60A1732-A528-4C3A-BFC6-8A76B433E3CD}" dt="2021-12-06T10:28:18.033" v="1443" actId="14100"/>
          <ac:spMkLst>
            <pc:docMk/>
            <pc:sldMk cId="3127404050" sldId="471"/>
            <ac:spMk id="2" creationId="{5098CD60-74D2-43B1-B31A-33B647A727AE}"/>
          </ac:spMkLst>
        </pc:spChg>
        <pc:spChg chg="mod">
          <ac:chgData name="Devinder Kaur" userId="89161a673412ba18" providerId="LiveId" clId="{A60A1732-A528-4C3A-BFC6-8A76B433E3CD}" dt="2021-12-06T10:29:16.942" v="1454" actId="14100"/>
          <ac:spMkLst>
            <pc:docMk/>
            <pc:sldMk cId="3127404050" sldId="471"/>
            <ac:spMk id="3" creationId="{ED5646D6-DE2A-4627-B250-A37AC561B959}"/>
          </ac:spMkLst>
        </pc:spChg>
      </pc:sldChg>
      <pc:sldChg chg="modSp new del mod">
        <pc:chgData name="Devinder Kaur" userId="89161a673412ba18" providerId="LiveId" clId="{A60A1732-A528-4C3A-BFC6-8A76B433E3CD}" dt="2021-12-06T10:43:59.412" v="1588" actId="47"/>
        <pc:sldMkLst>
          <pc:docMk/>
          <pc:sldMk cId="3131357175" sldId="472"/>
        </pc:sldMkLst>
        <pc:spChg chg="mod">
          <ac:chgData name="Devinder Kaur" userId="89161a673412ba18" providerId="LiveId" clId="{A60A1732-A528-4C3A-BFC6-8A76B433E3CD}" dt="2021-12-06T10:31:59.453" v="1489" actId="113"/>
          <ac:spMkLst>
            <pc:docMk/>
            <pc:sldMk cId="3131357175" sldId="472"/>
            <ac:spMk id="2" creationId="{63391689-ED1C-4A92-BFAC-04AE2900B3E8}"/>
          </ac:spMkLst>
        </pc:spChg>
      </pc:sldChg>
      <pc:sldChg chg="modSp new mod">
        <pc:chgData name="Devinder Kaur" userId="89161a673412ba18" providerId="LiveId" clId="{A60A1732-A528-4C3A-BFC6-8A76B433E3CD}" dt="2021-12-06T10:41:57.440" v="1585" actId="113"/>
        <pc:sldMkLst>
          <pc:docMk/>
          <pc:sldMk cId="3266438709" sldId="473"/>
        </pc:sldMkLst>
        <pc:spChg chg="mod">
          <ac:chgData name="Devinder Kaur" userId="89161a673412ba18" providerId="LiveId" clId="{A60A1732-A528-4C3A-BFC6-8A76B433E3CD}" dt="2021-12-06T10:35:16.112" v="1536"/>
          <ac:spMkLst>
            <pc:docMk/>
            <pc:sldMk cId="3266438709" sldId="473"/>
            <ac:spMk id="2" creationId="{83C6034D-D768-4435-95EA-3A567BC45974}"/>
          </ac:spMkLst>
        </pc:spChg>
        <pc:spChg chg="mod">
          <ac:chgData name="Devinder Kaur" userId="89161a673412ba18" providerId="LiveId" clId="{A60A1732-A528-4C3A-BFC6-8A76B433E3CD}" dt="2021-12-06T10:41:57.440" v="1585" actId="113"/>
          <ac:spMkLst>
            <pc:docMk/>
            <pc:sldMk cId="3266438709" sldId="473"/>
            <ac:spMk id="3" creationId="{8EF93CCE-7D7B-4249-9306-0C0BC2F857FB}"/>
          </ac:spMkLst>
        </pc:spChg>
      </pc:sldChg>
    </pc:docChg>
  </pc:docChgLst>
  <pc:docChgLst>
    <pc:chgData name="Devinder Kaur" userId="89161a673412ba18" providerId="LiveId" clId="{2736B1C8-200B-441C-B054-0EA28C6946C8}"/>
    <pc:docChg chg="undo custSel addSld delSld modSld">
      <pc:chgData name="Devinder Kaur" userId="89161a673412ba18" providerId="LiveId" clId="{2736B1C8-200B-441C-B054-0EA28C6946C8}" dt="2022-11-24T06:14:15.519" v="61" actId="20577"/>
      <pc:docMkLst>
        <pc:docMk/>
      </pc:docMkLst>
      <pc:sldChg chg="del">
        <pc:chgData name="Devinder Kaur" userId="89161a673412ba18" providerId="LiveId" clId="{2736B1C8-200B-441C-B054-0EA28C6946C8}" dt="2022-11-07T09:37:10.959" v="36" actId="47"/>
        <pc:sldMkLst>
          <pc:docMk/>
          <pc:sldMk cId="0" sldId="268"/>
        </pc:sldMkLst>
      </pc:sldChg>
      <pc:sldChg chg="del">
        <pc:chgData name="Devinder Kaur" userId="89161a673412ba18" providerId="LiveId" clId="{2736B1C8-200B-441C-B054-0EA28C6946C8}" dt="2022-11-07T09:37:10.959" v="36" actId="47"/>
        <pc:sldMkLst>
          <pc:docMk/>
          <pc:sldMk cId="0" sldId="273"/>
        </pc:sldMkLst>
      </pc:sldChg>
      <pc:sldChg chg="del">
        <pc:chgData name="Devinder Kaur" userId="89161a673412ba18" providerId="LiveId" clId="{2736B1C8-200B-441C-B054-0EA28C6946C8}" dt="2022-11-07T09:37:10.959" v="36" actId="47"/>
        <pc:sldMkLst>
          <pc:docMk/>
          <pc:sldMk cId="0" sldId="274"/>
        </pc:sldMkLst>
      </pc:sldChg>
      <pc:sldChg chg="modSp mod">
        <pc:chgData name="Devinder Kaur" userId="89161a673412ba18" providerId="LiveId" clId="{2736B1C8-200B-441C-B054-0EA28C6946C8}" dt="2022-11-07T09:35:08.855" v="35" actId="404"/>
        <pc:sldMkLst>
          <pc:docMk/>
          <pc:sldMk cId="3620876989" sldId="283"/>
        </pc:sldMkLst>
        <pc:spChg chg="mod">
          <ac:chgData name="Devinder Kaur" userId="89161a673412ba18" providerId="LiveId" clId="{2736B1C8-200B-441C-B054-0EA28C6946C8}" dt="2022-11-07T09:35:08.855" v="35" actId="404"/>
          <ac:spMkLst>
            <pc:docMk/>
            <pc:sldMk cId="3620876989" sldId="283"/>
            <ac:spMk id="13" creationId="{00000000-0000-0000-0000-000000000000}"/>
          </ac:spMkLst>
        </pc:spChg>
      </pc:sldChg>
      <pc:sldChg chg="modSp mod">
        <pc:chgData name="Devinder Kaur" userId="89161a673412ba18" providerId="LiveId" clId="{2736B1C8-200B-441C-B054-0EA28C6946C8}" dt="2022-11-07T09:34:15.958" v="14" actId="27636"/>
        <pc:sldMkLst>
          <pc:docMk/>
          <pc:sldMk cId="3553239906" sldId="286"/>
        </pc:sldMkLst>
        <pc:spChg chg="mod">
          <ac:chgData name="Devinder Kaur" userId="89161a673412ba18" providerId="LiveId" clId="{2736B1C8-200B-441C-B054-0EA28C6946C8}" dt="2022-11-07T09:34:15.958" v="14" actId="27636"/>
          <ac:spMkLst>
            <pc:docMk/>
            <pc:sldMk cId="3553239906" sldId="286"/>
            <ac:spMk id="17411" creationId="{00000000-0000-0000-0000-000000000000}"/>
          </ac:spMkLst>
        </pc:spChg>
      </pc:sldChg>
      <pc:sldChg chg="modSp mod">
        <pc:chgData name="Devinder Kaur" userId="89161a673412ba18" providerId="LiveId" clId="{2736B1C8-200B-441C-B054-0EA28C6946C8}" dt="2022-11-07T09:34:16.086" v="15" actId="27636"/>
        <pc:sldMkLst>
          <pc:docMk/>
          <pc:sldMk cId="651260955" sldId="289"/>
        </pc:sldMkLst>
        <pc:spChg chg="mod">
          <ac:chgData name="Devinder Kaur" userId="89161a673412ba18" providerId="LiveId" clId="{2736B1C8-200B-441C-B054-0EA28C6946C8}" dt="2022-11-07T09:34:16.086" v="15" actId="27636"/>
          <ac:spMkLst>
            <pc:docMk/>
            <pc:sldMk cId="651260955" sldId="289"/>
            <ac:spMk id="20484" creationId="{00000000-0000-0000-0000-000000000000}"/>
          </ac:spMkLst>
        </pc:spChg>
      </pc:sldChg>
      <pc:sldChg chg="del">
        <pc:chgData name="Devinder Kaur" userId="89161a673412ba18" providerId="LiveId" clId="{2736B1C8-200B-441C-B054-0EA28C6946C8}" dt="2022-11-07T09:37:10.959" v="36" actId="47"/>
        <pc:sldMkLst>
          <pc:docMk/>
          <pc:sldMk cId="0" sldId="292"/>
        </pc:sldMkLst>
      </pc:sldChg>
      <pc:sldChg chg="modSp mod">
        <pc:chgData name="Devinder Kaur" userId="89161a673412ba18" providerId="LiveId" clId="{2736B1C8-200B-441C-B054-0EA28C6946C8}" dt="2022-11-24T06:14:15.519" v="61" actId="20577"/>
        <pc:sldMkLst>
          <pc:docMk/>
          <pc:sldMk cId="0" sldId="382"/>
        </pc:sldMkLst>
        <pc:graphicFrameChg chg="mod modGraphic">
          <ac:chgData name="Devinder Kaur" userId="89161a673412ba18" providerId="LiveId" clId="{2736B1C8-200B-441C-B054-0EA28C6946C8}" dt="2022-11-24T06:14:15.519" v="61" actId="20577"/>
          <ac:graphicFrameMkLst>
            <pc:docMk/>
            <pc:sldMk cId="0" sldId="382"/>
            <ac:graphicFrameMk id="4" creationId="{133B9873-0D72-4F00-B232-68A50C2F664D}"/>
          </ac:graphicFrameMkLst>
        </pc:graphicFrameChg>
      </pc:sldChg>
      <pc:sldChg chg="modSp mod">
        <pc:chgData name="Devinder Kaur" userId="89161a673412ba18" providerId="LiveId" clId="{2736B1C8-200B-441C-B054-0EA28C6946C8}" dt="2022-11-07T09:34:15.901" v="13" actId="27636"/>
        <pc:sldMkLst>
          <pc:docMk/>
          <pc:sldMk cId="764978247" sldId="392"/>
        </pc:sldMkLst>
        <pc:spChg chg="mod">
          <ac:chgData name="Devinder Kaur" userId="89161a673412ba18" providerId="LiveId" clId="{2736B1C8-200B-441C-B054-0EA28C6946C8}" dt="2022-11-07T09:34:15.901" v="13" actId="27636"/>
          <ac:spMkLst>
            <pc:docMk/>
            <pc:sldMk cId="764978247" sldId="392"/>
            <ac:spMk id="15363" creationId="{00000000-0000-0000-0000-000000000000}"/>
          </ac:spMkLst>
        </pc:spChg>
      </pc:sldChg>
      <pc:sldChg chg="modSp del mod">
        <pc:chgData name="Devinder Kaur" userId="89161a673412ba18" providerId="LiveId" clId="{2736B1C8-200B-441C-B054-0EA28C6946C8}" dt="2022-11-07T09:37:10.959" v="36" actId="47"/>
        <pc:sldMkLst>
          <pc:docMk/>
          <pc:sldMk cId="3276869159" sldId="444"/>
        </pc:sldMkLst>
        <pc:spChg chg="mod">
          <ac:chgData name="Devinder Kaur" userId="89161a673412ba18" providerId="LiveId" clId="{2736B1C8-200B-441C-B054-0EA28C6946C8}" dt="2022-11-07T09:33:06.384" v="7" actId="27636"/>
          <ac:spMkLst>
            <pc:docMk/>
            <pc:sldMk cId="3276869159" sldId="444"/>
            <ac:spMk id="3" creationId="{212F9F60-F08D-47FE-8E25-F2A6A08F1F0E}"/>
          </ac:spMkLst>
        </pc:spChg>
      </pc:sldChg>
      <pc:sldChg chg="del">
        <pc:chgData name="Devinder Kaur" userId="89161a673412ba18" providerId="LiveId" clId="{2736B1C8-200B-441C-B054-0EA28C6946C8}" dt="2022-11-07T09:37:10.959" v="36" actId="47"/>
        <pc:sldMkLst>
          <pc:docMk/>
          <pc:sldMk cId="1567523935" sldId="446"/>
        </pc:sldMkLst>
      </pc:sldChg>
      <pc:sldChg chg="del">
        <pc:chgData name="Devinder Kaur" userId="89161a673412ba18" providerId="LiveId" clId="{2736B1C8-200B-441C-B054-0EA28C6946C8}" dt="2022-11-07T09:37:10.959" v="36" actId="47"/>
        <pc:sldMkLst>
          <pc:docMk/>
          <pc:sldMk cId="3076220560" sldId="447"/>
        </pc:sldMkLst>
      </pc:sldChg>
      <pc:sldChg chg="del">
        <pc:chgData name="Devinder Kaur" userId="89161a673412ba18" providerId="LiveId" clId="{2736B1C8-200B-441C-B054-0EA28C6946C8}" dt="2022-11-07T09:37:10.959" v="36" actId="47"/>
        <pc:sldMkLst>
          <pc:docMk/>
          <pc:sldMk cId="1218887647" sldId="448"/>
        </pc:sldMkLst>
      </pc:sldChg>
      <pc:sldChg chg="del">
        <pc:chgData name="Devinder Kaur" userId="89161a673412ba18" providerId="LiveId" clId="{2736B1C8-200B-441C-B054-0EA28C6946C8}" dt="2022-11-07T09:37:10.959" v="36" actId="47"/>
        <pc:sldMkLst>
          <pc:docMk/>
          <pc:sldMk cId="1899886567" sldId="450"/>
        </pc:sldMkLst>
      </pc:sldChg>
      <pc:sldChg chg="del">
        <pc:chgData name="Devinder Kaur" userId="89161a673412ba18" providerId="LiveId" clId="{2736B1C8-200B-441C-B054-0EA28C6946C8}" dt="2022-11-07T09:37:10.959" v="36" actId="47"/>
        <pc:sldMkLst>
          <pc:docMk/>
          <pc:sldMk cId="1150963543" sldId="451"/>
        </pc:sldMkLst>
      </pc:sldChg>
      <pc:sldChg chg="del">
        <pc:chgData name="Devinder Kaur" userId="89161a673412ba18" providerId="LiveId" clId="{2736B1C8-200B-441C-B054-0EA28C6946C8}" dt="2022-11-07T09:37:10.959" v="36" actId="47"/>
        <pc:sldMkLst>
          <pc:docMk/>
          <pc:sldMk cId="3614524674" sldId="452"/>
        </pc:sldMkLst>
      </pc:sldChg>
      <pc:sldChg chg="del">
        <pc:chgData name="Devinder Kaur" userId="89161a673412ba18" providerId="LiveId" clId="{2736B1C8-200B-441C-B054-0EA28C6946C8}" dt="2022-11-07T09:37:10.959" v="36" actId="47"/>
        <pc:sldMkLst>
          <pc:docMk/>
          <pc:sldMk cId="3030977826" sldId="453"/>
        </pc:sldMkLst>
      </pc:sldChg>
      <pc:sldChg chg="del">
        <pc:chgData name="Devinder Kaur" userId="89161a673412ba18" providerId="LiveId" clId="{2736B1C8-200B-441C-B054-0EA28C6946C8}" dt="2022-11-07T09:37:10.959" v="36" actId="47"/>
        <pc:sldMkLst>
          <pc:docMk/>
          <pc:sldMk cId="3247445141" sldId="454"/>
        </pc:sldMkLst>
      </pc:sldChg>
      <pc:sldChg chg="del">
        <pc:chgData name="Devinder Kaur" userId="89161a673412ba18" providerId="LiveId" clId="{2736B1C8-200B-441C-B054-0EA28C6946C8}" dt="2022-11-07T09:37:10.959" v="36" actId="47"/>
        <pc:sldMkLst>
          <pc:docMk/>
          <pc:sldMk cId="1080002282" sldId="455"/>
        </pc:sldMkLst>
      </pc:sldChg>
      <pc:sldChg chg="del">
        <pc:chgData name="Devinder Kaur" userId="89161a673412ba18" providerId="LiveId" clId="{2736B1C8-200B-441C-B054-0EA28C6946C8}" dt="2022-11-07T09:37:10.959" v="36" actId="47"/>
        <pc:sldMkLst>
          <pc:docMk/>
          <pc:sldMk cId="2143142585" sldId="456"/>
        </pc:sldMkLst>
      </pc:sldChg>
      <pc:sldChg chg="del">
        <pc:chgData name="Devinder Kaur" userId="89161a673412ba18" providerId="LiveId" clId="{2736B1C8-200B-441C-B054-0EA28C6946C8}" dt="2022-11-07T09:37:10.959" v="36" actId="47"/>
        <pc:sldMkLst>
          <pc:docMk/>
          <pc:sldMk cId="2346958233" sldId="457"/>
        </pc:sldMkLst>
      </pc:sldChg>
      <pc:sldChg chg="del">
        <pc:chgData name="Devinder Kaur" userId="89161a673412ba18" providerId="LiveId" clId="{2736B1C8-200B-441C-B054-0EA28C6946C8}" dt="2022-11-07T09:37:10.959" v="36" actId="47"/>
        <pc:sldMkLst>
          <pc:docMk/>
          <pc:sldMk cId="1824992622" sldId="458"/>
        </pc:sldMkLst>
      </pc:sldChg>
      <pc:sldChg chg="del">
        <pc:chgData name="Devinder Kaur" userId="89161a673412ba18" providerId="LiveId" clId="{2736B1C8-200B-441C-B054-0EA28C6946C8}" dt="2022-11-07T09:37:10.959" v="36" actId="47"/>
        <pc:sldMkLst>
          <pc:docMk/>
          <pc:sldMk cId="2469847588" sldId="459"/>
        </pc:sldMkLst>
      </pc:sldChg>
      <pc:sldChg chg="del">
        <pc:chgData name="Devinder Kaur" userId="89161a673412ba18" providerId="LiveId" clId="{2736B1C8-200B-441C-B054-0EA28C6946C8}" dt="2022-11-07T09:37:10.959" v="36" actId="47"/>
        <pc:sldMkLst>
          <pc:docMk/>
          <pc:sldMk cId="1708513419" sldId="460"/>
        </pc:sldMkLst>
      </pc:sldChg>
      <pc:sldChg chg="del">
        <pc:chgData name="Devinder Kaur" userId="89161a673412ba18" providerId="LiveId" clId="{2736B1C8-200B-441C-B054-0EA28C6946C8}" dt="2022-11-07T09:37:10.959" v="36" actId="47"/>
        <pc:sldMkLst>
          <pc:docMk/>
          <pc:sldMk cId="3664076648" sldId="461"/>
        </pc:sldMkLst>
      </pc:sldChg>
      <pc:sldChg chg="del">
        <pc:chgData name="Devinder Kaur" userId="89161a673412ba18" providerId="LiveId" clId="{2736B1C8-200B-441C-B054-0EA28C6946C8}" dt="2022-11-07T09:37:10.959" v="36" actId="47"/>
        <pc:sldMkLst>
          <pc:docMk/>
          <pc:sldMk cId="216894798" sldId="462"/>
        </pc:sldMkLst>
      </pc:sldChg>
      <pc:sldChg chg="del">
        <pc:chgData name="Devinder Kaur" userId="89161a673412ba18" providerId="LiveId" clId="{2736B1C8-200B-441C-B054-0EA28C6946C8}" dt="2022-11-07T09:37:10.959" v="36" actId="47"/>
        <pc:sldMkLst>
          <pc:docMk/>
          <pc:sldMk cId="1633313903" sldId="464"/>
        </pc:sldMkLst>
      </pc:sldChg>
      <pc:sldChg chg="del">
        <pc:chgData name="Devinder Kaur" userId="89161a673412ba18" providerId="LiveId" clId="{2736B1C8-200B-441C-B054-0EA28C6946C8}" dt="2022-11-07T09:37:10.959" v="36" actId="47"/>
        <pc:sldMkLst>
          <pc:docMk/>
          <pc:sldMk cId="720783215" sldId="465"/>
        </pc:sldMkLst>
      </pc:sldChg>
      <pc:sldChg chg="del">
        <pc:chgData name="Devinder Kaur" userId="89161a673412ba18" providerId="LiveId" clId="{2736B1C8-200B-441C-B054-0EA28C6946C8}" dt="2022-11-07T09:37:10.959" v="36" actId="47"/>
        <pc:sldMkLst>
          <pc:docMk/>
          <pc:sldMk cId="561393716" sldId="466"/>
        </pc:sldMkLst>
      </pc:sldChg>
      <pc:sldChg chg="add del">
        <pc:chgData name="Devinder Kaur" userId="89161a673412ba18" providerId="LiveId" clId="{2736B1C8-200B-441C-B054-0EA28C6946C8}" dt="2022-11-07T09:37:10.959" v="36" actId="47"/>
        <pc:sldMkLst>
          <pc:docMk/>
          <pc:sldMk cId="89599261" sldId="467"/>
        </pc:sldMkLst>
      </pc:sldChg>
      <pc:sldChg chg="del">
        <pc:chgData name="Devinder Kaur" userId="89161a673412ba18" providerId="LiveId" clId="{2736B1C8-200B-441C-B054-0EA28C6946C8}" dt="2022-11-07T09:37:10.959" v="36" actId="47"/>
        <pc:sldMkLst>
          <pc:docMk/>
          <pc:sldMk cId="2427657729" sldId="468"/>
        </pc:sldMkLst>
      </pc:sldChg>
      <pc:sldChg chg="del">
        <pc:chgData name="Devinder Kaur" userId="89161a673412ba18" providerId="LiveId" clId="{2736B1C8-200B-441C-B054-0EA28C6946C8}" dt="2022-11-07T09:37:10.959" v="36" actId="47"/>
        <pc:sldMkLst>
          <pc:docMk/>
          <pc:sldMk cId="1712981943" sldId="469"/>
        </pc:sldMkLst>
      </pc:sldChg>
      <pc:sldChg chg="del">
        <pc:chgData name="Devinder Kaur" userId="89161a673412ba18" providerId="LiveId" clId="{2736B1C8-200B-441C-B054-0EA28C6946C8}" dt="2022-11-07T09:37:10.959" v="36" actId="47"/>
        <pc:sldMkLst>
          <pc:docMk/>
          <pc:sldMk cId="4009363559" sldId="470"/>
        </pc:sldMkLst>
      </pc:sldChg>
      <pc:sldChg chg="del">
        <pc:chgData name="Devinder Kaur" userId="89161a673412ba18" providerId="LiveId" clId="{2736B1C8-200B-441C-B054-0EA28C6946C8}" dt="2022-11-07T09:37:10.959" v="36" actId="47"/>
        <pc:sldMkLst>
          <pc:docMk/>
          <pc:sldMk cId="3127404050" sldId="471"/>
        </pc:sldMkLst>
      </pc:sldChg>
      <pc:sldChg chg="del">
        <pc:chgData name="Devinder Kaur" userId="89161a673412ba18" providerId="LiveId" clId="{2736B1C8-200B-441C-B054-0EA28C6946C8}" dt="2022-11-07T09:37:10.959" v="36" actId="47"/>
        <pc:sldMkLst>
          <pc:docMk/>
          <pc:sldMk cId="3266438709" sldId="473"/>
        </pc:sldMkLst>
      </pc:sldChg>
      <pc:sldChg chg="modSp mod">
        <pc:chgData name="Devinder Kaur" userId="89161a673412ba18" providerId="LiveId" clId="{2736B1C8-200B-441C-B054-0EA28C6946C8}" dt="2022-11-07T09:34:48.286" v="34" actId="1035"/>
        <pc:sldMkLst>
          <pc:docMk/>
          <pc:sldMk cId="3088610574" sldId="474"/>
        </pc:sldMkLst>
        <pc:spChg chg="mod">
          <ac:chgData name="Devinder Kaur" userId="89161a673412ba18" providerId="LiveId" clId="{2736B1C8-200B-441C-B054-0EA28C6946C8}" dt="2022-11-07T09:34:48.286" v="34" actId="1035"/>
          <ac:spMkLst>
            <pc:docMk/>
            <pc:sldMk cId="3088610574" sldId="474"/>
            <ac:spMk id="3" creationId="{212F9F60-F08D-47FE-8E25-F2A6A08F1F0E}"/>
          </ac:spMkLst>
        </pc:spChg>
      </pc:sldChg>
      <pc:sldChg chg="modSp mod">
        <pc:chgData name="Devinder Kaur" userId="89161a673412ba18" providerId="LiveId" clId="{2736B1C8-200B-441C-B054-0EA28C6946C8}" dt="2022-11-07T09:34:15.875" v="8" actId="27636"/>
        <pc:sldMkLst>
          <pc:docMk/>
          <pc:sldMk cId="2366282198" sldId="494"/>
        </pc:sldMkLst>
        <pc:spChg chg="mod">
          <ac:chgData name="Devinder Kaur" userId="89161a673412ba18" providerId="LiveId" clId="{2736B1C8-200B-441C-B054-0EA28C6946C8}" dt="2022-11-07T09:34:15.875" v="8" actId="27636"/>
          <ac:spMkLst>
            <pc:docMk/>
            <pc:sldMk cId="2366282198" sldId="494"/>
            <ac:spMk id="3" creationId="{265C9362-E4D9-48A7-AE84-DB11016138D0}"/>
          </ac:spMkLst>
        </pc:spChg>
      </pc:sldChg>
      <pc:sldChg chg="modSp mod">
        <pc:chgData name="Devinder Kaur" userId="89161a673412ba18" providerId="LiveId" clId="{2736B1C8-200B-441C-B054-0EA28C6946C8}" dt="2022-11-07T09:34:15.890" v="12" actId="27636"/>
        <pc:sldMkLst>
          <pc:docMk/>
          <pc:sldMk cId="3819553992" sldId="495"/>
        </pc:sldMkLst>
        <pc:spChg chg="mod">
          <ac:chgData name="Devinder Kaur" userId="89161a673412ba18" providerId="LiveId" clId="{2736B1C8-200B-441C-B054-0EA28C6946C8}" dt="2022-11-07T09:34:15.881" v="10" actId="27636"/>
          <ac:spMkLst>
            <pc:docMk/>
            <pc:sldMk cId="3819553992" sldId="495"/>
            <ac:spMk id="3" creationId="{0C917BEC-2929-49D3-BCD9-A84E28C9C343}"/>
          </ac:spMkLst>
        </pc:spChg>
        <pc:spChg chg="mod">
          <ac:chgData name="Devinder Kaur" userId="89161a673412ba18" providerId="LiveId" clId="{2736B1C8-200B-441C-B054-0EA28C6946C8}" dt="2022-11-07T09:34:15.888" v="11" actId="27636"/>
          <ac:spMkLst>
            <pc:docMk/>
            <pc:sldMk cId="3819553992" sldId="495"/>
            <ac:spMk id="4" creationId="{EA6DFD7A-B988-4CFB-B24F-F79D5061F513}"/>
          </ac:spMkLst>
        </pc:spChg>
        <pc:spChg chg="mod">
          <ac:chgData name="Devinder Kaur" userId="89161a673412ba18" providerId="LiveId" clId="{2736B1C8-200B-441C-B054-0EA28C6946C8}" dt="2022-11-07T09:34:15.880" v="9" actId="27636"/>
          <ac:spMkLst>
            <pc:docMk/>
            <pc:sldMk cId="3819553992" sldId="495"/>
            <ac:spMk id="5" creationId="{FED09C72-EB4A-41D9-8410-A183AFFE5E07}"/>
          </ac:spMkLst>
        </pc:spChg>
        <pc:spChg chg="mod">
          <ac:chgData name="Devinder Kaur" userId="89161a673412ba18" providerId="LiveId" clId="{2736B1C8-200B-441C-B054-0EA28C6946C8}" dt="2022-11-07T09:34:15.890" v="12" actId="27636"/>
          <ac:spMkLst>
            <pc:docMk/>
            <pc:sldMk cId="3819553992" sldId="495"/>
            <ac:spMk id="6" creationId="{6D384AF8-AB4D-4A2D-ADBC-BD2F1BD02E7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3EE67F-0722-44F5-96C4-56356258A4A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E8D2569C-57F3-41E2-8AA9-411369447031}">
      <dgm:prSet phldrT="[Text]" custT="1"/>
      <dgm:spPr/>
      <dgm:t>
        <a:bodyPr/>
        <a:lstStyle/>
        <a:p>
          <a:r>
            <a:rPr lang="en-IN" sz="4400" b="1" i="0" dirty="0">
              <a:effectLst/>
              <a:latin typeface="+mj-lt"/>
            </a:rPr>
            <a:t>What are Receptors?</a:t>
          </a:r>
          <a:endParaRPr lang="en-IN" sz="4400" dirty="0">
            <a:effectLst/>
            <a:latin typeface="+mj-lt"/>
          </a:endParaRPr>
        </a:p>
      </dgm:t>
    </dgm:pt>
    <dgm:pt modelId="{1EB98B91-C0EF-4736-ACA1-A67C8B302A8C}" type="parTrans" cxnId="{BF70DAB1-0043-4CB5-A652-1528C5A014A6}">
      <dgm:prSet/>
      <dgm:spPr/>
      <dgm:t>
        <a:bodyPr/>
        <a:lstStyle/>
        <a:p>
          <a:endParaRPr lang="en-IN"/>
        </a:p>
      </dgm:t>
    </dgm:pt>
    <dgm:pt modelId="{9190CFF4-37F4-4B47-B29D-96FE8C019B47}" type="sibTrans" cxnId="{BF70DAB1-0043-4CB5-A652-1528C5A014A6}">
      <dgm:prSet/>
      <dgm:spPr/>
      <dgm:t>
        <a:bodyPr/>
        <a:lstStyle/>
        <a:p>
          <a:endParaRPr lang="en-IN"/>
        </a:p>
      </dgm:t>
    </dgm:pt>
    <dgm:pt modelId="{2EECDADC-1289-4047-9D8E-6EEE168F2279}">
      <dgm:prSet phldrT="[Text]" custT="1"/>
      <dgm:spPr/>
      <dgm:t>
        <a:bodyPr/>
        <a:lstStyle/>
        <a:p>
          <a:pPr algn="just"/>
          <a:r>
            <a:rPr lang="en-US" sz="4800" b="0" i="0" dirty="0"/>
            <a:t>Convert energy from both external and internal environments into electrical impulses</a:t>
          </a:r>
          <a:r>
            <a:rPr lang="en-US" sz="2000" b="0" i="0" dirty="0"/>
            <a:t> (signal by neuron)</a:t>
          </a:r>
          <a:r>
            <a:rPr lang="en-US" sz="4800" b="0" i="0" dirty="0"/>
            <a:t>. </a:t>
          </a:r>
          <a:endParaRPr lang="en-IN" sz="4800" dirty="0"/>
        </a:p>
      </dgm:t>
    </dgm:pt>
    <dgm:pt modelId="{2EEE2163-D839-44C0-95B2-1BCF8AA09AB2}" type="parTrans" cxnId="{50C59D0C-097F-4942-9182-F3AD489268F4}">
      <dgm:prSet/>
      <dgm:spPr/>
      <dgm:t>
        <a:bodyPr/>
        <a:lstStyle/>
        <a:p>
          <a:endParaRPr lang="en-IN"/>
        </a:p>
      </dgm:t>
    </dgm:pt>
    <dgm:pt modelId="{2ED29F1A-1615-439A-BEE7-354DA9664676}" type="sibTrans" cxnId="{50C59D0C-097F-4942-9182-F3AD489268F4}">
      <dgm:prSet/>
      <dgm:spPr/>
      <dgm:t>
        <a:bodyPr/>
        <a:lstStyle/>
        <a:p>
          <a:endParaRPr lang="en-IN"/>
        </a:p>
      </dgm:t>
    </dgm:pt>
    <dgm:pt modelId="{7C0B54C4-97B3-42B3-BC70-419F0802183C}">
      <dgm:prSet phldrT="[Text]" custT="1"/>
      <dgm:spPr/>
      <dgm:t>
        <a:bodyPr/>
        <a:lstStyle/>
        <a:p>
          <a:pPr algn="just"/>
          <a:r>
            <a:rPr lang="en-US" sz="4800" b="0" i="0" dirty="0"/>
            <a:t>Biological transducers </a:t>
          </a:r>
          <a:endParaRPr lang="en-IN" sz="4800" dirty="0"/>
        </a:p>
      </dgm:t>
    </dgm:pt>
    <dgm:pt modelId="{E098DF1A-0757-4ABB-93B6-DCE40B80227F}" type="parTrans" cxnId="{277B9EAC-C585-471D-8284-FA582729DDD7}">
      <dgm:prSet/>
      <dgm:spPr/>
      <dgm:t>
        <a:bodyPr/>
        <a:lstStyle/>
        <a:p>
          <a:endParaRPr lang="en-IN"/>
        </a:p>
      </dgm:t>
    </dgm:pt>
    <dgm:pt modelId="{F9900D81-2D31-4D95-8B94-044B0552BFA9}" type="sibTrans" cxnId="{277B9EAC-C585-471D-8284-FA582729DDD7}">
      <dgm:prSet/>
      <dgm:spPr/>
      <dgm:t>
        <a:bodyPr/>
        <a:lstStyle/>
        <a:p>
          <a:endParaRPr lang="en-IN"/>
        </a:p>
      </dgm:t>
    </dgm:pt>
    <dgm:pt modelId="{4F63136B-B85C-4BB6-AE85-C5CCA1474ECA}" type="pres">
      <dgm:prSet presAssocID="{403EE67F-0722-44F5-96C4-56356258A4A5}" presName="Name0" presStyleCnt="0">
        <dgm:presLayoutVars>
          <dgm:dir/>
          <dgm:animLvl val="lvl"/>
          <dgm:resizeHandles val="exact"/>
        </dgm:presLayoutVars>
      </dgm:prSet>
      <dgm:spPr/>
    </dgm:pt>
    <dgm:pt modelId="{30947B95-4F92-4F0D-A8C0-D213C20CC49C}" type="pres">
      <dgm:prSet presAssocID="{E8D2569C-57F3-41E2-8AA9-411369447031}" presName="composite" presStyleCnt="0"/>
      <dgm:spPr/>
    </dgm:pt>
    <dgm:pt modelId="{86C22EEB-5FFF-4C87-BAF9-89A19BC42811}" type="pres">
      <dgm:prSet presAssocID="{E8D2569C-57F3-41E2-8AA9-411369447031}" presName="parTx" presStyleLbl="alignNode1" presStyleIdx="0" presStyleCnt="1">
        <dgm:presLayoutVars>
          <dgm:chMax val="0"/>
          <dgm:chPref val="0"/>
          <dgm:bulletEnabled val="1"/>
        </dgm:presLayoutVars>
      </dgm:prSet>
      <dgm:spPr/>
    </dgm:pt>
    <dgm:pt modelId="{EAB0D7FA-C6AB-4CE5-872D-1D563587F7BD}" type="pres">
      <dgm:prSet presAssocID="{E8D2569C-57F3-41E2-8AA9-411369447031}" presName="desTx" presStyleLbl="alignAccFollowNode1" presStyleIdx="0" presStyleCnt="1">
        <dgm:presLayoutVars>
          <dgm:bulletEnabled val="1"/>
        </dgm:presLayoutVars>
      </dgm:prSet>
      <dgm:spPr/>
    </dgm:pt>
  </dgm:ptLst>
  <dgm:cxnLst>
    <dgm:cxn modelId="{50C59D0C-097F-4942-9182-F3AD489268F4}" srcId="{E8D2569C-57F3-41E2-8AA9-411369447031}" destId="{2EECDADC-1289-4047-9D8E-6EEE168F2279}" srcOrd="1" destOrd="0" parTransId="{2EEE2163-D839-44C0-95B2-1BCF8AA09AB2}" sibTransId="{2ED29F1A-1615-439A-BEE7-354DA9664676}"/>
    <dgm:cxn modelId="{83E74A2B-C5AA-45BF-B7D1-F43B1D10AEE8}" type="presOf" srcId="{403EE67F-0722-44F5-96C4-56356258A4A5}" destId="{4F63136B-B85C-4BB6-AE85-C5CCA1474ECA}" srcOrd="0" destOrd="0" presId="urn:microsoft.com/office/officeart/2005/8/layout/hList1"/>
    <dgm:cxn modelId="{75FD4361-7FE1-44FA-8B17-50B35553591B}" type="presOf" srcId="{2EECDADC-1289-4047-9D8E-6EEE168F2279}" destId="{EAB0D7FA-C6AB-4CE5-872D-1D563587F7BD}" srcOrd="0" destOrd="1" presId="urn:microsoft.com/office/officeart/2005/8/layout/hList1"/>
    <dgm:cxn modelId="{544BD149-7536-4416-A0B5-F6B634E75F41}" type="presOf" srcId="{E8D2569C-57F3-41E2-8AA9-411369447031}" destId="{86C22EEB-5FFF-4C87-BAF9-89A19BC42811}" srcOrd="0" destOrd="0" presId="urn:microsoft.com/office/officeart/2005/8/layout/hList1"/>
    <dgm:cxn modelId="{277B9EAC-C585-471D-8284-FA582729DDD7}" srcId="{E8D2569C-57F3-41E2-8AA9-411369447031}" destId="{7C0B54C4-97B3-42B3-BC70-419F0802183C}" srcOrd="0" destOrd="0" parTransId="{E098DF1A-0757-4ABB-93B6-DCE40B80227F}" sibTransId="{F9900D81-2D31-4D95-8B94-044B0552BFA9}"/>
    <dgm:cxn modelId="{BF70DAB1-0043-4CB5-A652-1528C5A014A6}" srcId="{403EE67F-0722-44F5-96C4-56356258A4A5}" destId="{E8D2569C-57F3-41E2-8AA9-411369447031}" srcOrd="0" destOrd="0" parTransId="{1EB98B91-C0EF-4736-ACA1-A67C8B302A8C}" sibTransId="{9190CFF4-37F4-4B47-B29D-96FE8C019B47}"/>
    <dgm:cxn modelId="{E7C330E7-CB41-4FB2-ABA1-F6FB1D6849B0}" type="presOf" srcId="{7C0B54C4-97B3-42B3-BC70-419F0802183C}" destId="{EAB0D7FA-C6AB-4CE5-872D-1D563587F7BD}" srcOrd="0" destOrd="0" presId="urn:microsoft.com/office/officeart/2005/8/layout/hList1"/>
    <dgm:cxn modelId="{ADE62706-3314-4FA3-BAD4-C9A683426DBA}" type="presParOf" srcId="{4F63136B-B85C-4BB6-AE85-C5CCA1474ECA}" destId="{30947B95-4F92-4F0D-A8C0-D213C20CC49C}" srcOrd="0" destOrd="0" presId="urn:microsoft.com/office/officeart/2005/8/layout/hList1"/>
    <dgm:cxn modelId="{1C11C397-95D6-4DF1-8567-A661FDDDCD81}" type="presParOf" srcId="{30947B95-4F92-4F0D-A8C0-D213C20CC49C}" destId="{86C22EEB-5FFF-4C87-BAF9-89A19BC42811}" srcOrd="0" destOrd="0" presId="urn:microsoft.com/office/officeart/2005/8/layout/hList1"/>
    <dgm:cxn modelId="{7A7BBF26-F7E1-4D5E-A3E1-E96DAA49F240}" type="presParOf" srcId="{30947B95-4F92-4F0D-A8C0-D213C20CC49C}" destId="{EAB0D7FA-C6AB-4CE5-872D-1D563587F7B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F441CC-6817-4E56-93CC-71AA19B7B1F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91AB8D36-355D-433E-A7E4-CAEB4317613E}">
      <dgm:prSet phldrT="[Text]" custT="1"/>
      <dgm:spPr/>
      <dgm:t>
        <a:bodyPr/>
        <a:lstStyle/>
        <a:p>
          <a:r>
            <a:rPr lang="en-IN" sz="3200" b="1" i="0" dirty="0">
              <a:effectLst>
                <a:outerShdw blurRad="38100" dist="38100" dir="2700000" algn="tl">
                  <a:srgbClr val="000000">
                    <a:alpha val="43137"/>
                  </a:srgbClr>
                </a:outerShdw>
              </a:effectLst>
              <a:latin typeface="+mj-lt"/>
            </a:rPr>
            <a:t>What are sensory receptors?</a:t>
          </a:r>
          <a:endParaRPr lang="en-IN" sz="3200" b="1" dirty="0">
            <a:effectLst>
              <a:outerShdw blurRad="38100" dist="38100" dir="2700000" algn="tl">
                <a:srgbClr val="000000">
                  <a:alpha val="43137"/>
                </a:srgbClr>
              </a:outerShdw>
            </a:effectLst>
            <a:latin typeface="+mj-lt"/>
          </a:endParaRPr>
        </a:p>
      </dgm:t>
    </dgm:pt>
    <dgm:pt modelId="{06C25416-23C8-4FD0-82F7-3EA71AE38E5F}" type="parTrans" cxnId="{2100AD70-3092-45AB-84BA-27C5336A4D58}">
      <dgm:prSet/>
      <dgm:spPr/>
      <dgm:t>
        <a:bodyPr/>
        <a:lstStyle/>
        <a:p>
          <a:endParaRPr lang="en-IN" sz="1200"/>
        </a:p>
      </dgm:t>
    </dgm:pt>
    <dgm:pt modelId="{78E2A133-1A96-4EC8-84A3-50F79CCF3AE3}" type="sibTrans" cxnId="{2100AD70-3092-45AB-84BA-27C5336A4D58}">
      <dgm:prSet/>
      <dgm:spPr/>
      <dgm:t>
        <a:bodyPr/>
        <a:lstStyle/>
        <a:p>
          <a:endParaRPr lang="en-IN" sz="1200"/>
        </a:p>
      </dgm:t>
    </dgm:pt>
    <dgm:pt modelId="{6D80D09E-ADC7-4EBB-8A96-CFD109BE7D04}">
      <dgm:prSet phldrT="[Text]" custT="1"/>
      <dgm:spPr/>
      <dgm:t>
        <a:bodyPr/>
        <a:lstStyle/>
        <a:p>
          <a:pPr algn="just"/>
          <a:r>
            <a:rPr lang="en-US" sz="3200" b="0" i="0" dirty="0"/>
            <a:t>Specialized structures- </a:t>
          </a:r>
          <a:r>
            <a:rPr lang="en-US" sz="3200" b="1" i="0" dirty="0"/>
            <a:t>respond to the changes </a:t>
          </a:r>
          <a:r>
            <a:rPr lang="en-US" sz="3200" b="0" i="0" dirty="0"/>
            <a:t>(stimuli) </a:t>
          </a:r>
          <a:r>
            <a:rPr lang="en-US" sz="3200" b="1" i="0" dirty="0"/>
            <a:t>in the environment</a:t>
          </a:r>
          <a:r>
            <a:rPr lang="en-US" sz="3200" b="0" i="0" dirty="0"/>
            <a:t>.</a:t>
          </a:r>
          <a:endParaRPr lang="en-IN" sz="3200" dirty="0"/>
        </a:p>
      </dgm:t>
    </dgm:pt>
    <dgm:pt modelId="{A233D3F3-6B3B-4DA0-B778-CA780728A7B0}" type="parTrans" cxnId="{5C35C27D-F6E4-436C-A4D8-3DDE39DA5C81}">
      <dgm:prSet/>
      <dgm:spPr/>
      <dgm:t>
        <a:bodyPr/>
        <a:lstStyle/>
        <a:p>
          <a:endParaRPr lang="en-IN" sz="1200"/>
        </a:p>
      </dgm:t>
    </dgm:pt>
    <dgm:pt modelId="{CA578FFC-77C9-48C7-92CB-9F53528675E9}" type="sibTrans" cxnId="{5C35C27D-F6E4-436C-A4D8-3DDE39DA5C81}">
      <dgm:prSet/>
      <dgm:spPr/>
      <dgm:t>
        <a:bodyPr/>
        <a:lstStyle/>
        <a:p>
          <a:endParaRPr lang="en-IN" sz="1200"/>
        </a:p>
      </dgm:t>
    </dgm:pt>
    <dgm:pt modelId="{F7268C32-891B-4207-BD60-97684FB1806D}">
      <dgm:prSet phldrT="[Text]" custT="1"/>
      <dgm:spPr/>
      <dgm:t>
        <a:bodyPr/>
        <a:lstStyle/>
        <a:p>
          <a:pPr algn="just"/>
          <a:r>
            <a:rPr lang="en-US" sz="3200" b="1" dirty="0"/>
            <a:t>Sensation and interpretation </a:t>
          </a:r>
          <a:r>
            <a:rPr lang="en-US" sz="3200" dirty="0"/>
            <a:t>takes place in </a:t>
          </a:r>
          <a:r>
            <a:rPr lang="en-US" sz="3200" b="1" dirty="0"/>
            <a:t>brain</a:t>
          </a:r>
          <a:r>
            <a:rPr lang="en-US" sz="3200" dirty="0"/>
            <a:t>.</a:t>
          </a:r>
          <a:endParaRPr lang="en-IN" sz="3200" dirty="0"/>
        </a:p>
      </dgm:t>
    </dgm:pt>
    <dgm:pt modelId="{0D75AB71-4380-46BD-ABB4-C0FE0FF92F8D}" type="parTrans" cxnId="{D0CE088F-BF18-42DC-9701-796578EF63E4}">
      <dgm:prSet/>
      <dgm:spPr/>
      <dgm:t>
        <a:bodyPr/>
        <a:lstStyle/>
        <a:p>
          <a:endParaRPr lang="en-IN"/>
        </a:p>
      </dgm:t>
    </dgm:pt>
    <dgm:pt modelId="{DBCD2D15-F28B-4254-85DA-7AC79CAAEE7C}" type="sibTrans" cxnId="{D0CE088F-BF18-42DC-9701-796578EF63E4}">
      <dgm:prSet/>
      <dgm:spPr/>
      <dgm:t>
        <a:bodyPr/>
        <a:lstStyle/>
        <a:p>
          <a:endParaRPr lang="en-IN"/>
        </a:p>
      </dgm:t>
    </dgm:pt>
    <dgm:pt modelId="{C6633145-2C82-44B2-8C57-D2D22D6CDFB8}">
      <dgm:prSet phldrT="[Text]" custT="1"/>
      <dgm:spPr/>
      <dgm:t>
        <a:bodyPr/>
        <a:lstStyle/>
        <a:p>
          <a:pPr algn="just"/>
          <a:r>
            <a:rPr lang="en-US" sz="3200" b="1" dirty="0"/>
            <a:t>Keep aware</a:t>
          </a:r>
          <a:r>
            <a:rPr lang="en-US" sz="3200" dirty="0"/>
            <a:t> our </a:t>
          </a:r>
          <a:r>
            <a:rPr lang="en-US" sz="3200" b="1" dirty="0"/>
            <a:t>internal body </a:t>
          </a:r>
          <a:r>
            <a:rPr lang="en-US" sz="3200" dirty="0"/>
            <a:t>and </a:t>
          </a:r>
          <a:r>
            <a:rPr lang="en-US" sz="3200" b="1" dirty="0"/>
            <a:t>external environment. </a:t>
          </a:r>
          <a:endParaRPr lang="en-IN" sz="3200" b="1" dirty="0"/>
        </a:p>
      </dgm:t>
    </dgm:pt>
    <dgm:pt modelId="{84C236C3-E9E4-40CB-9CE2-2234A341EABE}" type="parTrans" cxnId="{72B801B7-2A01-475F-ABD8-9284E126F0B8}">
      <dgm:prSet/>
      <dgm:spPr/>
      <dgm:t>
        <a:bodyPr/>
        <a:lstStyle/>
        <a:p>
          <a:endParaRPr lang="en-IN"/>
        </a:p>
      </dgm:t>
    </dgm:pt>
    <dgm:pt modelId="{0C90A7FD-DFF0-4616-9163-FD9027BA0099}" type="sibTrans" cxnId="{72B801B7-2A01-475F-ABD8-9284E126F0B8}">
      <dgm:prSet/>
      <dgm:spPr/>
      <dgm:t>
        <a:bodyPr/>
        <a:lstStyle/>
        <a:p>
          <a:endParaRPr lang="en-IN"/>
        </a:p>
      </dgm:t>
    </dgm:pt>
    <dgm:pt modelId="{0CCCE712-4D28-4025-9371-81FD4F496B83}">
      <dgm:prSet phldrT="[Text]" custT="1"/>
      <dgm:spPr/>
      <dgm:t>
        <a:bodyPr/>
        <a:lstStyle/>
        <a:p>
          <a:pPr algn="just"/>
          <a:r>
            <a:rPr lang="en-US" sz="3200" b="0" i="0" dirty="0"/>
            <a:t>The </a:t>
          </a:r>
          <a:r>
            <a:rPr lang="en-US" sz="3200" b="1" i="0" dirty="0"/>
            <a:t>human body </a:t>
          </a:r>
          <a:r>
            <a:rPr lang="en-US" sz="3200" b="0" i="0" dirty="0"/>
            <a:t>can achieve an </a:t>
          </a:r>
          <a:r>
            <a:rPr lang="en-US" sz="3200" b="1" i="0" dirty="0"/>
            <a:t>understanding</a:t>
          </a:r>
          <a:r>
            <a:rPr lang="en-US" sz="3200" b="0" i="0" dirty="0"/>
            <a:t> of the world through its </a:t>
          </a:r>
          <a:r>
            <a:rPr lang="en-US" sz="3200" b="1" i="0" dirty="0"/>
            <a:t>Sensory/Receptor systems</a:t>
          </a:r>
          <a:r>
            <a:rPr lang="en-US" sz="3200" b="0" i="0" dirty="0"/>
            <a:t>.</a:t>
          </a:r>
          <a:endParaRPr lang="en-IN" sz="3200" b="1" dirty="0"/>
        </a:p>
      </dgm:t>
    </dgm:pt>
    <dgm:pt modelId="{EE379765-283D-46CE-A021-83AF4EFAC70A}" type="parTrans" cxnId="{07B4C7F5-6542-4266-B591-1F15B83BCDFF}">
      <dgm:prSet/>
      <dgm:spPr/>
    </dgm:pt>
    <dgm:pt modelId="{0D332705-32F5-464D-B6E7-85560734ABF8}" type="sibTrans" cxnId="{07B4C7F5-6542-4266-B591-1F15B83BCDFF}">
      <dgm:prSet/>
      <dgm:spPr/>
    </dgm:pt>
    <dgm:pt modelId="{179CD891-0328-4450-8975-7BA50251F08F}" type="pres">
      <dgm:prSet presAssocID="{50F441CC-6817-4E56-93CC-71AA19B7B1FD}" presName="Name0" presStyleCnt="0">
        <dgm:presLayoutVars>
          <dgm:dir/>
          <dgm:animLvl val="lvl"/>
          <dgm:resizeHandles val="exact"/>
        </dgm:presLayoutVars>
      </dgm:prSet>
      <dgm:spPr/>
    </dgm:pt>
    <dgm:pt modelId="{5BF7BEE5-908F-4144-B47A-14714EC0D0F7}" type="pres">
      <dgm:prSet presAssocID="{91AB8D36-355D-433E-A7E4-CAEB4317613E}" presName="composite" presStyleCnt="0"/>
      <dgm:spPr/>
    </dgm:pt>
    <dgm:pt modelId="{A3D61D79-8E3A-44A8-9D9E-2EE83E9A04B2}" type="pres">
      <dgm:prSet presAssocID="{91AB8D36-355D-433E-A7E4-CAEB4317613E}" presName="parTx" presStyleLbl="alignNode1" presStyleIdx="0" presStyleCnt="1" custScaleY="100000" custLinFactNeighborX="147">
        <dgm:presLayoutVars>
          <dgm:chMax val="0"/>
          <dgm:chPref val="0"/>
          <dgm:bulletEnabled val="1"/>
        </dgm:presLayoutVars>
      </dgm:prSet>
      <dgm:spPr/>
    </dgm:pt>
    <dgm:pt modelId="{5975DA7B-CB8F-4439-8F70-820B9B07FFC7}" type="pres">
      <dgm:prSet presAssocID="{91AB8D36-355D-433E-A7E4-CAEB4317613E}" presName="desTx" presStyleLbl="alignAccFollowNode1" presStyleIdx="0" presStyleCnt="1" custScaleX="100196">
        <dgm:presLayoutVars>
          <dgm:bulletEnabled val="1"/>
        </dgm:presLayoutVars>
      </dgm:prSet>
      <dgm:spPr/>
    </dgm:pt>
  </dgm:ptLst>
  <dgm:cxnLst>
    <dgm:cxn modelId="{C25BE713-77C0-468C-9778-E67EDA53690C}" type="presOf" srcId="{0CCCE712-4D28-4025-9371-81FD4F496B83}" destId="{5975DA7B-CB8F-4439-8F70-820B9B07FFC7}" srcOrd="0" destOrd="3" presId="urn:microsoft.com/office/officeart/2005/8/layout/hList1"/>
    <dgm:cxn modelId="{D3688714-8B1F-4AC9-964A-425B9373830B}" type="presOf" srcId="{6D80D09E-ADC7-4EBB-8A96-CFD109BE7D04}" destId="{5975DA7B-CB8F-4439-8F70-820B9B07FFC7}" srcOrd="0" destOrd="0" presId="urn:microsoft.com/office/officeart/2005/8/layout/hList1"/>
    <dgm:cxn modelId="{F497FF15-4058-4EB7-937F-065DFE9903A8}" type="presOf" srcId="{F7268C32-891B-4207-BD60-97684FB1806D}" destId="{5975DA7B-CB8F-4439-8F70-820B9B07FFC7}" srcOrd="0" destOrd="1" presId="urn:microsoft.com/office/officeart/2005/8/layout/hList1"/>
    <dgm:cxn modelId="{C9B11145-4228-4394-B5A1-CECBB83F1CF3}" type="presOf" srcId="{91AB8D36-355D-433E-A7E4-CAEB4317613E}" destId="{A3D61D79-8E3A-44A8-9D9E-2EE83E9A04B2}" srcOrd="0" destOrd="0" presId="urn:microsoft.com/office/officeart/2005/8/layout/hList1"/>
    <dgm:cxn modelId="{2100AD70-3092-45AB-84BA-27C5336A4D58}" srcId="{50F441CC-6817-4E56-93CC-71AA19B7B1FD}" destId="{91AB8D36-355D-433E-A7E4-CAEB4317613E}" srcOrd="0" destOrd="0" parTransId="{06C25416-23C8-4FD0-82F7-3EA71AE38E5F}" sibTransId="{78E2A133-1A96-4EC8-84A3-50F79CCF3AE3}"/>
    <dgm:cxn modelId="{5C35C27D-F6E4-436C-A4D8-3DDE39DA5C81}" srcId="{91AB8D36-355D-433E-A7E4-CAEB4317613E}" destId="{6D80D09E-ADC7-4EBB-8A96-CFD109BE7D04}" srcOrd="0" destOrd="0" parTransId="{A233D3F3-6B3B-4DA0-B778-CA780728A7B0}" sibTransId="{CA578FFC-77C9-48C7-92CB-9F53528675E9}"/>
    <dgm:cxn modelId="{D0CE088F-BF18-42DC-9701-796578EF63E4}" srcId="{91AB8D36-355D-433E-A7E4-CAEB4317613E}" destId="{F7268C32-891B-4207-BD60-97684FB1806D}" srcOrd="1" destOrd="0" parTransId="{0D75AB71-4380-46BD-ABB4-C0FE0FF92F8D}" sibTransId="{DBCD2D15-F28B-4254-85DA-7AC79CAAEE7C}"/>
    <dgm:cxn modelId="{72B801B7-2A01-475F-ABD8-9284E126F0B8}" srcId="{91AB8D36-355D-433E-A7E4-CAEB4317613E}" destId="{C6633145-2C82-44B2-8C57-D2D22D6CDFB8}" srcOrd="2" destOrd="0" parTransId="{84C236C3-E9E4-40CB-9CE2-2234A341EABE}" sibTransId="{0C90A7FD-DFF0-4616-9163-FD9027BA0099}"/>
    <dgm:cxn modelId="{417B50BE-9376-4254-9584-3E2897464E59}" type="presOf" srcId="{C6633145-2C82-44B2-8C57-D2D22D6CDFB8}" destId="{5975DA7B-CB8F-4439-8F70-820B9B07FFC7}" srcOrd="0" destOrd="2" presId="urn:microsoft.com/office/officeart/2005/8/layout/hList1"/>
    <dgm:cxn modelId="{07B4C7F5-6542-4266-B591-1F15B83BCDFF}" srcId="{91AB8D36-355D-433E-A7E4-CAEB4317613E}" destId="{0CCCE712-4D28-4025-9371-81FD4F496B83}" srcOrd="3" destOrd="0" parTransId="{EE379765-283D-46CE-A021-83AF4EFAC70A}" sibTransId="{0D332705-32F5-464D-B6E7-85560734ABF8}"/>
    <dgm:cxn modelId="{B7606BFA-9E95-4A33-8970-EACBFB402E96}" type="presOf" srcId="{50F441CC-6817-4E56-93CC-71AA19B7B1FD}" destId="{179CD891-0328-4450-8975-7BA50251F08F}" srcOrd="0" destOrd="0" presId="urn:microsoft.com/office/officeart/2005/8/layout/hList1"/>
    <dgm:cxn modelId="{8F89BDEA-F3CB-4C03-9A67-31294983487C}" type="presParOf" srcId="{179CD891-0328-4450-8975-7BA50251F08F}" destId="{5BF7BEE5-908F-4144-B47A-14714EC0D0F7}" srcOrd="0" destOrd="0" presId="urn:microsoft.com/office/officeart/2005/8/layout/hList1"/>
    <dgm:cxn modelId="{CB403F66-10F9-47F6-9BC2-DB9D59E7A08E}" type="presParOf" srcId="{5BF7BEE5-908F-4144-B47A-14714EC0D0F7}" destId="{A3D61D79-8E3A-44A8-9D9E-2EE83E9A04B2}" srcOrd="0" destOrd="0" presId="urn:microsoft.com/office/officeart/2005/8/layout/hList1"/>
    <dgm:cxn modelId="{0A025ED2-FD4C-4C22-B9DE-52738969F0FB}" type="presParOf" srcId="{5BF7BEE5-908F-4144-B47A-14714EC0D0F7}" destId="{5975DA7B-CB8F-4439-8F70-820B9B07FFC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5A1122-E55A-4758-BC8F-1D3FE5D4489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256031BF-5453-4DE5-AB59-D91583862AF7}">
      <dgm:prSet phldrT="[Text]" custT="1"/>
      <dgm:spPr/>
      <dgm:t>
        <a:bodyPr/>
        <a:lstStyle/>
        <a:p>
          <a:r>
            <a:rPr lang="en-IN" sz="4000" b="1" dirty="0">
              <a:solidFill>
                <a:schemeClr val="bg1"/>
              </a:solidFill>
              <a:effectLst>
                <a:outerShdw blurRad="38100" dist="38100" dir="2700000" algn="tl">
                  <a:srgbClr val="000000">
                    <a:alpha val="43137"/>
                  </a:srgbClr>
                </a:outerShdw>
              </a:effectLst>
            </a:rPr>
            <a:t>Types of Environmental Stimuli/ </a:t>
          </a:r>
          <a:r>
            <a:rPr lang="en-IN" sz="4000" b="1" dirty="0">
              <a:solidFill>
                <a:schemeClr val="bg1"/>
              </a:solidFill>
              <a:effectLst>
                <a:outerShdw blurRad="38100" dist="38100" dir="2700000" algn="tl">
                  <a:srgbClr val="000000">
                    <a:alpha val="43137"/>
                  </a:srgbClr>
                </a:outerShdw>
              </a:effectLst>
              <a:highlight>
                <a:srgbClr val="FFFF00"/>
              </a:highlight>
            </a:rPr>
            <a:t>Sensors and receptors of human body</a:t>
          </a:r>
          <a:endParaRPr lang="en-IN" sz="4000" dirty="0">
            <a:solidFill>
              <a:schemeClr val="bg1"/>
            </a:solidFill>
          </a:endParaRPr>
        </a:p>
      </dgm:t>
    </dgm:pt>
    <dgm:pt modelId="{8255E2F4-50B7-4645-8DD1-FA147698365F}" type="parTrans" cxnId="{B87E3198-AA5A-458B-A774-2CC550AEA776}">
      <dgm:prSet/>
      <dgm:spPr/>
      <dgm:t>
        <a:bodyPr/>
        <a:lstStyle/>
        <a:p>
          <a:endParaRPr lang="en-IN" sz="1400"/>
        </a:p>
      </dgm:t>
    </dgm:pt>
    <dgm:pt modelId="{A66CD8E4-EA95-4A08-879C-E570357DF828}" type="sibTrans" cxnId="{B87E3198-AA5A-458B-A774-2CC550AEA776}">
      <dgm:prSet/>
      <dgm:spPr/>
      <dgm:t>
        <a:bodyPr/>
        <a:lstStyle/>
        <a:p>
          <a:endParaRPr lang="en-IN" sz="1400"/>
        </a:p>
      </dgm:t>
    </dgm:pt>
    <dgm:pt modelId="{AD629F77-FB81-4A6A-B4BE-B49EF6BF4791}">
      <dgm:prSet phldrT="[Text]" custT="1"/>
      <dgm:spPr/>
      <dgm:t>
        <a:bodyPr/>
        <a:lstStyle/>
        <a:p>
          <a:pPr marL="0" marR="0" lvl="0" indent="0" defTabSz="91440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altLang="en-US" sz="4800" dirty="0"/>
            <a:t>Chemoreception</a:t>
          </a:r>
          <a:endParaRPr lang="en-IN" sz="4800" dirty="0"/>
        </a:p>
      </dgm:t>
    </dgm:pt>
    <dgm:pt modelId="{4496A0F6-F3BC-47D4-AE90-2CB666269DBF}" type="parTrans" cxnId="{7DE13416-838F-4E5A-8547-1D6C0691A4D1}">
      <dgm:prSet/>
      <dgm:spPr/>
      <dgm:t>
        <a:bodyPr/>
        <a:lstStyle/>
        <a:p>
          <a:endParaRPr lang="en-IN" sz="1400"/>
        </a:p>
      </dgm:t>
    </dgm:pt>
    <dgm:pt modelId="{FA124003-6B9D-4B5E-896E-30829604D80E}" type="sibTrans" cxnId="{7DE13416-838F-4E5A-8547-1D6C0691A4D1}">
      <dgm:prSet/>
      <dgm:spPr/>
      <dgm:t>
        <a:bodyPr/>
        <a:lstStyle/>
        <a:p>
          <a:endParaRPr lang="en-IN" sz="1400"/>
        </a:p>
      </dgm:t>
    </dgm:pt>
    <dgm:pt modelId="{1FD0FD5A-A33D-4531-8FC1-A2F39EBE7169}">
      <dgm:prSet custT="1"/>
      <dgm:spPr/>
      <dgm:t>
        <a:bodyPr/>
        <a:lstStyle/>
        <a:p>
          <a:pPr marL="285750" lvl="1" indent="0" defTabSz="2133600">
            <a:lnSpc>
              <a:spcPct val="90000"/>
            </a:lnSpc>
            <a:spcBef>
              <a:spcPct val="0"/>
            </a:spcBef>
            <a:spcAft>
              <a:spcPct val="15000"/>
            </a:spcAft>
          </a:pPr>
          <a:endParaRPr lang="en-IN" sz="4800" dirty="0"/>
        </a:p>
      </dgm:t>
    </dgm:pt>
    <dgm:pt modelId="{F2FF02CE-9DAF-415C-B515-C52674EC578C}" type="parTrans" cxnId="{16343DAD-93B6-4938-8A53-CCDB693669A8}">
      <dgm:prSet/>
      <dgm:spPr/>
      <dgm:t>
        <a:bodyPr/>
        <a:lstStyle/>
        <a:p>
          <a:endParaRPr lang="en-IN" sz="1400"/>
        </a:p>
      </dgm:t>
    </dgm:pt>
    <dgm:pt modelId="{31B13B33-DB70-488D-8E35-BA05734C94CA}" type="sibTrans" cxnId="{16343DAD-93B6-4938-8A53-CCDB693669A8}">
      <dgm:prSet/>
      <dgm:spPr/>
      <dgm:t>
        <a:bodyPr/>
        <a:lstStyle/>
        <a:p>
          <a:endParaRPr lang="en-IN" sz="1400"/>
        </a:p>
      </dgm:t>
    </dgm:pt>
    <dgm:pt modelId="{73AC36E6-E01B-4F91-BD6A-0E7BD38EC6DC}">
      <dgm:prSet phldrT="[Text]" custT="1"/>
      <dgm:spPr/>
      <dgm:t>
        <a:bodyPr/>
        <a:lstStyle/>
        <a:p>
          <a:pPr marL="0" marR="0" lvl="0" indent="0" defTabSz="91440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altLang="en-US" sz="4800" dirty="0"/>
            <a:t>Photoreception</a:t>
          </a:r>
          <a:endParaRPr lang="en-IN" sz="4800" dirty="0"/>
        </a:p>
      </dgm:t>
    </dgm:pt>
    <dgm:pt modelId="{EC70A0AC-50E8-492A-992E-BF82E3EC3A4B}" type="parTrans" cxnId="{46AB034D-DEA3-4203-9E33-8B22889059E5}">
      <dgm:prSet/>
      <dgm:spPr/>
      <dgm:t>
        <a:bodyPr/>
        <a:lstStyle/>
        <a:p>
          <a:endParaRPr lang="en-IN"/>
        </a:p>
      </dgm:t>
    </dgm:pt>
    <dgm:pt modelId="{F591891F-166B-4960-BC10-5B2ACDF1BEBA}" type="sibTrans" cxnId="{46AB034D-DEA3-4203-9E33-8B22889059E5}">
      <dgm:prSet/>
      <dgm:spPr/>
      <dgm:t>
        <a:bodyPr/>
        <a:lstStyle/>
        <a:p>
          <a:endParaRPr lang="en-IN"/>
        </a:p>
      </dgm:t>
    </dgm:pt>
    <dgm:pt modelId="{86E4B841-5590-43AA-90CD-1A59B54034E5}">
      <dgm:prSet phldrT="[Text]" custT="1"/>
      <dgm:spPr/>
      <dgm:t>
        <a:bodyPr/>
        <a:lstStyle/>
        <a:p>
          <a:pPr marL="0" marR="0" lvl="0" indent="0" defTabSz="91440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altLang="en-US" sz="4800" dirty="0"/>
            <a:t>Mechanoreception</a:t>
          </a:r>
          <a:endParaRPr lang="en-IN" sz="4800" dirty="0"/>
        </a:p>
      </dgm:t>
    </dgm:pt>
    <dgm:pt modelId="{7D84DD77-8F97-4694-B985-30AAB4D5A3E9}" type="parTrans" cxnId="{495E897C-999D-4956-A6D6-8ACBB6F87DE7}">
      <dgm:prSet/>
      <dgm:spPr/>
      <dgm:t>
        <a:bodyPr/>
        <a:lstStyle/>
        <a:p>
          <a:endParaRPr lang="en-IN"/>
        </a:p>
      </dgm:t>
    </dgm:pt>
    <dgm:pt modelId="{C780004F-90BE-481B-9436-AAD3BB70ECCB}" type="sibTrans" cxnId="{495E897C-999D-4956-A6D6-8ACBB6F87DE7}">
      <dgm:prSet/>
      <dgm:spPr/>
      <dgm:t>
        <a:bodyPr/>
        <a:lstStyle/>
        <a:p>
          <a:endParaRPr lang="en-IN"/>
        </a:p>
      </dgm:t>
    </dgm:pt>
    <dgm:pt modelId="{DD9D694D-886B-48E2-9CBC-8BA798C1B12C}" type="pres">
      <dgm:prSet presAssocID="{A45A1122-E55A-4758-BC8F-1D3FE5D44897}" presName="Name0" presStyleCnt="0">
        <dgm:presLayoutVars>
          <dgm:dir/>
          <dgm:animLvl val="lvl"/>
          <dgm:resizeHandles val="exact"/>
        </dgm:presLayoutVars>
      </dgm:prSet>
      <dgm:spPr/>
    </dgm:pt>
    <dgm:pt modelId="{A085DC9E-9559-4E02-A2D6-5248CC88FF87}" type="pres">
      <dgm:prSet presAssocID="{256031BF-5453-4DE5-AB59-D91583862AF7}" presName="composite" presStyleCnt="0"/>
      <dgm:spPr/>
    </dgm:pt>
    <dgm:pt modelId="{AD890365-7404-407F-B31D-4E7C4AC8FB2E}" type="pres">
      <dgm:prSet presAssocID="{256031BF-5453-4DE5-AB59-D91583862AF7}" presName="parTx" presStyleLbl="alignNode1" presStyleIdx="0" presStyleCnt="1">
        <dgm:presLayoutVars>
          <dgm:chMax val="0"/>
          <dgm:chPref val="0"/>
          <dgm:bulletEnabled val="1"/>
        </dgm:presLayoutVars>
      </dgm:prSet>
      <dgm:spPr/>
    </dgm:pt>
    <dgm:pt modelId="{EB4B4D83-B952-4B40-B8D8-A3DB1C7B74A2}" type="pres">
      <dgm:prSet presAssocID="{256031BF-5453-4DE5-AB59-D91583862AF7}" presName="desTx" presStyleLbl="alignAccFollowNode1" presStyleIdx="0" presStyleCnt="1">
        <dgm:presLayoutVars>
          <dgm:bulletEnabled val="1"/>
        </dgm:presLayoutVars>
      </dgm:prSet>
      <dgm:spPr/>
    </dgm:pt>
  </dgm:ptLst>
  <dgm:cxnLst>
    <dgm:cxn modelId="{7DE13416-838F-4E5A-8547-1D6C0691A4D1}" srcId="{256031BF-5453-4DE5-AB59-D91583862AF7}" destId="{AD629F77-FB81-4A6A-B4BE-B49EF6BF4791}" srcOrd="0" destOrd="0" parTransId="{4496A0F6-F3BC-47D4-AE90-2CB666269DBF}" sibTransId="{FA124003-6B9D-4B5E-896E-30829604D80E}"/>
    <dgm:cxn modelId="{29FB2634-98F5-493E-807D-2A277FE5E790}" type="presOf" srcId="{A45A1122-E55A-4758-BC8F-1D3FE5D44897}" destId="{DD9D694D-886B-48E2-9CBC-8BA798C1B12C}" srcOrd="0" destOrd="0" presId="urn:microsoft.com/office/officeart/2005/8/layout/hList1"/>
    <dgm:cxn modelId="{293FB863-F6AF-4924-96ED-6F650366925A}" type="presOf" srcId="{256031BF-5453-4DE5-AB59-D91583862AF7}" destId="{AD890365-7404-407F-B31D-4E7C4AC8FB2E}" srcOrd="0" destOrd="0" presId="urn:microsoft.com/office/officeart/2005/8/layout/hList1"/>
    <dgm:cxn modelId="{46AB034D-DEA3-4203-9E33-8B22889059E5}" srcId="{256031BF-5453-4DE5-AB59-D91583862AF7}" destId="{73AC36E6-E01B-4F91-BD6A-0E7BD38EC6DC}" srcOrd="1" destOrd="0" parTransId="{EC70A0AC-50E8-492A-992E-BF82E3EC3A4B}" sibTransId="{F591891F-166B-4960-BC10-5B2ACDF1BEBA}"/>
    <dgm:cxn modelId="{042A4D79-4C64-4435-BB50-45ED477BCB0F}" type="presOf" srcId="{1FD0FD5A-A33D-4531-8FC1-A2F39EBE7169}" destId="{EB4B4D83-B952-4B40-B8D8-A3DB1C7B74A2}" srcOrd="0" destOrd="3" presId="urn:microsoft.com/office/officeart/2005/8/layout/hList1"/>
    <dgm:cxn modelId="{495E897C-999D-4956-A6D6-8ACBB6F87DE7}" srcId="{256031BF-5453-4DE5-AB59-D91583862AF7}" destId="{86E4B841-5590-43AA-90CD-1A59B54034E5}" srcOrd="2" destOrd="0" parTransId="{7D84DD77-8F97-4694-B985-30AAB4D5A3E9}" sibTransId="{C780004F-90BE-481B-9436-AAD3BB70ECCB}"/>
    <dgm:cxn modelId="{B87E3198-AA5A-458B-A774-2CC550AEA776}" srcId="{A45A1122-E55A-4758-BC8F-1D3FE5D44897}" destId="{256031BF-5453-4DE5-AB59-D91583862AF7}" srcOrd="0" destOrd="0" parTransId="{8255E2F4-50B7-4645-8DD1-FA147698365F}" sibTransId="{A66CD8E4-EA95-4A08-879C-E570357DF828}"/>
    <dgm:cxn modelId="{16343DAD-93B6-4938-8A53-CCDB693669A8}" srcId="{256031BF-5453-4DE5-AB59-D91583862AF7}" destId="{1FD0FD5A-A33D-4531-8FC1-A2F39EBE7169}" srcOrd="3" destOrd="0" parTransId="{F2FF02CE-9DAF-415C-B515-C52674EC578C}" sibTransId="{31B13B33-DB70-488D-8E35-BA05734C94CA}"/>
    <dgm:cxn modelId="{51F08BD6-AEAA-4448-AACB-4ED0048DE591}" type="presOf" srcId="{86E4B841-5590-43AA-90CD-1A59B54034E5}" destId="{EB4B4D83-B952-4B40-B8D8-A3DB1C7B74A2}" srcOrd="0" destOrd="2" presId="urn:microsoft.com/office/officeart/2005/8/layout/hList1"/>
    <dgm:cxn modelId="{34E4B1D8-E3BE-4F9A-B60F-82342DBA33C3}" type="presOf" srcId="{73AC36E6-E01B-4F91-BD6A-0E7BD38EC6DC}" destId="{EB4B4D83-B952-4B40-B8D8-A3DB1C7B74A2}" srcOrd="0" destOrd="1" presId="urn:microsoft.com/office/officeart/2005/8/layout/hList1"/>
    <dgm:cxn modelId="{7D5829EB-15ED-41B4-94F6-24FBE258E6DE}" type="presOf" srcId="{AD629F77-FB81-4A6A-B4BE-B49EF6BF4791}" destId="{EB4B4D83-B952-4B40-B8D8-A3DB1C7B74A2}" srcOrd="0" destOrd="0" presId="urn:microsoft.com/office/officeart/2005/8/layout/hList1"/>
    <dgm:cxn modelId="{23523CE1-1601-460C-B818-842EA0F9A44C}" type="presParOf" srcId="{DD9D694D-886B-48E2-9CBC-8BA798C1B12C}" destId="{A085DC9E-9559-4E02-A2D6-5248CC88FF87}" srcOrd="0" destOrd="0" presId="urn:microsoft.com/office/officeart/2005/8/layout/hList1"/>
    <dgm:cxn modelId="{E710D9E3-2FA9-428C-9982-E7C0269D2E4F}" type="presParOf" srcId="{A085DC9E-9559-4E02-A2D6-5248CC88FF87}" destId="{AD890365-7404-407F-B31D-4E7C4AC8FB2E}" srcOrd="0" destOrd="0" presId="urn:microsoft.com/office/officeart/2005/8/layout/hList1"/>
    <dgm:cxn modelId="{EE9ABEF2-6D52-4D50-9813-FF0880E0F10C}" type="presParOf" srcId="{A085DC9E-9559-4E02-A2D6-5248CC88FF87}" destId="{EB4B4D83-B952-4B40-B8D8-A3DB1C7B74A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0A7FBB5-9356-4A1C-AE25-DB140B97959B}" type="doc">
      <dgm:prSet loTypeId="urn:microsoft.com/office/officeart/2009/3/layout/RandomtoResultProcess" loCatId="process" qsTypeId="urn:microsoft.com/office/officeart/2005/8/quickstyle/simple1" qsCatId="simple" csTypeId="urn:microsoft.com/office/officeart/2005/8/colors/accent1_2" csCatId="accent1" phldr="1"/>
      <dgm:spPr/>
    </dgm:pt>
    <dgm:pt modelId="{A17149F3-52F9-4BB9-883F-5FBD8B04D120}">
      <dgm:prSet phldrT="[Text]" custT="1"/>
      <dgm:spPr/>
      <dgm:t>
        <a:bodyPr/>
        <a:lstStyle/>
        <a:p>
          <a:r>
            <a:rPr lang="en-US" altLang="en-US" sz="2000" dirty="0"/>
            <a:t>Odorants</a:t>
          </a:r>
        </a:p>
      </dgm:t>
    </dgm:pt>
    <dgm:pt modelId="{97B7D5C3-F7BB-4569-B4A1-C12523DBBA1E}" type="parTrans" cxnId="{B4C036BD-5373-495F-B485-5E4361C5B3CD}">
      <dgm:prSet/>
      <dgm:spPr/>
      <dgm:t>
        <a:bodyPr/>
        <a:lstStyle/>
        <a:p>
          <a:endParaRPr lang="en-IN" sz="2400"/>
        </a:p>
      </dgm:t>
    </dgm:pt>
    <dgm:pt modelId="{F8FDD3CB-3D7B-4982-A2D4-01D14644A1EC}" type="sibTrans" cxnId="{B4C036BD-5373-495F-B485-5E4361C5B3CD}">
      <dgm:prSet/>
      <dgm:spPr/>
      <dgm:t>
        <a:bodyPr/>
        <a:lstStyle/>
        <a:p>
          <a:endParaRPr lang="en-IN" sz="2400"/>
        </a:p>
      </dgm:t>
    </dgm:pt>
    <dgm:pt modelId="{90637B15-D9F3-4D9F-A103-4C39BB5C727D}">
      <dgm:prSet phldrT="[Text]" custT="1"/>
      <dgm:spPr/>
      <dgm:t>
        <a:bodyPr/>
        <a:lstStyle/>
        <a:p>
          <a:r>
            <a:rPr lang="en-US" altLang="en-US" sz="2000" dirty="0"/>
            <a:t>Olfactory receptors respond to molecules</a:t>
          </a:r>
          <a:endParaRPr lang="en-IN" sz="2000" dirty="0"/>
        </a:p>
      </dgm:t>
    </dgm:pt>
    <dgm:pt modelId="{47D63398-690D-4D26-8619-7FF933FDF8E7}" type="parTrans" cxnId="{AC6BEF1D-D4AD-4485-B8F5-258D3C7D0FE0}">
      <dgm:prSet/>
      <dgm:spPr/>
      <dgm:t>
        <a:bodyPr/>
        <a:lstStyle/>
        <a:p>
          <a:endParaRPr lang="en-IN" sz="2400"/>
        </a:p>
      </dgm:t>
    </dgm:pt>
    <dgm:pt modelId="{C4A06FBB-CFCB-42C8-A470-E79CE1FCBCD8}" type="sibTrans" cxnId="{AC6BEF1D-D4AD-4485-B8F5-258D3C7D0FE0}">
      <dgm:prSet/>
      <dgm:spPr/>
      <dgm:t>
        <a:bodyPr/>
        <a:lstStyle/>
        <a:p>
          <a:endParaRPr lang="en-IN" sz="2400"/>
        </a:p>
      </dgm:t>
    </dgm:pt>
    <dgm:pt modelId="{C1FA04DE-E4D7-4617-B1BF-72006393BABF}">
      <dgm:prSet phldrT="[Text]" custT="1"/>
      <dgm:spPr/>
      <dgm:t>
        <a:bodyPr/>
        <a:lstStyle/>
        <a:p>
          <a:r>
            <a:rPr lang="en-US" altLang="en-US" sz="2000" dirty="0"/>
            <a:t>Impulse fired and sent to the brain for interpretation</a:t>
          </a:r>
          <a:endParaRPr lang="en-IN" sz="2000" dirty="0"/>
        </a:p>
      </dgm:t>
    </dgm:pt>
    <dgm:pt modelId="{0215AF7C-735E-4811-8EBC-ABFC175FA502}" type="parTrans" cxnId="{4892D3CE-B0D5-4EF5-9C2E-041647D32FF7}">
      <dgm:prSet/>
      <dgm:spPr/>
      <dgm:t>
        <a:bodyPr/>
        <a:lstStyle/>
        <a:p>
          <a:endParaRPr lang="en-IN" sz="2400"/>
        </a:p>
      </dgm:t>
    </dgm:pt>
    <dgm:pt modelId="{F13446E8-A585-4A17-B0C0-D308CD56BF36}" type="sibTrans" cxnId="{4892D3CE-B0D5-4EF5-9C2E-041647D32FF7}">
      <dgm:prSet/>
      <dgm:spPr/>
      <dgm:t>
        <a:bodyPr/>
        <a:lstStyle/>
        <a:p>
          <a:endParaRPr lang="en-IN" sz="2400"/>
        </a:p>
      </dgm:t>
    </dgm:pt>
    <dgm:pt modelId="{66005ABC-CCC0-447C-9601-0F45A1D3611E}" type="pres">
      <dgm:prSet presAssocID="{40A7FBB5-9356-4A1C-AE25-DB140B97959B}" presName="Name0" presStyleCnt="0">
        <dgm:presLayoutVars>
          <dgm:dir/>
          <dgm:animOne val="branch"/>
          <dgm:animLvl val="lvl"/>
        </dgm:presLayoutVars>
      </dgm:prSet>
      <dgm:spPr/>
    </dgm:pt>
    <dgm:pt modelId="{B43774AF-FC85-46AB-9A6B-3DCE97733E5A}" type="pres">
      <dgm:prSet presAssocID="{A17149F3-52F9-4BB9-883F-5FBD8B04D120}" presName="chaos" presStyleCnt="0"/>
      <dgm:spPr/>
    </dgm:pt>
    <dgm:pt modelId="{0471C3D2-704F-4145-8349-745C830BA353}" type="pres">
      <dgm:prSet presAssocID="{A17149F3-52F9-4BB9-883F-5FBD8B04D120}" presName="parTx1" presStyleLbl="revTx" presStyleIdx="0" presStyleCnt="2"/>
      <dgm:spPr/>
    </dgm:pt>
    <dgm:pt modelId="{631BC554-BDD9-4754-8903-B5221CDB6A75}" type="pres">
      <dgm:prSet presAssocID="{A17149F3-52F9-4BB9-883F-5FBD8B04D120}" presName="c1" presStyleLbl="node1" presStyleIdx="0" presStyleCnt="19"/>
      <dgm:spPr/>
    </dgm:pt>
    <dgm:pt modelId="{77059C8E-6F91-4D56-99BC-84D95150D26C}" type="pres">
      <dgm:prSet presAssocID="{A17149F3-52F9-4BB9-883F-5FBD8B04D120}" presName="c2" presStyleLbl="node1" presStyleIdx="1" presStyleCnt="19"/>
      <dgm:spPr/>
    </dgm:pt>
    <dgm:pt modelId="{DF685619-66E4-4FF0-BE68-ECA9DF8A6643}" type="pres">
      <dgm:prSet presAssocID="{A17149F3-52F9-4BB9-883F-5FBD8B04D120}" presName="c3" presStyleLbl="node1" presStyleIdx="2" presStyleCnt="19"/>
      <dgm:spPr/>
    </dgm:pt>
    <dgm:pt modelId="{20436B38-DF10-4B48-A131-7100E1A97EC8}" type="pres">
      <dgm:prSet presAssocID="{A17149F3-52F9-4BB9-883F-5FBD8B04D120}" presName="c4" presStyleLbl="node1" presStyleIdx="3" presStyleCnt="19"/>
      <dgm:spPr/>
    </dgm:pt>
    <dgm:pt modelId="{873B744B-1BAB-4903-8742-18CB1AF2A376}" type="pres">
      <dgm:prSet presAssocID="{A17149F3-52F9-4BB9-883F-5FBD8B04D120}" presName="c5" presStyleLbl="node1" presStyleIdx="4" presStyleCnt="19"/>
      <dgm:spPr/>
    </dgm:pt>
    <dgm:pt modelId="{C091AAD3-0F58-43E8-963F-54223E20E54B}" type="pres">
      <dgm:prSet presAssocID="{A17149F3-52F9-4BB9-883F-5FBD8B04D120}" presName="c6" presStyleLbl="node1" presStyleIdx="5" presStyleCnt="19"/>
      <dgm:spPr/>
    </dgm:pt>
    <dgm:pt modelId="{8AB150E2-426E-4F8C-9D97-2C894C1749BA}" type="pres">
      <dgm:prSet presAssocID="{A17149F3-52F9-4BB9-883F-5FBD8B04D120}" presName="c7" presStyleLbl="node1" presStyleIdx="6" presStyleCnt="19"/>
      <dgm:spPr/>
    </dgm:pt>
    <dgm:pt modelId="{04AA9ED6-58EE-4187-9E58-81CFF9D88655}" type="pres">
      <dgm:prSet presAssocID="{A17149F3-52F9-4BB9-883F-5FBD8B04D120}" presName="c8" presStyleLbl="node1" presStyleIdx="7" presStyleCnt="19"/>
      <dgm:spPr/>
    </dgm:pt>
    <dgm:pt modelId="{96B07404-40A3-4711-850F-33BD1FACCC57}" type="pres">
      <dgm:prSet presAssocID="{A17149F3-52F9-4BB9-883F-5FBD8B04D120}" presName="c9" presStyleLbl="node1" presStyleIdx="8" presStyleCnt="19"/>
      <dgm:spPr/>
    </dgm:pt>
    <dgm:pt modelId="{18D85B53-567A-4080-9D38-CC4275DCF446}" type="pres">
      <dgm:prSet presAssocID="{A17149F3-52F9-4BB9-883F-5FBD8B04D120}" presName="c10" presStyleLbl="node1" presStyleIdx="9" presStyleCnt="19"/>
      <dgm:spPr/>
    </dgm:pt>
    <dgm:pt modelId="{1BA70101-7A89-4E23-AC9E-30448FEDB745}" type="pres">
      <dgm:prSet presAssocID="{A17149F3-52F9-4BB9-883F-5FBD8B04D120}" presName="c11" presStyleLbl="node1" presStyleIdx="10" presStyleCnt="19"/>
      <dgm:spPr/>
    </dgm:pt>
    <dgm:pt modelId="{A204F910-B97F-407A-9158-76E49BF84291}" type="pres">
      <dgm:prSet presAssocID="{A17149F3-52F9-4BB9-883F-5FBD8B04D120}" presName="c12" presStyleLbl="node1" presStyleIdx="11" presStyleCnt="19"/>
      <dgm:spPr/>
    </dgm:pt>
    <dgm:pt modelId="{51174BBE-7420-45EF-A10A-74FACD1D5656}" type="pres">
      <dgm:prSet presAssocID="{A17149F3-52F9-4BB9-883F-5FBD8B04D120}" presName="c13" presStyleLbl="node1" presStyleIdx="12" presStyleCnt="19"/>
      <dgm:spPr/>
    </dgm:pt>
    <dgm:pt modelId="{649E1B89-BC1D-4E7F-8399-201A4E7D1B0E}" type="pres">
      <dgm:prSet presAssocID="{A17149F3-52F9-4BB9-883F-5FBD8B04D120}" presName="c14" presStyleLbl="node1" presStyleIdx="13" presStyleCnt="19"/>
      <dgm:spPr/>
    </dgm:pt>
    <dgm:pt modelId="{8AC6D6E9-2F89-4406-BF74-F497A890EE3D}" type="pres">
      <dgm:prSet presAssocID="{A17149F3-52F9-4BB9-883F-5FBD8B04D120}" presName="c15" presStyleLbl="node1" presStyleIdx="14" presStyleCnt="19"/>
      <dgm:spPr/>
    </dgm:pt>
    <dgm:pt modelId="{E0DF0DD2-CBF7-436B-87C5-18C79C370836}" type="pres">
      <dgm:prSet presAssocID="{A17149F3-52F9-4BB9-883F-5FBD8B04D120}" presName="c16" presStyleLbl="node1" presStyleIdx="15" presStyleCnt="19"/>
      <dgm:spPr/>
    </dgm:pt>
    <dgm:pt modelId="{960F0C93-BD65-413F-BA9B-23AE60499BBA}" type="pres">
      <dgm:prSet presAssocID="{A17149F3-52F9-4BB9-883F-5FBD8B04D120}" presName="c17" presStyleLbl="node1" presStyleIdx="16" presStyleCnt="19"/>
      <dgm:spPr/>
    </dgm:pt>
    <dgm:pt modelId="{94D42536-4FFF-4E31-B758-6D897D05C26C}" type="pres">
      <dgm:prSet presAssocID="{A17149F3-52F9-4BB9-883F-5FBD8B04D120}" presName="c18" presStyleLbl="node1" presStyleIdx="17" presStyleCnt="19"/>
      <dgm:spPr/>
    </dgm:pt>
    <dgm:pt modelId="{6C62C782-7405-4EB7-9D3B-2AC627022835}" type="pres">
      <dgm:prSet presAssocID="{F8FDD3CB-3D7B-4982-A2D4-01D14644A1EC}" presName="chevronComposite1" presStyleCnt="0"/>
      <dgm:spPr/>
    </dgm:pt>
    <dgm:pt modelId="{2867E3AF-3368-4BB5-80B4-907415A51623}" type="pres">
      <dgm:prSet presAssocID="{F8FDD3CB-3D7B-4982-A2D4-01D14644A1EC}" presName="chevron1" presStyleLbl="sibTrans2D1" presStyleIdx="0" presStyleCnt="2"/>
      <dgm:spPr/>
    </dgm:pt>
    <dgm:pt modelId="{1FE826DA-9D71-4127-AF42-8C33DFBF23CB}" type="pres">
      <dgm:prSet presAssocID="{F8FDD3CB-3D7B-4982-A2D4-01D14644A1EC}" presName="spChevron1" presStyleCnt="0"/>
      <dgm:spPr/>
    </dgm:pt>
    <dgm:pt modelId="{38725BC3-CF1A-45ED-8B92-E5E215903EEE}" type="pres">
      <dgm:prSet presAssocID="{90637B15-D9F3-4D9F-A103-4C39BB5C727D}" presName="middle" presStyleCnt="0"/>
      <dgm:spPr/>
    </dgm:pt>
    <dgm:pt modelId="{972ED50B-9DE3-4E25-BE6D-CC9427B79F17}" type="pres">
      <dgm:prSet presAssocID="{90637B15-D9F3-4D9F-A103-4C39BB5C727D}" presName="parTxMid" presStyleLbl="revTx" presStyleIdx="1" presStyleCnt="2"/>
      <dgm:spPr/>
    </dgm:pt>
    <dgm:pt modelId="{47BB2F80-8019-4A80-9383-F10DD19F48D5}" type="pres">
      <dgm:prSet presAssocID="{90637B15-D9F3-4D9F-A103-4C39BB5C727D}" presName="spMid" presStyleCnt="0"/>
      <dgm:spPr/>
    </dgm:pt>
    <dgm:pt modelId="{6B41DDB3-E0DC-45F2-8D02-70B53623F7E4}" type="pres">
      <dgm:prSet presAssocID="{C4A06FBB-CFCB-42C8-A470-E79CE1FCBCD8}" presName="chevronComposite1" presStyleCnt="0"/>
      <dgm:spPr/>
    </dgm:pt>
    <dgm:pt modelId="{B93437DE-FE57-45D0-BE18-027B0F5875D1}" type="pres">
      <dgm:prSet presAssocID="{C4A06FBB-CFCB-42C8-A470-E79CE1FCBCD8}" presName="chevron1" presStyleLbl="sibTrans2D1" presStyleIdx="1" presStyleCnt="2"/>
      <dgm:spPr/>
    </dgm:pt>
    <dgm:pt modelId="{A3808AF6-F351-4D9C-9AC0-BBEE5161ADFA}" type="pres">
      <dgm:prSet presAssocID="{C4A06FBB-CFCB-42C8-A470-E79CE1FCBCD8}" presName="spChevron1" presStyleCnt="0"/>
      <dgm:spPr/>
    </dgm:pt>
    <dgm:pt modelId="{B2CF8CF8-94D7-4391-9A28-CD4ED961722F}" type="pres">
      <dgm:prSet presAssocID="{C1FA04DE-E4D7-4617-B1BF-72006393BABF}" presName="last" presStyleCnt="0"/>
      <dgm:spPr/>
    </dgm:pt>
    <dgm:pt modelId="{A96A3C30-6F78-45C9-BE7D-FC12FA87A7BC}" type="pres">
      <dgm:prSet presAssocID="{C1FA04DE-E4D7-4617-B1BF-72006393BABF}" presName="circleTx" presStyleLbl="node1" presStyleIdx="18" presStyleCnt="19" custScaleX="132957"/>
      <dgm:spPr/>
    </dgm:pt>
    <dgm:pt modelId="{C12ACB36-FB8A-4F0F-A9AD-4184A6ABAAFC}" type="pres">
      <dgm:prSet presAssocID="{C1FA04DE-E4D7-4617-B1BF-72006393BABF}" presName="spN" presStyleCnt="0"/>
      <dgm:spPr/>
    </dgm:pt>
  </dgm:ptLst>
  <dgm:cxnLst>
    <dgm:cxn modelId="{AC6BEF1D-D4AD-4485-B8F5-258D3C7D0FE0}" srcId="{40A7FBB5-9356-4A1C-AE25-DB140B97959B}" destId="{90637B15-D9F3-4D9F-A103-4C39BB5C727D}" srcOrd="1" destOrd="0" parTransId="{47D63398-690D-4D26-8619-7FF933FDF8E7}" sibTransId="{C4A06FBB-CFCB-42C8-A470-E79CE1FCBCD8}"/>
    <dgm:cxn modelId="{DD53523C-407E-4645-9048-4A82FA20FAD8}" type="presOf" srcId="{A17149F3-52F9-4BB9-883F-5FBD8B04D120}" destId="{0471C3D2-704F-4145-8349-745C830BA353}" srcOrd="0" destOrd="0" presId="urn:microsoft.com/office/officeart/2009/3/layout/RandomtoResultProcess"/>
    <dgm:cxn modelId="{2523D794-6DE9-4918-BB86-89581BEE7FA4}" type="presOf" srcId="{40A7FBB5-9356-4A1C-AE25-DB140B97959B}" destId="{66005ABC-CCC0-447C-9601-0F45A1D3611E}" srcOrd="0" destOrd="0" presId="urn:microsoft.com/office/officeart/2009/3/layout/RandomtoResultProcess"/>
    <dgm:cxn modelId="{B4C036BD-5373-495F-B485-5E4361C5B3CD}" srcId="{40A7FBB5-9356-4A1C-AE25-DB140B97959B}" destId="{A17149F3-52F9-4BB9-883F-5FBD8B04D120}" srcOrd="0" destOrd="0" parTransId="{97B7D5C3-F7BB-4569-B4A1-C12523DBBA1E}" sibTransId="{F8FDD3CB-3D7B-4982-A2D4-01D14644A1EC}"/>
    <dgm:cxn modelId="{4892D3CE-B0D5-4EF5-9C2E-041647D32FF7}" srcId="{40A7FBB5-9356-4A1C-AE25-DB140B97959B}" destId="{C1FA04DE-E4D7-4617-B1BF-72006393BABF}" srcOrd="2" destOrd="0" parTransId="{0215AF7C-735E-4811-8EBC-ABFC175FA502}" sibTransId="{F13446E8-A585-4A17-B0C0-D308CD56BF36}"/>
    <dgm:cxn modelId="{1F2FFAD2-A480-4D12-A9D5-C4851493075A}" type="presOf" srcId="{C1FA04DE-E4D7-4617-B1BF-72006393BABF}" destId="{A96A3C30-6F78-45C9-BE7D-FC12FA87A7BC}" srcOrd="0" destOrd="0" presId="urn:microsoft.com/office/officeart/2009/3/layout/RandomtoResultProcess"/>
    <dgm:cxn modelId="{0E5227EA-99B2-4328-B4AB-96CEA6D119CA}" type="presOf" srcId="{90637B15-D9F3-4D9F-A103-4C39BB5C727D}" destId="{972ED50B-9DE3-4E25-BE6D-CC9427B79F17}" srcOrd="0" destOrd="0" presId="urn:microsoft.com/office/officeart/2009/3/layout/RandomtoResultProcess"/>
    <dgm:cxn modelId="{D38E354F-A16B-4B3C-96A4-CBB9FE5DC6DE}" type="presParOf" srcId="{66005ABC-CCC0-447C-9601-0F45A1D3611E}" destId="{B43774AF-FC85-46AB-9A6B-3DCE97733E5A}" srcOrd="0" destOrd="0" presId="urn:microsoft.com/office/officeart/2009/3/layout/RandomtoResultProcess"/>
    <dgm:cxn modelId="{3D6B4201-230B-4C46-9DD2-D8497F646E0E}" type="presParOf" srcId="{B43774AF-FC85-46AB-9A6B-3DCE97733E5A}" destId="{0471C3D2-704F-4145-8349-745C830BA353}" srcOrd="0" destOrd="0" presId="urn:microsoft.com/office/officeart/2009/3/layout/RandomtoResultProcess"/>
    <dgm:cxn modelId="{092043DB-3D91-4E9B-B729-8B9712701261}" type="presParOf" srcId="{B43774AF-FC85-46AB-9A6B-3DCE97733E5A}" destId="{631BC554-BDD9-4754-8903-B5221CDB6A75}" srcOrd="1" destOrd="0" presId="urn:microsoft.com/office/officeart/2009/3/layout/RandomtoResultProcess"/>
    <dgm:cxn modelId="{4BBCE740-DADC-4894-A446-850BDF3EA130}" type="presParOf" srcId="{B43774AF-FC85-46AB-9A6B-3DCE97733E5A}" destId="{77059C8E-6F91-4D56-99BC-84D95150D26C}" srcOrd="2" destOrd="0" presId="urn:microsoft.com/office/officeart/2009/3/layout/RandomtoResultProcess"/>
    <dgm:cxn modelId="{75A998AB-95D4-4E48-ACB3-423FE9A3D48D}" type="presParOf" srcId="{B43774AF-FC85-46AB-9A6B-3DCE97733E5A}" destId="{DF685619-66E4-4FF0-BE68-ECA9DF8A6643}" srcOrd="3" destOrd="0" presId="urn:microsoft.com/office/officeart/2009/3/layout/RandomtoResultProcess"/>
    <dgm:cxn modelId="{E8588F27-0FF4-467A-9A8A-040BA2D3571A}" type="presParOf" srcId="{B43774AF-FC85-46AB-9A6B-3DCE97733E5A}" destId="{20436B38-DF10-4B48-A131-7100E1A97EC8}" srcOrd="4" destOrd="0" presId="urn:microsoft.com/office/officeart/2009/3/layout/RandomtoResultProcess"/>
    <dgm:cxn modelId="{6993A427-9A27-4642-8F2E-EFEF824A13E1}" type="presParOf" srcId="{B43774AF-FC85-46AB-9A6B-3DCE97733E5A}" destId="{873B744B-1BAB-4903-8742-18CB1AF2A376}" srcOrd="5" destOrd="0" presId="urn:microsoft.com/office/officeart/2009/3/layout/RandomtoResultProcess"/>
    <dgm:cxn modelId="{CC8F8BB4-2DD7-4506-8FB2-07D546F760B6}" type="presParOf" srcId="{B43774AF-FC85-46AB-9A6B-3DCE97733E5A}" destId="{C091AAD3-0F58-43E8-963F-54223E20E54B}" srcOrd="6" destOrd="0" presId="urn:microsoft.com/office/officeart/2009/3/layout/RandomtoResultProcess"/>
    <dgm:cxn modelId="{52BE999B-DBA1-445B-B923-5281BDB3C546}" type="presParOf" srcId="{B43774AF-FC85-46AB-9A6B-3DCE97733E5A}" destId="{8AB150E2-426E-4F8C-9D97-2C894C1749BA}" srcOrd="7" destOrd="0" presId="urn:microsoft.com/office/officeart/2009/3/layout/RandomtoResultProcess"/>
    <dgm:cxn modelId="{578AF9EF-9B0B-46CD-B196-79D5D08FB013}" type="presParOf" srcId="{B43774AF-FC85-46AB-9A6B-3DCE97733E5A}" destId="{04AA9ED6-58EE-4187-9E58-81CFF9D88655}" srcOrd="8" destOrd="0" presId="urn:microsoft.com/office/officeart/2009/3/layout/RandomtoResultProcess"/>
    <dgm:cxn modelId="{27F8EBBC-BDF1-4AF7-A7B8-79F36001D5F0}" type="presParOf" srcId="{B43774AF-FC85-46AB-9A6B-3DCE97733E5A}" destId="{96B07404-40A3-4711-850F-33BD1FACCC57}" srcOrd="9" destOrd="0" presId="urn:microsoft.com/office/officeart/2009/3/layout/RandomtoResultProcess"/>
    <dgm:cxn modelId="{9A09F53C-5971-44C9-88A3-16ADD0E55DEC}" type="presParOf" srcId="{B43774AF-FC85-46AB-9A6B-3DCE97733E5A}" destId="{18D85B53-567A-4080-9D38-CC4275DCF446}" srcOrd="10" destOrd="0" presId="urn:microsoft.com/office/officeart/2009/3/layout/RandomtoResultProcess"/>
    <dgm:cxn modelId="{66B40C65-9DF1-4290-B497-CF7A263004A4}" type="presParOf" srcId="{B43774AF-FC85-46AB-9A6B-3DCE97733E5A}" destId="{1BA70101-7A89-4E23-AC9E-30448FEDB745}" srcOrd="11" destOrd="0" presId="urn:microsoft.com/office/officeart/2009/3/layout/RandomtoResultProcess"/>
    <dgm:cxn modelId="{1A38010E-E495-49E5-97E8-66A4592CFABD}" type="presParOf" srcId="{B43774AF-FC85-46AB-9A6B-3DCE97733E5A}" destId="{A204F910-B97F-407A-9158-76E49BF84291}" srcOrd="12" destOrd="0" presId="urn:microsoft.com/office/officeart/2009/3/layout/RandomtoResultProcess"/>
    <dgm:cxn modelId="{B50D85C2-07AD-490F-AB35-3D9707537E55}" type="presParOf" srcId="{B43774AF-FC85-46AB-9A6B-3DCE97733E5A}" destId="{51174BBE-7420-45EF-A10A-74FACD1D5656}" srcOrd="13" destOrd="0" presId="urn:microsoft.com/office/officeart/2009/3/layout/RandomtoResultProcess"/>
    <dgm:cxn modelId="{525E0197-9A9F-4CEF-BA2E-9876C94455FD}" type="presParOf" srcId="{B43774AF-FC85-46AB-9A6B-3DCE97733E5A}" destId="{649E1B89-BC1D-4E7F-8399-201A4E7D1B0E}" srcOrd="14" destOrd="0" presId="urn:microsoft.com/office/officeart/2009/3/layout/RandomtoResultProcess"/>
    <dgm:cxn modelId="{6AF45F53-F884-4012-8E60-7897FF95BDAA}" type="presParOf" srcId="{B43774AF-FC85-46AB-9A6B-3DCE97733E5A}" destId="{8AC6D6E9-2F89-4406-BF74-F497A890EE3D}" srcOrd="15" destOrd="0" presId="urn:microsoft.com/office/officeart/2009/3/layout/RandomtoResultProcess"/>
    <dgm:cxn modelId="{01301EE2-7BAE-44E2-A4D4-20BB9B7F2C8A}" type="presParOf" srcId="{B43774AF-FC85-46AB-9A6B-3DCE97733E5A}" destId="{E0DF0DD2-CBF7-436B-87C5-18C79C370836}" srcOrd="16" destOrd="0" presId="urn:microsoft.com/office/officeart/2009/3/layout/RandomtoResultProcess"/>
    <dgm:cxn modelId="{2EFBC53C-F615-4E00-A667-F4327EA26F92}" type="presParOf" srcId="{B43774AF-FC85-46AB-9A6B-3DCE97733E5A}" destId="{960F0C93-BD65-413F-BA9B-23AE60499BBA}" srcOrd="17" destOrd="0" presId="urn:microsoft.com/office/officeart/2009/3/layout/RandomtoResultProcess"/>
    <dgm:cxn modelId="{21C47FFD-2FCB-405A-B003-88211C4E3905}" type="presParOf" srcId="{B43774AF-FC85-46AB-9A6B-3DCE97733E5A}" destId="{94D42536-4FFF-4E31-B758-6D897D05C26C}" srcOrd="18" destOrd="0" presId="urn:microsoft.com/office/officeart/2009/3/layout/RandomtoResultProcess"/>
    <dgm:cxn modelId="{A9848FF9-270E-4D26-B484-87A145F63004}" type="presParOf" srcId="{66005ABC-CCC0-447C-9601-0F45A1D3611E}" destId="{6C62C782-7405-4EB7-9D3B-2AC627022835}" srcOrd="1" destOrd="0" presId="urn:microsoft.com/office/officeart/2009/3/layout/RandomtoResultProcess"/>
    <dgm:cxn modelId="{4BEFD2D9-647C-40AE-88AB-AD6441830741}" type="presParOf" srcId="{6C62C782-7405-4EB7-9D3B-2AC627022835}" destId="{2867E3AF-3368-4BB5-80B4-907415A51623}" srcOrd="0" destOrd="0" presId="urn:microsoft.com/office/officeart/2009/3/layout/RandomtoResultProcess"/>
    <dgm:cxn modelId="{ED953A2E-5950-4097-8E71-37C29CC65BB7}" type="presParOf" srcId="{6C62C782-7405-4EB7-9D3B-2AC627022835}" destId="{1FE826DA-9D71-4127-AF42-8C33DFBF23CB}" srcOrd="1" destOrd="0" presId="urn:microsoft.com/office/officeart/2009/3/layout/RandomtoResultProcess"/>
    <dgm:cxn modelId="{E8BEE225-F99E-4E88-AEFE-584EE7685D76}" type="presParOf" srcId="{66005ABC-CCC0-447C-9601-0F45A1D3611E}" destId="{38725BC3-CF1A-45ED-8B92-E5E215903EEE}" srcOrd="2" destOrd="0" presId="urn:microsoft.com/office/officeart/2009/3/layout/RandomtoResultProcess"/>
    <dgm:cxn modelId="{269C4288-CC9A-40D3-9866-E9CF6A18C082}" type="presParOf" srcId="{38725BC3-CF1A-45ED-8B92-E5E215903EEE}" destId="{972ED50B-9DE3-4E25-BE6D-CC9427B79F17}" srcOrd="0" destOrd="0" presId="urn:microsoft.com/office/officeart/2009/3/layout/RandomtoResultProcess"/>
    <dgm:cxn modelId="{AEDC0FA1-E8C1-4B58-AA5D-6F4D1F853478}" type="presParOf" srcId="{38725BC3-CF1A-45ED-8B92-E5E215903EEE}" destId="{47BB2F80-8019-4A80-9383-F10DD19F48D5}" srcOrd="1" destOrd="0" presId="urn:microsoft.com/office/officeart/2009/3/layout/RandomtoResultProcess"/>
    <dgm:cxn modelId="{1A0DCE04-BBB9-4CB5-9029-D6E1A879B04D}" type="presParOf" srcId="{66005ABC-CCC0-447C-9601-0F45A1D3611E}" destId="{6B41DDB3-E0DC-45F2-8D02-70B53623F7E4}" srcOrd="3" destOrd="0" presId="urn:microsoft.com/office/officeart/2009/3/layout/RandomtoResultProcess"/>
    <dgm:cxn modelId="{EB77E87D-B9E6-4D0B-BD65-DF9F4140EF8A}" type="presParOf" srcId="{6B41DDB3-E0DC-45F2-8D02-70B53623F7E4}" destId="{B93437DE-FE57-45D0-BE18-027B0F5875D1}" srcOrd="0" destOrd="0" presId="urn:microsoft.com/office/officeart/2009/3/layout/RandomtoResultProcess"/>
    <dgm:cxn modelId="{A9175732-63F0-44BC-8422-02B14BB5303B}" type="presParOf" srcId="{6B41DDB3-E0DC-45F2-8D02-70B53623F7E4}" destId="{A3808AF6-F351-4D9C-9AC0-BBEE5161ADFA}" srcOrd="1" destOrd="0" presId="urn:microsoft.com/office/officeart/2009/3/layout/RandomtoResultProcess"/>
    <dgm:cxn modelId="{1BF5C5E6-528F-4AA7-909F-03DC32D5E53C}" type="presParOf" srcId="{66005ABC-CCC0-447C-9601-0F45A1D3611E}" destId="{B2CF8CF8-94D7-4391-9A28-CD4ED961722F}" srcOrd="4" destOrd="0" presId="urn:microsoft.com/office/officeart/2009/3/layout/RandomtoResultProcess"/>
    <dgm:cxn modelId="{9BFC2CA9-4605-4E8F-ABBC-33BF2F48A1BA}" type="presParOf" srcId="{B2CF8CF8-94D7-4391-9A28-CD4ED961722F}" destId="{A96A3C30-6F78-45C9-BE7D-FC12FA87A7BC}" srcOrd="0" destOrd="0" presId="urn:microsoft.com/office/officeart/2009/3/layout/RandomtoResultProcess"/>
    <dgm:cxn modelId="{D5593EAA-FA9B-48F0-AA9F-A2FE99CCD2F9}" type="presParOf" srcId="{B2CF8CF8-94D7-4391-9A28-CD4ED961722F}" destId="{C12ACB36-FB8A-4F0F-A9AD-4184A6ABAAFC}" srcOrd="1" destOrd="0" presId="urn:microsoft.com/office/officeart/2009/3/layout/RandomtoResul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C22EEB-5FFF-4C87-BAF9-89A19BC42811}">
      <dsp:nvSpPr>
        <dsp:cNvPr id="0" name=""/>
        <dsp:cNvSpPr/>
      </dsp:nvSpPr>
      <dsp:spPr>
        <a:xfrm>
          <a:off x="0" y="12521"/>
          <a:ext cx="8220599" cy="1699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2928" tIns="178816" rIns="312928" bIns="178816" numCol="1" spcCol="1270" anchor="ctr" anchorCtr="0">
          <a:noAutofit/>
        </a:bodyPr>
        <a:lstStyle/>
        <a:p>
          <a:pPr marL="0" lvl="0" indent="0" algn="ctr" defTabSz="1955800">
            <a:lnSpc>
              <a:spcPct val="90000"/>
            </a:lnSpc>
            <a:spcBef>
              <a:spcPct val="0"/>
            </a:spcBef>
            <a:spcAft>
              <a:spcPct val="35000"/>
            </a:spcAft>
            <a:buNone/>
          </a:pPr>
          <a:r>
            <a:rPr lang="en-IN" sz="4400" b="1" i="0" kern="1200" dirty="0">
              <a:effectLst/>
              <a:latin typeface="+mj-lt"/>
            </a:rPr>
            <a:t>What are Receptors?</a:t>
          </a:r>
          <a:endParaRPr lang="en-IN" sz="4400" kern="1200" dirty="0">
            <a:effectLst/>
            <a:latin typeface="+mj-lt"/>
          </a:endParaRPr>
        </a:p>
      </dsp:txBody>
      <dsp:txXfrm>
        <a:off x="0" y="12521"/>
        <a:ext cx="8220599" cy="1699200"/>
      </dsp:txXfrm>
    </dsp:sp>
    <dsp:sp modelId="{EAB0D7FA-C6AB-4CE5-872D-1D563587F7BD}">
      <dsp:nvSpPr>
        <dsp:cNvPr id="0" name=""/>
        <dsp:cNvSpPr/>
      </dsp:nvSpPr>
      <dsp:spPr>
        <a:xfrm>
          <a:off x="0" y="1711721"/>
          <a:ext cx="8220599" cy="396789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56032" rIns="341376" bIns="384048" numCol="1" spcCol="1270" anchor="t" anchorCtr="0">
          <a:noAutofit/>
        </a:bodyPr>
        <a:lstStyle/>
        <a:p>
          <a:pPr marL="285750" lvl="1" indent="-285750" algn="just" defTabSz="2133600">
            <a:lnSpc>
              <a:spcPct val="90000"/>
            </a:lnSpc>
            <a:spcBef>
              <a:spcPct val="0"/>
            </a:spcBef>
            <a:spcAft>
              <a:spcPct val="15000"/>
            </a:spcAft>
            <a:buChar char="•"/>
          </a:pPr>
          <a:r>
            <a:rPr lang="en-US" sz="4800" b="0" i="0" kern="1200" dirty="0"/>
            <a:t>Biological transducers </a:t>
          </a:r>
          <a:endParaRPr lang="en-IN" sz="4800" kern="1200" dirty="0"/>
        </a:p>
        <a:p>
          <a:pPr marL="285750" lvl="1" indent="-285750" algn="just" defTabSz="2133600">
            <a:lnSpc>
              <a:spcPct val="90000"/>
            </a:lnSpc>
            <a:spcBef>
              <a:spcPct val="0"/>
            </a:spcBef>
            <a:spcAft>
              <a:spcPct val="15000"/>
            </a:spcAft>
            <a:buChar char="•"/>
          </a:pPr>
          <a:r>
            <a:rPr lang="en-US" sz="4800" b="0" i="0" kern="1200" dirty="0"/>
            <a:t>Convert energy from both external and internal environments into electrical impulses</a:t>
          </a:r>
          <a:r>
            <a:rPr lang="en-US" sz="2000" b="0" i="0" kern="1200" dirty="0"/>
            <a:t> (signal by neuron)</a:t>
          </a:r>
          <a:r>
            <a:rPr lang="en-US" sz="4800" b="0" i="0" kern="1200" dirty="0"/>
            <a:t>. </a:t>
          </a:r>
          <a:endParaRPr lang="en-IN" sz="4800" kern="1200" dirty="0"/>
        </a:p>
      </dsp:txBody>
      <dsp:txXfrm>
        <a:off x="0" y="1711721"/>
        <a:ext cx="8220599" cy="39678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D61D79-8E3A-44A8-9D9E-2EE83E9A04B2}">
      <dsp:nvSpPr>
        <dsp:cNvPr id="0" name=""/>
        <dsp:cNvSpPr/>
      </dsp:nvSpPr>
      <dsp:spPr>
        <a:xfrm>
          <a:off x="30223" y="321107"/>
          <a:ext cx="10285986" cy="187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IN" sz="3200" b="1" i="0" kern="1200" dirty="0">
              <a:effectLst>
                <a:outerShdw blurRad="38100" dist="38100" dir="2700000" algn="tl">
                  <a:srgbClr val="000000">
                    <a:alpha val="43137"/>
                  </a:srgbClr>
                </a:outerShdw>
              </a:effectLst>
              <a:latin typeface="+mj-lt"/>
            </a:rPr>
            <a:t>What are sensory receptors?</a:t>
          </a:r>
          <a:endParaRPr lang="en-IN" sz="3200" b="1" kern="1200" dirty="0">
            <a:effectLst>
              <a:outerShdw blurRad="38100" dist="38100" dir="2700000" algn="tl">
                <a:srgbClr val="000000">
                  <a:alpha val="43137"/>
                </a:srgbClr>
              </a:outerShdw>
            </a:effectLst>
            <a:latin typeface="+mj-lt"/>
          </a:endParaRPr>
        </a:p>
      </dsp:txBody>
      <dsp:txXfrm>
        <a:off x="30223" y="321107"/>
        <a:ext cx="10285986" cy="1872000"/>
      </dsp:txXfrm>
    </dsp:sp>
    <dsp:sp modelId="{5975DA7B-CB8F-4439-8F70-820B9B07FFC7}">
      <dsp:nvSpPr>
        <dsp:cNvPr id="0" name=""/>
        <dsp:cNvSpPr/>
      </dsp:nvSpPr>
      <dsp:spPr>
        <a:xfrm>
          <a:off x="5031" y="2193107"/>
          <a:ext cx="10306147" cy="365771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just" defTabSz="1422400">
            <a:lnSpc>
              <a:spcPct val="90000"/>
            </a:lnSpc>
            <a:spcBef>
              <a:spcPct val="0"/>
            </a:spcBef>
            <a:spcAft>
              <a:spcPct val="15000"/>
            </a:spcAft>
            <a:buChar char="•"/>
          </a:pPr>
          <a:r>
            <a:rPr lang="en-US" sz="3200" b="0" i="0" kern="1200" dirty="0"/>
            <a:t>Specialized structures- </a:t>
          </a:r>
          <a:r>
            <a:rPr lang="en-US" sz="3200" b="1" i="0" kern="1200" dirty="0"/>
            <a:t>respond to the changes </a:t>
          </a:r>
          <a:r>
            <a:rPr lang="en-US" sz="3200" b="0" i="0" kern="1200" dirty="0"/>
            <a:t>(stimuli) </a:t>
          </a:r>
          <a:r>
            <a:rPr lang="en-US" sz="3200" b="1" i="0" kern="1200" dirty="0"/>
            <a:t>in the environment</a:t>
          </a:r>
          <a:r>
            <a:rPr lang="en-US" sz="3200" b="0" i="0" kern="1200" dirty="0"/>
            <a:t>.</a:t>
          </a:r>
          <a:endParaRPr lang="en-IN" sz="3200" kern="1200" dirty="0"/>
        </a:p>
        <a:p>
          <a:pPr marL="285750" lvl="1" indent="-285750" algn="just" defTabSz="1422400">
            <a:lnSpc>
              <a:spcPct val="90000"/>
            </a:lnSpc>
            <a:spcBef>
              <a:spcPct val="0"/>
            </a:spcBef>
            <a:spcAft>
              <a:spcPct val="15000"/>
            </a:spcAft>
            <a:buChar char="•"/>
          </a:pPr>
          <a:r>
            <a:rPr lang="en-US" sz="3200" b="1" kern="1200" dirty="0"/>
            <a:t>Sensation and interpretation </a:t>
          </a:r>
          <a:r>
            <a:rPr lang="en-US" sz="3200" kern="1200" dirty="0"/>
            <a:t>takes place in </a:t>
          </a:r>
          <a:r>
            <a:rPr lang="en-US" sz="3200" b="1" kern="1200" dirty="0"/>
            <a:t>brain</a:t>
          </a:r>
          <a:r>
            <a:rPr lang="en-US" sz="3200" kern="1200" dirty="0"/>
            <a:t>.</a:t>
          </a:r>
          <a:endParaRPr lang="en-IN" sz="3200" kern="1200" dirty="0"/>
        </a:p>
        <a:p>
          <a:pPr marL="285750" lvl="1" indent="-285750" algn="just" defTabSz="1422400">
            <a:lnSpc>
              <a:spcPct val="90000"/>
            </a:lnSpc>
            <a:spcBef>
              <a:spcPct val="0"/>
            </a:spcBef>
            <a:spcAft>
              <a:spcPct val="15000"/>
            </a:spcAft>
            <a:buChar char="•"/>
          </a:pPr>
          <a:r>
            <a:rPr lang="en-US" sz="3200" b="1" kern="1200" dirty="0"/>
            <a:t>Keep aware</a:t>
          </a:r>
          <a:r>
            <a:rPr lang="en-US" sz="3200" kern="1200" dirty="0"/>
            <a:t> our </a:t>
          </a:r>
          <a:r>
            <a:rPr lang="en-US" sz="3200" b="1" kern="1200" dirty="0"/>
            <a:t>internal body </a:t>
          </a:r>
          <a:r>
            <a:rPr lang="en-US" sz="3200" kern="1200" dirty="0"/>
            <a:t>and </a:t>
          </a:r>
          <a:r>
            <a:rPr lang="en-US" sz="3200" b="1" kern="1200" dirty="0"/>
            <a:t>external environment. </a:t>
          </a:r>
          <a:endParaRPr lang="en-IN" sz="3200" b="1" kern="1200" dirty="0"/>
        </a:p>
        <a:p>
          <a:pPr marL="285750" lvl="1" indent="-285750" algn="just" defTabSz="1422400">
            <a:lnSpc>
              <a:spcPct val="90000"/>
            </a:lnSpc>
            <a:spcBef>
              <a:spcPct val="0"/>
            </a:spcBef>
            <a:spcAft>
              <a:spcPct val="15000"/>
            </a:spcAft>
            <a:buChar char="•"/>
          </a:pPr>
          <a:r>
            <a:rPr lang="en-US" sz="3200" b="0" i="0" kern="1200" dirty="0"/>
            <a:t>The </a:t>
          </a:r>
          <a:r>
            <a:rPr lang="en-US" sz="3200" b="1" i="0" kern="1200" dirty="0"/>
            <a:t>human body </a:t>
          </a:r>
          <a:r>
            <a:rPr lang="en-US" sz="3200" b="0" i="0" kern="1200" dirty="0"/>
            <a:t>can achieve an </a:t>
          </a:r>
          <a:r>
            <a:rPr lang="en-US" sz="3200" b="1" i="0" kern="1200" dirty="0"/>
            <a:t>understanding</a:t>
          </a:r>
          <a:r>
            <a:rPr lang="en-US" sz="3200" b="0" i="0" kern="1200" dirty="0"/>
            <a:t> of the world through its </a:t>
          </a:r>
          <a:r>
            <a:rPr lang="en-US" sz="3200" b="1" i="0" kern="1200" dirty="0"/>
            <a:t>Sensory/Receptor systems</a:t>
          </a:r>
          <a:r>
            <a:rPr lang="en-US" sz="3200" b="0" i="0" kern="1200" dirty="0"/>
            <a:t>.</a:t>
          </a:r>
          <a:endParaRPr lang="en-IN" sz="3200" b="1" kern="1200" dirty="0"/>
        </a:p>
      </dsp:txBody>
      <dsp:txXfrm>
        <a:off x="5031" y="2193107"/>
        <a:ext cx="10306147" cy="36577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890365-7404-407F-B31D-4E7C4AC8FB2E}">
      <dsp:nvSpPr>
        <dsp:cNvPr id="0" name=""/>
        <dsp:cNvSpPr/>
      </dsp:nvSpPr>
      <dsp:spPr>
        <a:xfrm>
          <a:off x="0" y="33783"/>
          <a:ext cx="10060940" cy="1440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a:lnSpc>
              <a:spcPct val="90000"/>
            </a:lnSpc>
            <a:spcBef>
              <a:spcPct val="0"/>
            </a:spcBef>
            <a:spcAft>
              <a:spcPct val="35000"/>
            </a:spcAft>
            <a:buNone/>
          </a:pPr>
          <a:r>
            <a:rPr lang="en-IN" sz="4000" b="1" kern="1200" dirty="0">
              <a:solidFill>
                <a:schemeClr val="bg1"/>
              </a:solidFill>
              <a:effectLst>
                <a:outerShdw blurRad="38100" dist="38100" dir="2700000" algn="tl">
                  <a:srgbClr val="000000">
                    <a:alpha val="43137"/>
                  </a:srgbClr>
                </a:outerShdw>
              </a:effectLst>
            </a:rPr>
            <a:t>Types of Environmental Stimuli/ </a:t>
          </a:r>
          <a:r>
            <a:rPr lang="en-IN" sz="4000" b="1" kern="1200" dirty="0">
              <a:solidFill>
                <a:schemeClr val="bg1"/>
              </a:solidFill>
              <a:effectLst>
                <a:outerShdw blurRad="38100" dist="38100" dir="2700000" algn="tl">
                  <a:srgbClr val="000000">
                    <a:alpha val="43137"/>
                  </a:srgbClr>
                </a:outerShdw>
              </a:effectLst>
              <a:highlight>
                <a:srgbClr val="FFFF00"/>
              </a:highlight>
            </a:rPr>
            <a:t>Sensors and receptors of human body</a:t>
          </a:r>
          <a:endParaRPr lang="en-IN" sz="4000" kern="1200" dirty="0">
            <a:solidFill>
              <a:schemeClr val="bg1"/>
            </a:solidFill>
          </a:endParaRPr>
        </a:p>
      </dsp:txBody>
      <dsp:txXfrm>
        <a:off x="0" y="33783"/>
        <a:ext cx="10060940" cy="1440000"/>
      </dsp:txXfrm>
    </dsp:sp>
    <dsp:sp modelId="{EB4B4D83-B952-4B40-B8D8-A3DB1C7B74A2}">
      <dsp:nvSpPr>
        <dsp:cNvPr id="0" name=""/>
        <dsp:cNvSpPr/>
      </dsp:nvSpPr>
      <dsp:spPr>
        <a:xfrm>
          <a:off x="0" y="1473783"/>
          <a:ext cx="10060940" cy="45292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56032" rIns="341376" bIns="384048" numCol="1" spcCol="1270" anchor="t" anchorCtr="0">
          <a:noAutofit/>
        </a:bodyPr>
        <a:lstStyle/>
        <a:p>
          <a:pPr marL="0" marR="0" lvl="0" indent="0" algn="l" defTabSz="914400" eaLnBrk="1" fontAlgn="auto" latinLnBrk="0" hangingPunct="1">
            <a:lnSpc>
              <a:spcPct val="150000"/>
            </a:lnSpc>
            <a:spcBef>
              <a:spcPct val="0"/>
            </a:spcBef>
            <a:spcAft>
              <a:spcPts val="0"/>
            </a:spcAft>
            <a:buClrTx/>
            <a:buSzTx/>
            <a:buFont typeface="Wingdings" panose="05000000000000000000" pitchFamily="2" charset="2"/>
            <a:buChar char="Ø"/>
            <a:tabLst/>
            <a:defRPr/>
          </a:pPr>
          <a:r>
            <a:rPr lang="en-US" altLang="en-US" sz="4800" kern="1200" dirty="0"/>
            <a:t>Chemoreception</a:t>
          </a:r>
          <a:endParaRPr lang="en-IN" sz="4800" kern="1200" dirty="0"/>
        </a:p>
        <a:p>
          <a:pPr marL="0" marR="0" lvl="0" indent="0" algn="l" defTabSz="914400" eaLnBrk="1" fontAlgn="auto" latinLnBrk="0" hangingPunct="1">
            <a:lnSpc>
              <a:spcPct val="150000"/>
            </a:lnSpc>
            <a:spcBef>
              <a:spcPct val="0"/>
            </a:spcBef>
            <a:spcAft>
              <a:spcPts val="0"/>
            </a:spcAft>
            <a:buClrTx/>
            <a:buSzTx/>
            <a:buFont typeface="Wingdings" panose="05000000000000000000" pitchFamily="2" charset="2"/>
            <a:buChar char="Ø"/>
            <a:tabLst/>
            <a:defRPr/>
          </a:pPr>
          <a:r>
            <a:rPr lang="en-US" altLang="en-US" sz="4800" kern="1200" dirty="0"/>
            <a:t>Photoreception</a:t>
          </a:r>
          <a:endParaRPr lang="en-IN" sz="4800" kern="1200" dirty="0"/>
        </a:p>
        <a:p>
          <a:pPr marL="0" marR="0" lvl="0" indent="0" algn="l" defTabSz="914400" eaLnBrk="1" fontAlgn="auto" latinLnBrk="0" hangingPunct="1">
            <a:lnSpc>
              <a:spcPct val="150000"/>
            </a:lnSpc>
            <a:spcBef>
              <a:spcPct val="0"/>
            </a:spcBef>
            <a:spcAft>
              <a:spcPts val="0"/>
            </a:spcAft>
            <a:buClrTx/>
            <a:buSzTx/>
            <a:buFont typeface="Wingdings" panose="05000000000000000000" pitchFamily="2" charset="2"/>
            <a:buChar char="Ø"/>
            <a:tabLst/>
            <a:defRPr/>
          </a:pPr>
          <a:r>
            <a:rPr lang="en-US" altLang="en-US" sz="4800" kern="1200" dirty="0"/>
            <a:t>Mechanoreception</a:t>
          </a:r>
          <a:endParaRPr lang="en-IN" sz="4800" kern="1200" dirty="0"/>
        </a:p>
        <a:p>
          <a:pPr marL="285750" lvl="1" indent="0" algn="l" defTabSz="2133600">
            <a:lnSpc>
              <a:spcPct val="90000"/>
            </a:lnSpc>
            <a:spcBef>
              <a:spcPct val="0"/>
            </a:spcBef>
            <a:spcAft>
              <a:spcPct val="15000"/>
            </a:spcAft>
            <a:buChar char="•"/>
          </a:pPr>
          <a:endParaRPr lang="en-IN" sz="4800" kern="1200" dirty="0"/>
        </a:p>
      </dsp:txBody>
      <dsp:txXfrm>
        <a:off x="0" y="1473783"/>
        <a:ext cx="10060940" cy="45292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71C3D2-704F-4145-8349-745C830BA353}">
      <dsp:nvSpPr>
        <dsp:cNvPr id="0" name=""/>
        <dsp:cNvSpPr/>
      </dsp:nvSpPr>
      <dsp:spPr>
        <a:xfrm>
          <a:off x="1286286" y="807611"/>
          <a:ext cx="2205765" cy="726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altLang="en-US" sz="2000" kern="1200" dirty="0"/>
            <a:t>Odorants</a:t>
          </a:r>
        </a:p>
      </dsp:txBody>
      <dsp:txXfrm>
        <a:off x="1286286" y="807611"/>
        <a:ext cx="2205765" cy="726899"/>
      </dsp:txXfrm>
    </dsp:sp>
    <dsp:sp modelId="{631BC554-BDD9-4754-8903-B5221CDB6A75}">
      <dsp:nvSpPr>
        <dsp:cNvPr id="0" name=""/>
        <dsp:cNvSpPr/>
      </dsp:nvSpPr>
      <dsp:spPr>
        <a:xfrm>
          <a:off x="1283780" y="586533"/>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059C8E-6F91-4D56-99BC-84D95150D26C}">
      <dsp:nvSpPr>
        <dsp:cNvPr id="0" name=""/>
        <dsp:cNvSpPr/>
      </dsp:nvSpPr>
      <dsp:spPr>
        <a:xfrm>
          <a:off x="1406601" y="340891"/>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685619-66E4-4FF0-BE68-ECA9DF8A6643}">
      <dsp:nvSpPr>
        <dsp:cNvPr id="0" name=""/>
        <dsp:cNvSpPr/>
      </dsp:nvSpPr>
      <dsp:spPr>
        <a:xfrm>
          <a:off x="1701371" y="390019"/>
          <a:ext cx="275720" cy="2757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436B38-DF10-4B48-A131-7100E1A97EC8}">
      <dsp:nvSpPr>
        <dsp:cNvPr id="0" name=""/>
        <dsp:cNvSpPr/>
      </dsp:nvSpPr>
      <dsp:spPr>
        <a:xfrm>
          <a:off x="1947013" y="119813"/>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3B744B-1BAB-4903-8742-18CB1AF2A376}">
      <dsp:nvSpPr>
        <dsp:cNvPr id="0" name=""/>
        <dsp:cNvSpPr/>
      </dsp:nvSpPr>
      <dsp:spPr>
        <a:xfrm>
          <a:off x="2266348" y="21556"/>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91AAD3-0F58-43E8-963F-54223E20E54B}">
      <dsp:nvSpPr>
        <dsp:cNvPr id="0" name=""/>
        <dsp:cNvSpPr/>
      </dsp:nvSpPr>
      <dsp:spPr>
        <a:xfrm>
          <a:off x="2659375" y="193506"/>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B150E2-426E-4F8C-9D97-2C894C1749BA}">
      <dsp:nvSpPr>
        <dsp:cNvPr id="0" name=""/>
        <dsp:cNvSpPr/>
      </dsp:nvSpPr>
      <dsp:spPr>
        <a:xfrm>
          <a:off x="2905017" y="316327"/>
          <a:ext cx="275720" cy="2757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AA9ED6-58EE-4187-9E58-81CFF9D88655}">
      <dsp:nvSpPr>
        <dsp:cNvPr id="0" name=""/>
        <dsp:cNvSpPr/>
      </dsp:nvSpPr>
      <dsp:spPr>
        <a:xfrm>
          <a:off x="3248916" y="586533"/>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B07404-40A3-4711-850F-33BD1FACCC57}">
      <dsp:nvSpPr>
        <dsp:cNvPr id="0" name=""/>
        <dsp:cNvSpPr/>
      </dsp:nvSpPr>
      <dsp:spPr>
        <a:xfrm>
          <a:off x="3396301" y="856739"/>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D85B53-567A-4080-9D38-CC4275DCF446}">
      <dsp:nvSpPr>
        <dsp:cNvPr id="0" name=""/>
        <dsp:cNvSpPr/>
      </dsp:nvSpPr>
      <dsp:spPr>
        <a:xfrm>
          <a:off x="2118963" y="340891"/>
          <a:ext cx="451179" cy="4511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A70101-7A89-4E23-AC9E-30448FEDB745}">
      <dsp:nvSpPr>
        <dsp:cNvPr id="0" name=""/>
        <dsp:cNvSpPr/>
      </dsp:nvSpPr>
      <dsp:spPr>
        <a:xfrm>
          <a:off x="1160959" y="1274331"/>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04F910-B97F-407A-9158-76E49BF84291}">
      <dsp:nvSpPr>
        <dsp:cNvPr id="0" name=""/>
        <dsp:cNvSpPr/>
      </dsp:nvSpPr>
      <dsp:spPr>
        <a:xfrm>
          <a:off x="1308344" y="1495409"/>
          <a:ext cx="275720" cy="2757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174BBE-7420-45EF-A10A-74FACD1D5656}">
      <dsp:nvSpPr>
        <dsp:cNvPr id="0" name=""/>
        <dsp:cNvSpPr/>
      </dsp:nvSpPr>
      <dsp:spPr>
        <a:xfrm>
          <a:off x="1676807" y="1691922"/>
          <a:ext cx="401048" cy="4010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9E1B89-BC1D-4E7F-8399-201A4E7D1B0E}">
      <dsp:nvSpPr>
        <dsp:cNvPr id="0" name=""/>
        <dsp:cNvSpPr/>
      </dsp:nvSpPr>
      <dsp:spPr>
        <a:xfrm>
          <a:off x="2192655" y="2011257"/>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C6D6E9-2F89-4406-BF74-F497A890EE3D}">
      <dsp:nvSpPr>
        <dsp:cNvPr id="0" name=""/>
        <dsp:cNvSpPr/>
      </dsp:nvSpPr>
      <dsp:spPr>
        <a:xfrm>
          <a:off x="2290912" y="1691922"/>
          <a:ext cx="275720" cy="2757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F0DD2-CBF7-436B-87C5-18C79C370836}">
      <dsp:nvSpPr>
        <dsp:cNvPr id="0" name=""/>
        <dsp:cNvSpPr/>
      </dsp:nvSpPr>
      <dsp:spPr>
        <a:xfrm>
          <a:off x="2536554" y="2035821"/>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0F0C93-BD65-413F-BA9B-23AE60499BBA}">
      <dsp:nvSpPr>
        <dsp:cNvPr id="0" name=""/>
        <dsp:cNvSpPr/>
      </dsp:nvSpPr>
      <dsp:spPr>
        <a:xfrm>
          <a:off x="2757632" y="1642794"/>
          <a:ext cx="401048" cy="4010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D42536-4FFF-4E31-B758-6D897D05C26C}">
      <dsp:nvSpPr>
        <dsp:cNvPr id="0" name=""/>
        <dsp:cNvSpPr/>
      </dsp:nvSpPr>
      <dsp:spPr>
        <a:xfrm>
          <a:off x="3298044" y="1544537"/>
          <a:ext cx="275720" cy="2757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67E3AF-3368-4BB5-80B4-907415A51623}">
      <dsp:nvSpPr>
        <dsp:cNvPr id="0" name=""/>
        <dsp:cNvSpPr/>
      </dsp:nvSpPr>
      <dsp:spPr>
        <a:xfrm>
          <a:off x="3573765" y="389611"/>
          <a:ext cx="809752" cy="1545905"/>
        </a:xfrm>
        <a:prstGeom prst="chevron">
          <a:avLst>
            <a:gd name="adj" fmla="val 6231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72ED50B-9DE3-4E25-BE6D-CC9427B79F17}">
      <dsp:nvSpPr>
        <dsp:cNvPr id="0" name=""/>
        <dsp:cNvSpPr/>
      </dsp:nvSpPr>
      <dsp:spPr>
        <a:xfrm>
          <a:off x="4383517" y="390362"/>
          <a:ext cx="2208415" cy="1545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altLang="en-US" sz="2000" kern="1200" dirty="0"/>
            <a:t>Olfactory receptors respond to molecules</a:t>
          </a:r>
          <a:endParaRPr lang="en-IN" sz="2000" kern="1200" dirty="0"/>
        </a:p>
      </dsp:txBody>
      <dsp:txXfrm>
        <a:off x="4383517" y="390362"/>
        <a:ext cx="2208415" cy="1545890"/>
      </dsp:txXfrm>
    </dsp:sp>
    <dsp:sp modelId="{B93437DE-FE57-45D0-BE18-027B0F5875D1}">
      <dsp:nvSpPr>
        <dsp:cNvPr id="0" name=""/>
        <dsp:cNvSpPr/>
      </dsp:nvSpPr>
      <dsp:spPr>
        <a:xfrm>
          <a:off x="6591933" y="389611"/>
          <a:ext cx="809752" cy="1545905"/>
        </a:xfrm>
        <a:prstGeom prst="chevron">
          <a:avLst>
            <a:gd name="adj" fmla="val 6231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96A3C30-6F78-45C9-BE7D-FC12FA87A7BC}">
      <dsp:nvSpPr>
        <dsp:cNvPr id="0" name=""/>
        <dsp:cNvSpPr/>
      </dsp:nvSpPr>
      <dsp:spPr>
        <a:xfrm>
          <a:off x="7401685" y="261854"/>
          <a:ext cx="2495806" cy="187715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altLang="en-US" sz="2000" kern="1200" dirty="0"/>
            <a:t>Impulse fired and sent to the brain for interpretation</a:t>
          </a:r>
          <a:endParaRPr lang="en-IN" sz="2000" kern="1200" dirty="0"/>
        </a:p>
      </dsp:txBody>
      <dsp:txXfrm>
        <a:off x="7767187" y="536757"/>
        <a:ext cx="1764802" cy="132734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10/4/2023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10/4/2023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kern="1200" dirty="0">
                <a:solidFill>
                  <a:schemeClr val="tx1"/>
                </a:solidFill>
                <a:effectLst/>
                <a:latin typeface="+mn-lt"/>
                <a:ea typeface="+mn-ea"/>
                <a:cs typeface="+mn-cs"/>
              </a:rPr>
              <a:t>Sensing is all about measuring physical quantities and interpreting these measurements in order to draw conclusions. </a:t>
            </a:r>
            <a:endParaRPr lang="en-US" altLang="en-US" dirty="0"/>
          </a:p>
        </p:txBody>
      </p:sp>
      <p:sp>
        <p:nvSpPr>
          <p:cNvPr id="4" name="Slide Number Placeholder 3"/>
          <p:cNvSpPr>
            <a:spLocks noGrp="1"/>
          </p:cNvSpPr>
          <p:nvPr>
            <p:ph type="sldNum" sz="quarter" idx="5"/>
          </p:nvPr>
        </p:nvSpPr>
        <p:spPr/>
        <p:txBody>
          <a:bodyPr/>
          <a:lstStyle/>
          <a:p>
            <a:pPr>
              <a:defRPr/>
            </a:pPr>
            <a:fld id="{39D717FC-D165-457C-BC07-222D5035F471}" type="slidenum">
              <a:rPr lang="en-US" smtClean="0"/>
              <a:pPr>
                <a:defRPr/>
              </a:pPr>
              <a:t>5</a:t>
            </a:fld>
            <a:endParaRPr lang="en-US"/>
          </a:p>
        </p:txBody>
      </p:sp>
    </p:spTree>
    <p:extLst>
      <p:ext uri="{BB962C8B-B14F-4D97-AF65-F5344CB8AC3E}">
        <p14:creationId xmlns:p14="http://schemas.microsoft.com/office/powerpoint/2010/main" val="1467461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Sensing is all about measuring physical quantities and interpreting these measurements in order to draw conclusions. </a:t>
            </a:r>
            <a:endParaRPr lang="en-US" altLang="en-US" dirty="0"/>
          </a:p>
        </p:txBody>
      </p:sp>
      <p:sp>
        <p:nvSpPr>
          <p:cNvPr id="4" name="Slide Number Placeholder 3"/>
          <p:cNvSpPr>
            <a:spLocks noGrp="1"/>
          </p:cNvSpPr>
          <p:nvPr>
            <p:ph type="sldNum" sz="quarter" idx="10"/>
          </p:nvPr>
        </p:nvSpPr>
        <p:spPr/>
        <p:txBody>
          <a:bodyPr/>
          <a:lstStyle/>
          <a:p>
            <a:pPr>
              <a:defRPr/>
            </a:pPr>
            <a:fld id="{20FEFB3D-94AC-44D8-9C24-75D469B36BB3}" type="slidenum">
              <a:rPr lang="en-US" smtClean="0"/>
              <a:pPr>
                <a:defRPr/>
              </a:pPr>
              <a:t>9</a:t>
            </a:fld>
            <a:endParaRPr lang="en-US"/>
          </a:p>
        </p:txBody>
      </p:sp>
    </p:spTree>
    <p:extLst>
      <p:ext uri="{BB962C8B-B14F-4D97-AF65-F5344CB8AC3E}">
        <p14:creationId xmlns:p14="http://schemas.microsoft.com/office/powerpoint/2010/main" val="2028024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a:defRPr/>
            </a:pPr>
            <a:fld id="{02DCB97C-69E1-4864-A9ED-81F2BB143A61}" type="slidenum">
              <a:rPr lang="en-US" smtClean="0"/>
              <a:pPr>
                <a:defRPr/>
              </a:pPr>
              <a:t>12</a:t>
            </a:fld>
            <a:endParaRPr lang="en-US"/>
          </a:p>
        </p:txBody>
      </p:sp>
    </p:spTree>
    <p:extLst>
      <p:ext uri="{BB962C8B-B14F-4D97-AF65-F5344CB8AC3E}">
        <p14:creationId xmlns:p14="http://schemas.microsoft.com/office/powerpoint/2010/main" val="4186262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a:defRPr/>
            </a:pPr>
            <a:fld id="{5449E704-C349-4663-8CE1-2574B83D8873}" type="slidenum">
              <a:rPr lang="en-US" smtClean="0"/>
              <a:pPr>
                <a:defRPr/>
              </a:pPr>
              <a:t>16</a:t>
            </a:fld>
            <a:endParaRPr lang="en-US"/>
          </a:p>
        </p:txBody>
      </p:sp>
    </p:spTree>
    <p:extLst>
      <p:ext uri="{BB962C8B-B14F-4D97-AF65-F5344CB8AC3E}">
        <p14:creationId xmlns:p14="http://schemas.microsoft.com/office/powerpoint/2010/main" val="926044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6567DB8-230B-436E-B1CA-69E8F6B87005}"/>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06B7D9-AABB-4419-A61B-FCAAFB2D5923}" type="slidenum">
              <a:rPr kumimoji="0" lang="en-US" alt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66562" name="Rectangle 2">
            <a:extLst>
              <a:ext uri="{FF2B5EF4-FFF2-40B4-BE49-F238E27FC236}">
                <a16:creationId xmlns:a16="http://schemas.microsoft.com/office/drawing/2014/main" id="{0A740394-EC4D-4D97-9DCC-7F9F19CCB302}"/>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0479C74D-4BDE-4768-BB89-937904A647C6}"/>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464658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5BB65A-27EB-49E8-AFC1-D87024384B2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56089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4" name="Slide Number Placeholder 3"/>
          <p:cNvSpPr>
            <a:spLocks noGrp="1"/>
          </p:cNvSpPr>
          <p:nvPr>
            <p:ph type="sldNum" sz="quarter" idx="5"/>
          </p:nvPr>
        </p:nvSpPr>
        <p:spPr/>
        <p:txBody>
          <a:bodyPr/>
          <a:lstStyle/>
          <a:p>
            <a:pPr>
              <a:defRPr/>
            </a:pPr>
            <a:fld id="{2E100B79-CCB1-4A7E-95DF-F8DE2585C881}" type="slidenum">
              <a:rPr lang="en-US" smtClean="0"/>
              <a:pPr>
                <a:defRPr/>
              </a:pPr>
              <a:t>22</a:t>
            </a:fld>
            <a:endParaRPr lang="en-US"/>
          </a:p>
        </p:txBody>
      </p:sp>
    </p:spTree>
    <p:extLst>
      <p:ext uri="{BB962C8B-B14F-4D97-AF65-F5344CB8AC3E}">
        <p14:creationId xmlns:p14="http://schemas.microsoft.com/office/powerpoint/2010/main" val="3093336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9F5D99C-E355-4BAE-B8C8-040397C216E8}"/>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CC767-F5B2-4864-8110-AC2E3D8ECB09}" type="slidenum">
              <a:rPr kumimoji="0" lang="en-US" alt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alt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80898" name="Rectangle 2">
            <a:extLst>
              <a:ext uri="{FF2B5EF4-FFF2-40B4-BE49-F238E27FC236}">
                <a16:creationId xmlns:a16="http://schemas.microsoft.com/office/drawing/2014/main" id="{2C5421D8-6411-487B-93F6-B3E0298455E6}"/>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74E8E2F6-9F13-4690-BF6C-13A2B0032D5F}"/>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98556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b="0" i="0" dirty="0">
                <a:solidFill>
                  <a:srgbClr val="202124"/>
                </a:solidFill>
                <a:effectLst/>
                <a:latin typeface="arial" panose="020B0604020202020204" pitchFamily="34" charset="0"/>
              </a:rPr>
              <a:t>The hammer, anvil, and stirrup are the </a:t>
            </a:r>
            <a:r>
              <a:rPr lang="en-US" b="1" i="0" dirty="0">
                <a:solidFill>
                  <a:srgbClr val="202124"/>
                </a:solidFill>
                <a:effectLst/>
                <a:latin typeface="arial" panose="020B0604020202020204" pitchFamily="34" charset="0"/>
              </a:rPr>
              <a:t>smallest bones found in the human body</a:t>
            </a:r>
            <a:r>
              <a:rPr lang="en-US" b="0" i="0" dirty="0">
                <a:solidFill>
                  <a:srgbClr val="202124"/>
                </a:solidFill>
                <a:effectLst/>
                <a:latin typeface="arial" panose="020B0604020202020204" pitchFamily="34" charset="0"/>
              </a:rPr>
              <a:t>. They also can be called by their </a:t>
            </a:r>
            <a:r>
              <a:rPr lang="en-US" b="0" i="0" dirty="0" err="1">
                <a:solidFill>
                  <a:srgbClr val="202124"/>
                </a:solidFill>
                <a:effectLst/>
                <a:latin typeface="arial" panose="020B0604020202020204" pitchFamily="34" charset="0"/>
              </a:rPr>
              <a:t>latin</a:t>
            </a:r>
            <a:r>
              <a:rPr lang="en-US" b="0" i="0" dirty="0">
                <a:solidFill>
                  <a:srgbClr val="202124"/>
                </a:solidFill>
                <a:effectLst/>
                <a:latin typeface="arial" panose="020B0604020202020204" pitchFamily="34" charset="0"/>
              </a:rPr>
              <a:t> names: the malleus, incus, and stapes, respectively. Collectively they are called ossicles.</a:t>
            </a:r>
          </a:p>
          <a:p>
            <a:r>
              <a:rPr lang="en-US" b="0" i="0" dirty="0">
                <a:solidFill>
                  <a:srgbClr val="202124"/>
                </a:solidFill>
                <a:effectLst/>
                <a:latin typeface="arial" panose="020B0604020202020204" pitchFamily="34" charset="0"/>
              </a:rPr>
              <a:t>The cochlea is </a:t>
            </a:r>
            <a:r>
              <a:rPr lang="en-US" b="1" i="0" dirty="0">
                <a:solidFill>
                  <a:srgbClr val="202124"/>
                </a:solidFill>
                <a:effectLst/>
                <a:latin typeface="arial" panose="020B0604020202020204" pitchFamily="34" charset="0"/>
              </a:rPr>
              <a:t>the part of the inner ear involved in hearing</a:t>
            </a:r>
            <a:r>
              <a:rPr lang="en-US" b="0" i="0" dirty="0">
                <a:solidFill>
                  <a:srgbClr val="202124"/>
                </a:solidFill>
                <a:effectLst/>
                <a:latin typeface="arial" panose="020B0604020202020204" pitchFamily="34" charset="0"/>
              </a:rPr>
              <a:t>. It is a spiral-shaped cavity in the bony labyrinth, in humans making 2.75 turns around its axis, the modiolus. ... The name cochlea derives from Ancient Greek </a:t>
            </a:r>
            <a:r>
              <a:rPr lang="en-US" b="0" i="0" dirty="0" err="1">
                <a:solidFill>
                  <a:srgbClr val="202124"/>
                </a:solidFill>
                <a:effectLst/>
                <a:latin typeface="arial" panose="020B0604020202020204" pitchFamily="34" charset="0"/>
              </a:rPr>
              <a:t>κοχλί</a:t>
            </a:r>
            <a:r>
              <a:rPr lang="en-US" b="0" i="0" dirty="0">
                <a:solidFill>
                  <a:srgbClr val="202124"/>
                </a:solidFill>
                <a:effectLst/>
                <a:latin typeface="arial" panose="020B0604020202020204" pitchFamily="34" charset="0"/>
              </a:rPr>
              <a:t>ας (kokhlias) 'spiral, snail shell'.</a:t>
            </a:r>
            <a:endParaRPr lang="en-US" altLang="en-US" dirty="0"/>
          </a:p>
        </p:txBody>
      </p:sp>
      <p:sp>
        <p:nvSpPr>
          <p:cNvPr id="4" name="Slide Number Placeholder 3"/>
          <p:cNvSpPr>
            <a:spLocks noGrp="1"/>
          </p:cNvSpPr>
          <p:nvPr>
            <p:ph type="sldNum" sz="quarter" idx="5"/>
          </p:nvPr>
        </p:nvSpPr>
        <p:spPr/>
        <p:txBody>
          <a:bodyPr/>
          <a:lstStyle/>
          <a:p>
            <a:pPr>
              <a:defRPr/>
            </a:pPr>
            <a:fld id="{E2374B1B-4367-429E-8CDE-C2BE5BFF19EF}" type="slidenum">
              <a:rPr lang="en-US" smtClean="0"/>
              <a:pPr>
                <a:defRPr/>
              </a:pPr>
              <a:t>29</a:t>
            </a:fld>
            <a:endParaRPr lang="en-US"/>
          </a:p>
        </p:txBody>
      </p:sp>
    </p:spTree>
    <p:extLst>
      <p:ext uri="{BB962C8B-B14F-4D97-AF65-F5344CB8AC3E}">
        <p14:creationId xmlns:p14="http://schemas.microsoft.com/office/powerpoint/2010/main" val="736720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31</a:t>
            </a:fld>
            <a:endParaRPr lang="en-US"/>
          </a:p>
        </p:txBody>
      </p:sp>
    </p:spTree>
    <p:extLst>
      <p:ext uri="{BB962C8B-B14F-4D97-AF65-F5344CB8AC3E}">
        <p14:creationId xmlns:p14="http://schemas.microsoft.com/office/powerpoint/2010/main" val="194843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32</a:t>
            </a:fld>
            <a:endParaRPr lang="en-US"/>
          </a:p>
        </p:txBody>
      </p:sp>
    </p:spTree>
    <p:extLst>
      <p:ext uri="{BB962C8B-B14F-4D97-AF65-F5344CB8AC3E}">
        <p14:creationId xmlns:p14="http://schemas.microsoft.com/office/powerpoint/2010/main" val="3361090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mn-lt"/>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10/4/2023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gif"/></Relationships>
</file>

<file path=ppt/slides/_rels/slide25.xml.rels><?xml version="1.0" encoding="UTF-8" standalone="yes"?>
<Relationships xmlns="http://schemas.openxmlformats.org/package/2006/relationships"><Relationship Id="rId3" Type="http://schemas.openxmlformats.org/officeDocument/2006/relationships/hyperlink" Target="http://upload.wikimedia.org/wikibooks/en/7/7f/Anatomy_and_physiology_of_animals_General_senses_in_skin.jpg"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hyperlink" Target="http://upload.wikimedia.org/wikibooks/en/3/33/Anatomy_and_physiology_of_animals_The_ear.jpg"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dx.doi.org/10.1007/978-3-642-65438-1"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www.ncbi.nlm.nih.gov/books/NBK547656/" TargetMode="Externa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0" y="3709941"/>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0" y="370994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604322" y="1471918"/>
            <a:ext cx="8126357" cy="395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V</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23SZT-148</a:t>
            </a: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r>
              <a:rPr lang="en-US" dirty="0"/>
              <a:t>Sensors/ receptors in the human body</a:t>
            </a:r>
          </a:p>
          <a:p>
            <a:r>
              <a:rPr lang="en-US" dirty="0"/>
              <a:t>Chemoreceptor: hot and cold receptors, sensors for smell, sound, vision</a:t>
            </a:r>
            <a:endParaRPr lang="en-US" dirty="0">
              <a:latin typeface="Raleway ExtraBold" pitchFamily="34" charset="-52"/>
            </a:endParaRPr>
          </a:p>
        </p:txBody>
      </p:sp>
    </p:spTree>
    <p:extLst>
      <p:ext uri="{BB962C8B-B14F-4D97-AF65-F5344CB8AC3E}">
        <p14:creationId xmlns:p14="http://schemas.microsoft.com/office/powerpoint/2010/main" val="35855776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a16="http://schemas.microsoft.com/office/drawing/2014/main" id="{6F774966-ABEE-421A-86C4-FF2E9BD06FAB}"/>
              </a:ext>
            </a:extLst>
          </p:cNvPr>
          <p:cNvGraphicFramePr>
            <a:graphicFrameLocks noGrp="1"/>
          </p:cNvGraphicFramePr>
          <p:nvPr/>
        </p:nvGraphicFramePr>
        <p:xfrm>
          <a:off x="628650" y="1748790"/>
          <a:ext cx="6793327" cy="4336096"/>
        </p:xfrm>
        <a:graphic>
          <a:graphicData uri="http://schemas.openxmlformats.org/drawingml/2006/table">
            <a:tbl>
              <a:tblPr/>
              <a:tblGrid>
                <a:gridCol w="1045127">
                  <a:extLst>
                    <a:ext uri="{9D8B030D-6E8A-4147-A177-3AD203B41FA5}">
                      <a16:colId xmlns:a16="http://schemas.microsoft.com/office/drawing/2014/main" val="20000"/>
                    </a:ext>
                  </a:extLst>
                </a:gridCol>
                <a:gridCol w="4281977">
                  <a:extLst>
                    <a:ext uri="{9D8B030D-6E8A-4147-A177-3AD203B41FA5}">
                      <a16:colId xmlns:a16="http://schemas.microsoft.com/office/drawing/2014/main" val="20001"/>
                    </a:ext>
                  </a:extLst>
                </a:gridCol>
                <a:gridCol w="1466223">
                  <a:extLst>
                    <a:ext uri="{9D8B030D-6E8A-4147-A177-3AD203B41FA5}">
                      <a16:colId xmlns:a16="http://schemas.microsoft.com/office/drawing/2014/main"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1748465"/>
                  </a:ext>
                </a:extLst>
              </a:tr>
            </a:tbl>
          </a:graphicData>
        </a:graphic>
      </p:graphicFrame>
      <p:sp>
        <p:nvSpPr>
          <p:cNvPr id="7" name="Rectangle 6">
            <a:extLst>
              <a:ext uri="{FF2B5EF4-FFF2-40B4-BE49-F238E27FC236}">
                <a16:creationId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id="{65EE6DA7-3F8E-46CE-A5B7-337A4278EAE8}"/>
              </a:ext>
            </a:extLst>
          </p:cNvPr>
          <p:cNvCxnSpPr>
            <a:cxnSpLocks/>
          </p:cNvCxnSpPr>
          <p:nvPr/>
        </p:nvCxnSpPr>
        <p:spPr>
          <a:xfrm>
            <a:off x="7052310" y="4838700"/>
            <a:ext cx="1009015" cy="260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a16="http://schemas.microsoft.com/office/drawing/2014/main"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AAAA-1DAB-4779-A8F8-3B8B853C067E}"/>
              </a:ext>
            </a:extLst>
          </p:cNvPr>
          <p:cNvSpPr>
            <a:spLocks noGrp="1"/>
          </p:cNvSpPr>
          <p:nvPr>
            <p:ph type="title"/>
          </p:nvPr>
        </p:nvSpPr>
        <p:spPr>
          <a:xfrm>
            <a:off x="1134649" y="595792"/>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id="{133B9873-0D72-4F00-B232-68A50C2F664D}"/>
              </a:ext>
            </a:extLst>
          </p:cNvPr>
          <p:cNvGraphicFramePr>
            <a:graphicFrameLocks noGrp="1"/>
          </p:cNvGraphicFramePr>
          <p:nvPr>
            <p:extLst>
              <p:ext uri="{D42A27DB-BD31-4B8C-83A1-F6EECF244321}">
                <p14:modId xmlns:p14="http://schemas.microsoft.com/office/powerpoint/2010/main" val="605221788"/>
              </p:ext>
            </p:extLst>
          </p:nvPr>
        </p:nvGraphicFramePr>
        <p:xfrm>
          <a:off x="901382" y="1706145"/>
          <a:ext cx="10485247" cy="4653498"/>
        </p:xfrm>
        <a:graphic>
          <a:graphicData uri="http://schemas.openxmlformats.org/drawingml/2006/table">
            <a:tbl>
              <a:tblPr/>
              <a:tblGrid>
                <a:gridCol w="2018630">
                  <a:extLst>
                    <a:ext uri="{9D8B030D-6E8A-4147-A177-3AD203B41FA5}">
                      <a16:colId xmlns:a16="http://schemas.microsoft.com/office/drawing/2014/main" val="20000"/>
                    </a:ext>
                  </a:extLst>
                </a:gridCol>
                <a:gridCol w="6128994">
                  <a:extLst>
                    <a:ext uri="{9D8B030D-6E8A-4147-A177-3AD203B41FA5}">
                      <a16:colId xmlns:a16="http://schemas.microsoft.com/office/drawing/2014/main" val="20001"/>
                    </a:ext>
                  </a:extLst>
                </a:gridCol>
                <a:gridCol w="2337623">
                  <a:extLst>
                    <a:ext uri="{9D8B030D-6E8A-4147-A177-3AD203B41FA5}">
                      <a16:colId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DCB64-D207-409A-BB4E-2608F684CECA}"/>
              </a:ext>
            </a:extLst>
          </p:cNvPr>
          <p:cNvSpPr>
            <a:spLocks noGrp="1"/>
          </p:cNvSpPr>
          <p:nvPr>
            <p:ph type="ctrTitle"/>
          </p:nvPr>
        </p:nvSpPr>
        <p:spPr>
          <a:xfrm>
            <a:off x="1524000" y="1122363"/>
            <a:ext cx="9144000" cy="1826577"/>
          </a:xfrm>
        </p:spPr>
        <p:txBody>
          <a:bodyPr/>
          <a:lstStyle/>
          <a:p>
            <a:r>
              <a:rPr lang="en-IN" b="1" dirty="0">
                <a:solidFill>
                  <a:schemeClr val="accent1">
                    <a:lumMod val="75000"/>
                  </a:schemeClr>
                </a:solidFill>
              </a:rPr>
              <a:t>Biological Sensors</a:t>
            </a:r>
          </a:p>
        </p:txBody>
      </p:sp>
      <p:sp>
        <p:nvSpPr>
          <p:cNvPr id="3" name="Subtitle 2">
            <a:extLst>
              <a:ext uri="{FF2B5EF4-FFF2-40B4-BE49-F238E27FC236}">
                <a16:creationId xmlns:a16="http://schemas.microsoft.com/office/drawing/2014/main" id="{212F9F60-F08D-47FE-8E25-F2A6A08F1F0E}"/>
              </a:ext>
            </a:extLst>
          </p:cNvPr>
          <p:cNvSpPr>
            <a:spLocks noGrp="1"/>
          </p:cNvSpPr>
          <p:nvPr>
            <p:ph type="subTitle" idx="1"/>
          </p:nvPr>
        </p:nvSpPr>
        <p:spPr>
          <a:xfrm>
            <a:off x="1524000" y="3383038"/>
            <a:ext cx="9702800" cy="2190447"/>
          </a:xfrm>
        </p:spPr>
        <p:txBody>
          <a:bodyPr>
            <a:normAutofit/>
          </a:bodyPr>
          <a:lstStyle/>
          <a:p>
            <a:pPr marL="342900" indent="-342900" algn="l">
              <a:buFont typeface="Wingdings" panose="05000000000000000000" pitchFamily="2" charset="2"/>
              <a:buChar char="Ø"/>
            </a:pPr>
            <a:r>
              <a:rPr lang="en-US" sz="2800" dirty="0">
                <a:solidFill>
                  <a:schemeClr val="accent1">
                    <a:lumMod val="75000"/>
                  </a:schemeClr>
                </a:solidFill>
              </a:rPr>
              <a:t>Sensors/ receptors in the human body</a:t>
            </a:r>
          </a:p>
          <a:p>
            <a:pPr marL="342900" indent="-342900" algn="just">
              <a:buFont typeface="Wingdings" panose="05000000000000000000" pitchFamily="2" charset="2"/>
              <a:buChar char="Ø"/>
            </a:pPr>
            <a:r>
              <a:rPr lang="en-US" sz="2800" dirty="0">
                <a:solidFill>
                  <a:schemeClr val="accent1">
                    <a:lumMod val="75000"/>
                  </a:schemeClr>
                </a:solidFill>
              </a:rPr>
              <a:t>Chemoreceptor: sensors for smell and taste</a:t>
            </a:r>
          </a:p>
          <a:p>
            <a:pPr marL="342900" indent="-342900" algn="just">
              <a:buFont typeface="Wingdings" panose="05000000000000000000" pitchFamily="2" charset="2"/>
              <a:buChar char="Ø"/>
            </a:pPr>
            <a:r>
              <a:rPr lang="en-US" sz="2800" dirty="0">
                <a:solidFill>
                  <a:schemeClr val="accent1">
                    <a:lumMod val="75000"/>
                  </a:schemeClr>
                </a:solidFill>
              </a:rPr>
              <a:t>Photoreceptor: vision</a:t>
            </a:r>
          </a:p>
          <a:p>
            <a:pPr marL="342900" indent="-342900" algn="just">
              <a:buFont typeface="Wingdings" panose="05000000000000000000" pitchFamily="2" charset="2"/>
              <a:buChar char="Ø"/>
            </a:pPr>
            <a:r>
              <a:rPr lang="en-US" sz="2800" dirty="0">
                <a:solidFill>
                  <a:schemeClr val="accent1">
                    <a:lumMod val="75000"/>
                  </a:schemeClr>
                </a:solidFill>
              </a:rPr>
              <a:t>Mechanoreceptor: hot and cold receptors, sound</a:t>
            </a:r>
          </a:p>
        </p:txBody>
      </p:sp>
      <p:sp>
        <p:nvSpPr>
          <p:cNvPr id="4" name="Slide Number Placeholder 3">
            <a:extLst>
              <a:ext uri="{FF2B5EF4-FFF2-40B4-BE49-F238E27FC236}">
                <a16:creationId xmlns:a16="http://schemas.microsoft.com/office/drawing/2014/main" id="{B9E9736A-50F7-40C9-963B-FF5A57580137}"/>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30886105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p:cNvSpPr>
            <a:spLocks noGrp="1"/>
          </p:cNvSpPr>
          <p:nvPr>
            <p:ph sz="quarter" idx="1"/>
          </p:nvPr>
        </p:nvSpPr>
        <p:spPr>
          <a:xfrm>
            <a:off x="221665" y="1560836"/>
            <a:ext cx="9207673" cy="4918234"/>
          </a:xfrm>
        </p:spPr>
        <p:txBody>
          <a:bodyPr>
            <a:normAutofit/>
          </a:bodyPr>
          <a:lstStyle/>
          <a:p>
            <a:pPr algn="just" eaLnBrk="1" hangingPunct="1"/>
            <a:r>
              <a:rPr lang="en-US" altLang="en-US" sz="3200" b="1" dirty="0">
                <a:solidFill>
                  <a:srgbClr val="7030A0"/>
                </a:solidFill>
                <a:cs typeface="Times New Roman" pitchFamily="18" charset="0"/>
              </a:rPr>
              <a:t>Example: </a:t>
            </a:r>
            <a:r>
              <a:rPr lang="en-US" altLang="en-US" sz="3200" b="1" dirty="0">
                <a:cs typeface="Times New Roman" pitchFamily="18" charset="0"/>
              </a:rPr>
              <a:t>When you </a:t>
            </a:r>
            <a:r>
              <a:rPr lang="en-US" altLang="en-US" sz="3200" b="1" dirty="0">
                <a:highlight>
                  <a:srgbClr val="FFFF00"/>
                </a:highlight>
                <a:cs typeface="Times New Roman" pitchFamily="18" charset="0"/>
              </a:rPr>
              <a:t>touch an object</a:t>
            </a:r>
            <a:r>
              <a:rPr lang="en-US" altLang="en-US" sz="3200" b="1" dirty="0">
                <a:cs typeface="Times New Roman" pitchFamily="18" charset="0"/>
              </a:rPr>
              <a:t>, </a:t>
            </a:r>
            <a:r>
              <a:rPr lang="en-US" altLang="en-US" sz="3200" b="1" dirty="0">
                <a:highlight>
                  <a:srgbClr val="FFFF00"/>
                </a:highlight>
                <a:cs typeface="Times New Roman" pitchFamily="18" charset="0"/>
              </a:rPr>
              <a:t>sensors </a:t>
            </a:r>
            <a:r>
              <a:rPr lang="en-US" altLang="en-US" sz="3200" b="1" dirty="0">
                <a:cs typeface="Times New Roman" pitchFamily="18" charset="0"/>
              </a:rPr>
              <a:t>on your fingers </a:t>
            </a:r>
            <a:r>
              <a:rPr lang="en-US" altLang="en-US" sz="3200" b="1" dirty="0">
                <a:highlight>
                  <a:srgbClr val="FFFF00"/>
                </a:highlight>
                <a:cs typeface="Times New Roman" pitchFamily="18" charset="0"/>
              </a:rPr>
              <a:t>send </a:t>
            </a:r>
            <a:r>
              <a:rPr lang="en-US" altLang="en-US" sz="3200" b="1" dirty="0">
                <a:solidFill>
                  <a:schemeClr val="accent1"/>
                </a:solidFill>
                <a:highlight>
                  <a:srgbClr val="FFFF00"/>
                </a:highlight>
                <a:cs typeface="Times New Roman" pitchFamily="18" charset="0"/>
              </a:rPr>
              <a:t>signals to your brain </a:t>
            </a:r>
            <a:r>
              <a:rPr lang="en-US" altLang="en-US" sz="3200" b="1" dirty="0">
                <a:cs typeface="Times New Roman" pitchFamily="18" charset="0"/>
              </a:rPr>
              <a:t>so that it </a:t>
            </a:r>
            <a:r>
              <a:rPr lang="en-US" altLang="en-US" sz="3200" b="1" dirty="0">
                <a:highlight>
                  <a:srgbClr val="FFFF00"/>
                </a:highlight>
                <a:cs typeface="Times New Roman" pitchFamily="18" charset="0"/>
              </a:rPr>
              <a:t>measures temperature</a:t>
            </a:r>
            <a:r>
              <a:rPr lang="en-US" altLang="en-US" sz="3200" b="1" dirty="0">
                <a:cs typeface="Times New Roman" pitchFamily="18" charset="0"/>
              </a:rPr>
              <a:t>, and so your brain </a:t>
            </a:r>
            <a:r>
              <a:rPr lang="en-US" altLang="en-US" sz="3200" b="1" dirty="0">
                <a:highlight>
                  <a:srgbClr val="FFFF00"/>
                </a:highlight>
                <a:cs typeface="Times New Roman" pitchFamily="18" charset="0"/>
              </a:rPr>
              <a:t>recognizes</a:t>
            </a:r>
            <a:r>
              <a:rPr lang="en-US" altLang="en-US" sz="3200" b="1" dirty="0">
                <a:cs typeface="Times New Roman" pitchFamily="18" charset="0"/>
              </a:rPr>
              <a:t> the object as being </a:t>
            </a:r>
            <a:r>
              <a:rPr lang="en-US" altLang="en-US" sz="3200" b="1" dirty="0">
                <a:highlight>
                  <a:srgbClr val="FFFF00"/>
                </a:highlight>
                <a:cs typeface="Times New Roman" pitchFamily="18" charset="0"/>
              </a:rPr>
              <a:t>hot or cold.</a:t>
            </a:r>
          </a:p>
          <a:p>
            <a:pPr algn="just" eaLnBrk="1" hangingPunct="1"/>
            <a:r>
              <a:rPr lang="en-US" altLang="en-US" sz="3200" b="1" dirty="0">
                <a:cs typeface="Times New Roman" pitchFamily="18" charset="0"/>
              </a:rPr>
              <a:t>The skin in your fingers contains </a:t>
            </a:r>
            <a:r>
              <a:rPr lang="en-US" altLang="en-US" sz="3200" b="1" dirty="0">
                <a:highlight>
                  <a:srgbClr val="FFFF00"/>
                </a:highlight>
                <a:cs typeface="Times New Roman" pitchFamily="18" charset="0"/>
              </a:rPr>
              <a:t>millions of sensitive nerve endings </a:t>
            </a:r>
            <a:r>
              <a:rPr lang="en-US" altLang="en-US" sz="3200" b="1" dirty="0">
                <a:cs typeface="Times New Roman" pitchFamily="18" charset="0"/>
              </a:rPr>
              <a:t>that can detect temperature.</a:t>
            </a:r>
          </a:p>
        </p:txBody>
      </p:sp>
      <p:sp>
        <p:nvSpPr>
          <p:cNvPr id="12293"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A8B6F5EE-7FF3-46FB-82D9-95706B8698A1}" type="slidenum">
              <a:rPr lang="en-US" altLang="en-US" smtClean="0">
                <a:solidFill>
                  <a:srgbClr val="FFFFFF"/>
                </a:solidFill>
              </a:rPr>
              <a:pPr eaLnBrk="1" hangingPunct="1"/>
              <a:t>5</a:t>
            </a:fld>
            <a:endParaRPr lang="en-US" altLang="en-US">
              <a:solidFill>
                <a:srgbClr val="FFFFFF"/>
              </a:solidFill>
            </a:endParaRPr>
          </a:p>
        </p:txBody>
      </p:sp>
      <p:sp>
        <p:nvSpPr>
          <p:cNvPr id="9" name="TextBox 3"/>
          <p:cNvSpPr txBox="1">
            <a:spLocks noChangeArrowheads="1"/>
          </p:cNvSpPr>
          <p:nvPr/>
        </p:nvSpPr>
        <p:spPr bwMode="auto">
          <a:xfrm>
            <a:off x="1679577" y="283370"/>
            <a:ext cx="8583612"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algn="ctr" eaLnBrk="1" hangingPunct="1"/>
            <a:r>
              <a:rPr lang="en-US" altLang="en-US" sz="4400" b="1" dirty="0">
                <a:solidFill>
                  <a:schemeClr val="accent1"/>
                </a:solidFill>
                <a:latin typeface="+mj-lt"/>
                <a:cs typeface="Times New Roman" pitchFamily="18" charset="0"/>
              </a:rPr>
              <a:t>What is a sensor?</a:t>
            </a:r>
          </a:p>
        </p:txBody>
      </p:sp>
      <p:pic>
        <p:nvPicPr>
          <p:cNvPr id="1028" name="Picture 4" descr="Illustration of the carpal tunnel syndro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0324" y="1817225"/>
            <a:ext cx="2440012" cy="317768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391691" y="951873"/>
            <a:ext cx="9744883" cy="523220"/>
          </a:xfrm>
          <a:prstGeom prst="rect">
            <a:avLst/>
          </a:prstGeom>
        </p:spPr>
        <p:txBody>
          <a:bodyPr wrap="square">
            <a:spAutoFit/>
          </a:bodyPr>
          <a:lstStyle/>
          <a:p>
            <a:pPr algn="ctr"/>
            <a:r>
              <a:rPr lang="en-US" altLang="en-US" sz="2800" b="1" u="sng" dirty="0">
                <a:cs typeface="Times New Roman" pitchFamily="18" charset="0"/>
              </a:rPr>
              <a:t>A sensor is a device that measures a physical quantity.</a:t>
            </a:r>
          </a:p>
        </p:txBody>
      </p:sp>
    </p:spTree>
    <p:extLst>
      <p:ext uri="{BB962C8B-B14F-4D97-AF65-F5344CB8AC3E}">
        <p14:creationId xmlns:p14="http://schemas.microsoft.com/office/powerpoint/2010/main" val="224737120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30AA14-5061-48CF-8EA5-D786420492C4}"/>
              </a:ext>
            </a:extLst>
          </p:cNvPr>
          <p:cNvSpPr>
            <a:spLocks noGrp="1"/>
          </p:cNvSpPr>
          <p:nvPr>
            <p:ph type="sldNum" sz="quarter" idx="12"/>
          </p:nvPr>
        </p:nvSpPr>
        <p:spPr/>
        <p:txBody>
          <a:bodyPr/>
          <a:lstStyle/>
          <a:p>
            <a:fld id="{BDCDBBEF-AA6C-4BA6-85B2-A17D7F280E38}" type="slidenum">
              <a:rPr lang="en-US" smtClean="0"/>
              <a:pPr/>
              <a:t>6</a:t>
            </a:fld>
            <a:endParaRPr lang="en-US"/>
          </a:p>
        </p:txBody>
      </p:sp>
      <p:graphicFrame>
        <p:nvGraphicFramePr>
          <p:cNvPr id="3" name="Diagram 2">
            <a:extLst>
              <a:ext uri="{FF2B5EF4-FFF2-40B4-BE49-F238E27FC236}">
                <a16:creationId xmlns:a16="http://schemas.microsoft.com/office/drawing/2014/main" id="{0758E3F2-E22C-41A3-85FD-96B45CA70D4C}"/>
              </a:ext>
            </a:extLst>
          </p:cNvPr>
          <p:cNvGraphicFramePr/>
          <p:nvPr>
            <p:extLst>
              <p:ext uri="{D42A27DB-BD31-4B8C-83A1-F6EECF244321}">
                <p14:modId xmlns:p14="http://schemas.microsoft.com/office/powerpoint/2010/main" val="840489766"/>
              </p:ext>
            </p:extLst>
          </p:nvPr>
        </p:nvGraphicFramePr>
        <p:xfrm>
          <a:off x="1003300" y="525780"/>
          <a:ext cx="8220599" cy="56921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a:extLst>
              <a:ext uri="{FF2B5EF4-FFF2-40B4-BE49-F238E27FC236}">
                <a16:creationId xmlns:a16="http://schemas.microsoft.com/office/drawing/2014/main" id="{F860FDA9-8325-21CD-A87B-4F919A3A9E9D}"/>
              </a:ext>
            </a:extLst>
          </p:cNvPr>
          <p:cNvGrpSpPr/>
          <p:nvPr/>
        </p:nvGrpSpPr>
        <p:grpSpPr>
          <a:xfrm>
            <a:off x="9776236" y="3236808"/>
            <a:ext cx="1577564" cy="1744436"/>
            <a:chOff x="9776236" y="3236808"/>
            <a:chExt cx="1577564" cy="1744436"/>
          </a:xfrm>
        </p:grpSpPr>
        <p:sp>
          <p:nvSpPr>
            <p:cNvPr id="4" name="TextBox 3">
              <a:extLst>
                <a:ext uri="{FF2B5EF4-FFF2-40B4-BE49-F238E27FC236}">
                  <a16:creationId xmlns:a16="http://schemas.microsoft.com/office/drawing/2014/main" id="{320BD9FB-1D45-BDA3-7017-88BE3062F3A9}"/>
                </a:ext>
              </a:extLst>
            </p:cNvPr>
            <p:cNvSpPr txBox="1"/>
            <p:nvPr/>
          </p:nvSpPr>
          <p:spPr>
            <a:xfrm flipH="1">
              <a:off x="9776236" y="3236808"/>
              <a:ext cx="1577564" cy="369332"/>
            </a:xfrm>
            <a:prstGeom prst="rect">
              <a:avLst/>
            </a:prstGeom>
            <a:noFill/>
          </p:spPr>
          <p:txBody>
            <a:bodyPr wrap="square" rtlCol="0">
              <a:spAutoFit/>
            </a:bodyPr>
            <a:lstStyle/>
            <a:p>
              <a:pPr algn="ctr"/>
              <a:r>
                <a:rPr lang="en-US" dirty="0"/>
                <a:t>Energy </a:t>
              </a:r>
              <a:endParaRPr lang="en-IN" dirty="0"/>
            </a:p>
          </p:txBody>
        </p:sp>
        <p:sp>
          <p:nvSpPr>
            <p:cNvPr id="5" name="Arrow: Down 4">
              <a:extLst>
                <a:ext uri="{FF2B5EF4-FFF2-40B4-BE49-F238E27FC236}">
                  <a16:creationId xmlns:a16="http://schemas.microsoft.com/office/drawing/2014/main" id="{D4BE2001-B10E-0B1B-E045-C8DF68BF02DE}"/>
                </a:ext>
              </a:extLst>
            </p:cNvPr>
            <p:cNvSpPr/>
            <p:nvPr/>
          </p:nvSpPr>
          <p:spPr>
            <a:xfrm>
              <a:off x="10440140" y="3675355"/>
              <a:ext cx="257452" cy="69245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090830D-6892-B7BC-754D-F7C56E8D9C9B}"/>
                </a:ext>
              </a:extLst>
            </p:cNvPr>
            <p:cNvSpPr txBox="1"/>
            <p:nvPr/>
          </p:nvSpPr>
          <p:spPr>
            <a:xfrm flipH="1">
              <a:off x="9776236" y="4334913"/>
              <a:ext cx="1577564" cy="646331"/>
            </a:xfrm>
            <a:prstGeom prst="rect">
              <a:avLst/>
            </a:prstGeom>
            <a:noFill/>
          </p:spPr>
          <p:txBody>
            <a:bodyPr wrap="square" rtlCol="0">
              <a:spAutoFit/>
            </a:bodyPr>
            <a:lstStyle/>
            <a:p>
              <a:pPr algn="ctr"/>
              <a:r>
                <a:rPr lang="en-US" dirty="0"/>
                <a:t>Electrical impulses </a:t>
              </a:r>
              <a:endParaRPr lang="en-IN" dirty="0"/>
            </a:p>
          </p:txBody>
        </p:sp>
      </p:grpSp>
    </p:spTree>
    <p:extLst>
      <p:ext uri="{BB962C8B-B14F-4D97-AF65-F5344CB8AC3E}">
        <p14:creationId xmlns:p14="http://schemas.microsoft.com/office/powerpoint/2010/main" val="343559825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3"/>
          <p:cNvSpPr txBox="1">
            <a:spLocks noChangeArrowheads="1"/>
          </p:cNvSpPr>
          <p:nvPr/>
        </p:nvSpPr>
        <p:spPr bwMode="auto">
          <a:xfrm>
            <a:off x="838200" y="1064870"/>
            <a:ext cx="10713334" cy="548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marL="342891" indent="-342891" algn="just" eaLnBrk="1" hangingPunct="1">
              <a:spcAft>
                <a:spcPts val="600"/>
              </a:spcAft>
              <a:buFont typeface="Arial" panose="020B0604020202020204" pitchFamily="34" charset="0"/>
              <a:buChar char="•"/>
            </a:pPr>
            <a:r>
              <a:rPr lang="en-US" altLang="en-US" sz="3200" dirty="0">
                <a:latin typeface="Calibri" panose="020F0502020204030204" pitchFamily="34" charset="0"/>
                <a:cs typeface="Times New Roman" pitchFamily="18" charset="0"/>
              </a:rPr>
              <a:t>A transducer is a device that </a:t>
            </a:r>
            <a:r>
              <a:rPr lang="en-US" altLang="en-US" sz="3200" b="1" dirty="0">
                <a:latin typeface="Calibri" panose="020F0502020204030204" pitchFamily="34" charset="0"/>
                <a:cs typeface="Times New Roman" pitchFamily="18" charset="0"/>
              </a:rPr>
              <a:t>converts one signal to another.</a:t>
            </a:r>
          </a:p>
          <a:p>
            <a:pPr algn="just" eaLnBrk="1" hangingPunct="1">
              <a:spcAft>
                <a:spcPts val="600"/>
              </a:spcAft>
            </a:pPr>
            <a:r>
              <a:rPr lang="en-US" altLang="en-US" sz="3200" b="1" dirty="0">
                <a:latin typeface="Calibri" panose="020F0502020204030204" pitchFamily="34" charset="0"/>
                <a:cs typeface="Times New Roman" pitchFamily="18" charset="0"/>
              </a:rPr>
              <a:t> </a:t>
            </a:r>
            <a:endParaRPr lang="en-US" altLang="en-US" sz="2800" b="1" dirty="0">
              <a:latin typeface="Calibri" panose="020F0502020204030204" pitchFamily="34" charset="0"/>
              <a:cs typeface="Times New Roman" pitchFamily="18" charset="0"/>
            </a:endParaRPr>
          </a:p>
          <a:p>
            <a:pPr marL="342891" indent="-342891" algn="just" eaLnBrk="1" hangingPunct="1">
              <a:spcAft>
                <a:spcPts val="600"/>
              </a:spcAft>
              <a:buFont typeface="Arial" panose="020B0604020202020204" pitchFamily="34" charset="0"/>
              <a:buChar char="•"/>
            </a:pPr>
            <a:r>
              <a:rPr lang="en-US" altLang="en-US" sz="2800" dirty="0">
                <a:solidFill>
                  <a:srgbClr val="7030A0"/>
                </a:solidFill>
                <a:latin typeface="Calibri" panose="020F0502020204030204" pitchFamily="34" charset="0"/>
                <a:cs typeface="Times New Roman" pitchFamily="18" charset="0"/>
              </a:rPr>
              <a:t>Examples: </a:t>
            </a:r>
            <a:r>
              <a:rPr lang="en-US" altLang="en-US" sz="2800" dirty="0">
                <a:latin typeface="Calibri" panose="020F0502020204030204" pitchFamily="34" charset="0"/>
                <a:cs typeface="Times New Roman" pitchFamily="18" charset="0"/>
              </a:rPr>
              <a:t>A </a:t>
            </a:r>
            <a:r>
              <a:rPr lang="en-US" altLang="en-US" sz="2800" u="sng" dirty="0">
                <a:latin typeface="Calibri" panose="020F0502020204030204" pitchFamily="34" charset="0"/>
                <a:cs typeface="Times New Roman" pitchFamily="18" charset="0"/>
              </a:rPr>
              <a:t>car speedometer </a:t>
            </a:r>
            <a:r>
              <a:rPr lang="en-US" altLang="en-US" sz="2800" dirty="0">
                <a:latin typeface="Calibri" panose="020F0502020204030204" pitchFamily="34" charset="0"/>
                <a:cs typeface="Times New Roman" pitchFamily="18" charset="0"/>
              </a:rPr>
              <a:t>converts </a:t>
            </a:r>
            <a:r>
              <a:rPr lang="en-US" altLang="en-US" sz="2800" u="sng" dirty="0">
                <a:latin typeface="Calibri" panose="020F0502020204030204" pitchFamily="34" charset="0"/>
                <a:cs typeface="Times New Roman" pitchFamily="18" charset="0"/>
              </a:rPr>
              <a:t>wheel rotation to a speed reading.</a:t>
            </a:r>
            <a:r>
              <a:rPr lang="en-US" altLang="en-US" sz="2800" dirty="0">
                <a:latin typeface="Calibri" panose="020F0502020204030204" pitchFamily="34" charset="0"/>
                <a:cs typeface="Times New Roman" pitchFamily="18" charset="0"/>
              </a:rPr>
              <a:t> These signals are sent to the </a:t>
            </a:r>
            <a:r>
              <a:rPr lang="en-US" altLang="en-US" sz="2800" u="sng" dirty="0">
                <a:latin typeface="Calibri" panose="020F0502020204030204" pitchFamily="34" charset="0"/>
                <a:cs typeface="Times New Roman" pitchFamily="18" charset="0"/>
              </a:rPr>
              <a:t>computer/display</a:t>
            </a:r>
            <a:r>
              <a:rPr lang="en-US" altLang="en-US" sz="2800" dirty="0">
                <a:latin typeface="Calibri" panose="020F0502020204030204" pitchFamily="34" charset="0"/>
                <a:cs typeface="Times New Roman" pitchFamily="18" charset="0"/>
              </a:rPr>
              <a:t>.  </a:t>
            </a:r>
          </a:p>
          <a:p>
            <a:pPr algn="just" eaLnBrk="1" hangingPunct="1">
              <a:spcAft>
                <a:spcPts val="600"/>
              </a:spcAft>
            </a:pPr>
            <a:endParaRPr lang="en-US" altLang="en-US" sz="1600" i="1" dirty="0">
              <a:latin typeface="Calibri" panose="020F0502020204030204" pitchFamily="34" charset="0"/>
            </a:endParaRPr>
          </a:p>
        </p:txBody>
      </p:sp>
      <p:sp>
        <p:nvSpPr>
          <p:cNvPr id="13315"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2288534A-52FA-4B19-A058-AD7DB9FBFD10}" type="slidenum">
              <a:rPr lang="en-US" altLang="en-US" smtClean="0">
                <a:solidFill>
                  <a:srgbClr val="FFFFFF"/>
                </a:solidFill>
              </a:rPr>
              <a:pPr eaLnBrk="1" hangingPunct="1"/>
              <a:t>7</a:t>
            </a:fld>
            <a:endParaRPr lang="en-US" altLang="en-US">
              <a:solidFill>
                <a:srgbClr val="FFFFFF"/>
              </a:solidFill>
            </a:endParaRPr>
          </a:p>
        </p:txBody>
      </p:sp>
      <p:sp>
        <p:nvSpPr>
          <p:cNvPr id="4" name="TextBox 3"/>
          <p:cNvSpPr txBox="1">
            <a:spLocks noChangeArrowheads="1"/>
          </p:cNvSpPr>
          <p:nvPr/>
        </p:nvSpPr>
        <p:spPr bwMode="auto">
          <a:xfrm>
            <a:off x="1679577" y="190771"/>
            <a:ext cx="8583612" cy="75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algn="ctr" eaLnBrk="1" hangingPunct="1"/>
            <a:r>
              <a:rPr lang="en-US" altLang="en-US" sz="4400" b="1" dirty="0">
                <a:solidFill>
                  <a:schemeClr val="accent1"/>
                </a:solidFill>
                <a:latin typeface="+mj-lt"/>
                <a:cs typeface="Times New Roman" pitchFamily="18" charset="0"/>
              </a:rPr>
              <a:t>What is a transducer?</a:t>
            </a:r>
          </a:p>
        </p:txBody>
      </p:sp>
      <p:grpSp>
        <p:nvGrpSpPr>
          <p:cNvPr id="2" name="Group 1">
            <a:extLst>
              <a:ext uri="{FF2B5EF4-FFF2-40B4-BE49-F238E27FC236}">
                <a16:creationId xmlns:a16="http://schemas.microsoft.com/office/drawing/2014/main" id="{5E32D9A3-C083-37DF-0683-9C607AD770F2}"/>
              </a:ext>
            </a:extLst>
          </p:cNvPr>
          <p:cNvGrpSpPr/>
          <p:nvPr/>
        </p:nvGrpSpPr>
        <p:grpSpPr>
          <a:xfrm>
            <a:off x="7821818" y="3806623"/>
            <a:ext cx="1577564" cy="1467437"/>
            <a:chOff x="9776236" y="3236808"/>
            <a:chExt cx="1577564" cy="1467437"/>
          </a:xfrm>
        </p:grpSpPr>
        <p:sp>
          <p:nvSpPr>
            <p:cNvPr id="3" name="TextBox 2">
              <a:extLst>
                <a:ext uri="{FF2B5EF4-FFF2-40B4-BE49-F238E27FC236}">
                  <a16:creationId xmlns:a16="http://schemas.microsoft.com/office/drawing/2014/main" id="{63C6541A-146A-21B6-652C-3ADF2BB7CA79}"/>
                </a:ext>
              </a:extLst>
            </p:cNvPr>
            <p:cNvSpPr txBox="1"/>
            <p:nvPr/>
          </p:nvSpPr>
          <p:spPr>
            <a:xfrm flipH="1">
              <a:off x="9776236" y="3236808"/>
              <a:ext cx="1577564" cy="369332"/>
            </a:xfrm>
            <a:prstGeom prst="rect">
              <a:avLst/>
            </a:prstGeom>
            <a:noFill/>
          </p:spPr>
          <p:txBody>
            <a:bodyPr wrap="square" rtlCol="0">
              <a:spAutoFit/>
            </a:bodyPr>
            <a:lstStyle/>
            <a:p>
              <a:pPr algn="ctr"/>
              <a:r>
                <a:rPr lang="en-US" dirty="0"/>
                <a:t>One signal</a:t>
              </a:r>
              <a:endParaRPr lang="en-IN" dirty="0"/>
            </a:p>
          </p:txBody>
        </p:sp>
        <p:sp>
          <p:nvSpPr>
            <p:cNvPr id="5" name="Arrow: Down 4">
              <a:extLst>
                <a:ext uri="{FF2B5EF4-FFF2-40B4-BE49-F238E27FC236}">
                  <a16:creationId xmlns:a16="http://schemas.microsoft.com/office/drawing/2014/main" id="{4ECBD0AF-02C0-4364-E619-9075DFA5E8DE}"/>
                </a:ext>
              </a:extLst>
            </p:cNvPr>
            <p:cNvSpPr/>
            <p:nvPr/>
          </p:nvSpPr>
          <p:spPr>
            <a:xfrm>
              <a:off x="10440140" y="3675355"/>
              <a:ext cx="257452" cy="69245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38EDD49C-9ABC-D783-1A21-9FBC2351F6AC}"/>
                </a:ext>
              </a:extLst>
            </p:cNvPr>
            <p:cNvSpPr txBox="1"/>
            <p:nvPr/>
          </p:nvSpPr>
          <p:spPr>
            <a:xfrm flipH="1">
              <a:off x="9776236" y="4334913"/>
              <a:ext cx="1577564" cy="369332"/>
            </a:xfrm>
            <a:prstGeom prst="rect">
              <a:avLst/>
            </a:prstGeom>
            <a:noFill/>
          </p:spPr>
          <p:txBody>
            <a:bodyPr wrap="square" rtlCol="0">
              <a:spAutoFit/>
            </a:bodyPr>
            <a:lstStyle/>
            <a:p>
              <a:pPr algn="ctr"/>
              <a:r>
                <a:rPr lang="en-US" dirty="0"/>
                <a:t>Other signal</a:t>
              </a:r>
              <a:endParaRPr lang="en-IN" dirty="0"/>
            </a:p>
          </p:txBody>
        </p:sp>
      </p:grpSp>
    </p:spTree>
    <p:extLst>
      <p:ext uri="{BB962C8B-B14F-4D97-AF65-F5344CB8AC3E}">
        <p14:creationId xmlns:p14="http://schemas.microsoft.com/office/powerpoint/2010/main" val="40755297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2CF8F7-928F-4B19-BC9E-A40A88D65D00}"/>
              </a:ext>
            </a:extLst>
          </p:cNvPr>
          <p:cNvSpPr>
            <a:spLocks noGrp="1"/>
          </p:cNvSpPr>
          <p:nvPr>
            <p:ph type="sldNum" sz="quarter" idx="12"/>
          </p:nvPr>
        </p:nvSpPr>
        <p:spPr/>
        <p:txBody>
          <a:bodyPr/>
          <a:lstStyle/>
          <a:p>
            <a:fld id="{BDCDBBEF-AA6C-4BA6-85B2-A17D7F280E38}" type="slidenum">
              <a:rPr lang="en-US" smtClean="0"/>
              <a:pPr/>
              <a:t>8</a:t>
            </a:fld>
            <a:endParaRPr lang="en-US"/>
          </a:p>
        </p:txBody>
      </p:sp>
      <p:graphicFrame>
        <p:nvGraphicFramePr>
          <p:cNvPr id="3" name="Diagram 2">
            <a:extLst>
              <a:ext uri="{FF2B5EF4-FFF2-40B4-BE49-F238E27FC236}">
                <a16:creationId xmlns:a16="http://schemas.microsoft.com/office/drawing/2014/main" id="{7E641CA4-3FBE-4F35-A0D8-EE636814BDB0}"/>
              </a:ext>
            </a:extLst>
          </p:cNvPr>
          <p:cNvGraphicFramePr/>
          <p:nvPr>
            <p:extLst>
              <p:ext uri="{D42A27DB-BD31-4B8C-83A1-F6EECF244321}">
                <p14:modId xmlns:p14="http://schemas.microsoft.com/office/powerpoint/2010/main" val="2745142993"/>
              </p:ext>
            </p:extLst>
          </p:nvPr>
        </p:nvGraphicFramePr>
        <p:xfrm>
          <a:off x="1037590" y="549547"/>
          <a:ext cx="10316210" cy="61719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115921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11"/>
          <p:cNvSpPr txBox="1">
            <a:spLocks noChangeArrowheads="1"/>
          </p:cNvSpPr>
          <p:nvPr/>
        </p:nvSpPr>
        <p:spPr bwMode="auto">
          <a:xfrm>
            <a:off x="1120140" y="493209"/>
            <a:ext cx="1066419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lvl="0"/>
            <a:r>
              <a:rPr lang="en-US" sz="4000" b="1" dirty="0">
                <a:effectLst/>
                <a:latin typeface="+mj-lt"/>
              </a:rPr>
              <a:t>How </a:t>
            </a:r>
            <a:r>
              <a:rPr lang="en-US" sz="4000" b="1" i="0" dirty="0">
                <a:effectLst/>
                <a:latin typeface="+mj-lt"/>
              </a:rPr>
              <a:t>Sensory Receptor systems works?</a:t>
            </a:r>
            <a:r>
              <a:rPr lang="en-US" sz="4000" b="1" dirty="0">
                <a:effectLst/>
                <a:latin typeface="+mj-lt"/>
              </a:rPr>
              <a:t> </a:t>
            </a:r>
            <a:endParaRPr lang="en-IN" sz="4000" b="1" dirty="0">
              <a:effectLst/>
              <a:latin typeface="+mj-lt"/>
            </a:endParaRPr>
          </a:p>
        </p:txBody>
      </p:sp>
      <p:sp>
        <p:nvSpPr>
          <p:cNvPr id="13" name="Text Box 20"/>
          <p:cNvSpPr txBox="1">
            <a:spLocks noChangeArrowheads="1"/>
          </p:cNvSpPr>
          <p:nvPr/>
        </p:nvSpPr>
        <p:spPr bwMode="auto">
          <a:xfrm>
            <a:off x="548640" y="1201095"/>
            <a:ext cx="11235690" cy="5285892"/>
          </a:xfrm>
          <a:prstGeom prst="rect">
            <a:avLst/>
          </a:prstGeom>
          <a:noFill/>
          <a:ln w="9525">
            <a:noFill/>
            <a:miter lim="800000"/>
            <a:headEnd/>
            <a:tailEnd/>
          </a:ln>
          <a:effectLst/>
        </p:spPr>
        <p:txBody>
          <a:bodyPr>
            <a:noAutofit/>
          </a:bodyPr>
          <a:lstStyle/>
          <a:p>
            <a:pPr algn="ctr">
              <a:spcBef>
                <a:spcPct val="50000"/>
              </a:spcBef>
              <a:defRPr/>
            </a:pPr>
            <a:r>
              <a:rPr lang="en-GB" sz="3600" b="1" u="sng" dirty="0">
                <a:solidFill>
                  <a:srgbClr val="FF0000"/>
                </a:solidFill>
                <a:latin typeface="Calibri" panose="020F0502020204030204" pitchFamily="34" charset="0"/>
                <a:cs typeface="Times New Roman" pitchFamily="18" charset="0"/>
              </a:rPr>
              <a:t>stimulus &gt; sensor &gt; coordinator &gt; effector &gt; response</a:t>
            </a:r>
            <a:endParaRPr lang="en-GB" sz="2800" b="1" u="sng" dirty="0">
              <a:solidFill>
                <a:srgbClr val="FF0000"/>
              </a:solidFill>
              <a:latin typeface="Calibri" panose="020F0502020204030204" pitchFamily="34" charset="0"/>
              <a:cs typeface="Times New Roman" pitchFamily="18" charset="0"/>
            </a:endParaRPr>
          </a:p>
          <a:p>
            <a:pPr algn="ctr">
              <a:spcBef>
                <a:spcPct val="50000"/>
              </a:spcBef>
              <a:defRPr/>
            </a:pPr>
            <a:endParaRPr lang="en-GB" sz="2800" b="1" u="sng" dirty="0">
              <a:latin typeface="Calibri" panose="020F0502020204030204" pitchFamily="34" charset="0"/>
              <a:cs typeface="Times New Roman" pitchFamily="18" charset="0"/>
            </a:endParaRPr>
          </a:p>
          <a:p>
            <a:pPr algn="ctr">
              <a:spcBef>
                <a:spcPct val="50000"/>
              </a:spcBef>
              <a:defRPr/>
            </a:pPr>
            <a:r>
              <a:rPr lang="en-GB" sz="2800" b="1" u="sng" dirty="0">
                <a:latin typeface="Calibri" panose="020F0502020204030204" pitchFamily="34" charset="0"/>
                <a:cs typeface="Times New Roman" pitchFamily="18" charset="0"/>
              </a:rPr>
              <a:t>touch &gt; pain receptor &gt; nervous system &gt; muscle &gt; movement</a:t>
            </a:r>
          </a:p>
          <a:p>
            <a:pPr marL="342900" lvl="0" indent="-342900" algn="just">
              <a:spcBef>
                <a:spcPct val="50000"/>
              </a:spcBef>
              <a:buFont typeface="Wingdings" panose="05000000000000000000" pitchFamily="2" charset="2"/>
              <a:buChar char="Ø"/>
              <a:defRPr/>
            </a:pPr>
            <a:r>
              <a:rPr lang="en-GB" sz="2400" b="1" dirty="0">
                <a:cs typeface="Times New Roman" pitchFamily="18" charset="0"/>
              </a:rPr>
              <a:t>The sequence of steps above describes what happens when you touch something hot</a:t>
            </a:r>
            <a:r>
              <a:rPr lang="en-US" sz="2400" b="1" dirty="0"/>
              <a:t>—</a:t>
            </a:r>
            <a:r>
              <a:rPr lang="en-GB" sz="2400" b="1" dirty="0">
                <a:cs typeface="Times New Roman" pitchFamily="18" charset="0"/>
              </a:rPr>
              <a:t>the </a:t>
            </a:r>
            <a:r>
              <a:rPr lang="en-GB" sz="2400" b="1" dirty="0">
                <a:solidFill>
                  <a:srgbClr val="FF0000"/>
                </a:solidFill>
                <a:cs typeface="Times New Roman" pitchFamily="18" charset="0"/>
              </a:rPr>
              <a:t>stimulus</a:t>
            </a:r>
            <a:r>
              <a:rPr lang="en-GB" sz="2400" b="1" dirty="0">
                <a:cs typeface="Times New Roman" pitchFamily="18" charset="0"/>
              </a:rPr>
              <a:t> is touch, the </a:t>
            </a:r>
            <a:r>
              <a:rPr lang="en-GB" sz="2400" b="1" dirty="0">
                <a:solidFill>
                  <a:srgbClr val="FF0000"/>
                </a:solidFill>
                <a:cs typeface="Times New Roman" pitchFamily="18" charset="0"/>
              </a:rPr>
              <a:t>sensor </a:t>
            </a:r>
            <a:r>
              <a:rPr lang="en-GB" sz="2400" b="1" dirty="0">
                <a:cs typeface="Times New Roman" pitchFamily="18" charset="0"/>
              </a:rPr>
              <a:t>is the temperature receptor on your finger that senses it and relays it to the nervous system (spinal cord and brain), which is the </a:t>
            </a:r>
            <a:r>
              <a:rPr lang="en-GB" sz="2400" b="1" dirty="0">
                <a:solidFill>
                  <a:srgbClr val="FF0000"/>
                </a:solidFill>
                <a:cs typeface="Times New Roman" pitchFamily="18" charset="0"/>
              </a:rPr>
              <a:t>coordinator</a:t>
            </a:r>
            <a:r>
              <a:rPr lang="en-GB" sz="2400" b="1" dirty="0">
                <a:cs typeface="Times New Roman" pitchFamily="18" charset="0"/>
              </a:rPr>
              <a:t>. </a:t>
            </a:r>
          </a:p>
          <a:p>
            <a:pPr marL="342900" lvl="0" indent="-342900" algn="just">
              <a:spcBef>
                <a:spcPct val="50000"/>
              </a:spcBef>
              <a:buFont typeface="Wingdings" panose="05000000000000000000" pitchFamily="2" charset="2"/>
              <a:buChar char="Ø"/>
              <a:defRPr/>
            </a:pPr>
            <a:r>
              <a:rPr lang="en-GB" sz="2400" b="1" dirty="0">
                <a:cs typeface="Times New Roman" pitchFamily="18" charset="0"/>
              </a:rPr>
              <a:t>The coordinator </a:t>
            </a:r>
            <a:r>
              <a:rPr lang="en-GB" sz="2400" b="1" u="sng" dirty="0">
                <a:cs typeface="Times New Roman" pitchFamily="18" charset="0"/>
              </a:rPr>
              <a:t>makes the decision of how to react</a:t>
            </a:r>
            <a:r>
              <a:rPr lang="en-GB" sz="2400" b="1" dirty="0">
                <a:cs typeface="Times New Roman" pitchFamily="18" charset="0"/>
              </a:rPr>
              <a:t>, and then commands the hand muscles (the </a:t>
            </a:r>
            <a:r>
              <a:rPr lang="en-GB" sz="2400" b="1" dirty="0">
                <a:solidFill>
                  <a:srgbClr val="FF0000"/>
                </a:solidFill>
                <a:cs typeface="Times New Roman" pitchFamily="18" charset="0"/>
              </a:rPr>
              <a:t>effector</a:t>
            </a:r>
            <a:r>
              <a:rPr lang="en-GB" sz="2400" b="1" dirty="0">
                <a:cs typeface="Times New Roman" pitchFamily="18" charset="0"/>
              </a:rPr>
              <a:t>) to jerk back quickly.  </a:t>
            </a:r>
          </a:p>
          <a:p>
            <a:pPr marL="342900" lvl="0" indent="-342900" algn="just">
              <a:spcBef>
                <a:spcPct val="50000"/>
              </a:spcBef>
              <a:buFont typeface="Wingdings" panose="05000000000000000000" pitchFamily="2" charset="2"/>
              <a:buChar char="Ø"/>
              <a:defRPr/>
            </a:pPr>
            <a:r>
              <a:rPr lang="en-GB" sz="2400" b="1" dirty="0">
                <a:cs typeface="Times New Roman" pitchFamily="18" charset="0"/>
              </a:rPr>
              <a:t>In summary: We go from </a:t>
            </a:r>
            <a:r>
              <a:rPr lang="en-GB" sz="2400" b="1" dirty="0">
                <a:solidFill>
                  <a:srgbClr val="FF0000"/>
                </a:solidFill>
                <a:cs typeface="Times New Roman" pitchFamily="18" charset="0"/>
              </a:rPr>
              <a:t>stimulus </a:t>
            </a:r>
            <a:r>
              <a:rPr lang="en-GB" sz="2400" b="1" dirty="0">
                <a:cs typeface="Times New Roman" pitchFamily="18" charset="0"/>
              </a:rPr>
              <a:t>(touch) </a:t>
            </a:r>
            <a:r>
              <a:rPr lang="en-GB" sz="2400" b="1" dirty="0">
                <a:solidFill>
                  <a:srgbClr val="FF0000"/>
                </a:solidFill>
                <a:cs typeface="Times New Roman" pitchFamily="18" charset="0"/>
              </a:rPr>
              <a:t>to</a:t>
            </a:r>
            <a:r>
              <a:rPr lang="en-GB" sz="2400" b="1" dirty="0">
                <a:cs typeface="Times New Roman" pitchFamily="18" charset="0"/>
              </a:rPr>
              <a:t> response (</a:t>
            </a:r>
            <a:r>
              <a:rPr lang="en-GB" sz="2400" b="1" dirty="0">
                <a:solidFill>
                  <a:srgbClr val="FF0000"/>
                </a:solidFill>
                <a:cs typeface="Times New Roman" pitchFamily="18" charset="0"/>
              </a:rPr>
              <a:t>movement </a:t>
            </a:r>
            <a:r>
              <a:rPr lang="en-GB" sz="2400" b="1" dirty="0">
                <a:cs typeface="Times New Roman" pitchFamily="18" charset="0"/>
              </a:rPr>
              <a:t>of hand).</a:t>
            </a:r>
          </a:p>
        </p:txBody>
      </p:sp>
      <p:sp>
        <p:nvSpPr>
          <p:cNvPr id="1434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75B849DC-718A-49E3-B1FA-20FABE81A03C}" type="slidenum">
              <a:rPr lang="en-US" altLang="en-US" smtClean="0">
                <a:solidFill>
                  <a:srgbClr val="FFFFFF"/>
                </a:solidFill>
              </a:rPr>
              <a:pPr eaLnBrk="1" hangingPunct="1"/>
              <a:t>9</a:t>
            </a:fld>
            <a:endParaRPr lang="en-US" altLang="en-US">
              <a:solidFill>
                <a:srgbClr val="FFFFFF"/>
              </a:solidFill>
            </a:endParaRPr>
          </a:p>
        </p:txBody>
      </p:sp>
      <p:cxnSp>
        <p:nvCxnSpPr>
          <p:cNvPr id="3" name="Straight Connector 2">
            <a:extLst>
              <a:ext uri="{FF2B5EF4-FFF2-40B4-BE49-F238E27FC236}">
                <a16:creationId xmlns:a16="http://schemas.microsoft.com/office/drawing/2014/main" id="{AB9C013F-D600-78A2-3151-2E51F2924893}"/>
              </a:ext>
            </a:extLst>
          </p:cNvPr>
          <p:cNvCxnSpPr>
            <a:cxnSpLocks/>
          </p:cNvCxnSpPr>
          <p:nvPr/>
        </p:nvCxnSpPr>
        <p:spPr>
          <a:xfrm>
            <a:off x="2228295" y="1811044"/>
            <a:ext cx="0" cy="887768"/>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F852600-1AC4-0F9D-7BEE-BB5F3B9C3F78}"/>
              </a:ext>
            </a:extLst>
          </p:cNvPr>
          <p:cNvCxnSpPr>
            <a:cxnSpLocks/>
          </p:cNvCxnSpPr>
          <p:nvPr/>
        </p:nvCxnSpPr>
        <p:spPr>
          <a:xfrm>
            <a:off x="3730101" y="1811044"/>
            <a:ext cx="0" cy="887768"/>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A0418F7-0196-AE56-B4AB-2E3A7D162882}"/>
              </a:ext>
            </a:extLst>
          </p:cNvPr>
          <p:cNvCxnSpPr>
            <a:cxnSpLocks/>
          </p:cNvCxnSpPr>
          <p:nvPr/>
        </p:nvCxnSpPr>
        <p:spPr>
          <a:xfrm>
            <a:off x="6096000" y="1811044"/>
            <a:ext cx="0" cy="887768"/>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9EAE3B-3119-238A-8980-F5E3EBCA848A}"/>
              </a:ext>
            </a:extLst>
          </p:cNvPr>
          <p:cNvCxnSpPr>
            <a:cxnSpLocks/>
          </p:cNvCxnSpPr>
          <p:nvPr/>
        </p:nvCxnSpPr>
        <p:spPr>
          <a:xfrm>
            <a:off x="8151180" y="1811044"/>
            <a:ext cx="0" cy="887768"/>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244AEE2-3159-1387-ADC4-1F24842D469E}"/>
              </a:ext>
            </a:extLst>
          </p:cNvPr>
          <p:cNvCxnSpPr>
            <a:cxnSpLocks/>
          </p:cNvCxnSpPr>
          <p:nvPr/>
        </p:nvCxnSpPr>
        <p:spPr>
          <a:xfrm>
            <a:off x="10051002" y="1811044"/>
            <a:ext cx="0" cy="887768"/>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08769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81BDBA-EA0F-177A-FC15-A1D7F280C4F9}"/>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2050" name="Picture 2" descr="The Nervous System (A Level) — the science hive">
            <a:extLst>
              <a:ext uri="{FF2B5EF4-FFF2-40B4-BE49-F238E27FC236}">
                <a16:creationId xmlns:a16="http://schemas.microsoft.com/office/drawing/2014/main" id="{4CFEAC18-276D-C755-4AA7-167A92C82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 y="0"/>
            <a:ext cx="120840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3803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3E51A-A086-44E9-A908-ED6814E48D45}"/>
              </a:ext>
            </a:extLst>
          </p:cNvPr>
          <p:cNvSpPr>
            <a:spLocks noGrp="1"/>
          </p:cNvSpPr>
          <p:nvPr>
            <p:ph type="title"/>
          </p:nvPr>
        </p:nvSpPr>
        <p:spPr>
          <a:xfrm>
            <a:off x="1052623" y="136525"/>
            <a:ext cx="10430540" cy="1001159"/>
          </a:xfrm>
        </p:spPr>
        <p:txBody>
          <a:bodyPr>
            <a:normAutofit/>
          </a:bodyPr>
          <a:lstStyle/>
          <a:p>
            <a:pPr algn="ctr"/>
            <a:r>
              <a:rPr lang="en-IN" sz="4000" b="1" dirty="0">
                <a:solidFill>
                  <a:schemeClr val="accent1"/>
                </a:solidFill>
                <a:effectLst>
                  <a:outerShdw blurRad="38100" dist="38100" dir="2700000" algn="tl">
                    <a:srgbClr val="000000">
                      <a:alpha val="43137"/>
                    </a:srgbClr>
                  </a:outerShdw>
                </a:effectLst>
              </a:rPr>
              <a:t>Sensation</a:t>
            </a:r>
          </a:p>
        </p:txBody>
      </p:sp>
      <p:sp>
        <p:nvSpPr>
          <p:cNvPr id="3" name="Content Placeholder 2">
            <a:extLst>
              <a:ext uri="{FF2B5EF4-FFF2-40B4-BE49-F238E27FC236}">
                <a16:creationId xmlns:a16="http://schemas.microsoft.com/office/drawing/2014/main" id="{265C9362-E4D9-48A7-AE84-DB11016138D0}"/>
              </a:ext>
            </a:extLst>
          </p:cNvPr>
          <p:cNvSpPr>
            <a:spLocks noGrp="1"/>
          </p:cNvSpPr>
          <p:nvPr>
            <p:ph idx="1"/>
          </p:nvPr>
        </p:nvSpPr>
        <p:spPr>
          <a:xfrm>
            <a:off x="742507" y="1020726"/>
            <a:ext cx="10953307" cy="5700749"/>
          </a:xfrm>
        </p:spPr>
        <p:txBody>
          <a:bodyPr>
            <a:normAutofit/>
          </a:bodyPr>
          <a:lstStyle/>
          <a:p>
            <a:pPr algn="just"/>
            <a:r>
              <a:rPr lang="en-US" sz="2400" b="1" dirty="0"/>
              <a:t>Sensation refers to our </a:t>
            </a:r>
            <a:r>
              <a:rPr lang="en-US" sz="2400" b="1" u="sng" dirty="0"/>
              <a:t>ability to detect or sense the physical qualities of our environment</a:t>
            </a:r>
            <a:r>
              <a:rPr lang="en-US" b="1" u="sng" dirty="0"/>
              <a:t>.</a:t>
            </a:r>
          </a:p>
          <a:p>
            <a:pPr algn="just"/>
            <a:r>
              <a:rPr lang="en-US" b="1" dirty="0"/>
              <a:t>Sensation is to awareness, as perception is to interpretation.</a:t>
            </a:r>
          </a:p>
          <a:p>
            <a:pPr marL="0" indent="0" algn="just">
              <a:buNone/>
            </a:pPr>
            <a:endParaRPr lang="en-US" sz="2400" b="1" dirty="0"/>
          </a:p>
        </p:txBody>
      </p:sp>
      <p:sp>
        <p:nvSpPr>
          <p:cNvPr id="4" name="Slide Number Placeholder 3">
            <a:extLst>
              <a:ext uri="{FF2B5EF4-FFF2-40B4-BE49-F238E27FC236}">
                <a16:creationId xmlns:a16="http://schemas.microsoft.com/office/drawing/2014/main" id="{DB8AD315-5E60-4B1F-9939-1733E72EC703}"/>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2366282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sz="quarter" idx="1"/>
          </p:nvPr>
        </p:nvSpPr>
        <p:spPr>
          <a:xfrm>
            <a:off x="0" y="1131686"/>
            <a:ext cx="10938510" cy="5407226"/>
          </a:xfrm>
        </p:spPr>
        <p:txBody>
          <a:bodyPr>
            <a:normAutofit/>
          </a:bodyPr>
          <a:lstStyle/>
          <a:p>
            <a:pPr algn="just" eaLnBrk="1" hangingPunct="1">
              <a:spcAft>
                <a:spcPts val="600"/>
              </a:spcAft>
              <a:buFont typeface="Wingdings 3" pitchFamily="18" charset="2"/>
              <a:buChar char=""/>
            </a:pPr>
            <a:r>
              <a:rPr lang="en-US" altLang="en-US" sz="2400" b="1" dirty="0">
                <a:cs typeface="Times New Roman" pitchFamily="18" charset="0"/>
              </a:rPr>
              <a:t>Your sensory organs (eyes, ears, nose and skin) provide information to your brain so that it can make decisions. </a:t>
            </a:r>
            <a:endParaRPr lang="en-US" altLang="en-US" b="1" dirty="0">
              <a:cs typeface="Times New Roman" pitchFamily="18" charset="0"/>
            </a:endParaRPr>
          </a:p>
          <a:p>
            <a:pPr algn="just" eaLnBrk="1" hangingPunct="1">
              <a:spcAft>
                <a:spcPts val="600"/>
              </a:spcAft>
              <a:buFont typeface="Wingdings 3" pitchFamily="18" charset="2"/>
              <a:buChar char=""/>
            </a:pPr>
            <a:r>
              <a:rPr lang="en-US" altLang="en-US" sz="2400" b="1" dirty="0">
                <a:cs typeface="Times New Roman" pitchFamily="18" charset="0"/>
              </a:rPr>
              <a:t>Similar to the working of robot sensors. </a:t>
            </a:r>
          </a:p>
          <a:p>
            <a:pPr algn="just" eaLnBrk="1" hangingPunct="1">
              <a:spcAft>
                <a:spcPts val="600"/>
              </a:spcAft>
              <a:buFont typeface="Wingdings 3" pitchFamily="18" charset="2"/>
              <a:buChar char=""/>
            </a:pPr>
            <a:r>
              <a:rPr lang="en-US" altLang="en-US" sz="2400" b="1" dirty="0">
                <a:cs typeface="Times New Roman" pitchFamily="18" charset="0"/>
              </a:rPr>
              <a:t>Your brain continuously uses the information that it receives from your sensory organs to make your body function.</a:t>
            </a:r>
          </a:p>
          <a:p>
            <a:pPr algn="just" eaLnBrk="1" hangingPunct="1">
              <a:spcAft>
                <a:spcPts val="600"/>
              </a:spcAft>
              <a:buFont typeface="Wingdings 3" pitchFamily="18" charset="2"/>
              <a:buChar char=""/>
            </a:pPr>
            <a:r>
              <a:rPr lang="en-US" altLang="en-US" sz="2400" b="1" dirty="0">
                <a:cs typeface="Times New Roman" pitchFamily="18" charset="0"/>
              </a:rPr>
              <a:t>Five main human senses:</a:t>
            </a:r>
          </a:p>
          <a:p>
            <a:pPr marL="838179" lvl="4" indent="-380990" algn="just">
              <a:lnSpc>
                <a:spcPct val="100000"/>
              </a:lnSpc>
              <a:spcBef>
                <a:spcPts val="0"/>
              </a:spcBef>
              <a:spcAft>
                <a:spcPts val="600"/>
              </a:spcAft>
              <a:buSzPct val="90000"/>
            </a:pPr>
            <a:r>
              <a:rPr lang="en-US" altLang="en-US" sz="2400" b="1" dirty="0">
                <a:cs typeface="Times New Roman" pitchFamily="18" charset="0"/>
              </a:rPr>
              <a:t>Your </a:t>
            </a:r>
            <a:r>
              <a:rPr lang="en-US" altLang="en-US" sz="2400" b="1" dirty="0">
                <a:solidFill>
                  <a:srgbClr val="FF0000"/>
                </a:solidFill>
                <a:cs typeface="Times New Roman" pitchFamily="18" charset="0"/>
              </a:rPr>
              <a:t>eyes</a:t>
            </a:r>
            <a:r>
              <a:rPr lang="en-US" altLang="en-US" sz="2400" b="1" dirty="0">
                <a:cs typeface="Times New Roman" pitchFamily="18" charset="0"/>
              </a:rPr>
              <a:t> allow you to </a:t>
            </a:r>
            <a:r>
              <a:rPr lang="en-US" altLang="en-US" sz="2400" b="1" dirty="0">
                <a:solidFill>
                  <a:schemeClr val="accent1"/>
                </a:solidFill>
                <a:cs typeface="Times New Roman" pitchFamily="18" charset="0"/>
              </a:rPr>
              <a:t>see</a:t>
            </a:r>
            <a:r>
              <a:rPr lang="en-US" altLang="en-US" sz="2400" b="1" dirty="0">
                <a:cs typeface="Times New Roman" pitchFamily="18" charset="0"/>
              </a:rPr>
              <a:t> the world</a:t>
            </a:r>
          </a:p>
          <a:p>
            <a:pPr marL="838179" lvl="4" indent="-380990" algn="just">
              <a:lnSpc>
                <a:spcPct val="100000"/>
              </a:lnSpc>
              <a:spcBef>
                <a:spcPts val="0"/>
              </a:spcBef>
              <a:spcAft>
                <a:spcPts val="600"/>
              </a:spcAft>
            </a:pPr>
            <a:r>
              <a:rPr lang="en-US" altLang="en-US" sz="2400" b="1" dirty="0">
                <a:cs typeface="Times New Roman" pitchFamily="18" charset="0"/>
              </a:rPr>
              <a:t>Your </a:t>
            </a:r>
            <a:r>
              <a:rPr lang="en-US" altLang="en-US" sz="2400" b="1" dirty="0">
                <a:solidFill>
                  <a:srgbClr val="FF0000"/>
                </a:solidFill>
                <a:cs typeface="Times New Roman" pitchFamily="18" charset="0"/>
              </a:rPr>
              <a:t>ears</a:t>
            </a:r>
            <a:r>
              <a:rPr lang="en-US" altLang="en-US" sz="2400" b="1" dirty="0">
                <a:cs typeface="Times New Roman" pitchFamily="18" charset="0"/>
              </a:rPr>
              <a:t> allow you to </a:t>
            </a:r>
            <a:r>
              <a:rPr lang="en-US" altLang="en-US" sz="2400" b="1" dirty="0">
                <a:solidFill>
                  <a:schemeClr val="accent1"/>
                </a:solidFill>
                <a:cs typeface="Times New Roman" pitchFamily="18" charset="0"/>
              </a:rPr>
              <a:t>hear</a:t>
            </a:r>
            <a:r>
              <a:rPr lang="en-US" altLang="en-US" sz="2400" b="1" dirty="0">
                <a:cs typeface="Times New Roman" pitchFamily="18" charset="0"/>
              </a:rPr>
              <a:t> sounds </a:t>
            </a:r>
          </a:p>
          <a:p>
            <a:pPr marL="838179" lvl="4" indent="-380990" algn="just">
              <a:lnSpc>
                <a:spcPct val="100000"/>
              </a:lnSpc>
              <a:spcBef>
                <a:spcPts val="0"/>
              </a:spcBef>
              <a:spcAft>
                <a:spcPts val="600"/>
              </a:spcAft>
            </a:pPr>
            <a:r>
              <a:rPr lang="en-US" altLang="en-US" sz="2400" b="1" dirty="0">
                <a:cs typeface="Times New Roman" pitchFamily="18" charset="0"/>
              </a:rPr>
              <a:t>Your </a:t>
            </a:r>
            <a:r>
              <a:rPr lang="en-US" altLang="en-US" sz="2400" b="1" dirty="0">
                <a:solidFill>
                  <a:srgbClr val="FF0000"/>
                </a:solidFill>
                <a:cs typeface="Times New Roman" pitchFamily="18" charset="0"/>
              </a:rPr>
              <a:t>skin</a:t>
            </a:r>
            <a:r>
              <a:rPr lang="en-US" altLang="en-US" sz="2400" b="1" dirty="0">
                <a:cs typeface="Times New Roman" pitchFamily="18" charset="0"/>
              </a:rPr>
              <a:t> lets you </a:t>
            </a:r>
            <a:r>
              <a:rPr lang="en-US" altLang="en-US" sz="2400" b="1" dirty="0">
                <a:solidFill>
                  <a:schemeClr val="accent1"/>
                </a:solidFill>
                <a:cs typeface="Times New Roman" pitchFamily="18" charset="0"/>
              </a:rPr>
              <a:t>feel</a:t>
            </a:r>
            <a:r>
              <a:rPr lang="en-US" altLang="en-US" sz="2400" b="1" dirty="0">
                <a:cs typeface="Times New Roman" pitchFamily="18" charset="0"/>
              </a:rPr>
              <a:t> objects through touch</a:t>
            </a:r>
          </a:p>
          <a:p>
            <a:pPr marL="838179" lvl="4" indent="-380990" algn="just">
              <a:lnSpc>
                <a:spcPct val="100000"/>
              </a:lnSpc>
              <a:spcBef>
                <a:spcPts val="0"/>
              </a:spcBef>
              <a:spcAft>
                <a:spcPts val="600"/>
              </a:spcAft>
            </a:pPr>
            <a:r>
              <a:rPr lang="en-US" altLang="en-US" sz="2400" b="1" dirty="0">
                <a:cs typeface="Times New Roman" pitchFamily="18" charset="0"/>
              </a:rPr>
              <a:t>Your </a:t>
            </a:r>
            <a:r>
              <a:rPr lang="en-US" altLang="en-US" sz="2400" b="1" dirty="0">
                <a:solidFill>
                  <a:srgbClr val="FF0000"/>
                </a:solidFill>
                <a:cs typeface="Times New Roman" pitchFamily="18" charset="0"/>
              </a:rPr>
              <a:t>nose</a:t>
            </a:r>
            <a:r>
              <a:rPr lang="en-US" altLang="en-US" sz="2400" b="1" dirty="0">
                <a:cs typeface="Times New Roman" pitchFamily="18" charset="0"/>
              </a:rPr>
              <a:t> lets you </a:t>
            </a:r>
            <a:r>
              <a:rPr lang="en-US" altLang="en-US" sz="2400" b="1" dirty="0">
                <a:solidFill>
                  <a:schemeClr val="accent1"/>
                </a:solidFill>
                <a:cs typeface="Times New Roman" pitchFamily="18" charset="0"/>
              </a:rPr>
              <a:t>smell</a:t>
            </a:r>
            <a:r>
              <a:rPr lang="en-US" altLang="en-US" sz="2400" b="1" dirty="0">
                <a:cs typeface="Times New Roman" pitchFamily="18" charset="0"/>
              </a:rPr>
              <a:t> the many scents in the world</a:t>
            </a:r>
          </a:p>
          <a:p>
            <a:pPr marL="838179" lvl="4" indent="-380990" algn="just">
              <a:lnSpc>
                <a:spcPct val="100000"/>
              </a:lnSpc>
              <a:spcBef>
                <a:spcPts val="0"/>
              </a:spcBef>
              <a:spcAft>
                <a:spcPts val="600"/>
              </a:spcAft>
            </a:pPr>
            <a:r>
              <a:rPr lang="en-US" altLang="en-US" sz="2400" b="1" dirty="0">
                <a:cs typeface="Times New Roman" pitchFamily="18" charset="0"/>
              </a:rPr>
              <a:t>Your </a:t>
            </a:r>
            <a:r>
              <a:rPr lang="en-US" altLang="en-US" sz="2400" b="1" dirty="0">
                <a:solidFill>
                  <a:srgbClr val="FF0000"/>
                </a:solidFill>
                <a:cs typeface="Times New Roman" pitchFamily="18" charset="0"/>
              </a:rPr>
              <a:t>tongue</a:t>
            </a:r>
            <a:r>
              <a:rPr lang="en-US" altLang="en-US" sz="2400" b="1" dirty="0">
                <a:cs typeface="Times New Roman" pitchFamily="18" charset="0"/>
              </a:rPr>
              <a:t> lets you </a:t>
            </a:r>
            <a:r>
              <a:rPr lang="en-US" altLang="en-US" sz="2400" b="1" dirty="0">
                <a:solidFill>
                  <a:schemeClr val="accent1"/>
                </a:solidFill>
                <a:cs typeface="Times New Roman" pitchFamily="18" charset="0"/>
              </a:rPr>
              <a:t>taste </a:t>
            </a:r>
          </a:p>
          <a:p>
            <a:pPr algn="just" eaLnBrk="1" hangingPunct="1">
              <a:spcAft>
                <a:spcPts val="600"/>
              </a:spcAft>
              <a:buFont typeface="Wingdings 3" pitchFamily="18" charset="2"/>
              <a:buNone/>
            </a:pPr>
            <a:endParaRPr lang="en-US" altLang="en-US" sz="2133" b="1" dirty="0">
              <a:cs typeface="Times New Roman" pitchFamily="18" charset="0"/>
            </a:endParaRPr>
          </a:p>
        </p:txBody>
      </p:sp>
      <p:sp>
        <p:nvSpPr>
          <p:cNvPr id="15364"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DB7749CD-4BD2-4F44-B7B8-FA1F62A6242A}" type="slidenum">
              <a:rPr lang="en-US" altLang="en-US" smtClean="0">
                <a:solidFill>
                  <a:srgbClr val="FFFFFF"/>
                </a:solidFill>
              </a:rPr>
              <a:pPr eaLnBrk="1" hangingPunct="1"/>
              <a:t>12</a:t>
            </a:fld>
            <a:endParaRPr lang="en-US" altLang="en-US">
              <a:solidFill>
                <a:srgbClr val="FFFFFF"/>
              </a:solidFill>
            </a:endParaRPr>
          </a:p>
        </p:txBody>
      </p:sp>
      <p:sp>
        <p:nvSpPr>
          <p:cNvPr id="7" name="Title 1"/>
          <p:cNvSpPr>
            <a:spLocks noGrp="1"/>
          </p:cNvSpPr>
          <p:nvPr>
            <p:ph type="title"/>
          </p:nvPr>
        </p:nvSpPr>
        <p:spPr>
          <a:xfrm>
            <a:off x="1524000" y="137160"/>
            <a:ext cx="9144000" cy="948690"/>
          </a:xfrm>
        </p:spPr>
        <p:txBody>
          <a:bodyPr>
            <a:noAutofit/>
          </a:bodyPr>
          <a:lstStyle/>
          <a:p>
            <a:pPr algn="ctr">
              <a:defRPr/>
            </a:pPr>
            <a:r>
              <a:rPr lang="en-US" b="1" dirty="0">
                <a:solidFill>
                  <a:schemeClr val="accent1"/>
                </a:solidFill>
              </a:rPr>
              <a:t>Human Sensors</a:t>
            </a:r>
          </a:p>
        </p:txBody>
      </p:sp>
      <p:pic>
        <p:nvPicPr>
          <p:cNvPr id="2" name="Picture 1" descr="The sensory system&#10; ">
            <a:extLst>
              <a:ext uri="{FF2B5EF4-FFF2-40B4-BE49-F238E27FC236}">
                <a16:creationId xmlns:a16="http://schemas.microsoft.com/office/drawing/2014/main" id="{066A176B-71B1-B82B-A526-B455190697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75" r="19825"/>
          <a:stretch/>
        </p:blipFill>
        <p:spPr bwMode="auto">
          <a:xfrm>
            <a:off x="8416030" y="3065016"/>
            <a:ext cx="3775970" cy="3367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97824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B556A1-7342-482E-9F42-315E34D1B2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graphicFrame>
        <p:nvGraphicFramePr>
          <p:cNvPr id="3" name="Diagram 2">
            <a:extLst>
              <a:ext uri="{FF2B5EF4-FFF2-40B4-BE49-F238E27FC236}">
                <a16:creationId xmlns:a16="http://schemas.microsoft.com/office/drawing/2014/main" id="{5FE5094A-B2B0-4603-8055-745D979DD24D}"/>
              </a:ext>
            </a:extLst>
          </p:cNvPr>
          <p:cNvGraphicFramePr/>
          <p:nvPr>
            <p:extLst>
              <p:ext uri="{D42A27DB-BD31-4B8C-83A1-F6EECF244321}">
                <p14:modId xmlns:p14="http://schemas.microsoft.com/office/powerpoint/2010/main" val="3270244087"/>
              </p:ext>
            </p:extLst>
          </p:nvPr>
        </p:nvGraphicFramePr>
        <p:xfrm>
          <a:off x="1168314" y="390617"/>
          <a:ext cx="10060940" cy="6036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621588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ED763-03B0-43E4-A540-443AEDE1D08D}"/>
              </a:ext>
            </a:extLst>
          </p:cNvPr>
          <p:cNvSpPr>
            <a:spLocks noGrp="1"/>
          </p:cNvSpPr>
          <p:nvPr>
            <p:ph type="title"/>
          </p:nvPr>
        </p:nvSpPr>
        <p:spPr>
          <a:xfrm>
            <a:off x="838200" y="136525"/>
            <a:ext cx="10515600" cy="995045"/>
          </a:xfrm>
        </p:spPr>
        <p:txBody>
          <a:bodyPr>
            <a:normAutofit/>
          </a:bodyPr>
          <a:lstStyle/>
          <a:p>
            <a:pPr algn="ctr"/>
            <a:r>
              <a:rPr lang="en-IN" sz="4400" b="1" cap="all" dirty="0">
                <a:solidFill>
                  <a:schemeClr val="accent1"/>
                </a:solidFill>
                <a:effectLst>
                  <a:outerShdw blurRad="38100" dist="38100" dir="2700000" algn="tl">
                    <a:srgbClr val="000000">
                      <a:alpha val="43137"/>
                    </a:srgbClr>
                  </a:outerShdw>
                </a:effectLst>
              </a:rPr>
              <a:t>Chemoreception</a:t>
            </a:r>
          </a:p>
        </p:txBody>
      </p:sp>
      <p:sp>
        <p:nvSpPr>
          <p:cNvPr id="3" name="Content Placeholder 2">
            <a:extLst>
              <a:ext uri="{FF2B5EF4-FFF2-40B4-BE49-F238E27FC236}">
                <a16:creationId xmlns:a16="http://schemas.microsoft.com/office/drawing/2014/main" id="{6F8A583F-46C5-4930-B5C4-A1230DBA1825}"/>
              </a:ext>
            </a:extLst>
          </p:cNvPr>
          <p:cNvSpPr>
            <a:spLocks noGrp="1"/>
          </p:cNvSpPr>
          <p:nvPr>
            <p:ph idx="1"/>
          </p:nvPr>
        </p:nvSpPr>
        <p:spPr>
          <a:xfrm>
            <a:off x="838200" y="1291591"/>
            <a:ext cx="10915650" cy="5326379"/>
          </a:xfrm>
        </p:spPr>
        <p:txBody>
          <a:bodyPr>
            <a:normAutofit fontScale="92500" lnSpcReduction="10000"/>
          </a:bodyPr>
          <a:lstStyle/>
          <a:p>
            <a:pPr algn="just"/>
            <a:r>
              <a:rPr lang="en-US" altLang="en-US" sz="2800" dirty="0"/>
              <a:t>Detection of chemical types and concentrations</a:t>
            </a:r>
          </a:p>
          <a:p>
            <a:pPr algn="just"/>
            <a:r>
              <a:rPr lang="en-US" altLang="en-US" sz="2800" dirty="0"/>
              <a:t>Receptors for chemoreception are called </a:t>
            </a:r>
            <a:r>
              <a:rPr lang="en-US" altLang="en-US" sz="2800" b="1" dirty="0">
                <a:highlight>
                  <a:srgbClr val="FFFF00"/>
                </a:highlight>
              </a:rPr>
              <a:t>Chemoreceptors</a:t>
            </a:r>
            <a:r>
              <a:rPr lang="en-US" altLang="en-US" sz="2800" b="1" dirty="0"/>
              <a:t> (CHEMOSENSORS- </a:t>
            </a:r>
            <a:r>
              <a:rPr lang="en-US" sz="2800" dirty="0"/>
              <a:t>is a specialized sensory receptor cell which transduces a chemical substance to generate a biological signal.</a:t>
            </a:r>
            <a:r>
              <a:rPr lang="en-US" altLang="en-US" sz="2800" b="1" dirty="0"/>
              <a:t>). </a:t>
            </a:r>
          </a:p>
          <a:p>
            <a:pPr marL="609600" indent="-609600" algn="just">
              <a:buFont typeface="Wingdings" panose="05000000000000000000" pitchFamily="2" charset="2"/>
              <a:buNone/>
            </a:pPr>
            <a:r>
              <a:rPr lang="en-US" altLang="en-US" sz="3200" b="1" dirty="0"/>
              <a:t>Types of chemoreceptors:</a:t>
            </a:r>
          </a:p>
          <a:p>
            <a:pPr marL="609600" indent="-609600" algn="just">
              <a:buFont typeface="Wingdings" panose="05000000000000000000" pitchFamily="2" charset="2"/>
              <a:buNone/>
            </a:pPr>
            <a:r>
              <a:rPr lang="en-US" altLang="en-US" sz="2800" b="1" dirty="0"/>
              <a:t>1. Taste Receptors </a:t>
            </a:r>
          </a:p>
          <a:p>
            <a:pPr marL="609600" indent="-609600" algn="just">
              <a:buFont typeface="Wingdings" panose="05000000000000000000" pitchFamily="2" charset="2"/>
              <a:buNone/>
            </a:pPr>
            <a:r>
              <a:rPr lang="en-US" altLang="en-US" sz="2800" dirty="0"/>
              <a:t>    – Detects chemicals dissolved in water within the mouth </a:t>
            </a:r>
          </a:p>
          <a:p>
            <a:pPr marL="609600" indent="-609600" algn="just">
              <a:buFont typeface="Wingdings" panose="05000000000000000000" pitchFamily="2" charset="2"/>
              <a:buNone/>
            </a:pPr>
            <a:r>
              <a:rPr lang="en-US" altLang="en-US" sz="2800" b="1" dirty="0"/>
              <a:t>2.</a:t>
            </a:r>
            <a:r>
              <a:rPr lang="en-US" altLang="en-US" sz="2800" b="1" i="1" dirty="0"/>
              <a:t> </a:t>
            </a:r>
            <a:r>
              <a:rPr lang="en-US" altLang="en-US" sz="2800" b="1" dirty="0"/>
              <a:t>Smell- Olfactory Receptors</a:t>
            </a:r>
          </a:p>
          <a:p>
            <a:pPr marL="609600" indent="-609600" algn="just">
              <a:buFont typeface="Wingdings" panose="05000000000000000000" pitchFamily="2" charset="2"/>
              <a:buNone/>
            </a:pPr>
            <a:r>
              <a:rPr lang="en-US" altLang="en-US" sz="2800" dirty="0"/>
              <a:t>	– Sense chemicals in the air</a:t>
            </a:r>
            <a:endParaRPr lang="en-US" altLang="en-US" sz="2800" b="1" dirty="0"/>
          </a:p>
          <a:p>
            <a:pPr marL="609600" indent="-609600" algn="just">
              <a:buNone/>
            </a:pPr>
            <a:r>
              <a:rPr lang="en-US" altLang="en-US" sz="2800" b="1" dirty="0"/>
              <a:t>3. </a:t>
            </a:r>
            <a:r>
              <a:rPr lang="en-US" sz="2800" b="1" dirty="0"/>
              <a:t>Osmoreceptors</a:t>
            </a:r>
          </a:p>
          <a:p>
            <a:pPr marL="609600" indent="-609600" algn="just">
              <a:buNone/>
            </a:pPr>
            <a:r>
              <a:rPr lang="en-US" altLang="en-US" dirty="0"/>
              <a:t>            – Detect change in osmotic pressure. </a:t>
            </a:r>
            <a:endParaRPr lang="en-US" b="1" dirty="0"/>
          </a:p>
          <a:p>
            <a:pPr marL="609600" indent="-609600" algn="just">
              <a:buFont typeface="Wingdings" panose="05000000000000000000" pitchFamily="2" charset="2"/>
              <a:buNone/>
            </a:pPr>
            <a:r>
              <a:rPr lang="en-US" altLang="en-US" sz="2800" dirty="0"/>
              <a:t>    </a:t>
            </a:r>
          </a:p>
          <a:p>
            <a:pPr algn="just"/>
            <a:endParaRPr lang="en-US" altLang="en-US" sz="2800" b="1" dirty="0"/>
          </a:p>
          <a:p>
            <a:pPr algn="just"/>
            <a:endParaRPr lang="en-US" altLang="en-US" sz="2800" dirty="0"/>
          </a:p>
        </p:txBody>
      </p:sp>
      <p:sp>
        <p:nvSpPr>
          <p:cNvPr id="4" name="Slide Number Placeholder 3">
            <a:extLst>
              <a:ext uri="{FF2B5EF4-FFF2-40B4-BE49-F238E27FC236}">
                <a16:creationId xmlns:a16="http://schemas.microsoft.com/office/drawing/2014/main" id="{2FD7BBE1-D612-412D-8675-8EC84F3948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120822343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1DD5-5A6B-4D29-B684-09343956247F}"/>
              </a:ext>
            </a:extLst>
          </p:cNvPr>
          <p:cNvSpPr>
            <a:spLocks noGrp="1"/>
          </p:cNvSpPr>
          <p:nvPr>
            <p:ph type="title"/>
          </p:nvPr>
        </p:nvSpPr>
        <p:spPr>
          <a:xfrm>
            <a:off x="838200" y="136525"/>
            <a:ext cx="10515600" cy="1063625"/>
          </a:xfrm>
        </p:spPr>
        <p:txBody>
          <a:bodyPr>
            <a:normAutofit fontScale="90000"/>
          </a:bodyPr>
          <a:lstStyle/>
          <a:p>
            <a:pPr algn="ctr"/>
            <a:r>
              <a:rPr lang="en-IN" b="1" dirty="0">
                <a:solidFill>
                  <a:schemeClr val="accent1"/>
                </a:solidFill>
                <a:effectLst>
                  <a:outerShdw blurRad="38100" dist="38100" dir="2700000" algn="tl">
                    <a:srgbClr val="000000">
                      <a:alpha val="43137"/>
                    </a:srgbClr>
                  </a:outerShdw>
                </a:effectLst>
              </a:rPr>
              <a:t>Taste Receptors </a:t>
            </a:r>
            <a:br>
              <a:rPr lang="en-IN" b="1" dirty="0">
                <a:solidFill>
                  <a:schemeClr val="accent1"/>
                </a:solidFill>
                <a:effectLst>
                  <a:outerShdw blurRad="38100" dist="38100" dir="2700000" algn="tl">
                    <a:srgbClr val="000000">
                      <a:alpha val="43137"/>
                    </a:srgbClr>
                  </a:outerShdw>
                </a:effectLst>
              </a:rPr>
            </a:br>
            <a:r>
              <a:rPr lang="en-IN" b="1" dirty="0">
                <a:solidFill>
                  <a:schemeClr val="accent1"/>
                </a:solidFill>
                <a:effectLst>
                  <a:outerShdw blurRad="38100" dist="38100" dir="2700000" algn="tl">
                    <a:srgbClr val="000000">
                      <a:alpha val="43137"/>
                    </a:srgbClr>
                  </a:outerShdw>
                </a:effectLst>
              </a:rPr>
              <a:t>(</a:t>
            </a:r>
            <a:r>
              <a:rPr lang="en-US" altLang="en-US" sz="3600" b="1" dirty="0">
                <a:solidFill>
                  <a:schemeClr val="accent1"/>
                </a:solidFill>
                <a:effectLst>
                  <a:outerShdw blurRad="38100" dist="38100" dir="2700000" algn="tl">
                    <a:srgbClr val="000000">
                      <a:alpha val="43137"/>
                    </a:srgbClr>
                  </a:outerShdw>
                </a:effectLst>
              </a:rPr>
              <a:t>Taste Buds)</a:t>
            </a:r>
            <a:endParaRPr lang="en-IN" b="1" dirty="0">
              <a:solidFill>
                <a:schemeClr val="accent1"/>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7AA09F6A-00EB-477D-934B-5FC87F0A5B5A}"/>
              </a:ext>
            </a:extLst>
          </p:cNvPr>
          <p:cNvSpPr>
            <a:spLocks noGrp="1"/>
          </p:cNvSpPr>
          <p:nvPr>
            <p:ph idx="1"/>
          </p:nvPr>
        </p:nvSpPr>
        <p:spPr>
          <a:xfrm>
            <a:off x="189291" y="1200150"/>
            <a:ext cx="5906709" cy="5521325"/>
          </a:xfrm>
        </p:spPr>
        <p:txBody>
          <a:bodyPr>
            <a:normAutofit/>
          </a:bodyPr>
          <a:lstStyle/>
          <a:p>
            <a:pPr>
              <a:lnSpc>
                <a:spcPct val="90000"/>
              </a:lnSpc>
            </a:pPr>
            <a:r>
              <a:rPr lang="en-US" sz="2800" b="1" dirty="0"/>
              <a:t>GUSTATION: SENSE OF TASTE </a:t>
            </a:r>
          </a:p>
          <a:p>
            <a:pPr algn="just"/>
            <a:r>
              <a:rPr lang="en-US" altLang="en-US" sz="2800" dirty="0"/>
              <a:t>Allows to detect and identify dissolved chemicals</a:t>
            </a:r>
          </a:p>
          <a:p>
            <a:pPr algn="just"/>
            <a:r>
              <a:rPr lang="en-US" sz="2800" dirty="0"/>
              <a:t>Chemicals known as </a:t>
            </a:r>
            <a:r>
              <a:rPr lang="en-US" sz="2800" b="1" dirty="0" err="1"/>
              <a:t>tastants</a:t>
            </a:r>
            <a:r>
              <a:rPr lang="en-US" sz="2800" dirty="0"/>
              <a:t> </a:t>
            </a:r>
          </a:p>
          <a:p>
            <a:pPr algn="just"/>
            <a:r>
              <a:rPr lang="en-US" altLang="en-US" sz="2800" b="1" dirty="0"/>
              <a:t>Pits</a:t>
            </a:r>
            <a:r>
              <a:rPr lang="en-US" altLang="en-US" sz="2800" dirty="0"/>
              <a:t> found on </a:t>
            </a:r>
            <a:r>
              <a:rPr lang="en-US" altLang="en-US" sz="2800" b="1" dirty="0"/>
              <a:t>upper surface </a:t>
            </a:r>
            <a:r>
              <a:rPr lang="en-US" altLang="en-US" sz="2800" dirty="0"/>
              <a:t>of the </a:t>
            </a:r>
            <a:r>
              <a:rPr lang="en-US" altLang="en-US" sz="2800" b="1" dirty="0"/>
              <a:t>tongue consist of sensory cells (taste buds)</a:t>
            </a:r>
          </a:p>
          <a:p>
            <a:pPr algn="just"/>
            <a:r>
              <a:rPr lang="en-US" altLang="en-US" sz="2800" dirty="0"/>
              <a:t>Every sensory/receptor cell has a tiny hair called a gustatory hair/microvilli, that project into the saliva</a:t>
            </a:r>
          </a:p>
          <a:p>
            <a:endParaRPr lang="en-IN" sz="2800" dirty="0"/>
          </a:p>
        </p:txBody>
      </p:sp>
      <p:sp>
        <p:nvSpPr>
          <p:cNvPr id="4" name="Slide Number Placeholder 3">
            <a:extLst>
              <a:ext uri="{FF2B5EF4-FFF2-40B4-BE49-F238E27FC236}">
                <a16:creationId xmlns:a16="http://schemas.microsoft.com/office/drawing/2014/main" id="{3A166BDE-BC5F-4489-AB31-CAD37EB897D6}"/>
              </a:ext>
            </a:extLst>
          </p:cNvPr>
          <p:cNvSpPr>
            <a:spLocks noGrp="1"/>
          </p:cNvSpPr>
          <p:nvPr>
            <p:ph type="sldNum" sz="quarter" idx="12"/>
          </p:nvPr>
        </p:nvSpPr>
        <p:spPr/>
        <p:txBody>
          <a:bodyPr/>
          <a:lstStyle/>
          <a:p>
            <a:fld id="{BDCDBBEF-AA6C-4BA6-85B2-A17D7F280E38}" type="slidenum">
              <a:rPr lang="en-US" smtClean="0"/>
              <a:pPr/>
              <a:t>15</a:t>
            </a:fld>
            <a:endParaRPr lang="en-US"/>
          </a:p>
        </p:txBody>
      </p:sp>
      <p:grpSp>
        <p:nvGrpSpPr>
          <p:cNvPr id="9" name="Group 8">
            <a:extLst>
              <a:ext uri="{FF2B5EF4-FFF2-40B4-BE49-F238E27FC236}">
                <a16:creationId xmlns:a16="http://schemas.microsoft.com/office/drawing/2014/main" id="{CD6B4637-6049-4CDA-829F-F2253DAC72B8}"/>
              </a:ext>
            </a:extLst>
          </p:cNvPr>
          <p:cNvGrpSpPr/>
          <p:nvPr/>
        </p:nvGrpSpPr>
        <p:grpSpPr>
          <a:xfrm>
            <a:off x="6176010" y="1200150"/>
            <a:ext cx="5906709" cy="5521325"/>
            <a:chOff x="6389370" y="1200150"/>
            <a:chExt cx="5613339" cy="5521325"/>
          </a:xfrm>
        </p:grpSpPr>
        <p:pic>
          <p:nvPicPr>
            <p:cNvPr id="7" name="Picture 6">
              <a:extLst>
                <a:ext uri="{FF2B5EF4-FFF2-40B4-BE49-F238E27FC236}">
                  <a16:creationId xmlns:a16="http://schemas.microsoft.com/office/drawing/2014/main" id="{02C38FA9-974A-4DE8-BDC9-FB26CE85FCA0}"/>
                </a:ext>
              </a:extLst>
            </p:cNvPr>
            <p:cNvPicPr>
              <a:picLocks noChangeAspect="1"/>
            </p:cNvPicPr>
            <p:nvPr/>
          </p:nvPicPr>
          <p:blipFill rotWithShape="1">
            <a:blip r:embed="rId2"/>
            <a:srcRect l="39670"/>
            <a:stretch/>
          </p:blipFill>
          <p:spPr>
            <a:xfrm>
              <a:off x="6389370" y="1200150"/>
              <a:ext cx="5613339" cy="5521325"/>
            </a:xfrm>
            <a:prstGeom prst="rect">
              <a:avLst/>
            </a:prstGeom>
          </p:spPr>
        </p:pic>
        <p:sp>
          <p:nvSpPr>
            <p:cNvPr id="8" name="TextBox 7">
              <a:extLst>
                <a:ext uri="{FF2B5EF4-FFF2-40B4-BE49-F238E27FC236}">
                  <a16:creationId xmlns:a16="http://schemas.microsoft.com/office/drawing/2014/main" id="{4B8AF9DB-B1B8-4AB2-A97C-15BBFA12B00E}"/>
                </a:ext>
              </a:extLst>
            </p:cNvPr>
            <p:cNvSpPr txBox="1"/>
            <p:nvPr/>
          </p:nvSpPr>
          <p:spPr>
            <a:xfrm>
              <a:off x="6389370" y="1451610"/>
              <a:ext cx="1028700" cy="3440430"/>
            </a:xfrm>
            <a:prstGeom prst="rect">
              <a:avLst/>
            </a:prstGeom>
            <a:solidFill>
              <a:schemeClr val="bg1"/>
            </a:solidFill>
          </p:spPr>
          <p:txBody>
            <a:bodyPr wrap="square" rtlCol="0">
              <a:spAutoFit/>
            </a:bodyPr>
            <a:lstStyle/>
            <a:p>
              <a:endParaRPr lang="en-IN" dirty="0"/>
            </a:p>
          </p:txBody>
        </p:sp>
      </p:grpSp>
    </p:spTree>
    <p:extLst>
      <p:ext uri="{BB962C8B-B14F-4D97-AF65-F5344CB8AC3E}">
        <p14:creationId xmlns:p14="http://schemas.microsoft.com/office/powerpoint/2010/main" val="36313814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49796" y="931356"/>
            <a:ext cx="8061567" cy="3697794"/>
          </a:xfrm>
        </p:spPr>
        <p:txBody>
          <a:bodyPr>
            <a:noAutofit/>
          </a:bodyPr>
          <a:lstStyle/>
          <a:p>
            <a:pPr marL="0" indent="0" algn="just">
              <a:lnSpc>
                <a:spcPct val="100000"/>
              </a:lnSpc>
              <a:spcAft>
                <a:spcPts val="300"/>
              </a:spcAft>
              <a:buNone/>
              <a:defRPr/>
            </a:pPr>
            <a:r>
              <a:rPr lang="en-US" sz="2000" b="1" dirty="0">
                <a:cs typeface="Times New Roman" pitchFamily="18" charset="0"/>
              </a:rPr>
              <a:t>The tongue has sensory receptors called </a:t>
            </a:r>
            <a:r>
              <a:rPr lang="en-US" sz="2000" b="1" dirty="0">
                <a:solidFill>
                  <a:srgbClr val="FF0000"/>
                </a:solidFill>
                <a:cs typeface="Times New Roman" pitchFamily="18" charset="0"/>
              </a:rPr>
              <a:t>taste buds</a:t>
            </a:r>
            <a:r>
              <a:rPr lang="en-US" sz="2000" b="1" dirty="0">
                <a:cs typeface="Times New Roman" pitchFamily="18" charset="0"/>
              </a:rPr>
              <a:t> present all over the tongue, which can detect 5 different flavors: </a:t>
            </a:r>
            <a:r>
              <a:rPr lang="en-US" sz="2000" b="1" dirty="0">
                <a:solidFill>
                  <a:srgbClr val="7030A0"/>
                </a:solidFill>
                <a:cs typeface="Times New Roman" pitchFamily="18" charset="0"/>
              </a:rPr>
              <a:t>sweet,  salty, bitter, sour, umami (meaty) </a:t>
            </a:r>
          </a:p>
          <a:p>
            <a:pPr marL="0" indent="0" algn="just">
              <a:lnSpc>
                <a:spcPct val="100000"/>
              </a:lnSpc>
              <a:spcAft>
                <a:spcPts val="300"/>
              </a:spcAft>
              <a:buNone/>
              <a:defRPr/>
            </a:pPr>
            <a:endParaRPr lang="en-US" sz="2000" b="1" dirty="0">
              <a:cs typeface="Times New Roman" pitchFamily="18" charset="0"/>
            </a:endParaRPr>
          </a:p>
        </p:txBody>
      </p:sp>
      <p:sp>
        <p:nvSpPr>
          <p:cNvPr id="26629"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6FB4C0BF-94C9-4E01-BC4E-BF381801FE69}" type="slidenum">
              <a:rPr lang="en-US" altLang="en-US" smtClean="0">
                <a:solidFill>
                  <a:srgbClr val="FFFFFF"/>
                </a:solidFill>
              </a:rPr>
              <a:pPr eaLnBrk="1" hangingPunct="1"/>
              <a:t>16</a:t>
            </a:fld>
            <a:endParaRPr lang="en-US" altLang="en-US">
              <a:solidFill>
                <a:srgbClr val="FFFFFF"/>
              </a:solidFill>
            </a:endParaRPr>
          </a:p>
        </p:txBody>
      </p:sp>
      <p:sp>
        <p:nvSpPr>
          <p:cNvPr id="7" name="Title 1"/>
          <p:cNvSpPr txBox="1">
            <a:spLocks/>
          </p:cNvSpPr>
          <p:nvPr/>
        </p:nvSpPr>
        <p:spPr>
          <a:xfrm>
            <a:off x="1245870" y="91757"/>
            <a:ext cx="10196333" cy="71227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4000" b="1" cap="none" dirty="0">
                <a:solidFill>
                  <a:schemeClr val="accent1"/>
                </a:solidFill>
                <a:effectLst>
                  <a:outerShdw blurRad="38100" dist="38100" dir="2700000" algn="tl">
                    <a:srgbClr val="000000">
                      <a:alpha val="43137"/>
                    </a:srgbClr>
                  </a:outerShdw>
                </a:effectLst>
                <a:latin typeface="+mj-lt"/>
              </a:rPr>
              <a:t>Taste: How do we taste using our tongues?</a:t>
            </a:r>
          </a:p>
        </p:txBody>
      </p:sp>
      <p:pic>
        <p:nvPicPr>
          <p:cNvPr id="2" name="Picture 1">
            <a:extLst>
              <a:ext uri="{FF2B5EF4-FFF2-40B4-BE49-F238E27FC236}">
                <a16:creationId xmlns:a16="http://schemas.microsoft.com/office/drawing/2014/main" id="{5E30819A-26B4-4623-B942-28FF0287CFE6}"/>
              </a:ext>
            </a:extLst>
          </p:cNvPr>
          <p:cNvPicPr>
            <a:picLocks noChangeAspect="1"/>
          </p:cNvPicPr>
          <p:nvPr/>
        </p:nvPicPr>
        <p:blipFill rotWithShape="1">
          <a:blip r:embed="rId3"/>
          <a:srcRect r="-2174"/>
          <a:stretch/>
        </p:blipFill>
        <p:spPr>
          <a:xfrm>
            <a:off x="3020162" y="1996917"/>
            <a:ext cx="7099197" cy="4724558"/>
          </a:xfrm>
          <a:prstGeom prst="rect">
            <a:avLst/>
          </a:prstGeom>
        </p:spPr>
      </p:pic>
      <p:sp>
        <p:nvSpPr>
          <p:cNvPr id="6" name="TextBox 5">
            <a:extLst>
              <a:ext uri="{FF2B5EF4-FFF2-40B4-BE49-F238E27FC236}">
                <a16:creationId xmlns:a16="http://schemas.microsoft.com/office/drawing/2014/main" id="{E231CC4C-E295-E24B-8D94-C48645F2E8CA}"/>
              </a:ext>
            </a:extLst>
          </p:cNvPr>
          <p:cNvSpPr txBox="1"/>
          <p:nvPr/>
        </p:nvSpPr>
        <p:spPr>
          <a:xfrm>
            <a:off x="2057400" y="4697112"/>
            <a:ext cx="6096000" cy="400110"/>
          </a:xfrm>
          <a:prstGeom prst="rect">
            <a:avLst/>
          </a:prstGeom>
          <a:noFill/>
        </p:spPr>
        <p:txBody>
          <a:bodyPr wrap="square">
            <a:spAutoFit/>
          </a:bodyPr>
          <a:lstStyle/>
          <a:p>
            <a:r>
              <a:rPr lang="en-US" sz="2000" b="1" dirty="0">
                <a:cs typeface="Times New Roman" pitchFamily="18" charset="0"/>
              </a:rPr>
              <a:t>Umami</a:t>
            </a:r>
            <a:endParaRPr lang="en-IN" sz="2000" dirty="0"/>
          </a:p>
        </p:txBody>
      </p:sp>
    </p:spTree>
    <p:extLst>
      <p:ext uri="{BB962C8B-B14F-4D97-AF65-F5344CB8AC3E}">
        <p14:creationId xmlns:p14="http://schemas.microsoft.com/office/powerpoint/2010/main" val="167711099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C5E6002-D80E-48FA-9CDF-94D0F53F89C9}"/>
              </a:ext>
            </a:extLst>
          </p:cNvPr>
          <p:cNvSpPr>
            <a:spLocks noGrp="1" noChangeArrowheads="1"/>
          </p:cNvSpPr>
          <p:nvPr>
            <p:ph type="title"/>
          </p:nvPr>
        </p:nvSpPr>
        <p:spPr>
          <a:xfrm>
            <a:off x="3977640" y="205740"/>
            <a:ext cx="4926330" cy="1108711"/>
          </a:xfrm>
        </p:spPr>
        <p:txBody>
          <a:bodyPr>
            <a:noAutofit/>
          </a:bodyPr>
          <a:lstStyle/>
          <a:p>
            <a:pPr algn="just"/>
            <a:r>
              <a:rPr lang="en-US" altLang="en-US" sz="2000" b="1" dirty="0">
                <a:solidFill>
                  <a:schemeClr val="accent1"/>
                </a:solidFill>
              </a:rPr>
              <a:t>Taste Buds: </a:t>
            </a:r>
            <a:r>
              <a:rPr lang="en-US" sz="2000" dirty="0"/>
              <a:t>Respond to any one of five primary tastes: sweet, sour, bitter, salty, or umami</a:t>
            </a:r>
            <a:endParaRPr lang="en-US" altLang="en-US" sz="2000" b="1" dirty="0">
              <a:solidFill>
                <a:schemeClr val="accent1"/>
              </a:solidFill>
              <a:effectLst>
                <a:outerShdw blurRad="38100" dist="38100" dir="2700000" algn="tl">
                  <a:srgbClr val="000000">
                    <a:alpha val="43137"/>
                  </a:srgbClr>
                </a:outerShdw>
              </a:effectLst>
            </a:endParaRPr>
          </a:p>
        </p:txBody>
      </p:sp>
      <p:pic>
        <p:nvPicPr>
          <p:cNvPr id="17413" name="Picture 5">
            <a:extLst>
              <a:ext uri="{FF2B5EF4-FFF2-40B4-BE49-F238E27FC236}">
                <a16:creationId xmlns:a16="http://schemas.microsoft.com/office/drawing/2014/main" id="{B9D94116-5ECA-498C-B3D6-A3FB26896C0D}"/>
              </a:ext>
            </a:extLst>
          </p:cNvPr>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a:xfrm>
            <a:off x="3124200" y="1447800"/>
            <a:ext cx="6629400" cy="4419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Rectangle 2">
            <a:extLst>
              <a:ext uri="{FF2B5EF4-FFF2-40B4-BE49-F238E27FC236}">
                <a16:creationId xmlns:a16="http://schemas.microsoft.com/office/drawing/2014/main" id="{8430C957-160C-47D9-94C4-BB28EB4CD3A7}"/>
              </a:ext>
            </a:extLst>
          </p:cNvPr>
          <p:cNvSpPr txBox="1">
            <a:spLocks noChangeArrowheads="1"/>
          </p:cNvSpPr>
          <p:nvPr/>
        </p:nvSpPr>
        <p:spPr>
          <a:xfrm>
            <a:off x="9784081" y="2666365"/>
            <a:ext cx="2217420" cy="24885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n-lt"/>
                <a:ea typeface="+mj-ea"/>
                <a:cs typeface="+mj-cs"/>
              </a:defRPr>
            </a:lvl1pPr>
          </a:lstStyle>
          <a:p>
            <a:pPr marL="0" marR="0" lvl="0" indent="0" algn="just" defTabSz="914400" rtl="0" eaLnBrk="1" fontAlgn="auto" latinLnBrk="0" hangingPunct="1">
              <a:lnSpc>
                <a:spcPct val="90000"/>
              </a:lnSpc>
              <a:spcBef>
                <a:spcPct val="0"/>
              </a:spcBef>
              <a:spcAft>
                <a:spcPts val="0"/>
              </a:spcAft>
              <a:buClrTx/>
              <a:buSzTx/>
              <a:buFontTx/>
              <a:buNone/>
              <a:tabLst/>
              <a:defRPr/>
            </a:pPr>
            <a:r>
              <a:rPr kumimoji="0" lang="en-US" altLang="en-US" sz="2100" b="1" i="0" u="none" strike="noStrike" kern="1200" cap="none" spc="0" normalizeH="0" baseline="0" noProof="0" dirty="0">
                <a:ln>
                  <a:noFill/>
                </a:ln>
                <a:solidFill>
                  <a:srgbClr val="3494BA"/>
                </a:solidFill>
                <a:effectLst/>
                <a:uLnTx/>
                <a:uFillTx/>
                <a:latin typeface="Cambria" panose="02040503050406030204"/>
                <a:ea typeface="+mj-ea"/>
                <a:cs typeface="+mj-cs"/>
              </a:rPr>
              <a:t>Food Particles: </a:t>
            </a:r>
            <a:r>
              <a:rPr kumimoji="0" lang="en-US" altLang="en-US" sz="2100" b="0" i="0" u="none" strike="noStrike" kern="1200" cap="none" spc="0" normalizeH="0" baseline="0" noProof="0" dirty="0">
                <a:ln>
                  <a:noFill/>
                </a:ln>
                <a:solidFill>
                  <a:prstClr val="black"/>
                </a:solidFill>
                <a:effectLst/>
                <a:uLnTx/>
                <a:uFillTx/>
                <a:latin typeface="Cambria" panose="02040503050406030204"/>
                <a:ea typeface="+mj-ea"/>
                <a:cs typeface="+mj-cs"/>
              </a:rPr>
              <a:t>Chemicals come into contact with the gustatory hair receptors</a:t>
            </a:r>
          </a:p>
        </p:txBody>
      </p:sp>
      <p:sp>
        <p:nvSpPr>
          <p:cNvPr id="5" name="Rectangle 2">
            <a:extLst>
              <a:ext uri="{FF2B5EF4-FFF2-40B4-BE49-F238E27FC236}">
                <a16:creationId xmlns:a16="http://schemas.microsoft.com/office/drawing/2014/main" id="{C3DCCC13-44D7-4DD7-AC62-3C2ECBC25F9E}"/>
              </a:ext>
            </a:extLst>
          </p:cNvPr>
          <p:cNvSpPr txBox="1">
            <a:spLocks noChangeArrowheads="1"/>
          </p:cNvSpPr>
          <p:nvPr/>
        </p:nvSpPr>
        <p:spPr>
          <a:xfrm>
            <a:off x="190499" y="1196459"/>
            <a:ext cx="2769870" cy="48272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n-lt"/>
                <a:ea typeface="+mj-ea"/>
                <a:cs typeface="+mj-cs"/>
              </a:defRPr>
            </a:lvl1pPr>
          </a:lstStyle>
          <a:p>
            <a:pPr marL="0" marR="0" lvl="1" indent="0" algn="just" defTabSz="914400" rtl="0" eaLnBrk="1" fontAlgn="auto" latinLnBrk="0" hangingPunct="1">
              <a:lnSpc>
                <a:spcPct val="100000"/>
              </a:lnSpc>
              <a:spcBef>
                <a:spcPts val="0"/>
              </a:spcBef>
              <a:spcAft>
                <a:spcPts val="0"/>
              </a:spcAft>
              <a:buClrTx/>
              <a:buSzTx/>
              <a:buFontTx/>
              <a:buNone/>
              <a:tabLst/>
              <a:defRPr/>
            </a:pPr>
            <a:endPar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endParaRPr>
          </a:p>
          <a:p>
            <a:pPr marL="0" marR="0" lvl="1" indent="0" algn="just" defTabSz="914400" rtl="0" eaLnBrk="1" fontAlgn="auto" latinLnBrk="0" hangingPunct="1">
              <a:lnSpc>
                <a:spcPct val="100000"/>
              </a:lnSpc>
              <a:spcBef>
                <a:spcPts val="0"/>
              </a:spcBef>
              <a:spcAft>
                <a:spcPts val="0"/>
              </a:spcAft>
              <a:buClrTx/>
              <a:buSzTx/>
              <a:buFontTx/>
              <a:buNone/>
              <a:tabLst/>
              <a:defRPr/>
            </a:pPr>
            <a:r>
              <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rPr>
              <a:t> </a:t>
            </a:r>
          </a:p>
          <a:p>
            <a:pPr marL="0" marR="0" lvl="1" indent="0" algn="just" defTabSz="914400" rtl="0" eaLnBrk="1" fontAlgn="auto" latinLnBrk="0" hangingPunct="1">
              <a:lnSpc>
                <a:spcPct val="100000"/>
              </a:lnSpc>
              <a:spcBef>
                <a:spcPts val="0"/>
              </a:spcBef>
              <a:spcAft>
                <a:spcPts val="0"/>
              </a:spcAft>
              <a:buClrTx/>
              <a:buSzTx/>
              <a:buFontTx/>
              <a:buNone/>
              <a:tabLst/>
              <a:defRPr/>
            </a:pPr>
            <a:endPar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endParaRPr>
          </a:p>
          <a:p>
            <a:pPr marL="0" marR="0" lvl="1" indent="0" algn="just" defTabSz="914400" rtl="0" eaLnBrk="1" fontAlgn="auto" latinLnBrk="0" hangingPunct="1">
              <a:lnSpc>
                <a:spcPct val="100000"/>
              </a:lnSpc>
              <a:spcBef>
                <a:spcPts val="0"/>
              </a:spcBef>
              <a:spcAft>
                <a:spcPts val="0"/>
              </a:spcAft>
              <a:buClrTx/>
              <a:buSzTx/>
              <a:buFontTx/>
              <a:buNone/>
              <a:tabLst/>
              <a:defRPr/>
            </a:pPr>
            <a:r>
              <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rPr>
              <a:t>Sensory Nerves: </a:t>
            </a:r>
            <a:r>
              <a:rPr kumimoji="0" lang="en-US" altLang="en-US" sz="2200" b="0" i="0" u="none" strike="noStrike" kern="1200" cap="none" spc="0" normalizeH="0" baseline="0" noProof="0" dirty="0">
                <a:ln>
                  <a:noFill/>
                </a:ln>
                <a:solidFill>
                  <a:prstClr val="black"/>
                </a:solidFill>
                <a:effectLst/>
                <a:uLnTx/>
                <a:uFillTx/>
                <a:latin typeface="Cambria" panose="02040503050406030204"/>
                <a:ea typeface="+mn-ea"/>
                <a:cs typeface="+mn-cs"/>
              </a:rPr>
              <a:t>send messages along to the brain </a:t>
            </a:r>
          </a:p>
          <a:p>
            <a:pPr marL="0" marR="0" lvl="1" indent="0" algn="just" defTabSz="914400" rtl="0" eaLnBrk="1" fontAlgn="auto" latinLnBrk="0" hangingPunct="1">
              <a:lnSpc>
                <a:spcPct val="100000"/>
              </a:lnSpc>
              <a:spcBef>
                <a:spcPts val="0"/>
              </a:spcBef>
              <a:spcAft>
                <a:spcPts val="0"/>
              </a:spcAft>
              <a:buClrTx/>
              <a:buSzTx/>
              <a:buFontTx/>
              <a:buNone/>
              <a:tabLst/>
              <a:defRPr/>
            </a:pPr>
            <a:endPar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endParaRPr>
          </a:p>
        </p:txBody>
      </p:sp>
      <p:sp>
        <p:nvSpPr>
          <p:cNvPr id="8" name="TextBox 7">
            <a:extLst>
              <a:ext uri="{FF2B5EF4-FFF2-40B4-BE49-F238E27FC236}">
                <a16:creationId xmlns:a16="http://schemas.microsoft.com/office/drawing/2014/main" id="{29187BBA-5C80-40C8-B2AA-057CDDE1003F}"/>
              </a:ext>
            </a:extLst>
          </p:cNvPr>
          <p:cNvSpPr txBox="1"/>
          <p:nvPr/>
        </p:nvSpPr>
        <p:spPr>
          <a:xfrm>
            <a:off x="2694623" y="6180058"/>
            <a:ext cx="6097904" cy="461665"/>
          </a:xfrm>
          <a:prstGeom prst="rect">
            <a:avLst/>
          </a:prstGeom>
          <a:noFill/>
        </p:spPr>
        <p:txBody>
          <a:bodyPr wrap="square">
            <a:spAutoFit/>
          </a:bodyPr>
          <a:lstStyle/>
          <a:p>
            <a:pPr marL="457200" marR="0" lvl="1" indent="0" algn="just"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srgbClr val="3494BA"/>
                </a:solidFill>
                <a:effectLst/>
                <a:uLnTx/>
                <a:uFillTx/>
                <a:latin typeface="Cambria" panose="02040503050406030204"/>
                <a:ea typeface="+mn-ea"/>
                <a:cs typeface="+mn-cs"/>
              </a:rPr>
              <a:t>Flavors are then interpreted by brain</a:t>
            </a:r>
          </a:p>
        </p:txBody>
      </p:sp>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0D281-29A6-44CB-90AC-664B5DFDCC3D}"/>
              </a:ext>
            </a:extLst>
          </p:cNvPr>
          <p:cNvSpPr>
            <a:spLocks noGrp="1"/>
          </p:cNvSpPr>
          <p:nvPr>
            <p:ph type="title"/>
          </p:nvPr>
        </p:nvSpPr>
        <p:spPr>
          <a:xfrm>
            <a:off x="2410913" y="152076"/>
            <a:ext cx="7213636" cy="884200"/>
          </a:xfrm>
        </p:spPr>
        <p:txBody>
          <a:bodyPr>
            <a:normAutofit fontScale="90000"/>
          </a:bodyPr>
          <a:lstStyle/>
          <a:p>
            <a:pPr algn="ctr"/>
            <a:r>
              <a:rPr lang="en-IN" b="1" dirty="0">
                <a:solidFill>
                  <a:schemeClr val="accent1"/>
                </a:solidFill>
                <a:effectLst>
                  <a:outerShdw blurRad="38100" dist="38100" dir="2700000" algn="tl">
                    <a:srgbClr val="000000">
                      <a:alpha val="43137"/>
                    </a:srgbClr>
                  </a:outerShdw>
                </a:effectLst>
                <a:highlight>
                  <a:srgbClr val="FFFF00"/>
                </a:highlight>
              </a:rPr>
              <a:t>Olfactory Receptors</a:t>
            </a:r>
            <a:br>
              <a:rPr lang="en-IN" b="1" dirty="0">
                <a:solidFill>
                  <a:schemeClr val="accent1"/>
                </a:solidFill>
                <a:effectLst>
                  <a:outerShdw blurRad="38100" dist="38100" dir="2700000" algn="tl">
                    <a:srgbClr val="000000">
                      <a:alpha val="43137"/>
                    </a:srgbClr>
                  </a:outerShdw>
                </a:effectLst>
              </a:rPr>
            </a:br>
            <a:r>
              <a:rPr lang="en-US" altLang="en-US" sz="3200" dirty="0">
                <a:solidFill>
                  <a:schemeClr val="accent1"/>
                </a:solidFill>
                <a:highlight>
                  <a:srgbClr val="FFFF00"/>
                </a:highlight>
              </a:rPr>
              <a:t>(SMELL)</a:t>
            </a:r>
            <a:endParaRPr lang="en-IN" b="1" dirty="0">
              <a:solidFill>
                <a:schemeClr val="accent1"/>
              </a:solidFill>
              <a:effectLst>
                <a:outerShdw blurRad="38100" dist="38100" dir="2700000" algn="tl">
                  <a:srgbClr val="000000">
                    <a:alpha val="43137"/>
                  </a:srgbClr>
                </a:outerShdw>
              </a:effectLst>
              <a:highlight>
                <a:srgbClr val="FFFF00"/>
              </a:highlight>
            </a:endParaRPr>
          </a:p>
        </p:txBody>
      </p:sp>
      <p:sp>
        <p:nvSpPr>
          <p:cNvPr id="3" name="Content Placeholder 2">
            <a:extLst>
              <a:ext uri="{FF2B5EF4-FFF2-40B4-BE49-F238E27FC236}">
                <a16:creationId xmlns:a16="http://schemas.microsoft.com/office/drawing/2014/main" id="{FA708446-8FF7-44E6-A0E4-0094D1596994}"/>
              </a:ext>
            </a:extLst>
          </p:cNvPr>
          <p:cNvSpPr>
            <a:spLocks noGrp="1"/>
          </p:cNvSpPr>
          <p:nvPr>
            <p:ph idx="1"/>
          </p:nvPr>
        </p:nvSpPr>
        <p:spPr>
          <a:xfrm>
            <a:off x="272607" y="1282523"/>
            <a:ext cx="11646786" cy="2356411"/>
          </a:xfrm>
        </p:spPr>
        <p:txBody>
          <a:bodyPr>
            <a:normAutofit fontScale="92500" lnSpcReduction="10000"/>
          </a:bodyPr>
          <a:lstStyle/>
          <a:p>
            <a:pPr algn="just"/>
            <a:r>
              <a:rPr lang="en-US" altLang="en-US" sz="2400" dirty="0"/>
              <a:t>The organ of </a:t>
            </a:r>
            <a:r>
              <a:rPr lang="en-US" altLang="en-US" sz="2400" dirty="0">
                <a:highlight>
                  <a:srgbClr val="FFFF00"/>
                </a:highlight>
              </a:rPr>
              <a:t>smell</a:t>
            </a:r>
            <a:r>
              <a:rPr lang="en-US" altLang="en-US" sz="2400" dirty="0"/>
              <a:t> is the olfactory organ</a:t>
            </a:r>
          </a:p>
          <a:p>
            <a:pPr algn="just"/>
            <a:r>
              <a:rPr lang="en-US" altLang="en-US" dirty="0"/>
              <a:t>Detects/</a:t>
            </a:r>
            <a:r>
              <a:rPr lang="en-US" altLang="en-US" b="1" dirty="0"/>
              <a:t>Responds chemicals in the air</a:t>
            </a:r>
          </a:p>
          <a:p>
            <a:pPr algn="just"/>
            <a:r>
              <a:rPr lang="en-US" altLang="en-US" sz="2400" dirty="0"/>
              <a:t>Olfactory receptors are </a:t>
            </a:r>
            <a:r>
              <a:rPr lang="en-US" altLang="en-US" sz="2400" b="1" dirty="0"/>
              <a:t>located in the nose</a:t>
            </a:r>
          </a:p>
          <a:p>
            <a:pPr algn="just"/>
            <a:r>
              <a:rPr lang="en-US" altLang="en-US" sz="2400" dirty="0"/>
              <a:t>Consists of nerve cells that have tiny hairs on the surface</a:t>
            </a:r>
          </a:p>
          <a:p>
            <a:pPr algn="just"/>
            <a:r>
              <a:rPr lang="en-US" dirty="0"/>
              <a:t>Stimulated by odorants; inhaled chemicals</a:t>
            </a:r>
          </a:p>
          <a:p>
            <a:pPr algn="just"/>
            <a:r>
              <a:rPr lang="en-US" dirty="0"/>
              <a:t>Signals are transferred to the first-order neuron of olfactory pathway</a:t>
            </a:r>
            <a:endParaRPr lang="en-US" altLang="en-US" sz="2400" dirty="0"/>
          </a:p>
          <a:p>
            <a:pPr marL="0" indent="0" algn="just">
              <a:buNone/>
            </a:pPr>
            <a:endParaRPr lang="en-IN" dirty="0"/>
          </a:p>
        </p:txBody>
      </p:sp>
      <p:sp>
        <p:nvSpPr>
          <p:cNvPr id="4" name="Slide Number Placeholder 3">
            <a:extLst>
              <a:ext uri="{FF2B5EF4-FFF2-40B4-BE49-F238E27FC236}">
                <a16:creationId xmlns:a16="http://schemas.microsoft.com/office/drawing/2014/main" id="{BBCF1EF1-05F4-4B83-8500-916DBD548D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graphicFrame>
        <p:nvGraphicFramePr>
          <p:cNvPr id="5" name="Diagram 4">
            <a:extLst>
              <a:ext uri="{FF2B5EF4-FFF2-40B4-BE49-F238E27FC236}">
                <a16:creationId xmlns:a16="http://schemas.microsoft.com/office/drawing/2014/main" id="{7D521F6B-FCA7-4E08-85FC-FE5168D0C46F}"/>
              </a:ext>
            </a:extLst>
          </p:cNvPr>
          <p:cNvGraphicFramePr/>
          <p:nvPr>
            <p:extLst>
              <p:ext uri="{D42A27DB-BD31-4B8C-83A1-F6EECF244321}">
                <p14:modId xmlns:p14="http://schemas.microsoft.com/office/powerpoint/2010/main" val="2192751008"/>
              </p:ext>
            </p:extLst>
          </p:nvPr>
        </p:nvGraphicFramePr>
        <p:xfrm>
          <a:off x="488506" y="4242391"/>
          <a:ext cx="11058451" cy="2232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045891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B00427E3-F57D-4E86-88FD-1D42E47A7161}" type="slidenum">
              <a:rPr kumimoji="0" lang="en-US" altLang="en-US" sz="12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altLang="en-US" sz="1200" b="0" i="0" u="none" strike="noStrike" kern="1200" cap="none" spc="0" normalizeH="0" baseline="0" noProof="0">
              <a:ln>
                <a:noFill/>
              </a:ln>
              <a:solidFill>
                <a:srgbClr val="FFFFFF"/>
              </a:solidFill>
              <a:effectLst/>
              <a:uLnTx/>
              <a:uFillTx/>
              <a:latin typeface="Arial" charset="0"/>
              <a:ea typeface="+mn-ea"/>
              <a:cs typeface="+mn-cs"/>
            </a:endParaRPr>
          </a:p>
        </p:txBody>
      </p:sp>
      <p:sp>
        <p:nvSpPr>
          <p:cNvPr id="7" name="Title 1"/>
          <p:cNvSpPr txBox="1">
            <a:spLocks/>
          </p:cNvSpPr>
          <p:nvPr/>
        </p:nvSpPr>
        <p:spPr>
          <a:xfrm>
            <a:off x="1074420" y="111149"/>
            <a:ext cx="10527030" cy="852146"/>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srgbClr val="5B9BD5"/>
                </a:solidFill>
                <a:effectLst>
                  <a:outerShdw blurRad="38100" dist="38100" dir="2700000" algn="tl">
                    <a:srgbClr val="000000">
                      <a:alpha val="43137"/>
                    </a:srgbClr>
                  </a:outerShdw>
                </a:effectLst>
                <a:uLnTx/>
                <a:uFillTx/>
                <a:latin typeface="Calibri Light"/>
                <a:ea typeface="+mj-ea"/>
                <a:cs typeface="+mj-cs"/>
              </a:rPr>
              <a:t>Smell: How do we smell using our noses?</a:t>
            </a:r>
          </a:p>
        </p:txBody>
      </p:sp>
      <p:pic>
        <p:nvPicPr>
          <p:cNvPr id="6146" name="Picture 2" descr="File:Nose and nasal caviti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6520" y="1291590"/>
            <a:ext cx="5565136" cy="4115594"/>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p:cNvSpPr txBox="1">
            <a:spLocks/>
          </p:cNvSpPr>
          <p:nvPr/>
        </p:nvSpPr>
        <p:spPr bwMode="auto">
          <a:xfrm>
            <a:off x="697228" y="1143001"/>
            <a:ext cx="5669282" cy="530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Calibri" panose="020F0502020204030204" pitchFamily="34" charset="0"/>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Calibri" panose="020F0502020204030204" pitchFamily="34" charset="0"/>
                <a:ea typeface="+mn-ea"/>
                <a:cs typeface="+mn-cs"/>
              </a:defRPr>
            </a:lvl2pPr>
            <a:lvl3pPr marL="914400" indent="-182563" algn="l" rtl="0" eaLnBrk="0" fontAlgn="base" hangingPunct="0">
              <a:spcBef>
                <a:spcPct val="20000"/>
              </a:spcBef>
              <a:spcAft>
                <a:spcPct val="0"/>
              </a:spcAft>
              <a:buClr>
                <a:srgbClr val="E0752F"/>
              </a:buClr>
              <a:buSzPct val="60000"/>
              <a:buFont typeface="Wingdings" pitchFamily="2" charset="2"/>
              <a:buChar char=""/>
              <a:defRPr kern="1200">
                <a:solidFill>
                  <a:schemeClr val="tx1"/>
                </a:solidFill>
                <a:latin typeface="Calibri" panose="020F0502020204030204" pitchFamily="34" charset="0"/>
                <a:ea typeface="+mn-ea"/>
                <a:cs typeface="+mn-cs"/>
              </a:defRPr>
            </a:lvl3pPr>
            <a:lvl4pPr marL="1187450" indent="-182563" algn="l" rtl="0" eaLnBrk="0" fontAlgn="base" hangingPunct="0">
              <a:spcBef>
                <a:spcPct val="20000"/>
              </a:spcBef>
              <a:spcAft>
                <a:spcPct val="0"/>
              </a:spcAft>
              <a:buClr>
                <a:srgbClr val="FEC3AE"/>
              </a:buClr>
              <a:buSzPct val="60000"/>
              <a:buFont typeface="Wingdings" pitchFamily="2" charset="2"/>
              <a:buChar char=""/>
              <a:defRPr kern="1200">
                <a:solidFill>
                  <a:schemeClr val="tx1"/>
                </a:solidFill>
                <a:latin typeface="Calibri" panose="020F0502020204030204" pitchFamily="34" charset="0"/>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Calibri" panose="020F0502020204030204" pitchFamily="34" charset="0"/>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273050" marR="0" lvl="0" indent="-273050" algn="just" defTabSz="914377" rtl="0" eaLnBrk="1" fontAlgn="base" latinLnBrk="0" hangingPunct="1">
              <a:lnSpc>
                <a:spcPct val="100000"/>
              </a:lnSpc>
              <a:spcBef>
                <a:spcPts val="0"/>
              </a:spcBef>
              <a:spcAft>
                <a:spcPts val="600"/>
              </a:spcAft>
              <a:buClr>
                <a:srgbClr val="5B9BD5"/>
              </a:buClr>
              <a:buSzPct val="70000"/>
              <a:buFont typeface="Wingdings 3" pitchFamily="18" charset="2"/>
              <a:buChar char=""/>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Small particles of almost everything around us can be found in the air.</a:t>
            </a:r>
          </a:p>
          <a:p>
            <a:pPr marL="273050" marR="0" lvl="0" indent="-273050" algn="just" defTabSz="914377" rtl="0" eaLnBrk="1" fontAlgn="base" latinLnBrk="0" hangingPunct="1">
              <a:lnSpc>
                <a:spcPct val="100000"/>
              </a:lnSpc>
              <a:spcBef>
                <a:spcPts val="0"/>
              </a:spcBef>
              <a:spcAft>
                <a:spcPts val="600"/>
              </a:spcAft>
              <a:buClr>
                <a:srgbClr val="5B9BD5"/>
              </a:buClr>
              <a:buSzPct val="70000"/>
              <a:buFont typeface="Wingdings 3" pitchFamily="18" charset="2"/>
              <a:buChar char=""/>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These particles enter the nose when you breathe in and </a:t>
            </a:r>
            <a:r>
              <a:rPr kumimoji="0" lang="en-US" altLang="en-US" sz="2800" b="1" i="0" u="none" strike="noStrike" kern="1200" cap="none" spc="0" normalizeH="0" baseline="0" noProof="0" dirty="0">
                <a:ln>
                  <a:noFill/>
                </a:ln>
                <a:solidFill>
                  <a:srgbClr val="5B9BD5"/>
                </a:solidFill>
                <a:effectLst/>
                <a:uLnTx/>
                <a:uFillTx/>
                <a:latin typeface="Calibri" panose="020F0502020204030204" pitchFamily="34" charset="0"/>
                <a:ea typeface="+mn-ea"/>
                <a:cs typeface="Times New Roman" pitchFamily="18" charset="0"/>
              </a:rPr>
              <a:t>contact nerve endings </a:t>
            </a: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in the upper nasal passage.</a:t>
            </a:r>
          </a:p>
          <a:p>
            <a:pPr marL="273050" marR="0" lvl="0" indent="-273050" algn="just" defTabSz="914377" rtl="0" eaLnBrk="1" fontAlgn="base" latinLnBrk="0" hangingPunct="1">
              <a:lnSpc>
                <a:spcPct val="100000"/>
              </a:lnSpc>
              <a:spcBef>
                <a:spcPts val="0"/>
              </a:spcBef>
              <a:spcAft>
                <a:spcPts val="600"/>
              </a:spcAft>
              <a:buClr>
                <a:srgbClr val="5B9BD5"/>
              </a:buClr>
              <a:buSzPct val="70000"/>
              <a:buFont typeface="Wingdings 3" pitchFamily="18" charset="2"/>
              <a:buChar char=""/>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The nerve endings </a:t>
            </a:r>
            <a:r>
              <a:rPr kumimoji="0" lang="en-US" altLang="en-US" sz="2800" b="1" i="0" u="none" strike="noStrike" kern="1200" cap="none" spc="0" normalizeH="0" baseline="0" noProof="0" dirty="0">
                <a:ln>
                  <a:noFill/>
                </a:ln>
                <a:solidFill>
                  <a:srgbClr val="5B9BD5"/>
                </a:solidFill>
                <a:effectLst/>
                <a:uLnTx/>
                <a:uFillTx/>
                <a:latin typeface="Calibri" panose="020F0502020204030204" pitchFamily="34" charset="0"/>
                <a:ea typeface="+mn-ea"/>
                <a:cs typeface="Times New Roman" pitchFamily="18" charset="0"/>
              </a:rPr>
              <a:t>send signals through the nervous system to the brain</a:t>
            </a: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 which identifies the smell.</a:t>
            </a:r>
          </a:p>
          <a:p>
            <a:pPr marL="0" marR="0" lvl="0" indent="0" algn="just" defTabSz="914377" rtl="0" eaLnBrk="1" fontAlgn="base" latinLnBrk="0" hangingPunct="1">
              <a:lnSpc>
                <a:spcPct val="100000"/>
              </a:lnSpc>
              <a:spcBef>
                <a:spcPts val="0"/>
              </a:spcBef>
              <a:spcAft>
                <a:spcPts val="600"/>
              </a:spcAft>
              <a:buClr>
                <a:srgbClr val="5B9BD5"/>
              </a:buClr>
              <a:buSzPct val="70000"/>
              <a:buFont typeface="Wingdings" pitchFamily="2" charset="2"/>
              <a:buNone/>
              <a:tabLst/>
              <a:defRPr/>
            </a:pPr>
            <a:r>
              <a:rPr kumimoji="0" lang="en-US" altLang="en-US" sz="2800" b="1" i="0" u="none" strike="noStrike" kern="1200" cap="none" spc="0" normalizeH="0" baseline="0" noProof="0" dirty="0">
                <a:ln>
                  <a:noFill/>
                </a:ln>
                <a:solidFill>
                  <a:srgbClr val="5B9BD5"/>
                </a:solidFill>
                <a:effectLst/>
                <a:uLnTx/>
                <a:uFillTx/>
                <a:latin typeface="Calibri" panose="020F0502020204030204" pitchFamily="34" charset="0"/>
                <a:ea typeface="+mn-ea"/>
                <a:cs typeface="Times New Roman" pitchFamily="18" charset="0"/>
              </a:rPr>
              <a:t> </a:t>
            </a:r>
            <a:br>
              <a:rPr kumimoji="0" lang="en-US" altLang="en-US" sz="2800" b="1" i="0" u="none" strike="noStrike" kern="1200" cap="none" spc="0" normalizeH="0" baseline="0" noProof="0" dirty="0">
                <a:ln>
                  <a:noFill/>
                </a:ln>
                <a:solidFill>
                  <a:srgbClr val="5B9BD5"/>
                </a:solidFill>
                <a:effectLst/>
                <a:uLnTx/>
                <a:uFillTx/>
                <a:latin typeface="Calibri" panose="020F0502020204030204" pitchFamily="34" charset="0"/>
                <a:ea typeface="+mn-ea"/>
                <a:cs typeface="Times New Roman" pitchFamily="18" charset="0"/>
              </a:rPr>
            </a:br>
            <a:endPar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endParaRPr>
          </a:p>
        </p:txBody>
      </p:sp>
      <p:sp>
        <p:nvSpPr>
          <p:cNvPr id="11" name="Content Placeholder 2"/>
          <p:cNvSpPr txBox="1">
            <a:spLocks/>
          </p:cNvSpPr>
          <p:nvPr/>
        </p:nvSpPr>
        <p:spPr bwMode="auto">
          <a:xfrm>
            <a:off x="6595110" y="5513070"/>
            <a:ext cx="510921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Calibri" panose="020F0502020204030204" pitchFamily="34" charset="0"/>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Calibri" panose="020F0502020204030204" pitchFamily="34" charset="0"/>
                <a:ea typeface="+mn-ea"/>
                <a:cs typeface="+mn-cs"/>
              </a:defRPr>
            </a:lvl2pPr>
            <a:lvl3pPr marL="914400" indent="-182563" algn="l" rtl="0" eaLnBrk="0" fontAlgn="base" hangingPunct="0">
              <a:spcBef>
                <a:spcPct val="20000"/>
              </a:spcBef>
              <a:spcAft>
                <a:spcPct val="0"/>
              </a:spcAft>
              <a:buClr>
                <a:srgbClr val="E0752F"/>
              </a:buClr>
              <a:buSzPct val="60000"/>
              <a:buFont typeface="Wingdings" pitchFamily="2" charset="2"/>
              <a:buChar char=""/>
              <a:defRPr kern="1200">
                <a:solidFill>
                  <a:schemeClr val="tx1"/>
                </a:solidFill>
                <a:latin typeface="Calibri" panose="020F0502020204030204" pitchFamily="34" charset="0"/>
                <a:ea typeface="+mn-ea"/>
                <a:cs typeface="+mn-cs"/>
              </a:defRPr>
            </a:lvl3pPr>
            <a:lvl4pPr marL="1187450" indent="-182563" algn="l" rtl="0" eaLnBrk="0" fontAlgn="base" hangingPunct="0">
              <a:spcBef>
                <a:spcPct val="20000"/>
              </a:spcBef>
              <a:spcAft>
                <a:spcPct val="0"/>
              </a:spcAft>
              <a:buClr>
                <a:srgbClr val="FEC3AE"/>
              </a:buClr>
              <a:buSzPct val="60000"/>
              <a:buFont typeface="Wingdings" pitchFamily="2" charset="2"/>
              <a:buChar char=""/>
              <a:defRPr kern="1200">
                <a:solidFill>
                  <a:schemeClr val="tx1"/>
                </a:solidFill>
                <a:latin typeface="Calibri" panose="020F0502020204030204" pitchFamily="34" charset="0"/>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Calibri" panose="020F0502020204030204" pitchFamily="34" charset="0"/>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marR="0" lvl="0" indent="0" algn="just" defTabSz="914377" rtl="0" eaLnBrk="1" fontAlgn="base" latinLnBrk="0" hangingPunct="1">
              <a:lnSpc>
                <a:spcPct val="100000"/>
              </a:lnSpc>
              <a:spcBef>
                <a:spcPts val="0"/>
              </a:spcBef>
              <a:spcAft>
                <a:spcPts val="600"/>
              </a:spcAft>
              <a:buClr>
                <a:srgbClr val="5B9BD5"/>
              </a:buClr>
              <a:buSzPct val="70000"/>
              <a:buFont typeface="Wingdings" pitchFamily="2" charset="2"/>
              <a:buNone/>
              <a:tabLst/>
              <a:defRPr/>
            </a:pPr>
            <a:r>
              <a:rPr kumimoji="0" lang="en-US" altLang="en-US" sz="1800" b="1" i="1"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Humans can distinguish between hundreds of different smells. </a:t>
            </a:r>
          </a:p>
          <a:p>
            <a:pPr marL="0" marR="0" lvl="0" indent="0" algn="just" defTabSz="914377" rtl="0" eaLnBrk="1" fontAlgn="base" latinLnBrk="0" hangingPunct="1">
              <a:lnSpc>
                <a:spcPct val="100000"/>
              </a:lnSpc>
              <a:spcBef>
                <a:spcPts val="0"/>
              </a:spcBef>
              <a:spcAft>
                <a:spcPts val="600"/>
              </a:spcAft>
              <a:buClr>
                <a:srgbClr val="5B9BD5"/>
              </a:buClr>
              <a:buSzPct val="70000"/>
              <a:buFont typeface="Wingdings" pitchFamily="2" charset="2"/>
              <a:buNone/>
              <a:tabLst/>
              <a:defRPr/>
            </a:pPr>
            <a:r>
              <a:rPr kumimoji="0" lang="en-US" altLang="en-US" sz="1800" b="1" i="1"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Dogs can distinguish between thousands.</a:t>
            </a:r>
          </a:p>
        </p:txBody>
      </p:sp>
    </p:spTree>
    <p:extLst>
      <p:ext uri="{BB962C8B-B14F-4D97-AF65-F5344CB8AC3E}">
        <p14:creationId xmlns:p14="http://schemas.microsoft.com/office/powerpoint/2010/main" val="45449341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8CD60-74D2-43B1-B31A-33B647A727AE}"/>
              </a:ext>
            </a:extLst>
          </p:cNvPr>
          <p:cNvSpPr>
            <a:spLocks noGrp="1"/>
          </p:cNvSpPr>
          <p:nvPr>
            <p:ph type="title"/>
          </p:nvPr>
        </p:nvSpPr>
        <p:spPr>
          <a:xfrm>
            <a:off x="838200" y="136525"/>
            <a:ext cx="10515600" cy="1109345"/>
          </a:xfrm>
        </p:spPr>
        <p:txBody>
          <a:bodyPr/>
          <a:lstStyle/>
          <a:p>
            <a:pPr algn="ctr"/>
            <a:r>
              <a:rPr lang="en-IN" b="1" dirty="0">
                <a:solidFill>
                  <a:schemeClr val="accent1"/>
                </a:solidFill>
                <a:effectLst>
                  <a:outerShdw blurRad="38100" dist="38100" dir="2700000" algn="tl">
                    <a:srgbClr val="000000">
                      <a:alpha val="43137"/>
                    </a:srgbClr>
                  </a:outerShdw>
                </a:effectLst>
              </a:rPr>
              <a:t>Osmoreceptors </a:t>
            </a:r>
            <a:r>
              <a:rPr lang="en-US" altLang="en-US" dirty="0"/>
              <a:t> </a:t>
            </a:r>
            <a:br>
              <a:rPr lang="en-US" altLang="en-US" dirty="0"/>
            </a:br>
            <a:r>
              <a:rPr lang="en-US" altLang="en-US" sz="2800" b="1" u="sng" dirty="0"/>
              <a:t>Detect change in osmotic pressure</a:t>
            </a:r>
            <a:r>
              <a:rPr lang="en-US" altLang="en-US" sz="2800" u="sng" dirty="0"/>
              <a:t>. </a:t>
            </a:r>
            <a:endParaRPr lang="en-IN" u="sng" dirty="0"/>
          </a:p>
        </p:txBody>
      </p:sp>
      <p:sp>
        <p:nvSpPr>
          <p:cNvPr id="3" name="Content Placeholder 2">
            <a:extLst>
              <a:ext uri="{FF2B5EF4-FFF2-40B4-BE49-F238E27FC236}">
                <a16:creationId xmlns:a16="http://schemas.microsoft.com/office/drawing/2014/main" id="{ED5646D6-DE2A-4627-B250-A37AC561B959}"/>
              </a:ext>
            </a:extLst>
          </p:cNvPr>
          <p:cNvSpPr>
            <a:spLocks noGrp="1"/>
          </p:cNvSpPr>
          <p:nvPr>
            <p:ph idx="1"/>
          </p:nvPr>
        </p:nvSpPr>
        <p:spPr>
          <a:xfrm>
            <a:off x="756920" y="1521142"/>
            <a:ext cx="7462520" cy="5017770"/>
          </a:xfrm>
        </p:spPr>
        <p:txBody>
          <a:bodyPr>
            <a:normAutofit lnSpcReduction="10000"/>
          </a:bodyPr>
          <a:lstStyle/>
          <a:p>
            <a:pPr algn="just"/>
            <a:r>
              <a:rPr lang="en-US" sz="3300" dirty="0">
                <a:ea typeface="+mj-ea"/>
                <a:cs typeface="+mj-cs"/>
              </a:rPr>
              <a:t>Located in the </a:t>
            </a:r>
            <a:r>
              <a:rPr lang="en-US" sz="3300" b="1" dirty="0">
                <a:ea typeface="+mj-ea"/>
                <a:cs typeface="+mj-cs"/>
              </a:rPr>
              <a:t>hypothalamus</a:t>
            </a:r>
            <a:r>
              <a:rPr lang="en-US" sz="3300" dirty="0">
                <a:ea typeface="+mj-ea"/>
                <a:cs typeface="+mj-cs"/>
              </a:rPr>
              <a:t> are capable of </a:t>
            </a:r>
            <a:r>
              <a:rPr lang="en-US" sz="3300" b="1" u="sng" dirty="0">
                <a:ea typeface="+mj-ea"/>
                <a:cs typeface="+mj-cs"/>
              </a:rPr>
              <a:t>sensing the concentrations of solutes, particularly sodium ion.</a:t>
            </a:r>
          </a:p>
          <a:p>
            <a:pPr algn="just"/>
            <a:r>
              <a:rPr lang="en-US" sz="3300" dirty="0">
                <a:ea typeface="+mj-ea"/>
                <a:cs typeface="+mj-cs"/>
              </a:rPr>
              <a:t>Monitor the levels of carbon dioxide and oxygen by detecting changes in the pH levels of the cerebral spinal fluid. </a:t>
            </a:r>
          </a:p>
          <a:p>
            <a:pPr algn="just"/>
            <a:r>
              <a:rPr lang="en-US" sz="3300" dirty="0">
                <a:ea typeface="+mj-ea"/>
                <a:cs typeface="+mj-cs"/>
              </a:rPr>
              <a:t>If, for example, your oxygen levels are too low, your osmoreceptors convey a message that triggers an increase in respiration.</a:t>
            </a:r>
          </a:p>
          <a:p>
            <a:pPr algn="just"/>
            <a:endParaRPr lang="en-US" sz="2800" dirty="0"/>
          </a:p>
          <a:p>
            <a:pPr algn="just"/>
            <a:endParaRPr lang="en-IN" sz="2800" dirty="0"/>
          </a:p>
        </p:txBody>
      </p:sp>
      <p:sp>
        <p:nvSpPr>
          <p:cNvPr id="4" name="Slide Number Placeholder 3">
            <a:extLst>
              <a:ext uri="{FF2B5EF4-FFF2-40B4-BE49-F238E27FC236}">
                <a16:creationId xmlns:a16="http://schemas.microsoft.com/office/drawing/2014/main" id="{2E733400-78DF-4DBA-BD41-59651AAC2029}"/>
              </a:ext>
            </a:extLst>
          </p:cNvPr>
          <p:cNvSpPr>
            <a:spLocks noGrp="1"/>
          </p:cNvSpPr>
          <p:nvPr>
            <p:ph type="sldNum" sz="quarter" idx="12"/>
          </p:nvPr>
        </p:nvSpPr>
        <p:spPr/>
        <p:txBody>
          <a:bodyPr/>
          <a:lstStyle/>
          <a:p>
            <a:fld id="{BDCDBBEF-AA6C-4BA6-85B2-A17D7F280E38}" type="slidenum">
              <a:rPr lang="en-US" smtClean="0"/>
              <a:pPr/>
              <a:t>20</a:t>
            </a:fld>
            <a:endParaRPr lang="en-US"/>
          </a:p>
        </p:txBody>
      </p:sp>
      <p:pic>
        <p:nvPicPr>
          <p:cNvPr id="3074" name="Picture 2" descr="Hypothalamus: Structure and functions | Kenhub">
            <a:extLst>
              <a:ext uri="{FF2B5EF4-FFF2-40B4-BE49-F238E27FC236}">
                <a16:creationId xmlns:a16="http://schemas.microsoft.com/office/drawing/2014/main" id="{716CD99F-AF0A-C407-2C19-F02AC90FDC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1245870"/>
            <a:ext cx="3515042" cy="351504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C30AA26F-27B2-CE4B-BCE1-28ED004FB259}"/>
              </a:ext>
            </a:extLst>
          </p:cNvPr>
          <p:cNvCxnSpPr/>
          <p:nvPr/>
        </p:nvCxnSpPr>
        <p:spPr>
          <a:xfrm>
            <a:off x="7254240" y="1798320"/>
            <a:ext cx="2727960" cy="1205071"/>
          </a:xfrm>
          <a:prstGeom prst="straightConnector1">
            <a:avLst/>
          </a:prstGeom>
          <a:ln w="76200">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2243477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ED763-03B0-43E4-A540-443AEDE1D08D}"/>
              </a:ext>
            </a:extLst>
          </p:cNvPr>
          <p:cNvSpPr>
            <a:spLocks noGrp="1"/>
          </p:cNvSpPr>
          <p:nvPr>
            <p:ph type="title"/>
          </p:nvPr>
        </p:nvSpPr>
        <p:spPr>
          <a:xfrm>
            <a:off x="838200" y="136525"/>
            <a:ext cx="10515600" cy="1147126"/>
          </a:xfrm>
        </p:spPr>
        <p:txBody>
          <a:bodyPr>
            <a:normAutofit fontScale="90000"/>
          </a:bodyPr>
          <a:lstStyle/>
          <a:p>
            <a:pPr algn="ctr"/>
            <a:r>
              <a:rPr lang="en-IN" sz="4400" b="1" cap="all" dirty="0">
                <a:solidFill>
                  <a:schemeClr val="accent1"/>
                </a:solidFill>
                <a:effectLst>
                  <a:outerShdw blurRad="38100" dist="38100" dir="2700000" algn="tl">
                    <a:srgbClr val="000000">
                      <a:alpha val="43137"/>
                    </a:srgbClr>
                  </a:outerShdw>
                </a:effectLst>
                <a:highlight>
                  <a:srgbClr val="FFFF00"/>
                </a:highlight>
              </a:rPr>
              <a:t>Photoreception</a:t>
            </a:r>
            <a:br>
              <a:rPr lang="en-IN" sz="4400" b="1" dirty="0">
                <a:solidFill>
                  <a:schemeClr val="accent1"/>
                </a:solidFill>
                <a:effectLst>
                  <a:outerShdw blurRad="38100" dist="38100" dir="2700000" algn="tl">
                    <a:srgbClr val="000000">
                      <a:alpha val="43137"/>
                    </a:srgbClr>
                  </a:outerShdw>
                </a:effectLst>
                <a:highlight>
                  <a:srgbClr val="FFFF00"/>
                </a:highlight>
              </a:rPr>
            </a:br>
            <a:r>
              <a:rPr lang="en-IN" sz="4400" b="1" dirty="0">
                <a:solidFill>
                  <a:schemeClr val="accent1"/>
                </a:solidFill>
                <a:highlight>
                  <a:srgbClr val="FFFF00"/>
                </a:highlight>
              </a:rPr>
              <a:t>(VISION)</a:t>
            </a:r>
          </a:p>
        </p:txBody>
      </p:sp>
      <p:sp>
        <p:nvSpPr>
          <p:cNvPr id="3" name="Content Placeholder 2">
            <a:extLst>
              <a:ext uri="{FF2B5EF4-FFF2-40B4-BE49-F238E27FC236}">
                <a16:creationId xmlns:a16="http://schemas.microsoft.com/office/drawing/2014/main" id="{6F8A583F-46C5-4930-B5C4-A1230DBA1825}"/>
              </a:ext>
            </a:extLst>
          </p:cNvPr>
          <p:cNvSpPr>
            <a:spLocks noGrp="1"/>
          </p:cNvSpPr>
          <p:nvPr>
            <p:ph idx="1"/>
          </p:nvPr>
        </p:nvSpPr>
        <p:spPr>
          <a:xfrm>
            <a:off x="510363" y="1283651"/>
            <a:ext cx="11227981" cy="5437824"/>
          </a:xfrm>
        </p:spPr>
        <p:txBody>
          <a:bodyPr>
            <a:noAutofit/>
          </a:bodyPr>
          <a:lstStyle/>
          <a:p>
            <a:pPr algn="just"/>
            <a:r>
              <a:rPr lang="en-US" altLang="en-US" sz="3200" b="1" dirty="0"/>
              <a:t>Mechanism of light detection.</a:t>
            </a:r>
          </a:p>
          <a:p>
            <a:pPr algn="just"/>
            <a:r>
              <a:rPr lang="en-US" altLang="en-US" sz="3200" b="1" dirty="0"/>
              <a:t>Reception of visual signals</a:t>
            </a:r>
          </a:p>
          <a:p>
            <a:pPr lvl="1" algn="just"/>
            <a:r>
              <a:rPr lang="en-US" altLang="en-US" sz="2800" dirty="0"/>
              <a:t>Light enters the eye &gt;&gt;&gt; Photoreceptors cells stimulated (specialized cells) </a:t>
            </a:r>
          </a:p>
          <a:p>
            <a:pPr lvl="1" algn="just"/>
            <a:r>
              <a:rPr lang="en-US" sz="2800" dirty="0"/>
              <a:t>Three layers: Photoreceptor layer, bipolar cell layer, and ganglion cell layer</a:t>
            </a:r>
          </a:p>
          <a:p>
            <a:pPr lvl="1" algn="just"/>
            <a:r>
              <a:rPr lang="en-US" sz="2800" dirty="0"/>
              <a:t>Two types of cells in photoreceptor layer: </a:t>
            </a:r>
          </a:p>
          <a:p>
            <a:pPr lvl="2" algn="just"/>
            <a:r>
              <a:rPr lang="en-US" sz="2800" b="1" dirty="0"/>
              <a:t>Rods</a:t>
            </a:r>
            <a:r>
              <a:rPr lang="en-US" sz="2800" dirty="0"/>
              <a:t> (allow us to see shades of gray in dim light, like moonlight) </a:t>
            </a:r>
          </a:p>
          <a:p>
            <a:pPr lvl="2" algn="just"/>
            <a:r>
              <a:rPr lang="en-US" sz="2800" b="1" dirty="0"/>
              <a:t>Cones</a:t>
            </a:r>
            <a:r>
              <a:rPr lang="en-US" sz="2800" dirty="0"/>
              <a:t> (stimulated by brighter light- highly acute, color vision)</a:t>
            </a:r>
          </a:p>
        </p:txBody>
      </p:sp>
      <p:sp>
        <p:nvSpPr>
          <p:cNvPr id="4" name="Slide Number Placeholder 3">
            <a:extLst>
              <a:ext uri="{FF2B5EF4-FFF2-40B4-BE49-F238E27FC236}">
                <a16:creationId xmlns:a16="http://schemas.microsoft.com/office/drawing/2014/main" id="{2FD7BBE1-D612-412D-8675-8EC84F3948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410679686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sz="quarter" idx="1"/>
          </p:nvPr>
        </p:nvSpPr>
        <p:spPr>
          <a:xfrm>
            <a:off x="504584" y="1187899"/>
            <a:ext cx="11338227" cy="5533575"/>
          </a:xfrm>
        </p:spPr>
        <p:txBody>
          <a:bodyPr>
            <a:normAutofit lnSpcReduction="10000"/>
          </a:bodyPr>
          <a:lstStyle/>
          <a:p>
            <a:pPr marL="457189" algn="just">
              <a:buFont typeface="+mj-lt"/>
              <a:buAutoNum type="arabicPeriod"/>
            </a:pPr>
            <a:r>
              <a:rPr lang="en-US" altLang="en-US" b="1" dirty="0">
                <a:cs typeface="Times New Roman" pitchFamily="18" charset="0"/>
              </a:rPr>
              <a:t>Light (stimulus) from the object enters the eye.</a:t>
            </a:r>
          </a:p>
          <a:p>
            <a:pPr marL="457189" algn="just">
              <a:buFont typeface="+mj-lt"/>
              <a:buAutoNum type="arabicPeriod"/>
            </a:pPr>
            <a:r>
              <a:rPr lang="en-US" altLang="en-US" b="1" dirty="0">
                <a:cs typeface="Times New Roman" pitchFamily="18" charset="0"/>
              </a:rPr>
              <a:t>Light sensors convert (transduce) light into an electrical signal.</a:t>
            </a:r>
          </a:p>
          <a:p>
            <a:pPr marL="457189" algn="just">
              <a:buFont typeface="+mj-lt"/>
              <a:buAutoNum type="arabicPeriod"/>
            </a:pPr>
            <a:r>
              <a:rPr lang="en-US" altLang="en-US" b="1" dirty="0">
                <a:cs typeface="Times New Roman" pitchFamily="18" charset="0"/>
              </a:rPr>
              <a:t>This electrical signal passes through the optic nerve, which relays the information to the visual cortex.</a:t>
            </a:r>
          </a:p>
          <a:p>
            <a:pPr marL="457189" algn="just">
              <a:buFont typeface="+mj-lt"/>
              <a:buAutoNum type="arabicPeriod"/>
            </a:pPr>
            <a:r>
              <a:rPr lang="en-US" altLang="en-US" b="1" dirty="0">
                <a:cs typeface="Times New Roman" pitchFamily="18" charset="0"/>
              </a:rPr>
              <a:t>The visual cortex processes this information and “recognizes” the object seen.</a:t>
            </a:r>
          </a:p>
          <a:p>
            <a:pPr marL="457189" algn="just">
              <a:buFont typeface="+mj-lt"/>
              <a:buAutoNum type="arabicPeriod"/>
            </a:pPr>
            <a:r>
              <a:rPr lang="en-US" sz="2400" b="1" dirty="0">
                <a:cs typeface="Times New Roman" pitchFamily="18" charset="0"/>
              </a:rPr>
              <a:t>Cones and rods </a:t>
            </a:r>
            <a:r>
              <a:rPr lang="en-US" sz="2400" b="1" dirty="0">
                <a:solidFill>
                  <a:schemeClr val="accent1"/>
                </a:solidFill>
                <a:cs typeface="Times New Roman" pitchFamily="18" charset="0"/>
              </a:rPr>
              <a:t>send signals </a:t>
            </a:r>
            <a:r>
              <a:rPr lang="en-US" sz="2400" b="1" dirty="0">
                <a:cs typeface="Times New Roman" pitchFamily="18" charset="0"/>
              </a:rPr>
              <a:t>through the </a:t>
            </a:r>
            <a:r>
              <a:rPr lang="en-US" sz="2400" b="1" dirty="0">
                <a:solidFill>
                  <a:schemeClr val="accent1"/>
                </a:solidFill>
                <a:cs typeface="Times New Roman" pitchFamily="18" charset="0"/>
              </a:rPr>
              <a:t>optic nerve </a:t>
            </a:r>
            <a:r>
              <a:rPr lang="en-US" sz="2400" b="1" dirty="0">
                <a:cs typeface="Times New Roman" pitchFamily="18" charset="0"/>
              </a:rPr>
              <a:t>to the brain. </a:t>
            </a:r>
          </a:p>
          <a:p>
            <a:pPr marL="457189" algn="just">
              <a:buFont typeface="+mj-lt"/>
              <a:buAutoNum type="arabicPeriod"/>
            </a:pPr>
            <a:r>
              <a:rPr lang="en-US" sz="2400" b="1" u="sng" dirty="0">
                <a:solidFill>
                  <a:srgbClr val="FF0000"/>
                </a:solidFill>
                <a:cs typeface="Times New Roman" pitchFamily="18" charset="0"/>
              </a:rPr>
              <a:t>Millions </a:t>
            </a:r>
            <a:r>
              <a:rPr lang="en-US" sz="2400" b="1" u="sng" dirty="0">
                <a:cs typeface="Times New Roman" pitchFamily="18" charset="0"/>
              </a:rPr>
              <a:t>of rods and cones are present in each of your eyes, and they send their signals to the visual cortex of your brain.</a:t>
            </a:r>
          </a:p>
          <a:p>
            <a:pPr marL="457189" algn="just">
              <a:buFont typeface="+mj-lt"/>
              <a:buAutoNum type="arabicPeriod"/>
            </a:pPr>
            <a:endParaRPr lang="en-US" b="1" dirty="0">
              <a:cs typeface="Times New Roman" pitchFamily="18" charset="0"/>
            </a:endParaRPr>
          </a:p>
          <a:p>
            <a:pPr marL="228589" indent="0" algn="just">
              <a:buNone/>
            </a:pPr>
            <a:endParaRPr lang="en-US" sz="2400" b="1" dirty="0">
              <a:cs typeface="Times New Roman" pitchFamily="18" charset="0"/>
            </a:endParaRPr>
          </a:p>
          <a:p>
            <a:pPr marL="274313" indent="-274313" algn="just">
              <a:buFont typeface="Wingdings 3"/>
              <a:buChar char=""/>
              <a:defRPr/>
            </a:pPr>
            <a:r>
              <a:rPr lang="en-US" sz="2400" b="1" dirty="0">
                <a:solidFill>
                  <a:srgbClr val="7030A0"/>
                </a:solidFill>
                <a:cs typeface="Times New Roman" pitchFamily="18" charset="0"/>
              </a:rPr>
              <a:t>Rods</a:t>
            </a:r>
            <a:r>
              <a:rPr lang="en-US" sz="2400" b="1" dirty="0">
                <a:solidFill>
                  <a:schemeClr val="accent1"/>
                </a:solidFill>
                <a:cs typeface="Times New Roman" pitchFamily="18" charset="0"/>
              </a:rPr>
              <a:t> </a:t>
            </a:r>
            <a:r>
              <a:rPr lang="en-US" sz="2400" b="1" dirty="0">
                <a:cs typeface="Times New Roman" pitchFamily="18" charset="0"/>
              </a:rPr>
              <a:t>cannot distinguish colors, but are responsible for low-light black-and-white vision.</a:t>
            </a:r>
          </a:p>
          <a:p>
            <a:pPr marL="274313" indent="-274313" algn="just">
              <a:buFont typeface="Wingdings 3"/>
              <a:buChar char=""/>
              <a:defRPr/>
            </a:pPr>
            <a:r>
              <a:rPr lang="en-US" sz="2400" b="1" dirty="0">
                <a:solidFill>
                  <a:srgbClr val="7030A0"/>
                </a:solidFill>
                <a:cs typeface="Times New Roman" pitchFamily="18" charset="0"/>
              </a:rPr>
              <a:t>Cones</a:t>
            </a:r>
            <a:r>
              <a:rPr lang="en-US" sz="2400" b="1" dirty="0">
                <a:solidFill>
                  <a:schemeClr val="accent1"/>
                </a:solidFill>
                <a:cs typeface="Times New Roman" pitchFamily="18" charset="0"/>
              </a:rPr>
              <a:t> </a:t>
            </a:r>
            <a:r>
              <a:rPr lang="en-US" sz="2400" b="1" dirty="0">
                <a:cs typeface="Times New Roman" pitchFamily="18" charset="0"/>
              </a:rPr>
              <a:t>are responsible for color vision. </a:t>
            </a:r>
          </a:p>
          <a:p>
            <a:pPr marL="457189" algn="just">
              <a:buFont typeface="+mj-lt"/>
              <a:buAutoNum type="arabicPeriod"/>
            </a:pPr>
            <a:endParaRPr lang="en-US" sz="2400" b="1" dirty="0">
              <a:cs typeface="Times New Roman" pitchFamily="18" charset="0"/>
            </a:endParaRPr>
          </a:p>
          <a:p>
            <a:pPr marL="228589" indent="0" algn="just">
              <a:buNone/>
            </a:pPr>
            <a:endParaRPr lang="en-US" altLang="en-US" dirty="0">
              <a:cs typeface="Times New Roman" pitchFamily="18" charset="0"/>
            </a:endParaRPr>
          </a:p>
        </p:txBody>
      </p:sp>
      <p:sp>
        <p:nvSpPr>
          <p:cNvPr id="17413"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9AA38551-5B54-45F2-8F35-BBA980CDBB4D}" type="slidenum">
              <a:rPr lang="en-US" altLang="en-US" smtClean="0">
                <a:solidFill>
                  <a:srgbClr val="FFFFFF"/>
                </a:solidFill>
              </a:rPr>
              <a:pPr eaLnBrk="1" hangingPunct="1"/>
              <a:t>22</a:t>
            </a:fld>
            <a:endParaRPr lang="en-US" altLang="en-US">
              <a:solidFill>
                <a:srgbClr val="FFFFFF"/>
              </a:solidFill>
            </a:endParaRPr>
          </a:p>
        </p:txBody>
      </p:sp>
      <p:sp>
        <p:nvSpPr>
          <p:cNvPr id="7" name="Title 1"/>
          <p:cNvSpPr txBox="1">
            <a:spLocks/>
          </p:cNvSpPr>
          <p:nvPr/>
        </p:nvSpPr>
        <p:spPr>
          <a:xfrm>
            <a:off x="1314450" y="471937"/>
            <a:ext cx="10241279" cy="71596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3600" b="1" cap="none" dirty="0">
                <a:solidFill>
                  <a:schemeClr val="accent1"/>
                </a:solidFill>
                <a:latin typeface="+mj-lt"/>
              </a:rPr>
              <a:t>Vision: How does the brain understand what we see?</a:t>
            </a:r>
          </a:p>
        </p:txBody>
      </p:sp>
    </p:spTree>
    <p:extLst>
      <p:ext uri="{BB962C8B-B14F-4D97-AF65-F5344CB8AC3E}">
        <p14:creationId xmlns:p14="http://schemas.microsoft.com/office/powerpoint/2010/main" val="355323990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ED763-03B0-43E4-A540-443AEDE1D08D}"/>
              </a:ext>
            </a:extLst>
          </p:cNvPr>
          <p:cNvSpPr>
            <a:spLocks noGrp="1"/>
          </p:cNvSpPr>
          <p:nvPr>
            <p:ph type="title"/>
          </p:nvPr>
        </p:nvSpPr>
        <p:spPr>
          <a:xfrm>
            <a:off x="838200" y="136525"/>
            <a:ext cx="10515600" cy="1147126"/>
          </a:xfrm>
        </p:spPr>
        <p:txBody>
          <a:bodyPr>
            <a:normAutofit/>
          </a:bodyPr>
          <a:lstStyle/>
          <a:p>
            <a:pPr algn="ctr"/>
            <a:r>
              <a:rPr lang="en-IN" sz="4400" b="1" cap="all" dirty="0">
                <a:solidFill>
                  <a:schemeClr val="accent1"/>
                </a:solidFill>
                <a:effectLst>
                  <a:outerShdw blurRad="38100" dist="38100" dir="2700000" algn="tl">
                    <a:srgbClr val="000000">
                      <a:alpha val="43137"/>
                    </a:srgbClr>
                  </a:outerShdw>
                </a:effectLst>
              </a:rPr>
              <a:t>Mechanoreception</a:t>
            </a:r>
            <a:endParaRPr lang="en-IN" sz="4400" b="1" cap="all" dirty="0">
              <a:solidFill>
                <a:schemeClr val="accent1"/>
              </a:solidFill>
            </a:endParaRPr>
          </a:p>
        </p:txBody>
      </p:sp>
      <p:sp>
        <p:nvSpPr>
          <p:cNvPr id="3" name="Content Placeholder 2">
            <a:extLst>
              <a:ext uri="{FF2B5EF4-FFF2-40B4-BE49-F238E27FC236}">
                <a16:creationId xmlns:a16="http://schemas.microsoft.com/office/drawing/2014/main" id="{6F8A583F-46C5-4930-B5C4-A1230DBA1825}"/>
              </a:ext>
            </a:extLst>
          </p:cNvPr>
          <p:cNvSpPr>
            <a:spLocks noGrp="1"/>
          </p:cNvSpPr>
          <p:nvPr>
            <p:ph idx="1"/>
          </p:nvPr>
        </p:nvSpPr>
        <p:spPr>
          <a:xfrm>
            <a:off x="1063256" y="1283651"/>
            <a:ext cx="9431079" cy="4340972"/>
          </a:xfrm>
        </p:spPr>
        <p:txBody>
          <a:bodyPr>
            <a:noAutofit/>
          </a:bodyPr>
          <a:lstStyle/>
          <a:p>
            <a:pPr algn="just"/>
            <a:r>
              <a:rPr lang="en-US" altLang="en-US" sz="3200" b="1" dirty="0"/>
              <a:t>Mechanoreceptors</a:t>
            </a:r>
          </a:p>
          <a:p>
            <a:pPr algn="just"/>
            <a:r>
              <a:rPr lang="en-US" dirty="0">
                <a:solidFill>
                  <a:srgbClr val="040C28"/>
                </a:solidFill>
                <a:latin typeface="Google Sans"/>
              </a:rPr>
              <a:t>A</a:t>
            </a:r>
            <a:r>
              <a:rPr lang="en-US" sz="2400" b="0" i="0" dirty="0">
                <a:solidFill>
                  <a:srgbClr val="040C28"/>
                </a:solidFill>
                <a:effectLst/>
                <a:latin typeface="Google Sans"/>
              </a:rPr>
              <a:t>bility to </a:t>
            </a:r>
            <a:r>
              <a:rPr lang="en-US" sz="2400" b="0" i="0" u="sng" dirty="0">
                <a:solidFill>
                  <a:srgbClr val="040C28"/>
                </a:solidFill>
                <a:effectLst/>
                <a:latin typeface="Google Sans"/>
              </a:rPr>
              <a:t>detect and respond to certain kinds of stimuli</a:t>
            </a:r>
            <a:r>
              <a:rPr lang="en-US" sz="2400" b="0" i="0" dirty="0">
                <a:solidFill>
                  <a:srgbClr val="040C28"/>
                </a:solidFill>
                <a:effectLst/>
                <a:latin typeface="Google Sans"/>
              </a:rPr>
              <a:t>—notably touch, sound, and changes in pressure or posture—in its environment</a:t>
            </a:r>
            <a:r>
              <a:rPr lang="en-US" sz="2400" b="0" i="0" dirty="0">
                <a:solidFill>
                  <a:srgbClr val="202124"/>
                </a:solidFill>
                <a:effectLst/>
                <a:latin typeface="Google Sans"/>
              </a:rPr>
              <a:t>.</a:t>
            </a:r>
            <a:endParaRPr lang="en-US" altLang="en-US" sz="3200" b="1" dirty="0"/>
          </a:p>
          <a:p>
            <a:r>
              <a:rPr lang="en-US" altLang="en-US" sz="3200" dirty="0"/>
              <a:t>Detection of Mechanical Energy and Force</a:t>
            </a:r>
          </a:p>
          <a:p>
            <a:pPr>
              <a:lnSpc>
                <a:spcPct val="200000"/>
              </a:lnSpc>
              <a:buFont typeface="Wingdings" panose="05000000000000000000" pitchFamily="2" charset="2"/>
              <a:buNone/>
            </a:pPr>
            <a:r>
              <a:rPr lang="en-US" altLang="en-US" sz="3200" dirty="0"/>
              <a:t>    – </a:t>
            </a:r>
            <a:r>
              <a:rPr lang="en-US" altLang="en-US" sz="2800" dirty="0"/>
              <a:t>Tactile (touch and pressure)</a:t>
            </a:r>
          </a:p>
          <a:p>
            <a:pPr>
              <a:lnSpc>
                <a:spcPct val="200000"/>
              </a:lnSpc>
              <a:buFont typeface="Wingdings" panose="05000000000000000000" pitchFamily="2" charset="2"/>
              <a:buNone/>
            </a:pPr>
            <a:r>
              <a:rPr lang="en-US" altLang="en-US" sz="2800" dirty="0"/>
              <a:t>    – Vibrations (sound)</a:t>
            </a:r>
          </a:p>
          <a:p>
            <a:pPr algn="just"/>
            <a:endParaRPr lang="en-US" altLang="en-US" sz="3200" b="1" dirty="0"/>
          </a:p>
          <a:p>
            <a:pPr algn="just"/>
            <a:endParaRPr lang="en-US" altLang="en-US" sz="3200" b="1" dirty="0"/>
          </a:p>
          <a:p>
            <a:pPr algn="just"/>
            <a:endParaRPr lang="en-US" altLang="en-US" sz="3200" dirty="0"/>
          </a:p>
        </p:txBody>
      </p:sp>
      <p:sp>
        <p:nvSpPr>
          <p:cNvPr id="4" name="Slide Number Placeholder 3">
            <a:extLst>
              <a:ext uri="{FF2B5EF4-FFF2-40B4-BE49-F238E27FC236}">
                <a16:creationId xmlns:a16="http://schemas.microsoft.com/office/drawing/2014/main" id="{2FD7BBE1-D612-412D-8675-8EC84F394875}"/>
              </a:ext>
            </a:extLst>
          </p:cNvPr>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p14="http://schemas.microsoft.com/office/powerpoint/2010/main" val="232286747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AE4F9-20A8-4CD2-BC80-FE1140997250}"/>
              </a:ext>
            </a:extLst>
          </p:cNvPr>
          <p:cNvSpPr>
            <a:spLocks noGrp="1"/>
          </p:cNvSpPr>
          <p:nvPr>
            <p:ph type="title"/>
          </p:nvPr>
        </p:nvSpPr>
        <p:spPr>
          <a:xfrm>
            <a:off x="838200" y="136525"/>
            <a:ext cx="10515600" cy="1107485"/>
          </a:xfrm>
        </p:spPr>
        <p:txBody>
          <a:bodyPr>
            <a:normAutofit fontScale="90000"/>
          </a:bodyPr>
          <a:lstStyle/>
          <a:p>
            <a:pPr algn="ctr"/>
            <a:r>
              <a:rPr lang="en-US" altLang="en-US" sz="4400" b="1" dirty="0">
                <a:solidFill>
                  <a:schemeClr val="accent1"/>
                </a:solidFill>
                <a:effectLst>
                  <a:outerShdw blurRad="38100" dist="38100" dir="2700000" algn="tl">
                    <a:srgbClr val="000000">
                      <a:alpha val="43137"/>
                    </a:srgbClr>
                  </a:outerShdw>
                </a:effectLst>
              </a:rPr>
              <a:t>Tactile </a:t>
            </a:r>
            <a:br>
              <a:rPr lang="en-US" altLang="en-US" sz="4400" b="1" dirty="0">
                <a:solidFill>
                  <a:schemeClr val="accent1"/>
                </a:solidFill>
                <a:effectLst>
                  <a:outerShdw blurRad="38100" dist="38100" dir="2700000" algn="tl">
                    <a:srgbClr val="000000">
                      <a:alpha val="43137"/>
                    </a:srgbClr>
                  </a:outerShdw>
                </a:effectLst>
              </a:rPr>
            </a:br>
            <a:r>
              <a:rPr lang="en-US" altLang="en-US" sz="4000" b="1" dirty="0">
                <a:solidFill>
                  <a:schemeClr val="accent1"/>
                </a:solidFill>
              </a:rPr>
              <a:t>(Touch)</a:t>
            </a:r>
            <a:endParaRPr lang="en-IN" sz="4000" b="1" dirty="0">
              <a:solidFill>
                <a:schemeClr val="accent1"/>
              </a:solidFill>
            </a:endParaRPr>
          </a:p>
        </p:txBody>
      </p:sp>
      <p:sp>
        <p:nvSpPr>
          <p:cNvPr id="3" name="Content Placeholder 2">
            <a:extLst>
              <a:ext uri="{FF2B5EF4-FFF2-40B4-BE49-F238E27FC236}">
                <a16:creationId xmlns:a16="http://schemas.microsoft.com/office/drawing/2014/main" id="{1B7B69A5-2607-4C7C-ADBD-10D055288709}"/>
              </a:ext>
            </a:extLst>
          </p:cNvPr>
          <p:cNvSpPr>
            <a:spLocks noGrp="1"/>
          </p:cNvSpPr>
          <p:nvPr>
            <p:ph idx="1"/>
          </p:nvPr>
        </p:nvSpPr>
        <p:spPr>
          <a:xfrm>
            <a:off x="350874" y="1467293"/>
            <a:ext cx="6741042" cy="5254182"/>
          </a:xfrm>
        </p:spPr>
        <p:txBody>
          <a:bodyPr>
            <a:normAutofit/>
          </a:bodyPr>
          <a:lstStyle/>
          <a:p>
            <a:pPr algn="just"/>
            <a:r>
              <a:rPr lang="en-US" altLang="en-US" sz="2800" dirty="0"/>
              <a:t>Touch is an </a:t>
            </a:r>
            <a:r>
              <a:rPr lang="en-US" altLang="en-US" sz="2800" b="1" dirty="0"/>
              <a:t>important sense </a:t>
            </a:r>
            <a:r>
              <a:rPr lang="en-US" altLang="en-US" sz="2800" dirty="0"/>
              <a:t>because it </a:t>
            </a:r>
            <a:r>
              <a:rPr lang="en-US" altLang="en-US" sz="2800" b="1" dirty="0"/>
              <a:t>provides important information about</a:t>
            </a:r>
            <a:r>
              <a:rPr lang="en-US" altLang="en-US" sz="2800" dirty="0"/>
              <a:t>:</a:t>
            </a:r>
          </a:p>
          <a:p>
            <a:pPr lvl="1" algn="just"/>
            <a:r>
              <a:rPr lang="en-US" altLang="en-US" sz="2800" dirty="0"/>
              <a:t>Proximity of food</a:t>
            </a:r>
          </a:p>
          <a:p>
            <a:pPr lvl="1" algn="just"/>
            <a:r>
              <a:rPr lang="en-US" altLang="en-US" sz="2800" dirty="0"/>
              <a:t>Predators</a:t>
            </a:r>
          </a:p>
          <a:p>
            <a:pPr lvl="1" algn="just"/>
            <a:r>
              <a:rPr lang="en-US" altLang="en-US" sz="2800" dirty="0"/>
              <a:t>Environmental features</a:t>
            </a:r>
          </a:p>
          <a:p>
            <a:pPr marL="180975" lvl="0" indent="-180975"/>
            <a:r>
              <a:rPr lang="en-US" sz="2800" b="1" dirty="0"/>
              <a:t>Tactile Sensations (Mechanoreceptors)</a:t>
            </a:r>
            <a:endParaRPr lang="en-US" sz="2800" dirty="0"/>
          </a:p>
          <a:p>
            <a:pPr marL="180975" indent="-180975"/>
            <a:r>
              <a:rPr lang="en-US" sz="2800" dirty="0"/>
              <a:t>Touch, pressure, vibration</a:t>
            </a:r>
          </a:p>
          <a:p>
            <a:pPr marL="180975" indent="-180975"/>
            <a:r>
              <a:rPr lang="en-US" sz="2800" dirty="0"/>
              <a:t>Itch and tickle</a:t>
            </a:r>
          </a:p>
          <a:p>
            <a:pPr marL="638175" lvl="1" indent="-180975"/>
            <a:endParaRPr lang="en-US" sz="2800" dirty="0"/>
          </a:p>
          <a:p>
            <a:pPr marL="638175" lvl="1" indent="-180975"/>
            <a:r>
              <a:rPr lang="en-US" sz="2800" dirty="0"/>
              <a:t>Detected by nerve endings</a:t>
            </a:r>
          </a:p>
          <a:p>
            <a:pPr algn="just"/>
            <a:endParaRPr lang="en-IN" sz="2800" dirty="0"/>
          </a:p>
        </p:txBody>
      </p:sp>
      <p:sp>
        <p:nvSpPr>
          <p:cNvPr id="4" name="Slide Number Placeholder 3">
            <a:extLst>
              <a:ext uri="{FF2B5EF4-FFF2-40B4-BE49-F238E27FC236}">
                <a16:creationId xmlns:a16="http://schemas.microsoft.com/office/drawing/2014/main" id="{4252B376-0D5E-4E86-8381-63A142BFEB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pic>
        <p:nvPicPr>
          <p:cNvPr id="5" name="Picture 8" descr="http://www.nlm.nih.gov/medlineplus/images/itching.jpg">
            <a:extLst>
              <a:ext uri="{FF2B5EF4-FFF2-40B4-BE49-F238E27FC236}">
                <a16:creationId xmlns:a16="http://schemas.microsoft.com/office/drawing/2014/main" id="{BE4A8E97-50B0-46F2-8C40-C56F917582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976" b="15896"/>
          <a:stretch/>
        </p:blipFill>
        <p:spPr bwMode="auto">
          <a:xfrm>
            <a:off x="7279239" y="5213566"/>
            <a:ext cx="2247538" cy="157617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http://www.todayifoundout.com/wp-content/uploads/2010/08/tickling.jpg">
            <a:extLst>
              <a:ext uri="{FF2B5EF4-FFF2-40B4-BE49-F238E27FC236}">
                <a16:creationId xmlns:a16="http://schemas.microsoft.com/office/drawing/2014/main" id="{FBBB5AEA-2E1E-4437-B770-662935E1DE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5423" y="5215399"/>
            <a:ext cx="2520812" cy="157250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upload.wikimedia.org/wikipedia/commons/thumb/5/50/Bashar_al-Assad_under_pressure.gif/852px-Bashar_al-Assad_under_pressure.gif">
            <a:extLst>
              <a:ext uri="{FF2B5EF4-FFF2-40B4-BE49-F238E27FC236}">
                <a16:creationId xmlns:a16="http://schemas.microsoft.com/office/drawing/2014/main" id="{28BA1A7D-F9A7-42CF-B21A-196675C450F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79240" y="2861258"/>
            <a:ext cx="2247537" cy="2286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www.sorbothane.com/blog/wp-content/uploads/2011/03/vibration-protection.jpg">
            <a:extLst>
              <a:ext uri="{FF2B5EF4-FFF2-40B4-BE49-F238E27FC236}">
                <a16:creationId xmlns:a16="http://schemas.microsoft.com/office/drawing/2014/main" id="{9865CA6E-34D7-4BB3-9545-084BB2AEC8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55424" y="2861259"/>
            <a:ext cx="2505212" cy="228599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A78A761-0B46-4E2F-AF7F-78C71D748B01}"/>
              </a:ext>
            </a:extLst>
          </p:cNvPr>
          <p:cNvPicPr>
            <a:picLocks noChangeAspect="1"/>
          </p:cNvPicPr>
          <p:nvPr/>
        </p:nvPicPr>
        <p:blipFill>
          <a:blip r:embed="rId6"/>
          <a:stretch>
            <a:fillRect/>
          </a:stretch>
        </p:blipFill>
        <p:spPr>
          <a:xfrm>
            <a:off x="8408579" y="498476"/>
            <a:ext cx="2247537" cy="2308522"/>
          </a:xfrm>
          <a:prstGeom prst="rect">
            <a:avLst/>
          </a:prstGeom>
        </p:spPr>
      </p:pic>
    </p:spTree>
    <p:extLst>
      <p:ext uri="{BB962C8B-B14F-4D97-AF65-F5344CB8AC3E}">
        <p14:creationId xmlns:p14="http://schemas.microsoft.com/office/powerpoint/2010/main" val="10386901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6">
            <a:extLst>
              <a:ext uri="{FF2B5EF4-FFF2-40B4-BE49-F238E27FC236}">
                <a16:creationId xmlns:a16="http://schemas.microsoft.com/office/drawing/2014/main" id="{EF798E31-CEF4-4165-8984-F0CF03E0679B}"/>
              </a:ext>
            </a:extLst>
          </p:cNvPr>
          <p:cNvSpPr>
            <a:spLocks noGrp="1" noChangeArrowheads="1"/>
          </p:cNvSpPr>
          <p:nvPr>
            <p:ph type="title"/>
          </p:nvPr>
        </p:nvSpPr>
        <p:spPr>
          <a:xfrm>
            <a:off x="838200" y="365125"/>
            <a:ext cx="10515600" cy="928505"/>
          </a:xfrm>
        </p:spPr>
        <p:txBody>
          <a:bodyPr/>
          <a:lstStyle/>
          <a:p>
            <a:pPr algn="ctr"/>
            <a:r>
              <a:rPr lang="en-US" altLang="en-US" dirty="0">
                <a:solidFill>
                  <a:schemeClr val="accent1"/>
                </a:solidFill>
              </a:rPr>
              <a:t>General senses in the skin</a:t>
            </a:r>
          </a:p>
        </p:txBody>
      </p:sp>
      <p:pic>
        <p:nvPicPr>
          <p:cNvPr id="28677" name="Picture 5">
            <a:hlinkClick r:id="rId3"/>
            <a:extLst>
              <a:ext uri="{FF2B5EF4-FFF2-40B4-BE49-F238E27FC236}">
                <a16:creationId xmlns:a16="http://schemas.microsoft.com/office/drawing/2014/main" id="{75F7322E-1455-4416-96BB-46599E12F2B5}"/>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2057400" y="1456657"/>
            <a:ext cx="8305800" cy="4648200"/>
          </a:xfr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80" name="Rectangle 8">
            <a:extLst>
              <a:ext uri="{FF2B5EF4-FFF2-40B4-BE49-F238E27FC236}">
                <a16:creationId xmlns:a16="http://schemas.microsoft.com/office/drawing/2014/main" id="{2CB955F3-151F-4540-9690-41A2DFFE19E8}"/>
              </a:ext>
            </a:extLst>
          </p:cNvPr>
          <p:cNvSpPr>
            <a:spLocks noChangeArrowheads="1"/>
          </p:cNvSpPr>
          <p:nvPr/>
        </p:nvSpPr>
        <p:spPr bwMode="auto">
          <a:xfrm>
            <a:off x="4724400" y="1532857"/>
            <a:ext cx="1371600" cy="3048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mbria" panose="02040503050406030204"/>
              <a:ea typeface="+mn-ea"/>
              <a:cs typeface="+mn-cs"/>
            </a:endParaRPr>
          </a:p>
        </p:txBody>
      </p:sp>
      <p:sp>
        <p:nvSpPr>
          <p:cNvPr id="28681" name="Rectangle 9">
            <a:extLst>
              <a:ext uri="{FF2B5EF4-FFF2-40B4-BE49-F238E27FC236}">
                <a16:creationId xmlns:a16="http://schemas.microsoft.com/office/drawing/2014/main" id="{16D5DF46-30F4-4EC2-A91E-06692A6177CF}"/>
              </a:ext>
            </a:extLst>
          </p:cNvPr>
          <p:cNvSpPr>
            <a:spLocks noChangeArrowheads="1"/>
          </p:cNvSpPr>
          <p:nvPr/>
        </p:nvSpPr>
        <p:spPr bwMode="auto">
          <a:xfrm>
            <a:off x="2286000" y="2675857"/>
            <a:ext cx="1524000" cy="6858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mbria" panose="02040503050406030204"/>
              <a:ea typeface="+mn-ea"/>
              <a:cs typeface="+mn-cs"/>
            </a:endParaRPr>
          </a:p>
        </p:txBody>
      </p:sp>
      <p:sp>
        <p:nvSpPr>
          <p:cNvPr id="28682" name="Rectangle 10">
            <a:extLst>
              <a:ext uri="{FF2B5EF4-FFF2-40B4-BE49-F238E27FC236}">
                <a16:creationId xmlns:a16="http://schemas.microsoft.com/office/drawing/2014/main" id="{6CBC57A8-9A1B-4742-B565-19CAFC179EE5}"/>
              </a:ext>
            </a:extLst>
          </p:cNvPr>
          <p:cNvSpPr>
            <a:spLocks noChangeArrowheads="1"/>
          </p:cNvSpPr>
          <p:nvPr/>
        </p:nvSpPr>
        <p:spPr bwMode="auto">
          <a:xfrm>
            <a:off x="4953000" y="5647657"/>
            <a:ext cx="1676400" cy="3048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mbria" panose="02040503050406030204"/>
              <a:ea typeface="+mn-ea"/>
              <a:cs typeface="+mn-cs"/>
            </a:endParaRPr>
          </a:p>
        </p:txBody>
      </p:sp>
      <p:sp>
        <p:nvSpPr>
          <p:cNvPr id="28683" name="Rectangle 11">
            <a:extLst>
              <a:ext uri="{FF2B5EF4-FFF2-40B4-BE49-F238E27FC236}">
                <a16:creationId xmlns:a16="http://schemas.microsoft.com/office/drawing/2014/main" id="{4910DBA9-B445-406E-9ED2-C3C029C5D920}"/>
              </a:ext>
            </a:extLst>
          </p:cNvPr>
          <p:cNvSpPr>
            <a:spLocks noChangeArrowheads="1"/>
          </p:cNvSpPr>
          <p:nvPr/>
        </p:nvSpPr>
        <p:spPr bwMode="auto">
          <a:xfrm>
            <a:off x="7924800" y="5114257"/>
            <a:ext cx="1219200" cy="2286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mbria" panose="02040503050406030204"/>
              <a:ea typeface="+mn-ea"/>
              <a:cs typeface="+mn-cs"/>
            </a:endParaRPr>
          </a:p>
        </p:txBody>
      </p:sp>
      <p:sp>
        <p:nvSpPr>
          <p:cNvPr id="28684" name="Rectangle 12">
            <a:extLst>
              <a:ext uri="{FF2B5EF4-FFF2-40B4-BE49-F238E27FC236}">
                <a16:creationId xmlns:a16="http://schemas.microsoft.com/office/drawing/2014/main" id="{0BF5DE61-0D9B-49C6-B2DA-AD959EDB6F19}"/>
              </a:ext>
            </a:extLst>
          </p:cNvPr>
          <p:cNvSpPr>
            <a:spLocks noChangeArrowheads="1"/>
          </p:cNvSpPr>
          <p:nvPr/>
        </p:nvSpPr>
        <p:spPr bwMode="auto">
          <a:xfrm>
            <a:off x="8534400" y="2904457"/>
            <a:ext cx="1905000" cy="2286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Verdana" panose="020B0604030504040204" pitchFamily="34" charset="0"/>
                <a:ea typeface="+mn-ea"/>
                <a:cs typeface="Arial" panose="020B0604020202020204" pitchFamily="34" charset="0"/>
              </a:rPr>
              <a:t>Touch Receptor</a:t>
            </a:r>
          </a:p>
        </p:txBody>
      </p:sp>
      <p:sp>
        <p:nvSpPr>
          <p:cNvPr id="28685" name="Text Box 13">
            <a:extLst>
              <a:ext uri="{FF2B5EF4-FFF2-40B4-BE49-F238E27FC236}">
                <a16:creationId xmlns:a16="http://schemas.microsoft.com/office/drawing/2014/main" id="{666F4D68-0558-4770-8AC2-D8EE20881C4C}"/>
              </a:ext>
            </a:extLst>
          </p:cNvPr>
          <p:cNvSpPr txBox="1">
            <a:spLocks noChangeArrowheads="1"/>
          </p:cNvSpPr>
          <p:nvPr/>
        </p:nvSpPr>
        <p:spPr bwMode="auto">
          <a:xfrm>
            <a:off x="4747435" y="1522226"/>
            <a:ext cx="1447800" cy="307777"/>
          </a:xfrm>
          <a:prstGeom prst="rect">
            <a:avLst/>
          </a:prstGeom>
          <a:noFill/>
          <a:ln>
            <a:noFill/>
          </a:ln>
          <a:effec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Verdana" panose="020B0604030504040204" pitchFamily="34" charset="0"/>
                <a:ea typeface="+mn-ea"/>
                <a:cs typeface="Arial" panose="020B0604020202020204" pitchFamily="34" charset="0"/>
              </a:rPr>
              <a:t>Pain Receptor</a:t>
            </a:r>
          </a:p>
        </p:txBody>
      </p:sp>
      <p:sp>
        <p:nvSpPr>
          <p:cNvPr id="28686" name="Text Box 14">
            <a:extLst>
              <a:ext uri="{FF2B5EF4-FFF2-40B4-BE49-F238E27FC236}">
                <a16:creationId xmlns:a16="http://schemas.microsoft.com/office/drawing/2014/main" id="{31CBCAF9-EE59-4550-83A3-E0FEB188FC9A}"/>
              </a:ext>
            </a:extLst>
          </p:cNvPr>
          <p:cNvSpPr txBox="1">
            <a:spLocks noChangeArrowheads="1"/>
          </p:cNvSpPr>
          <p:nvPr/>
        </p:nvSpPr>
        <p:spPr bwMode="auto">
          <a:xfrm>
            <a:off x="2286000" y="2631556"/>
            <a:ext cx="16764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Verdana" panose="020B0604030504040204" pitchFamily="34" charset="0"/>
                <a:ea typeface="+mn-ea"/>
                <a:cs typeface="Arial" panose="020B0604020202020204" pitchFamily="34" charset="0"/>
              </a:rPr>
              <a:t>Cold Temperature Receptor</a:t>
            </a:r>
          </a:p>
        </p:txBody>
      </p:sp>
      <p:sp>
        <p:nvSpPr>
          <p:cNvPr id="28687" name="Text Box 15">
            <a:extLst>
              <a:ext uri="{FF2B5EF4-FFF2-40B4-BE49-F238E27FC236}">
                <a16:creationId xmlns:a16="http://schemas.microsoft.com/office/drawing/2014/main" id="{672EB2B4-DA86-4E93-A780-44BC74FAA536}"/>
              </a:ext>
            </a:extLst>
          </p:cNvPr>
          <p:cNvSpPr txBox="1">
            <a:spLocks noChangeArrowheads="1"/>
          </p:cNvSpPr>
          <p:nvPr/>
        </p:nvSpPr>
        <p:spPr bwMode="auto">
          <a:xfrm>
            <a:off x="4875031" y="5647658"/>
            <a:ext cx="2514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Verdana" panose="020B0604030504040204" pitchFamily="34" charset="0"/>
                <a:ea typeface="+mn-ea"/>
                <a:cs typeface="Arial" panose="020B0604020202020204" pitchFamily="34" charset="0"/>
              </a:rPr>
              <a:t>Pressure Receptor</a:t>
            </a:r>
          </a:p>
        </p:txBody>
      </p:sp>
      <p:sp>
        <p:nvSpPr>
          <p:cNvPr id="28688" name="Text Box 16">
            <a:extLst>
              <a:ext uri="{FF2B5EF4-FFF2-40B4-BE49-F238E27FC236}">
                <a16:creationId xmlns:a16="http://schemas.microsoft.com/office/drawing/2014/main" id="{ECF6759C-2B13-4C58-A66C-44A1D76117B2}"/>
              </a:ext>
            </a:extLst>
          </p:cNvPr>
          <p:cNvSpPr txBox="1">
            <a:spLocks noChangeArrowheads="1"/>
          </p:cNvSpPr>
          <p:nvPr/>
        </p:nvSpPr>
        <p:spPr bwMode="auto">
          <a:xfrm>
            <a:off x="7887588" y="5116027"/>
            <a:ext cx="2133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200" b="0" i="0" u="none" strike="noStrike" kern="1200" cap="none" spc="0" normalizeH="0" baseline="0" noProof="0" dirty="0">
                <a:ln>
                  <a:noFill/>
                </a:ln>
                <a:solidFill>
                  <a:prstClr val="white"/>
                </a:solidFill>
                <a:effectLst/>
                <a:uLnTx/>
                <a:uFillTx/>
                <a:latin typeface="Verdana" panose="020B0604030504040204" pitchFamily="34" charset="0"/>
                <a:ea typeface="+mn-ea"/>
                <a:cs typeface="Arial" panose="020B0604020202020204" pitchFamily="34" charset="0"/>
              </a:rPr>
              <a:t>Touch Receptor</a:t>
            </a:r>
          </a:p>
        </p:txBody>
      </p:sp>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8685"/>
                                        </p:tgtEl>
                                        <p:attrNameLst>
                                          <p:attrName>style.visibility</p:attrName>
                                        </p:attrNameLst>
                                      </p:cBhvr>
                                      <p:to>
                                        <p:strVal val="visible"/>
                                      </p:to>
                                    </p:set>
                                    <p:animEffect transition="in" filter="diamond(in)">
                                      <p:cBhvr>
                                        <p:cTn id="7" dur="2000"/>
                                        <p:tgtEl>
                                          <p:spTgt spid="286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28686">
                                            <p:txEl>
                                              <p:pRg st="0" end="0"/>
                                            </p:txEl>
                                          </p:spTgt>
                                        </p:tgtEl>
                                        <p:attrNameLst>
                                          <p:attrName>style.visibility</p:attrName>
                                        </p:attrNameLst>
                                      </p:cBhvr>
                                      <p:to>
                                        <p:strVal val="visible"/>
                                      </p:to>
                                    </p:set>
                                    <p:animEffect transition="in" filter="diamond(in)">
                                      <p:cBhvr>
                                        <p:cTn id="12" dur="2000"/>
                                        <p:tgtEl>
                                          <p:spTgt spid="2868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28687">
                                            <p:txEl>
                                              <p:pRg st="0" end="0"/>
                                            </p:txEl>
                                          </p:spTgt>
                                        </p:tgtEl>
                                        <p:attrNameLst>
                                          <p:attrName>style.visibility</p:attrName>
                                        </p:attrNameLst>
                                      </p:cBhvr>
                                      <p:to>
                                        <p:strVal val="visible"/>
                                      </p:to>
                                    </p:set>
                                    <p:animEffect transition="in" filter="diamond(in)">
                                      <p:cBhvr>
                                        <p:cTn id="17" dur="2000"/>
                                        <p:tgtEl>
                                          <p:spTgt spid="2868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28688">
                                            <p:txEl>
                                              <p:pRg st="0" end="0"/>
                                            </p:txEl>
                                          </p:spTgt>
                                        </p:tgtEl>
                                        <p:attrNameLst>
                                          <p:attrName>style.visibility</p:attrName>
                                        </p:attrNameLst>
                                      </p:cBhvr>
                                      <p:to>
                                        <p:strVal val="visible"/>
                                      </p:to>
                                    </p:set>
                                    <p:animEffect transition="in" filter="diamond(in)">
                                      <p:cBhvr>
                                        <p:cTn id="22" dur="2000"/>
                                        <p:tgtEl>
                                          <p:spTgt spid="2868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28684">
                                            <p:txEl>
                                              <p:pRg st="0" end="0"/>
                                            </p:txEl>
                                          </p:spTgt>
                                        </p:tgtEl>
                                        <p:attrNameLst>
                                          <p:attrName>style.visibility</p:attrName>
                                        </p:attrNameLst>
                                      </p:cBhvr>
                                      <p:to>
                                        <p:strVal val="visible"/>
                                      </p:to>
                                    </p:set>
                                    <p:animEffect transition="in" filter="diamond(in)">
                                      <p:cBhvr>
                                        <p:cTn id="27" dur="2000"/>
                                        <p:tgtEl>
                                          <p:spTgt spid="286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6034D-D768-4435-95EA-3A567BC45974}"/>
              </a:ext>
            </a:extLst>
          </p:cNvPr>
          <p:cNvSpPr>
            <a:spLocks noGrp="1"/>
          </p:cNvSpPr>
          <p:nvPr>
            <p:ph type="title"/>
          </p:nvPr>
        </p:nvSpPr>
        <p:spPr>
          <a:xfrm>
            <a:off x="838200" y="136525"/>
            <a:ext cx="10515600" cy="1109345"/>
          </a:xfrm>
        </p:spPr>
        <p:txBody>
          <a:bodyPr/>
          <a:lstStyle/>
          <a:p>
            <a:pPr algn="ctr"/>
            <a:r>
              <a:rPr lang="en-IN" b="1" dirty="0">
                <a:solidFill>
                  <a:schemeClr val="accent1"/>
                </a:solidFill>
                <a:effectLst>
                  <a:outerShdw blurRad="38100" dist="38100" dir="2700000" algn="tl">
                    <a:srgbClr val="000000">
                      <a:alpha val="43137"/>
                    </a:srgbClr>
                  </a:outerShdw>
                </a:effectLst>
                <a:highlight>
                  <a:srgbClr val="FFFF00"/>
                </a:highlight>
              </a:rPr>
              <a:t>Baroreceptors- monitor blood pressure  </a:t>
            </a:r>
          </a:p>
        </p:txBody>
      </p:sp>
      <p:sp>
        <p:nvSpPr>
          <p:cNvPr id="3" name="Content Placeholder 2">
            <a:extLst>
              <a:ext uri="{FF2B5EF4-FFF2-40B4-BE49-F238E27FC236}">
                <a16:creationId xmlns:a16="http://schemas.microsoft.com/office/drawing/2014/main" id="{8EF93CCE-7D7B-4249-9306-0C0BC2F857FB}"/>
              </a:ext>
            </a:extLst>
          </p:cNvPr>
          <p:cNvSpPr>
            <a:spLocks noGrp="1"/>
          </p:cNvSpPr>
          <p:nvPr>
            <p:ph idx="1"/>
          </p:nvPr>
        </p:nvSpPr>
        <p:spPr>
          <a:xfrm>
            <a:off x="838200" y="1120140"/>
            <a:ext cx="10808970" cy="5236210"/>
          </a:xfrm>
        </p:spPr>
        <p:txBody>
          <a:bodyPr>
            <a:normAutofit/>
          </a:bodyPr>
          <a:lstStyle/>
          <a:p>
            <a:pPr algn="just"/>
            <a:r>
              <a:rPr lang="en-US" b="1" dirty="0"/>
              <a:t>Baroreceptors</a:t>
            </a:r>
            <a:r>
              <a:rPr lang="en-US" dirty="0"/>
              <a:t> are specialized mechanoreceptors in the walls of blood vessels, to </a:t>
            </a:r>
            <a:r>
              <a:rPr lang="en-US" b="1" dirty="0"/>
              <a:t>sense pressure</a:t>
            </a:r>
            <a:endParaRPr lang="en-US" dirty="0"/>
          </a:p>
          <a:p>
            <a:pPr algn="just"/>
            <a:r>
              <a:rPr lang="en-US" dirty="0"/>
              <a:t>These are </a:t>
            </a:r>
            <a:r>
              <a:rPr lang="en-US" b="1" dirty="0"/>
              <a:t>located </a:t>
            </a:r>
            <a:r>
              <a:rPr lang="en-US" dirty="0"/>
              <a:t>on both </a:t>
            </a:r>
            <a:r>
              <a:rPr lang="en-US" b="1" dirty="0"/>
              <a:t>arteries and veins</a:t>
            </a:r>
            <a:r>
              <a:rPr lang="en-US" dirty="0"/>
              <a:t>.</a:t>
            </a:r>
            <a:endParaRPr lang="en-IN" dirty="0"/>
          </a:p>
          <a:p>
            <a:pPr algn="just"/>
            <a:r>
              <a:rPr lang="en-US" dirty="0"/>
              <a:t>Blood pressure is </a:t>
            </a:r>
            <a:r>
              <a:rPr lang="en-US" b="1" dirty="0"/>
              <a:t>constantly monitored </a:t>
            </a:r>
            <a:r>
              <a:rPr lang="en-US" dirty="0"/>
              <a:t>by baroreceptors, as they detect changes in your blood pressure. </a:t>
            </a:r>
          </a:p>
          <a:p>
            <a:pPr algn="just"/>
            <a:r>
              <a:rPr lang="en-US" dirty="0"/>
              <a:t>They </a:t>
            </a:r>
            <a:r>
              <a:rPr lang="en-US" b="1" dirty="0"/>
              <a:t>communicate to the brain </a:t>
            </a:r>
            <a:r>
              <a:rPr lang="en-US" dirty="0"/>
              <a:t>whether </a:t>
            </a:r>
            <a:r>
              <a:rPr lang="en-US" b="1" dirty="0"/>
              <a:t>blood pressure </a:t>
            </a:r>
            <a:r>
              <a:rPr lang="en-US" dirty="0"/>
              <a:t>is </a:t>
            </a:r>
            <a:r>
              <a:rPr lang="en-US" b="1" dirty="0"/>
              <a:t>too low or high</a:t>
            </a:r>
            <a:r>
              <a:rPr lang="en-US" dirty="0"/>
              <a:t>, so that the brain can </a:t>
            </a:r>
            <a:r>
              <a:rPr lang="en-US" b="1" dirty="0"/>
              <a:t>adjust the blood flow accordingly</a:t>
            </a:r>
            <a:r>
              <a:rPr lang="en-US" dirty="0"/>
              <a:t>.</a:t>
            </a:r>
          </a:p>
        </p:txBody>
      </p:sp>
      <p:sp>
        <p:nvSpPr>
          <p:cNvPr id="4" name="Slide Number Placeholder 3">
            <a:extLst>
              <a:ext uri="{FF2B5EF4-FFF2-40B4-BE49-F238E27FC236}">
                <a16:creationId xmlns:a16="http://schemas.microsoft.com/office/drawing/2014/main" id="{64A2FFF5-FA5B-4A47-B2FD-C3379235DC9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322230855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70BDA-1F8E-47E9-AE57-CDAC60FBF3A4}"/>
              </a:ext>
            </a:extLst>
          </p:cNvPr>
          <p:cNvSpPr>
            <a:spLocks noGrp="1"/>
          </p:cNvSpPr>
          <p:nvPr>
            <p:ph type="title"/>
          </p:nvPr>
        </p:nvSpPr>
        <p:spPr>
          <a:xfrm>
            <a:off x="838200" y="265814"/>
            <a:ext cx="10515600" cy="988828"/>
          </a:xfrm>
        </p:spPr>
        <p:txBody>
          <a:bodyPr>
            <a:normAutofit fontScale="90000"/>
          </a:bodyPr>
          <a:lstStyle/>
          <a:p>
            <a:pPr algn="ctr"/>
            <a:r>
              <a:rPr lang="en-US" sz="4400" b="1" dirty="0">
                <a:solidFill>
                  <a:schemeClr val="accent1"/>
                </a:solidFill>
                <a:effectLst>
                  <a:outerShdw blurRad="38100" dist="38100" dir="2700000" algn="tl">
                    <a:srgbClr val="000000">
                      <a:alpha val="43137"/>
                    </a:srgbClr>
                  </a:outerShdw>
                </a:effectLst>
                <a:highlight>
                  <a:srgbClr val="FFFF00"/>
                </a:highlight>
                <a:latin typeface="+mj-lt"/>
              </a:rPr>
              <a:t>Thermoreceptors</a:t>
            </a:r>
            <a:br>
              <a:rPr lang="en-US" b="1" dirty="0">
                <a:solidFill>
                  <a:schemeClr val="accent1"/>
                </a:solidFill>
                <a:effectLst>
                  <a:outerShdw blurRad="38100" dist="38100" dir="2700000" algn="tl">
                    <a:srgbClr val="000000">
                      <a:alpha val="43137"/>
                    </a:srgbClr>
                  </a:outerShdw>
                </a:effectLst>
                <a:highlight>
                  <a:srgbClr val="FFFF00"/>
                </a:highlight>
                <a:latin typeface="+mj-lt"/>
              </a:rPr>
            </a:br>
            <a:r>
              <a:rPr lang="en-US" b="1" dirty="0">
                <a:solidFill>
                  <a:schemeClr val="accent1"/>
                </a:solidFill>
                <a:latin typeface="+mj-lt"/>
              </a:rPr>
              <a:t>(Thermal Sensations )</a:t>
            </a:r>
            <a:endParaRPr lang="en-IN" b="1" dirty="0">
              <a:solidFill>
                <a:schemeClr val="accent1"/>
              </a:solidFill>
              <a:latin typeface="+mj-lt"/>
            </a:endParaRPr>
          </a:p>
        </p:txBody>
      </p:sp>
      <p:sp>
        <p:nvSpPr>
          <p:cNvPr id="3" name="Content Placeholder 2">
            <a:extLst>
              <a:ext uri="{FF2B5EF4-FFF2-40B4-BE49-F238E27FC236}">
                <a16:creationId xmlns:a16="http://schemas.microsoft.com/office/drawing/2014/main" id="{3CB73029-3CFD-4980-B2CC-42B99D060F95}"/>
              </a:ext>
            </a:extLst>
          </p:cNvPr>
          <p:cNvSpPr>
            <a:spLocks noGrp="1"/>
          </p:cNvSpPr>
          <p:nvPr>
            <p:ph idx="1"/>
          </p:nvPr>
        </p:nvSpPr>
        <p:spPr>
          <a:xfrm>
            <a:off x="425303" y="1371600"/>
            <a:ext cx="6347638" cy="5220586"/>
          </a:xfrm>
        </p:spPr>
        <p:txBody>
          <a:bodyPr>
            <a:normAutofit lnSpcReduction="10000"/>
          </a:bodyPr>
          <a:lstStyle/>
          <a:p>
            <a:pPr algn="just"/>
            <a:r>
              <a:rPr lang="en-US" b="1" dirty="0"/>
              <a:t>Thermoreceptors: free nerve endings</a:t>
            </a:r>
          </a:p>
          <a:p>
            <a:pPr algn="just"/>
            <a:r>
              <a:rPr lang="en-US" b="1" dirty="0"/>
              <a:t>Thermal sensations: </a:t>
            </a:r>
            <a:r>
              <a:rPr lang="en-US" dirty="0"/>
              <a:t>coldness and warmth</a:t>
            </a:r>
          </a:p>
          <a:p>
            <a:pPr lvl="1" algn="just"/>
            <a:r>
              <a:rPr lang="en-US" dirty="0"/>
              <a:t>Temperatures between 10</a:t>
            </a:r>
            <a:r>
              <a:rPr lang="en-US" dirty="0">
                <a:sym typeface="Symbol"/>
              </a:rPr>
              <a:t></a:t>
            </a:r>
            <a:r>
              <a:rPr lang="en-US" dirty="0"/>
              <a:t> and 40</a:t>
            </a:r>
            <a:r>
              <a:rPr lang="en-US" dirty="0">
                <a:sym typeface="Symbol"/>
              </a:rPr>
              <a:t></a:t>
            </a:r>
            <a:r>
              <a:rPr lang="en-US" dirty="0"/>
              <a:t>C (50-105</a:t>
            </a:r>
            <a:r>
              <a:rPr lang="en-US" dirty="0">
                <a:sym typeface="Symbol"/>
              </a:rPr>
              <a:t></a:t>
            </a:r>
            <a:r>
              <a:rPr lang="en-US" dirty="0"/>
              <a:t>F) </a:t>
            </a:r>
          </a:p>
          <a:p>
            <a:pPr lvl="2" algn="just"/>
            <a:r>
              <a:rPr lang="en-US" dirty="0"/>
              <a:t>activate </a:t>
            </a:r>
            <a:r>
              <a:rPr lang="en-US" b="1" dirty="0"/>
              <a:t>cold receptors</a:t>
            </a:r>
          </a:p>
          <a:p>
            <a:pPr lvl="3" algn="just"/>
            <a:r>
              <a:rPr lang="en-US" dirty="0"/>
              <a:t>located in the </a:t>
            </a:r>
            <a:r>
              <a:rPr lang="en-US" b="1" dirty="0"/>
              <a:t>epidermis</a:t>
            </a:r>
          </a:p>
          <a:p>
            <a:pPr lvl="1" algn="just"/>
            <a:r>
              <a:rPr lang="en-US" dirty="0"/>
              <a:t>Temperatures between 32</a:t>
            </a:r>
            <a:r>
              <a:rPr lang="en-US" dirty="0">
                <a:sym typeface="Symbol"/>
              </a:rPr>
              <a:t></a:t>
            </a:r>
            <a:r>
              <a:rPr lang="en-US" dirty="0"/>
              <a:t> and 48</a:t>
            </a:r>
            <a:r>
              <a:rPr lang="en-US" dirty="0">
                <a:sym typeface="Symbol"/>
              </a:rPr>
              <a:t></a:t>
            </a:r>
            <a:r>
              <a:rPr lang="en-US" dirty="0"/>
              <a:t>C (90- 118</a:t>
            </a:r>
            <a:r>
              <a:rPr lang="en-US" dirty="0">
                <a:sym typeface="Symbol"/>
              </a:rPr>
              <a:t></a:t>
            </a:r>
            <a:r>
              <a:rPr lang="en-US" dirty="0"/>
              <a:t>F) </a:t>
            </a:r>
          </a:p>
          <a:p>
            <a:pPr lvl="2" algn="just"/>
            <a:r>
              <a:rPr lang="en-US" dirty="0"/>
              <a:t>activate </a:t>
            </a:r>
            <a:r>
              <a:rPr lang="en-US" b="1" dirty="0"/>
              <a:t>warm receptors</a:t>
            </a:r>
          </a:p>
          <a:p>
            <a:pPr lvl="3" algn="just"/>
            <a:r>
              <a:rPr lang="en-US" dirty="0"/>
              <a:t>located in the </a:t>
            </a:r>
            <a:r>
              <a:rPr lang="en-US" b="1" dirty="0"/>
              <a:t>dermis</a:t>
            </a:r>
          </a:p>
          <a:p>
            <a:pPr lvl="1" algn="just"/>
            <a:r>
              <a:rPr lang="en-US" dirty="0"/>
              <a:t>Below 10</a:t>
            </a:r>
            <a:r>
              <a:rPr lang="en-US" dirty="0">
                <a:sym typeface="Symbol"/>
              </a:rPr>
              <a:t></a:t>
            </a:r>
            <a:r>
              <a:rPr lang="en-US" dirty="0"/>
              <a:t>C and above 48</a:t>
            </a:r>
            <a:r>
              <a:rPr lang="en-US" dirty="0">
                <a:sym typeface="Symbol"/>
              </a:rPr>
              <a:t></a:t>
            </a:r>
            <a:r>
              <a:rPr lang="en-US" dirty="0"/>
              <a:t>C stimulate </a:t>
            </a:r>
          </a:p>
          <a:p>
            <a:pPr lvl="2" algn="just"/>
            <a:r>
              <a:rPr lang="en-US" b="1" dirty="0"/>
              <a:t>Nociceptors</a:t>
            </a:r>
          </a:p>
          <a:p>
            <a:pPr lvl="3" algn="just"/>
            <a:r>
              <a:rPr lang="en-US" dirty="0"/>
              <a:t>produce painful sensations</a:t>
            </a:r>
          </a:p>
          <a:p>
            <a:pPr lvl="3" algn="just"/>
            <a:r>
              <a:rPr lang="en-US" dirty="0"/>
              <a:t>Located in </a:t>
            </a:r>
            <a:r>
              <a:rPr lang="en-US" b="1" dirty="0"/>
              <a:t>skin, muscles</a:t>
            </a:r>
          </a:p>
          <a:p>
            <a:pPr lvl="3" algn="just"/>
            <a:endParaRPr lang="en-US" dirty="0"/>
          </a:p>
          <a:p>
            <a:pPr algn="just"/>
            <a:endParaRPr lang="en-IN" dirty="0"/>
          </a:p>
        </p:txBody>
      </p:sp>
      <p:sp>
        <p:nvSpPr>
          <p:cNvPr id="4" name="Slide Number Placeholder 3">
            <a:extLst>
              <a:ext uri="{FF2B5EF4-FFF2-40B4-BE49-F238E27FC236}">
                <a16:creationId xmlns:a16="http://schemas.microsoft.com/office/drawing/2014/main" id="{CFD2D6DE-AC05-4782-882D-2EAA308DA6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pic>
        <p:nvPicPr>
          <p:cNvPr id="5" name="Picture 2">
            <a:extLst>
              <a:ext uri="{FF2B5EF4-FFF2-40B4-BE49-F238E27FC236}">
                <a16:creationId xmlns:a16="http://schemas.microsoft.com/office/drawing/2014/main" id="{B6C53843-94D9-4EE4-B0A3-6D28A66D9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9898" y="1371600"/>
            <a:ext cx="5187249" cy="53800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289268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B5323-F071-4B78-BFE6-715FE1026491}"/>
              </a:ext>
            </a:extLst>
          </p:cNvPr>
          <p:cNvSpPr>
            <a:spLocks noGrp="1"/>
          </p:cNvSpPr>
          <p:nvPr>
            <p:ph type="title"/>
          </p:nvPr>
        </p:nvSpPr>
        <p:spPr>
          <a:xfrm>
            <a:off x="838200" y="136525"/>
            <a:ext cx="10515600" cy="1224442"/>
          </a:xfrm>
        </p:spPr>
        <p:txBody>
          <a:bodyPr>
            <a:normAutofit/>
          </a:bodyPr>
          <a:lstStyle/>
          <a:p>
            <a:pPr algn="ctr"/>
            <a:r>
              <a:rPr lang="en-IN" b="1" dirty="0">
                <a:solidFill>
                  <a:schemeClr val="accent1"/>
                </a:solidFill>
                <a:effectLst>
                  <a:outerShdw blurRad="38100" dist="38100" dir="2700000" algn="tl">
                    <a:srgbClr val="000000">
                      <a:alpha val="43137"/>
                    </a:srgbClr>
                  </a:outerShdw>
                </a:effectLst>
                <a:highlight>
                  <a:srgbClr val="FFFF00"/>
                </a:highlight>
              </a:rPr>
              <a:t>Vibration</a:t>
            </a:r>
            <a:br>
              <a:rPr lang="en-IN" b="1" dirty="0">
                <a:solidFill>
                  <a:schemeClr val="accent1"/>
                </a:solidFill>
                <a:effectLst>
                  <a:outerShdw blurRad="38100" dist="38100" dir="2700000" algn="tl">
                    <a:srgbClr val="000000">
                      <a:alpha val="43137"/>
                    </a:srgbClr>
                  </a:outerShdw>
                </a:effectLst>
                <a:highlight>
                  <a:srgbClr val="FFFF00"/>
                </a:highlight>
              </a:rPr>
            </a:br>
            <a:r>
              <a:rPr lang="en-IN" dirty="0">
                <a:solidFill>
                  <a:schemeClr val="accent1"/>
                </a:solidFill>
                <a:effectLst>
                  <a:outerShdw blurRad="38100" dist="38100" dir="2700000" algn="tl">
                    <a:srgbClr val="000000">
                      <a:alpha val="43137"/>
                    </a:srgbClr>
                  </a:outerShdw>
                </a:effectLst>
                <a:highlight>
                  <a:srgbClr val="FFFF00"/>
                </a:highlight>
              </a:rPr>
              <a:t>(SOUND)</a:t>
            </a:r>
          </a:p>
        </p:txBody>
      </p:sp>
      <p:sp>
        <p:nvSpPr>
          <p:cNvPr id="3" name="Content Placeholder 2">
            <a:extLst>
              <a:ext uri="{FF2B5EF4-FFF2-40B4-BE49-F238E27FC236}">
                <a16:creationId xmlns:a16="http://schemas.microsoft.com/office/drawing/2014/main" id="{FD40E5C0-CD81-4F77-91B5-CEC18F860685}"/>
              </a:ext>
            </a:extLst>
          </p:cNvPr>
          <p:cNvSpPr>
            <a:spLocks noGrp="1"/>
          </p:cNvSpPr>
          <p:nvPr>
            <p:ph idx="1"/>
          </p:nvPr>
        </p:nvSpPr>
        <p:spPr>
          <a:xfrm>
            <a:off x="563527" y="1360967"/>
            <a:ext cx="4837813" cy="4815996"/>
          </a:xfrm>
        </p:spPr>
        <p:txBody>
          <a:bodyPr>
            <a:normAutofit/>
          </a:bodyPr>
          <a:lstStyle/>
          <a:p>
            <a:pPr algn="just"/>
            <a:r>
              <a:rPr lang="en-US" sz="2800" dirty="0"/>
              <a:t>Stimulates hair cells which triggers electrical impulses to the brain.</a:t>
            </a:r>
          </a:p>
          <a:p>
            <a:pPr algn="just"/>
            <a:endParaRPr lang="en-US" sz="2800" dirty="0"/>
          </a:p>
          <a:p>
            <a:pPr algn="just"/>
            <a:endParaRPr lang="en-IN" sz="2800" dirty="0"/>
          </a:p>
        </p:txBody>
      </p:sp>
      <p:sp>
        <p:nvSpPr>
          <p:cNvPr id="4" name="Slide Number Placeholder 3">
            <a:extLst>
              <a:ext uri="{FF2B5EF4-FFF2-40B4-BE49-F238E27FC236}">
                <a16:creationId xmlns:a16="http://schemas.microsoft.com/office/drawing/2014/main" id="{8F6C4430-0E72-42C0-9E8A-AF65BF1D7F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pic>
        <p:nvPicPr>
          <p:cNvPr id="6" name="Picture 9">
            <a:hlinkClick r:id="rId2"/>
            <a:extLst>
              <a:ext uri="{FF2B5EF4-FFF2-40B4-BE49-F238E27FC236}">
                <a16:creationId xmlns:a16="http://schemas.microsoft.com/office/drawing/2014/main" id="{42E3A6F2-94EE-44BB-9CDE-2152724155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539563" y="1360967"/>
            <a:ext cx="6220045" cy="5360508"/>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97620372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Content Placeholder 2"/>
          <p:cNvSpPr>
            <a:spLocks noGrp="1"/>
          </p:cNvSpPr>
          <p:nvPr>
            <p:ph sz="quarter" idx="1"/>
          </p:nvPr>
        </p:nvSpPr>
        <p:spPr>
          <a:xfrm>
            <a:off x="617220" y="1245870"/>
            <a:ext cx="6835140" cy="5452111"/>
          </a:xfrm>
        </p:spPr>
        <p:txBody>
          <a:bodyPr>
            <a:normAutofit/>
          </a:bodyPr>
          <a:lstStyle/>
          <a:p>
            <a:pPr algn="just" eaLnBrk="1" hangingPunct="1"/>
            <a:r>
              <a:rPr lang="en-US" altLang="en-US" b="1" dirty="0">
                <a:cs typeface="Times New Roman" pitchFamily="18" charset="0"/>
              </a:rPr>
              <a:t>First the outer ear collects the sound waves then the sound enter the </a:t>
            </a:r>
            <a:r>
              <a:rPr lang="en-US" altLang="en-US" b="1" dirty="0">
                <a:solidFill>
                  <a:srgbClr val="FF0000"/>
                </a:solidFill>
                <a:cs typeface="Times New Roman" pitchFamily="18" charset="0"/>
              </a:rPr>
              <a:t>ear canal</a:t>
            </a:r>
            <a:r>
              <a:rPr lang="en-US" altLang="en-US" b="1" dirty="0">
                <a:cs typeface="Times New Roman" pitchFamily="18" charset="0"/>
              </a:rPr>
              <a:t> and cause the </a:t>
            </a:r>
            <a:r>
              <a:rPr lang="en-US" altLang="en-US" b="1" i="1" dirty="0">
                <a:cs typeface="Times New Roman" pitchFamily="18" charset="0"/>
              </a:rPr>
              <a:t>eardrum</a:t>
            </a:r>
            <a:r>
              <a:rPr lang="en-US" altLang="en-US" b="1" dirty="0">
                <a:cs typeface="Times New Roman" pitchFamily="18" charset="0"/>
              </a:rPr>
              <a:t> to vibrate.</a:t>
            </a:r>
          </a:p>
          <a:p>
            <a:pPr algn="just" eaLnBrk="1" hangingPunct="1"/>
            <a:r>
              <a:rPr lang="en-US" altLang="en-US" b="1" dirty="0">
                <a:cs typeface="Times New Roman" pitchFamily="18" charset="0"/>
              </a:rPr>
              <a:t>Cochlea to vibrate.</a:t>
            </a:r>
          </a:p>
          <a:p>
            <a:pPr algn="just" eaLnBrk="1" hangingPunct="1"/>
            <a:r>
              <a:rPr lang="en-US" altLang="en-US" b="1" dirty="0">
                <a:cs typeface="Times New Roman" pitchFamily="18" charset="0"/>
              </a:rPr>
              <a:t>When cochlear fluid vibrates, it moves hairs connected to nerve cells, which </a:t>
            </a:r>
            <a:r>
              <a:rPr lang="en-US" altLang="en-US" b="1" dirty="0">
                <a:solidFill>
                  <a:schemeClr val="accent1"/>
                </a:solidFill>
                <a:cs typeface="Times New Roman" pitchFamily="18" charset="0"/>
              </a:rPr>
              <a:t>send signals to the brain</a:t>
            </a:r>
            <a:r>
              <a:rPr lang="en-US" altLang="en-US" b="1" dirty="0">
                <a:cs typeface="Times New Roman" pitchFamily="18" charset="0"/>
              </a:rPr>
              <a:t> through the </a:t>
            </a:r>
            <a:r>
              <a:rPr lang="en-US" altLang="en-US" b="1" dirty="0">
                <a:solidFill>
                  <a:schemeClr val="accent1"/>
                </a:solidFill>
                <a:cs typeface="Times New Roman" pitchFamily="18" charset="0"/>
              </a:rPr>
              <a:t>auditory nerve</a:t>
            </a:r>
            <a:r>
              <a:rPr lang="en-US" altLang="en-US" b="1" dirty="0">
                <a:cs typeface="Times New Roman" pitchFamily="18" charset="0"/>
              </a:rPr>
              <a:t>.</a:t>
            </a:r>
          </a:p>
          <a:p>
            <a:pPr algn="just" eaLnBrk="1" hangingPunct="1"/>
            <a:r>
              <a:rPr lang="en-US" altLang="en-US" b="1" dirty="0">
                <a:cs typeface="Times New Roman" pitchFamily="18" charset="0"/>
              </a:rPr>
              <a:t>The brain helps you recognize the sound.</a:t>
            </a:r>
          </a:p>
        </p:txBody>
      </p:sp>
      <p:sp>
        <p:nvSpPr>
          <p:cNvPr id="20485"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CDE7891B-BA4D-407E-9904-A1F7642AF5EF}" type="slidenum">
              <a:rPr lang="en-US" altLang="en-US" smtClean="0">
                <a:solidFill>
                  <a:srgbClr val="FFFFFF"/>
                </a:solidFill>
              </a:rPr>
              <a:pPr eaLnBrk="1" hangingPunct="1"/>
              <a:t>29</a:t>
            </a:fld>
            <a:endParaRPr lang="en-US" altLang="en-US">
              <a:solidFill>
                <a:srgbClr val="FFFFFF"/>
              </a:solidFill>
            </a:endParaRPr>
          </a:p>
        </p:txBody>
      </p:sp>
      <p:sp>
        <p:nvSpPr>
          <p:cNvPr id="7" name="Title 1"/>
          <p:cNvSpPr txBox="1">
            <a:spLocks/>
          </p:cNvSpPr>
          <p:nvPr/>
        </p:nvSpPr>
        <p:spPr>
          <a:xfrm>
            <a:off x="782955" y="262752"/>
            <a:ext cx="10808970" cy="71596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4000" b="1" cap="none" dirty="0">
                <a:solidFill>
                  <a:schemeClr val="accent1"/>
                </a:solidFill>
                <a:effectLst>
                  <a:outerShdw blurRad="38100" dist="38100" dir="2700000" algn="tl">
                    <a:srgbClr val="000000">
                      <a:alpha val="43137"/>
                    </a:srgbClr>
                  </a:outerShdw>
                </a:effectLst>
                <a:latin typeface="+mj-lt"/>
              </a:rPr>
              <a:t>Sound: How do your ears work?</a:t>
            </a:r>
          </a:p>
        </p:txBody>
      </p:sp>
      <p:pic>
        <p:nvPicPr>
          <p:cNvPr id="2" name="Picture 1">
            <a:extLst>
              <a:ext uri="{FF2B5EF4-FFF2-40B4-BE49-F238E27FC236}">
                <a16:creationId xmlns:a16="http://schemas.microsoft.com/office/drawing/2014/main" id="{CA194D80-FE38-4CF9-9901-1D605AE1A004}"/>
              </a:ext>
            </a:extLst>
          </p:cNvPr>
          <p:cNvPicPr>
            <a:picLocks noChangeAspect="1"/>
          </p:cNvPicPr>
          <p:nvPr/>
        </p:nvPicPr>
        <p:blipFill rotWithShape="1">
          <a:blip r:embed="rId3"/>
          <a:srcRect l="11052" r="10907"/>
          <a:stretch/>
        </p:blipFill>
        <p:spPr>
          <a:xfrm>
            <a:off x="7642860" y="978715"/>
            <a:ext cx="4549140" cy="3414056"/>
          </a:xfrm>
          <a:prstGeom prst="rect">
            <a:avLst/>
          </a:prstGeom>
        </p:spPr>
      </p:pic>
      <p:sp>
        <p:nvSpPr>
          <p:cNvPr id="3" name="Title 1">
            <a:extLst>
              <a:ext uri="{FF2B5EF4-FFF2-40B4-BE49-F238E27FC236}">
                <a16:creationId xmlns:a16="http://schemas.microsoft.com/office/drawing/2014/main" id="{8FDF84E0-056D-8E5A-5B8E-7628AD5F1AE3}"/>
              </a:ext>
            </a:extLst>
          </p:cNvPr>
          <p:cNvSpPr txBox="1">
            <a:spLocks/>
          </p:cNvSpPr>
          <p:nvPr/>
        </p:nvSpPr>
        <p:spPr>
          <a:xfrm>
            <a:off x="-210815" y="4607274"/>
            <a:ext cx="11785595" cy="71596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4000" b="1" cap="none" dirty="0">
                <a:solidFill>
                  <a:schemeClr val="accent1"/>
                </a:solidFill>
                <a:latin typeface="+mj-lt"/>
              </a:rPr>
              <a:t>Sound: </a:t>
            </a:r>
            <a:r>
              <a:rPr lang="en-US" sz="3600" b="1" cap="none" dirty="0">
                <a:solidFill>
                  <a:schemeClr val="accent1"/>
                </a:solidFill>
                <a:latin typeface="+mj-lt"/>
              </a:rPr>
              <a:t>How many sensors do our ears have?</a:t>
            </a:r>
          </a:p>
        </p:txBody>
      </p:sp>
      <p:sp>
        <p:nvSpPr>
          <p:cNvPr id="5" name="TextBox 4">
            <a:extLst>
              <a:ext uri="{FF2B5EF4-FFF2-40B4-BE49-F238E27FC236}">
                <a16:creationId xmlns:a16="http://schemas.microsoft.com/office/drawing/2014/main" id="{46CF2FE2-3C3B-E280-07C6-AA3705E9D6A4}"/>
              </a:ext>
            </a:extLst>
          </p:cNvPr>
          <p:cNvSpPr txBox="1"/>
          <p:nvPr/>
        </p:nvSpPr>
        <p:spPr>
          <a:xfrm>
            <a:off x="617220" y="5338583"/>
            <a:ext cx="10866269" cy="1200329"/>
          </a:xfrm>
          <a:prstGeom prst="rect">
            <a:avLst/>
          </a:prstGeom>
          <a:noFill/>
        </p:spPr>
        <p:txBody>
          <a:bodyPr wrap="square">
            <a:spAutoFit/>
          </a:bodyPr>
          <a:lstStyle/>
          <a:p>
            <a:pPr marL="0" indent="0" algn="just">
              <a:buNone/>
              <a:defRPr/>
            </a:pPr>
            <a:r>
              <a:rPr lang="en-US" sz="2400" b="1" dirty="0">
                <a:solidFill>
                  <a:srgbClr val="FF0000"/>
                </a:solidFill>
                <a:cs typeface="Times New Roman" pitchFamily="18" charset="0"/>
              </a:rPr>
              <a:t>Thousands</a:t>
            </a:r>
            <a:r>
              <a:rPr lang="en-US" sz="2400" b="1" dirty="0">
                <a:solidFill>
                  <a:schemeClr val="accent1"/>
                </a:solidFill>
                <a:cs typeface="Times New Roman" pitchFamily="18" charset="0"/>
              </a:rPr>
              <a:t> </a:t>
            </a:r>
            <a:r>
              <a:rPr lang="en-US" sz="2400" b="1" dirty="0">
                <a:cs typeface="Times New Roman" pitchFamily="18" charset="0"/>
              </a:rPr>
              <a:t>of neurons in your ears respond to sound.</a:t>
            </a:r>
          </a:p>
          <a:p>
            <a:pPr marL="274313" indent="-274313" algn="just">
              <a:buFont typeface="Wingdings 3"/>
              <a:buChar char=""/>
              <a:defRPr/>
            </a:pPr>
            <a:r>
              <a:rPr lang="en-US" sz="2400" b="1" dirty="0">
                <a:cs typeface="Times New Roman" pitchFamily="18" charset="0"/>
              </a:rPr>
              <a:t>These neurons respond differently to different pitches. </a:t>
            </a:r>
          </a:p>
          <a:p>
            <a:pPr marL="274313" indent="-274313" algn="just">
              <a:buFont typeface="Wingdings 3"/>
              <a:buChar char=""/>
              <a:defRPr/>
            </a:pPr>
            <a:r>
              <a:rPr lang="en-US" sz="2400" b="1" dirty="0">
                <a:solidFill>
                  <a:srgbClr val="7030A0"/>
                </a:solidFill>
                <a:cs typeface="Times New Roman" pitchFamily="18" charset="0"/>
              </a:rPr>
              <a:t>Pitches</a:t>
            </a:r>
            <a:r>
              <a:rPr lang="en-US" sz="2400" b="1" dirty="0">
                <a:solidFill>
                  <a:schemeClr val="accent1"/>
                </a:solidFill>
                <a:cs typeface="Times New Roman" pitchFamily="18" charset="0"/>
              </a:rPr>
              <a:t> </a:t>
            </a:r>
            <a:r>
              <a:rPr lang="en-US" sz="2400" b="1" dirty="0">
                <a:cs typeface="Times New Roman" pitchFamily="18" charset="0"/>
              </a:rPr>
              <a:t>range from low (such as from drums) to high (such as from bells). </a:t>
            </a:r>
          </a:p>
        </p:txBody>
      </p:sp>
    </p:spTree>
    <p:extLst>
      <p:ext uri="{BB962C8B-B14F-4D97-AF65-F5344CB8AC3E}">
        <p14:creationId xmlns:p14="http://schemas.microsoft.com/office/powerpoint/2010/main" val="65126095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6" name="Rectangle 6">
            <a:extLst>
              <a:ext uri="{FF2B5EF4-FFF2-40B4-BE49-F238E27FC236}">
                <a16:creationId xmlns:a16="http://schemas.microsoft.com/office/drawing/2014/main" id="{3490A327-DD15-4EC4-A1C9-C89A3BC06431}"/>
              </a:ext>
            </a:extLst>
          </p:cNvPr>
          <p:cNvSpPr>
            <a:spLocks noGrp="1" noChangeArrowheads="1"/>
          </p:cNvSpPr>
          <p:nvPr>
            <p:ph type="title"/>
          </p:nvPr>
        </p:nvSpPr>
        <p:spPr>
          <a:xfrm>
            <a:off x="838200" y="365125"/>
            <a:ext cx="10515600" cy="900149"/>
          </a:xfrm>
        </p:spPr>
        <p:txBody>
          <a:bodyPr/>
          <a:lstStyle/>
          <a:p>
            <a:pPr algn="ctr"/>
            <a:r>
              <a:rPr lang="en-US" altLang="en-US" sz="4000" dirty="0">
                <a:solidFill>
                  <a:schemeClr val="accent1"/>
                </a:solidFill>
                <a:effectLst>
                  <a:outerShdw blurRad="38100" dist="38100" dir="2700000" algn="tl">
                    <a:srgbClr val="000000">
                      <a:alpha val="43137"/>
                    </a:srgbClr>
                  </a:outerShdw>
                </a:effectLst>
              </a:rPr>
              <a:t>Passage of Sound through the Ear</a:t>
            </a:r>
          </a:p>
        </p:txBody>
      </p:sp>
      <p:pic>
        <p:nvPicPr>
          <p:cNvPr id="168965" name="Picture 5">
            <a:extLst>
              <a:ext uri="{FF2B5EF4-FFF2-40B4-BE49-F238E27FC236}">
                <a16:creationId xmlns:a16="http://schemas.microsoft.com/office/drawing/2014/main" id="{A14BE932-D617-4CF2-95D3-F5B8499DAF7C}"/>
              </a:ext>
            </a:extLst>
          </p:cNvPr>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0" y="1828800"/>
            <a:ext cx="7696200" cy="4495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p:txBody>
          <a:bodyPr>
            <a:normAutofit/>
          </a:bodyPr>
          <a:lstStyle/>
          <a:p>
            <a:pPr algn="just"/>
            <a:r>
              <a:rPr lang="en-US" sz="2000" dirty="0"/>
              <a:t> C.B. </a:t>
            </a:r>
            <a:r>
              <a:rPr lang="en-US" sz="2000" dirty="0" err="1"/>
              <a:t>Powar</a:t>
            </a:r>
            <a:r>
              <a:rPr lang="en-US" sz="2000" dirty="0"/>
              <a:t>, 2010.Cell Biology. 5</a:t>
            </a:r>
            <a:r>
              <a:rPr lang="en-US" sz="2000" baseline="30000" dirty="0"/>
              <a:t>th</a:t>
            </a:r>
            <a:r>
              <a:rPr lang="en-US" sz="2000" dirty="0"/>
              <a:t> Ed, </a:t>
            </a:r>
            <a:r>
              <a:rPr lang="en-US" sz="2000" dirty="0" err="1"/>
              <a:t>Himalyan</a:t>
            </a:r>
            <a:r>
              <a:rPr lang="en-US" sz="2000" dirty="0"/>
              <a:t> Publishing House.</a:t>
            </a:r>
          </a:p>
          <a:p>
            <a:pPr algn="just"/>
            <a:r>
              <a:rPr lang="en-US" sz="2000" dirty="0"/>
              <a:t>Jeremy M. Berg, John L. </a:t>
            </a:r>
            <a:r>
              <a:rPr lang="en-US" sz="2000" dirty="0" err="1"/>
              <a:t>Tymoczko</a:t>
            </a:r>
            <a:r>
              <a:rPr lang="en-US" sz="2000" dirty="0"/>
              <a:t> and </a:t>
            </a:r>
            <a:r>
              <a:rPr lang="en-US" sz="2000" dirty="0" err="1"/>
              <a:t>Lubert</a:t>
            </a:r>
            <a:r>
              <a:rPr lang="en-US" sz="2000" dirty="0"/>
              <a:t> </a:t>
            </a:r>
            <a:r>
              <a:rPr lang="en-US" sz="2000" dirty="0" err="1"/>
              <a:t>Stryer</a:t>
            </a:r>
            <a:r>
              <a:rPr lang="en-US" sz="2000" dirty="0"/>
              <a:t>. 2006. “Biochemistry,” 6th Ed. W.H. Freeman and Co.  Ltd.</a:t>
            </a:r>
          </a:p>
          <a:p>
            <a:pPr algn="just"/>
            <a:r>
              <a:rPr lang="en-US" sz="2000" dirty="0"/>
              <a:t>Robert Weaver. 2012 “Molecular Biology,” 5th Edition, </a:t>
            </a:r>
            <a:r>
              <a:rPr lang="en-US" sz="2000" dirty="0" err="1"/>
              <a:t>MCGraw</a:t>
            </a:r>
            <a:r>
              <a:rPr lang="en-US" sz="2000" dirty="0"/>
              <a:t>-Hill. </a:t>
            </a:r>
          </a:p>
          <a:p>
            <a:pPr algn="just"/>
            <a:r>
              <a:rPr lang="en-US" sz="2000" dirty="0"/>
              <a:t>Jon Cooper, </a:t>
            </a:r>
            <a:r>
              <a:rPr lang="en-US" sz="2000" b="1" dirty="0"/>
              <a:t>, 2</a:t>
            </a:r>
            <a:r>
              <a:rPr lang="en-US" sz="2000" dirty="0"/>
              <a:t>004. “Biosensors A Practical Approach” Bellwether Books. </a:t>
            </a:r>
          </a:p>
          <a:p>
            <a:pPr algn="just"/>
            <a:r>
              <a:rPr lang="en-US" sz="2000" dirty="0"/>
              <a:t> Martin Alexander, 1994 “Biodegradation and Bioremediation,” Academic Press. </a:t>
            </a:r>
          </a:p>
          <a:p>
            <a:pPr algn="just">
              <a:buFont typeface="Arial" panose="020B0604020202020204" pitchFamily="34" charset="0"/>
              <a:buChar char="•"/>
            </a:pPr>
            <a:r>
              <a:rPr lang="en-IN" sz="2000" dirty="0"/>
              <a:t>D. </a:t>
            </a:r>
            <a:r>
              <a:rPr lang="en-IN" sz="2000" dirty="0" err="1"/>
              <a:t>Albe-Fessard</a:t>
            </a:r>
            <a:r>
              <a:rPr lang="en-IN" sz="2000" i="0" dirty="0">
                <a:effectLst/>
              </a:rPr>
              <a:t> et. al. </a:t>
            </a:r>
            <a:r>
              <a:rPr lang="en-IN" sz="2000" b="0" i="0" dirty="0">
                <a:solidFill>
                  <a:srgbClr val="111111"/>
                </a:solidFill>
                <a:effectLst/>
              </a:rPr>
              <a:t>Handbook of Sensory Physiology. </a:t>
            </a:r>
            <a:r>
              <a:rPr lang="en-IN" sz="2000" b="0" i="0" dirty="0">
                <a:solidFill>
                  <a:srgbClr val="777777"/>
                </a:solidFill>
                <a:effectLst/>
              </a:rPr>
              <a:t>DOI: </a:t>
            </a:r>
            <a:r>
              <a:rPr lang="en-IN" sz="2000" b="0" i="0" u="sng" dirty="0">
                <a:solidFill>
                  <a:srgbClr val="777777"/>
                </a:solidFill>
                <a:effectLst/>
                <a:hlinkClick r:id="rId3"/>
              </a:rPr>
              <a:t>10.1007/978-3-642-65438-1</a:t>
            </a:r>
            <a:r>
              <a:rPr lang="en-IN" sz="2000" b="0" i="0" u="sng" dirty="0">
                <a:solidFill>
                  <a:srgbClr val="777777"/>
                </a:solidFill>
                <a:effectLst/>
              </a:rPr>
              <a:t>; </a:t>
            </a:r>
            <a:r>
              <a:rPr lang="en-IN" sz="2000" b="0" i="0" dirty="0">
                <a:solidFill>
                  <a:srgbClr val="555555"/>
                </a:solidFill>
                <a:effectLst/>
              </a:rPr>
              <a:t>ISBN: 978-3-642-65440-4</a:t>
            </a:r>
            <a:endParaRPr lang="en-US" sz="2000" dirty="0"/>
          </a:p>
          <a:p>
            <a:pPr algn="just"/>
            <a:r>
              <a:rPr lang="en-US" sz="2000" dirty="0">
                <a:hlinkClick r:id="rId4"/>
              </a:rPr>
              <a:t>https://www.ncbi.nlm.nih.gov/books/NBK547656/</a:t>
            </a:r>
            <a:endParaRPr lang="en-US" sz="2000" dirty="0"/>
          </a:p>
          <a:p>
            <a:pPr algn="just"/>
            <a:endParaRPr lang="en-US" sz="2000" dirty="0"/>
          </a:p>
          <a:p>
            <a:pPr algn="just"/>
            <a:endParaRPr lang="en-IN" sz="2000" dirty="0">
              <a:ea typeface="Cambria"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mc:AlternateContent xmlns:mc="http://schemas.openxmlformats.org/markup-compatibility/2006" xmlns:p14="http://schemas.microsoft.com/office/powerpoint/2010/main">
    <mc:Choice Requires="p14">
      <p:transition spd="med" p14:dur="700" advTm="24312">
        <p:fade/>
      </p:transition>
    </mc:Choice>
    <mc:Fallback xmlns="">
      <p:transition spd="med" advTm="24312">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advTm="1626">
        <p:fade/>
      </p:transition>
    </mc:Choice>
    <mc:Fallback xmlns="">
      <p:transition spd="med" advTm="1626">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BF8B2CB-3EEA-4916-8710-B037C4D7A582"/>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FFFD\uFFFD\u0016*{50290AD1-BC77-4456-97D3-AFD2A2658E91}&quot;,&quot;C:\\Users\\dell\\Desktop\\unit 2 content BB\\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ure 20 transducers"/>
  <p:tag name="ISPRING_FIRST_PUBLISH" val="1"/>
</p:tagLst>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7850</TotalTime>
  <Words>2108</Words>
  <Application>Microsoft Office PowerPoint</Application>
  <PresentationFormat>Widescreen</PresentationFormat>
  <Paragraphs>268</Paragraphs>
  <Slides>32</Slides>
  <Notes>11</Notes>
  <HiddenSlides>0</HiddenSlides>
  <MMClips>0</MMClips>
  <ScaleCrop>false</ScaleCrop>
  <HeadingPairs>
    <vt:vector size="10"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32</vt:i4>
      </vt:variant>
      <vt:variant>
        <vt:lpstr>Custom Shows</vt:lpstr>
      </vt:variant>
      <vt:variant>
        <vt:i4>1</vt:i4>
      </vt:variant>
    </vt:vector>
  </HeadingPairs>
  <TitlesOfParts>
    <vt:vector size="49" baseType="lpstr">
      <vt:lpstr>Arial</vt:lpstr>
      <vt:lpstr>Arial</vt:lpstr>
      <vt:lpstr>Calibri</vt:lpstr>
      <vt:lpstr>Calibri Light</vt:lpstr>
      <vt:lpstr>Cambria</vt:lpstr>
      <vt:lpstr>Casper</vt:lpstr>
      <vt:lpstr>Google Sans</vt:lpstr>
      <vt:lpstr>King</vt:lpstr>
      <vt:lpstr>Raleway ExtraBold</vt:lpstr>
      <vt:lpstr>Times New Roman</vt:lpstr>
      <vt:lpstr>Verdana</vt:lpstr>
      <vt:lpstr>Wingdings</vt:lpstr>
      <vt:lpstr>Wingdings 3</vt:lpstr>
      <vt:lpstr>1_Office Theme</vt:lpstr>
      <vt:lpstr>Contents Slide Master</vt:lpstr>
      <vt:lpstr>CorelDRAW</vt:lpstr>
      <vt:lpstr>PowerPoint Presentation</vt:lpstr>
      <vt:lpstr>Course Outcome </vt:lpstr>
      <vt:lpstr>SYLLABUS</vt:lpstr>
      <vt:lpstr>Biological Sensors</vt:lpstr>
      <vt:lpstr>PowerPoint Presentation</vt:lpstr>
      <vt:lpstr>PowerPoint Presentation</vt:lpstr>
      <vt:lpstr>PowerPoint Presentation</vt:lpstr>
      <vt:lpstr>PowerPoint Presentation</vt:lpstr>
      <vt:lpstr>PowerPoint Presentation</vt:lpstr>
      <vt:lpstr>PowerPoint Presentation</vt:lpstr>
      <vt:lpstr>Sensation</vt:lpstr>
      <vt:lpstr>Human Sensors</vt:lpstr>
      <vt:lpstr>PowerPoint Presentation</vt:lpstr>
      <vt:lpstr>Chemoreception</vt:lpstr>
      <vt:lpstr>Taste Receptors  (Taste Buds)</vt:lpstr>
      <vt:lpstr>PowerPoint Presentation</vt:lpstr>
      <vt:lpstr>Taste Buds: Respond to any one of five primary tastes: sweet, sour, bitter, salty, or umami</vt:lpstr>
      <vt:lpstr>Olfactory Receptors (SMELL)</vt:lpstr>
      <vt:lpstr>PowerPoint Presentation</vt:lpstr>
      <vt:lpstr>Osmoreceptors   Detect change in osmotic pressure. </vt:lpstr>
      <vt:lpstr>Photoreception (VISION)</vt:lpstr>
      <vt:lpstr>PowerPoint Presentation</vt:lpstr>
      <vt:lpstr>Mechanoreception</vt:lpstr>
      <vt:lpstr>Tactile  (Touch)</vt:lpstr>
      <vt:lpstr>General senses in the skin</vt:lpstr>
      <vt:lpstr>Baroreceptors- monitor blood pressure  </vt:lpstr>
      <vt:lpstr>Thermoreceptors (Thermal Sensations )</vt:lpstr>
      <vt:lpstr>Vibration (SOUND)</vt:lpstr>
      <vt:lpstr>PowerPoint Presentation</vt:lpstr>
      <vt:lpstr>Passage of Sound through the Ear</vt:lpstr>
      <vt:lpstr>REFERENCES    </vt:lpstr>
      <vt:lpstr>PowerPoint Presentation</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Lecure 20 transducers</dc:title>
  <dc:creator>Branding</dc:creator>
  <cp:lastModifiedBy>matharu8832@gmail.com</cp:lastModifiedBy>
  <cp:revision>704</cp:revision>
  <dcterms:created xsi:type="dcterms:W3CDTF">2019-01-09T10:33:58Z</dcterms:created>
  <dcterms:modified xsi:type="dcterms:W3CDTF">2023-10-04T05:38:01Z</dcterms:modified>
</cp:coreProperties>
</file>