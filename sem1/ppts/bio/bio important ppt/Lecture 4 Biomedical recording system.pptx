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4"/>
  </p:notesMasterIdLst>
  <p:handoutMasterIdLst>
    <p:handoutMasterId r:id="rId25"/>
  </p:handoutMasterIdLst>
  <p:sldIdLst>
    <p:sldId id="375" r:id="rId3"/>
    <p:sldId id="430" r:id="rId4"/>
    <p:sldId id="381" r:id="rId5"/>
    <p:sldId id="410" r:id="rId6"/>
    <p:sldId id="383" r:id="rId7"/>
    <p:sldId id="393" r:id="rId8"/>
    <p:sldId id="434" r:id="rId9"/>
    <p:sldId id="435" r:id="rId10"/>
    <p:sldId id="436" r:id="rId11"/>
    <p:sldId id="433" r:id="rId12"/>
    <p:sldId id="394" r:id="rId13"/>
    <p:sldId id="398" r:id="rId14"/>
    <p:sldId id="409" r:id="rId15"/>
    <p:sldId id="399" r:id="rId16"/>
    <p:sldId id="431" r:id="rId17"/>
    <p:sldId id="400" r:id="rId18"/>
    <p:sldId id="405" r:id="rId19"/>
    <p:sldId id="406" r:id="rId20"/>
    <p:sldId id="407" r:id="rId21"/>
    <p:sldId id="308" r:id="rId22"/>
    <p:sldId id="279" r:id="rId23"/>
  </p:sldIdLst>
  <p:sldSz cx="12192000" cy="6858000"/>
  <p:notesSz cx="6858000" cy="9144000"/>
  <p:custShowLst>
    <p:custShow name="Custom Show 1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inder Kaur" userId="89161a673412ba18" providerId="LiveId" clId="{D437EBD6-E7C5-4692-824E-7A0E4B4620EA}"/>
    <pc:docChg chg="undo redo custSel addSld delSld modSld sldOrd">
      <pc:chgData name="Devinder Kaur" userId="89161a673412ba18" providerId="LiveId" clId="{D437EBD6-E7C5-4692-824E-7A0E4B4620EA}" dt="2022-01-05T05:00:09.847" v="2573" actId="47"/>
      <pc:docMkLst>
        <pc:docMk/>
      </pc:docMkLst>
      <pc:sldChg chg="modSp mod">
        <pc:chgData name="Devinder Kaur" userId="89161a673412ba18" providerId="LiveId" clId="{D437EBD6-E7C5-4692-824E-7A0E4B4620EA}" dt="2022-01-04T18:32:02.581" v="2485" actId="555"/>
        <pc:sldMkLst>
          <pc:docMk/>
          <pc:sldMk cId="2656501266" sldId="279"/>
        </pc:sldMkLst>
        <pc:spChg chg="mod">
          <ac:chgData name="Devinder Kaur" userId="89161a673412ba18" providerId="LiveId" clId="{D437EBD6-E7C5-4692-824E-7A0E4B4620EA}" dt="2022-01-04T18:31:37.353" v="2482" actId="20577"/>
          <ac:spMkLst>
            <pc:docMk/>
            <pc:sldMk cId="2656501266" sldId="279"/>
            <ac:spMk id="2" creationId="{00000000-0000-0000-0000-000000000000}"/>
          </ac:spMkLst>
        </pc:spChg>
        <pc:grpChg chg="mod">
          <ac:chgData name="Devinder Kaur" userId="89161a673412ba18" providerId="LiveId" clId="{D437EBD6-E7C5-4692-824E-7A0E4B4620EA}" dt="2022-01-04T18:32:02.581" v="2485" actId="555"/>
          <ac:grpSpMkLst>
            <pc:docMk/>
            <pc:sldMk cId="2656501266" sldId="279"/>
            <ac:grpSpMk id="29" creationId="{00000000-0000-0000-0000-000000000000}"/>
          </ac:grpSpMkLst>
        </pc:grpChg>
      </pc:sldChg>
      <pc:sldChg chg="del">
        <pc:chgData name="Devinder Kaur" userId="89161a673412ba18" providerId="LiveId" clId="{D437EBD6-E7C5-4692-824E-7A0E4B4620EA}" dt="2022-01-04T10:33:20.325" v="2175" actId="47"/>
        <pc:sldMkLst>
          <pc:docMk/>
          <pc:sldMk cId="2266207558" sldId="281"/>
        </pc:sldMkLst>
      </pc:sldChg>
      <pc:sldChg chg="del">
        <pc:chgData name="Devinder Kaur" userId="89161a673412ba18" providerId="LiveId" clId="{D437EBD6-E7C5-4692-824E-7A0E4B4620EA}" dt="2022-01-04T18:30:25.022" v="2417" actId="47"/>
        <pc:sldMkLst>
          <pc:docMk/>
          <pc:sldMk cId="3916463999" sldId="282"/>
        </pc:sldMkLst>
      </pc:sldChg>
      <pc:sldChg chg="del">
        <pc:chgData name="Devinder Kaur" userId="89161a673412ba18" providerId="LiveId" clId="{D437EBD6-E7C5-4692-824E-7A0E4B4620EA}" dt="2022-01-04T18:30:52.337" v="2422" actId="47"/>
        <pc:sldMkLst>
          <pc:docMk/>
          <pc:sldMk cId="2420312683" sldId="283"/>
        </pc:sldMkLst>
      </pc:sldChg>
      <pc:sldChg chg="del">
        <pc:chgData name="Devinder Kaur" userId="89161a673412ba18" providerId="LiveId" clId="{D437EBD6-E7C5-4692-824E-7A0E4B4620EA}" dt="2022-01-04T18:30:40.857" v="2418" actId="47"/>
        <pc:sldMkLst>
          <pc:docMk/>
          <pc:sldMk cId="1115974807" sldId="284"/>
        </pc:sldMkLst>
      </pc:sldChg>
      <pc:sldChg chg="del">
        <pc:chgData name="Devinder Kaur" userId="89161a673412ba18" providerId="LiveId" clId="{D437EBD6-E7C5-4692-824E-7A0E4B4620EA}" dt="2022-01-04T18:30:49.034" v="2421" actId="47"/>
        <pc:sldMkLst>
          <pc:docMk/>
          <pc:sldMk cId="2596675317" sldId="285"/>
        </pc:sldMkLst>
      </pc:sldChg>
      <pc:sldChg chg="del">
        <pc:chgData name="Devinder Kaur" userId="89161a673412ba18" providerId="LiveId" clId="{D437EBD6-E7C5-4692-824E-7A0E4B4620EA}" dt="2022-01-04T18:30:46.194" v="2420" actId="47"/>
        <pc:sldMkLst>
          <pc:docMk/>
          <pc:sldMk cId="3676534844" sldId="286"/>
        </pc:sldMkLst>
      </pc:sldChg>
      <pc:sldChg chg="del">
        <pc:chgData name="Devinder Kaur" userId="89161a673412ba18" providerId="LiveId" clId="{D437EBD6-E7C5-4692-824E-7A0E4B4620EA}" dt="2022-01-04T18:30:43.635" v="2419" actId="47"/>
        <pc:sldMkLst>
          <pc:docMk/>
          <pc:sldMk cId="1284689878" sldId="287"/>
        </pc:sldMkLst>
      </pc:sldChg>
      <pc:sldChg chg="modSp mod">
        <pc:chgData name="Devinder Kaur" userId="89161a673412ba18" providerId="LiveId" clId="{D437EBD6-E7C5-4692-824E-7A0E4B4620EA}" dt="2022-01-03T09:47:48.134" v="669"/>
        <pc:sldMkLst>
          <pc:docMk/>
          <pc:sldMk cId="1352780058" sldId="384"/>
        </pc:sldMkLst>
        <pc:graphicFrameChg chg="mod">
          <ac:chgData name="Devinder Kaur" userId="89161a673412ba18" providerId="LiveId" clId="{D437EBD6-E7C5-4692-824E-7A0E4B4620EA}" dt="2022-01-03T09:47:48.134" v="669"/>
          <ac:graphicFrameMkLst>
            <pc:docMk/>
            <pc:sldMk cId="1352780058" sldId="384"/>
            <ac:graphicFrameMk id="4" creationId="{BA2DF5AD-DBB8-4F6C-A2AE-E0273C0BE5C7}"/>
          </ac:graphicFrameMkLst>
        </pc:graphicFrameChg>
      </pc:sldChg>
      <pc:sldChg chg="del">
        <pc:chgData name="Devinder Kaur" userId="89161a673412ba18" providerId="LiveId" clId="{D437EBD6-E7C5-4692-824E-7A0E4B4620EA}" dt="2022-01-03T09:43:23.980" v="525" actId="47"/>
        <pc:sldMkLst>
          <pc:docMk/>
          <pc:sldMk cId="896460617" sldId="388"/>
        </pc:sldMkLst>
      </pc:sldChg>
      <pc:sldChg chg="addSp delSp modSp new del mod">
        <pc:chgData name="Devinder Kaur" userId="89161a673412ba18" providerId="LiveId" clId="{D437EBD6-E7C5-4692-824E-7A0E4B4620EA}" dt="2022-01-03T09:43:37.711" v="529" actId="47"/>
        <pc:sldMkLst>
          <pc:docMk/>
          <pc:sldMk cId="1005587946" sldId="389"/>
        </pc:sldMkLst>
        <pc:graphicFrameChg chg="add mod modGraphic">
          <ac:chgData name="Devinder Kaur" userId="89161a673412ba18" providerId="LiveId" clId="{D437EBD6-E7C5-4692-824E-7A0E4B4620EA}" dt="2021-12-30T08:28:13.232" v="66" actId="255"/>
          <ac:graphicFrameMkLst>
            <pc:docMk/>
            <pc:sldMk cId="1005587946" sldId="389"/>
            <ac:graphicFrameMk id="3" creationId="{FD50DDDD-2A18-410C-B43D-C970B7C23D64}"/>
          </ac:graphicFrameMkLst>
        </pc:graphicFrameChg>
        <pc:picChg chg="add mod">
          <ac:chgData name="Devinder Kaur" userId="89161a673412ba18" providerId="LiveId" clId="{D437EBD6-E7C5-4692-824E-7A0E4B4620EA}" dt="2021-12-30T08:29:19.507" v="74" actId="14100"/>
          <ac:picMkLst>
            <pc:docMk/>
            <pc:sldMk cId="1005587946" sldId="389"/>
            <ac:picMk id="4" creationId="{B9A9EF9B-D591-4B17-97E5-3CF98E258875}"/>
          </ac:picMkLst>
        </pc:picChg>
        <pc:picChg chg="add del mod">
          <ac:chgData name="Devinder Kaur" userId="89161a673412ba18" providerId="LiveId" clId="{D437EBD6-E7C5-4692-824E-7A0E4B4620EA}" dt="2021-12-30T08:28:54.294" v="68" actId="478"/>
          <ac:picMkLst>
            <pc:docMk/>
            <pc:sldMk cId="1005587946" sldId="389"/>
            <ac:picMk id="5" creationId="{7E771E45-5504-4FA3-A9A6-6443EEA07344}"/>
          </ac:picMkLst>
        </pc:picChg>
        <pc:picChg chg="add mod">
          <ac:chgData name="Devinder Kaur" userId="89161a673412ba18" providerId="LiveId" clId="{D437EBD6-E7C5-4692-824E-7A0E4B4620EA}" dt="2021-12-30T08:29:07.555" v="72" actId="14100"/>
          <ac:picMkLst>
            <pc:docMk/>
            <pc:sldMk cId="1005587946" sldId="389"/>
            <ac:picMk id="14338" creationId="{F07C730A-5497-4113-BDA3-9CEE57402CB6}"/>
          </ac:picMkLst>
        </pc:picChg>
      </pc:sldChg>
      <pc:sldChg chg="addSp modSp new del mod">
        <pc:chgData name="Devinder Kaur" userId="89161a673412ba18" providerId="LiveId" clId="{D437EBD6-E7C5-4692-824E-7A0E4B4620EA}" dt="2022-01-03T09:43:35.323" v="528" actId="47"/>
        <pc:sldMkLst>
          <pc:docMk/>
          <pc:sldMk cId="3600950664" sldId="390"/>
        </pc:sldMkLst>
        <pc:graphicFrameChg chg="add mod modGraphic">
          <ac:chgData name="Devinder Kaur" userId="89161a673412ba18" providerId="LiveId" clId="{D437EBD6-E7C5-4692-824E-7A0E4B4620EA}" dt="2021-12-30T08:58:53.666" v="130"/>
          <ac:graphicFrameMkLst>
            <pc:docMk/>
            <pc:sldMk cId="3600950664" sldId="390"/>
            <ac:graphicFrameMk id="3" creationId="{F57FD9B7-0F4A-45EF-94EB-A6DE0B794308}"/>
          </ac:graphicFrameMkLst>
        </pc:graphicFrameChg>
        <pc:picChg chg="add mod ord modCrop">
          <ac:chgData name="Devinder Kaur" userId="89161a673412ba18" providerId="LiveId" clId="{D437EBD6-E7C5-4692-824E-7A0E4B4620EA}" dt="2021-12-30T08:58:18.495" v="114" actId="1037"/>
          <ac:picMkLst>
            <pc:docMk/>
            <pc:sldMk cId="3600950664" sldId="390"/>
            <ac:picMk id="4" creationId="{D76ACF92-A6A6-4E5F-BF32-F9E9F8750DE2}"/>
          </ac:picMkLst>
        </pc:picChg>
      </pc:sldChg>
      <pc:sldChg chg="addSp modSp new del mod">
        <pc:chgData name="Devinder Kaur" userId="89161a673412ba18" providerId="LiveId" clId="{D437EBD6-E7C5-4692-824E-7A0E4B4620EA}" dt="2022-01-03T09:43:32.047" v="527" actId="47"/>
        <pc:sldMkLst>
          <pc:docMk/>
          <pc:sldMk cId="208273545" sldId="391"/>
        </pc:sldMkLst>
        <pc:graphicFrameChg chg="add mod modGraphic">
          <ac:chgData name="Devinder Kaur" userId="89161a673412ba18" providerId="LiveId" clId="{D437EBD6-E7C5-4692-824E-7A0E4B4620EA}" dt="2021-12-30T09:03:48.499" v="164" actId="123"/>
          <ac:graphicFrameMkLst>
            <pc:docMk/>
            <pc:sldMk cId="208273545" sldId="391"/>
            <ac:graphicFrameMk id="3" creationId="{25FC42D7-E1DD-4852-AEFC-A9922461DB76}"/>
          </ac:graphicFrameMkLst>
        </pc:graphicFrameChg>
        <pc:picChg chg="add mod modCrop">
          <ac:chgData name="Devinder Kaur" userId="89161a673412ba18" providerId="LiveId" clId="{D437EBD6-E7C5-4692-824E-7A0E4B4620EA}" dt="2021-12-30T09:04:24.739" v="171" actId="14100"/>
          <ac:picMkLst>
            <pc:docMk/>
            <pc:sldMk cId="208273545" sldId="391"/>
            <ac:picMk id="4" creationId="{C408C4D2-45C1-466D-AEB8-DF1A6ADECF38}"/>
          </ac:picMkLst>
        </pc:picChg>
      </pc:sldChg>
      <pc:sldChg chg="addSp modSp new del mod">
        <pc:chgData name="Devinder Kaur" userId="89161a673412ba18" providerId="LiveId" clId="{D437EBD6-E7C5-4692-824E-7A0E4B4620EA}" dt="2022-01-03T09:43:29.928" v="526" actId="47"/>
        <pc:sldMkLst>
          <pc:docMk/>
          <pc:sldMk cId="2401993180" sldId="392"/>
        </pc:sldMkLst>
        <pc:graphicFrameChg chg="add mod modGraphic">
          <ac:chgData name="Devinder Kaur" userId="89161a673412ba18" providerId="LiveId" clId="{D437EBD6-E7C5-4692-824E-7A0E4B4620EA}" dt="2021-12-30T09:10:18.861" v="204" actId="1076"/>
          <ac:graphicFrameMkLst>
            <pc:docMk/>
            <pc:sldMk cId="2401993180" sldId="392"/>
            <ac:graphicFrameMk id="3" creationId="{8A4068DC-F96E-4A5D-B32C-43FEC767AD9F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5:17.769" v="556"/>
        <pc:sldMkLst>
          <pc:docMk/>
          <pc:sldMk cId="2192094936" sldId="393"/>
        </pc:sldMkLst>
        <pc:graphicFrameChg chg="add mod modGraphic">
          <ac:chgData name="Devinder Kaur" userId="89161a673412ba18" providerId="LiveId" clId="{D437EBD6-E7C5-4692-824E-7A0E4B4620EA}" dt="2022-01-03T09:45:17.769" v="556"/>
          <ac:graphicFrameMkLst>
            <pc:docMk/>
            <pc:sldMk cId="2192094936" sldId="393"/>
            <ac:graphicFrameMk id="3" creationId="{8B632F35-A765-4989-BCDD-57B050D390F5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0:27.117" v="513" actId="20577"/>
        <pc:sldMkLst>
          <pc:docMk/>
          <pc:sldMk cId="3614230884" sldId="394"/>
        </pc:sldMkLst>
        <pc:graphicFrameChg chg="add mod modGraphic">
          <ac:chgData name="Devinder Kaur" userId="89161a673412ba18" providerId="LiveId" clId="{D437EBD6-E7C5-4692-824E-7A0E4B4620EA}" dt="2022-01-03T09:40:27.117" v="513" actId="20577"/>
          <ac:graphicFrameMkLst>
            <pc:docMk/>
            <pc:sldMk cId="3614230884" sldId="394"/>
            <ac:graphicFrameMk id="3" creationId="{778D9B96-086E-47D6-9D5B-2BCE27CBD1AF}"/>
          </ac:graphicFrameMkLst>
        </pc:graphicFrameChg>
      </pc:sldChg>
      <pc:sldChg chg="addSp modSp new mod">
        <pc:chgData name="Devinder Kaur" userId="89161a673412ba18" providerId="LiveId" clId="{D437EBD6-E7C5-4692-824E-7A0E4B4620EA}" dt="2021-12-30T10:16:19.820" v="298" actId="1035"/>
        <pc:sldMkLst>
          <pc:docMk/>
          <pc:sldMk cId="147918492" sldId="395"/>
        </pc:sldMkLst>
        <pc:graphicFrameChg chg="add mod modGraphic">
          <ac:chgData name="Devinder Kaur" userId="89161a673412ba18" providerId="LiveId" clId="{D437EBD6-E7C5-4692-824E-7A0E4B4620EA}" dt="2021-12-30T10:16:19.820" v="298" actId="1035"/>
          <ac:graphicFrameMkLst>
            <pc:docMk/>
            <pc:sldMk cId="147918492" sldId="395"/>
            <ac:graphicFrameMk id="3" creationId="{C96A5D8C-11DF-4E6F-9234-C4E7326F1221}"/>
          </ac:graphicFrameMkLst>
        </pc:graphicFrameChg>
      </pc:sldChg>
      <pc:sldChg chg="addSp delSp modSp new mod">
        <pc:chgData name="Devinder Kaur" userId="89161a673412ba18" providerId="LiveId" clId="{D437EBD6-E7C5-4692-824E-7A0E4B4620EA}" dt="2022-01-03T09:44:10.780" v="540"/>
        <pc:sldMkLst>
          <pc:docMk/>
          <pc:sldMk cId="3856306075" sldId="396"/>
        </pc:sldMkLst>
        <pc:spChg chg="add del mod">
          <ac:chgData name="Devinder Kaur" userId="89161a673412ba18" providerId="LiveId" clId="{D437EBD6-E7C5-4692-824E-7A0E4B4620EA}" dt="2021-12-30T10:24:01.802" v="325" actId="478"/>
          <ac:spMkLst>
            <pc:docMk/>
            <pc:sldMk cId="3856306075" sldId="396"/>
            <ac:spMk id="5" creationId="{86434215-6313-4C5C-9DB1-0BBA885F018D}"/>
          </ac:spMkLst>
        </pc:spChg>
        <pc:spChg chg="add del mod">
          <ac:chgData name="Devinder Kaur" userId="89161a673412ba18" providerId="LiveId" clId="{D437EBD6-E7C5-4692-824E-7A0E4B4620EA}" dt="2021-12-30T10:28:15.448" v="376" actId="478"/>
          <ac:spMkLst>
            <pc:docMk/>
            <pc:sldMk cId="3856306075" sldId="396"/>
            <ac:spMk id="7" creationId="{DBDC87F2-D3A4-4EFE-A303-52BFF1E262ED}"/>
          </ac:spMkLst>
        </pc:spChg>
        <pc:graphicFrameChg chg="add mod modGraphic">
          <ac:chgData name="Devinder Kaur" userId="89161a673412ba18" providerId="LiveId" clId="{D437EBD6-E7C5-4692-824E-7A0E4B4620EA}" dt="2022-01-03T09:44:10.780" v="540"/>
          <ac:graphicFrameMkLst>
            <pc:docMk/>
            <pc:sldMk cId="3856306075" sldId="396"/>
            <ac:graphicFrameMk id="3" creationId="{5EF03876-09FB-4960-BCF6-D28322A76EBC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9:37:35.159" v="2142" actId="113"/>
        <pc:sldMkLst>
          <pc:docMk/>
          <pc:sldMk cId="3167315709" sldId="397"/>
        </pc:sldMkLst>
        <pc:graphicFrameChg chg="add mod modGraphic">
          <ac:chgData name="Devinder Kaur" userId="89161a673412ba18" providerId="LiveId" clId="{D437EBD6-E7C5-4692-824E-7A0E4B4620EA}" dt="2022-01-04T09:37:35.159" v="2142" actId="113"/>
          <ac:graphicFrameMkLst>
            <pc:docMk/>
            <pc:sldMk cId="3167315709" sldId="397"/>
            <ac:graphicFrameMk id="3" creationId="{3275FE63-40A9-447D-A8F0-CBC20D437BF6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09:43:12.535" v="524"/>
        <pc:sldMkLst>
          <pc:docMk/>
          <pc:sldMk cId="3639549269" sldId="398"/>
        </pc:sldMkLst>
        <pc:graphicFrameChg chg="add mod modGraphic">
          <ac:chgData name="Devinder Kaur" userId="89161a673412ba18" providerId="LiveId" clId="{D437EBD6-E7C5-4692-824E-7A0E4B4620EA}" dt="2022-01-03T09:43:12.535" v="524"/>
          <ac:graphicFrameMkLst>
            <pc:docMk/>
            <pc:sldMk cId="3639549269" sldId="398"/>
            <ac:graphicFrameMk id="3" creationId="{0DFF9344-92F7-4682-9AF5-F049576651F7}"/>
          </ac:graphicFrameMkLst>
        </pc:graphicFrameChg>
      </pc:sldChg>
      <pc:sldChg chg="addSp delSp modSp new mod modNotesTx">
        <pc:chgData name="Devinder Kaur" userId="89161a673412ba18" providerId="LiveId" clId="{D437EBD6-E7C5-4692-824E-7A0E4B4620EA}" dt="2022-01-03T09:56:10.487" v="714" actId="1032"/>
        <pc:sldMkLst>
          <pc:docMk/>
          <pc:sldMk cId="464625897" sldId="399"/>
        </pc:sldMkLst>
        <pc:graphicFrameChg chg="add mod modGraphic">
          <ac:chgData name="Devinder Kaur" userId="89161a673412ba18" providerId="LiveId" clId="{D437EBD6-E7C5-4692-824E-7A0E4B4620EA}" dt="2022-01-03T09:53:27.258" v="707" actId="14100"/>
          <ac:graphicFrameMkLst>
            <pc:docMk/>
            <pc:sldMk cId="464625897" sldId="399"/>
            <ac:graphicFrameMk id="3" creationId="{FA13A556-8E4F-4A65-9846-1F148285D800}"/>
          </ac:graphicFrameMkLst>
        </pc:graphicFrameChg>
        <pc:graphicFrameChg chg="add del modGraphic">
          <ac:chgData name="Devinder Kaur" userId="89161a673412ba18" providerId="LiveId" clId="{D437EBD6-E7C5-4692-824E-7A0E4B4620EA}" dt="2022-01-03T09:56:10.487" v="714" actId="1032"/>
          <ac:graphicFrameMkLst>
            <pc:docMk/>
            <pc:sldMk cId="464625897" sldId="399"/>
            <ac:graphicFrameMk id="4" creationId="{AF9DCAC7-6D9D-4AAD-A92F-50152F4B65A8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3T10:39:33.414" v="912" actId="255"/>
        <pc:sldMkLst>
          <pc:docMk/>
          <pc:sldMk cId="227521108" sldId="400"/>
        </pc:sldMkLst>
        <pc:graphicFrameChg chg="add mod modGraphic">
          <ac:chgData name="Devinder Kaur" userId="89161a673412ba18" providerId="LiveId" clId="{D437EBD6-E7C5-4692-824E-7A0E4B4620EA}" dt="2022-01-03T10:39:33.414" v="912" actId="255"/>
          <ac:graphicFrameMkLst>
            <pc:docMk/>
            <pc:sldMk cId="227521108" sldId="400"/>
            <ac:graphicFrameMk id="3" creationId="{0A75EF0A-0EE4-46B0-B346-E4FF073F4FA7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10:12:57.619" v="802" actId="14100"/>
        <pc:sldMkLst>
          <pc:docMk/>
          <pc:sldMk cId="2249148143" sldId="401"/>
        </pc:sldMkLst>
        <pc:graphicFrameChg chg="add mod modGraphic">
          <ac:chgData name="Devinder Kaur" userId="89161a673412ba18" providerId="LiveId" clId="{D437EBD6-E7C5-4692-824E-7A0E4B4620EA}" dt="2022-01-03T10:12:57.619" v="802" actId="14100"/>
          <ac:graphicFrameMkLst>
            <pc:docMk/>
            <pc:sldMk cId="2249148143" sldId="401"/>
            <ac:graphicFrameMk id="3" creationId="{EA430766-A82E-4BAC-BEBF-83AB9FBE8243}"/>
          </ac:graphicFrameMkLst>
        </pc:graphicFrameChg>
      </pc:sldChg>
      <pc:sldChg chg="addSp modSp new mod">
        <pc:chgData name="Devinder Kaur" userId="89161a673412ba18" providerId="LiveId" clId="{D437EBD6-E7C5-4692-824E-7A0E4B4620EA}" dt="2022-01-03T10:37:37.963" v="907"/>
        <pc:sldMkLst>
          <pc:docMk/>
          <pc:sldMk cId="896897458" sldId="402"/>
        </pc:sldMkLst>
        <pc:graphicFrameChg chg="add mod modGraphic">
          <ac:chgData name="Devinder Kaur" userId="89161a673412ba18" providerId="LiveId" clId="{D437EBD6-E7C5-4692-824E-7A0E4B4620EA}" dt="2022-01-03T10:37:37.963" v="907"/>
          <ac:graphicFrameMkLst>
            <pc:docMk/>
            <pc:sldMk cId="896897458" sldId="402"/>
            <ac:graphicFrameMk id="3" creationId="{82A99B5D-4B56-47E4-97F6-CF7642479297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3T10:50:20.282" v="944" actId="20577"/>
        <pc:sldMkLst>
          <pc:docMk/>
          <pc:sldMk cId="370510280" sldId="403"/>
        </pc:sldMkLst>
        <pc:graphicFrameChg chg="add mod modGraphic">
          <ac:chgData name="Devinder Kaur" userId="89161a673412ba18" providerId="LiveId" clId="{D437EBD6-E7C5-4692-824E-7A0E4B4620EA}" dt="2022-01-03T10:50:20.282" v="944" actId="20577"/>
          <ac:graphicFrameMkLst>
            <pc:docMk/>
            <pc:sldMk cId="370510280" sldId="403"/>
            <ac:graphicFrameMk id="3" creationId="{43BAFD15-DD9F-49A5-A0DE-4E81A575A22F}"/>
          </ac:graphicFrameMkLst>
        </pc:graphicFrameChg>
      </pc:sldChg>
      <pc:sldChg chg="addSp modSp new mod modNotesTx">
        <pc:chgData name="Devinder Kaur" userId="89161a673412ba18" providerId="LiveId" clId="{D437EBD6-E7C5-4692-824E-7A0E4B4620EA}" dt="2022-01-05T04:58:45.633" v="2570" actId="403"/>
        <pc:sldMkLst>
          <pc:docMk/>
          <pc:sldMk cId="1758255484" sldId="404"/>
        </pc:sldMkLst>
        <pc:graphicFrameChg chg="add mod modGraphic">
          <ac:chgData name="Devinder Kaur" userId="89161a673412ba18" providerId="LiveId" clId="{D437EBD6-E7C5-4692-824E-7A0E4B4620EA}" dt="2022-01-05T04:58:45.633" v="2570" actId="403"/>
          <ac:graphicFrameMkLst>
            <pc:docMk/>
            <pc:sldMk cId="1758255484" sldId="404"/>
            <ac:graphicFrameMk id="3" creationId="{8A0FCFD4-6670-41BA-9D3D-3BF049E75FED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5:09:38.414" v="1014" actId="1036"/>
        <pc:sldMkLst>
          <pc:docMk/>
          <pc:sldMk cId="1064749569" sldId="405"/>
        </pc:sldMkLst>
        <pc:graphicFrameChg chg="add mod modGraphic">
          <ac:chgData name="Devinder Kaur" userId="89161a673412ba18" providerId="LiveId" clId="{D437EBD6-E7C5-4692-824E-7A0E4B4620EA}" dt="2022-01-04T05:09:38.414" v="1014" actId="1036"/>
          <ac:graphicFrameMkLst>
            <pc:docMk/>
            <pc:sldMk cId="1064749569" sldId="405"/>
            <ac:graphicFrameMk id="3" creationId="{6FA20453-F70D-427A-BE72-6C1FBBAE2422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05:27:07.268" v="1170" actId="255"/>
        <pc:sldMkLst>
          <pc:docMk/>
          <pc:sldMk cId="58233747" sldId="406"/>
        </pc:sldMkLst>
        <pc:graphicFrameChg chg="add mod modGraphic">
          <ac:chgData name="Devinder Kaur" userId="89161a673412ba18" providerId="LiveId" clId="{D437EBD6-E7C5-4692-824E-7A0E4B4620EA}" dt="2022-01-04T05:27:07.268" v="1170" actId="255"/>
          <ac:graphicFrameMkLst>
            <pc:docMk/>
            <pc:sldMk cId="58233747" sldId="406"/>
            <ac:graphicFrameMk id="3" creationId="{5FE0A920-CC80-4EB4-95E3-71140833B51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42:21.794" v="2528"/>
        <pc:sldMkLst>
          <pc:docMk/>
          <pc:sldMk cId="3711753767" sldId="407"/>
        </pc:sldMkLst>
        <pc:graphicFrameChg chg="add mod modGraphic">
          <ac:chgData name="Devinder Kaur" userId="89161a673412ba18" providerId="LiveId" clId="{D437EBD6-E7C5-4692-824E-7A0E4B4620EA}" dt="2022-01-04T18:42:21.794" v="2528"/>
          <ac:graphicFrameMkLst>
            <pc:docMk/>
            <pc:sldMk cId="3711753767" sldId="407"/>
            <ac:graphicFrameMk id="3" creationId="{E54F643D-F193-471D-84EE-E2CCBB190C8B}"/>
          </ac:graphicFrameMkLst>
        </pc:graphicFrameChg>
      </pc:sldChg>
      <pc:sldChg chg="addSp delSp modSp new mod">
        <pc:chgData name="Devinder Kaur" userId="89161a673412ba18" providerId="LiveId" clId="{D437EBD6-E7C5-4692-824E-7A0E4B4620EA}" dt="2022-01-04T18:43:47.710" v="2549"/>
        <pc:sldMkLst>
          <pc:docMk/>
          <pc:sldMk cId="2023502325" sldId="408"/>
        </pc:sldMkLst>
        <pc:graphicFrameChg chg="add mod modGraphic">
          <ac:chgData name="Devinder Kaur" userId="89161a673412ba18" providerId="LiveId" clId="{D437EBD6-E7C5-4692-824E-7A0E4B4620EA}" dt="2022-01-04T18:43:47.710" v="2549"/>
          <ac:graphicFrameMkLst>
            <pc:docMk/>
            <pc:sldMk cId="2023502325" sldId="408"/>
            <ac:graphicFrameMk id="3" creationId="{C9BC80E6-6A9D-4F6F-9413-7F6D8A58175F}"/>
          </ac:graphicFrameMkLst>
        </pc:graphicFrameChg>
        <pc:picChg chg="add del">
          <ac:chgData name="Devinder Kaur" userId="89161a673412ba18" providerId="LiveId" clId="{D437EBD6-E7C5-4692-824E-7A0E4B4620EA}" dt="2022-01-04T07:07:59.220" v="1552" actId="478"/>
          <ac:picMkLst>
            <pc:docMk/>
            <pc:sldMk cId="2023502325" sldId="408"/>
            <ac:picMk id="4" creationId="{D8A7A39E-7B25-4AB1-A8DE-CEA077CDEF6F}"/>
          </ac:picMkLst>
        </pc:picChg>
        <pc:picChg chg="add del mod">
          <ac:chgData name="Devinder Kaur" userId="89161a673412ba18" providerId="LiveId" clId="{D437EBD6-E7C5-4692-824E-7A0E4B4620EA}" dt="2022-01-04T07:15:03.778" v="1859" actId="478"/>
          <ac:picMkLst>
            <pc:docMk/>
            <pc:sldMk cId="2023502325" sldId="408"/>
            <ac:picMk id="5" creationId="{0E9055B2-077F-47BF-A957-40E530405595}"/>
          </ac:picMkLst>
        </pc:picChg>
      </pc:sldChg>
      <pc:sldChg chg="new del">
        <pc:chgData name="Devinder Kaur" userId="89161a673412ba18" providerId="LiveId" clId="{D437EBD6-E7C5-4692-824E-7A0E4B4620EA}" dt="2022-01-04T05:35:55.408" v="1211" actId="680"/>
        <pc:sldMkLst>
          <pc:docMk/>
          <pc:sldMk cId="1622905182" sldId="409"/>
        </pc:sldMkLst>
      </pc:sldChg>
      <pc:sldChg chg="modSp new mod">
        <pc:chgData name="Devinder Kaur" userId="89161a673412ba18" providerId="LiveId" clId="{D437EBD6-E7C5-4692-824E-7A0E4B4620EA}" dt="2022-01-04T18:34:11.558" v="2513" actId="14100"/>
        <pc:sldMkLst>
          <pc:docMk/>
          <pc:sldMk cId="4053061567" sldId="409"/>
        </pc:sldMkLst>
        <pc:spChg chg="mod">
          <ac:chgData name="Devinder Kaur" userId="89161a673412ba18" providerId="LiveId" clId="{D437EBD6-E7C5-4692-824E-7A0E4B4620EA}" dt="2022-01-04T05:38:21.574" v="1248" actId="14100"/>
          <ac:spMkLst>
            <pc:docMk/>
            <pc:sldMk cId="4053061567" sldId="409"/>
            <ac:spMk id="2" creationId="{7D11C330-CF8C-476A-86FB-980644B47AD6}"/>
          </ac:spMkLst>
        </pc:spChg>
        <pc:spChg chg="mod">
          <ac:chgData name="Devinder Kaur" userId="89161a673412ba18" providerId="LiveId" clId="{D437EBD6-E7C5-4692-824E-7A0E4B4620EA}" dt="2022-01-04T18:34:11.558" v="2513" actId="14100"/>
          <ac:spMkLst>
            <pc:docMk/>
            <pc:sldMk cId="4053061567" sldId="409"/>
            <ac:spMk id="3" creationId="{7091DE2F-9396-40F7-8441-3F7E82C9F023}"/>
          </ac:spMkLst>
        </pc:spChg>
      </pc:sldChg>
      <pc:sldChg chg="modSp new mod">
        <pc:chgData name="Devinder Kaur" userId="89161a673412ba18" providerId="LiveId" clId="{D437EBD6-E7C5-4692-824E-7A0E4B4620EA}" dt="2022-01-04T05:40:47.750" v="1280" actId="14100"/>
        <pc:sldMkLst>
          <pc:docMk/>
          <pc:sldMk cId="2337382951" sldId="410"/>
        </pc:sldMkLst>
        <pc:spChg chg="mod">
          <ac:chgData name="Devinder Kaur" userId="89161a673412ba18" providerId="LiveId" clId="{D437EBD6-E7C5-4692-824E-7A0E4B4620EA}" dt="2022-01-04T05:40:42.559" v="1279" actId="14100"/>
          <ac:spMkLst>
            <pc:docMk/>
            <pc:sldMk cId="2337382951" sldId="410"/>
            <ac:spMk id="2" creationId="{75DF2864-D4E4-4DA8-BC6E-A8C255929A8D}"/>
          </ac:spMkLst>
        </pc:spChg>
        <pc:spChg chg="mod">
          <ac:chgData name="Devinder Kaur" userId="89161a673412ba18" providerId="LiveId" clId="{D437EBD6-E7C5-4692-824E-7A0E4B4620EA}" dt="2022-01-04T05:40:47.750" v="1280" actId="14100"/>
          <ac:spMkLst>
            <pc:docMk/>
            <pc:sldMk cId="2337382951" sldId="410"/>
            <ac:spMk id="3" creationId="{5D6D8C70-B24F-4276-A3F1-20A30D6FF537}"/>
          </ac:spMkLst>
        </pc:spChg>
      </pc:sldChg>
      <pc:sldChg chg="modSp add del mod">
        <pc:chgData name="Devinder Kaur" userId="89161a673412ba18" providerId="LiveId" clId="{D437EBD6-E7C5-4692-824E-7A0E4B4620EA}" dt="2022-01-05T05:00:09.847" v="2573" actId="47"/>
        <pc:sldMkLst>
          <pc:docMk/>
          <pc:sldMk cId="1136771063" sldId="411"/>
        </pc:sldMkLst>
        <pc:spChg chg="mod">
          <ac:chgData name="Devinder Kaur" userId="89161a673412ba18" providerId="LiveId" clId="{D437EBD6-E7C5-4692-824E-7A0E4B4620EA}" dt="2022-01-04T18:37:20.842" v="2516" actId="20577"/>
          <ac:spMkLst>
            <pc:docMk/>
            <pc:sldMk cId="1136771063" sldId="411"/>
            <ac:spMk id="3" creationId="{4811D856-3C8C-4D6C-8911-404843A25A83}"/>
          </ac:spMkLst>
        </pc:spChg>
      </pc:sldChg>
      <pc:sldChg chg="delSp modSp new del mod">
        <pc:chgData name="Devinder Kaur" userId="89161a673412ba18" providerId="LiveId" clId="{D437EBD6-E7C5-4692-824E-7A0E4B4620EA}" dt="2022-01-04T18:34:21.445" v="2514" actId="2696"/>
        <pc:sldMkLst>
          <pc:docMk/>
          <pc:sldMk cId="3669953272" sldId="411"/>
        </pc:sldMkLst>
        <pc:spChg chg="del mod">
          <ac:chgData name="Devinder Kaur" userId="89161a673412ba18" providerId="LiveId" clId="{D437EBD6-E7C5-4692-824E-7A0E4B4620EA}" dt="2022-01-04T18:07:13.444" v="2287" actId="478"/>
          <ac:spMkLst>
            <pc:docMk/>
            <pc:sldMk cId="3669953272" sldId="411"/>
            <ac:spMk id="2" creationId="{B604E40A-43FE-4B8C-A135-608DC066CA66}"/>
          </ac:spMkLst>
        </pc:spChg>
        <pc:spChg chg="mod">
          <ac:chgData name="Devinder Kaur" userId="89161a673412ba18" providerId="LiveId" clId="{D437EBD6-E7C5-4692-824E-7A0E4B4620EA}" dt="2022-01-04T18:33:49.535" v="2508" actId="21"/>
          <ac:spMkLst>
            <pc:docMk/>
            <pc:sldMk cId="3669953272" sldId="411"/>
            <ac:spMk id="3" creationId="{4811D856-3C8C-4D6C-8911-404843A25A83}"/>
          </ac:spMkLst>
        </pc:spChg>
      </pc:sldChg>
      <pc:sldChg chg="addSp modSp new mod">
        <pc:chgData name="Devinder Kaur" userId="89161a673412ba18" providerId="LiveId" clId="{D437EBD6-E7C5-4692-824E-7A0E4B4620EA}" dt="2022-01-04T09:24:56.202" v="2086"/>
        <pc:sldMkLst>
          <pc:docMk/>
          <pc:sldMk cId="1345359177" sldId="412"/>
        </pc:sldMkLst>
        <pc:graphicFrameChg chg="add mod modGraphic">
          <ac:chgData name="Devinder Kaur" userId="89161a673412ba18" providerId="LiveId" clId="{D437EBD6-E7C5-4692-824E-7A0E4B4620EA}" dt="2022-01-04T09:24:56.202" v="2086"/>
          <ac:graphicFrameMkLst>
            <pc:docMk/>
            <pc:sldMk cId="1345359177" sldId="412"/>
            <ac:graphicFrameMk id="3" creationId="{91FB0732-0B5F-46B8-961B-558C53D446B4}"/>
          </ac:graphicFrameMkLst>
        </pc:graphicFrameChg>
      </pc:sldChg>
      <pc:sldChg chg="addSp modSp new mod ord">
        <pc:chgData name="Devinder Kaur" userId="89161a673412ba18" providerId="LiveId" clId="{D437EBD6-E7C5-4692-824E-7A0E4B4620EA}" dt="2022-01-05T04:59:21.737" v="2572" actId="403"/>
        <pc:sldMkLst>
          <pc:docMk/>
          <pc:sldMk cId="1399851306" sldId="413"/>
        </pc:sldMkLst>
        <pc:graphicFrameChg chg="add mod modGraphic">
          <ac:chgData name="Devinder Kaur" userId="89161a673412ba18" providerId="LiveId" clId="{D437EBD6-E7C5-4692-824E-7A0E4B4620EA}" dt="2022-01-05T04:59:21.737" v="2572" actId="403"/>
          <ac:graphicFrameMkLst>
            <pc:docMk/>
            <pc:sldMk cId="1399851306" sldId="413"/>
            <ac:graphicFrameMk id="3" creationId="{B0D304A0-7530-44FB-89C0-2D473262C5A0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0:32:56.223" v="2174" actId="122"/>
        <pc:sldMkLst>
          <pc:docMk/>
          <pc:sldMk cId="4063930908" sldId="414"/>
        </pc:sldMkLst>
        <pc:graphicFrameChg chg="add mod modGraphic">
          <ac:chgData name="Devinder Kaur" userId="89161a673412ba18" providerId="LiveId" clId="{D437EBD6-E7C5-4692-824E-7A0E4B4620EA}" dt="2022-01-04T10:32:56.223" v="2174" actId="122"/>
          <ac:graphicFrameMkLst>
            <pc:docMk/>
            <pc:sldMk cId="4063930908" sldId="414"/>
            <ac:graphicFrameMk id="3" creationId="{6D024CEA-69A2-4FB9-8156-CDDB63F89750}"/>
          </ac:graphicFrameMkLst>
        </pc:graphicFrameChg>
      </pc:sldChg>
      <pc:sldChg chg="addSp modSp new del mod">
        <pc:chgData name="Devinder Kaur" userId="89161a673412ba18" providerId="LiveId" clId="{D437EBD6-E7C5-4692-824E-7A0E4B4620EA}" dt="2022-01-04T18:30:19.046" v="2416" actId="47"/>
        <pc:sldMkLst>
          <pc:docMk/>
          <pc:sldMk cId="2899828015" sldId="415"/>
        </pc:sldMkLst>
        <pc:graphicFrameChg chg="add modGraphic">
          <ac:chgData name="Devinder Kaur" userId="89161a673412ba18" providerId="LiveId" clId="{D437EBD6-E7C5-4692-824E-7A0E4B4620EA}" dt="2022-01-04T10:29:31.465" v="2157" actId="1032"/>
          <ac:graphicFrameMkLst>
            <pc:docMk/>
            <pc:sldMk cId="2899828015" sldId="415"/>
            <ac:graphicFrameMk id="3" creationId="{8BFCCA66-FB13-40C4-940A-3BB9F84C453E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01:55.639" v="2227" actId="179"/>
        <pc:sldMkLst>
          <pc:docMk/>
          <pc:sldMk cId="3648166895" sldId="416"/>
        </pc:sldMkLst>
        <pc:graphicFrameChg chg="add mod modGraphic">
          <ac:chgData name="Devinder Kaur" userId="89161a673412ba18" providerId="LiveId" clId="{D437EBD6-E7C5-4692-824E-7A0E4B4620EA}" dt="2022-01-04T18:01:55.639" v="2227" actId="179"/>
          <ac:graphicFrameMkLst>
            <pc:docMk/>
            <pc:sldMk cId="3648166895" sldId="416"/>
            <ac:graphicFrameMk id="3" creationId="{DF6E36CB-AA92-4E01-ACA0-C986140179A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24:20.393" v="2375" actId="403"/>
        <pc:sldMkLst>
          <pc:docMk/>
          <pc:sldMk cId="3035489821" sldId="417"/>
        </pc:sldMkLst>
        <pc:graphicFrameChg chg="add mod modGraphic">
          <ac:chgData name="Devinder Kaur" userId="89161a673412ba18" providerId="LiveId" clId="{D437EBD6-E7C5-4692-824E-7A0E4B4620EA}" dt="2022-01-04T18:24:20.393" v="2375" actId="403"/>
          <ac:graphicFrameMkLst>
            <pc:docMk/>
            <pc:sldMk cId="3035489821" sldId="417"/>
            <ac:graphicFrameMk id="3" creationId="{FAFD3B51-EA03-42EE-BB0B-64BFF2EFA7F1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06:00.623" v="2277" actId="122"/>
        <pc:sldMkLst>
          <pc:docMk/>
          <pc:sldMk cId="1377215463" sldId="418"/>
        </pc:sldMkLst>
        <pc:graphicFrameChg chg="add mod modGraphic">
          <ac:chgData name="Devinder Kaur" userId="89161a673412ba18" providerId="LiveId" clId="{D437EBD6-E7C5-4692-824E-7A0E4B4620EA}" dt="2022-01-04T18:06:00.623" v="2277" actId="122"/>
          <ac:graphicFrameMkLst>
            <pc:docMk/>
            <pc:sldMk cId="1377215463" sldId="418"/>
            <ac:graphicFrameMk id="3" creationId="{5A3FAA10-4350-4CB5-8FE4-8BE89AD633EC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14:30.712" v="2350" actId="20577"/>
        <pc:sldMkLst>
          <pc:docMk/>
          <pc:sldMk cId="1261589088" sldId="419"/>
        </pc:sldMkLst>
        <pc:graphicFrameChg chg="add mod modGraphic">
          <ac:chgData name="Devinder Kaur" userId="89161a673412ba18" providerId="LiveId" clId="{D437EBD6-E7C5-4692-824E-7A0E4B4620EA}" dt="2022-01-04T18:14:30.712" v="2350" actId="20577"/>
          <ac:graphicFrameMkLst>
            <pc:docMk/>
            <pc:sldMk cId="1261589088" sldId="419"/>
            <ac:graphicFrameMk id="3" creationId="{E7630C35-14AA-4A26-87FB-180C984DF3CF}"/>
          </ac:graphicFrameMkLst>
        </pc:graphicFrameChg>
      </pc:sldChg>
      <pc:sldChg chg="addSp modSp new mod">
        <pc:chgData name="Devinder Kaur" userId="89161a673412ba18" providerId="LiveId" clId="{D437EBD6-E7C5-4692-824E-7A0E4B4620EA}" dt="2022-01-04T18:30:08.903" v="2415" actId="14100"/>
        <pc:sldMkLst>
          <pc:docMk/>
          <pc:sldMk cId="3063314571" sldId="420"/>
        </pc:sldMkLst>
        <pc:graphicFrameChg chg="add mod modGraphic">
          <ac:chgData name="Devinder Kaur" userId="89161a673412ba18" providerId="LiveId" clId="{D437EBD6-E7C5-4692-824E-7A0E4B4620EA}" dt="2022-01-04T18:30:08.903" v="2415" actId="14100"/>
          <ac:graphicFrameMkLst>
            <pc:docMk/>
            <pc:sldMk cId="3063314571" sldId="420"/>
            <ac:graphicFrameMk id="3" creationId="{7989309E-54AD-4213-8FFD-3146D82E0B90}"/>
          </ac:graphicFrameMkLst>
        </pc:graphicFrameChg>
      </pc:sldChg>
      <pc:sldChg chg="modSp new mod">
        <pc:chgData name="Devinder Kaur" userId="89161a673412ba18" providerId="LiveId" clId="{D437EBD6-E7C5-4692-824E-7A0E4B4620EA}" dt="2022-01-04T18:33:24.705" v="2507" actId="14100"/>
        <pc:sldMkLst>
          <pc:docMk/>
          <pc:sldMk cId="927496232" sldId="421"/>
        </pc:sldMkLst>
        <pc:spChg chg="mod">
          <ac:chgData name="Devinder Kaur" userId="89161a673412ba18" providerId="LiveId" clId="{D437EBD6-E7C5-4692-824E-7A0E4B4620EA}" dt="2022-01-04T18:32:50.440" v="2500" actId="404"/>
          <ac:spMkLst>
            <pc:docMk/>
            <pc:sldMk cId="927496232" sldId="421"/>
            <ac:spMk id="2" creationId="{1F9F77DD-C0BC-4EE3-9ADD-063E95141D8A}"/>
          </ac:spMkLst>
        </pc:spChg>
        <pc:spChg chg="mod">
          <ac:chgData name="Devinder Kaur" userId="89161a673412ba18" providerId="LiveId" clId="{D437EBD6-E7C5-4692-824E-7A0E4B4620EA}" dt="2022-01-04T18:33:24.705" v="2507" actId="14100"/>
          <ac:spMkLst>
            <pc:docMk/>
            <pc:sldMk cId="927496232" sldId="421"/>
            <ac:spMk id="3" creationId="{A426A7D0-CF40-451E-9A6A-13D96547E957}"/>
          </ac:spMkLst>
        </pc:spChg>
      </pc:sldChg>
      <pc:sldChg chg="addSp modSp new mod">
        <pc:chgData name="Devinder Kaur" userId="89161a673412ba18" providerId="LiveId" clId="{D437EBD6-E7C5-4692-824E-7A0E4B4620EA}" dt="2022-01-04T18:46:36.912" v="2563" actId="14100"/>
        <pc:sldMkLst>
          <pc:docMk/>
          <pc:sldMk cId="879633862" sldId="422"/>
        </pc:sldMkLst>
        <pc:graphicFrameChg chg="add mod modGraphic">
          <ac:chgData name="Devinder Kaur" userId="89161a673412ba18" providerId="LiveId" clId="{D437EBD6-E7C5-4692-824E-7A0E4B4620EA}" dt="2022-01-04T18:46:36.912" v="2563" actId="14100"/>
          <ac:graphicFrameMkLst>
            <pc:docMk/>
            <pc:sldMk cId="879633862" sldId="422"/>
            <ac:graphicFrameMk id="3" creationId="{DDB33DA9-E0FE-4177-9226-C10C36093CDA}"/>
          </ac:graphicFrameMkLst>
        </pc:graphicFrameChg>
      </pc:sldChg>
    </pc:docChg>
  </pc:docChgLst>
  <pc:docChgLst>
    <pc:chgData name="Devinder Kaur" userId="89161a673412ba18" providerId="LiveId" clId="{58AF381C-3989-4DC6-8600-5519E6AE6AD7}"/>
    <pc:docChg chg="addSld modSld">
      <pc:chgData name="Devinder Kaur" userId="89161a673412ba18" providerId="LiveId" clId="{58AF381C-3989-4DC6-8600-5519E6AE6AD7}" dt="2022-12-21T04:09:42.227" v="41" actId="1076"/>
      <pc:docMkLst>
        <pc:docMk/>
      </pc:docMkLst>
      <pc:sldChg chg="modSp mod">
        <pc:chgData name="Devinder Kaur" userId="89161a673412ba18" providerId="LiveId" clId="{58AF381C-3989-4DC6-8600-5519E6AE6AD7}" dt="2022-12-21T04:09:42.227" v="41" actId="1076"/>
        <pc:sldMkLst>
          <pc:docMk/>
          <pc:sldMk cId="3585577689" sldId="375"/>
        </pc:sldMkLst>
        <pc:spChg chg="mod">
          <ac:chgData name="Devinder Kaur" userId="89161a673412ba18" providerId="LiveId" clId="{58AF381C-3989-4DC6-8600-5519E6AE6AD7}" dt="2022-12-21T04:09:42.227" v="41" actId="1076"/>
          <ac:spMkLst>
            <pc:docMk/>
            <pc:sldMk cId="3585577689" sldId="375"/>
            <ac:spMk id="37" creationId="{0983CA01-DED8-4A8A-82CA-5B1BE1DADB0C}"/>
          </ac:spMkLst>
        </pc:spChg>
      </pc:sldChg>
      <pc:sldChg chg="addSp modSp new mod">
        <pc:chgData name="Devinder Kaur" userId="89161a673412ba18" providerId="LiveId" clId="{58AF381C-3989-4DC6-8600-5519E6AE6AD7}" dt="2022-12-20T07:27:51.576" v="8" actId="1076"/>
        <pc:sldMkLst>
          <pc:docMk/>
          <pc:sldMk cId="198484159" sldId="431"/>
        </pc:sldMkLst>
        <pc:picChg chg="add mod">
          <ac:chgData name="Devinder Kaur" userId="89161a673412ba18" providerId="LiveId" clId="{58AF381C-3989-4DC6-8600-5519E6AE6AD7}" dt="2022-12-20T07:27:51.576" v="8" actId="1076"/>
          <ac:picMkLst>
            <pc:docMk/>
            <pc:sldMk cId="198484159" sldId="431"/>
            <ac:picMk id="3" creationId="{F7DC66A8-9E90-309B-3A69-B46E14854EB2}"/>
          </ac:picMkLst>
        </pc:picChg>
      </pc:sldChg>
      <pc:sldChg chg="addSp modSp new mod">
        <pc:chgData name="Devinder Kaur" userId="89161a673412ba18" providerId="LiveId" clId="{58AF381C-3989-4DC6-8600-5519E6AE6AD7}" dt="2022-12-20T07:50:49.704" v="40" actId="20577"/>
        <pc:sldMkLst>
          <pc:docMk/>
          <pc:sldMk cId="2588663887" sldId="432"/>
        </pc:sldMkLst>
        <pc:graphicFrameChg chg="add mod modGraphic">
          <ac:chgData name="Devinder Kaur" userId="89161a673412ba18" providerId="LiveId" clId="{58AF381C-3989-4DC6-8600-5519E6AE6AD7}" dt="2022-12-20T07:50:49.704" v="40" actId="20577"/>
          <ac:graphicFrameMkLst>
            <pc:docMk/>
            <pc:sldMk cId="2588663887" sldId="432"/>
            <ac:graphicFrameMk id="3" creationId="{9824FA00-2F57-68E7-1ACC-C8F8C95D7606}"/>
          </ac:graphicFrameMkLst>
        </pc:graphicFrameChg>
      </pc:sldChg>
    </pc:docChg>
  </pc:docChgLst>
  <pc:docChgLst>
    <pc:chgData name="Devinder Kaur" userId="89161a673412ba18" providerId="LiveId" clId="{C26AAAC5-2727-4B7B-8D5B-85A19B87EDF7}"/>
    <pc:docChg chg="undo custSel addSld delSld modSld sldOrd">
      <pc:chgData name="Devinder Kaur" userId="89161a673412ba18" providerId="LiveId" clId="{C26AAAC5-2727-4B7B-8D5B-85A19B87EDF7}" dt="2022-04-25T09:03:29.296" v="853"/>
      <pc:docMkLst>
        <pc:docMk/>
      </pc:docMkLst>
      <pc:sldChg chg="modSp mod">
        <pc:chgData name="Devinder Kaur" userId="89161a673412ba18" providerId="LiveId" clId="{C26AAAC5-2727-4B7B-8D5B-85A19B87EDF7}" dt="2022-04-25T06:23:39.355" v="35" actId="207"/>
        <pc:sldMkLst>
          <pc:docMk/>
          <pc:sldMk cId="2656501266" sldId="279"/>
        </pc:sldMkLst>
        <pc:spChg chg="mod">
          <ac:chgData name="Devinder Kaur" userId="89161a673412ba18" providerId="LiveId" clId="{C26AAAC5-2727-4B7B-8D5B-85A19B87EDF7}" dt="2022-04-25T06:23:39.355" v="35" actId="207"/>
          <ac:spMkLst>
            <pc:docMk/>
            <pc:sldMk cId="2656501266" sldId="279"/>
            <ac:spMk id="17" creationId="{2C813A83-4CF3-4942-8C24-169E11C40466}"/>
          </ac:spMkLst>
        </pc:spChg>
      </pc:sldChg>
      <pc:sldChg chg="modSp mod">
        <pc:chgData name="Devinder Kaur" userId="89161a673412ba18" providerId="LiveId" clId="{C26AAAC5-2727-4B7B-8D5B-85A19B87EDF7}" dt="2022-04-25T08:50:16.441" v="744" actId="20577"/>
        <pc:sldMkLst>
          <pc:docMk/>
          <pc:sldMk cId="3361918424" sldId="308"/>
        </pc:sldMkLst>
        <pc:spChg chg="mod">
          <ac:chgData name="Devinder Kaur" userId="89161a673412ba18" providerId="LiveId" clId="{C26AAAC5-2727-4B7B-8D5B-85A19B87EDF7}" dt="2022-04-25T08:50:16.441" v="744" actId="20577"/>
          <ac:spMkLst>
            <pc:docMk/>
            <pc:sldMk cId="3361918424" sldId="308"/>
            <ac:spMk id="3" creationId="{00000000-0000-0000-0000-000000000000}"/>
          </ac:spMkLst>
        </pc:spChg>
      </pc:sldChg>
      <pc:sldChg chg="modSp mod">
        <pc:chgData name="Devinder Kaur" userId="89161a673412ba18" providerId="LiveId" clId="{C26AAAC5-2727-4B7B-8D5B-85A19B87EDF7}" dt="2022-04-25T06:38:04.621" v="48" actId="14100"/>
        <pc:sldMkLst>
          <pc:docMk/>
          <pc:sldMk cId="687752180" sldId="387"/>
        </pc:sldMkLst>
        <pc:graphicFrameChg chg="mod modGraphic">
          <ac:chgData name="Devinder Kaur" userId="89161a673412ba18" providerId="LiveId" clId="{C26AAAC5-2727-4B7B-8D5B-85A19B87EDF7}" dt="2022-04-25T06:37:58.360" v="47"/>
          <ac:graphicFrameMkLst>
            <pc:docMk/>
            <pc:sldMk cId="687752180" sldId="387"/>
            <ac:graphicFrameMk id="4" creationId="{E88BB22C-216F-4033-B9EE-F478C4E1D433}"/>
          </ac:graphicFrameMkLst>
        </pc:graphicFrameChg>
        <pc:graphicFrameChg chg="mod">
          <ac:chgData name="Devinder Kaur" userId="89161a673412ba18" providerId="LiveId" clId="{C26AAAC5-2727-4B7B-8D5B-85A19B87EDF7}" dt="2022-04-25T06:38:04.621" v="48" actId="14100"/>
          <ac:graphicFrameMkLst>
            <pc:docMk/>
            <pc:sldMk cId="687752180" sldId="387"/>
            <ac:graphicFrameMk id="5" creationId="{DD663D56-6F6A-4E2D-9398-57C45F6BAF9F}"/>
          </ac:graphicFrameMkLst>
        </pc:graphicFrameChg>
      </pc:sldChg>
      <pc:sldChg chg="modSp">
        <pc:chgData name="Devinder Kaur" userId="89161a673412ba18" providerId="LiveId" clId="{C26AAAC5-2727-4B7B-8D5B-85A19B87EDF7}" dt="2022-04-25T06:38:45.443" v="50" actId="179"/>
        <pc:sldMkLst>
          <pc:docMk/>
          <pc:sldMk cId="147918492" sldId="395"/>
        </pc:sldMkLst>
        <pc:graphicFrameChg chg="mod">
          <ac:chgData name="Devinder Kaur" userId="89161a673412ba18" providerId="LiveId" clId="{C26AAAC5-2727-4B7B-8D5B-85A19B87EDF7}" dt="2022-04-25T06:38:45.443" v="50" actId="179"/>
          <ac:graphicFrameMkLst>
            <pc:docMk/>
            <pc:sldMk cId="147918492" sldId="395"/>
            <ac:graphicFrameMk id="3" creationId="{C96A5D8C-11DF-4E6F-9234-C4E7326F1221}"/>
          </ac:graphicFrameMkLst>
        </pc:graphicFrameChg>
      </pc:sldChg>
      <pc:sldChg chg="modSp">
        <pc:chgData name="Devinder Kaur" userId="89161a673412ba18" providerId="LiveId" clId="{C26AAAC5-2727-4B7B-8D5B-85A19B87EDF7}" dt="2022-04-25T06:43:08.232" v="53" actId="20577"/>
        <pc:sldMkLst>
          <pc:docMk/>
          <pc:sldMk cId="3856306075" sldId="396"/>
        </pc:sldMkLst>
        <pc:graphicFrameChg chg="mod">
          <ac:chgData name="Devinder Kaur" userId="89161a673412ba18" providerId="LiveId" clId="{C26AAAC5-2727-4B7B-8D5B-85A19B87EDF7}" dt="2022-04-25T06:43:08.232" v="53" actId="20577"/>
          <ac:graphicFrameMkLst>
            <pc:docMk/>
            <pc:sldMk cId="3856306075" sldId="396"/>
            <ac:graphicFrameMk id="3" creationId="{5EF03876-09FB-4960-BCF6-D28322A76EBC}"/>
          </ac:graphicFrameMkLst>
        </pc:graphicFrameChg>
      </pc:sldChg>
      <pc:sldChg chg="modSp">
        <pc:chgData name="Devinder Kaur" userId="89161a673412ba18" providerId="LiveId" clId="{C26AAAC5-2727-4B7B-8D5B-85A19B87EDF7}" dt="2022-04-25T06:43:30.096" v="71"/>
        <pc:sldMkLst>
          <pc:docMk/>
          <pc:sldMk cId="3167315709" sldId="397"/>
        </pc:sldMkLst>
        <pc:graphicFrameChg chg="mod">
          <ac:chgData name="Devinder Kaur" userId="89161a673412ba18" providerId="LiveId" clId="{C26AAAC5-2727-4B7B-8D5B-85A19B87EDF7}" dt="2022-04-25T06:43:30.096" v="71"/>
          <ac:graphicFrameMkLst>
            <pc:docMk/>
            <pc:sldMk cId="3167315709" sldId="397"/>
            <ac:graphicFrameMk id="3" creationId="{3275FE63-40A9-447D-A8F0-CBC20D437BF6}"/>
          </ac:graphicFrameMkLst>
        </pc:graphicFrameChg>
      </pc:sldChg>
      <pc:sldChg chg="modSp mod">
        <pc:chgData name="Devinder Kaur" userId="89161a673412ba18" providerId="LiveId" clId="{C26AAAC5-2727-4B7B-8D5B-85A19B87EDF7}" dt="2022-04-25T06:45:01.645" v="77" actId="404"/>
        <pc:sldMkLst>
          <pc:docMk/>
          <pc:sldMk cId="3639549269" sldId="398"/>
        </pc:sldMkLst>
        <pc:graphicFrameChg chg="mod modGraphic">
          <ac:chgData name="Devinder Kaur" userId="89161a673412ba18" providerId="LiveId" clId="{C26AAAC5-2727-4B7B-8D5B-85A19B87EDF7}" dt="2022-04-25T06:45:01.645" v="77" actId="404"/>
          <ac:graphicFrameMkLst>
            <pc:docMk/>
            <pc:sldMk cId="3639549269" sldId="398"/>
            <ac:graphicFrameMk id="3" creationId="{0DFF9344-92F7-4682-9AF5-F049576651F7}"/>
          </ac:graphicFrameMkLst>
        </pc:graphicFrameChg>
      </pc:sldChg>
      <pc:sldChg chg="modSp mod modNotesTx">
        <pc:chgData name="Devinder Kaur" userId="89161a673412ba18" providerId="LiveId" clId="{C26AAAC5-2727-4B7B-8D5B-85A19B87EDF7}" dt="2022-04-25T06:52:58.738" v="146" actId="313"/>
        <pc:sldMkLst>
          <pc:docMk/>
          <pc:sldMk cId="227521108" sldId="400"/>
        </pc:sldMkLst>
        <pc:graphicFrameChg chg="mod modGraphic">
          <ac:chgData name="Devinder Kaur" userId="89161a673412ba18" providerId="LiveId" clId="{C26AAAC5-2727-4B7B-8D5B-85A19B87EDF7}" dt="2022-04-25T06:50:59.885" v="145"/>
          <ac:graphicFrameMkLst>
            <pc:docMk/>
            <pc:sldMk cId="227521108" sldId="400"/>
            <ac:graphicFrameMk id="3" creationId="{0A75EF0A-0EE4-46B0-B346-E4FF073F4FA7}"/>
          </ac:graphicFrameMkLst>
        </pc:graphicFrameChg>
      </pc:sldChg>
      <pc:sldChg chg="modSp mod">
        <pc:chgData name="Devinder Kaur" userId="89161a673412ba18" providerId="LiveId" clId="{C26AAAC5-2727-4B7B-8D5B-85A19B87EDF7}" dt="2022-04-25T06:21:48.593" v="29" actId="12789"/>
        <pc:sldMkLst>
          <pc:docMk/>
          <pc:sldMk cId="2023502325" sldId="408"/>
        </pc:sldMkLst>
        <pc:graphicFrameChg chg="mod modGraphic">
          <ac:chgData name="Devinder Kaur" userId="89161a673412ba18" providerId="LiveId" clId="{C26AAAC5-2727-4B7B-8D5B-85A19B87EDF7}" dt="2022-04-25T06:21:48.593" v="29" actId="12789"/>
          <ac:graphicFrameMkLst>
            <pc:docMk/>
            <pc:sldMk cId="2023502325" sldId="408"/>
            <ac:graphicFrameMk id="3" creationId="{C9BC80E6-6A9D-4F6F-9413-7F6D8A58175F}"/>
          </ac:graphicFrameMkLst>
        </pc:graphicFrameChg>
      </pc:sldChg>
      <pc:sldChg chg="modSp mod">
        <pc:chgData name="Devinder Kaur" userId="89161a673412ba18" providerId="LiveId" clId="{C26AAAC5-2727-4B7B-8D5B-85A19B87EDF7}" dt="2022-04-25T08:14:00.762" v="323"/>
        <pc:sldMkLst>
          <pc:docMk/>
          <pc:sldMk cId="1345359177" sldId="412"/>
        </pc:sldMkLst>
        <pc:graphicFrameChg chg="mod modGraphic">
          <ac:chgData name="Devinder Kaur" userId="89161a673412ba18" providerId="LiveId" clId="{C26AAAC5-2727-4B7B-8D5B-85A19B87EDF7}" dt="2022-04-25T08:14:00.762" v="323"/>
          <ac:graphicFrameMkLst>
            <pc:docMk/>
            <pc:sldMk cId="1345359177" sldId="412"/>
            <ac:graphicFrameMk id="3" creationId="{91FB0732-0B5F-46B8-961B-558C53D446B4}"/>
          </ac:graphicFrameMkLst>
        </pc:graphicFrameChg>
      </pc:sldChg>
      <pc:sldChg chg="modSp mod ord">
        <pc:chgData name="Devinder Kaur" userId="89161a673412ba18" providerId="LiveId" clId="{C26AAAC5-2727-4B7B-8D5B-85A19B87EDF7}" dt="2022-04-25T08:57:49.536" v="776" actId="113"/>
        <pc:sldMkLst>
          <pc:docMk/>
          <pc:sldMk cId="4063930908" sldId="414"/>
        </pc:sldMkLst>
        <pc:graphicFrameChg chg="mod modGraphic">
          <ac:chgData name="Devinder Kaur" userId="89161a673412ba18" providerId="LiveId" clId="{C26AAAC5-2727-4B7B-8D5B-85A19B87EDF7}" dt="2022-04-25T08:57:49.536" v="776" actId="113"/>
          <ac:graphicFrameMkLst>
            <pc:docMk/>
            <pc:sldMk cId="4063930908" sldId="414"/>
            <ac:graphicFrameMk id="3" creationId="{6D024CEA-69A2-4FB9-8156-CDDB63F89750}"/>
          </ac:graphicFrameMkLst>
        </pc:graphicFrameChg>
      </pc:sldChg>
      <pc:sldChg chg="addSp modSp new mod">
        <pc:chgData name="Devinder Kaur" userId="89161a673412ba18" providerId="LiveId" clId="{C26AAAC5-2727-4B7B-8D5B-85A19B87EDF7}" dt="2022-04-25T09:02:47.215" v="844" actId="113"/>
        <pc:sldMkLst>
          <pc:docMk/>
          <pc:sldMk cId="4084003693" sldId="425"/>
        </pc:sldMkLst>
        <pc:graphicFrameChg chg="add mod modGraphic">
          <ac:chgData name="Devinder Kaur" userId="89161a673412ba18" providerId="LiveId" clId="{C26AAAC5-2727-4B7B-8D5B-85A19B87EDF7}" dt="2022-04-25T09:02:47.215" v="844" actId="113"/>
          <ac:graphicFrameMkLst>
            <pc:docMk/>
            <pc:sldMk cId="4084003693" sldId="425"/>
            <ac:graphicFrameMk id="3" creationId="{069AE210-88DA-40D2-A343-DA098B7D5D04}"/>
          </ac:graphicFrameMkLst>
        </pc:graphicFrameChg>
      </pc:sldChg>
      <pc:sldChg chg="addSp modSp new mod">
        <pc:chgData name="Devinder Kaur" userId="89161a673412ba18" providerId="LiveId" clId="{C26AAAC5-2727-4B7B-8D5B-85A19B87EDF7}" dt="2022-04-25T09:01:04.761" v="839" actId="404"/>
        <pc:sldMkLst>
          <pc:docMk/>
          <pc:sldMk cId="53291262" sldId="426"/>
        </pc:sldMkLst>
        <pc:graphicFrameChg chg="add mod modGraphic">
          <ac:chgData name="Devinder Kaur" userId="89161a673412ba18" providerId="LiveId" clId="{C26AAAC5-2727-4B7B-8D5B-85A19B87EDF7}" dt="2022-04-25T09:01:04.761" v="839" actId="404"/>
          <ac:graphicFrameMkLst>
            <pc:docMk/>
            <pc:sldMk cId="53291262" sldId="426"/>
            <ac:graphicFrameMk id="3" creationId="{E760BF9C-B86C-42BB-A1A3-16B6B9421AD8}"/>
          </ac:graphicFrameMkLst>
        </pc:graphicFrameChg>
      </pc:sldChg>
      <pc:sldChg chg="addSp modSp new mod ord">
        <pc:chgData name="Devinder Kaur" userId="89161a673412ba18" providerId="LiveId" clId="{C26AAAC5-2727-4B7B-8D5B-85A19B87EDF7}" dt="2022-04-25T09:03:13.105" v="851" actId="20577"/>
        <pc:sldMkLst>
          <pc:docMk/>
          <pc:sldMk cId="1272772485" sldId="427"/>
        </pc:sldMkLst>
        <pc:graphicFrameChg chg="add mod modGraphic">
          <ac:chgData name="Devinder Kaur" userId="89161a673412ba18" providerId="LiveId" clId="{C26AAAC5-2727-4B7B-8D5B-85A19B87EDF7}" dt="2022-04-25T09:03:13.105" v="851" actId="20577"/>
          <ac:graphicFrameMkLst>
            <pc:docMk/>
            <pc:sldMk cId="1272772485" sldId="427"/>
            <ac:graphicFrameMk id="3" creationId="{665F10DF-32DA-4F4D-BA7D-5E373DD3D38F}"/>
          </ac:graphicFrameMkLst>
        </pc:graphicFrameChg>
      </pc:sldChg>
      <pc:sldChg chg="addSp modSp new mod ord">
        <pc:chgData name="Devinder Kaur" userId="89161a673412ba18" providerId="LiveId" clId="{C26AAAC5-2727-4B7B-8D5B-85A19B87EDF7}" dt="2022-04-25T09:00:12.055" v="824" actId="404"/>
        <pc:sldMkLst>
          <pc:docMk/>
          <pc:sldMk cId="4036931735" sldId="428"/>
        </pc:sldMkLst>
        <pc:graphicFrameChg chg="add mod modGraphic">
          <ac:chgData name="Devinder Kaur" userId="89161a673412ba18" providerId="LiveId" clId="{C26AAAC5-2727-4B7B-8D5B-85A19B87EDF7}" dt="2022-04-25T09:00:12.055" v="824" actId="404"/>
          <ac:graphicFrameMkLst>
            <pc:docMk/>
            <pc:sldMk cId="4036931735" sldId="428"/>
            <ac:graphicFrameMk id="3" creationId="{CD3CCC76-8C6A-449D-9E92-C91E43AFF2DE}"/>
          </ac:graphicFrameMkLst>
        </pc:graphicFrameChg>
      </pc:sldChg>
      <pc:sldChg chg="addSp delSp modSp new mod ord">
        <pc:chgData name="Devinder Kaur" userId="89161a673412ba18" providerId="LiveId" clId="{C26AAAC5-2727-4B7B-8D5B-85A19B87EDF7}" dt="2022-04-25T09:03:29.296" v="853"/>
        <pc:sldMkLst>
          <pc:docMk/>
          <pc:sldMk cId="4147779359" sldId="429"/>
        </pc:sldMkLst>
        <pc:grpChg chg="add mod">
          <ac:chgData name="Devinder Kaur" userId="89161a673412ba18" providerId="LiveId" clId="{C26AAAC5-2727-4B7B-8D5B-85A19B87EDF7}" dt="2022-04-25T08:58:38.456" v="778" actId="164"/>
          <ac:grpSpMkLst>
            <pc:docMk/>
            <pc:sldMk cId="4147779359" sldId="429"/>
            <ac:grpSpMk id="10" creationId="{326C3142-BE74-4917-B229-2E36BF927295}"/>
          </ac:grpSpMkLst>
        </pc:grpChg>
        <pc:graphicFrameChg chg="add del modGraphic">
          <ac:chgData name="Devinder Kaur" userId="89161a673412ba18" providerId="LiveId" clId="{C26AAAC5-2727-4B7B-8D5B-85A19B87EDF7}" dt="2022-04-25T08:37:05.496" v="467" actId="1032"/>
          <ac:graphicFrameMkLst>
            <pc:docMk/>
            <pc:sldMk cId="4147779359" sldId="429"/>
            <ac:graphicFrameMk id="3" creationId="{0B9D01E8-2BA3-4B68-8DD0-B3A6C05E6CA6}"/>
          </ac:graphicFrameMkLst>
        </pc:graphicFrameChg>
        <pc:graphicFrameChg chg="add mod modGraphic">
          <ac:chgData name="Devinder Kaur" userId="89161a673412ba18" providerId="LiveId" clId="{C26AAAC5-2727-4B7B-8D5B-85A19B87EDF7}" dt="2022-04-25T08:40:38.996" v="569"/>
          <ac:graphicFrameMkLst>
            <pc:docMk/>
            <pc:sldMk cId="4147779359" sldId="429"/>
            <ac:graphicFrameMk id="6" creationId="{96A3E3F9-AD93-41D2-A061-FF8C0BD86117}"/>
          </ac:graphicFrameMkLst>
        </pc:graphicFrameChg>
        <pc:picChg chg="add del mod modCrop">
          <ac:chgData name="Devinder Kaur" userId="89161a673412ba18" providerId="LiveId" clId="{C26AAAC5-2727-4B7B-8D5B-85A19B87EDF7}" dt="2022-04-25T08:39:09.411" v="502" actId="21"/>
          <ac:picMkLst>
            <pc:docMk/>
            <pc:sldMk cId="4147779359" sldId="429"/>
            <ac:picMk id="5" creationId="{9C2467BD-4446-4F5D-B234-B4943554EDAA}"/>
          </ac:picMkLst>
        </pc:picChg>
        <pc:picChg chg="add mod">
          <ac:chgData name="Devinder Kaur" userId="89161a673412ba18" providerId="LiveId" clId="{C26AAAC5-2727-4B7B-8D5B-85A19B87EDF7}" dt="2022-04-25T08:58:38.456" v="778" actId="164"/>
          <ac:picMkLst>
            <pc:docMk/>
            <pc:sldMk cId="4147779359" sldId="429"/>
            <ac:picMk id="7" creationId="{02428B97-C85C-4FE5-8CB4-DC5E96C1B264}"/>
          </ac:picMkLst>
        </pc:picChg>
        <pc:cxnChg chg="add mod">
          <ac:chgData name="Devinder Kaur" userId="89161a673412ba18" providerId="LiveId" clId="{C26AAAC5-2727-4B7B-8D5B-85A19B87EDF7}" dt="2022-04-25T08:58:38.456" v="778" actId="164"/>
          <ac:cxnSpMkLst>
            <pc:docMk/>
            <pc:sldMk cId="4147779359" sldId="429"/>
            <ac:cxnSpMk id="9" creationId="{BA58259F-8B57-4F97-8C52-273CAE7C1F89}"/>
          </ac:cxnSpMkLst>
        </pc:cxnChg>
      </pc:sldChg>
      <pc:sldChg chg="addSp modSp new del">
        <pc:chgData name="Devinder Kaur" userId="89161a673412ba18" providerId="LiveId" clId="{C26AAAC5-2727-4B7B-8D5B-85A19B87EDF7}" dt="2022-04-25T08:41:48.734" v="597" actId="47"/>
        <pc:sldMkLst>
          <pc:docMk/>
          <pc:sldMk cId="1085324452" sldId="430"/>
        </pc:sldMkLst>
        <pc:picChg chg="add mod">
          <ac:chgData name="Devinder Kaur" userId="89161a673412ba18" providerId="LiveId" clId="{C26AAAC5-2727-4B7B-8D5B-85A19B87EDF7}" dt="2022-04-25T08:39:11.737" v="503"/>
          <ac:picMkLst>
            <pc:docMk/>
            <pc:sldMk cId="1085324452" sldId="430"/>
            <ac:picMk id="3" creationId="{1EE4A2C4-B48B-4C74-875F-F292C095F586}"/>
          </ac:picMkLst>
        </pc:picChg>
      </pc:sldChg>
    </pc:docChg>
  </pc:docChgLst>
  <pc:docChgLst>
    <pc:chgData name="Devinder Kaur" userId="89161a673412ba18" providerId="LiveId" clId="{658CF78F-C1B8-43B0-B5CC-4B8B4BF7E711}"/>
    <pc:docChg chg="undo custSel addSld delSld modSld">
      <pc:chgData name="Devinder Kaur" userId="89161a673412ba18" providerId="LiveId" clId="{658CF78F-C1B8-43B0-B5CC-4B8B4BF7E711}" dt="2022-01-05T09:53:40.604" v="127" actId="123"/>
      <pc:docMkLst>
        <pc:docMk/>
      </pc:docMkLst>
      <pc:sldChg chg="modSp mod">
        <pc:chgData name="Devinder Kaur" userId="89161a673412ba18" providerId="LiveId" clId="{658CF78F-C1B8-43B0-B5CC-4B8B4BF7E711}" dt="2022-01-05T09:52:44.709" v="119"/>
        <pc:sldMkLst>
          <pc:docMk/>
          <pc:sldMk cId="896897458" sldId="402"/>
        </pc:sldMkLst>
        <pc:graphicFrameChg chg="mod modGraphic">
          <ac:chgData name="Devinder Kaur" userId="89161a673412ba18" providerId="LiveId" clId="{658CF78F-C1B8-43B0-B5CC-4B8B4BF7E711}" dt="2022-01-05T09:52:44.709" v="119"/>
          <ac:graphicFrameMkLst>
            <pc:docMk/>
            <pc:sldMk cId="896897458" sldId="402"/>
            <ac:graphicFrameMk id="3" creationId="{82A99B5D-4B56-47E4-97F6-CF7642479297}"/>
          </ac:graphicFrameMkLst>
        </pc:graphicFrameChg>
      </pc:sldChg>
      <pc:sldChg chg="modSp">
        <pc:chgData name="Devinder Kaur" userId="89161a673412ba18" providerId="LiveId" clId="{658CF78F-C1B8-43B0-B5CC-4B8B4BF7E711}" dt="2022-01-05T09:48:54.766" v="83" actId="20577"/>
        <pc:sldMkLst>
          <pc:docMk/>
          <pc:sldMk cId="370510280" sldId="403"/>
        </pc:sldMkLst>
        <pc:graphicFrameChg chg="mod">
          <ac:chgData name="Devinder Kaur" userId="89161a673412ba18" providerId="LiveId" clId="{658CF78F-C1B8-43B0-B5CC-4B8B4BF7E711}" dt="2022-01-05T09:48:54.766" v="83" actId="20577"/>
          <ac:graphicFrameMkLst>
            <pc:docMk/>
            <pc:sldMk cId="370510280" sldId="403"/>
            <ac:graphicFrameMk id="3" creationId="{43BAFD15-DD9F-49A5-A0DE-4E81A575A22F}"/>
          </ac:graphicFrameMkLst>
        </pc:graphicFrameChg>
      </pc:sldChg>
      <pc:sldChg chg="modSp">
        <pc:chgData name="Devinder Kaur" userId="89161a673412ba18" providerId="LiveId" clId="{658CF78F-C1B8-43B0-B5CC-4B8B4BF7E711}" dt="2022-01-05T06:33:34.961" v="40"/>
        <pc:sldMkLst>
          <pc:docMk/>
          <pc:sldMk cId="1377215463" sldId="418"/>
        </pc:sldMkLst>
        <pc:graphicFrameChg chg="mod">
          <ac:chgData name="Devinder Kaur" userId="89161a673412ba18" providerId="LiveId" clId="{658CF78F-C1B8-43B0-B5CC-4B8B4BF7E711}" dt="2022-01-05T06:33:34.961" v="40"/>
          <ac:graphicFrameMkLst>
            <pc:docMk/>
            <pc:sldMk cId="1377215463" sldId="418"/>
            <ac:graphicFrameMk id="3" creationId="{5A3FAA10-4350-4CB5-8FE4-8BE89AD633EC}"/>
          </ac:graphicFrameMkLst>
        </pc:graphicFrameChg>
      </pc:sldChg>
      <pc:sldChg chg="modSp mod">
        <pc:chgData name="Devinder Kaur" userId="89161a673412ba18" providerId="LiveId" clId="{658CF78F-C1B8-43B0-B5CC-4B8B4BF7E711}" dt="2022-01-05T09:53:40.604" v="127" actId="123"/>
        <pc:sldMkLst>
          <pc:docMk/>
          <pc:sldMk cId="879633862" sldId="422"/>
        </pc:sldMkLst>
        <pc:graphicFrameChg chg="mod">
          <ac:chgData name="Devinder Kaur" userId="89161a673412ba18" providerId="LiveId" clId="{658CF78F-C1B8-43B0-B5CC-4B8B4BF7E711}" dt="2022-01-05T09:53:40.604" v="127" actId="123"/>
          <ac:graphicFrameMkLst>
            <pc:docMk/>
            <pc:sldMk cId="879633862" sldId="422"/>
            <ac:graphicFrameMk id="3" creationId="{DDB33DA9-E0FE-4177-9226-C10C36093CDA}"/>
          </ac:graphicFrameMkLst>
        </pc:graphicFrameChg>
      </pc:sldChg>
      <pc:sldChg chg="addSp modSp new mod">
        <pc:chgData name="Devinder Kaur" userId="89161a673412ba18" providerId="LiveId" clId="{658CF78F-C1B8-43B0-B5CC-4B8B4BF7E711}" dt="2022-01-05T06:36:33.254" v="61" actId="1035"/>
        <pc:sldMkLst>
          <pc:docMk/>
          <pc:sldMk cId="1901316891" sldId="423"/>
        </pc:sldMkLst>
        <pc:graphicFrameChg chg="add mod modGraphic">
          <ac:chgData name="Devinder Kaur" userId="89161a673412ba18" providerId="LiveId" clId="{658CF78F-C1B8-43B0-B5CC-4B8B4BF7E711}" dt="2022-01-05T06:36:33.254" v="61" actId="1035"/>
          <ac:graphicFrameMkLst>
            <pc:docMk/>
            <pc:sldMk cId="1901316891" sldId="423"/>
            <ac:graphicFrameMk id="3" creationId="{81109A30-C6C3-489E-83F0-04AB36B628D3}"/>
          </ac:graphicFrameMkLst>
        </pc:graphicFrameChg>
      </pc:sldChg>
      <pc:sldChg chg="new del">
        <pc:chgData name="Devinder Kaur" userId="89161a673412ba18" providerId="LiveId" clId="{658CF78F-C1B8-43B0-B5CC-4B8B4BF7E711}" dt="2022-01-05T06:30:48.647" v="11" actId="680"/>
        <pc:sldMkLst>
          <pc:docMk/>
          <pc:sldMk cId="3168310971" sldId="424"/>
        </pc:sldMkLst>
      </pc:sldChg>
      <pc:sldChg chg="addSp modSp new mod">
        <pc:chgData name="Devinder Kaur" userId="89161a673412ba18" providerId="LiveId" clId="{658CF78F-C1B8-43B0-B5CC-4B8B4BF7E711}" dt="2022-01-05T09:52:09.942" v="100" actId="20577"/>
        <pc:sldMkLst>
          <pc:docMk/>
          <pc:sldMk cId="3658766374" sldId="424"/>
        </pc:sldMkLst>
        <pc:graphicFrameChg chg="add mod modGraphic">
          <ac:chgData name="Devinder Kaur" userId="89161a673412ba18" providerId="LiveId" clId="{658CF78F-C1B8-43B0-B5CC-4B8B4BF7E711}" dt="2022-01-05T09:52:09.942" v="100" actId="20577"/>
          <ac:graphicFrameMkLst>
            <pc:docMk/>
            <pc:sldMk cId="3658766374" sldId="424"/>
            <ac:graphicFrameMk id="3" creationId="{4E05A89E-ADFB-4F0E-A4B2-A46BEA134AB0}"/>
          </ac:graphicFrameMkLst>
        </pc:graphicFrameChg>
      </pc:sldChg>
    </pc:docChg>
  </pc:docChgLst>
  <pc:docChgLst>
    <pc:chgData name="Devinder Kaur" userId="89161a673412ba18" providerId="LiveId" clId="{395D6A1E-785A-4123-ADFB-06E966D79FC3}"/>
    <pc:docChg chg="delSld modSld">
      <pc:chgData name="Devinder Kaur" userId="89161a673412ba18" providerId="LiveId" clId="{395D6A1E-785A-4123-ADFB-06E966D79FC3}" dt="2022-11-24T08:56:39.134" v="21" actId="47"/>
      <pc:docMkLst>
        <pc:docMk/>
      </pc:docMkLst>
      <pc:sldChg chg="modSp mod">
        <pc:chgData name="Devinder Kaur" userId="89161a673412ba18" providerId="LiveId" clId="{395D6A1E-785A-4123-ADFB-06E966D79FC3}" dt="2022-11-24T08:53:39.474" v="0" actId="20577"/>
        <pc:sldMkLst>
          <pc:docMk/>
          <pc:sldMk cId="3585577689" sldId="375"/>
        </pc:sldMkLst>
        <pc:spChg chg="mod">
          <ac:chgData name="Devinder Kaur" userId="89161a673412ba18" providerId="LiveId" clId="{395D6A1E-785A-4123-ADFB-06E966D79FC3}" dt="2022-11-24T08:53:39.474" v="0" actId="20577"/>
          <ac:spMkLst>
            <pc:docMk/>
            <pc:sldMk cId="3585577689" sldId="375"/>
            <ac:spMk id="26" creationId="{00000000-0000-0000-0000-000000000000}"/>
          </ac:spMkLst>
        </pc:spChg>
      </pc:sldChg>
      <pc:sldChg chg="del">
        <pc:chgData name="Devinder Kaur" userId="89161a673412ba18" providerId="LiveId" clId="{395D6A1E-785A-4123-ADFB-06E966D79FC3}" dt="2022-11-24T08:54:03.965" v="1" actId="47"/>
        <pc:sldMkLst>
          <pc:docMk/>
          <pc:sldMk cId="0" sldId="382"/>
        </pc:sldMkLst>
      </pc:sldChg>
      <pc:sldChg chg="del">
        <pc:chgData name="Devinder Kaur" userId="89161a673412ba18" providerId="LiveId" clId="{395D6A1E-785A-4123-ADFB-06E966D79FC3}" dt="2022-11-24T08:55:56.921" v="6" actId="47"/>
        <pc:sldMkLst>
          <pc:docMk/>
          <pc:sldMk cId="2023502325" sldId="408"/>
        </pc:sldMkLst>
      </pc:sldChg>
      <pc:sldChg chg="modSp mod">
        <pc:chgData name="Devinder Kaur" userId="89161a673412ba18" providerId="LiveId" clId="{395D6A1E-785A-4123-ADFB-06E966D79FC3}" dt="2022-11-24T08:55:41.098" v="5" actId="6549"/>
        <pc:sldMkLst>
          <pc:docMk/>
          <pc:sldMk cId="4053061567" sldId="409"/>
        </pc:sldMkLst>
        <pc:spChg chg="mod">
          <ac:chgData name="Devinder Kaur" userId="89161a673412ba18" providerId="LiveId" clId="{395D6A1E-785A-4123-ADFB-06E966D79FC3}" dt="2022-11-24T08:55:41.098" v="5" actId="6549"/>
          <ac:spMkLst>
            <pc:docMk/>
            <pc:sldMk cId="4053061567" sldId="409"/>
            <ac:spMk id="3" creationId="{7091DE2F-9396-40F7-8441-3F7E82C9F023}"/>
          </ac:spMkLst>
        </pc:spChg>
      </pc:sldChg>
      <pc:sldChg chg="del">
        <pc:chgData name="Devinder Kaur" userId="89161a673412ba18" providerId="LiveId" clId="{395D6A1E-785A-4123-ADFB-06E966D79FC3}" dt="2022-11-24T08:56:05.168" v="9" actId="47"/>
        <pc:sldMkLst>
          <pc:docMk/>
          <pc:sldMk cId="1345359177" sldId="412"/>
        </pc:sldMkLst>
      </pc:sldChg>
      <pc:sldChg chg="del">
        <pc:chgData name="Devinder Kaur" userId="89161a673412ba18" providerId="LiveId" clId="{395D6A1E-785A-4123-ADFB-06E966D79FC3}" dt="2022-11-24T08:56:02.325" v="8" actId="47"/>
        <pc:sldMkLst>
          <pc:docMk/>
          <pc:sldMk cId="1399851306" sldId="413"/>
        </pc:sldMkLst>
      </pc:sldChg>
      <pc:sldChg chg="del">
        <pc:chgData name="Devinder Kaur" userId="89161a673412ba18" providerId="LiveId" clId="{395D6A1E-785A-4123-ADFB-06E966D79FC3}" dt="2022-11-24T08:56:18.574" v="14" actId="47"/>
        <pc:sldMkLst>
          <pc:docMk/>
          <pc:sldMk cId="4063930908" sldId="414"/>
        </pc:sldMkLst>
      </pc:sldChg>
      <pc:sldChg chg="del">
        <pc:chgData name="Devinder Kaur" userId="89161a673412ba18" providerId="LiveId" clId="{395D6A1E-785A-4123-ADFB-06E966D79FC3}" dt="2022-11-24T08:56:28.293" v="16" actId="47"/>
        <pc:sldMkLst>
          <pc:docMk/>
          <pc:sldMk cId="3648166895" sldId="416"/>
        </pc:sldMkLst>
      </pc:sldChg>
      <pc:sldChg chg="del">
        <pc:chgData name="Devinder Kaur" userId="89161a673412ba18" providerId="LiveId" clId="{395D6A1E-785A-4123-ADFB-06E966D79FC3}" dt="2022-11-24T08:56:38.324" v="20" actId="47"/>
        <pc:sldMkLst>
          <pc:docMk/>
          <pc:sldMk cId="3035489821" sldId="417"/>
        </pc:sldMkLst>
      </pc:sldChg>
      <pc:sldChg chg="del">
        <pc:chgData name="Devinder Kaur" userId="89161a673412ba18" providerId="LiveId" clId="{395D6A1E-785A-4123-ADFB-06E966D79FC3}" dt="2022-11-24T08:56:34.426" v="17" actId="47"/>
        <pc:sldMkLst>
          <pc:docMk/>
          <pc:sldMk cId="1377215463" sldId="418"/>
        </pc:sldMkLst>
      </pc:sldChg>
      <pc:sldChg chg="del">
        <pc:chgData name="Devinder Kaur" userId="89161a673412ba18" providerId="LiveId" clId="{395D6A1E-785A-4123-ADFB-06E966D79FC3}" dt="2022-11-24T08:56:36.992" v="19" actId="47"/>
        <pc:sldMkLst>
          <pc:docMk/>
          <pc:sldMk cId="1261589088" sldId="419"/>
        </pc:sldMkLst>
      </pc:sldChg>
      <pc:sldChg chg="del">
        <pc:chgData name="Devinder Kaur" userId="89161a673412ba18" providerId="LiveId" clId="{395D6A1E-785A-4123-ADFB-06E966D79FC3}" dt="2022-11-24T08:56:39.134" v="21" actId="47"/>
        <pc:sldMkLst>
          <pc:docMk/>
          <pc:sldMk cId="3063314571" sldId="420"/>
        </pc:sldMkLst>
      </pc:sldChg>
      <pc:sldChg chg="del">
        <pc:chgData name="Devinder Kaur" userId="89161a673412ba18" providerId="LiveId" clId="{395D6A1E-785A-4123-ADFB-06E966D79FC3}" dt="2022-11-24T08:56:24.683" v="15" actId="47"/>
        <pc:sldMkLst>
          <pc:docMk/>
          <pc:sldMk cId="927496232" sldId="421"/>
        </pc:sldMkLst>
      </pc:sldChg>
      <pc:sldChg chg="del">
        <pc:chgData name="Devinder Kaur" userId="89161a673412ba18" providerId="LiveId" clId="{395D6A1E-785A-4123-ADFB-06E966D79FC3}" dt="2022-11-24T08:56:36.058" v="18" actId="47"/>
        <pc:sldMkLst>
          <pc:docMk/>
          <pc:sldMk cId="1901316891" sldId="423"/>
        </pc:sldMkLst>
      </pc:sldChg>
      <pc:sldChg chg="del">
        <pc:chgData name="Devinder Kaur" userId="89161a673412ba18" providerId="LiveId" clId="{395D6A1E-785A-4123-ADFB-06E966D79FC3}" dt="2022-11-24T08:55:59.754" v="7" actId="47"/>
        <pc:sldMkLst>
          <pc:docMk/>
          <pc:sldMk cId="4084003693" sldId="425"/>
        </pc:sldMkLst>
      </pc:sldChg>
      <pc:sldChg chg="del">
        <pc:chgData name="Devinder Kaur" userId="89161a673412ba18" providerId="LiveId" clId="{395D6A1E-785A-4123-ADFB-06E966D79FC3}" dt="2022-11-24T08:56:08.089" v="10" actId="47"/>
        <pc:sldMkLst>
          <pc:docMk/>
          <pc:sldMk cId="53291262" sldId="426"/>
        </pc:sldMkLst>
      </pc:sldChg>
      <pc:sldChg chg="del">
        <pc:chgData name="Devinder Kaur" userId="89161a673412ba18" providerId="LiveId" clId="{395D6A1E-785A-4123-ADFB-06E966D79FC3}" dt="2022-11-24T08:56:15.830" v="13" actId="47"/>
        <pc:sldMkLst>
          <pc:docMk/>
          <pc:sldMk cId="1272772485" sldId="427"/>
        </pc:sldMkLst>
      </pc:sldChg>
      <pc:sldChg chg="del">
        <pc:chgData name="Devinder Kaur" userId="89161a673412ba18" providerId="LiveId" clId="{395D6A1E-785A-4123-ADFB-06E966D79FC3}" dt="2022-11-24T08:56:10.856" v="11" actId="47"/>
        <pc:sldMkLst>
          <pc:docMk/>
          <pc:sldMk cId="4036931735" sldId="428"/>
        </pc:sldMkLst>
      </pc:sldChg>
      <pc:sldChg chg="del">
        <pc:chgData name="Devinder Kaur" userId="89161a673412ba18" providerId="LiveId" clId="{395D6A1E-785A-4123-ADFB-06E966D79FC3}" dt="2022-11-24T08:56:13.334" v="12" actId="47"/>
        <pc:sldMkLst>
          <pc:docMk/>
          <pc:sldMk cId="4147779359" sldId="42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AEB770-0DC4-4C61-831F-F90CC1F6226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93281D3-BF04-41BF-A8E3-E45CF1A590D5}">
      <dgm:prSet phldrT="[Text]" custT="1"/>
      <dgm:spPr/>
      <dgm:t>
        <a:bodyPr/>
        <a:lstStyle/>
        <a:p>
          <a:r>
            <a:rPr 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n-ea"/>
              <a:cs typeface="+mn-cs"/>
            </a:rPr>
            <a:t>Biomedical Recording Systems</a:t>
          </a:r>
          <a:endParaRPr lang="en-IN" sz="3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gm:t>
    </dgm:pt>
    <dgm:pt modelId="{5DC010AC-0DA2-417E-92A4-68A8C21DAC56}" type="parTrans" cxnId="{F28AE270-7703-4377-B063-E46F3CB4AE85}">
      <dgm:prSet/>
      <dgm:spPr/>
      <dgm:t>
        <a:bodyPr/>
        <a:lstStyle/>
        <a:p>
          <a:endParaRPr lang="en-IN"/>
        </a:p>
      </dgm:t>
    </dgm:pt>
    <dgm:pt modelId="{839BC51C-F197-43C4-A813-7039CFBA5093}" type="sibTrans" cxnId="{F28AE270-7703-4377-B063-E46F3CB4AE85}">
      <dgm:prSet/>
      <dgm:spPr/>
      <dgm:t>
        <a:bodyPr/>
        <a:lstStyle/>
        <a:p>
          <a:endParaRPr lang="en-IN"/>
        </a:p>
      </dgm:t>
    </dgm:pt>
    <dgm:pt modelId="{F8174A4C-4A1A-47A3-977F-EA9D3C6B6B0F}">
      <dgm:prSet phldrT="[Text]"/>
      <dgm:spPr/>
      <dgm:t>
        <a:bodyPr/>
        <a:lstStyle/>
        <a:p>
          <a:pPr algn="just"/>
          <a:r>
            <a:rPr lang="en-US" b="1" i="0" dirty="0"/>
            <a:t>Recorders provide permanent visual record of an applied electrical signal. </a:t>
          </a:r>
          <a:endParaRPr lang="en-IN" b="1" dirty="0"/>
        </a:p>
      </dgm:t>
    </dgm:pt>
    <dgm:pt modelId="{18C397F5-0744-4CDC-9541-BD40D9F7E9BD}" type="parTrans" cxnId="{4EE96E11-61C4-453C-9D16-2EC3E9684861}">
      <dgm:prSet/>
      <dgm:spPr/>
      <dgm:t>
        <a:bodyPr/>
        <a:lstStyle/>
        <a:p>
          <a:endParaRPr lang="en-IN"/>
        </a:p>
      </dgm:t>
    </dgm:pt>
    <dgm:pt modelId="{E2009AE9-375B-4496-8BAF-C038E9E98260}" type="sibTrans" cxnId="{4EE96E11-61C4-453C-9D16-2EC3E9684861}">
      <dgm:prSet/>
      <dgm:spPr/>
      <dgm:t>
        <a:bodyPr/>
        <a:lstStyle/>
        <a:p>
          <a:endParaRPr lang="en-IN"/>
        </a:p>
      </dgm:t>
    </dgm:pt>
    <dgm:pt modelId="{AE7EEE31-7CBD-4961-8274-0575D2B84C7E}">
      <dgm:prSet phldrT="[Text]"/>
      <dgm:spPr/>
      <dgm:t>
        <a:bodyPr/>
        <a:lstStyle/>
        <a:p>
          <a:pPr algn="just"/>
          <a:r>
            <a:rPr lang="en-US" b="0" i="0" dirty="0"/>
            <a:t>The most basic electronic recording system consists of </a:t>
          </a:r>
          <a:r>
            <a:rPr lang="en-US" b="0" i="0" dirty="0">
              <a:highlight>
                <a:srgbClr val="FFFF00"/>
              </a:highlight>
            </a:rPr>
            <a:t>3 important components:</a:t>
          </a:r>
          <a:endParaRPr lang="en-IN" dirty="0">
            <a:highlight>
              <a:srgbClr val="FFFF00"/>
            </a:highlight>
          </a:endParaRPr>
        </a:p>
      </dgm:t>
    </dgm:pt>
    <dgm:pt modelId="{92EBDC1F-2090-45BC-99DB-C23941113DE9}" type="parTrans" cxnId="{D78A79F0-A2C9-4A49-9FEF-2509C52A9C82}">
      <dgm:prSet/>
      <dgm:spPr/>
      <dgm:t>
        <a:bodyPr/>
        <a:lstStyle/>
        <a:p>
          <a:endParaRPr lang="en-IN"/>
        </a:p>
      </dgm:t>
    </dgm:pt>
    <dgm:pt modelId="{B0308ED7-784D-4A4F-BE52-B954F515A026}" type="sibTrans" cxnId="{D78A79F0-A2C9-4A49-9FEF-2509C52A9C82}">
      <dgm:prSet/>
      <dgm:spPr/>
      <dgm:t>
        <a:bodyPr/>
        <a:lstStyle/>
        <a:p>
          <a:endParaRPr lang="en-IN"/>
        </a:p>
      </dgm:t>
    </dgm:pt>
    <dgm:pt modelId="{1D554ADD-AF96-4500-B933-8EAA00DEEBC4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b="1" i="0" dirty="0">
              <a:highlight>
                <a:srgbClr val="FFFF00"/>
              </a:highlight>
            </a:rPr>
            <a:t>Electrodes/Transducer</a:t>
          </a:r>
        </a:p>
      </dgm:t>
    </dgm:pt>
    <dgm:pt modelId="{6C880133-C26F-496E-B919-2628814439C7}" type="parTrans" cxnId="{43C85BF6-CC06-49FD-9035-9325CF0DBE53}">
      <dgm:prSet/>
      <dgm:spPr/>
      <dgm:t>
        <a:bodyPr/>
        <a:lstStyle/>
        <a:p>
          <a:endParaRPr lang="en-IN"/>
        </a:p>
      </dgm:t>
    </dgm:pt>
    <dgm:pt modelId="{67E2887B-69B8-485E-9B87-B3337DA4520F}" type="sibTrans" cxnId="{43C85BF6-CC06-49FD-9035-9325CF0DBE53}">
      <dgm:prSet/>
      <dgm:spPr/>
      <dgm:t>
        <a:bodyPr/>
        <a:lstStyle/>
        <a:p>
          <a:endParaRPr lang="en-IN"/>
        </a:p>
      </dgm:t>
    </dgm:pt>
    <dgm:pt modelId="{F91009DA-9639-40A0-93E9-95DB89C08294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b="1" i="0" dirty="0">
              <a:highlight>
                <a:srgbClr val="FFFF00"/>
              </a:highlight>
            </a:rPr>
            <a:t>Signal conditioner</a:t>
          </a:r>
        </a:p>
      </dgm:t>
    </dgm:pt>
    <dgm:pt modelId="{259E6096-2ABE-46A2-9EBE-361F8A9F4B35}" type="parTrans" cxnId="{CA8E61AB-1430-4F84-B32E-214688F7934E}">
      <dgm:prSet/>
      <dgm:spPr/>
      <dgm:t>
        <a:bodyPr/>
        <a:lstStyle/>
        <a:p>
          <a:endParaRPr lang="en-IN"/>
        </a:p>
      </dgm:t>
    </dgm:pt>
    <dgm:pt modelId="{817B72B2-CE4B-4A72-B2FC-681C53C4CC4F}" type="sibTrans" cxnId="{CA8E61AB-1430-4F84-B32E-214688F7934E}">
      <dgm:prSet/>
      <dgm:spPr/>
      <dgm:t>
        <a:bodyPr/>
        <a:lstStyle/>
        <a:p>
          <a:endParaRPr lang="en-IN"/>
        </a:p>
      </dgm:t>
    </dgm:pt>
    <dgm:pt modelId="{606ECA05-D265-42FB-B71F-31070A773F2D}">
      <dgm:prSet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IN" b="1" i="0" dirty="0">
              <a:highlight>
                <a:srgbClr val="FFFF00"/>
              </a:highlight>
            </a:rPr>
            <a:t>Writing system</a:t>
          </a:r>
        </a:p>
      </dgm:t>
    </dgm:pt>
    <dgm:pt modelId="{A53B04C7-56F3-45F0-A6FB-1021E39CE402}" type="parTrans" cxnId="{40913722-5052-43FA-89BA-60E5F6DBCDD9}">
      <dgm:prSet/>
      <dgm:spPr/>
      <dgm:t>
        <a:bodyPr/>
        <a:lstStyle/>
        <a:p>
          <a:endParaRPr lang="en-IN"/>
        </a:p>
      </dgm:t>
    </dgm:pt>
    <dgm:pt modelId="{63B4A44C-FB1F-4A06-9990-B002F011AE6E}" type="sibTrans" cxnId="{40913722-5052-43FA-89BA-60E5F6DBCDD9}">
      <dgm:prSet/>
      <dgm:spPr/>
      <dgm:t>
        <a:bodyPr/>
        <a:lstStyle/>
        <a:p>
          <a:endParaRPr lang="en-IN"/>
        </a:p>
      </dgm:t>
    </dgm:pt>
    <dgm:pt modelId="{EC27EF12-5653-4527-9817-3A4E83E3E6F9}">
      <dgm:prSet/>
      <dgm:spPr/>
      <dgm:t>
        <a:bodyPr/>
        <a:lstStyle/>
        <a:p>
          <a:pPr algn="just"/>
          <a:r>
            <a:rPr lang="en-US" b="0" i="0" dirty="0"/>
            <a:t>The </a:t>
          </a:r>
          <a:r>
            <a:rPr lang="en-US" b="1" i="0" dirty="0"/>
            <a:t>signal conditioner </a:t>
          </a:r>
          <a:r>
            <a:rPr lang="en-US" b="0" i="0" dirty="0"/>
            <a:t>converts the output of the electrode/transducer into an electrical quantity suitable for operating the writing system.</a:t>
          </a:r>
        </a:p>
      </dgm:t>
    </dgm:pt>
    <dgm:pt modelId="{E72B656A-0037-49CF-BCB7-FC82A75E0731}" type="parTrans" cxnId="{865067CE-BEAB-4BF9-975F-390E5327534B}">
      <dgm:prSet/>
      <dgm:spPr/>
      <dgm:t>
        <a:bodyPr/>
        <a:lstStyle/>
        <a:p>
          <a:endParaRPr lang="en-IN"/>
        </a:p>
      </dgm:t>
    </dgm:pt>
    <dgm:pt modelId="{798759B6-0B2F-460D-A987-44089B7A3F2E}" type="sibTrans" cxnId="{865067CE-BEAB-4BF9-975F-390E5327534B}">
      <dgm:prSet/>
      <dgm:spPr/>
      <dgm:t>
        <a:bodyPr/>
        <a:lstStyle/>
        <a:p>
          <a:endParaRPr lang="en-IN"/>
        </a:p>
      </dgm:t>
    </dgm:pt>
    <dgm:pt modelId="{D1E236A6-69F5-4DAA-B3DF-020A19493B2C}">
      <dgm:prSet/>
      <dgm:spPr/>
      <dgm:t>
        <a:bodyPr/>
        <a:lstStyle/>
        <a:p>
          <a:pPr algn="just"/>
          <a:r>
            <a:rPr lang="en-US" b="0" i="0" dirty="0"/>
            <a:t>The </a:t>
          </a:r>
          <a:r>
            <a:rPr lang="en-US" b="1" i="0" dirty="0"/>
            <a:t>writing system </a:t>
          </a:r>
          <a:r>
            <a:rPr lang="en-US" b="0" i="0" dirty="0"/>
            <a:t>provides a visible graphic representation of the quantity of the physiological variable of interest.</a:t>
          </a:r>
        </a:p>
      </dgm:t>
    </dgm:pt>
    <dgm:pt modelId="{3411C153-A213-460A-BC1A-802E49C5A7B1}" type="parTrans" cxnId="{840B744F-75E1-49FA-B427-7C1ABB178C93}">
      <dgm:prSet/>
      <dgm:spPr/>
      <dgm:t>
        <a:bodyPr/>
        <a:lstStyle/>
        <a:p>
          <a:endParaRPr lang="en-IN"/>
        </a:p>
      </dgm:t>
    </dgm:pt>
    <dgm:pt modelId="{EBE7D134-45E4-452B-8083-EA134779E617}" type="sibTrans" cxnId="{840B744F-75E1-49FA-B427-7C1ABB178C93}">
      <dgm:prSet/>
      <dgm:spPr/>
      <dgm:t>
        <a:bodyPr/>
        <a:lstStyle/>
        <a:p>
          <a:endParaRPr lang="en-IN"/>
        </a:p>
      </dgm:t>
    </dgm:pt>
    <dgm:pt modelId="{595C1DB8-FBC5-4C81-8B86-8D11AD868F81}">
      <dgm:prSet/>
      <dgm:spPr/>
      <dgm:t>
        <a:bodyPr/>
        <a:lstStyle/>
        <a:p>
          <a:pPr algn="just"/>
          <a:endParaRPr lang="en-IN" b="0" i="0" dirty="0"/>
        </a:p>
      </dgm:t>
    </dgm:pt>
    <dgm:pt modelId="{8A6A3565-2027-4E75-8C1B-24AD8682F7AC}" type="parTrans" cxnId="{7258A930-1DD9-40CD-8F63-3C893DB7A822}">
      <dgm:prSet/>
      <dgm:spPr/>
      <dgm:t>
        <a:bodyPr/>
        <a:lstStyle/>
        <a:p>
          <a:endParaRPr lang="en-IN"/>
        </a:p>
      </dgm:t>
    </dgm:pt>
    <dgm:pt modelId="{E9619ECC-8940-4752-9780-9230B1A95499}" type="sibTrans" cxnId="{7258A930-1DD9-40CD-8F63-3C893DB7A822}">
      <dgm:prSet/>
      <dgm:spPr/>
      <dgm:t>
        <a:bodyPr/>
        <a:lstStyle/>
        <a:p>
          <a:endParaRPr lang="en-IN"/>
        </a:p>
      </dgm:t>
    </dgm:pt>
    <dgm:pt modelId="{7B0CCC96-F721-4404-BB90-18FEA414AAE4}">
      <dgm:prSet/>
      <dgm:spPr/>
      <dgm:t>
        <a:bodyPr/>
        <a:lstStyle/>
        <a:p>
          <a:pPr algn="just"/>
          <a:r>
            <a:rPr lang="en-US" b="0" i="0" dirty="0"/>
            <a:t>The </a:t>
          </a:r>
          <a:r>
            <a:rPr lang="en-US" b="1" i="0" dirty="0"/>
            <a:t>electrode </a:t>
          </a:r>
          <a:r>
            <a:rPr lang="en-US" b="0" i="0" dirty="0"/>
            <a:t>picks up the bioelectric potentials whereas the </a:t>
          </a:r>
          <a:r>
            <a:rPr lang="en-US" b="1" i="0" dirty="0"/>
            <a:t>transducer</a:t>
          </a:r>
          <a:r>
            <a:rPr lang="en-US" b="0" i="0" dirty="0"/>
            <a:t> converts the physiological signal to be measured into a usable electrical output.</a:t>
          </a:r>
          <a:endParaRPr lang="en-IN" b="0" i="0" dirty="0"/>
        </a:p>
      </dgm:t>
    </dgm:pt>
    <dgm:pt modelId="{90C50DC7-2964-4D8B-B5F1-1F918BDE218D}" type="parTrans" cxnId="{0DD85245-1C6D-45E3-8E17-2B63658F3904}">
      <dgm:prSet/>
      <dgm:spPr/>
      <dgm:t>
        <a:bodyPr/>
        <a:lstStyle/>
        <a:p>
          <a:endParaRPr lang="en-IN"/>
        </a:p>
      </dgm:t>
    </dgm:pt>
    <dgm:pt modelId="{97D78586-ACE3-41D8-810F-892FD5BF62C7}" type="sibTrans" cxnId="{0DD85245-1C6D-45E3-8E17-2B63658F3904}">
      <dgm:prSet/>
      <dgm:spPr/>
      <dgm:t>
        <a:bodyPr/>
        <a:lstStyle/>
        <a:p>
          <a:endParaRPr lang="en-IN"/>
        </a:p>
      </dgm:t>
    </dgm:pt>
    <dgm:pt modelId="{2CC48460-DB0C-43FD-8980-395E50A25DB3}" type="pres">
      <dgm:prSet presAssocID="{76AEB770-0DC4-4C61-831F-F90CC1F62269}" presName="Name0" presStyleCnt="0">
        <dgm:presLayoutVars>
          <dgm:dir/>
          <dgm:animLvl val="lvl"/>
          <dgm:resizeHandles val="exact"/>
        </dgm:presLayoutVars>
      </dgm:prSet>
      <dgm:spPr/>
    </dgm:pt>
    <dgm:pt modelId="{9FDAED2F-626E-4B34-9072-D3695330375B}" type="pres">
      <dgm:prSet presAssocID="{193281D3-BF04-41BF-A8E3-E45CF1A590D5}" presName="composite" presStyleCnt="0"/>
      <dgm:spPr/>
    </dgm:pt>
    <dgm:pt modelId="{5A5B13D5-F826-458C-A232-E26A7E858E43}" type="pres">
      <dgm:prSet presAssocID="{193281D3-BF04-41BF-A8E3-E45CF1A590D5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018CAE40-3895-40F1-9849-0028CD0A5F3D}" type="pres">
      <dgm:prSet presAssocID="{193281D3-BF04-41BF-A8E3-E45CF1A590D5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C6075302-E1AF-4E49-89D4-69EDD1F53B74}" type="presOf" srcId="{193281D3-BF04-41BF-A8E3-E45CF1A590D5}" destId="{5A5B13D5-F826-458C-A232-E26A7E858E43}" srcOrd="0" destOrd="0" presId="urn:microsoft.com/office/officeart/2005/8/layout/hList1"/>
    <dgm:cxn modelId="{AED48F02-DD7B-45FE-88E2-54427E030E05}" type="presOf" srcId="{76AEB770-0DC4-4C61-831F-F90CC1F62269}" destId="{2CC48460-DB0C-43FD-8980-395E50A25DB3}" srcOrd="0" destOrd="0" presId="urn:microsoft.com/office/officeart/2005/8/layout/hList1"/>
    <dgm:cxn modelId="{4EE96E11-61C4-453C-9D16-2EC3E9684861}" srcId="{193281D3-BF04-41BF-A8E3-E45CF1A590D5}" destId="{F8174A4C-4A1A-47A3-977F-EA9D3C6B6B0F}" srcOrd="0" destOrd="0" parTransId="{18C397F5-0744-4CDC-9541-BD40D9F7E9BD}" sibTransId="{E2009AE9-375B-4496-8BAF-C038E9E98260}"/>
    <dgm:cxn modelId="{40913722-5052-43FA-89BA-60E5F6DBCDD9}" srcId="{AE7EEE31-7CBD-4961-8274-0575D2B84C7E}" destId="{606ECA05-D265-42FB-B71F-31070A773F2D}" srcOrd="2" destOrd="0" parTransId="{A53B04C7-56F3-45F0-A6FB-1021E39CE402}" sibTransId="{63B4A44C-FB1F-4A06-9990-B002F011AE6E}"/>
    <dgm:cxn modelId="{CE85412C-B184-4EB8-9127-008AEEAFC06F}" type="presOf" srcId="{1D554ADD-AF96-4500-B933-8EAA00DEEBC4}" destId="{018CAE40-3895-40F1-9849-0028CD0A5F3D}" srcOrd="0" destOrd="2" presId="urn:microsoft.com/office/officeart/2005/8/layout/hList1"/>
    <dgm:cxn modelId="{7258A930-1DD9-40CD-8F63-3C893DB7A822}" srcId="{193281D3-BF04-41BF-A8E3-E45CF1A590D5}" destId="{595C1DB8-FBC5-4C81-8B86-8D11AD868F81}" srcOrd="2" destOrd="0" parTransId="{8A6A3565-2027-4E75-8C1B-24AD8682F7AC}" sibTransId="{E9619ECC-8940-4752-9780-9230B1A95499}"/>
    <dgm:cxn modelId="{EC95A93E-F224-4931-BC40-47ADF3D6D015}" type="presOf" srcId="{EC27EF12-5653-4527-9817-3A4E83E3E6F9}" destId="{018CAE40-3895-40F1-9849-0028CD0A5F3D}" srcOrd="0" destOrd="7" presId="urn:microsoft.com/office/officeart/2005/8/layout/hList1"/>
    <dgm:cxn modelId="{0DD85245-1C6D-45E3-8E17-2B63658F3904}" srcId="{193281D3-BF04-41BF-A8E3-E45CF1A590D5}" destId="{7B0CCC96-F721-4404-BB90-18FEA414AAE4}" srcOrd="3" destOrd="0" parTransId="{90C50DC7-2964-4D8B-B5F1-1F918BDE218D}" sibTransId="{97D78586-ACE3-41D8-810F-892FD5BF62C7}"/>
    <dgm:cxn modelId="{840B744F-75E1-49FA-B427-7C1ABB178C93}" srcId="{193281D3-BF04-41BF-A8E3-E45CF1A590D5}" destId="{D1E236A6-69F5-4DAA-B3DF-020A19493B2C}" srcOrd="5" destOrd="0" parTransId="{3411C153-A213-460A-BC1A-802E49C5A7B1}" sibTransId="{EBE7D134-45E4-452B-8083-EA134779E617}"/>
    <dgm:cxn modelId="{F28AE270-7703-4377-B063-E46F3CB4AE85}" srcId="{76AEB770-0DC4-4C61-831F-F90CC1F62269}" destId="{193281D3-BF04-41BF-A8E3-E45CF1A590D5}" srcOrd="0" destOrd="0" parTransId="{5DC010AC-0DA2-417E-92A4-68A8C21DAC56}" sibTransId="{839BC51C-F197-43C4-A813-7039CFBA5093}"/>
    <dgm:cxn modelId="{50126657-8C94-4BF3-965A-05BF1FBCFD09}" type="presOf" srcId="{D1E236A6-69F5-4DAA-B3DF-020A19493B2C}" destId="{018CAE40-3895-40F1-9849-0028CD0A5F3D}" srcOrd="0" destOrd="8" presId="urn:microsoft.com/office/officeart/2005/8/layout/hList1"/>
    <dgm:cxn modelId="{B1922A78-0AFF-4611-8F13-106A354AFC17}" type="presOf" srcId="{7B0CCC96-F721-4404-BB90-18FEA414AAE4}" destId="{018CAE40-3895-40F1-9849-0028CD0A5F3D}" srcOrd="0" destOrd="6" presId="urn:microsoft.com/office/officeart/2005/8/layout/hList1"/>
    <dgm:cxn modelId="{9E94209F-8FF5-470E-A79F-07D967D17425}" type="presOf" srcId="{595C1DB8-FBC5-4C81-8B86-8D11AD868F81}" destId="{018CAE40-3895-40F1-9849-0028CD0A5F3D}" srcOrd="0" destOrd="5" presId="urn:microsoft.com/office/officeart/2005/8/layout/hList1"/>
    <dgm:cxn modelId="{CA8E61AB-1430-4F84-B32E-214688F7934E}" srcId="{AE7EEE31-7CBD-4961-8274-0575D2B84C7E}" destId="{F91009DA-9639-40A0-93E9-95DB89C08294}" srcOrd="1" destOrd="0" parTransId="{259E6096-2ABE-46A2-9EBE-361F8A9F4B35}" sibTransId="{817B72B2-CE4B-4A72-B2FC-681C53C4CC4F}"/>
    <dgm:cxn modelId="{C56BF9C9-010D-4C8A-8667-26CF404FA1A3}" type="presOf" srcId="{AE7EEE31-7CBD-4961-8274-0575D2B84C7E}" destId="{018CAE40-3895-40F1-9849-0028CD0A5F3D}" srcOrd="0" destOrd="1" presId="urn:microsoft.com/office/officeart/2005/8/layout/hList1"/>
    <dgm:cxn modelId="{865067CE-BEAB-4BF9-975F-390E5327534B}" srcId="{193281D3-BF04-41BF-A8E3-E45CF1A590D5}" destId="{EC27EF12-5653-4527-9817-3A4E83E3E6F9}" srcOrd="4" destOrd="0" parTransId="{E72B656A-0037-49CF-BCB7-FC82A75E0731}" sibTransId="{798759B6-0B2F-460D-A987-44089B7A3F2E}"/>
    <dgm:cxn modelId="{E21557D0-84ED-4499-BC59-A04B64D87DCB}" type="presOf" srcId="{606ECA05-D265-42FB-B71F-31070A773F2D}" destId="{018CAE40-3895-40F1-9849-0028CD0A5F3D}" srcOrd="0" destOrd="4" presId="urn:microsoft.com/office/officeart/2005/8/layout/hList1"/>
    <dgm:cxn modelId="{06CB41D1-26AE-4B54-8394-70FF382F3CEE}" type="presOf" srcId="{F91009DA-9639-40A0-93E9-95DB89C08294}" destId="{018CAE40-3895-40F1-9849-0028CD0A5F3D}" srcOrd="0" destOrd="3" presId="urn:microsoft.com/office/officeart/2005/8/layout/hList1"/>
    <dgm:cxn modelId="{D78A79F0-A2C9-4A49-9FEF-2509C52A9C82}" srcId="{193281D3-BF04-41BF-A8E3-E45CF1A590D5}" destId="{AE7EEE31-7CBD-4961-8274-0575D2B84C7E}" srcOrd="1" destOrd="0" parTransId="{92EBDC1F-2090-45BC-99DB-C23941113DE9}" sibTransId="{B0308ED7-784D-4A4F-BE52-B954F515A026}"/>
    <dgm:cxn modelId="{43C85BF6-CC06-49FD-9035-9325CF0DBE53}" srcId="{AE7EEE31-7CBD-4961-8274-0575D2B84C7E}" destId="{1D554ADD-AF96-4500-B933-8EAA00DEEBC4}" srcOrd="0" destOrd="0" parTransId="{6C880133-C26F-496E-B919-2628814439C7}" sibTransId="{67E2887B-69B8-485E-9B87-B3337DA4520F}"/>
    <dgm:cxn modelId="{8B0108FF-5035-4FF0-BAD5-FA55534517F8}" type="presOf" srcId="{F8174A4C-4A1A-47A3-977F-EA9D3C6B6B0F}" destId="{018CAE40-3895-40F1-9849-0028CD0A5F3D}" srcOrd="0" destOrd="0" presId="urn:microsoft.com/office/officeart/2005/8/layout/hList1"/>
    <dgm:cxn modelId="{AA250E03-AFA0-41E8-9BA0-AC6443A0FE98}" type="presParOf" srcId="{2CC48460-DB0C-43FD-8980-395E50A25DB3}" destId="{9FDAED2F-626E-4B34-9072-D3695330375B}" srcOrd="0" destOrd="0" presId="urn:microsoft.com/office/officeart/2005/8/layout/hList1"/>
    <dgm:cxn modelId="{C0FFFE2A-AC08-4186-B058-809AB97C9B50}" type="presParOf" srcId="{9FDAED2F-626E-4B34-9072-D3695330375B}" destId="{5A5B13D5-F826-458C-A232-E26A7E858E43}" srcOrd="0" destOrd="0" presId="urn:microsoft.com/office/officeart/2005/8/layout/hList1"/>
    <dgm:cxn modelId="{3438024E-1DE5-49A1-9F05-36B6E1405795}" type="presParOf" srcId="{9FDAED2F-626E-4B34-9072-D3695330375B}" destId="{018CAE40-3895-40F1-9849-0028CD0A5F3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622844-B886-4397-A727-7024791AFD1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C284349-F93A-4BEF-A9A3-B29F605E163B}">
      <dgm:prSet phldrT="[Text]" custT="1"/>
      <dgm:spPr/>
      <dgm:t>
        <a:bodyPr/>
        <a:lstStyle/>
        <a:p>
          <a:pPr algn="ctr"/>
          <a:r>
            <a:rPr lang="en-IN" sz="2800" b="1" i="0" dirty="0">
              <a:solidFill>
                <a:schemeClr val="tx1"/>
              </a:solidFill>
              <a:highlight>
                <a:srgbClr val="FFFF00"/>
              </a:highlight>
            </a:rPr>
            <a:t>What is Signal Conditioning? Role in instrumentation</a:t>
          </a:r>
          <a:endParaRPr lang="en-IN" sz="2800" b="1" dirty="0">
            <a:solidFill>
              <a:schemeClr val="tx1"/>
            </a:solidFill>
            <a:highlight>
              <a:srgbClr val="FFFF00"/>
            </a:highlight>
          </a:endParaRPr>
        </a:p>
      </dgm:t>
    </dgm:pt>
    <dgm:pt modelId="{D892A826-0320-40B9-9139-BF24C77C8858}" type="parTrans" cxnId="{F07A6C1F-635F-4010-BDDD-CD592A9C4637}">
      <dgm:prSet/>
      <dgm:spPr/>
      <dgm:t>
        <a:bodyPr/>
        <a:lstStyle/>
        <a:p>
          <a:endParaRPr lang="en-IN"/>
        </a:p>
      </dgm:t>
    </dgm:pt>
    <dgm:pt modelId="{F4F2F687-049C-48EA-8650-44F893F89C19}" type="sibTrans" cxnId="{F07A6C1F-635F-4010-BDDD-CD592A9C4637}">
      <dgm:prSet/>
      <dgm:spPr/>
      <dgm:t>
        <a:bodyPr/>
        <a:lstStyle/>
        <a:p>
          <a:endParaRPr lang="en-IN"/>
        </a:p>
      </dgm:t>
    </dgm:pt>
    <dgm:pt modelId="{66DCB86C-4A07-4CBD-B339-E90E1C7C8504}">
      <dgm:prSet phldrT="[Text]" custT="1"/>
      <dgm:spPr/>
      <dgm:t>
        <a:bodyPr/>
        <a:lstStyle/>
        <a:p>
          <a:pPr algn="just"/>
          <a:r>
            <a:rPr lang="en-US" sz="2300" b="0" i="0" dirty="0"/>
            <a:t>Analog signals </a:t>
          </a:r>
          <a:r>
            <a:rPr lang="en-US" sz="2300" b="1" i="0" dirty="0"/>
            <a:t>need to be correctly </a:t>
          </a:r>
          <a:r>
            <a:rPr lang="en-US" sz="2300" b="0" i="0" dirty="0"/>
            <a:t>"prepared" before they can be </a:t>
          </a:r>
          <a:r>
            <a:rPr lang="en-US" sz="2300" b="1" i="0" dirty="0"/>
            <a:t>converted into digital form for further processing. </a:t>
          </a:r>
          <a:endParaRPr lang="en-IN" sz="2300" b="1" dirty="0"/>
        </a:p>
      </dgm:t>
    </dgm:pt>
    <dgm:pt modelId="{D134783A-5A0C-4442-B456-D53A1E218C41}" type="parTrans" cxnId="{F8F02147-01D4-4954-B781-E3521B8E35F2}">
      <dgm:prSet/>
      <dgm:spPr/>
      <dgm:t>
        <a:bodyPr/>
        <a:lstStyle/>
        <a:p>
          <a:endParaRPr lang="en-IN"/>
        </a:p>
      </dgm:t>
    </dgm:pt>
    <dgm:pt modelId="{D24DD68D-DFFB-4E6F-952D-29DDB7530AE5}" type="sibTrans" cxnId="{F8F02147-01D4-4954-B781-E3521B8E35F2}">
      <dgm:prSet/>
      <dgm:spPr/>
      <dgm:t>
        <a:bodyPr/>
        <a:lstStyle/>
        <a:p>
          <a:endParaRPr lang="en-IN"/>
        </a:p>
      </dgm:t>
    </dgm:pt>
    <dgm:pt modelId="{5ABC4FF4-633A-4586-9641-528B057639C6}">
      <dgm:prSet phldrT="[Text]"/>
      <dgm:spPr/>
      <dgm:t>
        <a:bodyPr/>
        <a:lstStyle/>
        <a:p>
          <a:pPr algn="l"/>
          <a:endParaRPr lang="en-IN" sz="2200" dirty="0"/>
        </a:p>
      </dgm:t>
    </dgm:pt>
    <dgm:pt modelId="{D5F76B3A-48AA-4B84-B0D3-E1FA2F51B9B2}" type="parTrans" cxnId="{DE5299F3-495E-4AC9-B33D-6975F6FAF958}">
      <dgm:prSet/>
      <dgm:spPr/>
      <dgm:t>
        <a:bodyPr/>
        <a:lstStyle/>
        <a:p>
          <a:endParaRPr lang="en-IN"/>
        </a:p>
      </dgm:t>
    </dgm:pt>
    <dgm:pt modelId="{6F0DE9D3-04C9-433B-B393-D0B50E426336}" type="sibTrans" cxnId="{DE5299F3-495E-4AC9-B33D-6975F6FAF958}">
      <dgm:prSet/>
      <dgm:spPr/>
      <dgm:t>
        <a:bodyPr/>
        <a:lstStyle/>
        <a:p>
          <a:endParaRPr lang="en-IN"/>
        </a:p>
      </dgm:t>
    </dgm:pt>
    <dgm:pt modelId="{C70A67AD-C0BD-4A79-BBB0-BE6ACAA756E9}">
      <dgm:prSet custT="1"/>
      <dgm:spPr/>
      <dgm:t>
        <a:bodyPr/>
        <a:lstStyle/>
        <a:p>
          <a:pPr algn="just"/>
          <a:r>
            <a:rPr lang="en-US" sz="2300" b="0" i="0" dirty="0"/>
            <a:t>For example, </a:t>
          </a:r>
          <a:r>
            <a:rPr lang="en-US" sz="2300" b="1" i="0" dirty="0"/>
            <a:t>thermocouple signals have very small voltage levels that must be amplified before they can be digitized</a:t>
          </a:r>
          <a:r>
            <a:rPr lang="en-US" sz="2300" b="0" i="0" dirty="0"/>
            <a:t>. </a:t>
          </a:r>
        </a:p>
      </dgm:t>
    </dgm:pt>
    <dgm:pt modelId="{A1B57D73-A137-4C45-BD31-3134321FE5A0}" type="parTrans" cxnId="{2800D1B6-556A-4FA8-879D-1CE150629BA3}">
      <dgm:prSet/>
      <dgm:spPr/>
      <dgm:t>
        <a:bodyPr/>
        <a:lstStyle/>
        <a:p>
          <a:endParaRPr lang="en-IN"/>
        </a:p>
      </dgm:t>
    </dgm:pt>
    <dgm:pt modelId="{19DBCA19-1E8C-4857-BFC4-62E7F429D8A7}" type="sibTrans" cxnId="{2800D1B6-556A-4FA8-879D-1CE150629BA3}">
      <dgm:prSet/>
      <dgm:spPr/>
      <dgm:t>
        <a:bodyPr/>
        <a:lstStyle/>
        <a:p>
          <a:endParaRPr lang="en-IN"/>
        </a:p>
      </dgm:t>
    </dgm:pt>
    <dgm:pt modelId="{64B2F92C-89FE-4E28-A9A3-768B48BB223E}">
      <dgm:prSet custT="1"/>
      <dgm:spPr/>
      <dgm:t>
        <a:bodyPr/>
        <a:lstStyle/>
        <a:p>
          <a:pPr algn="just"/>
          <a:r>
            <a:rPr lang="en-US" sz="2300" b="0" i="0" dirty="0"/>
            <a:t>Signal conditioning is one of the fundamental building blocks of modern data acquisition. </a:t>
          </a:r>
        </a:p>
      </dgm:t>
    </dgm:pt>
    <dgm:pt modelId="{C001B466-6114-44AC-8C2C-6B19C0367DE8}" type="parTrans" cxnId="{DE107CE8-2257-47F2-93EF-C0C85357A3DD}">
      <dgm:prSet/>
      <dgm:spPr/>
      <dgm:t>
        <a:bodyPr/>
        <a:lstStyle/>
        <a:p>
          <a:endParaRPr lang="en-IN"/>
        </a:p>
      </dgm:t>
    </dgm:pt>
    <dgm:pt modelId="{1E291B7C-AB67-4AF3-AED2-E5DA38F9231B}" type="sibTrans" cxnId="{DE107CE8-2257-47F2-93EF-C0C85357A3DD}">
      <dgm:prSet/>
      <dgm:spPr/>
      <dgm:t>
        <a:bodyPr/>
        <a:lstStyle/>
        <a:p>
          <a:endParaRPr lang="en-IN"/>
        </a:p>
      </dgm:t>
    </dgm:pt>
    <dgm:pt modelId="{0E82E2A6-14DC-4FE7-B471-6AF90690D299}">
      <dgm:prSet phldrT="[Text]" custT="1"/>
      <dgm:spPr/>
      <dgm:t>
        <a:bodyPr/>
        <a:lstStyle/>
        <a:p>
          <a:pPr algn="just"/>
          <a:r>
            <a:rPr lang="en-US" sz="2300" b="1" i="0" dirty="0"/>
            <a:t>Signal conditioning is an electronic circuit that manipulates a signal in a way that prepares it for the next stage of processing. </a:t>
          </a:r>
          <a:endParaRPr lang="en-IN" sz="2300" b="1" dirty="0"/>
        </a:p>
      </dgm:t>
    </dgm:pt>
    <dgm:pt modelId="{9A3F0499-1E7E-42A7-A2E8-CD6AC8151F55}" type="parTrans" cxnId="{B1FB4E6F-52A0-4C93-B46A-1A1B3A021AA1}">
      <dgm:prSet/>
      <dgm:spPr/>
      <dgm:t>
        <a:bodyPr/>
        <a:lstStyle/>
        <a:p>
          <a:endParaRPr lang="en-IN"/>
        </a:p>
      </dgm:t>
    </dgm:pt>
    <dgm:pt modelId="{7BB5DC0E-C65F-419B-ADEB-62AEF03C68EE}" type="sibTrans" cxnId="{B1FB4E6F-52A0-4C93-B46A-1A1B3A021AA1}">
      <dgm:prSet/>
      <dgm:spPr/>
      <dgm:t>
        <a:bodyPr/>
        <a:lstStyle/>
        <a:p>
          <a:endParaRPr lang="en-IN"/>
        </a:p>
      </dgm:t>
    </dgm:pt>
    <dgm:pt modelId="{3CF87421-90BB-41F3-8416-D681D8FC3A42}">
      <dgm:prSet phldrT="[Text]" custT="1"/>
      <dgm:spPr/>
      <dgm:t>
        <a:bodyPr/>
        <a:lstStyle/>
        <a:p>
          <a:pPr algn="just"/>
          <a:r>
            <a:rPr lang="en-US" sz="2300" b="0" i="0" dirty="0"/>
            <a:t>Many data acquisition applications involve environmental or mechanical measurement from sensors, such as temperature and vibration. These sensors require signal conditioning before a data acquisition device can effectively and accurately measure the signal.</a:t>
          </a:r>
          <a:endParaRPr lang="en-IN" sz="2300" dirty="0"/>
        </a:p>
      </dgm:t>
    </dgm:pt>
    <dgm:pt modelId="{6102C5E1-B37A-4F88-A182-DF39175FFC1F}" type="parTrans" cxnId="{72EC435B-59BF-4471-B9FC-EFD38D29B87A}">
      <dgm:prSet/>
      <dgm:spPr/>
      <dgm:t>
        <a:bodyPr/>
        <a:lstStyle/>
        <a:p>
          <a:endParaRPr lang="en-IN"/>
        </a:p>
      </dgm:t>
    </dgm:pt>
    <dgm:pt modelId="{63E1731B-8878-4C69-ADCC-53F9051BE6BF}" type="sibTrans" cxnId="{72EC435B-59BF-4471-B9FC-EFD38D29B87A}">
      <dgm:prSet/>
      <dgm:spPr/>
      <dgm:t>
        <a:bodyPr/>
        <a:lstStyle/>
        <a:p>
          <a:endParaRPr lang="en-IN"/>
        </a:p>
      </dgm:t>
    </dgm:pt>
    <dgm:pt modelId="{0865756B-4970-4E5D-91A6-1FAC1E22429D}">
      <dgm:prSet custT="1"/>
      <dgm:spPr/>
      <dgm:t>
        <a:bodyPr/>
        <a:lstStyle/>
        <a:p>
          <a:pPr algn="just"/>
          <a:r>
            <a:rPr lang="en-US" sz="2300" b="0" i="0" dirty="0"/>
            <a:t>Other sensors, such as resistance temperature detectors (RTDs), accelerometers, and strain gauges require excitation to operate. </a:t>
          </a:r>
        </a:p>
      </dgm:t>
    </dgm:pt>
    <dgm:pt modelId="{D4314353-A310-44BC-A1A6-29231A35F875}" type="parTrans" cxnId="{3855B603-C345-42D0-8BE0-2DD944F678F2}">
      <dgm:prSet/>
      <dgm:spPr/>
      <dgm:t>
        <a:bodyPr/>
        <a:lstStyle/>
        <a:p>
          <a:endParaRPr lang="en-IN"/>
        </a:p>
      </dgm:t>
    </dgm:pt>
    <dgm:pt modelId="{BE5AFCF8-4787-4F8B-A2B3-2CC7834AC5C2}" type="sibTrans" cxnId="{3855B603-C345-42D0-8BE0-2DD944F678F2}">
      <dgm:prSet/>
      <dgm:spPr/>
      <dgm:t>
        <a:bodyPr/>
        <a:lstStyle/>
        <a:p>
          <a:endParaRPr lang="en-IN"/>
        </a:p>
      </dgm:t>
    </dgm:pt>
    <dgm:pt modelId="{0C283555-FA65-4B46-8CB4-6B01BEB09333}">
      <dgm:prSet custT="1"/>
      <dgm:spPr/>
      <dgm:t>
        <a:bodyPr/>
        <a:lstStyle/>
        <a:p>
          <a:pPr algn="just"/>
          <a:r>
            <a:rPr lang="en-US" sz="2300" b="0" i="0" dirty="0"/>
            <a:t>All of these preparation technologies are forms of signal conditioning.</a:t>
          </a:r>
        </a:p>
      </dgm:t>
    </dgm:pt>
    <dgm:pt modelId="{02660FEF-1B77-4F3B-93C7-5B10DBCAEBAB}" type="parTrans" cxnId="{A570A8B5-6C40-40C8-9B48-53008F7A7242}">
      <dgm:prSet/>
      <dgm:spPr/>
      <dgm:t>
        <a:bodyPr/>
        <a:lstStyle/>
        <a:p>
          <a:endParaRPr lang="en-IN"/>
        </a:p>
      </dgm:t>
    </dgm:pt>
    <dgm:pt modelId="{8F3929A2-0981-4F2A-9CDD-1F013C8DA5F7}" type="sibTrans" cxnId="{A570A8B5-6C40-40C8-9B48-53008F7A7242}">
      <dgm:prSet/>
      <dgm:spPr/>
      <dgm:t>
        <a:bodyPr/>
        <a:lstStyle/>
        <a:p>
          <a:endParaRPr lang="en-IN"/>
        </a:p>
      </dgm:t>
    </dgm:pt>
    <dgm:pt modelId="{A0EBE8FA-5370-4C80-90F1-15ECE7C69B21}">
      <dgm:prSet custT="1"/>
      <dgm:spPr/>
      <dgm:t>
        <a:bodyPr/>
        <a:lstStyle/>
        <a:p>
          <a:pPr algn="just"/>
          <a:r>
            <a:rPr lang="en-US" sz="2300" b="1" i="0" dirty="0"/>
            <a:t>The basic purpose of a data acquisition system is to make physical measurements</a:t>
          </a:r>
          <a:r>
            <a:rPr lang="en-US" sz="2300" b="0" i="0" dirty="0"/>
            <a:t>.</a:t>
          </a:r>
        </a:p>
      </dgm:t>
    </dgm:pt>
    <dgm:pt modelId="{D17E460C-16E1-4D26-8B04-98777A265E05}" type="parTrans" cxnId="{AE1C5217-C094-443D-B471-CA87E1B9042B}">
      <dgm:prSet/>
      <dgm:spPr/>
      <dgm:t>
        <a:bodyPr/>
        <a:lstStyle/>
        <a:p>
          <a:endParaRPr lang="en-IN"/>
        </a:p>
      </dgm:t>
    </dgm:pt>
    <dgm:pt modelId="{5033416A-CD78-4671-9FE3-DBDE6B454E57}" type="sibTrans" cxnId="{AE1C5217-C094-443D-B471-CA87E1B9042B}">
      <dgm:prSet/>
      <dgm:spPr/>
      <dgm:t>
        <a:bodyPr/>
        <a:lstStyle/>
        <a:p>
          <a:endParaRPr lang="en-IN"/>
        </a:p>
      </dgm:t>
    </dgm:pt>
    <dgm:pt modelId="{ADFDE681-B3A3-4982-A982-67207B10C51B}" type="pres">
      <dgm:prSet presAssocID="{61622844-B886-4397-A727-7024791AFD12}" presName="linear" presStyleCnt="0">
        <dgm:presLayoutVars>
          <dgm:animLvl val="lvl"/>
          <dgm:resizeHandles val="exact"/>
        </dgm:presLayoutVars>
      </dgm:prSet>
      <dgm:spPr/>
    </dgm:pt>
    <dgm:pt modelId="{FEF77876-5276-478A-91D6-9EA6AD0D2DC0}" type="pres">
      <dgm:prSet presAssocID="{3C284349-F93A-4BEF-A9A3-B29F605E163B}" presName="parentText" presStyleLbl="node1" presStyleIdx="0" presStyleCnt="1" custScaleY="59172">
        <dgm:presLayoutVars>
          <dgm:chMax val="0"/>
          <dgm:bulletEnabled val="1"/>
        </dgm:presLayoutVars>
      </dgm:prSet>
      <dgm:spPr/>
    </dgm:pt>
    <dgm:pt modelId="{DBCA7072-3AB7-415D-93FF-30E6AA1F654D}" type="pres">
      <dgm:prSet presAssocID="{3C284349-F93A-4BEF-A9A3-B29F605E163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3855B603-C345-42D0-8BE0-2DD944F678F2}" srcId="{3CF87421-90BB-41F3-8416-D681D8FC3A42}" destId="{0865756B-4970-4E5D-91A6-1FAC1E22429D}" srcOrd="1" destOrd="0" parTransId="{D4314353-A310-44BC-A1A6-29231A35F875}" sibTransId="{BE5AFCF8-4787-4F8B-A2B3-2CC7834AC5C2}"/>
    <dgm:cxn modelId="{AA7C6C04-9796-441C-AB8D-05A376ED8CE6}" type="presOf" srcId="{3C284349-F93A-4BEF-A9A3-B29F605E163B}" destId="{FEF77876-5276-478A-91D6-9EA6AD0D2DC0}" srcOrd="0" destOrd="0" presId="urn:microsoft.com/office/officeart/2005/8/layout/vList2"/>
    <dgm:cxn modelId="{AE1C5217-C094-443D-B471-CA87E1B9042B}" srcId="{3C284349-F93A-4BEF-A9A3-B29F605E163B}" destId="{A0EBE8FA-5370-4C80-90F1-15ECE7C69B21}" srcOrd="5" destOrd="0" parTransId="{D17E460C-16E1-4D26-8B04-98777A265E05}" sibTransId="{5033416A-CD78-4671-9FE3-DBDE6B454E57}"/>
    <dgm:cxn modelId="{4C11D91A-5F07-482C-BA86-7A01C475F794}" type="presOf" srcId="{0C283555-FA65-4B46-8CB4-6B01BEB09333}" destId="{DBCA7072-3AB7-415D-93FF-30E6AA1F654D}" srcOrd="0" destOrd="5" presId="urn:microsoft.com/office/officeart/2005/8/layout/vList2"/>
    <dgm:cxn modelId="{F07A6C1F-635F-4010-BDDD-CD592A9C4637}" srcId="{61622844-B886-4397-A727-7024791AFD12}" destId="{3C284349-F93A-4BEF-A9A3-B29F605E163B}" srcOrd="0" destOrd="0" parTransId="{D892A826-0320-40B9-9139-BF24C77C8858}" sibTransId="{F4F2F687-049C-48EA-8650-44F893F89C19}"/>
    <dgm:cxn modelId="{72EC435B-59BF-4471-B9FC-EFD38D29B87A}" srcId="{3C284349-F93A-4BEF-A9A3-B29F605E163B}" destId="{3CF87421-90BB-41F3-8416-D681D8FC3A42}" srcOrd="2" destOrd="0" parTransId="{6102C5E1-B37A-4F88-A182-DF39175FFC1F}" sibTransId="{63E1731B-8878-4C69-ADCC-53F9051BE6BF}"/>
    <dgm:cxn modelId="{D3A14F62-4920-4041-8184-40D9BE91AF45}" type="presOf" srcId="{A0EBE8FA-5370-4C80-90F1-15ECE7C69B21}" destId="{DBCA7072-3AB7-415D-93FF-30E6AA1F654D}" srcOrd="0" destOrd="7" presId="urn:microsoft.com/office/officeart/2005/8/layout/vList2"/>
    <dgm:cxn modelId="{F8F02147-01D4-4954-B781-E3521B8E35F2}" srcId="{3C284349-F93A-4BEF-A9A3-B29F605E163B}" destId="{66DCB86C-4A07-4CBD-B339-E90E1C7C8504}" srcOrd="0" destOrd="0" parTransId="{D134783A-5A0C-4442-B456-D53A1E218C41}" sibTransId="{D24DD68D-DFFB-4E6F-952D-29DDB7530AE5}"/>
    <dgm:cxn modelId="{3518C66D-3C91-4116-AB71-011C34EF4790}" type="presOf" srcId="{64B2F92C-89FE-4E28-A9A3-768B48BB223E}" destId="{DBCA7072-3AB7-415D-93FF-30E6AA1F654D}" srcOrd="0" destOrd="6" presId="urn:microsoft.com/office/officeart/2005/8/layout/vList2"/>
    <dgm:cxn modelId="{B1FB4E6F-52A0-4C93-B46A-1A1B3A021AA1}" srcId="{3C284349-F93A-4BEF-A9A3-B29F605E163B}" destId="{0E82E2A6-14DC-4FE7-B471-6AF90690D299}" srcOrd="1" destOrd="0" parTransId="{9A3F0499-1E7E-42A7-A2E8-CD6AC8151F55}" sibTransId="{7BB5DC0E-C65F-419B-ADEB-62AEF03C68EE}"/>
    <dgm:cxn modelId="{3890D471-44BE-43BB-B11A-7647F23A2057}" type="presOf" srcId="{0865756B-4970-4E5D-91A6-1FAC1E22429D}" destId="{DBCA7072-3AB7-415D-93FF-30E6AA1F654D}" srcOrd="0" destOrd="4" presId="urn:microsoft.com/office/officeart/2005/8/layout/vList2"/>
    <dgm:cxn modelId="{A59AF475-D640-47EE-8B7E-5A57791C49D9}" type="presOf" srcId="{5ABC4FF4-633A-4586-9641-528B057639C6}" destId="{DBCA7072-3AB7-415D-93FF-30E6AA1F654D}" srcOrd="0" destOrd="8" presId="urn:microsoft.com/office/officeart/2005/8/layout/vList2"/>
    <dgm:cxn modelId="{D8723492-FF43-4617-A578-096104A3916D}" type="presOf" srcId="{0E82E2A6-14DC-4FE7-B471-6AF90690D299}" destId="{DBCA7072-3AB7-415D-93FF-30E6AA1F654D}" srcOrd="0" destOrd="1" presId="urn:microsoft.com/office/officeart/2005/8/layout/vList2"/>
    <dgm:cxn modelId="{69606CA1-4765-4633-8274-3053381E5540}" type="presOf" srcId="{C70A67AD-C0BD-4A79-BBB0-BE6ACAA756E9}" destId="{DBCA7072-3AB7-415D-93FF-30E6AA1F654D}" srcOrd="0" destOrd="3" presId="urn:microsoft.com/office/officeart/2005/8/layout/vList2"/>
    <dgm:cxn modelId="{A570A8B5-6C40-40C8-9B48-53008F7A7242}" srcId="{3C284349-F93A-4BEF-A9A3-B29F605E163B}" destId="{0C283555-FA65-4B46-8CB4-6B01BEB09333}" srcOrd="3" destOrd="0" parTransId="{02660FEF-1B77-4F3B-93C7-5B10DBCAEBAB}" sibTransId="{8F3929A2-0981-4F2A-9CDD-1F013C8DA5F7}"/>
    <dgm:cxn modelId="{2800D1B6-556A-4FA8-879D-1CE150629BA3}" srcId="{3CF87421-90BB-41F3-8416-D681D8FC3A42}" destId="{C70A67AD-C0BD-4A79-BBB0-BE6ACAA756E9}" srcOrd="0" destOrd="0" parTransId="{A1B57D73-A137-4C45-BD31-3134321FE5A0}" sibTransId="{19DBCA19-1E8C-4857-BFC4-62E7F429D8A7}"/>
    <dgm:cxn modelId="{2BCE2AC5-1127-47F4-9572-5035A13A8FD2}" type="presOf" srcId="{3CF87421-90BB-41F3-8416-D681D8FC3A42}" destId="{DBCA7072-3AB7-415D-93FF-30E6AA1F654D}" srcOrd="0" destOrd="2" presId="urn:microsoft.com/office/officeart/2005/8/layout/vList2"/>
    <dgm:cxn modelId="{E1059FCA-E71E-4BDD-A722-EE4E427AE345}" type="presOf" srcId="{61622844-B886-4397-A727-7024791AFD12}" destId="{ADFDE681-B3A3-4982-A982-67207B10C51B}" srcOrd="0" destOrd="0" presId="urn:microsoft.com/office/officeart/2005/8/layout/vList2"/>
    <dgm:cxn modelId="{754A45D6-2146-4A16-B568-A59E43745C89}" type="presOf" srcId="{66DCB86C-4A07-4CBD-B339-E90E1C7C8504}" destId="{DBCA7072-3AB7-415D-93FF-30E6AA1F654D}" srcOrd="0" destOrd="0" presId="urn:microsoft.com/office/officeart/2005/8/layout/vList2"/>
    <dgm:cxn modelId="{DE107CE8-2257-47F2-93EF-C0C85357A3DD}" srcId="{3C284349-F93A-4BEF-A9A3-B29F605E163B}" destId="{64B2F92C-89FE-4E28-A9A3-768B48BB223E}" srcOrd="4" destOrd="0" parTransId="{C001B466-6114-44AC-8C2C-6B19C0367DE8}" sibTransId="{1E291B7C-AB67-4AF3-AED2-E5DA38F9231B}"/>
    <dgm:cxn modelId="{DE5299F3-495E-4AC9-B33D-6975F6FAF958}" srcId="{3C284349-F93A-4BEF-A9A3-B29F605E163B}" destId="{5ABC4FF4-633A-4586-9641-528B057639C6}" srcOrd="6" destOrd="0" parTransId="{D5F76B3A-48AA-4B84-B0D3-E1FA2F51B9B2}" sibTransId="{6F0DE9D3-04C9-433B-B393-D0B50E426336}"/>
    <dgm:cxn modelId="{FCB3DDDA-002E-4F06-93CF-465EEC8B903C}" type="presParOf" srcId="{ADFDE681-B3A3-4982-A982-67207B10C51B}" destId="{FEF77876-5276-478A-91D6-9EA6AD0D2DC0}" srcOrd="0" destOrd="0" presId="urn:microsoft.com/office/officeart/2005/8/layout/vList2"/>
    <dgm:cxn modelId="{919CDAA2-57A6-4D61-B83E-98B436343F3A}" type="presParOf" srcId="{ADFDE681-B3A3-4982-A982-67207B10C51B}" destId="{DBCA7072-3AB7-415D-93FF-30E6AA1F654D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99BE2A-291D-428C-BE48-3438237F1BF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AC6967C-B55A-40B0-85A1-755E14D57D00}">
      <dgm:prSet phldrT="[Text]"/>
      <dgm:spPr/>
      <dgm:t>
        <a:bodyPr/>
        <a:lstStyle/>
        <a:p>
          <a:r>
            <a:rPr lang="en-US" b="1" i="0" dirty="0">
              <a:solidFill>
                <a:schemeClr val="tx1"/>
              </a:solidFill>
              <a:highlight>
                <a:srgbClr val="FFFF00"/>
              </a:highlight>
            </a:rPr>
            <a:t>Biological Amplifiers</a:t>
          </a:r>
          <a:endParaRPr lang="en-IN" dirty="0">
            <a:solidFill>
              <a:schemeClr val="tx1"/>
            </a:solidFill>
            <a:highlight>
              <a:srgbClr val="FFFF00"/>
            </a:highlight>
          </a:endParaRPr>
        </a:p>
      </dgm:t>
    </dgm:pt>
    <dgm:pt modelId="{7F3B2961-196A-4B60-8FFA-E20DDF8011BE}" type="parTrans" cxnId="{7524E309-C02D-4CF0-86C5-8092FC57513E}">
      <dgm:prSet/>
      <dgm:spPr/>
      <dgm:t>
        <a:bodyPr/>
        <a:lstStyle/>
        <a:p>
          <a:endParaRPr lang="en-IN"/>
        </a:p>
      </dgm:t>
    </dgm:pt>
    <dgm:pt modelId="{8B5B2AB7-9BC7-486A-8852-EE264CF5FBF1}" type="sibTrans" cxnId="{7524E309-C02D-4CF0-86C5-8092FC57513E}">
      <dgm:prSet/>
      <dgm:spPr/>
      <dgm:t>
        <a:bodyPr/>
        <a:lstStyle/>
        <a:p>
          <a:endParaRPr lang="en-IN"/>
        </a:p>
      </dgm:t>
    </dgm:pt>
    <dgm:pt modelId="{1678CCDA-9560-4E41-B1B8-AC77DB7B1FCE}">
      <dgm:prSet phldrT="[Text]"/>
      <dgm:spPr/>
      <dgm:t>
        <a:bodyPr/>
        <a:lstStyle/>
        <a:p>
          <a:pPr algn="just"/>
          <a:r>
            <a:rPr lang="en-US" b="0" i="0" dirty="0"/>
            <a:t>Generally, </a:t>
          </a:r>
          <a:r>
            <a:rPr lang="en-US" b="1" i="0" dirty="0"/>
            <a:t>biological/bioelectric signals have low amplitude and low frequency. </a:t>
          </a:r>
          <a:endParaRPr lang="en-IN" b="1" dirty="0"/>
        </a:p>
      </dgm:t>
    </dgm:pt>
    <dgm:pt modelId="{B7C6D73A-F984-4FAD-B12D-BE33460DC6B1}" type="parTrans" cxnId="{A065F8D9-427F-464E-894E-0A31B0E62B56}">
      <dgm:prSet/>
      <dgm:spPr/>
      <dgm:t>
        <a:bodyPr/>
        <a:lstStyle/>
        <a:p>
          <a:endParaRPr lang="en-IN"/>
        </a:p>
      </dgm:t>
    </dgm:pt>
    <dgm:pt modelId="{B60A31D0-1EB6-486F-BBAC-E0A7C70859FE}" type="sibTrans" cxnId="{A065F8D9-427F-464E-894E-0A31B0E62B56}">
      <dgm:prSet/>
      <dgm:spPr/>
      <dgm:t>
        <a:bodyPr/>
        <a:lstStyle/>
        <a:p>
          <a:endParaRPr lang="en-IN"/>
        </a:p>
      </dgm:t>
    </dgm:pt>
    <dgm:pt modelId="{CA54BB3D-F6E3-4AA9-8CE9-90CB6DA48625}">
      <dgm:prSet phldrT="[Text]"/>
      <dgm:spPr/>
      <dgm:t>
        <a:bodyPr/>
        <a:lstStyle/>
        <a:p>
          <a:pPr algn="just"/>
          <a:r>
            <a:rPr lang="en-US" b="0" i="0" dirty="0"/>
            <a:t>Therefore, to </a:t>
          </a:r>
          <a:r>
            <a:rPr lang="en-US" b="1" i="0" dirty="0"/>
            <a:t>increase the amplitude level of </a:t>
          </a:r>
          <a:r>
            <a:rPr lang="en-US" b="1" i="0" dirty="0" err="1"/>
            <a:t>biosignals</a:t>
          </a:r>
          <a:r>
            <a:rPr lang="en-US" b="1" i="0" dirty="0"/>
            <a:t> amplifiers are designed. </a:t>
          </a:r>
          <a:endParaRPr lang="en-IN" b="1" dirty="0"/>
        </a:p>
      </dgm:t>
    </dgm:pt>
    <dgm:pt modelId="{6B9186EE-672B-4698-99AF-778BF9ADA1E6}" type="parTrans" cxnId="{15A10E32-0272-4212-A656-B9A3A20C005C}">
      <dgm:prSet/>
      <dgm:spPr/>
      <dgm:t>
        <a:bodyPr/>
        <a:lstStyle/>
        <a:p>
          <a:endParaRPr lang="en-IN"/>
        </a:p>
      </dgm:t>
    </dgm:pt>
    <dgm:pt modelId="{1A4A4709-0C85-448D-B120-8B2479B38D11}" type="sibTrans" cxnId="{15A10E32-0272-4212-A656-B9A3A20C005C}">
      <dgm:prSet/>
      <dgm:spPr/>
      <dgm:t>
        <a:bodyPr/>
        <a:lstStyle/>
        <a:p>
          <a:endParaRPr lang="en-IN"/>
        </a:p>
      </dgm:t>
    </dgm:pt>
    <dgm:pt modelId="{D93E1B81-A55C-4962-AE79-7D568C6B98EC}">
      <dgm:prSet phldrT="[Text]"/>
      <dgm:spPr/>
      <dgm:t>
        <a:bodyPr/>
        <a:lstStyle/>
        <a:p>
          <a:pPr algn="just"/>
          <a:r>
            <a:rPr lang="en-US" b="0" i="0" dirty="0"/>
            <a:t>The outputs from these amplifiers are used for further analysis and they appear as ECG, EMG, or any bioelectric waveforms. </a:t>
          </a:r>
          <a:endParaRPr lang="en-IN" dirty="0"/>
        </a:p>
      </dgm:t>
    </dgm:pt>
    <dgm:pt modelId="{AF55A58E-F23B-44C2-9458-4D3B81B34AF1}" type="parTrans" cxnId="{FBD41408-9C20-49FD-8A12-5534C8EBB2AE}">
      <dgm:prSet/>
      <dgm:spPr/>
      <dgm:t>
        <a:bodyPr/>
        <a:lstStyle/>
        <a:p>
          <a:endParaRPr lang="en-IN"/>
        </a:p>
      </dgm:t>
    </dgm:pt>
    <dgm:pt modelId="{376075DF-A4A2-4DD9-892F-9963636DC0C4}" type="sibTrans" cxnId="{FBD41408-9C20-49FD-8A12-5534C8EBB2AE}">
      <dgm:prSet/>
      <dgm:spPr/>
      <dgm:t>
        <a:bodyPr/>
        <a:lstStyle/>
        <a:p>
          <a:endParaRPr lang="en-IN"/>
        </a:p>
      </dgm:t>
    </dgm:pt>
    <dgm:pt modelId="{0FB85A63-76A0-4B1F-9422-51507B5DE498}" type="pres">
      <dgm:prSet presAssocID="{8699BE2A-291D-428C-BE48-3438237F1BFB}" presName="Name0" presStyleCnt="0">
        <dgm:presLayoutVars>
          <dgm:dir/>
          <dgm:animLvl val="lvl"/>
          <dgm:resizeHandles val="exact"/>
        </dgm:presLayoutVars>
      </dgm:prSet>
      <dgm:spPr/>
    </dgm:pt>
    <dgm:pt modelId="{BBB0BAC2-7CF0-4D31-8134-022516AF1232}" type="pres">
      <dgm:prSet presAssocID="{6AC6967C-B55A-40B0-85A1-755E14D57D00}" presName="composite" presStyleCnt="0"/>
      <dgm:spPr/>
    </dgm:pt>
    <dgm:pt modelId="{BD075419-3FB5-4FF3-A46C-4FAF88970886}" type="pres">
      <dgm:prSet presAssocID="{6AC6967C-B55A-40B0-85A1-755E14D57D00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2B39F4EB-9A57-466D-AF35-80FC08F6DD21}" type="pres">
      <dgm:prSet presAssocID="{6AC6967C-B55A-40B0-85A1-755E14D57D00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B176EE00-B6E7-4BB3-A136-6E4FF86B1CE0}" type="presOf" srcId="{D93E1B81-A55C-4962-AE79-7D568C6B98EC}" destId="{2B39F4EB-9A57-466D-AF35-80FC08F6DD21}" srcOrd="0" destOrd="2" presId="urn:microsoft.com/office/officeart/2005/8/layout/hList1"/>
    <dgm:cxn modelId="{680C5402-1807-4F74-965E-BB47FB1ABA43}" type="presOf" srcId="{8699BE2A-291D-428C-BE48-3438237F1BFB}" destId="{0FB85A63-76A0-4B1F-9422-51507B5DE498}" srcOrd="0" destOrd="0" presId="urn:microsoft.com/office/officeart/2005/8/layout/hList1"/>
    <dgm:cxn modelId="{FBD41408-9C20-49FD-8A12-5534C8EBB2AE}" srcId="{6AC6967C-B55A-40B0-85A1-755E14D57D00}" destId="{D93E1B81-A55C-4962-AE79-7D568C6B98EC}" srcOrd="2" destOrd="0" parTransId="{AF55A58E-F23B-44C2-9458-4D3B81B34AF1}" sibTransId="{376075DF-A4A2-4DD9-892F-9963636DC0C4}"/>
    <dgm:cxn modelId="{7524E309-C02D-4CF0-86C5-8092FC57513E}" srcId="{8699BE2A-291D-428C-BE48-3438237F1BFB}" destId="{6AC6967C-B55A-40B0-85A1-755E14D57D00}" srcOrd="0" destOrd="0" parTransId="{7F3B2961-196A-4B60-8FFA-E20DDF8011BE}" sibTransId="{8B5B2AB7-9BC7-486A-8852-EE264CF5FBF1}"/>
    <dgm:cxn modelId="{97D3BB18-31C2-44DA-A33D-5E69EBCD53A0}" type="presOf" srcId="{CA54BB3D-F6E3-4AA9-8CE9-90CB6DA48625}" destId="{2B39F4EB-9A57-466D-AF35-80FC08F6DD21}" srcOrd="0" destOrd="1" presId="urn:microsoft.com/office/officeart/2005/8/layout/hList1"/>
    <dgm:cxn modelId="{15A10E32-0272-4212-A656-B9A3A20C005C}" srcId="{6AC6967C-B55A-40B0-85A1-755E14D57D00}" destId="{CA54BB3D-F6E3-4AA9-8CE9-90CB6DA48625}" srcOrd="1" destOrd="0" parTransId="{6B9186EE-672B-4698-99AF-778BF9ADA1E6}" sibTransId="{1A4A4709-0C85-448D-B120-8B2479B38D11}"/>
    <dgm:cxn modelId="{F41CAC66-E524-4E07-9CD5-CE20D0063821}" type="presOf" srcId="{6AC6967C-B55A-40B0-85A1-755E14D57D00}" destId="{BD075419-3FB5-4FF3-A46C-4FAF88970886}" srcOrd="0" destOrd="0" presId="urn:microsoft.com/office/officeart/2005/8/layout/hList1"/>
    <dgm:cxn modelId="{A065F8D9-427F-464E-894E-0A31B0E62B56}" srcId="{6AC6967C-B55A-40B0-85A1-755E14D57D00}" destId="{1678CCDA-9560-4E41-B1B8-AC77DB7B1FCE}" srcOrd="0" destOrd="0" parTransId="{B7C6D73A-F984-4FAD-B12D-BE33460DC6B1}" sibTransId="{B60A31D0-1EB6-486F-BBAC-E0A7C70859FE}"/>
    <dgm:cxn modelId="{431E3DF6-32B5-4009-ABBB-30A5F63B35D0}" type="presOf" srcId="{1678CCDA-9560-4E41-B1B8-AC77DB7B1FCE}" destId="{2B39F4EB-9A57-466D-AF35-80FC08F6DD21}" srcOrd="0" destOrd="0" presId="urn:microsoft.com/office/officeart/2005/8/layout/hList1"/>
    <dgm:cxn modelId="{DE97F3BB-5602-4281-A556-98448D991DAF}" type="presParOf" srcId="{0FB85A63-76A0-4B1F-9422-51507B5DE498}" destId="{BBB0BAC2-7CF0-4D31-8134-022516AF1232}" srcOrd="0" destOrd="0" presId="urn:microsoft.com/office/officeart/2005/8/layout/hList1"/>
    <dgm:cxn modelId="{04323356-676E-41E5-850A-056C6A631665}" type="presParOf" srcId="{BBB0BAC2-7CF0-4D31-8134-022516AF1232}" destId="{BD075419-3FB5-4FF3-A46C-4FAF88970886}" srcOrd="0" destOrd="0" presId="urn:microsoft.com/office/officeart/2005/8/layout/hList1"/>
    <dgm:cxn modelId="{17CA61C3-9933-4B3B-9CD0-6D2EA81550D5}" type="presParOf" srcId="{BBB0BAC2-7CF0-4D31-8134-022516AF1232}" destId="{2B39F4EB-9A57-466D-AF35-80FC08F6DD2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2D261BA-F795-430C-8946-9ADF719ED1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BD14195-CD8E-4465-846F-172A753ACAA9}">
      <dgm:prSet phldrT="[Text]" custT="1"/>
      <dgm:spPr/>
      <dgm:t>
        <a:bodyPr/>
        <a:lstStyle/>
        <a:p>
          <a:pPr algn="ctr"/>
          <a:r>
            <a:rPr lang="en-IN" sz="3200" b="1" i="0" dirty="0">
              <a:solidFill>
                <a:schemeClr val="tx1"/>
              </a:solidFill>
              <a:highlight>
                <a:srgbClr val="FFFF00"/>
              </a:highlight>
            </a:rPr>
            <a:t>Isolation Amplifier- Purpose</a:t>
          </a:r>
          <a:endParaRPr lang="en-IN" sz="3200" b="1" dirty="0">
            <a:solidFill>
              <a:schemeClr val="tx1"/>
            </a:solidFill>
            <a:highlight>
              <a:srgbClr val="FFFF00"/>
            </a:highlight>
          </a:endParaRPr>
        </a:p>
      </dgm:t>
    </dgm:pt>
    <dgm:pt modelId="{4219C1AB-9FAE-4945-8201-749C443C3A3C}" type="parTrans" cxnId="{D97C6695-5DCB-4D29-BD37-718A3A667F6A}">
      <dgm:prSet/>
      <dgm:spPr/>
      <dgm:t>
        <a:bodyPr/>
        <a:lstStyle/>
        <a:p>
          <a:endParaRPr lang="en-IN"/>
        </a:p>
      </dgm:t>
    </dgm:pt>
    <dgm:pt modelId="{C361B572-A186-4D12-8017-22BA81083718}" type="sibTrans" cxnId="{D97C6695-5DCB-4D29-BD37-718A3A667F6A}">
      <dgm:prSet/>
      <dgm:spPr/>
      <dgm:t>
        <a:bodyPr/>
        <a:lstStyle/>
        <a:p>
          <a:endParaRPr lang="en-IN"/>
        </a:p>
      </dgm:t>
    </dgm:pt>
    <dgm:pt modelId="{982B591F-A777-413A-94BE-3084F0156353}">
      <dgm:prSet phldrT="[Text]" custT="1"/>
      <dgm:spPr/>
      <dgm:t>
        <a:bodyPr/>
        <a:lstStyle/>
        <a:p>
          <a:pPr algn="just"/>
          <a:r>
            <a:rPr lang="en-US" sz="3200" b="0" i="0" dirty="0"/>
            <a:t>Isolation amplifiers allow </a:t>
          </a:r>
          <a:r>
            <a:rPr lang="en-US" sz="3200" b="0" i="0" u="sng" dirty="0"/>
            <a:t>measurement of small signals in the presence of a high common mode voltage </a:t>
          </a:r>
          <a:r>
            <a:rPr lang="en-US" sz="3200" b="0" i="0" dirty="0"/>
            <a:t>by providing electrical isolation and an electrical safety barrier. </a:t>
          </a:r>
          <a:endParaRPr lang="en-IN" sz="3200" dirty="0"/>
        </a:p>
      </dgm:t>
    </dgm:pt>
    <dgm:pt modelId="{18BD164F-DFD6-4493-8EB0-E22CA7DC2856}" type="parTrans" cxnId="{06D11E4B-338E-427B-858B-1147B5A39793}">
      <dgm:prSet/>
      <dgm:spPr/>
      <dgm:t>
        <a:bodyPr/>
        <a:lstStyle/>
        <a:p>
          <a:endParaRPr lang="en-IN"/>
        </a:p>
      </dgm:t>
    </dgm:pt>
    <dgm:pt modelId="{03A44B86-F17D-4D09-943E-F2FD4F8D50C8}" type="sibTrans" cxnId="{06D11E4B-338E-427B-858B-1147B5A39793}">
      <dgm:prSet/>
      <dgm:spPr/>
      <dgm:t>
        <a:bodyPr/>
        <a:lstStyle/>
        <a:p>
          <a:endParaRPr lang="en-IN"/>
        </a:p>
      </dgm:t>
    </dgm:pt>
    <dgm:pt modelId="{6FD3AEE3-013F-4031-823E-BF2EA6F9E2A0}">
      <dgm:prSet phldrT="[Text]" custT="1"/>
      <dgm:spPr/>
      <dgm:t>
        <a:bodyPr/>
        <a:lstStyle/>
        <a:p>
          <a:pPr algn="just"/>
          <a:r>
            <a:rPr lang="en-US" sz="3200" b="0" i="0" dirty="0"/>
            <a:t>These amplifiers are also used for </a:t>
          </a:r>
          <a:r>
            <a:rPr lang="en-US" sz="3200" b="1" i="0" dirty="0"/>
            <a:t>amplifying low-level signals in multi-channel applications. </a:t>
          </a:r>
          <a:endParaRPr lang="en-IN" sz="3200" b="1" dirty="0"/>
        </a:p>
      </dgm:t>
    </dgm:pt>
    <dgm:pt modelId="{C7CB4A23-B398-4B3E-90AE-2BB03F292953}" type="parTrans" cxnId="{CA9C0DF0-9A87-4609-814F-B9DDA00BB766}">
      <dgm:prSet/>
      <dgm:spPr/>
      <dgm:t>
        <a:bodyPr/>
        <a:lstStyle/>
        <a:p>
          <a:endParaRPr lang="en-IN"/>
        </a:p>
      </dgm:t>
    </dgm:pt>
    <dgm:pt modelId="{548D64EC-66AE-4F9A-90B5-D9441CF1A3A1}" type="sibTrans" cxnId="{CA9C0DF0-9A87-4609-814F-B9DDA00BB766}">
      <dgm:prSet/>
      <dgm:spPr/>
      <dgm:t>
        <a:bodyPr/>
        <a:lstStyle/>
        <a:p>
          <a:endParaRPr lang="en-IN"/>
        </a:p>
      </dgm:t>
    </dgm:pt>
    <dgm:pt modelId="{2580B5DD-99A4-441F-91AC-F5105B9DD859}">
      <dgm:prSet phldrT="[Text]" custT="1"/>
      <dgm:spPr/>
      <dgm:t>
        <a:bodyPr/>
        <a:lstStyle/>
        <a:p>
          <a:pPr algn="just"/>
          <a:r>
            <a:rPr lang="en-US" sz="3200" b="0" i="0" dirty="0"/>
            <a:t>An </a:t>
          </a:r>
          <a:r>
            <a:rPr lang="en-US" sz="3200" b="1" i="0" dirty="0"/>
            <a:t>isolation amplifier</a:t>
          </a:r>
          <a:r>
            <a:rPr lang="en-US" sz="3200" b="0" i="0" dirty="0"/>
            <a:t> provides isolation of one part of a circuit from another, so that power is not used, drawn, or wasted in a part of the circuit.</a:t>
          </a:r>
          <a:endParaRPr lang="en-IN" sz="3200" dirty="0"/>
        </a:p>
      </dgm:t>
    </dgm:pt>
    <dgm:pt modelId="{93D3F8CE-99BD-47F7-B5AD-D5E516E454D8}" type="parTrans" cxnId="{A8242E70-6AD9-49AF-B794-DB4932036424}">
      <dgm:prSet/>
      <dgm:spPr/>
      <dgm:t>
        <a:bodyPr/>
        <a:lstStyle/>
        <a:p>
          <a:endParaRPr lang="en-IN"/>
        </a:p>
      </dgm:t>
    </dgm:pt>
    <dgm:pt modelId="{AF8B52E4-A3DC-48B5-9680-10B1125D5955}" type="sibTrans" cxnId="{A8242E70-6AD9-49AF-B794-DB4932036424}">
      <dgm:prSet/>
      <dgm:spPr/>
      <dgm:t>
        <a:bodyPr/>
        <a:lstStyle/>
        <a:p>
          <a:endParaRPr lang="en-IN"/>
        </a:p>
      </dgm:t>
    </dgm:pt>
    <dgm:pt modelId="{0A6B8172-22EF-40F4-B50E-090A411BF791}" type="pres">
      <dgm:prSet presAssocID="{A2D261BA-F795-430C-8946-9ADF719ED1B0}" presName="linear" presStyleCnt="0">
        <dgm:presLayoutVars>
          <dgm:animLvl val="lvl"/>
          <dgm:resizeHandles val="exact"/>
        </dgm:presLayoutVars>
      </dgm:prSet>
      <dgm:spPr/>
    </dgm:pt>
    <dgm:pt modelId="{73903C9E-4885-4672-BA09-2B2A556C25C0}" type="pres">
      <dgm:prSet presAssocID="{1BD14195-CD8E-4465-846F-172A753ACAA9}" presName="parentText" presStyleLbl="node1" presStyleIdx="0" presStyleCnt="1" custScaleY="87527">
        <dgm:presLayoutVars>
          <dgm:chMax val="0"/>
          <dgm:bulletEnabled val="1"/>
        </dgm:presLayoutVars>
      </dgm:prSet>
      <dgm:spPr/>
    </dgm:pt>
    <dgm:pt modelId="{2FCCD388-B514-4D03-A656-73F5B95BD5D7}" type="pres">
      <dgm:prSet presAssocID="{1BD14195-CD8E-4465-846F-172A753ACAA9}" presName="childText" presStyleLbl="revTx" presStyleIdx="0" presStyleCnt="1" custScaleY="177164">
        <dgm:presLayoutVars>
          <dgm:bulletEnabled val="1"/>
        </dgm:presLayoutVars>
      </dgm:prSet>
      <dgm:spPr/>
    </dgm:pt>
  </dgm:ptLst>
  <dgm:cxnLst>
    <dgm:cxn modelId="{2428910B-B811-49E3-BE9F-C7B8759CF7D0}" type="presOf" srcId="{A2D261BA-F795-430C-8946-9ADF719ED1B0}" destId="{0A6B8172-22EF-40F4-B50E-090A411BF791}" srcOrd="0" destOrd="0" presId="urn:microsoft.com/office/officeart/2005/8/layout/vList2"/>
    <dgm:cxn modelId="{06D11E4B-338E-427B-858B-1147B5A39793}" srcId="{1BD14195-CD8E-4465-846F-172A753ACAA9}" destId="{982B591F-A777-413A-94BE-3084F0156353}" srcOrd="0" destOrd="0" parTransId="{18BD164F-DFD6-4493-8EB0-E22CA7DC2856}" sibTransId="{03A44B86-F17D-4D09-943E-F2FD4F8D50C8}"/>
    <dgm:cxn modelId="{A8242E70-6AD9-49AF-B794-DB4932036424}" srcId="{1BD14195-CD8E-4465-846F-172A753ACAA9}" destId="{2580B5DD-99A4-441F-91AC-F5105B9DD859}" srcOrd="1" destOrd="0" parTransId="{93D3F8CE-99BD-47F7-B5AD-D5E516E454D8}" sibTransId="{AF8B52E4-A3DC-48B5-9680-10B1125D5955}"/>
    <dgm:cxn modelId="{E5A1DD90-5BED-41D8-822C-95774FCCBC1A}" type="presOf" srcId="{6FD3AEE3-013F-4031-823E-BF2EA6F9E2A0}" destId="{2FCCD388-B514-4D03-A656-73F5B95BD5D7}" srcOrd="0" destOrd="2" presId="urn:microsoft.com/office/officeart/2005/8/layout/vList2"/>
    <dgm:cxn modelId="{D97C6695-5DCB-4D29-BD37-718A3A667F6A}" srcId="{A2D261BA-F795-430C-8946-9ADF719ED1B0}" destId="{1BD14195-CD8E-4465-846F-172A753ACAA9}" srcOrd="0" destOrd="0" parTransId="{4219C1AB-9FAE-4945-8201-749C443C3A3C}" sibTransId="{C361B572-A186-4D12-8017-22BA81083718}"/>
    <dgm:cxn modelId="{126672BE-4ABA-4CFB-80E0-2F2CC13C9CE4}" type="presOf" srcId="{982B591F-A777-413A-94BE-3084F0156353}" destId="{2FCCD388-B514-4D03-A656-73F5B95BD5D7}" srcOrd="0" destOrd="0" presId="urn:microsoft.com/office/officeart/2005/8/layout/vList2"/>
    <dgm:cxn modelId="{C7657BCD-4D1B-4DC4-A24E-BD2A5F2BF955}" type="presOf" srcId="{1BD14195-CD8E-4465-846F-172A753ACAA9}" destId="{73903C9E-4885-4672-BA09-2B2A556C25C0}" srcOrd="0" destOrd="0" presId="urn:microsoft.com/office/officeart/2005/8/layout/vList2"/>
    <dgm:cxn modelId="{97A12AED-350A-4AF7-BDD9-5C80B314E98F}" type="presOf" srcId="{2580B5DD-99A4-441F-91AC-F5105B9DD859}" destId="{2FCCD388-B514-4D03-A656-73F5B95BD5D7}" srcOrd="0" destOrd="1" presId="urn:microsoft.com/office/officeart/2005/8/layout/vList2"/>
    <dgm:cxn modelId="{CA9C0DF0-9A87-4609-814F-B9DDA00BB766}" srcId="{1BD14195-CD8E-4465-846F-172A753ACAA9}" destId="{6FD3AEE3-013F-4031-823E-BF2EA6F9E2A0}" srcOrd="2" destOrd="0" parTransId="{C7CB4A23-B398-4B3E-90AE-2BB03F292953}" sibTransId="{548D64EC-66AE-4F9A-90B5-D9441CF1A3A1}"/>
    <dgm:cxn modelId="{236B988C-7EBA-4CE0-A73A-150F63833383}" type="presParOf" srcId="{0A6B8172-22EF-40F4-B50E-090A411BF791}" destId="{73903C9E-4885-4672-BA09-2B2A556C25C0}" srcOrd="0" destOrd="0" presId="urn:microsoft.com/office/officeart/2005/8/layout/vList2"/>
    <dgm:cxn modelId="{300FDC56-7F45-420C-879F-CD9E080DC7D4}" type="presParOf" srcId="{0A6B8172-22EF-40F4-B50E-090A411BF791}" destId="{2FCCD388-B514-4D03-A656-73F5B95BD5D7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D35D704-BA09-449C-AB27-BAFCA80FA61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978D000-D971-4ED6-B3BC-336A371D554A}">
      <dgm:prSet phldrT="[Text]" custT="1"/>
      <dgm:spPr/>
      <dgm:t>
        <a:bodyPr/>
        <a:lstStyle/>
        <a:p>
          <a:r>
            <a:rPr lang="en-US" sz="3600" b="1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+mj-lt"/>
              <a:ea typeface="+mn-ea"/>
              <a:cs typeface="+mn-cs"/>
            </a:rPr>
            <a:t>Vectorcardiograph</a:t>
          </a:r>
          <a:r>
            <a:rPr lang="en-US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+mj-lt"/>
              <a:ea typeface="+mn-ea"/>
              <a:cs typeface="+mn-cs"/>
            </a:rPr>
            <a:t> and applications</a:t>
          </a:r>
          <a:endParaRPr lang="en-IN" sz="3600" b="1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highlight>
              <a:srgbClr val="FFFF00"/>
            </a:highlight>
            <a:latin typeface="+mj-lt"/>
          </a:endParaRPr>
        </a:p>
      </dgm:t>
    </dgm:pt>
    <dgm:pt modelId="{EDCFAB28-AE6A-43AE-B98C-6E679B81763B}" type="parTrans" cxnId="{ABA90F40-4ACB-4B06-A963-B344E06D770B}">
      <dgm:prSet/>
      <dgm:spPr/>
      <dgm:t>
        <a:bodyPr/>
        <a:lstStyle/>
        <a:p>
          <a:endParaRPr lang="en-IN"/>
        </a:p>
      </dgm:t>
    </dgm:pt>
    <dgm:pt modelId="{5CB87FEB-5E21-4800-A7AD-1C873D9D4684}" type="sibTrans" cxnId="{ABA90F40-4ACB-4B06-A963-B344E06D770B}">
      <dgm:prSet/>
      <dgm:spPr/>
      <dgm:t>
        <a:bodyPr/>
        <a:lstStyle/>
        <a:p>
          <a:endParaRPr lang="en-IN"/>
        </a:p>
      </dgm:t>
    </dgm:pt>
    <dgm:pt modelId="{BBBA19D7-C15B-4D59-A89C-53F7E775D1D4}">
      <dgm:prSet phldrT="[Text]"/>
      <dgm:spPr/>
      <dgm:t>
        <a:bodyPr/>
        <a:lstStyle/>
        <a:p>
          <a:pPr algn="just"/>
          <a:r>
            <a:rPr lang="en-US" b="0" i="0" dirty="0"/>
            <a:t>Vectorcardiography (VCG) is a method of developing two-dimensional (2D) images of electrical activity of heart by obtaining ECG along three axis. </a:t>
          </a:r>
          <a:endParaRPr lang="en-IN" dirty="0"/>
        </a:p>
      </dgm:t>
    </dgm:pt>
    <dgm:pt modelId="{AB6FFE91-504F-4D73-AA2E-2B4A832EAA51}" type="parTrans" cxnId="{419330DE-C39C-4C27-864D-85A5B31EDD06}">
      <dgm:prSet/>
      <dgm:spPr/>
      <dgm:t>
        <a:bodyPr/>
        <a:lstStyle/>
        <a:p>
          <a:endParaRPr lang="en-IN"/>
        </a:p>
      </dgm:t>
    </dgm:pt>
    <dgm:pt modelId="{8D3C05C2-CA31-4CD4-908B-143C948C6C54}" type="sibTrans" cxnId="{419330DE-C39C-4C27-864D-85A5B31EDD06}">
      <dgm:prSet/>
      <dgm:spPr/>
      <dgm:t>
        <a:bodyPr/>
        <a:lstStyle/>
        <a:p>
          <a:endParaRPr lang="en-IN"/>
        </a:p>
      </dgm:t>
    </dgm:pt>
    <dgm:pt modelId="{6E79E8D0-1CD0-48D7-8FBE-4398373B9DFC}">
      <dgm:prSet phldrT="[Text]"/>
      <dgm:spPr/>
      <dgm:t>
        <a:bodyPr/>
        <a:lstStyle/>
        <a:p>
          <a:pPr algn="just"/>
          <a:r>
            <a:rPr lang="en-US" b="1" dirty="0" err="1"/>
            <a:t>Vectorcardiograph</a:t>
          </a:r>
          <a:r>
            <a:rPr lang="en-US" dirty="0"/>
            <a:t> is an instrument that record the magnitude and direction of the electrical forces that are generated by the heart by means of a continuous series of vectors that form curving lines around a central point. </a:t>
          </a:r>
          <a:endParaRPr lang="en-IN" dirty="0"/>
        </a:p>
      </dgm:t>
    </dgm:pt>
    <dgm:pt modelId="{9E21BBD1-93A2-40C7-A45F-5B9097D1FEE3}" type="parTrans" cxnId="{60AD20DA-88E9-4C20-9705-B335E8B40FA7}">
      <dgm:prSet/>
      <dgm:spPr/>
      <dgm:t>
        <a:bodyPr/>
        <a:lstStyle/>
        <a:p>
          <a:endParaRPr lang="en-IN"/>
        </a:p>
      </dgm:t>
    </dgm:pt>
    <dgm:pt modelId="{9141C1F1-B356-42A5-BA1C-8E2DDE597A82}" type="sibTrans" cxnId="{60AD20DA-88E9-4C20-9705-B335E8B40FA7}">
      <dgm:prSet/>
      <dgm:spPr/>
      <dgm:t>
        <a:bodyPr/>
        <a:lstStyle/>
        <a:p>
          <a:endParaRPr lang="en-IN"/>
        </a:p>
      </dgm:t>
    </dgm:pt>
    <dgm:pt modelId="{190F6771-07CC-4E74-9F2A-F7BA35B79BF0}">
      <dgm:prSet phldrT="[Text]"/>
      <dgm:spPr/>
      <dgm:t>
        <a:bodyPr/>
        <a:lstStyle/>
        <a:p>
          <a:pPr algn="just"/>
          <a:r>
            <a:rPr lang="en-US" dirty="0"/>
            <a:t>The method was developed by </a:t>
          </a:r>
          <a:r>
            <a:rPr lang="en-US" b="1" dirty="0"/>
            <a:t>E.  Frank </a:t>
          </a:r>
          <a:r>
            <a:rPr lang="en-US" dirty="0"/>
            <a:t>in the mid 1950s. </a:t>
          </a:r>
          <a:endParaRPr lang="en-IN" dirty="0"/>
        </a:p>
      </dgm:t>
    </dgm:pt>
    <dgm:pt modelId="{419A00B6-EFB4-4EC4-A604-1A30AA1E8E15}" type="parTrans" cxnId="{4CDE80E8-97C1-4666-A95F-72A3524DC717}">
      <dgm:prSet/>
      <dgm:spPr/>
      <dgm:t>
        <a:bodyPr/>
        <a:lstStyle/>
        <a:p>
          <a:endParaRPr lang="en-IN"/>
        </a:p>
      </dgm:t>
    </dgm:pt>
    <dgm:pt modelId="{C40BD880-0D25-43C9-92FE-06CD51399C66}" type="sibTrans" cxnId="{4CDE80E8-97C1-4666-A95F-72A3524DC717}">
      <dgm:prSet/>
      <dgm:spPr/>
      <dgm:t>
        <a:bodyPr/>
        <a:lstStyle/>
        <a:p>
          <a:endParaRPr lang="en-IN"/>
        </a:p>
      </dgm:t>
    </dgm:pt>
    <dgm:pt modelId="{7A37FB55-72DD-4A9D-A2C7-1287D505E185}">
      <dgm:prSet/>
      <dgm:spPr/>
      <dgm:t>
        <a:bodyPr/>
        <a:lstStyle/>
        <a:p>
          <a:pPr algn="just"/>
          <a:r>
            <a:rPr lang="en-US" dirty="0"/>
            <a:t>Since the human body is a three-dimensional structure, the basic idea is to construct 3 orthogonal leads containing all the electric information scanned in three mutually orthogonal axes (vertical, transversal, and sagittal). </a:t>
          </a:r>
        </a:p>
      </dgm:t>
    </dgm:pt>
    <dgm:pt modelId="{EEB89D31-66A3-4919-8EB8-743758E3E8A0}" type="parTrans" cxnId="{D37BE721-ADA9-4ED5-B803-11D8A304E557}">
      <dgm:prSet/>
      <dgm:spPr/>
      <dgm:t>
        <a:bodyPr/>
        <a:lstStyle/>
        <a:p>
          <a:endParaRPr lang="en-IN"/>
        </a:p>
      </dgm:t>
    </dgm:pt>
    <dgm:pt modelId="{2F32C062-2028-4CDC-9DF3-226B2B1F0CB2}" type="sibTrans" cxnId="{D37BE721-ADA9-4ED5-B803-11D8A304E557}">
      <dgm:prSet/>
      <dgm:spPr/>
      <dgm:t>
        <a:bodyPr/>
        <a:lstStyle/>
        <a:p>
          <a:endParaRPr lang="en-IN"/>
        </a:p>
      </dgm:t>
    </dgm:pt>
    <dgm:pt modelId="{8FB2FA33-756A-4AA8-9C83-E473D1A78B3D}">
      <dgm:prSet phldrT="[Text]"/>
      <dgm:spPr/>
      <dgm:t>
        <a:bodyPr/>
        <a:lstStyle/>
        <a:p>
          <a:pPr algn="just"/>
          <a:r>
            <a:rPr lang="en-US" dirty="0"/>
            <a:t>Display is know as vector cardiogram. </a:t>
          </a:r>
          <a:endParaRPr lang="en-IN" dirty="0"/>
        </a:p>
      </dgm:t>
    </dgm:pt>
    <dgm:pt modelId="{CD03E11E-162E-43F6-894A-B757CE29F0E7}" type="parTrans" cxnId="{B4BDFAA9-33B7-4053-AE33-E1D80307A1AC}">
      <dgm:prSet/>
      <dgm:spPr/>
      <dgm:t>
        <a:bodyPr/>
        <a:lstStyle/>
        <a:p>
          <a:endParaRPr lang="en-IN"/>
        </a:p>
      </dgm:t>
    </dgm:pt>
    <dgm:pt modelId="{94FCFBF5-F5F8-4006-AA6C-4EDF68CB156D}" type="sibTrans" cxnId="{B4BDFAA9-33B7-4053-AE33-E1D80307A1AC}">
      <dgm:prSet/>
      <dgm:spPr/>
      <dgm:t>
        <a:bodyPr/>
        <a:lstStyle/>
        <a:p>
          <a:endParaRPr lang="en-IN"/>
        </a:p>
      </dgm:t>
    </dgm:pt>
    <dgm:pt modelId="{0B6EB8F7-ED43-46B7-B89D-E5838416FE6A}" type="pres">
      <dgm:prSet presAssocID="{7D35D704-BA09-449C-AB27-BAFCA80FA618}" presName="Name0" presStyleCnt="0">
        <dgm:presLayoutVars>
          <dgm:dir/>
          <dgm:animLvl val="lvl"/>
          <dgm:resizeHandles val="exact"/>
        </dgm:presLayoutVars>
      </dgm:prSet>
      <dgm:spPr/>
    </dgm:pt>
    <dgm:pt modelId="{B713CE51-7A5C-4A4A-B52B-021DDF0289D2}" type="pres">
      <dgm:prSet presAssocID="{6978D000-D971-4ED6-B3BC-336A371D554A}" presName="composite" presStyleCnt="0"/>
      <dgm:spPr/>
    </dgm:pt>
    <dgm:pt modelId="{D55FB92C-15AB-4826-94F4-2F5DA4532A3D}" type="pres">
      <dgm:prSet presAssocID="{6978D000-D971-4ED6-B3BC-336A371D554A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5321317D-977D-4E9B-AAE9-A7438C035479}" type="pres">
      <dgm:prSet presAssocID="{6978D000-D971-4ED6-B3BC-336A371D554A}" presName="desTx" presStyleLbl="alignAccFollowNode1" presStyleIdx="0" presStyleCnt="1">
        <dgm:presLayoutVars>
          <dgm:bulletEnabled val="1"/>
        </dgm:presLayoutVars>
      </dgm:prSet>
      <dgm:spPr/>
    </dgm:pt>
  </dgm:ptLst>
  <dgm:cxnLst>
    <dgm:cxn modelId="{AA218220-3EA9-4131-8692-1B8B597E425F}" type="presOf" srcId="{BBBA19D7-C15B-4D59-A89C-53F7E775D1D4}" destId="{5321317D-977D-4E9B-AAE9-A7438C035479}" srcOrd="0" destOrd="0" presId="urn:microsoft.com/office/officeart/2005/8/layout/hList1"/>
    <dgm:cxn modelId="{D37BE721-ADA9-4ED5-B803-11D8A304E557}" srcId="{6978D000-D971-4ED6-B3BC-336A371D554A}" destId="{7A37FB55-72DD-4A9D-A2C7-1287D505E185}" srcOrd="3" destOrd="0" parTransId="{EEB89D31-66A3-4919-8EB8-743758E3E8A0}" sibTransId="{2F32C062-2028-4CDC-9DF3-226B2B1F0CB2}"/>
    <dgm:cxn modelId="{36AD1426-C88A-400B-8364-7DFD0CF2C182}" type="presOf" srcId="{6E79E8D0-1CD0-48D7-8FBE-4398373B9DFC}" destId="{5321317D-977D-4E9B-AAE9-A7438C035479}" srcOrd="0" destOrd="4" presId="urn:microsoft.com/office/officeart/2005/8/layout/hList1"/>
    <dgm:cxn modelId="{E1862539-6496-45EC-BA3F-6DBA6D242CC9}" type="presOf" srcId="{8FB2FA33-756A-4AA8-9C83-E473D1A78B3D}" destId="{5321317D-977D-4E9B-AAE9-A7438C035479}" srcOrd="0" destOrd="1" presId="urn:microsoft.com/office/officeart/2005/8/layout/hList1"/>
    <dgm:cxn modelId="{ABA90F40-4ACB-4B06-A963-B344E06D770B}" srcId="{7D35D704-BA09-449C-AB27-BAFCA80FA618}" destId="{6978D000-D971-4ED6-B3BC-336A371D554A}" srcOrd="0" destOrd="0" parTransId="{EDCFAB28-AE6A-43AE-B98C-6E679B81763B}" sibTransId="{5CB87FEB-5E21-4800-A7AD-1C873D9D4684}"/>
    <dgm:cxn modelId="{EB714568-DEFA-409C-A42D-954570805D25}" type="presOf" srcId="{190F6771-07CC-4E74-9F2A-F7BA35B79BF0}" destId="{5321317D-977D-4E9B-AAE9-A7438C035479}" srcOrd="0" destOrd="2" presId="urn:microsoft.com/office/officeart/2005/8/layout/hList1"/>
    <dgm:cxn modelId="{99A6DD52-7ABD-46D0-8EDA-406A71C9BB9B}" type="presOf" srcId="{6978D000-D971-4ED6-B3BC-336A371D554A}" destId="{D55FB92C-15AB-4826-94F4-2F5DA4532A3D}" srcOrd="0" destOrd="0" presId="urn:microsoft.com/office/officeart/2005/8/layout/hList1"/>
    <dgm:cxn modelId="{9AFF6D84-F556-4C2E-A3BF-65E42E614650}" type="presOf" srcId="{7D35D704-BA09-449C-AB27-BAFCA80FA618}" destId="{0B6EB8F7-ED43-46B7-B89D-E5838416FE6A}" srcOrd="0" destOrd="0" presId="urn:microsoft.com/office/officeart/2005/8/layout/hList1"/>
    <dgm:cxn modelId="{B4BDFAA9-33B7-4053-AE33-E1D80307A1AC}" srcId="{6978D000-D971-4ED6-B3BC-336A371D554A}" destId="{8FB2FA33-756A-4AA8-9C83-E473D1A78B3D}" srcOrd="1" destOrd="0" parTransId="{CD03E11E-162E-43F6-894A-B757CE29F0E7}" sibTransId="{94FCFBF5-F5F8-4006-AA6C-4EDF68CB156D}"/>
    <dgm:cxn modelId="{60AD20DA-88E9-4C20-9705-B335E8B40FA7}" srcId="{6978D000-D971-4ED6-B3BC-336A371D554A}" destId="{6E79E8D0-1CD0-48D7-8FBE-4398373B9DFC}" srcOrd="4" destOrd="0" parTransId="{9E21BBD1-93A2-40C7-A45F-5B9097D1FEE3}" sibTransId="{9141C1F1-B356-42A5-BA1C-8E2DDE597A82}"/>
    <dgm:cxn modelId="{419330DE-C39C-4C27-864D-85A5B31EDD06}" srcId="{6978D000-D971-4ED6-B3BC-336A371D554A}" destId="{BBBA19D7-C15B-4D59-A89C-53F7E775D1D4}" srcOrd="0" destOrd="0" parTransId="{AB6FFE91-504F-4D73-AA2E-2B4A832EAA51}" sibTransId="{8D3C05C2-CA31-4CD4-908B-143C948C6C54}"/>
    <dgm:cxn modelId="{4CDE80E8-97C1-4666-A95F-72A3524DC717}" srcId="{6978D000-D971-4ED6-B3BC-336A371D554A}" destId="{190F6771-07CC-4E74-9F2A-F7BA35B79BF0}" srcOrd="2" destOrd="0" parTransId="{419A00B6-EFB4-4EC4-A604-1A30AA1E8E15}" sibTransId="{C40BD880-0D25-43C9-92FE-06CD51399C66}"/>
    <dgm:cxn modelId="{F3FECEF0-5CBF-4455-83BC-47C5529292F1}" type="presOf" srcId="{7A37FB55-72DD-4A9D-A2C7-1287D505E185}" destId="{5321317D-977D-4E9B-AAE9-A7438C035479}" srcOrd="0" destOrd="3" presId="urn:microsoft.com/office/officeart/2005/8/layout/hList1"/>
    <dgm:cxn modelId="{ADA8B129-DC8D-4A64-8D26-98B43A1969D5}" type="presParOf" srcId="{0B6EB8F7-ED43-46B7-B89D-E5838416FE6A}" destId="{B713CE51-7A5C-4A4A-B52B-021DDF0289D2}" srcOrd="0" destOrd="0" presId="urn:microsoft.com/office/officeart/2005/8/layout/hList1"/>
    <dgm:cxn modelId="{167C1D93-6E9C-4084-AE0C-57CA97305277}" type="presParOf" srcId="{B713CE51-7A5C-4A4A-B52B-021DDF0289D2}" destId="{D55FB92C-15AB-4826-94F4-2F5DA4532A3D}" srcOrd="0" destOrd="0" presId="urn:microsoft.com/office/officeart/2005/8/layout/hList1"/>
    <dgm:cxn modelId="{016807B1-468E-444F-9B10-61FBB72DAD11}" type="presParOf" srcId="{B713CE51-7A5C-4A4A-B52B-021DDF0289D2}" destId="{5321317D-977D-4E9B-AAE9-A7438C03547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AD61D01-9560-4CC9-ABE5-FA13082CD4E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DA1CF49-7835-4265-9FCF-6C9011BF739C}">
      <dgm:prSet phldrT="[Text]" custT="1"/>
      <dgm:spPr/>
      <dgm:t>
        <a:bodyPr/>
        <a:lstStyle/>
        <a:p>
          <a:pPr algn="just"/>
          <a:r>
            <a:rPr lang="en-US" sz="2400" dirty="0">
              <a:latin typeface="+mn-lt"/>
            </a:rPr>
            <a:t>Vectorcardiography (VCG) is an investigation method that was previously compared to ECG several times and was evaluated as a useful investigation method. </a:t>
          </a:r>
          <a:endParaRPr lang="en-IN" sz="2400" dirty="0">
            <a:latin typeface="+mn-lt"/>
          </a:endParaRPr>
        </a:p>
      </dgm:t>
    </dgm:pt>
    <dgm:pt modelId="{01B94506-79E7-4F3D-92DF-C91164CDBFEC}" type="parTrans" cxnId="{28BA8454-F5D5-4AA0-9A17-35DA027BAB8D}">
      <dgm:prSet/>
      <dgm:spPr/>
      <dgm:t>
        <a:bodyPr/>
        <a:lstStyle/>
        <a:p>
          <a:pPr algn="just"/>
          <a:endParaRPr lang="en-IN" sz="1800">
            <a:latin typeface="+mn-lt"/>
          </a:endParaRPr>
        </a:p>
      </dgm:t>
    </dgm:pt>
    <dgm:pt modelId="{CCCDD16D-F0D1-4A3C-9C6A-C5271F7E0CD8}" type="sibTrans" cxnId="{28BA8454-F5D5-4AA0-9A17-35DA027BAB8D}">
      <dgm:prSet/>
      <dgm:spPr/>
      <dgm:t>
        <a:bodyPr/>
        <a:lstStyle/>
        <a:p>
          <a:pPr algn="just"/>
          <a:endParaRPr lang="en-IN" sz="1800">
            <a:latin typeface="+mn-lt"/>
          </a:endParaRPr>
        </a:p>
      </dgm:t>
    </dgm:pt>
    <dgm:pt modelId="{7D29C6E9-7855-45DB-81B5-D951558EB3A4}">
      <dgm:prSet phldrT="[Text]" custT="1"/>
      <dgm:spPr/>
      <dgm:t>
        <a:bodyPr/>
        <a:lstStyle/>
        <a:p>
          <a:pPr algn="just"/>
          <a:r>
            <a:rPr lang="en-US" sz="2400" b="0" i="0" dirty="0">
              <a:latin typeface="+mn-lt"/>
            </a:rPr>
            <a:t>VCG provides better sensitivity, for example for the detection of myocardial infarction  and hypertrophy. </a:t>
          </a:r>
        </a:p>
      </dgm:t>
    </dgm:pt>
    <dgm:pt modelId="{B7DA81C1-75F5-4AE9-A3B1-1FE38BA3D28E}" type="parTrans" cxnId="{A99A1D27-DF34-460A-93D8-04E39E791F3E}">
      <dgm:prSet/>
      <dgm:spPr/>
      <dgm:t>
        <a:bodyPr/>
        <a:lstStyle/>
        <a:p>
          <a:pPr algn="just"/>
          <a:endParaRPr lang="en-IN" sz="1800">
            <a:latin typeface="+mn-lt"/>
          </a:endParaRPr>
        </a:p>
      </dgm:t>
    </dgm:pt>
    <dgm:pt modelId="{F0AE8351-872A-4FF9-824D-2357FD56EBCC}" type="sibTrans" cxnId="{A99A1D27-DF34-460A-93D8-04E39E791F3E}">
      <dgm:prSet/>
      <dgm:spPr/>
      <dgm:t>
        <a:bodyPr/>
        <a:lstStyle/>
        <a:p>
          <a:pPr algn="just"/>
          <a:endParaRPr lang="en-IN" sz="1800">
            <a:latin typeface="+mn-lt"/>
          </a:endParaRPr>
        </a:p>
      </dgm:t>
    </dgm:pt>
    <dgm:pt modelId="{5DEDC4B2-F795-447E-A94F-96D7A88DCAF3}">
      <dgm:prSet phldrT="[Text]" custT="1"/>
      <dgm:spPr/>
      <dgm:t>
        <a:bodyPr/>
        <a:lstStyle/>
        <a:p>
          <a:pPr algn="just"/>
          <a:r>
            <a:rPr lang="en-US" sz="2200" dirty="0">
              <a:latin typeface="+mn-lt"/>
            </a:rPr>
            <a:t>A </a:t>
          </a:r>
          <a:r>
            <a:rPr lang="en-US" sz="2200" b="1" dirty="0">
              <a:latin typeface="+mn-lt"/>
            </a:rPr>
            <a:t>Polaroid camera photographs, the oscilloscope screen to provide a permanent record</a:t>
          </a:r>
          <a:r>
            <a:rPr lang="en-US" sz="2200" dirty="0">
              <a:latin typeface="+mn-lt"/>
            </a:rPr>
            <a:t>. </a:t>
          </a:r>
          <a:endParaRPr lang="en-IN" sz="2200" dirty="0">
            <a:latin typeface="+mn-lt"/>
          </a:endParaRPr>
        </a:p>
      </dgm:t>
    </dgm:pt>
    <dgm:pt modelId="{A15FA0C1-BEEA-4D9C-9EDD-E849B389675C}" type="parTrans" cxnId="{BD66DAF9-B167-4C63-B296-5C2E11CFAA13}">
      <dgm:prSet/>
      <dgm:spPr/>
      <dgm:t>
        <a:bodyPr/>
        <a:lstStyle/>
        <a:p>
          <a:pPr algn="just"/>
          <a:endParaRPr lang="en-IN" sz="1800">
            <a:latin typeface="+mn-lt"/>
          </a:endParaRPr>
        </a:p>
      </dgm:t>
    </dgm:pt>
    <dgm:pt modelId="{319A78C4-2676-46E3-8433-7427C32ED687}" type="sibTrans" cxnId="{BD66DAF9-B167-4C63-B296-5C2E11CFAA13}">
      <dgm:prSet/>
      <dgm:spPr/>
      <dgm:t>
        <a:bodyPr/>
        <a:lstStyle/>
        <a:p>
          <a:pPr algn="just"/>
          <a:endParaRPr lang="en-IN" sz="1800">
            <a:latin typeface="+mn-lt"/>
          </a:endParaRPr>
        </a:p>
      </dgm:t>
    </dgm:pt>
    <dgm:pt modelId="{C27B5440-CD87-4D8E-881E-8A91844160FC}">
      <dgm:prSet custT="1"/>
      <dgm:spPr/>
      <dgm:t>
        <a:bodyPr/>
        <a:lstStyle/>
        <a:p>
          <a:pPr algn="just"/>
          <a:r>
            <a:rPr lang="en-US" sz="2200" dirty="0">
              <a:latin typeface="+mn-lt"/>
            </a:rPr>
            <a:t>It is the recording of the moment-to-moment electromotive forces of the heart on a plane of the body surface delineated as a vector function of time. </a:t>
          </a:r>
          <a:endParaRPr lang="en-IN" sz="2200" dirty="0">
            <a:latin typeface="+mn-lt"/>
          </a:endParaRPr>
        </a:p>
      </dgm:t>
    </dgm:pt>
    <dgm:pt modelId="{99A76420-9568-47D7-A9DD-1D26EDE7F141}" type="parTrans" cxnId="{6E85FBEC-41D4-4B75-871B-96EEDE5FBA4D}">
      <dgm:prSet/>
      <dgm:spPr/>
      <dgm:t>
        <a:bodyPr/>
        <a:lstStyle/>
        <a:p>
          <a:endParaRPr lang="en-IN" sz="1800">
            <a:latin typeface="+mn-lt"/>
          </a:endParaRPr>
        </a:p>
      </dgm:t>
    </dgm:pt>
    <dgm:pt modelId="{E8A003B7-7222-49E3-BC7C-3FE12689B3AF}" type="sibTrans" cxnId="{6E85FBEC-41D4-4B75-871B-96EEDE5FBA4D}">
      <dgm:prSet/>
      <dgm:spPr/>
      <dgm:t>
        <a:bodyPr/>
        <a:lstStyle/>
        <a:p>
          <a:endParaRPr lang="en-IN" sz="1800">
            <a:latin typeface="+mn-lt"/>
          </a:endParaRPr>
        </a:p>
      </dgm:t>
    </dgm:pt>
    <dgm:pt modelId="{CB2320D9-D924-4E1E-961E-F75D5603677D}">
      <dgm:prSet phldrT="[Text]" custT="1"/>
      <dgm:spPr/>
      <dgm:t>
        <a:bodyPr/>
        <a:lstStyle/>
        <a:p>
          <a:pPr algn="just"/>
          <a:r>
            <a:rPr lang="en-US" sz="2200" dirty="0">
              <a:latin typeface="+mn-lt"/>
            </a:rPr>
            <a:t>With the modern computer facilities, the vectorcardiography may be clinically used in an extensive manner, even though it is not widely used clinically now. </a:t>
          </a:r>
          <a:endParaRPr lang="en-IN" sz="2200" dirty="0">
            <a:latin typeface="+mn-lt"/>
          </a:endParaRPr>
        </a:p>
      </dgm:t>
    </dgm:pt>
    <dgm:pt modelId="{68746DB7-9BCB-49FD-84E6-F06D431D8124}" type="parTrans" cxnId="{647881C7-34B4-4EEE-A6B1-4C892EDCBAA2}">
      <dgm:prSet/>
      <dgm:spPr/>
      <dgm:t>
        <a:bodyPr/>
        <a:lstStyle/>
        <a:p>
          <a:endParaRPr lang="en-IN"/>
        </a:p>
      </dgm:t>
    </dgm:pt>
    <dgm:pt modelId="{D380068A-9544-4048-B159-5481BB0C9095}" type="sibTrans" cxnId="{647881C7-34B4-4EEE-A6B1-4C892EDCBAA2}">
      <dgm:prSet/>
      <dgm:spPr/>
      <dgm:t>
        <a:bodyPr/>
        <a:lstStyle/>
        <a:p>
          <a:endParaRPr lang="en-IN"/>
        </a:p>
      </dgm:t>
    </dgm:pt>
    <dgm:pt modelId="{A5DAE6FB-6CF0-467D-936A-FC61AC36490A}">
      <dgm:prSet custT="1"/>
      <dgm:spPr/>
      <dgm:t>
        <a:bodyPr/>
        <a:lstStyle/>
        <a:p>
          <a:pPr algn="just"/>
          <a:r>
            <a:rPr lang="en-US" sz="2200" dirty="0">
              <a:latin typeface="+mn-lt"/>
            </a:rPr>
            <a:t>It achieved a higher sensitivity for the detection of hypertrophy as well as </a:t>
          </a:r>
          <a:r>
            <a:rPr lang="en-US" sz="2200" dirty="0" err="1">
              <a:latin typeface="+mn-lt"/>
            </a:rPr>
            <a:t>ischaemic</a:t>
          </a:r>
          <a:r>
            <a:rPr lang="en-US" sz="2200" dirty="0">
              <a:latin typeface="+mn-lt"/>
            </a:rPr>
            <a:t> heart disease.</a:t>
          </a:r>
          <a:endParaRPr lang="en-IN" sz="2200" dirty="0">
            <a:latin typeface="+mn-lt"/>
          </a:endParaRPr>
        </a:p>
      </dgm:t>
    </dgm:pt>
    <dgm:pt modelId="{DE950812-F4D2-442E-BF65-8700117770E8}" type="parTrans" cxnId="{ADED101E-98A9-4240-8749-C9D6A12A1752}">
      <dgm:prSet/>
      <dgm:spPr/>
      <dgm:t>
        <a:bodyPr/>
        <a:lstStyle/>
        <a:p>
          <a:endParaRPr lang="en-IN"/>
        </a:p>
      </dgm:t>
    </dgm:pt>
    <dgm:pt modelId="{34E3CABD-6214-43D3-86A8-435E5DA75386}" type="sibTrans" cxnId="{ADED101E-98A9-4240-8749-C9D6A12A1752}">
      <dgm:prSet/>
      <dgm:spPr/>
      <dgm:t>
        <a:bodyPr/>
        <a:lstStyle/>
        <a:p>
          <a:endParaRPr lang="en-IN"/>
        </a:p>
      </dgm:t>
    </dgm:pt>
    <dgm:pt modelId="{1A59B11A-E923-40EF-A403-C96810C0BD0E}">
      <dgm:prSet phldrT="[Text]" custT="1"/>
      <dgm:spPr/>
      <dgm:t>
        <a:bodyPr/>
        <a:lstStyle/>
        <a:p>
          <a:pPr algn="just"/>
          <a:r>
            <a:rPr lang="en-US" sz="2200" dirty="0"/>
            <a:t>The vector cardiogram appears as loops in each plane. </a:t>
          </a:r>
          <a:endParaRPr lang="en-IN" sz="2200" dirty="0">
            <a:latin typeface="+mn-lt"/>
          </a:endParaRPr>
        </a:p>
      </dgm:t>
    </dgm:pt>
    <dgm:pt modelId="{778E0720-C784-42BA-9707-90E15CCF3889}" type="parTrans" cxnId="{6603FD38-DFE9-4CB8-9F5B-07E5BD8812E1}">
      <dgm:prSet/>
      <dgm:spPr/>
      <dgm:t>
        <a:bodyPr/>
        <a:lstStyle/>
        <a:p>
          <a:endParaRPr lang="en-IN"/>
        </a:p>
      </dgm:t>
    </dgm:pt>
    <dgm:pt modelId="{0ABD1A6B-E413-41BB-A845-A4B9CD08BDA5}" type="sibTrans" cxnId="{6603FD38-DFE9-4CB8-9F5B-07E5BD8812E1}">
      <dgm:prSet/>
      <dgm:spPr/>
      <dgm:t>
        <a:bodyPr/>
        <a:lstStyle/>
        <a:p>
          <a:endParaRPr lang="en-IN"/>
        </a:p>
      </dgm:t>
    </dgm:pt>
    <dgm:pt modelId="{A2ADE248-F226-4254-A915-8E1A61A8C293}">
      <dgm:prSet phldrT="[Text]" custT="1"/>
      <dgm:spPr/>
      <dgm:t>
        <a:bodyPr/>
        <a:lstStyle/>
        <a:p>
          <a:pPr algn="just"/>
          <a:r>
            <a:rPr lang="en-US" sz="2200" dirty="0"/>
            <a:t>There are three loops corresponding to P, QRS and T waves. Among this the QRS complex loop is dominating one. </a:t>
          </a:r>
          <a:endParaRPr lang="en-IN" sz="2200" dirty="0">
            <a:latin typeface="+mn-lt"/>
          </a:endParaRPr>
        </a:p>
      </dgm:t>
    </dgm:pt>
    <dgm:pt modelId="{B2E4A864-1C8A-46A5-858A-AF93E7BE7D50}" type="parTrans" cxnId="{25A487DB-7580-41BB-BBE2-7D2120755D64}">
      <dgm:prSet/>
      <dgm:spPr/>
      <dgm:t>
        <a:bodyPr/>
        <a:lstStyle/>
        <a:p>
          <a:endParaRPr lang="en-IN"/>
        </a:p>
      </dgm:t>
    </dgm:pt>
    <dgm:pt modelId="{58111D55-BEA6-4B14-B998-A4482ABF4385}" type="sibTrans" cxnId="{25A487DB-7580-41BB-BBE2-7D2120755D64}">
      <dgm:prSet/>
      <dgm:spPr/>
      <dgm:t>
        <a:bodyPr/>
        <a:lstStyle/>
        <a:p>
          <a:endParaRPr lang="en-IN"/>
        </a:p>
      </dgm:t>
    </dgm:pt>
    <dgm:pt modelId="{AC7344E7-8A44-4F1A-B361-85905FF9855D}">
      <dgm:prSet phldrT="[Text]" custT="1"/>
      <dgm:spPr/>
      <dgm:t>
        <a:bodyPr/>
        <a:lstStyle/>
        <a:p>
          <a:pPr algn="just"/>
          <a:r>
            <a:rPr lang="en-US" sz="2200" b="0" i="0" dirty="0">
              <a:latin typeface="+mn-lt"/>
            </a:rPr>
            <a:t>However, in clinical practice, measurement of VCG is not usually used because it requires additional electrodes placed on the patient’s body.</a:t>
          </a:r>
          <a:endParaRPr lang="en-IN" sz="2200" dirty="0">
            <a:latin typeface="+mn-lt"/>
          </a:endParaRPr>
        </a:p>
      </dgm:t>
    </dgm:pt>
    <dgm:pt modelId="{2D873BCE-9188-4262-B50A-9BA440FBCC73}" type="parTrans" cxnId="{29C19624-1642-4281-ADB0-AFC480FC88EF}">
      <dgm:prSet/>
      <dgm:spPr/>
      <dgm:t>
        <a:bodyPr/>
        <a:lstStyle/>
        <a:p>
          <a:endParaRPr lang="en-IN"/>
        </a:p>
      </dgm:t>
    </dgm:pt>
    <dgm:pt modelId="{C2848B1C-384E-43E4-826C-832BD9A645A6}" type="sibTrans" cxnId="{29C19624-1642-4281-ADB0-AFC480FC88EF}">
      <dgm:prSet/>
      <dgm:spPr/>
      <dgm:t>
        <a:bodyPr/>
        <a:lstStyle/>
        <a:p>
          <a:endParaRPr lang="en-IN"/>
        </a:p>
      </dgm:t>
    </dgm:pt>
    <dgm:pt modelId="{3A2A7837-11C3-4BDE-ABC0-4CA512CC6716}" type="pres">
      <dgm:prSet presAssocID="{6AD61D01-9560-4CC9-ABE5-FA13082CD4EA}" presName="linear" presStyleCnt="0">
        <dgm:presLayoutVars>
          <dgm:animLvl val="lvl"/>
          <dgm:resizeHandles val="exact"/>
        </dgm:presLayoutVars>
      </dgm:prSet>
      <dgm:spPr/>
    </dgm:pt>
    <dgm:pt modelId="{2BE02749-AA0A-4F2C-A604-2B5965A1646D}" type="pres">
      <dgm:prSet presAssocID="{EDA1CF49-7835-4265-9FCF-6C9011BF739C}" presName="parentText" presStyleLbl="node1" presStyleIdx="0" presStyleCnt="2" custScaleY="70290" custLinFactNeighborY="-13714">
        <dgm:presLayoutVars>
          <dgm:chMax val="0"/>
          <dgm:bulletEnabled val="1"/>
        </dgm:presLayoutVars>
      </dgm:prSet>
      <dgm:spPr/>
    </dgm:pt>
    <dgm:pt modelId="{CED7BCFC-FFC4-4F70-9136-72B40FE3F3F6}" type="pres">
      <dgm:prSet presAssocID="{EDA1CF49-7835-4265-9FCF-6C9011BF739C}" presName="childText" presStyleLbl="revTx" presStyleIdx="0" presStyleCnt="2" custScaleY="91802" custLinFactNeighborY="-6084">
        <dgm:presLayoutVars>
          <dgm:bulletEnabled val="1"/>
        </dgm:presLayoutVars>
      </dgm:prSet>
      <dgm:spPr/>
    </dgm:pt>
    <dgm:pt modelId="{D4D5AD1F-575E-4FFE-823E-599C471D45D8}" type="pres">
      <dgm:prSet presAssocID="{7D29C6E9-7855-45DB-81B5-D951558EB3A4}" presName="parentText" presStyleLbl="node1" presStyleIdx="1" presStyleCnt="2" custScaleY="81209">
        <dgm:presLayoutVars>
          <dgm:chMax val="0"/>
          <dgm:bulletEnabled val="1"/>
        </dgm:presLayoutVars>
      </dgm:prSet>
      <dgm:spPr/>
    </dgm:pt>
    <dgm:pt modelId="{0FB5278F-2678-4E2F-A5D6-BE68C9B80D07}" type="pres">
      <dgm:prSet presAssocID="{7D29C6E9-7855-45DB-81B5-D951558EB3A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2E1ACD0D-D30F-49BC-A20F-F7B18728B91B}" type="presOf" srcId="{A2ADE248-F226-4254-A915-8E1A61A8C293}" destId="{CED7BCFC-FFC4-4F70-9136-72B40FE3F3F6}" srcOrd="0" destOrd="1" presId="urn:microsoft.com/office/officeart/2005/8/layout/vList2"/>
    <dgm:cxn modelId="{ADED101E-98A9-4240-8749-C9D6A12A1752}" srcId="{7D29C6E9-7855-45DB-81B5-D951558EB3A4}" destId="{A5DAE6FB-6CF0-467D-936A-FC61AC36490A}" srcOrd="4" destOrd="0" parTransId="{DE950812-F4D2-442E-BF65-8700117770E8}" sibTransId="{34E3CABD-6214-43D3-86A8-435E5DA75386}"/>
    <dgm:cxn modelId="{29C19624-1642-4281-ADB0-AFC480FC88EF}" srcId="{7D29C6E9-7855-45DB-81B5-D951558EB3A4}" destId="{AC7344E7-8A44-4F1A-B361-85905FF9855D}" srcOrd="1" destOrd="0" parTransId="{2D873BCE-9188-4262-B50A-9BA440FBCC73}" sibTransId="{C2848B1C-384E-43E4-826C-832BD9A645A6}"/>
    <dgm:cxn modelId="{A99A1D27-DF34-460A-93D8-04E39E791F3E}" srcId="{6AD61D01-9560-4CC9-ABE5-FA13082CD4EA}" destId="{7D29C6E9-7855-45DB-81B5-D951558EB3A4}" srcOrd="1" destOrd="0" parTransId="{B7DA81C1-75F5-4AE9-A3B1-1FE38BA3D28E}" sibTransId="{F0AE8351-872A-4FF9-824D-2357FD56EBCC}"/>
    <dgm:cxn modelId="{B193F534-7B1B-4AE7-80BB-3C2690009E6B}" type="presOf" srcId="{CB2320D9-D924-4E1E-961E-F75D5603677D}" destId="{0FB5278F-2678-4E2F-A5D6-BE68C9B80D07}" srcOrd="0" destOrd="2" presId="urn:microsoft.com/office/officeart/2005/8/layout/vList2"/>
    <dgm:cxn modelId="{6603FD38-DFE9-4CB8-9F5B-07E5BD8812E1}" srcId="{EDA1CF49-7835-4265-9FCF-6C9011BF739C}" destId="{1A59B11A-E923-40EF-A403-C96810C0BD0E}" srcOrd="0" destOrd="0" parTransId="{778E0720-C784-42BA-9707-90E15CCF3889}" sibTransId="{0ABD1A6B-E413-41BB-A845-A4B9CD08BDA5}"/>
    <dgm:cxn modelId="{24735D6E-5682-4188-AA9B-7853ABD72B9D}" type="presOf" srcId="{C27B5440-CD87-4D8E-881E-8A91844160FC}" destId="{0FB5278F-2678-4E2F-A5D6-BE68C9B80D07}" srcOrd="0" destOrd="3" presId="urn:microsoft.com/office/officeart/2005/8/layout/vList2"/>
    <dgm:cxn modelId="{28BA8454-F5D5-4AA0-9A17-35DA027BAB8D}" srcId="{6AD61D01-9560-4CC9-ABE5-FA13082CD4EA}" destId="{EDA1CF49-7835-4265-9FCF-6C9011BF739C}" srcOrd="0" destOrd="0" parTransId="{01B94506-79E7-4F3D-92DF-C91164CDBFEC}" sibTransId="{CCCDD16D-F0D1-4A3C-9C6A-C5271F7E0CD8}"/>
    <dgm:cxn modelId="{FE9CE483-8D45-427C-84EB-67C28F574265}" type="presOf" srcId="{1A59B11A-E923-40EF-A403-C96810C0BD0E}" destId="{CED7BCFC-FFC4-4F70-9136-72B40FE3F3F6}" srcOrd="0" destOrd="0" presId="urn:microsoft.com/office/officeart/2005/8/layout/vList2"/>
    <dgm:cxn modelId="{457B0089-9D7F-4DF5-840A-81B3F1A83BB5}" type="presOf" srcId="{A5DAE6FB-6CF0-467D-936A-FC61AC36490A}" destId="{0FB5278F-2678-4E2F-A5D6-BE68C9B80D07}" srcOrd="0" destOrd="4" presId="urn:microsoft.com/office/officeart/2005/8/layout/vList2"/>
    <dgm:cxn modelId="{4D2539A0-CC28-455B-AECC-6CA47B8BF5E2}" type="presOf" srcId="{EDA1CF49-7835-4265-9FCF-6C9011BF739C}" destId="{2BE02749-AA0A-4F2C-A604-2B5965A1646D}" srcOrd="0" destOrd="0" presId="urn:microsoft.com/office/officeart/2005/8/layout/vList2"/>
    <dgm:cxn modelId="{DD0CABAC-94BB-4A47-93C2-379946876657}" type="presOf" srcId="{7D29C6E9-7855-45DB-81B5-D951558EB3A4}" destId="{D4D5AD1F-575E-4FFE-823E-599C471D45D8}" srcOrd="0" destOrd="0" presId="urn:microsoft.com/office/officeart/2005/8/layout/vList2"/>
    <dgm:cxn modelId="{8F0531BB-E1A2-481B-8C5E-786246AAAE86}" type="presOf" srcId="{6AD61D01-9560-4CC9-ABE5-FA13082CD4EA}" destId="{3A2A7837-11C3-4BDE-ABC0-4CA512CC6716}" srcOrd="0" destOrd="0" presId="urn:microsoft.com/office/officeart/2005/8/layout/vList2"/>
    <dgm:cxn modelId="{647881C7-34B4-4EEE-A6B1-4C892EDCBAA2}" srcId="{7D29C6E9-7855-45DB-81B5-D951558EB3A4}" destId="{CB2320D9-D924-4E1E-961E-F75D5603677D}" srcOrd="2" destOrd="0" parTransId="{68746DB7-9BCB-49FD-84E6-F06D431D8124}" sibTransId="{D380068A-9544-4048-B159-5481BB0C9095}"/>
    <dgm:cxn modelId="{C0E439CC-DABB-4DA4-9BAD-2338E335AC33}" type="presOf" srcId="{AC7344E7-8A44-4F1A-B361-85905FF9855D}" destId="{0FB5278F-2678-4E2F-A5D6-BE68C9B80D07}" srcOrd="0" destOrd="1" presId="urn:microsoft.com/office/officeart/2005/8/layout/vList2"/>
    <dgm:cxn modelId="{25A487DB-7580-41BB-BBE2-7D2120755D64}" srcId="{EDA1CF49-7835-4265-9FCF-6C9011BF739C}" destId="{A2ADE248-F226-4254-A915-8E1A61A8C293}" srcOrd="1" destOrd="0" parTransId="{B2E4A864-1C8A-46A5-858A-AF93E7BE7D50}" sibTransId="{58111D55-BEA6-4B14-B998-A4482ABF4385}"/>
    <dgm:cxn modelId="{6E85FBEC-41D4-4B75-871B-96EEDE5FBA4D}" srcId="{7D29C6E9-7855-45DB-81B5-D951558EB3A4}" destId="{C27B5440-CD87-4D8E-881E-8A91844160FC}" srcOrd="3" destOrd="0" parTransId="{99A76420-9568-47D7-A9DD-1D26EDE7F141}" sibTransId="{E8A003B7-7222-49E3-BC7C-3FE12689B3AF}"/>
    <dgm:cxn modelId="{BFCF37F2-3DB0-4DF8-BDCF-FEE7E2DC9CB4}" type="presOf" srcId="{5DEDC4B2-F795-447E-A94F-96D7A88DCAF3}" destId="{0FB5278F-2678-4E2F-A5D6-BE68C9B80D07}" srcOrd="0" destOrd="0" presId="urn:microsoft.com/office/officeart/2005/8/layout/vList2"/>
    <dgm:cxn modelId="{BD66DAF9-B167-4C63-B296-5C2E11CFAA13}" srcId="{7D29C6E9-7855-45DB-81B5-D951558EB3A4}" destId="{5DEDC4B2-F795-447E-A94F-96D7A88DCAF3}" srcOrd="0" destOrd="0" parTransId="{A15FA0C1-BEEA-4D9C-9EDD-E849B389675C}" sibTransId="{319A78C4-2676-46E3-8433-7427C32ED687}"/>
    <dgm:cxn modelId="{BABB991D-8CC5-4F38-A395-44F5CE048556}" type="presParOf" srcId="{3A2A7837-11C3-4BDE-ABC0-4CA512CC6716}" destId="{2BE02749-AA0A-4F2C-A604-2B5965A1646D}" srcOrd="0" destOrd="0" presId="urn:microsoft.com/office/officeart/2005/8/layout/vList2"/>
    <dgm:cxn modelId="{3C5FD6B9-B2EB-4827-87DC-3CC3E1383C9A}" type="presParOf" srcId="{3A2A7837-11C3-4BDE-ABC0-4CA512CC6716}" destId="{CED7BCFC-FFC4-4F70-9136-72B40FE3F3F6}" srcOrd="1" destOrd="0" presId="urn:microsoft.com/office/officeart/2005/8/layout/vList2"/>
    <dgm:cxn modelId="{72028856-3E26-43A1-9579-34D6FE7BF918}" type="presParOf" srcId="{3A2A7837-11C3-4BDE-ABC0-4CA512CC6716}" destId="{D4D5AD1F-575E-4FFE-823E-599C471D45D8}" srcOrd="2" destOrd="0" presId="urn:microsoft.com/office/officeart/2005/8/layout/vList2"/>
    <dgm:cxn modelId="{AF2C949C-26B1-44F9-A05A-B06B61BB8B9C}" type="presParOf" srcId="{3A2A7837-11C3-4BDE-ABC0-4CA512CC6716}" destId="{0FB5278F-2678-4E2F-A5D6-BE68C9B80D0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CCFA02C-1839-40E2-A015-70CE166B743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33ED010-6C3A-4162-990F-438A54620FC9}">
      <dgm:prSet phldrT="[Text]" custT="1"/>
      <dgm:spPr/>
      <dgm:t>
        <a:bodyPr/>
        <a:lstStyle/>
        <a:p>
          <a:pPr algn="ctr"/>
          <a:r>
            <a:rPr lang="en-IN" sz="36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+mj-lt"/>
            </a:rPr>
            <a:t>Pulse Oximeter</a:t>
          </a:r>
        </a:p>
      </dgm:t>
    </dgm:pt>
    <dgm:pt modelId="{5EDDC7AA-1790-4FF7-AFAC-4A2021FD7670}" type="parTrans" cxnId="{3FF8CE67-BADE-4CF5-AE1B-019C8476D28F}">
      <dgm:prSet/>
      <dgm:spPr/>
      <dgm:t>
        <a:bodyPr/>
        <a:lstStyle/>
        <a:p>
          <a:pPr algn="just"/>
          <a:endParaRPr lang="en-IN"/>
        </a:p>
      </dgm:t>
    </dgm:pt>
    <dgm:pt modelId="{FEAFF21B-7330-4DE4-BC55-2A3F487783CD}" type="sibTrans" cxnId="{3FF8CE67-BADE-4CF5-AE1B-019C8476D28F}">
      <dgm:prSet/>
      <dgm:spPr/>
      <dgm:t>
        <a:bodyPr/>
        <a:lstStyle/>
        <a:p>
          <a:pPr algn="just"/>
          <a:endParaRPr lang="en-IN"/>
        </a:p>
      </dgm:t>
    </dgm:pt>
    <dgm:pt modelId="{CD7B0207-F72D-48C5-8783-E87CFAD7522A}">
      <dgm:prSet phldrT="[Text]"/>
      <dgm:spPr/>
      <dgm:t>
        <a:bodyPr/>
        <a:lstStyle/>
        <a:p>
          <a:pPr algn="just"/>
          <a:r>
            <a:rPr lang="en-US" b="0" i="0" dirty="0"/>
            <a:t>Pulse oximetry is a test that </a:t>
          </a:r>
          <a:r>
            <a:rPr lang="en-US" b="0" i="0" u="sng" dirty="0"/>
            <a:t>measures the oxygen saturation level of your blood.</a:t>
          </a:r>
          <a:endParaRPr lang="en-IN" u="sng" dirty="0"/>
        </a:p>
      </dgm:t>
    </dgm:pt>
    <dgm:pt modelId="{D53AE83D-18EF-4B98-A552-3499C7EB3B8E}" type="parTrans" cxnId="{4F3EE376-6B34-42A8-A566-9B9E32DDF5C6}">
      <dgm:prSet/>
      <dgm:spPr/>
      <dgm:t>
        <a:bodyPr/>
        <a:lstStyle/>
        <a:p>
          <a:pPr algn="just"/>
          <a:endParaRPr lang="en-IN"/>
        </a:p>
      </dgm:t>
    </dgm:pt>
    <dgm:pt modelId="{37D9FB1B-A053-49FC-B145-D28B50E02BDA}" type="sibTrans" cxnId="{4F3EE376-6B34-42A8-A566-9B9E32DDF5C6}">
      <dgm:prSet/>
      <dgm:spPr/>
      <dgm:t>
        <a:bodyPr/>
        <a:lstStyle/>
        <a:p>
          <a:pPr algn="just"/>
          <a:endParaRPr lang="en-IN"/>
        </a:p>
      </dgm:t>
    </dgm:pt>
    <dgm:pt modelId="{B25E7780-E981-4201-8228-1A51308B498E}">
      <dgm:prSet phldrT="[Text]"/>
      <dgm:spPr/>
      <dgm:t>
        <a:bodyPr/>
        <a:lstStyle/>
        <a:p>
          <a:pPr algn="just"/>
          <a:r>
            <a:rPr lang="en-US" b="1" dirty="0"/>
            <a:t>It uses </a:t>
          </a:r>
          <a:r>
            <a:rPr lang="en-US" b="1" u="sng" dirty="0"/>
            <a:t>light beams to estimate the oxygen saturation </a:t>
          </a:r>
          <a:r>
            <a:rPr lang="en-US" u="sng" dirty="0"/>
            <a:t>of the blood and the pulse rate. </a:t>
          </a:r>
          <a:endParaRPr lang="en-IN" u="sng" dirty="0"/>
        </a:p>
      </dgm:t>
    </dgm:pt>
    <dgm:pt modelId="{2BC2BE9A-BCCE-47F6-8DFB-0FAB242F6886}" type="parTrans" cxnId="{733EA4A0-95C2-4904-9881-C9F1F0507FB0}">
      <dgm:prSet/>
      <dgm:spPr/>
      <dgm:t>
        <a:bodyPr/>
        <a:lstStyle/>
        <a:p>
          <a:pPr algn="just"/>
          <a:endParaRPr lang="en-IN"/>
        </a:p>
      </dgm:t>
    </dgm:pt>
    <dgm:pt modelId="{5D46CF5C-CE6A-4716-AA80-8E717BA64296}" type="sibTrans" cxnId="{733EA4A0-95C2-4904-9881-C9F1F0507FB0}">
      <dgm:prSet/>
      <dgm:spPr/>
      <dgm:t>
        <a:bodyPr/>
        <a:lstStyle/>
        <a:p>
          <a:pPr algn="just"/>
          <a:endParaRPr lang="en-IN"/>
        </a:p>
      </dgm:t>
    </dgm:pt>
    <dgm:pt modelId="{B61AF12E-4451-4028-BC38-0CC5F6754228}">
      <dgm:prSet phldrT="[Text]"/>
      <dgm:spPr/>
      <dgm:t>
        <a:bodyPr/>
        <a:lstStyle/>
        <a:p>
          <a:pPr algn="just"/>
          <a:r>
            <a:rPr lang="en-US" b="0" i="0" dirty="0"/>
            <a:t>It can rapidly </a:t>
          </a:r>
          <a:r>
            <a:rPr lang="en-US" b="1" i="0" u="sng" dirty="0"/>
            <a:t>detec</a:t>
          </a:r>
          <a:r>
            <a:rPr lang="en-US" b="0" i="0" u="sng" dirty="0"/>
            <a:t>t even small </a:t>
          </a:r>
          <a:r>
            <a:rPr lang="en-US" b="1" i="0" u="sng" dirty="0"/>
            <a:t>changes in oxygen levels</a:t>
          </a:r>
          <a:r>
            <a:rPr lang="en-US" b="0" i="0" dirty="0"/>
            <a:t>. </a:t>
          </a:r>
          <a:endParaRPr lang="en-IN" dirty="0"/>
        </a:p>
      </dgm:t>
    </dgm:pt>
    <dgm:pt modelId="{EFA56CBE-A8D2-4A5F-A535-C5AEA0D5FAB8}" type="parTrans" cxnId="{7F2115C4-709F-4525-B9F9-28E37E0B43E9}">
      <dgm:prSet/>
      <dgm:spPr/>
      <dgm:t>
        <a:bodyPr/>
        <a:lstStyle/>
        <a:p>
          <a:pPr algn="just"/>
          <a:endParaRPr lang="en-IN"/>
        </a:p>
      </dgm:t>
    </dgm:pt>
    <dgm:pt modelId="{8D06DEC4-9F67-43D3-B418-569FEBF2509C}" type="sibTrans" cxnId="{7F2115C4-709F-4525-B9F9-28E37E0B43E9}">
      <dgm:prSet/>
      <dgm:spPr/>
      <dgm:t>
        <a:bodyPr/>
        <a:lstStyle/>
        <a:p>
          <a:pPr algn="just"/>
          <a:endParaRPr lang="en-IN"/>
        </a:p>
      </dgm:t>
    </dgm:pt>
    <dgm:pt modelId="{1A14ECC0-83E0-4FC1-9776-A5EC1AC6069A}">
      <dgm:prSet phldrT="[Text]"/>
      <dgm:spPr/>
      <dgm:t>
        <a:bodyPr/>
        <a:lstStyle/>
        <a:p>
          <a:pPr algn="just"/>
          <a:r>
            <a:rPr lang="en-US" b="0" i="0" dirty="0"/>
            <a:t>The pulse oximeter is a </a:t>
          </a:r>
          <a:r>
            <a:rPr lang="en-US" b="0" i="0" u="sng" dirty="0"/>
            <a:t>small, clip-like device </a:t>
          </a:r>
          <a:r>
            <a:rPr lang="en-US" u="sng" dirty="0"/>
            <a:t>that is usually placed on a fingertip. </a:t>
          </a:r>
          <a:endParaRPr lang="en-IN" u="sng" dirty="0"/>
        </a:p>
      </dgm:t>
    </dgm:pt>
    <dgm:pt modelId="{076279F4-269E-4E55-9796-EBEDE5DFE1A6}" type="parTrans" cxnId="{0665CCC3-EB0D-474F-9CCF-DA05F123D172}">
      <dgm:prSet/>
      <dgm:spPr/>
      <dgm:t>
        <a:bodyPr/>
        <a:lstStyle/>
        <a:p>
          <a:pPr algn="just"/>
          <a:endParaRPr lang="en-IN"/>
        </a:p>
      </dgm:t>
    </dgm:pt>
    <dgm:pt modelId="{2C9E784B-21E4-4EBE-BB7F-5B4DF192D930}" type="sibTrans" cxnId="{0665CCC3-EB0D-474F-9CCF-DA05F123D172}">
      <dgm:prSet/>
      <dgm:spPr/>
      <dgm:t>
        <a:bodyPr/>
        <a:lstStyle/>
        <a:p>
          <a:pPr algn="just"/>
          <a:endParaRPr lang="en-IN"/>
        </a:p>
      </dgm:t>
    </dgm:pt>
    <dgm:pt modelId="{471F45C3-0F66-4961-B1A9-6B915615FF4C}">
      <dgm:prSet phldrT="[Text]"/>
      <dgm:spPr/>
      <dgm:t>
        <a:bodyPr/>
        <a:lstStyle/>
        <a:p>
          <a:pPr algn="just"/>
          <a:r>
            <a:rPr lang="en-US" b="0" i="0" dirty="0"/>
            <a:t>These levels show how efficiently blood is carrying oxygen to the extremities furthest from your heart, including your arms and legs.</a:t>
          </a:r>
          <a:endParaRPr lang="en-IN" dirty="0"/>
        </a:p>
      </dgm:t>
    </dgm:pt>
    <dgm:pt modelId="{3A4C49BF-13FC-407C-9779-2B74741A231F}" type="parTrans" cxnId="{60CDF242-7004-4CAF-B531-2029054C1B7B}">
      <dgm:prSet/>
      <dgm:spPr/>
      <dgm:t>
        <a:bodyPr/>
        <a:lstStyle/>
        <a:p>
          <a:pPr algn="just"/>
          <a:endParaRPr lang="en-IN"/>
        </a:p>
      </dgm:t>
    </dgm:pt>
    <dgm:pt modelId="{8833D3FF-81E5-4459-8C2E-C1ECC9143056}" type="sibTrans" cxnId="{60CDF242-7004-4CAF-B531-2029054C1B7B}">
      <dgm:prSet/>
      <dgm:spPr/>
      <dgm:t>
        <a:bodyPr/>
        <a:lstStyle/>
        <a:p>
          <a:pPr algn="just"/>
          <a:endParaRPr lang="en-IN"/>
        </a:p>
      </dgm:t>
    </dgm:pt>
    <dgm:pt modelId="{62B93AF6-F4EA-4E42-8EF8-3B244E94613B}">
      <dgm:prSet phldrT="[Text]"/>
      <dgm:spPr/>
      <dgm:t>
        <a:bodyPr/>
        <a:lstStyle/>
        <a:p>
          <a:pPr algn="just"/>
          <a:r>
            <a:rPr lang="en-US" b="1" u="sng" dirty="0"/>
            <a:t>Oxygen saturation gives information about the amount of oxygen carried in the blood</a:t>
          </a:r>
          <a:r>
            <a:rPr lang="en-US" u="sng" dirty="0"/>
            <a:t>. </a:t>
          </a:r>
          <a:endParaRPr lang="en-IN" u="sng" dirty="0"/>
        </a:p>
      </dgm:t>
    </dgm:pt>
    <dgm:pt modelId="{F8A6FB4D-9D03-42E5-887C-B11EBDE29E19}" type="parTrans" cxnId="{A23235C3-9862-45A3-A4BD-EDDF290B5488}">
      <dgm:prSet/>
      <dgm:spPr/>
      <dgm:t>
        <a:bodyPr/>
        <a:lstStyle/>
        <a:p>
          <a:endParaRPr lang="en-IN"/>
        </a:p>
      </dgm:t>
    </dgm:pt>
    <dgm:pt modelId="{F876A7EB-98B0-48CA-B953-BF2DEF8CD612}" type="sibTrans" cxnId="{A23235C3-9862-45A3-A4BD-EDDF290B5488}">
      <dgm:prSet/>
      <dgm:spPr/>
      <dgm:t>
        <a:bodyPr/>
        <a:lstStyle/>
        <a:p>
          <a:endParaRPr lang="en-IN"/>
        </a:p>
      </dgm:t>
    </dgm:pt>
    <dgm:pt modelId="{0E7F9E58-E5ED-46F7-8096-34090B986687}" type="pres">
      <dgm:prSet presAssocID="{ACCFA02C-1839-40E2-A015-70CE166B7434}" presName="Name0" presStyleCnt="0">
        <dgm:presLayoutVars>
          <dgm:dir/>
          <dgm:animLvl val="lvl"/>
          <dgm:resizeHandles val="exact"/>
        </dgm:presLayoutVars>
      </dgm:prSet>
      <dgm:spPr/>
    </dgm:pt>
    <dgm:pt modelId="{C9F712A4-68F3-429E-B73F-3DC19CF2F3AF}" type="pres">
      <dgm:prSet presAssocID="{033ED010-6C3A-4162-990F-438A54620FC9}" presName="composite" presStyleCnt="0"/>
      <dgm:spPr/>
    </dgm:pt>
    <dgm:pt modelId="{08314DFA-D283-4E59-8158-2D6A033F261E}" type="pres">
      <dgm:prSet presAssocID="{033ED010-6C3A-4162-990F-438A54620FC9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274746B1-717D-4143-B3FF-9EFF94B45306}" type="pres">
      <dgm:prSet presAssocID="{033ED010-6C3A-4162-990F-438A54620FC9}" presName="desTx" presStyleLbl="alignAccFollowNode1" presStyleIdx="0" presStyleCnt="1" custLinFactNeighborX="-6994" custLinFactNeighborY="-162">
        <dgm:presLayoutVars>
          <dgm:bulletEnabled val="1"/>
        </dgm:presLayoutVars>
      </dgm:prSet>
      <dgm:spPr/>
    </dgm:pt>
  </dgm:ptLst>
  <dgm:cxnLst>
    <dgm:cxn modelId="{27526C09-E861-4ED3-B30E-6B49D55ABB8C}" type="presOf" srcId="{CD7B0207-F72D-48C5-8783-E87CFAD7522A}" destId="{274746B1-717D-4143-B3FF-9EFF94B45306}" srcOrd="0" destOrd="0" presId="urn:microsoft.com/office/officeart/2005/8/layout/hList1"/>
    <dgm:cxn modelId="{60CDF242-7004-4CAF-B531-2029054C1B7B}" srcId="{033ED010-6C3A-4162-990F-438A54620FC9}" destId="{471F45C3-0F66-4961-B1A9-6B915615FF4C}" srcOrd="2" destOrd="0" parTransId="{3A4C49BF-13FC-407C-9779-2B74741A231F}" sibTransId="{8833D3FF-81E5-4459-8C2E-C1ECC9143056}"/>
    <dgm:cxn modelId="{3FF8CE67-BADE-4CF5-AE1B-019C8476D28F}" srcId="{ACCFA02C-1839-40E2-A015-70CE166B7434}" destId="{033ED010-6C3A-4162-990F-438A54620FC9}" srcOrd="0" destOrd="0" parTransId="{5EDDC7AA-1790-4FF7-AFAC-4A2021FD7670}" sibTransId="{FEAFF21B-7330-4DE4-BC55-2A3F487783CD}"/>
    <dgm:cxn modelId="{3D245670-9E16-462C-A504-824673A8E978}" type="presOf" srcId="{B25E7780-E981-4201-8228-1A51308B498E}" destId="{274746B1-717D-4143-B3FF-9EFF94B45306}" srcOrd="0" destOrd="4" presId="urn:microsoft.com/office/officeart/2005/8/layout/hList1"/>
    <dgm:cxn modelId="{4F3EE376-6B34-42A8-A566-9B9E32DDF5C6}" srcId="{033ED010-6C3A-4162-990F-438A54620FC9}" destId="{CD7B0207-F72D-48C5-8783-E87CFAD7522A}" srcOrd="0" destOrd="0" parTransId="{D53AE83D-18EF-4B98-A552-3499C7EB3B8E}" sibTransId="{37D9FB1B-A053-49FC-B145-D28B50E02BDA}"/>
    <dgm:cxn modelId="{B008B97E-6A0A-44F5-B578-C53CB8C9F9FD}" type="presOf" srcId="{033ED010-6C3A-4162-990F-438A54620FC9}" destId="{08314DFA-D283-4E59-8158-2D6A033F261E}" srcOrd="0" destOrd="0" presId="urn:microsoft.com/office/officeart/2005/8/layout/hList1"/>
    <dgm:cxn modelId="{3C00E083-A372-4F0A-BF5F-2B1495DB23BE}" type="presOf" srcId="{471F45C3-0F66-4961-B1A9-6B915615FF4C}" destId="{274746B1-717D-4143-B3FF-9EFF94B45306}" srcOrd="0" destOrd="2" presId="urn:microsoft.com/office/officeart/2005/8/layout/hList1"/>
    <dgm:cxn modelId="{8D8044A0-6FFF-4A9F-A0D4-85DC107BD45B}" type="presOf" srcId="{B61AF12E-4451-4028-BC38-0CC5F6754228}" destId="{274746B1-717D-4143-B3FF-9EFF94B45306}" srcOrd="0" destOrd="1" presId="urn:microsoft.com/office/officeart/2005/8/layout/hList1"/>
    <dgm:cxn modelId="{733EA4A0-95C2-4904-9881-C9F1F0507FB0}" srcId="{033ED010-6C3A-4162-990F-438A54620FC9}" destId="{B25E7780-E981-4201-8228-1A51308B498E}" srcOrd="4" destOrd="0" parTransId="{2BC2BE9A-BCCE-47F6-8DFB-0FAB242F6886}" sibTransId="{5D46CF5C-CE6A-4716-AA80-8E717BA64296}"/>
    <dgm:cxn modelId="{A23235C3-9862-45A3-A4BD-EDDF290B5488}" srcId="{033ED010-6C3A-4162-990F-438A54620FC9}" destId="{62B93AF6-F4EA-4E42-8EF8-3B244E94613B}" srcOrd="5" destOrd="0" parTransId="{F8A6FB4D-9D03-42E5-887C-B11EBDE29E19}" sibTransId="{F876A7EB-98B0-48CA-B953-BF2DEF8CD612}"/>
    <dgm:cxn modelId="{0665CCC3-EB0D-474F-9CCF-DA05F123D172}" srcId="{033ED010-6C3A-4162-990F-438A54620FC9}" destId="{1A14ECC0-83E0-4FC1-9776-A5EC1AC6069A}" srcOrd="3" destOrd="0" parTransId="{076279F4-269E-4E55-9796-EBEDE5DFE1A6}" sibTransId="{2C9E784B-21E4-4EBE-BB7F-5B4DF192D930}"/>
    <dgm:cxn modelId="{7F2115C4-709F-4525-B9F9-28E37E0B43E9}" srcId="{033ED010-6C3A-4162-990F-438A54620FC9}" destId="{B61AF12E-4451-4028-BC38-0CC5F6754228}" srcOrd="1" destOrd="0" parTransId="{EFA56CBE-A8D2-4A5F-A535-C5AEA0D5FAB8}" sibTransId="{8D06DEC4-9F67-43D3-B418-569FEBF2509C}"/>
    <dgm:cxn modelId="{AF92E6CE-42BC-4F20-94B7-F065183A331B}" type="presOf" srcId="{62B93AF6-F4EA-4E42-8EF8-3B244E94613B}" destId="{274746B1-717D-4143-B3FF-9EFF94B45306}" srcOrd="0" destOrd="5" presId="urn:microsoft.com/office/officeart/2005/8/layout/hList1"/>
    <dgm:cxn modelId="{B8BFE3E0-7F60-41B2-8997-45017AEDE384}" type="presOf" srcId="{1A14ECC0-83E0-4FC1-9776-A5EC1AC6069A}" destId="{274746B1-717D-4143-B3FF-9EFF94B45306}" srcOrd="0" destOrd="3" presId="urn:microsoft.com/office/officeart/2005/8/layout/hList1"/>
    <dgm:cxn modelId="{CAFC0BED-6C63-4F6E-AC7E-1B0BC5F5F1FA}" type="presOf" srcId="{ACCFA02C-1839-40E2-A015-70CE166B7434}" destId="{0E7F9E58-E5ED-46F7-8096-34090B986687}" srcOrd="0" destOrd="0" presId="urn:microsoft.com/office/officeart/2005/8/layout/hList1"/>
    <dgm:cxn modelId="{2EA21108-D855-4499-96E5-3D6643259CE4}" type="presParOf" srcId="{0E7F9E58-E5ED-46F7-8096-34090B986687}" destId="{C9F712A4-68F3-429E-B73F-3DC19CF2F3AF}" srcOrd="0" destOrd="0" presId="urn:microsoft.com/office/officeart/2005/8/layout/hList1"/>
    <dgm:cxn modelId="{3F2F08A4-3A5E-4BEF-B50B-314835E6AFD5}" type="presParOf" srcId="{C9F712A4-68F3-429E-B73F-3DC19CF2F3AF}" destId="{08314DFA-D283-4E59-8158-2D6A033F261E}" srcOrd="0" destOrd="0" presId="urn:microsoft.com/office/officeart/2005/8/layout/hList1"/>
    <dgm:cxn modelId="{2E9CE918-3126-40C9-9CFE-C35AA82D9AFA}" type="presParOf" srcId="{C9F712A4-68F3-429E-B73F-3DC19CF2F3AF}" destId="{274746B1-717D-4143-B3FF-9EFF94B45306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9076D55-BB68-46EF-BC57-81AD9DC4963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F3BF76F-2EC7-421E-AC82-D8892C135913}">
      <dgm:prSet phldrT="[Text]" custT="1"/>
      <dgm:spPr/>
      <dgm:t>
        <a:bodyPr/>
        <a:lstStyle/>
        <a:p>
          <a:pPr algn="just"/>
          <a:r>
            <a:rPr lang="en-US" sz="2800" dirty="0">
              <a:solidFill>
                <a:schemeClr val="tx1"/>
              </a:solidFill>
            </a:rPr>
            <a:t>The pulse oximeter can </a:t>
          </a:r>
          <a:r>
            <a:rPr lang="en-US" sz="2800" u="sng" dirty="0">
              <a:solidFill>
                <a:schemeClr val="tx1"/>
              </a:solidFill>
            </a:rPr>
            <a:t>estimate the amount of oxygen in the blood without having to draw a blood sample</a:t>
          </a:r>
          <a:r>
            <a:rPr lang="en-US" sz="2800" u="sng" dirty="0"/>
            <a:t>. </a:t>
          </a:r>
          <a:endParaRPr lang="en-IN" sz="2800" u="sng" dirty="0"/>
        </a:p>
      </dgm:t>
    </dgm:pt>
    <dgm:pt modelId="{9257ACD5-7A88-4309-BD93-53CE5C18584C}" type="parTrans" cxnId="{DC2F4C27-D3E7-4A15-87D6-679911B134C2}">
      <dgm:prSet/>
      <dgm:spPr/>
      <dgm:t>
        <a:bodyPr/>
        <a:lstStyle/>
        <a:p>
          <a:pPr algn="just"/>
          <a:endParaRPr lang="en-IN" sz="2400"/>
        </a:p>
      </dgm:t>
    </dgm:pt>
    <dgm:pt modelId="{85AB063A-A1A3-40FB-8CFC-B53C0163ACC9}" type="sibTrans" cxnId="{DC2F4C27-D3E7-4A15-87D6-679911B134C2}">
      <dgm:prSet/>
      <dgm:spPr/>
      <dgm:t>
        <a:bodyPr/>
        <a:lstStyle/>
        <a:p>
          <a:pPr algn="just"/>
          <a:endParaRPr lang="en-IN" sz="2400"/>
        </a:p>
      </dgm:t>
    </dgm:pt>
    <dgm:pt modelId="{7BF36601-2A4A-4301-BCDD-75E5D9578070}">
      <dgm:prSet phldrT="[Text]" custT="1"/>
      <dgm:spPr/>
      <dgm:t>
        <a:bodyPr/>
        <a:lstStyle/>
        <a:p>
          <a:pPr algn="just"/>
          <a:r>
            <a:rPr lang="en-US" sz="2400" dirty="0"/>
            <a:t>The principle of operation of pulse oximeter is based on the concept that the </a:t>
          </a:r>
          <a:r>
            <a:rPr lang="en-US" sz="2400" b="1" dirty="0"/>
            <a:t>oxygen saturation determinations can be made using two wavelengths</a:t>
          </a:r>
          <a:r>
            <a:rPr lang="en-US" sz="2400" dirty="0"/>
            <a:t>. </a:t>
          </a:r>
          <a:endParaRPr lang="en-IN" sz="2400" dirty="0"/>
        </a:p>
      </dgm:t>
    </dgm:pt>
    <dgm:pt modelId="{BD99A27F-6159-4599-9654-614C3B16FA84}" type="parTrans" cxnId="{7D15FB64-2770-49CD-B392-3872AAC4D941}">
      <dgm:prSet/>
      <dgm:spPr/>
      <dgm:t>
        <a:bodyPr/>
        <a:lstStyle/>
        <a:p>
          <a:pPr algn="just"/>
          <a:endParaRPr lang="en-IN" sz="2400"/>
        </a:p>
      </dgm:t>
    </dgm:pt>
    <dgm:pt modelId="{02D753C0-72FF-4656-A858-30C1CDAE1B44}" type="sibTrans" cxnId="{7D15FB64-2770-49CD-B392-3872AAC4D941}">
      <dgm:prSet/>
      <dgm:spPr/>
      <dgm:t>
        <a:bodyPr/>
        <a:lstStyle/>
        <a:p>
          <a:pPr algn="just"/>
          <a:endParaRPr lang="en-IN" sz="2400"/>
        </a:p>
      </dgm:t>
    </dgm:pt>
    <dgm:pt modelId="{60E4D419-0134-4EA7-BD22-89539648C330}">
      <dgm:prSet phldrT="[Text]" custT="1"/>
      <dgm:spPr/>
      <dgm:t>
        <a:bodyPr/>
        <a:lstStyle/>
        <a:p>
          <a:pPr algn="just"/>
          <a:r>
            <a:rPr lang="en-US" sz="2800" dirty="0">
              <a:solidFill>
                <a:schemeClr val="tx1"/>
              </a:solidFill>
            </a:rPr>
            <a:t>The instrument consists of a pair of small LEDs facing a photodiode (photosensor). </a:t>
          </a:r>
          <a:endParaRPr lang="en-IN" sz="2800" dirty="0">
            <a:solidFill>
              <a:schemeClr val="tx1"/>
            </a:solidFill>
          </a:endParaRPr>
        </a:p>
      </dgm:t>
    </dgm:pt>
    <dgm:pt modelId="{8DF820F5-A466-482D-AEF0-4D1039B45C2B}" type="parTrans" cxnId="{ADE112B1-4196-435E-8DBC-21409B736B70}">
      <dgm:prSet/>
      <dgm:spPr/>
      <dgm:t>
        <a:bodyPr/>
        <a:lstStyle/>
        <a:p>
          <a:pPr algn="just"/>
          <a:endParaRPr lang="en-IN" sz="2400"/>
        </a:p>
      </dgm:t>
    </dgm:pt>
    <dgm:pt modelId="{A6EC3ED1-3F48-4677-A5BC-80A96AF0D27D}" type="sibTrans" cxnId="{ADE112B1-4196-435E-8DBC-21409B736B70}">
      <dgm:prSet/>
      <dgm:spPr/>
      <dgm:t>
        <a:bodyPr/>
        <a:lstStyle/>
        <a:p>
          <a:pPr algn="just"/>
          <a:endParaRPr lang="en-IN" sz="2400"/>
        </a:p>
      </dgm:t>
    </dgm:pt>
    <dgm:pt modelId="{CFDC4462-8FAF-47A0-AE62-DF64C4607952}">
      <dgm:prSet phldrT="[Text]" custT="1"/>
      <dgm:spPr/>
      <dgm:t>
        <a:bodyPr/>
        <a:lstStyle/>
        <a:p>
          <a:pPr algn="just"/>
          <a:r>
            <a:rPr lang="en-US" sz="2400" dirty="0"/>
            <a:t>The </a:t>
          </a:r>
          <a:r>
            <a:rPr lang="en-US" sz="2400" b="1" dirty="0"/>
            <a:t>light</a:t>
          </a:r>
          <a:r>
            <a:rPr lang="en-US" sz="2400" dirty="0"/>
            <a:t> from the LEDs, </a:t>
          </a:r>
          <a:r>
            <a:rPr lang="en-US" sz="2400" b="1" dirty="0"/>
            <a:t>passes through a translucent part </a:t>
          </a:r>
          <a:r>
            <a:rPr lang="en-US" sz="2400" dirty="0"/>
            <a:t>of the patient’s body generally forefinger. </a:t>
          </a:r>
          <a:endParaRPr lang="en-IN" sz="2400" dirty="0"/>
        </a:p>
      </dgm:t>
    </dgm:pt>
    <dgm:pt modelId="{4AEB961B-1295-467D-881D-0A606753EA53}" type="parTrans" cxnId="{E3F10F1F-DF89-4014-AA9B-D4A67170C049}">
      <dgm:prSet/>
      <dgm:spPr/>
      <dgm:t>
        <a:bodyPr/>
        <a:lstStyle/>
        <a:p>
          <a:pPr algn="just"/>
          <a:endParaRPr lang="en-IN" sz="2400"/>
        </a:p>
      </dgm:t>
    </dgm:pt>
    <dgm:pt modelId="{D6BEA3F1-E1AF-407E-9CB3-2093EC48EE61}" type="sibTrans" cxnId="{E3F10F1F-DF89-4014-AA9B-D4A67170C049}">
      <dgm:prSet/>
      <dgm:spPr/>
      <dgm:t>
        <a:bodyPr/>
        <a:lstStyle/>
        <a:p>
          <a:pPr algn="just"/>
          <a:endParaRPr lang="en-IN" sz="2400"/>
        </a:p>
      </dgm:t>
    </dgm:pt>
    <dgm:pt modelId="{CEC4D5DA-7604-4E89-9805-0A042437007C}">
      <dgm:prSet phldrT="[Text]" custT="1"/>
      <dgm:spPr/>
      <dgm:t>
        <a:bodyPr/>
        <a:lstStyle/>
        <a:p>
          <a:pPr algn="just"/>
          <a:r>
            <a:rPr lang="en-US" sz="2400" dirty="0"/>
            <a:t>These two wavelengths assume two absorbers namely: </a:t>
          </a:r>
          <a:r>
            <a:rPr lang="en-US" sz="2400" b="1" dirty="0" err="1"/>
            <a:t>Oxyhaemoglobin</a:t>
          </a:r>
          <a:r>
            <a:rPr lang="en-US" sz="2400" dirty="0"/>
            <a:t> (HbO</a:t>
          </a:r>
          <a:r>
            <a:rPr lang="en-US" sz="2400" baseline="-25000" dirty="0"/>
            <a:t>2</a:t>
          </a:r>
          <a:r>
            <a:rPr lang="en-US" sz="2400" dirty="0"/>
            <a:t>) and </a:t>
          </a:r>
          <a:r>
            <a:rPr lang="en-US" sz="2400" b="1" dirty="0" err="1"/>
            <a:t>Haemoglobin</a:t>
          </a:r>
          <a:r>
            <a:rPr lang="en-US" sz="2400" dirty="0"/>
            <a:t> (Hb). </a:t>
          </a:r>
          <a:endParaRPr lang="en-IN" sz="2400" dirty="0"/>
        </a:p>
      </dgm:t>
    </dgm:pt>
    <dgm:pt modelId="{69037526-EAD4-4BAB-9124-ACBCBBD5DDE0}" type="parTrans" cxnId="{6F527580-4990-42B8-BBC8-15C0AD6850E1}">
      <dgm:prSet/>
      <dgm:spPr/>
      <dgm:t>
        <a:bodyPr/>
        <a:lstStyle/>
        <a:p>
          <a:pPr algn="just"/>
          <a:endParaRPr lang="en-IN" sz="2400"/>
        </a:p>
      </dgm:t>
    </dgm:pt>
    <dgm:pt modelId="{A024F4C1-3535-4876-848D-324C89449D1F}" type="sibTrans" cxnId="{6F527580-4990-42B8-BBC8-15C0AD6850E1}">
      <dgm:prSet/>
      <dgm:spPr/>
      <dgm:t>
        <a:bodyPr/>
        <a:lstStyle/>
        <a:p>
          <a:pPr algn="just"/>
          <a:endParaRPr lang="en-IN" sz="2400"/>
        </a:p>
      </dgm:t>
    </dgm:pt>
    <dgm:pt modelId="{611C5843-7C3A-4A0F-A79E-9D7CEAFE9CCA}">
      <dgm:prSet phldrT="[Text]" custT="1"/>
      <dgm:spPr/>
      <dgm:t>
        <a:bodyPr/>
        <a:lstStyle/>
        <a:p>
          <a:pPr algn="just"/>
          <a:r>
            <a:rPr lang="en-US" sz="2400" dirty="0"/>
            <a:t>One of these two LEDs transmits </a:t>
          </a:r>
          <a:r>
            <a:rPr lang="en-US" sz="2400" b="1" dirty="0"/>
            <a:t>infrared light </a:t>
          </a:r>
          <a:r>
            <a:rPr lang="en-US" sz="2400" dirty="0"/>
            <a:t>at a wavelength of approximately </a:t>
          </a:r>
          <a:r>
            <a:rPr lang="en-US" sz="2400" b="1" dirty="0"/>
            <a:t>940 nm </a:t>
          </a:r>
          <a:r>
            <a:rPr lang="en-US" sz="2400" dirty="0"/>
            <a:t>while the other </a:t>
          </a:r>
          <a:r>
            <a:rPr lang="en-US" sz="2400" b="1" dirty="0"/>
            <a:t>transmitting light </a:t>
          </a:r>
          <a:r>
            <a:rPr lang="en-US" sz="2400" dirty="0"/>
            <a:t>at approximately </a:t>
          </a:r>
          <a:r>
            <a:rPr lang="en-US" sz="2400" b="1" dirty="0"/>
            <a:t>660 nm</a:t>
          </a:r>
          <a:r>
            <a:rPr lang="en-US" sz="2400" dirty="0"/>
            <a:t>. </a:t>
          </a:r>
          <a:endParaRPr lang="en-IN" sz="2400" dirty="0"/>
        </a:p>
      </dgm:t>
    </dgm:pt>
    <dgm:pt modelId="{9D5A2C92-2480-40BE-B688-354D294494AD}" type="parTrans" cxnId="{352A7513-AF35-4EEE-9D44-2FCFAEADE5D9}">
      <dgm:prSet/>
      <dgm:spPr/>
      <dgm:t>
        <a:bodyPr/>
        <a:lstStyle/>
        <a:p>
          <a:pPr algn="just"/>
          <a:endParaRPr lang="en-IN" sz="2400"/>
        </a:p>
      </dgm:t>
    </dgm:pt>
    <dgm:pt modelId="{7506ED8C-3B3D-48D7-AE4D-D43D196DCC7E}" type="sibTrans" cxnId="{352A7513-AF35-4EEE-9D44-2FCFAEADE5D9}">
      <dgm:prSet/>
      <dgm:spPr/>
      <dgm:t>
        <a:bodyPr/>
        <a:lstStyle/>
        <a:p>
          <a:pPr algn="just"/>
          <a:endParaRPr lang="en-IN" sz="2400"/>
        </a:p>
      </dgm:t>
    </dgm:pt>
    <dgm:pt modelId="{A4C278B4-6793-4604-B628-20FE9E43F44B}" type="pres">
      <dgm:prSet presAssocID="{79076D55-BB68-46EF-BC57-81AD9DC4963E}" presName="linear" presStyleCnt="0">
        <dgm:presLayoutVars>
          <dgm:animLvl val="lvl"/>
          <dgm:resizeHandles val="exact"/>
        </dgm:presLayoutVars>
      </dgm:prSet>
      <dgm:spPr/>
    </dgm:pt>
    <dgm:pt modelId="{230F5189-21D5-4D68-BA88-EF309BA4BDDA}" type="pres">
      <dgm:prSet presAssocID="{6F3BF76F-2EC7-421E-AC82-D8892C135913}" presName="parentText" presStyleLbl="node1" presStyleIdx="0" presStyleCnt="2" custScaleY="99720" custLinFactNeighborY="-23899">
        <dgm:presLayoutVars>
          <dgm:chMax val="0"/>
          <dgm:bulletEnabled val="1"/>
        </dgm:presLayoutVars>
      </dgm:prSet>
      <dgm:spPr/>
    </dgm:pt>
    <dgm:pt modelId="{E5EB4AFE-CE70-48C3-9FB8-DC81320545B2}" type="pres">
      <dgm:prSet presAssocID="{6F3BF76F-2EC7-421E-AC82-D8892C135913}" presName="childText" presStyleLbl="revTx" presStyleIdx="0" presStyleCnt="2" custLinFactNeighborY="-19088">
        <dgm:presLayoutVars>
          <dgm:bulletEnabled val="1"/>
        </dgm:presLayoutVars>
      </dgm:prSet>
      <dgm:spPr/>
    </dgm:pt>
    <dgm:pt modelId="{4B854459-D4B6-4B26-BE60-B3CF0B80A06A}" type="pres">
      <dgm:prSet presAssocID="{60E4D419-0134-4EA7-BD22-89539648C330}" presName="parentText" presStyleLbl="node1" presStyleIdx="1" presStyleCnt="2" custScaleY="84135">
        <dgm:presLayoutVars>
          <dgm:chMax val="0"/>
          <dgm:bulletEnabled val="1"/>
        </dgm:presLayoutVars>
      </dgm:prSet>
      <dgm:spPr/>
    </dgm:pt>
    <dgm:pt modelId="{8CA5B2FA-3E2A-4C6C-B422-DDF9C000258B}" type="pres">
      <dgm:prSet presAssocID="{60E4D419-0134-4EA7-BD22-89539648C330}" presName="childText" presStyleLbl="revTx" presStyleIdx="1" presStyleCnt="2" custScaleY="94941" custLinFactNeighborY="12740">
        <dgm:presLayoutVars>
          <dgm:bulletEnabled val="1"/>
        </dgm:presLayoutVars>
      </dgm:prSet>
      <dgm:spPr/>
    </dgm:pt>
  </dgm:ptLst>
  <dgm:cxnLst>
    <dgm:cxn modelId="{74686F01-FE76-4130-9C3D-74022CAC2A6B}" type="presOf" srcId="{611C5843-7C3A-4A0F-A79E-9D7CEAFE9CCA}" destId="{8CA5B2FA-3E2A-4C6C-B422-DDF9C000258B}" srcOrd="0" destOrd="1" presId="urn:microsoft.com/office/officeart/2005/8/layout/vList2"/>
    <dgm:cxn modelId="{5F2B6A07-F250-4CA5-9B33-517C7709701D}" type="presOf" srcId="{CEC4D5DA-7604-4E89-9805-0A042437007C}" destId="{E5EB4AFE-CE70-48C3-9FB8-DC81320545B2}" srcOrd="0" destOrd="1" presId="urn:microsoft.com/office/officeart/2005/8/layout/vList2"/>
    <dgm:cxn modelId="{357E730A-9D2D-4F11-81D6-4F3A9968256D}" type="presOf" srcId="{60E4D419-0134-4EA7-BD22-89539648C330}" destId="{4B854459-D4B6-4B26-BE60-B3CF0B80A06A}" srcOrd="0" destOrd="0" presId="urn:microsoft.com/office/officeart/2005/8/layout/vList2"/>
    <dgm:cxn modelId="{352A7513-AF35-4EEE-9D44-2FCFAEADE5D9}" srcId="{60E4D419-0134-4EA7-BD22-89539648C330}" destId="{611C5843-7C3A-4A0F-A79E-9D7CEAFE9CCA}" srcOrd="1" destOrd="0" parTransId="{9D5A2C92-2480-40BE-B688-354D294494AD}" sibTransId="{7506ED8C-3B3D-48D7-AE4D-D43D196DCC7E}"/>
    <dgm:cxn modelId="{E3F10F1F-DF89-4014-AA9B-D4A67170C049}" srcId="{60E4D419-0134-4EA7-BD22-89539648C330}" destId="{CFDC4462-8FAF-47A0-AE62-DF64C4607952}" srcOrd="0" destOrd="0" parTransId="{4AEB961B-1295-467D-881D-0A606753EA53}" sibTransId="{D6BEA3F1-E1AF-407E-9CB3-2093EC48EE61}"/>
    <dgm:cxn modelId="{DC2F4C27-D3E7-4A15-87D6-679911B134C2}" srcId="{79076D55-BB68-46EF-BC57-81AD9DC4963E}" destId="{6F3BF76F-2EC7-421E-AC82-D8892C135913}" srcOrd="0" destOrd="0" parTransId="{9257ACD5-7A88-4309-BD93-53CE5C18584C}" sibTransId="{85AB063A-A1A3-40FB-8CFC-B53C0163ACC9}"/>
    <dgm:cxn modelId="{7D15FB64-2770-49CD-B392-3872AAC4D941}" srcId="{6F3BF76F-2EC7-421E-AC82-D8892C135913}" destId="{7BF36601-2A4A-4301-BCDD-75E5D9578070}" srcOrd="0" destOrd="0" parTransId="{BD99A27F-6159-4599-9654-614C3B16FA84}" sibTransId="{02D753C0-72FF-4656-A858-30C1CDAE1B44}"/>
    <dgm:cxn modelId="{36A8E052-CB7A-447D-A83F-2FD6E4471554}" type="presOf" srcId="{CFDC4462-8FAF-47A0-AE62-DF64C4607952}" destId="{8CA5B2FA-3E2A-4C6C-B422-DDF9C000258B}" srcOrd="0" destOrd="0" presId="urn:microsoft.com/office/officeart/2005/8/layout/vList2"/>
    <dgm:cxn modelId="{6F527580-4990-42B8-BBC8-15C0AD6850E1}" srcId="{6F3BF76F-2EC7-421E-AC82-D8892C135913}" destId="{CEC4D5DA-7604-4E89-9805-0A042437007C}" srcOrd="1" destOrd="0" parTransId="{69037526-EAD4-4BAB-9124-ACBCBBD5DDE0}" sibTransId="{A024F4C1-3535-4876-848D-324C89449D1F}"/>
    <dgm:cxn modelId="{3776488D-35E0-4247-8656-4118C294E734}" type="presOf" srcId="{7BF36601-2A4A-4301-BCDD-75E5D9578070}" destId="{E5EB4AFE-CE70-48C3-9FB8-DC81320545B2}" srcOrd="0" destOrd="0" presId="urn:microsoft.com/office/officeart/2005/8/layout/vList2"/>
    <dgm:cxn modelId="{80F7F398-9CB4-4B72-B83D-F9E44AAEC8F2}" type="presOf" srcId="{6F3BF76F-2EC7-421E-AC82-D8892C135913}" destId="{230F5189-21D5-4D68-BA88-EF309BA4BDDA}" srcOrd="0" destOrd="0" presId="urn:microsoft.com/office/officeart/2005/8/layout/vList2"/>
    <dgm:cxn modelId="{ADE112B1-4196-435E-8DBC-21409B736B70}" srcId="{79076D55-BB68-46EF-BC57-81AD9DC4963E}" destId="{60E4D419-0134-4EA7-BD22-89539648C330}" srcOrd="1" destOrd="0" parTransId="{8DF820F5-A466-482D-AEF0-4D1039B45C2B}" sibTransId="{A6EC3ED1-3F48-4677-A5BC-80A96AF0D27D}"/>
    <dgm:cxn modelId="{92838EF8-38B1-4C8C-9223-D6244FAE77A5}" type="presOf" srcId="{79076D55-BB68-46EF-BC57-81AD9DC4963E}" destId="{A4C278B4-6793-4604-B628-20FE9E43F44B}" srcOrd="0" destOrd="0" presId="urn:microsoft.com/office/officeart/2005/8/layout/vList2"/>
    <dgm:cxn modelId="{EAD0BAB2-9361-48F6-8BF7-3BA2FE121BA4}" type="presParOf" srcId="{A4C278B4-6793-4604-B628-20FE9E43F44B}" destId="{230F5189-21D5-4D68-BA88-EF309BA4BDDA}" srcOrd="0" destOrd="0" presId="urn:microsoft.com/office/officeart/2005/8/layout/vList2"/>
    <dgm:cxn modelId="{77E32135-2EFE-451E-9FF2-92D2F0246422}" type="presParOf" srcId="{A4C278B4-6793-4604-B628-20FE9E43F44B}" destId="{E5EB4AFE-CE70-48C3-9FB8-DC81320545B2}" srcOrd="1" destOrd="0" presId="urn:microsoft.com/office/officeart/2005/8/layout/vList2"/>
    <dgm:cxn modelId="{F0F24E4D-96BF-4F38-9DF1-33DD3795DB79}" type="presParOf" srcId="{A4C278B4-6793-4604-B628-20FE9E43F44B}" destId="{4B854459-D4B6-4B26-BE60-B3CF0B80A06A}" srcOrd="2" destOrd="0" presId="urn:microsoft.com/office/officeart/2005/8/layout/vList2"/>
    <dgm:cxn modelId="{74E47485-183D-4175-96D5-B028B5CD512A}" type="presParOf" srcId="{A4C278B4-6793-4604-B628-20FE9E43F44B}" destId="{8CA5B2FA-3E2A-4C6C-B422-DDF9C000258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358C030-D7E7-42F5-856A-1E21E5C5E90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FA25D7-8176-43F0-8941-A5A94A994193}">
      <dgm:prSet phldrT="[Text]" custT="1"/>
      <dgm:spPr/>
      <dgm:t>
        <a:bodyPr/>
        <a:lstStyle/>
        <a:p>
          <a:pPr algn="just"/>
          <a:r>
            <a:rPr lang="en-US" sz="2600" b="0" i="0" dirty="0"/>
            <a:t>The pulse oximeter operates on the principle of </a:t>
          </a:r>
          <a:r>
            <a:rPr lang="en-US" sz="2600" b="1" i="0" dirty="0"/>
            <a:t>absorption of light</a:t>
          </a:r>
          <a:r>
            <a:rPr lang="en-US" sz="2600" b="0" i="0" dirty="0"/>
            <a:t> by the solutes in a solution.</a:t>
          </a:r>
          <a:endParaRPr lang="en-IN" sz="2600" dirty="0"/>
        </a:p>
      </dgm:t>
    </dgm:pt>
    <dgm:pt modelId="{B2385438-0754-4E4F-A6E7-5BF1583A6752}" type="parTrans" cxnId="{424EA179-DA32-4AD5-8AD8-FE861252CB97}">
      <dgm:prSet/>
      <dgm:spPr/>
      <dgm:t>
        <a:bodyPr/>
        <a:lstStyle/>
        <a:p>
          <a:endParaRPr lang="en-IN" sz="2400"/>
        </a:p>
      </dgm:t>
    </dgm:pt>
    <dgm:pt modelId="{9E5C8CC0-ED80-4251-B420-D7D53925203B}" type="sibTrans" cxnId="{424EA179-DA32-4AD5-8AD8-FE861252CB97}">
      <dgm:prSet/>
      <dgm:spPr/>
      <dgm:t>
        <a:bodyPr/>
        <a:lstStyle/>
        <a:p>
          <a:endParaRPr lang="en-IN" sz="2400"/>
        </a:p>
      </dgm:t>
    </dgm:pt>
    <dgm:pt modelId="{67CD8712-7124-4014-9AD9-9C7B1A5BD532}">
      <dgm:prSet phldrT="[Text]" custT="1"/>
      <dgm:spPr/>
      <dgm:t>
        <a:bodyPr/>
        <a:lstStyle/>
        <a:p>
          <a:pPr algn="just"/>
          <a:r>
            <a:rPr lang="en-US" sz="2400" b="0" i="0" dirty="0"/>
            <a:t>The </a:t>
          </a:r>
          <a:r>
            <a:rPr lang="en-US" sz="2400" b="1" i="0" dirty="0"/>
            <a:t>Beer-Lambert law </a:t>
          </a:r>
          <a:r>
            <a:rPr lang="en-US" sz="2400" b="0" i="0" dirty="0"/>
            <a:t>states that the amount of light absorbed by a solute is proportional to the concentration of the solute and the distance the light is transmitted through the solution.</a:t>
          </a:r>
          <a:endParaRPr lang="en-IN" sz="2400" dirty="0"/>
        </a:p>
      </dgm:t>
    </dgm:pt>
    <dgm:pt modelId="{924DFB7C-019D-4D9E-B574-64E6BD9C6233}" type="parTrans" cxnId="{5C86D78B-A5F0-4005-BBBB-CC44C8539A16}">
      <dgm:prSet/>
      <dgm:spPr/>
      <dgm:t>
        <a:bodyPr/>
        <a:lstStyle/>
        <a:p>
          <a:endParaRPr lang="en-IN" sz="2400"/>
        </a:p>
      </dgm:t>
    </dgm:pt>
    <dgm:pt modelId="{428489E8-DAF7-4C16-986C-0A68B6B55DCF}" type="sibTrans" cxnId="{5C86D78B-A5F0-4005-BBBB-CC44C8539A16}">
      <dgm:prSet/>
      <dgm:spPr/>
      <dgm:t>
        <a:bodyPr/>
        <a:lstStyle/>
        <a:p>
          <a:endParaRPr lang="en-IN" sz="2400"/>
        </a:p>
      </dgm:t>
    </dgm:pt>
    <dgm:pt modelId="{0E9DC877-2CC6-42D6-9AE6-853687C00594}">
      <dgm:prSet phldrT="[Text]" custT="1"/>
      <dgm:spPr/>
      <dgm:t>
        <a:bodyPr/>
        <a:lstStyle/>
        <a:p>
          <a:pPr algn="just"/>
          <a:r>
            <a:rPr lang="en-US" sz="2600" dirty="0"/>
            <a:t>The absorption of these select wavelengths of light through living tissues is significantly different for oxygenated </a:t>
          </a:r>
          <a:r>
            <a:rPr lang="en-US" sz="2600" dirty="0" err="1"/>
            <a:t>haemoglobin</a:t>
          </a:r>
          <a:r>
            <a:rPr lang="en-US" sz="2600" dirty="0"/>
            <a:t> (HbO</a:t>
          </a:r>
          <a:r>
            <a:rPr lang="en-US" sz="2600" baseline="-25000" dirty="0"/>
            <a:t>2</a:t>
          </a:r>
          <a:r>
            <a:rPr lang="en-US" sz="2600" dirty="0"/>
            <a:t>) and reduced </a:t>
          </a:r>
          <a:r>
            <a:rPr lang="en-US" sz="2600" dirty="0" err="1"/>
            <a:t>haemoglobin</a:t>
          </a:r>
          <a:r>
            <a:rPr lang="en-US" sz="2600" dirty="0"/>
            <a:t> (Hb). </a:t>
          </a:r>
          <a:endParaRPr lang="en-IN" sz="2600" dirty="0"/>
        </a:p>
      </dgm:t>
    </dgm:pt>
    <dgm:pt modelId="{56DF9A77-E70F-4451-A179-A1224D19A317}" type="parTrans" cxnId="{37356F90-3D23-4FE2-8BB5-E793C71CF51C}">
      <dgm:prSet/>
      <dgm:spPr/>
      <dgm:t>
        <a:bodyPr/>
        <a:lstStyle/>
        <a:p>
          <a:endParaRPr lang="en-IN" sz="2400"/>
        </a:p>
      </dgm:t>
    </dgm:pt>
    <dgm:pt modelId="{D49420C2-1D52-465B-9F73-3C8D777ECD0D}" type="sibTrans" cxnId="{37356F90-3D23-4FE2-8BB5-E793C71CF51C}">
      <dgm:prSet/>
      <dgm:spPr/>
      <dgm:t>
        <a:bodyPr/>
        <a:lstStyle/>
        <a:p>
          <a:endParaRPr lang="en-IN" sz="2400"/>
        </a:p>
      </dgm:t>
    </dgm:pt>
    <dgm:pt modelId="{AFFCD5EC-E05A-496F-AD43-4968033E4CF5}">
      <dgm:prSet phldrT="[Text]" custT="1"/>
      <dgm:spPr/>
      <dgm:t>
        <a:bodyPr/>
        <a:lstStyle/>
        <a:p>
          <a:pPr algn="just"/>
          <a:r>
            <a:rPr lang="en-US" sz="2400" dirty="0"/>
            <a:t>The absorption of these selected wavelengths of light passing through living tissue is measured with a photodiode/photosensor. </a:t>
          </a:r>
          <a:endParaRPr lang="en-IN" sz="2400" dirty="0"/>
        </a:p>
      </dgm:t>
    </dgm:pt>
    <dgm:pt modelId="{A665A0B0-F979-4889-9EB8-8283EE65A186}" type="parTrans" cxnId="{6F79A9D3-9A08-41CA-A505-B2195707FBE9}">
      <dgm:prSet/>
      <dgm:spPr/>
      <dgm:t>
        <a:bodyPr/>
        <a:lstStyle/>
        <a:p>
          <a:endParaRPr lang="en-IN" sz="2400"/>
        </a:p>
      </dgm:t>
    </dgm:pt>
    <dgm:pt modelId="{37F77369-B4FE-4F0D-BC3F-96C6CF00F4BA}" type="sibTrans" cxnId="{6F79A9D3-9A08-41CA-A505-B2195707FBE9}">
      <dgm:prSet/>
      <dgm:spPr/>
      <dgm:t>
        <a:bodyPr/>
        <a:lstStyle/>
        <a:p>
          <a:endParaRPr lang="en-IN" sz="2400"/>
        </a:p>
      </dgm:t>
    </dgm:pt>
    <dgm:pt modelId="{261FF67D-5B83-4BF4-A0A7-F5844C025F1E}">
      <dgm:prSet custT="1"/>
      <dgm:spPr/>
      <dgm:t>
        <a:bodyPr/>
        <a:lstStyle/>
        <a:p>
          <a:pPr algn="just"/>
          <a:r>
            <a:rPr lang="en-US" sz="2400" dirty="0"/>
            <a:t>Oxygen saturation values are between 95% and 100% for most healthy individuals.</a:t>
          </a:r>
          <a:endParaRPr lang="en-IN" sz="2400" dirty="0"/>
        </a:p>
      </dgm:t>
    </dgm:pt>
    <dgm:pt modelId="{F398C12A-47C0-490B-9568-561BB1A8E919}" type="parTrans" cxnId="{67D5691E-ADD4-448D-AB75-EDF505B00DB8}">
      <dgm:prSet/>
      <dgm:spPr/>
      <dgm:t>
        <a:bodyPr/>
        <a:lstStyle/>
        <a:p>
          <a:endParaRPr lang="en-IN"/>
        </a:p>
      </dgm:t>
    </dgm:pt>
    <dgm:pt modelId="{67BB33AF-5D85-415A-BE08-A9EA9834EAD9}" type="sibTrans" cxnId="{67D5691E-ADD4-448D-AB75-EDF505B00DB8}">
      <dgm:prSet/>
      <dgm:spPr/>
      <dgm:t>
        <a:bodyPr/>
        <a:lstStyle/>
        <a:p>
          <a:endParaRPr lang="en-IN"/>
        </a:p>
      </dgm:t>
    </dgm:pt>
    <dgm:pt modelId="{983B880E-E7D9-46C8-A373-5EF7667ECEB3}">
      <dgm:prSet custT="1"/>
      <dgm:spPr/>
      <dgm:t>
        <a:bodyPr/>
        <a:lstStyle/>
        <a:p>
          <a:pPr algn="just"/>
          <a:endParaRPr lang="en-IN" sz="2400" dirty="0"/>
        </a:p>
      </dgm:t>
    </dgm:pt>
    <dgm:pt modelId="{5FCC2222-8130-4472-A343-C050B7D43A57}" type="parTrans" cxnId="{2CE11538-A284-48FF-BA58-DC60A32515A9}">
      <dgm:prSet/>
      <dgm:spPr/>
      <dgm:t>
        <a:bodyPr/>
        <a:lstStyle/>
        <a:p>
          <a:endParaRPr lang="en-IN"/>
        </a:p>
      </dgm:t>
    </dgm:pt>
    <dgm:pt modelId="{FD929A78-0645-452D-86C8-1E0F06F96CDB}" type="sibTrans" cxnId="{2CE11538-A284-48FF-BA58-DC60A32515A9}">
      <dgm:prSet/>
      <dgm:spPr/>
      <dgm:t>
        <a:bodyPr/>
        <a:lstStyle/>
        <a:p>
          <a:endParaRPr lang="en-IN"/>
        </a:p>
      </dgm:t>
    </dgm:pt>
    <dgm:pt modelId="{DADADA77-1380-441C-9D10-3F58B28619B1}" type="pres">
      <dgm:prSet presAssocID="{1358C030-D7E7-42F5-856A-1E21E5C5E90C}" presName="linear" presStyleCnt="0">
        <dgm:presLayoutVars>
          <dgm:animLvl val="lvl"/>
          <dgm:resizeHandles val="exact"/>
        </dgm:presLayoutVars>
      </dgm:prSet>
      <dgm:spPr/>
    </dgm:pt>
    <dgm:pt modelId="{45089BBA-71B7-437A-88BE-A7748E645347}" type="pres">
      <dgm:prSet presAssocID="{E4FA25D7-8176-43F0-8941-A5A94A994193}" presName="parentText" presStyleLbl="node1" presStyleIdx="0" presStyleCnt="2" custScaleY="67568">
        <dgm:presLayoutVars>
          <dgm:chMax val="0"/>
          <dgm:bulletEnabled val="1"/>
        </dgm:presLayoutVars>
      </dgm:prSet>
      <dgm:spPr/>
    </dgm:pt>
    <dgm:pt modelId="{3F599203-222D-49D5-A974-1061ACB98F50}" type="pres">
      <dgm:prSet presAssocID="{E4FA25D7-8176-43F0-8941-A5A94A994193}" presName="childText" presStyleLbl="revTx" presStyleIdx="0" presStyleCnt="2">
        <dgm:presLayoutVars>
          <dgm:bulletEnabled val="1"/>
        </dgm:presLayoutVars>
      </dgm:prSet>
      <dgm:spPr/>
    </dgm:pt>
    <dgm:pt modelId="{001F2BC1-C21F-42C0-A001-EFCE82421407}" type="pres">
      <dgm:prSet presAssocID="{0E9DC877-2CC6-42D6-9AE6-853687C00594}" presName="parentText" presStyleLbl="node1" presStyleIdx="1" presStyleCnt="2" custScaleY="87670">
        <dgm:presLayoutVars>
          <dgm:chMax val="0"/>
          <dgm:bulletEnabled val="1"/>
        </dgm:presLayoutVars>
      </dgm:prSet>
      <dgm:spPr/>
    </dgm:pt>
    <dgm:pt modelId="{96B92CA3-EDD9-4F4E-B75B-A6FD6274A95B}" type="pres">
      <dgm:prSet presAssocID="{0E9DC877-2CC6-42D6-9AE6-853687C0059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8D46216-7A39-4DBF-950F-B141FF463E94}" type="presOf" srcId="{AFFCD5EC-E05A-496F-AD43-4968033E4CF5}" destId="{96B92CA3-EDD9-4F4E-B75B-A6FD6274A95B}" srcOrd="0" destOrd="0" presId="urn:microsoft.com/office/officeart/2005/8/layout/vList2"/>
    <dgm:cxn modelId="{F6410919-E5C2-472A-BE60-8430B6B9FAAC}" type="presOf" srcId="{67CD8712-7124-4014-9AD9-9C7B1A5BD532}" destId="{3F599203-222D-49D5-A974-1061ACB98F50}" srcOrd="0" destOrd="0" presId="urn:microsoft.com/office/officeart/2005/8/layout/vList2"/>
    <dgm:cxn modelId="{67D5691E-ADD4-448D-AB75-EDF505B00DB8}" srcId="{0E9DC877-2CC6-42D6-9AE6-853687C00594}" destId="{261FF67D-5B83-4BF4-A0A7-F5844C025F1E}" srcOrd="2" destOrd="0" parTransId="{F398C12A-47C0-490B-9568-561BB1A8E919}" sibTransId="{67BB33AF-5D85-415A-BE08-A9EA9834EAD9}"/>
    <dgm:cxn modelId="{2CE11538-A284-48FF-BA58-DC60A32515A9}" srcId="{0E9DC877-2CC6-42D6-9AE6-853687C00594}" destId="{983B880E-E7D9-46C8-A373-5EF7667ECEB3}" srcOrd="1" destOrd="0" parTransId="{5FCC2222-8130-4472-A343-C050B7D43A57}" sibTransId="{FD929A78-0645-452D-86C8-1E0F06F96CDB}"/>
    <dgm:cxn modelId="{424EA179-DA32-4AD5-8AD8-FE861252CB97}" srcId="{1358C030-D7E7-42F5-856A-1E21E5C5E90C}" destId="{E4FA25D7-8176-43F0-8941-A5A94A994193}" srcOrd="0" destOrd="0" parTransId="{B2385438-0754-4E4F-A6E7-5BF1583A6752}" sibTransId="{9E5C8CC0-ED80-4251-B420-D7D53925203B}"/>
    <dgm:cxn modelId="{5C86D78B-A5F0-4005-BBBB-CC44C8539A16}" srcId="{E4FA25D7-8176-43F0-8941-A5A94A994193}" destId="{67CD8712-7124-4014-9AD9-9C7B1A5BD532}" srcOrd="0" destOrd="0" parTransId="{924DFB7C-019D-4D9E-B574-64E6BD9C6233}" sibTransId="{428489E8-DAF7-4C16-986C-0A68B6B55DCF}"/>
    <dgm:cxn modelId="{37356F90-3D23-4FE2-8BB5-E793C71CF51C}" srcId="{1358C030-D7E7-42F5-856A-1E21E5C5E90C}" destId="{0E9DC877-2CC6-42D6-9AE6-853687C00594}" srcOrd="1" destOrd="0" parTransId="{56DF9A77-E70F-4451-A179-A1224D19A317}" sibTransId="{D49420C2-1D52-465B-9F73-3C8D777ECD0D}"/>
    <dgm:cxn modelId="{54DB269B-0B53-46D7-A6B8-376806D6FF69}" type="presOf" srcId="{983B880E-E7D9-46C8-A373-5EF7667ECEB3}" destId="{96B92CA3-EDD9-4F4E-B75B-A6FD6274A95B}" srcOrd="0" destOrd="1" presId="urn:microsoft.com/office/officeart/2005/8/layout/vList2"/>
    <dgm:cxn modelId="{188A059D-41C1-45B1-ACBB-5BC425701BD2}" type="presOf" srcId="{261FF67D-5B83-4BF4-A0A7-F5844C025F1E}" destId="{96B92CA3-EDD9-4F4E-B75B-A6FD6274A95B}" srcOrd="0" destOrd="2" presId="urn:microsoft.com/office/officeart/2005/8/layout/vList2"/>
    <dgm:cxn modelId="{DD532EAD-8AE6-4F56-8782-2AA3CD10AC12}" type="presOf" srcId="{0E9DC877-2CC6-42D6-9AE6-853687C00594}" destId="{001F2BC1-C21F-42C0-A001-EFCE82421407}" srcOrd="0" destOrd="0" presId="urn:microsoft.com/office/officeart/2005/8/layout/vList2"/>
    <dgm:cxn modelId="{BE47C1B0-EAFC-489E-A4CB-8A01F96F302A}" type="presOf" srcId="{E4FA25D7-8176-43F0-8941-A5A94A994193}" destId="{45089BBA-71B7-437A-88BE-A7748E645347}" srcOrd="0" destOrd="0" presId="urn:microsoft.com/office/officeart/2005/8/layout/vList2"/>
    <dgm:cxn modelId="{8AFE80C7-D59A-469B-9E1C-921FCAA1D8FB}" type="presOf" srcId="{1358C030-D7E7-42F5-856A-1E21E5C5E90C}" destId="{DADADA77-1380-441C-9D10-3F58B28619B1}" srcOrd="0" destOrd="0" presId="urn:microsoft.com/office/officeart/2005/8/layout/vList2"/>
    <dgm:cxn modelId="{6F79A9D3-9A08-41CA-A505-B2195707FBE9}" srcId="{0E9DC877-2CC6-42D6-9AE6-853687C00594}" destId="{AFFCD5EC-E05A-496F-AD43-4968033E4CF5}" srcOrd="0" destOrd="0" parTransId="{A665A0B0-F979-4889-9EB8-8283EE65A186}" sibTransId="{37F77369-B4FE-4F0D-BC3F-96C6CF00F4BA}"/>
    <dgm:cxn modelId="{71FF40DE-8DCC-489A-8657-5D1E8CE09994}" type="presParOf" srcId="{DADADA77-1380-441C-9D10-3F58B28619B1}" destId="{45089BBA-71B7-437A-88BE-A7748E645347}" srcOrd="0" destOrd="0" presId="urn:microsoft.com/office/officeart/2005/8/layout/vList2"/>
    <dgm:cxn modelId="{B748D478-1F27-454B-A38C-E5F0545AEE25}" type="presParOf" srcId="{DADADA77-1380-441C-9D10-3F58B28619B1}" destId="{3F599203-222D-49D5-A974-1061ACB98F50}" srcOrd="1" destOrd="0" presId="urn:microsoft.com/office/officeart/2005/8/layout/vList2"/>
    <dgm:cxn modelId="{8EC19F5B-36A7-4106-8688-1B8177696BE7}" type="presParOf" srcId="{DADADA77-1380-441C-9D10-3F58B28619B1}" destId="{001F2BC1-C21F-42C0-A001-EFCE82421407}" srcOrd="2" destOrd="0" presId="urn:microsoft.com/office/officeart/2005/8/layout/vList2"/>
    <dgm:cxn modelId="{0D4F60AC-A8F9-4413-B2A0-CF7B7C88B3E9}" type="presParOf" srcId="{DADADA77-1380-441C-9D10-3F58B28619B1}" destId="{96B92CA3-EDD9-4F4E-B75B-A6FD6274A95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B13D5-F826-458C-A232-E26A7E858E43}">
      <dsp:nvSpPr>
        <dsp:cNvPr id="0" name=""/>
        <dsp:cNvSpPr/>
      </dsp:nvSpPr>
      <dsp:spPr>
        <a:xfrm>
          <a:off x="0" y="57060"/>
          <a:ext cx="10918454" cy="748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n-ea"/>
              <a:cs typeface="+mn-cs"/>
            </a:rPr>
            <a:t>Biomedical Recording Systems</a:t>
          </a:r>
          <a:endParaRPr lang="en-IN" sz="3200" kern="1200" dirty="0"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+mj-lt"/>
          </a:endParaRPr>
        </a:p>
      </dsp:txBody>
      <dsp:txXfrm>
        <a:off x="0" y="57060"/>
        <a:ext cx="10918454" cy="748800"/>
      </dsp:txXfrm>
    </dsp:sp>
    <dsp:sp modelId="{018CAE40-3895-40F1-9849-0028CD0A5F3D}">
      <dsp:nvSpPr>
        <dsp:cNvPr id="0" name=""/>
        <dsp:cNvSpPr/>
      </dsp:nvSpPr>
      <dsp:spPr>
        <a:xfrm>
          <a:off x="0" y="805860"/>
          <a:ext cx="10918454" cy="599507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1" i="0" kern="1200" dirty="0"/>
            <a:t>Recorders provide permanent visual record of an applied electrical signal. </a:t>
          </a:r>
          <a:endParaRPr lang="en-IN" sz="2600" b="1" kern="1200" dirty="0"/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/>
            <a:t>The most basic electronic recording system consists of </a:t>
          </a:r>
          <a:r>
            <a:rPr lang="en-US" sz="2600" b="0" i="0" kern="1200" dirty="0">
              <a:highlight>
                <a:srgbClr val="FFFF00"/>
              </a:highlight>
            </a:rPr>
            <a:t>3 important components:</a:t>
          </a:r>
          <a:endParaRPr lang="en-IN" sz="2600" kern="1200" dirty="0">
            <a:highlight>
              <a:srgbClr val="FFFF00"/>
            </a:highlight>
          </a:endParaRP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600" b="1" i="0" kern="1200" dirty="0">
              <a:highlight>
                <a:srgbClr val="FFFF00"/>
              </a:highlight>
            </a:rPr>
            <a:t>Electrodes/Transducer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600" b="1" i="0" kern="1200" dirty="0">
              <a:highlight>
                <a:srgbClr val="FFFF00"/>
              </a:highlight>
            </a:rPr>
            <a:t>Signal conditioner</a:t>
          </a:r>
        </a:p>
        <a:p>
          <a:pPr marL="457200" lvl="2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2600" b="1" i="0" kern="1200" dirty="0">
              <a:highlight>
                <a:srgbClr val="FFFF00"/>
              </a:highlight>
            </a:rPr>
            <a:t>Writing system</a:t>
          </a:r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2600" b="0" i="0" kern="1200" dirty="0"/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/>
            <a:t>The </a:t>
          </a:r>
          <a:r>
            <a:rPr lang="en-US" sz="2600" b="1" i="0" kern="1200" dirty="0"/>
            <a:t>electrode </a:t>
          </a:r>
          <a:r>
            <a:rPr lang="en-US" sz="2600" b="0" i="0" kern="1200" dirty="0"/>
            <a:t>picks up the bioelectric potentials whereas the </a:t>
          </a:r>
          <a:r>
            <a:rPr lang="en-US" sz="2600" b="1" i="0" kern="1200" dirty="0"/>
            <a:t>transducer</a:t>
          </a:r>
          <a:r>
            <a:rPr lang="en-US" sz="2600" b="0" i="0" kern="1200" dirty="0"/>
            <a:t> converts the physiological signal to be measured into a usable electrical output.</a:t>
          </a:r>
          <a:endParaRPr lang="en-IN" sz="2600" b="0" i="0" kern="1200" dirty="0"/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/>
            <a:t>The </a:t>
          </a:r>
          <a:r>
            <a:rPr lang="en-US" sz="2600" b="1" i="0" kern="1200" dirty="0"/>
            <a:t>signal conditioner </a:t>
          </a:r>
          <a:r>
            <a:rPr lang="en-US" sz="2600" b="0" i="0" kern="1200" dirty="0"/>
            <a:t>converts the output of the electrode/transducer into an electrical quantity suitable for operating the writing system.</a:t>
          </a:r>
        </a:p>
        <a:p>
          <a:pPr marL="228600" lvl="1" indent="-228600" algn="just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b="0" i="0" kern="1200" dirty="0"/>
            <a:t>The </a:t>
          </a:r>
          <a:r>
            <a:rPr lang="en-US" sz="2600" b="1" i="0" kern="1200" dirty="0"/>
            <a:t>writing system </a:t>
          </a:r>
          <a:r>
            <a:rPr lang="en-US" sz="2600" b="0" i="0" kern="1200" dirty="0"/>
            <a:t>provides a visible graphic representation of the quantity of the physiological variable of interest.</a:t>
          </a:r>
        </a:p>
      </dsp:txBody>
      <dsp:txXfrm>
        <a:off x="0" y="805860"/>
        <a:ext cx="10918454" cy="59950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F77876-5276-478A-91D6-9EA6AD0D2DC0}">
      <dsp:nvSpPr>
        <dsp:cNvPr id="0" name=""/>
        <dsp:cNvSpPr/>
      </dsp:nvSpPr>
      <dsp:spPr>
        <a:xfrm>
          <a:off x="0" y="107910"/>
          <a:ext cx="10982253" cy="7200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i="0" kern="1200" dirty="0">
              <a:solidFill>
                <a:schemeClr val="tx1"/>
              </a:solidFill>
              <a:highlight>
                <a:srgbClr val="FFFF00"/>
              </a:highlight>
            </a:rPr>
            <a:t>What is Signal Conditioning? Role in instrumentation</a:t>
          </a:r>
          <a:endParaRPr lang="en-IN" sz="2800" b="1" kern="1200" dirty="0">
            <a:solidFill>
              <a:schemeClr val="tx1"/>
            </a:solidFill>
            <a:highlight>
              <a:srgbClr val="FFFF00"/>
            </a:highlight>
          </a:endParaRPr>
        </a:p>
      </dsp:txBody>
      <dsp:txXfrm>
        <a:off x="35148" y="143058"/>
        <a:ext cx="10911957" cy="649708"/>
      </dsp:txXfrm>
    </dsp:sp>
    <dsp:sp modelId="{DBCA7072-3AB7-415D-93FF-30E6AA1F654D}">
      <dsp:nvSpPr>
        <dsp:cNvPr id="0" name=""/>
        <dsp:cNvSpPr/>
      </dsp:nvSpPr>
      <dsp:spPr>
        <a:xfrm>
          <a:off x="0" y="827914"/>
          <a:ext cx="10982253" cy="57856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687" tIns="29210" rIns="163576" bIns="29210" numCol="1" spcCol="1270" anchor="t" anchorCtr="0">
          <a:noAutofit/>
        </a:bodyPr>
        <a:lstStyle/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Analog signals </a:t>
          </a:r>
          <a:r>
            <a:rPr lang="en-US" sz="2300" b="1" i="0" kern="1200" dirty="0"/>
            <a:t>need to be correctly </a:t>
          </a:r>
          <a:r>
            <a:rPr lang="en-US" sz="2300" b="0" i="0" kern="1200" dirty="0"/>
            <a:t>"prepared" before they can be </a:t>
          </a:r>
          <a:r>
            <a:rPr lang="en-US" sz="2300" b="1" i="0" kern="1200" dirty="0"/>
            <a:t>converted into digital form for further processing. </a:t>
          </a:r>
          <a:endParaRPr lang="en-IN" sz="2300" b="1" kern="1200" dirty="0"/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i="0" kern="1200" dirty="0"/>
            <a:t>Signal conditioning is an electronic circuit that manipulates a signal in a way that prepares it for the next stage of processing. </a:t>
          </a:r>
          <a:endParaRPr lang="en-IN" sz="2300" b="1" kern="1200" dirty="0"/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Many data acquisition applications involve environmental or mechanical measurement from sensors, such as temperature and vibration. These sensors require signal conditioning before a data acquisition device can effectively and accurately measure the signal.</a:t>
          </a:r>
          <a:endParaRPr lang="en-IN" sz="2300" kern="1200" dirty="0"/>
        </a:p>
        <a:p>
          <a:pPr marL="457200" lvl="2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For example, </a:t>
          </a:r>
          <a:r>
            <a:rPr lang="en-US" sz="2300" b="1" i="0" kern="1200" dirty="0"/>
            <a:t>thermocouple signals have very small voltage levels that must be amplified before they can be digitized</a:t>
          </a:r>
          <a:r>
            <a:rPr lang="en-US" sz="2300" b="0" i="0" kern="1200" dirty="0"/>
            <a:t>. </a:t>
          </a:r>
        </a:p>
        <a:p>
          <a:pPr marL="457200" lvl="2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Other sensors, such as resistance temperature detectors (RTDs), accelerometers, and strain gauges require excitation to operate. 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All of these preparation technologies are forms of signal conditioning.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dirty="0"/>
            <a:t>Signal conditioning is one of the fundamental building blocks of modern data acquisition. </a:t>
          </a:r>
        </a:p>
        <a:p>
          <a:pPr marL="228600" lvl="1" indent="-228600" algn="just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i="0" kern="1200" dirty="0"/>
            <a:t>The basic purpose of a data acquisition system is to make physical measurements</a:t>
          </a:r>
          <a:r>
            <a:rPr lang="en-US" sz="2300" b="0" i="0" kern="1200" dirty="0"/>
            <a:t>.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2200" kern="1200" dirty="0"/>
        </a:p>
      </dsp:txBody>
      <dsp:txXfrm>
        <a:off x="0" y="827914"/>
        <a:ext cx="10982253" cy="57856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75419-3FB5-4FF3-A46C-4FAF88970886}">
      <dsp:nvSpPr>
        <dsp:cNvPr id="0" name=""/>
        <dsp:cNvSpPr/>
      </dsp:nvSpPr>
      <dsp:spPr>
        <a:xfrm>
          <a:off x="0" y="250965"/>
          <a:ext cx="6319616" cy="9216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dirty="0">
              <a:solidFill>
                <a:schemeClr val="tx1"/>
              </a:solidFill>
              <a:highlight>
                <a:srgbClr val="FFFF00"/>
              </a:highlight>
            </a:rPr>
            <a:t>Biological Amplifiers</a:t>
          </a:r>
          <a:endParaRPr lang="en-IN" sz="3200" kern="1200" dirty="0">
            <a:solidFill>
              <a:schemeClr val="tx1"/>
            </a:solidFill>
            <a:highlight>
              <a:srgbClr val="FFFF00"/>
            </a:highlight>
          </a:endParaRPr>
        </a:p>
      </dsp:txBody>
      <dsp:txXfrm>
        <a:off x="0" y="250965"/>
        <a:ext cx="6319616" cy="921600"/>
      </dsp:txXfrm>
    </dsp:sp>
    <dsp:sp modelId="{2B39F4EB-9A57-466D-AF35-80FC08F6DD21}">
      <dsp:nvSpPr>
        <dsp:cNvPr id="0" name=""/>
        <dsp:cNvSpPr/>
      </dsp:nvSpPr>
      <dsp:spPr>
        <a:xfrm>
          <a:off x="0" y="1172565"/>
          <a:ext cx="6319616" cy="4831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Generally, </a:t>
          </a:r>
          <a:r>
            <a:rPr lang="en-US" sz="3200" b="1" i="0" kern="1200" dirty="0"/>
            <a:t>biological/bioelectric signals have low amplitude and low frequency. </a:t>
          </a:r>
          <a:endParaRPr lang="en-IN" sz="3200" b="1" kern="1200" dirty="0"/>
        </a:p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Therefore, to </a:t>
          </a:r>
          <a:r>
            <a:rPr lang="en-US" sz="3200" b="1" i="0" kern="1200" dirty="0"/>
            <a:t>increase the amplitude level of </a:t>
          </a:r>
          <a:r>
            <a:rPr lang="en-US" sz="3200" b="1" i="0" kern="1200" dirty="0" err="1"/>
            <a:t>biosignals</a:t>
          </a:r>
          <a:r>
            <a:rPr lang="en-US" sz="3200" b="1" i="0" kern="1200" dirty="0"/>
            <a:t> amplifiers are designed. </a:t>
          </a:r>
          <a:endParaRPr lang="en-IN" sz="3200" b="1" kern="1200" dirty="0"/>
        </a:p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0" i="0" kern="1200" dirty="0"/>
            <a:t>The outputs from these amplifiers are used for further analysis and they appear as ECG, EMG, or any bioelectric waveforms. </a:t>
          </a:r>
          <a:endParaRPr lang="en-IN" sz="3200" kern="1200" dirty="0"/>
        </a:p>
      </dsp:txBody>
      <dsp:txXfrm>
        <a:off x="0" y="1172565"/>
        <a:ext cx="6319616" cy="4831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03C9E-4885-4672-BA09-2B2A556C25C0}">
      <dsp:nvSpPr>
        <dsp:cNvPr id="0" name=""/>
        <dsp:cNvSpPr/>
      </dsp:nvSpPr>
      <dsp:spPr>
        <a:xfrm>
          <a:off x="0" y="3204"/>
          <a:ext cx="11035414" cy="5947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b="1" i="0" kern="1200" dirty="0">
              <a:solidFill>
                <a:schemeClr val="tx1"/>
              </a:solidFill>
              <a:highlight>
                <a:srgbClr val="FFFF00"/>
              </a:highlight>
            </a:rPr>
            <a:t>Isolation Amplifier- Purpose</a:t>
          </a:r>
          <a:endParaRPr lang="en-IN" sz="3200" b="1" kern="1200" dirty="0">
            <a:solidFill>
              <a:schemeClr val="tx1"/>
            </a:solidFill>
            <a:highlight>
              <a:srgbClr val="FFFF00"/>
            </a:highlight>
          </a:endParaRPr>
        </a:p>
      </dsp:txBody>
      <dsp:txXfrm>
        <a:off x="29034" y="32238"/>
        <a:ext cx="10977346" cy="536690"/>
      </dsp:txXfrm>
    </dsp:sp>
    <dsp:sp modelId="{2FCCD388-B514-4D03-A656-73F5B95BD5D7}">
      <dsp:nvSpPr>
        <dsp:cNvPr id="0" name=""/>
        <dsp:cNvSpPr/>
      </dsp:nvSpPr>
      <dsp:spPr>
        <a:xfrm>
          <a:off x="0" y="597963"/>
          <a:ext cx="11035414" cy="59501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374" tIns="40640" rIns="227584" bIns="40640" numCol="1" spcCol="1270" anchor="t" anchorCtr="0">
          <a:noAutofit/>
        </a:bodyPr>
        <a:lstStyle/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b="0" i="0" kern="1200" dirty="0"/>
            <a:t>Isolation amplifiers allow </a:t>
          </a:r>
          <a:r>
            <a:rPr lang="en-US" sz="3200" b="0" i="0" u="sng" kern="1200" dirty="0"/>
            <a:t>measurement of small signals in the presence of a high common mode voltage </a:t>
          </a:r>
          <a:r>
            <a:rPr lang="en-US" sz="3200" b="0" i="0" kern="1200" dirty="0"/>
            <a:t>by providing electrical isolation and an electrical safety barrier. </a:t>
          </a:r>
          <a:endParaRPr lang="en-IN" sz="3200" kern="1200" dirty="0"/>
        </a:p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b="0" i="0" kern="1200" dirty="0"/>
            <a:t>An </a:t>
          </a:r>
          <a:r>
            <a:rPr lang="en-US" sz="3200" b="1" i="0" kern="1200" dirty="0"/>
            <a:t>isolation amplifier</a:t>
          </a:r>
          <a:r>
            <a:rPr lang="en-US" sz="3200" b="0" i="0" kern="1200" dirty="0"/>
            <a:t> provides isolation of one part of a circuit from another, so that power is not used, drawn, or wasted in a part of the circuit.</a:t>
          </a:r>
          <a:endParaRPr lang="en-IN" sz="3200" kern="1200" dirty="0"/>
        </a:p>
        <a:p>
          <a:pPr marL="285750" lvl="1" indent="-285750" algn="just" defTabSz="14224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200" b="0" i="0" kern="1200" dirty="0"/>
            <a:t>These amplifiers are also used for </a:t>
          </a:r>
          <a:r>
            <a:rPr lang="en-US" sz="3200" b="1" i="0" kern="1200" dirty="0"/>
            <a:t>amplifying low-level signals in multi-channel applications. </a:t>
          </a:r>
          <a:endParaRPr lang="en-IN" sz="3200" b="1" kern="1200" dirty="0"/>
        </a:p>
      </dsp:txBody>
      <dsp:txXfrm>
        <a:off x="0" y="597963"/>
        <a:ext cx="11035414" cy="59501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FB92C-15AB-4826-94F4-2F5DA4532A3D}">
      <dsp:nvSpPr>
        <dsp:cNvPr id="0" name=""/>
        <dsp:cNvSpPr/>
      </dsp:nvSpPr>
      <dsp:spPr>
        <a:xfrm>
          <a:off x="0" y="77357"/>
          <a:ext cx="10932041" cy="835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 err="1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+mj-lt"/>
              <a:ea typeface="+mn-ea"/>
              <a:cs typeface="+mn-cs"/>
            </a:rPr>
            <a:t>Vectorcardiograph</a:t>
          </a:r>
          <a:r>
            <a:rPr lang="en-US" sz="36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+mj-lt"/>
              <a:ea typeface="+mn-ea"/>
              <a:cs typeface="+mn-cs"/>
            </a:rPr>
            <a:t> and applications</a:t>
          </a:r>
          <a:endParaRPr lang="en-IN" sz="3600" b="1" kern="1200" dirty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highlight>
              <a:srgbClr val="FFFF00"/>
            </a:highlight>
            <a:latin typeface="+mj-lt"/>
          </a:endParaRPr>
        </a:p>
      </dsp:txBody>
      <dsp:txXfrm>
        <a:off x="0" y="77357"/>
        <a:ext cx="10932041" cy="835200"/>
      </dsp:txXfrm>
    </dsp:sp>
    <dsp:sp modelId="{5321317D-977D-4E9B-AAE9-A7438C035479}">
      <dsp:nvSpPr>
        <dsp:cNvPr id="0" name=""/>
        <dsp:cNvSpPr/>
      </dsp:nvSpPr>
      <dsp:spPr>
        <a:xfrm>
          <a:off x="0" y="912557"/>
          <a:ext cx="10932041" cy="5731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686" tIns="154686" rIns="206248" bIns="232029" numCol="1" spcCol="1270" anchor="t" anchorCtr="0">
          <a:noAutofit/>
        </a:bodyPr>
        <a:lstStyle/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0" i="0" kern="1200" dirty="0"/>
            <a:t>Vectorcardiography (VCG) is a method of developing two-dimensional (2D) images of electrical activity of heart by obtaining ECG along three axis. </a:t>
          </a:r>
          <a:endParaRPr lang="en-IN" sz="2900" kern="1200" dirty="0"/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Display is know as vector cardiogram. </a:t>
          </a:r>
          <a:endParaRPr lang="en-IN" sz="2900" kern="1200" dirty="0"/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The method was developed by </a:t>
          </a:r>
          <a:r>
            <a:rPr lang="en-US" sz="2900" b="1" kern="1200" dirty="0"/>
            <a:t>E.  Frank </a:t>
          </a:r>
          <a:r>
            <a:rPr lang="en-US" sz="2900" kern="1200" dirty="0"/>
            <a:t>in the mid 1950s. </a:t>
          </a:r>
          <a:endParaRPr lang="en-IN" sz="2900" kern="1200" dirty="0"/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Since the human body is a three-dimensional structure, the basic idea is to construct 3 orthogonal leads containing all the electric information scanned in three mutually orthogonal axes (vertical, transversal, and sagittal). </a:t>
          </a:r>
        </a:p>
        <a:p>
          <a:pPr marL="285750" lvl="1" indent="-285750" algn="just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1" kern="1200" dirty="0" err="1"/>
            <a:t>Vectorcardiograph</a:t>
          </a:r>
          <a:r>
            <a:rPr lang="en-US" sz="2900" kern="1200" dirty="0"/>
            <a:t> is an instrument that record the magnitude and direction of the electrical forces that are generated by the heart by means of a continuous series of vectors that form curving lines around a central point. </a:t>
          </a:r>
          <a:endParaRPr lang="en-IN" sz="2900" kern="1200" dirty="0"/>
        </a:p>
      </dsp:txBody>
      <dsp:txXfrm>
        <a:off x="0" y="912557"/>
        <a:ext cx="10932041" cy="57315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E02749-AA0A-4F2C-A604-2B5965A1646D}">
      <dsp:nvSpPr>
        <dsp:cNvPr id="0" name=""/>
        <dsp:cNvSpPr/>
      </dsp:nvSpPr>
      <dsp:spPr>
        <a:xfrm>
          <a:off x="0" y="80844"/>
          <a:ext cx="10960987" cy="84130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+mn-lt"/>
            </a:rPr>
            <a:t>Vectorcardiography (VCG) is an investigation method that was previously compared to ECG several times and was evaluated as a useful investigation method. </a:t>
          </a:r>
          <a:endParaRPr lang="en-IN" sz="2400" kern="1200" dirty="0">
            <a:latin typeface="+mn-lt"/>
          </a:endParaRPr>
        </a:p>
      </dsp:txBody>
      <dsp:txXfrm>
        <a:off x="41069" y="121913"/>
        <a:ext cx="10878849" cy="759170"/>
      </dsp:txXfrm>
    </dsp:sp>
    <dsp:sp modelId="{CED7BCFC-FFC4-4F70-9136-72B40FE3F3F6}">
      <dsp:nvSpPr>
        <dsp:cNvPr id="0" name=""/>
        <dsp:cNvSpPr/>
      </dsp:nvSpPr>
      <dsp:spPr>
        <a:xfrm>
          <a:off x="0" y="994537"/>
          <a:ext cx="10960987" cy="972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011" tIns="27940" rIns="156464" bIns="27940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The vector cardiogram appears as loops in each plane. </a:t>
          </a:r>
          <a:endParaRPr lang="en-IN" sz="2200" kern="1200" dirty="0">
            <a:latin typeface="+mn-lt"/>
          </a:endParaRP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There are three loops corresponding to P, QRS and T waves. Among this the QRS complex loop is dominating one. </a:t>
          </a:r>
          <a:endParaRPr lang="en-IN" sz="2200" kern="1200" dirty="0">
            <a:latin typeface="+mn-lt"/>
          </a:endParaRPr>
        </a:p>
      </dsp:txBody>
      <dsp:txXfrm>
        <a:off x="0" y="994537"/>
        <a:ext cx="10960987" cy="972004"/>
      </dsp:txXfrm>
    </dsp:sp>
    <dsp:sp modelId="{D4D5AD1F-575E-4FFE-823E-599C471D45D8}">
      <dsp:nvSpPr>
        <dsp:cNvPr id="0" name=""/>
        <dsp:cNvSpPr/>
      </dsp:nvSpPr>
      <dsp:spPr>
        <a:xfrm>
          <a:off x="0" y="2039361"/>
          <a:ext cx="10960987" cy="9719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just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latin typeface="+mn-lt"/>
            </a:rPr>
            <a:t>VCG provides better sensitivity, for example for the detection of myocardial infarction  and hypertrophy. </a:t>
          </a:r>
        </a:p>
      </dsp:txBody>
      <dsp:txXfrm>
        <a:off x="47449" y="2086810"/>
        <a:ext cx="10866089" cy="877100"/>
      </dsp:txXfrm>
    </dsp:sp>
    <dsp:sp modelId="{0FB5278F-2678-4E2F-A5D6-BE68C9B80D07}">
      <dsp:nvSpPr>
        <dsp:cNvPr id="0" name=""/>
        <dsp:cNvSpPr/>
      </dsp:nvSpPr>
      <dsp:spPr>
        <a:xfrm>
          <a:off x="0" y="3011360"/>
          <a:ext cx="10960987" cy="32425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011" tIns="27940" rIns="156464" bIns="27940" numCol="1" spcCol="1270" anchor="t" anchorCtr="0">
          <a:noAutofit/>
        </a:bodyPr>
        <a:lstStyle/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+mn-lt"/>
            </a:rPr>
            <a:t>A </a:t>
          </a:r>
          <a:r>
            <a:rPr lang="en-US" sz="2200" b="1" kern="1200" dirty="0">
              <a:latin typeface="+mn-lt"/>
            </a:rPr>
            <a:t>Polaroid camera photographs, the oscilloscope screen to provide a permanent record</a:t>
          </a:r>
          <a:r>
            <a:rPr lang="en-US" sz="2200" kern="1200" dirty="0">
              <a:latin typeface="+mn-lt"/>
            </a:rPr>
            <a:t>. </a:t>
          </a:r>
          <a:endParaRPr lang="en-IN" sz="2200" kern="1200" dirty="0">
            <a:latin typeface="+mn-lt"/>
          </a:endParaRP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dirty="0">
              <a:latin typeface="+mn-lt"/>
            </a:rPr>
            <a:t>However, in clinical practice, measurement of VCG is not usually used because it requires additional electrodes placed on the patient’s body.</a:t>
          </a:r>
          <a:endParaRPr lang="en-IN" sz="2200" kern="1200" dirty="0">
            <a:latin typeface="+mn-lt"/>
          </a:endParaRP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+mn-lt"/>
            </a:rPr>
            <a:t>With the modern computer facilities, the vectorcardiography may be clinically used in an extensive manner, even though it is not widely used clinically now. </a:t>
          </a:r>
          <a:endParaRPr lang="en-IN" sz="2200" kern="1200" dirty="0">
            <a:latin typeface="+mn-lt"/>
          </a:endParaRP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+mn-lt"/>
            </a:rPr>
            <a:t>It is the recording of the moment-to-moment electromotive forces of the heart on a plane of the body surface delineated as a vector function of time. </a:t>
          </a:r>
          <a:endParaRPr lang="en-IN" sz="2200" kern="1200" dirty="0">
            <a:latin typeface="+mn-lt"/>
          </a:endParaRPr>
        </a:p>
        <a:p>
          <a:pPr marL="228600" lvl="1" indent="-228600" algn="just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>
              <a:latin typeface="+mn-lt"/>
            </a:rPr>
            <a:t>It achieved a higher sensitivity for the detection of hypertrophy as well as </a:t>
          </a:r>
          <a:r>
            <a:rPr lang="en-US" sz="2200" kern="1200" dirty="0" err="1">
              <a:latin typeface="+mn-lt"/>
            </a:rPr>
            <a:t>ischaemic</a:t>
          </a:r>
          <a:r>
            <a:rPr lang="en-US" sz="2200" kern="1200" dirty="0">
              <a:latin typeface="+mn-lt"/>
            </a:rPr>
            <a:t> heart disease.</a:t>
          </a:r>
          <a:endParaRPr lang="en-IN" sz="2200" kern="1200" dirty="0">
            <a:latin typeface="+mn-lt"/>
          </a:endParaRPr>
        </a:p>
      </dsp:txBody>
      <dsp:txXfrm>
        <a:off x="0" y="3011360"/>
        <a:ext cx="10960987" cy="324259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314DFA-D283-4E59-8158-2D6A033F261E}">
      <dsp:nvSpPr>
        <dsp:cNvPr id="0" name=""/>
        <dsp:cNvSpPr/>
      </dsp:nvSpPr>
      <dsp:spPr>
        <a:xfrm>
          <a:off x="0" y="21107"/>
          <a:ext cx="10197296" cy="8928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b="1" kern="1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+mj-lt"/>
            </a:rPr>
            <a:t>Pulse Oximeter</a:t>
          </a:r>
        </a:p>
      </dsp:txBody>
      <dsp:txXfrm>
        <a:off x="0" y="21107"/>
        <a:ext cx="10197296" cy="892800"/>
      </dsp:txXfrm>
    </dsp:sp>
    <dsp:sp modelId="{274746B1-717D-4143-B3FF-9EFF94B45306}">
      <dsp:nvSpPr>
        <dsp:cNvPr id="0" name=""/>
        <dsp:cNvSpPr/>
      </dsp:nvSpPr>
      <dsp:spPr>
        <a:xfrm>
          <a:off x="0" y="904533"/>
          <a:ext cx="10197296" cy="57864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5354" tIns="165354" rIns="220472" bIns="248031" numCol="1" spcCol="1270" anchor="t" anchorCtr="0">
          <a:noAutofit/>
        </a:bodyPr>
        <a:lstStyle/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0" i="0" kern="1200" dirty="0"/>
            <a:t>Pulse oximetry is a test that </a:t>
          </a:r>
          <a:r>
            <a:rPr lang="en-US" sz="3100" b="0" i="0" u="sng" kern="1200" dirty="0"/>
            <a:t>measures the oxygen saturation level of your blood.</a:t>
          </a:r>
          <a:endParaRPr lang="en-IN" sz="3100" u="sng" kern="1200" dirty="0"/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0" i="0" kern="1200" dirty="0"/>
            <a:t>It can rapidly </a:t>
          </a:r>
          <a:r>
            <a:rPr lang="en-US" sz="3100" b="1" i="0" u="sng" kern="1200" dirty="0"/>
            <a:t>detec</a:t>
          </a:r>
          <a:r>
            <a:rPr lang="en-US" sz="3100" b="0" i="0" u="sng" kern="1200" dirty="0"/>
            <a:t>t even small </a:t>
          </a:r>
          <a:r>
            <a:rPr lang="en-US" sz="3100" b="1" i="0" u="sng" kern="1200" dirty="0"/>
            <a:t>changes in oxygen levels</a:t>
          </a:r>
          <a:r>
            <a:rPr lang="en-US" sz="3100" b="0" i="0" kern="1200" dirty="0"/>
            <a:t>. </a:t>
          </a:r>
          <a:endParaRPr lang="en-IN" sz="3100" kern="1200" dirty="0"/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0" i="0" kern="1200" dirty="0"/>
            <a:t>These levels show how efficiently blood is carrying oxygen to the extremities furthest from your heart, including your arms and legs.</a:t>
          </a:r>
          <a:endParaRPr lang="en-IN" sz="3100" kern="1200" dirty="0"/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0" i="0" kern="1200" dirty="0"/>
            <a:t>The pulse oximeter is a </a:t>
          </a:r>
          <a:r>
            <a:rPr lang="en-US" sz="3100" b="0" i="0" u="sng" kern="1200" dirty="0"/>
            <a:t>small, clip-like device </a:t>
          </a:r>
          <a:r>
            <a:rPr lang="en-US" sz="3100" u="sng" kern="1200" dirty="0"/>
            <a:t>that is usually placed on a fingertip. </a:t>
          </a:r>
          <a:endParaRPr lang="en-IN" sz="3100" u="sng" kern="1200" dirty="0"/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1" kern="1200" dirty="0"/>
            <a:t>It uses </a:t>
          </a:r>
          <a:r>
            <a:rPr lang="en-US" sz="3100" b="1" u="sng" kern="1200" dirty="0"/>
            <a:t>light beams to estimate the oxygen saturation </a:t>
          </a:r>
          <a:r>
            <a:rPr lang="en-US" sz="3100" u="sng" kern="1200" dirty="0"/>
            <a:t>of the blood and the pulse rate. </a:t>
          </a:r>
          <a:endParaRPr lang="en-IN" sz="3100" u="sng" kern="1200" dirty="0"/>
        </a:p>
        <a:p>
          <a:pPr marL="285750" lvl="1" indent="-285750" algn="just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1" u="sng" kern="1200" dirty="0"/>
            <a:t>Oxygen saturation gives information about the amount of oxygen carried in the blood</a:t>
          </a:r>
          <a:r>
            <a:rPr lang="en-US" sz="3100" u="sng" kern="1200" dirty="0"/>
            <a:t>. </a:t>
          </a:r>
          <a:endParaRPr lang="en-IN" sz="3100" u="sng" kern="1200" dirty="0"/>
        </a:p>
      </dsp:txBody>
      <dsp:txXfrm>
        <a:off x="0" y="904533"/>
        <a:ext cx="10197296" cy="57864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0F5189-21D5-4D68-BA88-EF309BA4BDDA}">
      <dsp:nvSpPr>
        <dsp:cNvPr id="0" name=""/>
        <dsp:cNvSpPr/>
      </dsp:nvSpPr>
      <dsp:spPr>
        <a:xfrm>
          <a:off x="0" y="522981"/>
          <a:ext cx="11000014" cy="119355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The pulse oximeter can </a:t>
          </a:r>
          <a:r>
            <a:rPr lang="en-US" sz="2800" u="sng" kern="1200" dirty="0">
              <a:solidFill>
                <a:schemeClr val="tx1"/>
              </a:solidFill>
            </a:rPr>
            <a:t>estimate the amount of oxygen in the blood without having to draw a blood sample</a:t>
          </a:r>
          <a:r>
            <a:rPr lang="en-US" sz="2800" u="sng" kern="1200" dirty="0"/>
            <a:t>. </a:t>
          </a:r>
          <a:endParaRPr lang="en-IN" sz="2800" u="sng" kern="1200" dirty="0"/>
        </a:p>
      </dsp:txBody>
      <dsp:txXfrm>
        <a:off x="58265" y="581246"/>
        <a:ext cx="10883484" cy="1077028"/>
      </dsp:txXfrm>
    </dsp:sp>
    <dsp:sp modelId="{E5EB4AFE-CE70-48C3-9FB8-DC81320545B2}">
      <dsp:nvSpPr>
        <dsp:cNvPr id="0" name=""/>
        <dsp:cNvSpPr/>
      </dsp:nvSpPr>
      <dsp:spPr>
        <a:xfrm>
          <a:off x="0" y="1828101"/>
          <a:ext cx="11000014" cy="1422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0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The principle of operation of pulse oximeter is based on the concept that the </a:t>
          </a:r>
          <a:r>
            <a:rPr lang="en-US" sz="2400" b="1" kern="1200" dirty="0"/>
            <a:t>oxygen saturation determinations can be made using two wavelengths</a:t>
          </a:r>
          <a:r>
            <a:rPr lang="en-US" sz="2400" kern="1200" dirty="0"/>
            <a:t>. 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These two wavelengths assume two absorbers namely: </a:t>
          </a:r>
          <a:r>
            <a:rPr lang="en-US" sz="2400" b="1" kern="1200" dirty="0" err="1"/>
            <a:t>Oxyhaemoglobin</a:t>
          </a:r>
          <a:r>
            <a:rPr lang="en-US" sz="2400" kern="1200" dirty="0"/>
            <a:t> (HbO</a:t>
          </a:r>
          <a:r>
            <a:rPr lang="en-US" sz="2400" kern="1200" baseline="-25000" dirty="0"/>
            <a:t>2</a:t>
          </a:r>
          <a:r>
            <a:rPr lang="en-US" sz="2400" kern="1200" dirty="0"/>
            <a:t>) and </a:t>
          </a:r>
          <a:r>
            <a:rPr lang="en-US" sz="2400" b="1" kern="1200" dirty="0" err="1"/>
            <a:t>Haemoglobin</a:t>
          </a:r>
          <a:r>
            <a:rPr lang="en-US" sz="2400" kern="1200" dirty="0"/>
            <a:t> (Hb). </a:t>
          </a:r>
          <a:endParaRPr lang="en-IN" sz="2400" kern="1200" dirty="0"/>
        </a:p>
      </dsp:txBody>
      <dsp:txXfrm>
        <a:off x="0" y="1828101"/>
        <a:ext cx="11000014" cy="1422769"/>
      </dsp:txXfrm>
    </dsp:sp>
    <dsp:sp modelId="{4B854459-D4B6-4B26-BE60-B3CF0B80A06A}">
      <dsp:nvSpPr>
        <dsp:cNvPr id="0" name=""/>
        <dsp:cNvSpPr/>
      </dsp:nvSpPr>
      <dsp:spPr>
        <a:xfrm>
          <a:off x="0" y="3479336"/>
          <a:ext cx="11000014" cy="10070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just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The instrument consists of a pair of small LEDs facing a photodiode (photosensor). </a:t>
          </a:r>
          <a:endParaRPr lang="en-IN" sz="2800" kern="1200" dirty="0">
            <a:solidFill>
              <a:schemeClr val="tx1"/>
            </a:solidFill>
          </a:endParaRPr>
        </a:p>
      </dsp:txBody>
      <dsp:txXfrm>
        <a:off x="49159" y="3528495"/>
        <a:ext cx="10901696" cy="908702"/>
      </dsp:txXfrm>
    </dsp:sp>
    <dsp:sp modelId="{8CA5B2FA-3E2A-4C6C-B422-DDF9C000258B}">
      <dsp:nvSpPr>
        <dsp:cNvPr id="0" name=""/>
        <dsp:cNvSpPr/>
      </dsp:nvSpPr>
      <dsp:spPr>
        <a:xfrm>
          <a:off x="0" y="4638843"/>
          <a:ext cx="11000014" cy="13507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0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The </a:t>
          </a:r>
          <a:r>
            <a:rPr lang="en-US" sz="2400" b="1" kern="1200" dirty="0"/>
            <a:t>light</a:t>
          </a:r>
          <a:r>
            <a:rPr lang="en-US" sz="2400" kern="1200" dirty="0"/>
            <a:t> from the LEDs, </a:t>
          </a:r>
          <a:r>
            <a:rPr lang="en-US" sz="2400" b="1" kern="1200" dirty="0"/>
            <a:t>passes through a translucent part </a:t>
          </a:r>
          <a:r>
            <a:rPr lang="en-US" sz="2400" kern="1200" dirty="0"/>
            <a:t>of the patient’s body generally forefinger. 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One of these two LEDs transmits </a:t>
          </a:r>
          <a:r>
            <a:rPr lang="en-US" sz="2400" b="1" kern="1200" dirty="0"/>
            <a:t>infrared light </a:t>
          </a:r>
          <a:r>
            <a:rPr lang="en-US" sz="2400" kern="1200" dirty="0"/>
            <a:t>at a wavelength of approximately </a:t>
          </a:r>
          <a:r>
            <a:rPr lang="en-US" sz="2400" b="1" kern="1200" dirty="0"/>
            <a:t>940 nm </a:t>
          </a:r>
          <a:r>
            <a:rPr lang="en-US" sz="2400" kern="1200" dirty="0"/>
            <a:t>while the other </a:t>
          </a:r>
          <a:r>
            <a:rPr lang="en-US" sz="2400" b="1" kern="1200" dirty="0"/>
            <a:t>transmitting light </a:t>
          </a:r>
          <a:r>
            <a:rPr lang="en-US" sz="2400" kern="1200" dirty="0"/>
            <a:t>at approximately </a:t>
          </a:r>
          <a:r>
            <a:rPr lang="en-US" sz="2400" b="1" kern="1200" dirty="0"/>
            <a:t>660 nm</a:t>
          </a:r>
          <a:r>
            <a:rPr lang="en-US" sz="2400" kern="1200" dirty="0"/>
            <a:t>. </a:t>
          </a:r>
          <a:endParaRPr lang="en-IN" sz="2400" kern="1200" dirty="0"/>
        </a:p>
      </dsp:txBody>
      <dsp:txXfrm>
        <a:off x="0" y="4638843"/>
        <a:ext cx="11000014" cy="135079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89BBA-71B7-437A-88BE-A7748E645347}">
      <dsp:nvSpPr>
        <dsp:cNvPr id="0" name=""/>
        <dsp:cNvSpPr/>
      </dsp:nvSpPr>
      <dsp:spPr>
        <a:xfrm>
          <a:off x="0" y="1010377"/>
          <a:ext cx="10986770" cy="9360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0" i="0" kern="1200" dirty="0"/>
            <a:t>The pulse oximeter operates on the principle of </a:t>
          </a:r>
          <a:r>
            <a:rPr lang="en-US" sz="2600" b="1" i="0" kern="1200" dirty="0"/>
            <a:t>absorption of light</a:t>
          </a:r>
          <a:r>
            <a:rPr lang="en-US" sz="2600" b="0" i="0" kern="1200" dirty="0"/>
            <a:t> by the solutes in a solution.</a:t>
          </a:r>
          <a:endParaRPr lang="en-IN" sz="2600" kern="1200" dirty="0"/>
        </a:p>
      </dsp:txBody>
      <dsp:txXfrm>
        <a:off x="45692" y="1056069"/>
        <a:ext cx="10895386" cy="844621"/>
      </dsp:txXfrm>
    </dsp:sp>
    <dsp:sp modelId="{3F599203-222D-49D5-A974-1061ACB98F50}">
      <dsp:nvSpPr>
        <dsp:cNvPr id="0" name=""/>
        <dsp:cNvSpPr/>
      </dsp:nvSpPr>
      <dsp:spPr>
        <a:xfrm>
          <a:off x="0" y="1946383"/>
          <a:ext cx="10986770" cy="10598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830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b="0" i="0" kern="1200" dirty="0"/>
            <a:t>The </a:t>
          </a:r>
          <a:r>
            <a:rPr lang="en-US" sz="2400" b="1" i="0" kern="1200" dirty="0"/>
            <a:t>Beer-Lambert law </a:t>
          </a:r>
          <a:r>
            <a:rPr lang="en-US" sz="2400" b="0" i="0" kern="1200" dirty="0"/>
            <a:t>states that the amount of light absorbed by a solute is proportional to the concentration of the solute and the distance the light is transmitted through the solution.</a:t>
          </a:r>
          <a:endParaRPr lang="en-IN" sz="2400" kern="1200" dirty="0"/>
        </a:p>
      </dsp:txBody>
      <dsp:txXfrm>
        <a:off x="0" y="1946383"/>
        <a:ext cx="10986770" cy="1059840"/>
      </dsp:txXfrm>
    </dsp:sp>
    <dsp:sp modelId="{001F2BC1-C21F-42C0-A001-EFCE82421407}">
      <dsp:nvSpPr>
        <dsp:cNvPr id="0" name=""/>
        <dsp:cNvSpPr/>
      </dsp:nvSpPr>
      <dsp:spPr>
        <a:xfrm>
          <a:off x="0" y="3006223"/>
          <a:ext cx="10986770" cy="1214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just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The absorption of these select wavelengths of light through living tissues is significantly different for oxygenated </a:t>
          </a:r>
          <a:r>
            <a:rPr lang="en-US" sz="2600" kern="1200" dirty="0" err="1"/>
            <a:t>haemoglobin</a:t>
          </a:r>
          <a:r>
            <a:rPr lang="en-US" sz="2600" kern="1200" dirty="0"/>
            <a:t> (HbO</a:t>
          </a:r>
          <a:r>
            <a:rPr lang="en-US" sz="2600" kern="1200" baseline="-25000" dirty="0"/>
            <a:t>2</a:t>
          </a:r>
          <a:r>
            <a:rPr lang="en-US" sz="2600" kern="1200" dirty="0"/>
            <a:t>) and reduced </a:t>
          </a:r>
          <a:r>
            <a:rPr lang="en-US" sz="2600" kern="1200" dirty="0" err="1"/>
            <a:t>haemoglobin</a:t>
          </a:r>
          <a:r>
            <a:rPr lang="en-US" sz="2600" kern="1200" dirty="0"/>
            <a:t> (Hb). </a:t>
          </a:r>
          <a:endParaRPr lang="en-IN" sz="2600" kern="1200" dirty="0"/>
        </a:p>
      </dsp:txBody>
      <dsp:txXfrm>
        <a:off x="59286" y="3065509"/>
        <a:ext cx="10868198" cy="1095902"/>
      </dsp:txXfrm>
    </dsp:sp>
    <dsp:sp modelId="{96B92CA3-EDD9-4F4E-B75B-A6FD6274A95B}">
      <dsp:nvSpPr>
        <dsp:cNvPr id="0" name=""/>
        <dsp:cNvSpPr/>
      </dsp:nvSpPr>
      <dsp:spPr>
        <a:xfrm>
          <a:off x="0" y="4220697"/>
          <a:ext cx="10986770" cy="14904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8830" tIns="30480" rIns="170688" bIns="30480" numCol="1" spcCol="1270" anchor="t" anchorCtr="0">
          <a:noAutofit/>
        </a:bodyPr>
        <a:lstStyle/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The absorption of these selected wavelengths of light passing through living tissue is measured with a photodiode/photosensor. </a:t>
          </a: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IN" sz="2400" kern="1200" dirty="0"/>
        </a:p>
        <a:p>
          <a:pPr marL="228600" lvl="1" indent="-228600" algn="just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Oxygen saturation values are between 95% and 100% for most healthy individuals.</a:t>
          </a:r>
          <a:endParaRPr lang="en-IN" sz="2400" kern="1200" dirty="0"/>
        </a:p>
      </dsp:txBody>
      <dsp:txXfrm>
        <a:off x="0" y="4220697"/>
        <a:ext cx="10986770" cy="14904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11/16/2023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11/16/2023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202124"/>
                </a:solidFill>
                <a:effectLst/>
                <a:latin typeface="Google Sans"/>
              </a:rPr>
              <a:t>Sagittal: 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of or in a plane parallel to the sagittal suture, especially that dividing the body into left and right halves.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99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+mn-lt"/>
              </a:rPr>
              <a:t>Ischemic heart disease: 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It's the term given 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to heart problems caused by narrowed heart arteries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581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hyperlink" Target="https://images.app.goo.gl/5obqqxo93P2UBmdU6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14.jpe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385/1-59259-863-3:291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>
                <a:solidFill>
                  <a:schemeClr val="accent1"/>
                </a:solidFill>
                <a:latin typeface="Arial" panose="020B0604020202020204" pitchFamily="34" charset="0"/>
              </a:rPr>
              <a:t>Signal conditioners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>
                <a:solidFill>
                  <a:schemeClr val="accent1"/>
                </a:solidFill>
                <a:latin typeface="Arial" panose="020B0604020202020204" pitchFamily="34" charset="0"/>
              </a:rPr>
              <a:t>Preamplifiers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>
                <a:solidFill>
                  <a:schemeClr val="accent1"/>
                </a:solidFill>
                <a:latin typeface="Arial" panose="020B0604020202020204" pitchFamily="34" charset="0"/>
              </a:rPr>
              <a:t>Differential Amplifier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>
                <a:solidFill>
                  <a:schemeClr val="accent1"/>
                </a:solidFill>
                <a:latin typeface="Arial" panose="020B0604020202020204" pitchFamily="34" charset="0"/>
              </a:rPr>
              <a:t>Isolation Amplifier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5215991"/>
              </p:ext>
            </p:extLst>
          </p:nvPr>
        </p:nvGraphicFramePr>
        <p:xfrm>
          <a:off x="-129704" y="2436777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29704" y="2436777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7307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This is a logo of chandigarh University" title="chandigarh university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2604322" y="1463040"/>
            <a:ext cx="8126357" cy="36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UNIVERSITY INSTITUTE OF SCIENCES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itchFamily="18" charset="0"/>
                <a:ea typeface="Karla" pitchFamily="2" charset="0"/>
                <a:cs typeface="Times New Roman" pitchFamily="18" charset="0"/>
              </a:rPr>
              <a:t>Academic </a:t>
            </a:r>
            <a:r>
              <a:rPr lang="en-US" sz="2800" b="1">
                <a:latin typeface="Times New Roman" pitchFamily="18" charset="0"/>
                <a:ea typeface="Karla" pitchFamily="2" charset="0"/>
                <a:cs typeface="Times New Roman" pitchFamily="18" charset="0"/>
              </a:rPr>
              <a:t>Unit V</a:t>
            </a:r>
            <a:endParaRPr lang="en-US" sz="2800" b="1" dirty="0">
              <a:latin typeface="Times New Roman" pitchFamily="18" charset="0"/>
              <a:ea typeface="Karla" pitchFamily="2" charset="0"/>
              <a:cs typeface="Times New Roman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Biology For Engineers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23SZT148</a:t>
            </a: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58557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CAAAA-1DAB-4779-A8F8-3B8B853C0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49" y="187577"/>
            <a:ext cx="10018712" cy="964649"/>
          </a:xfrm>
        </p:spPr>
        <p:txBody>
          <a:bodyPr/>
          <a:lstStyle/>
          <a:p>
            <a:pPr algn="ctr">
              <a:defRPr/>
            </a:pP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SYLLABUS</a:t>
            </a:r>
            <a:endParaRPr lang="en-IN" dirty="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F2A3BAA2-2588-43A9-8606-0FB507D225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graphicFrame>
        <p:nvGraphicFramePr>
          <p:cNvPr id="4" name="Content Placeholder 9">
            <a:extLst>
              <a:ext uri="{FF2B5EF4-FFF2-40B4-BE49-F238E27FC236}">
                <a16:creationId xmlns:a16="http://schemas.microsoft.com/office/drawing/2014/main" id="{133B9873-0D72-4F00-B232-68A50C2F664D}"/>
              </a:ext>
            </a:extLst>
          </p:cNvPr>
          <p:cNvGraphicFramePr>
            <a:graphicFrameLocks noGrp="1"/>
          </p:cNvGraphicFramePr>
          <p:nvPr/>
        </p:nvGraphicFramePr>
        <p:xfrm>
          <a:off x="901382" y="1109245"/>
          <a:ext cx="10485247" cy="5006939"/>
        </p:xfrm>
        <a:graphic>
          <a:graphicData uri="http://schemas.openxmlformats.org/drawingml/2006/table">
            <a:tbl>
              <a:tblPr/>
              <a:tblGrid>
                <a:gridCol w="2375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2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7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1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Unit-3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Bio Medical Instrumentation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Contact Hours: 15</a:t>
                      </a:r>
                      <a:endParaRPr kumimoji="0" lang="en-I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301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1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Electrical stimulus and biophysical activity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2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Biomedical recording system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5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Chapter 3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Tissue Engineering</a:t>
                      </a:r>
                    </a:p>
                    <a:p>
                      <a:pPr marL="0" marR="0" lvl="0" indent="0" algn="just" defTabSz="4572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SimSun" panose="02010600030101010101" pitchFamily="2" charset="-122"/>
                        </a:rPr>
                        <a:t> </a:t>
                      </a:r>
                      <a:endParaRPr kumimoji="0" lang="en-IN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defTabSz="457200" eaLnBrk="0" fontAlgn="base" hangingPunct="0">
                        <a:spcBef>
                          <a:spcPct val="20000"/>
                        </a:spcBef>
                        <a:spcAft>
                          <a:spcPts val="600"/>
                        </a:spcAft>
                        <a:buClr>
                          <a:srgbClr val="8D1515"/>
                        </a:buClr>
                        <a:buSzPct val="145000"/>
                        <a:buFont typeface="Arial" panose="020B0604020202020204" pitchFamily="34" charset="0"/>
                        <a:defRPr sz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457200" rtl="0" eaLnBrk="1" fontAlgn="base" latinLnBrk="0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None/>
                        <a:tabLst/>
                      </a:pPr>
                      <a:endParaRPr kumimoji="0" lang="en-US" altLang="en-US" sz="100" b="1" i="0" u="none" strike="noStrike" cap="none" normalizeH="0" baseline="0" dirty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Electrical stimulus and biophysical activity: 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Patient, electrical shock and hazards, leakage current, Electrical activity of heart (ECG), Electrical activity of brain (EEG),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Electrorentinogram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(ERG), Electro-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occologram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(EOG), Electromyogram (EMG).</a:t>
                      </a:r>
                      <a:endParaRPr lang="en-IN" sz="20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endParaRPr lang="en-US" sz="2000" b="1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  <a:p>
                      <a:pPr algn="just"/>
                      <a:r>
                        <a:rPr lang="en-US" sz="2000" b="1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Biomedical recording systems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:  Basic Recording system, General consideration for signal conditioners Preamplifiers, Differential Amplifier, Isolation Amplifier, </a:t>
                      </a:r>
                      <a:r>
                        <a:rPr lang="en-US" sz="2000" kern="120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Vectorcardiograph</a:t>
                      </a:r>
                      <a:r>
                        <a:rPr lang="en-US" sz="2000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, Phonocardiograph,  Other biomedical records, Patient isolation, and accident prevention.</a:t>
                      </a:r>
                    </a:p>
                    <a:p>
                      <a:pPr algn="just"/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just"/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Tissue Engineering: </a:t>
                      </a: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Recombinant DNA technology, Stem cell biology &amp; Tissue Engineering.</a:t>
                      </a:r>
                      <a:endParaRPr kumimoji="0" lang="en-I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CF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86743DF-A2AA-40B4-9D51-6578F86F6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5" y="5219700"/>
            <a:ext cx="428625" cy="163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4A225-0C39-41B8-8156-52FA829B5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327" y="921373"/>
            <a:ext cx="6056313" cy="715962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cs typeface="Times New Roman" panose="02020603050405020304" pitchFamily="18" charset="0"/>
              </a:rPr>
              <a:t>Course Outcome 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774966-ABEE-421A-86C4-FF2E9BD06FAB}"/>
              </a:ext>
            </a:extLst>
          </p:cNvPr>
          <p:cNvGraphicFramePr>
            <a:graphicFrameLocks noGrp="1"/>
          </p:cNvGraphicFramePr>
          <p:nvPr/>
        </p:nvGraphicFramePr>
        <p:xfrm>
          <a:off x="628650" y="1748790"/>
          <a:ext cx="6793327" cy="4336096"/>
        </p:xfrm>
        <a:graphic>
          <a:graphicData uri="http://schemas.openxmlformats.org/drawingml/2006/table">
            <a:tbl>
              <a:tblPr/>
              <a:tblGrid>
                <a:gridCol w="1045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1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62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 Number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 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the biological concepts from an engineering perspective.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artificial systems mimicking human action.</a:t>
                      </a:r>
                      <a:endParaRPr kumimoji="0" lang="en-US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007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the basic of genetics that helps to identify and formulate problems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5693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Apply knowledge of measurement system, biomedical recording system and biosensors to excel in areas such as entrepreneurship, medicine, government, and education.</a:t>
                      </a:r>
                    </a:p>
                  </a:txBody>
                  <a:tcPr marL="114300" marR="1143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defRPr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6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defRPr sz="1200">
                          <a:solidFill>
                            <a:srgbClr val="404040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375">
                <a:tc>
                  <a:txBody>
                    <a:bodyPr/>
                    <a:lstStyle/>
                    <a:p>
                      <a:pPr marR="53975"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CO5</a:t>
                      </a:r>
                      <a:endParaRPr lang="en-IN" sz="1600" b="1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R="5397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solidFill>
                            <a:srgbClr val="222222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SimSun" panose="02010600030101010101" pitchFamily="2" charset="-122"/>
                        </a:rPr>
                        <a:t>Integrate biological principles for developing next generation technologies</a:t>
                      </a:r>
                      <a:endParaRPr lang="en-IN" sz="1600" dirty="0">
                        <a:effectLst/>
                        <a:latin typeface="Calibri" panose="020F0502020204030204" pitchFamily="34" charset="0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74846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A95C3D83-8F2E-42AB-9062-CA4D5D042D8B}"/>
              </a:ext>
            </a:extLst>
          </p:cNvPr>
          <p:cNvSpPr/>
          <p:nvPr/>
        </p:nvSpPr>
        <p:spPr>
          <a:xfrm>
            <a:off x="8169275" y="5022850"/>
            <a:ext cx="3300413" cy="673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 be covered in this lecture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EE6DA7-3F8E-46CE-A5B7-337A4278EAE8}"/>
              </a:ext>
            </a:extLst>
          </p:cNvPr>
          <p:cNvCxnSpPr>
            <a:cxnSpLocks/>
          </p:cNvCxnSpPr>
          <p:nvPr/>
        </p:nvCxnSpPr>
        <p:spPr>
          <a:xfrm>
            <a:off x="7052310" y="4838700"/>
            <a:ext cx="1009015" cy="260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71" name="Rectangle 9">
            <a:extLst>
              <a:ext uri="{FF2B5EF4-FFF2-40B4-BE49-F238E27FC236}">
                <a16:creationId xmlns:a16="http://schemas.microsoft.com/office/drawing/2014/main" id="{7D66934D-516E-4810-AFFC-286DF459E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0613" y="5808663"/>
            <a:ext cx="47577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en-IN" altLang="en-US" sz="120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https://images.app.goo.gl/5obqqxo93P2UBmdU6</a:t>
            </a:r>
            <a:r>
              <a:rPr lang="en-IN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2C3D93-BD98-4C3E-83EC-BA125ECA14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3375" y="5219700"/>
            <a:ext cx="428625" cy="1638300"/>
          </a:xfrm>
          <a:prstGeom prst="rect">
            <a:avLst/>
          </a:prstGeom>
        </p:spPr>
      </p:pic>
      <p:pic>
        <p:nvPicPr>
          <p:cNvPr id="11266" name="Picture 2" descr="Embedded-Electronics: High CMRR Instrumentation Amplifier (Schematic and  Layout) design for biomedical applications">
            <a:extLst>
              <a:ext uri="{FF2B5EF4-FFF2-40B4-BE49-F238E27FC236}">
                <a16:creationId xmlns:a16="http://schemas.microsoft.com/office/drawing/2014/main" id="{5F5BDA82-0BDB-4168-970A-C43691EC1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19" y="1748790"/>
            <a:ext cx="4532404" cy="3161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F2864-D4E4-4DA8-BC6E-A8C255929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182051"/>
          </a:xfrm>
        </p:spPr>
        <p:txBody>
          <a:bodyPr/>
          <a:lstStyle/>
          <a:p>
            <a:pPr algn="ctr"/>
            <a:r>
              <a:rPr lang="en-US" sz="6000" b="1" kern="12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+mn-cs"/>
              </a:rPr>
              <a:t>Basic Recording System</a:t>
            </a:r>
            <a:endParaRPr lang="en-IN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D8C70-B24F-4276-A3F1-20A30D6FF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20490" y="3646170"/>
            <a:ext cx="5966460" cy="271017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kern="1200" dirty="0">
                <a:solidFill>
                  <a:schemeClr val="accent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+mn-ea"/>
                <a:cs typeface="+mn-cs"/>
              </a:rPr>
              <a:t>Signal conditioners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kern="12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Preamplifiers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kern="12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Differential Amplifier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kern="1200" dirty="0">
                <a:solidFill>
                  <a:schemeClr val="accent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+mn-ea"/>
                <a:cs typeface="+mn-cs"/>
              </a:rPr>
              <a:t>Isolation Amplifier</a:t>
            </a:r>
            <a:endParaRPr lang="en-IN" sz="2800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81ED3-3EE0-41CB-BE19-6208ECA4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382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3BA853-151B-4A43-B43E-F4C9E244D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F976F9F-5C66-4E72-96D4-9E38268BF6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0619539"/>
              </p:ext>
            </p:extLst>
          </p:nvPr>
        </p:nvGraphicFramePr>
        <p:xfrm>
          <a:off x="806893" y="-1"/>
          <a:ext cx="10918454" cy="6858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6C7DA0A-A0CD-4532-8166-80E70D1113C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0185"/>
          <a:stretch/>
        </p:blipFill>
        <p:spPr>
          <a:xfrm>
            <a:off x="5013690" y="2242510"/>
            <a:ext cx="5767723" cy="165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42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5DD9B-D803-407B-8093-B3AF0B5F6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B632F35-A765-4989-BCDD-57B050D390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4543923"/>
              </p:ext>
            </p:extLst>
          </p:nvPr>
        </p:nvGraphicFramePr>
        <p:xfrm>
          <a:off x="787989" y="0"/>
          <a:ext cx="10982253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209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0746A2-BACE-48D3-E7D0-C6731B0C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A3A03-D421-D3F6-4D5D-EE876B70D459}"/>
              </a:ext>
            </a:extLst>
          </p:cNvPr>
          <p:cNvSpPr txBox="1"/>
          <p:nvPr/>
        </p:nvSpPr>
        <p:spPr>
          <a:xfrm>
            <a:off x="1087120" y="1027609"/>
            <a:ext cx="1026668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Amplification:</a:t>
            </a:r>
            <a:endParaRPr lang="en-US" sz="2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</a:t>
            </a:r>
            <a:r>
              <a:rPr lang="en-US" sz="2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Biomedical signals are often weak, and amplification is necessary to increase their strength for proper analysis.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Electrocardiogram (ECG) signals generated by the heart are usually small in amplitude and require amplification before further processing.</a:t>
            </a:r>
          </a:p>
          <a:p>
            <a:pPr algn="just">
              <a:buFont typeface="+mj-lt"/>
              <a:buAutoNum type="arabicPeriod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Filtering:</a:t>
            </a:r>
            <a:endParaRPr lang="en-US" sz="2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</a:t>
            </a:r>
            <a:r>
              <a:rPr lang="en-US" sz="2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Signal conditioners include filters to eliminate unwanted noise and interference, ensuring that only the relevant frequency components of the signal are retained.</a:t>
            </a:r>
          </a:p>
          <a:p>
            <a:pPr marL="914400" lvl="1" indent="-457200" algn="just">
              <a:buFont typeface="Wingdings" panose="05000000000000000000" pitchFamily="2" charset="2"/>
              <a:buChar char="Ø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electroencephalogram (EEG) recordings, filtering helps remove artifacts and unwanted signals from muscle activity or environmental interference.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8E7CB5-1221-D7BB-E101-F350F2801719}"/>
              </a:ext>
            </a:extLst>
          </p:cNvPr>
          <p:cNvSpPr txBox="1"/>
          <p:nvPr/>
        </p:nvSpPr>
        <p:spPr>
          <a:xfrm>
            <a:off x="2514600" y="32956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3200" b="1" i="0" dirty="0">
                <a:solidFill>
                  <a:schemeClr val="tx1"/>
                </a:solidFill>
                <a:highlight>
                  <a:srgbClr val="FFFF00"/>
                </a:highlight>
              </a:rPr>
              <a:t>Role in instrumentation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855297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384E24-EF4E-96E5-0171-A31739E8B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32F59-7BBB-4029-A6A7-A266930B7C95}"/>
              </a:ext>
            </a:extLst>
          </p:cNvPr>
          <p:cNvSpPr txBox="1"/>
          <p:nvPr/>
        </p:nvSpPr>
        <p:spPr>
          <a:xfrm>
            <a:off x="838200" y="136525"/>
            <a:ext cx="1078484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effectLst/>
                <a:latin typeface="Söhne"/>
              </a:rPr>
              <a:t>3</a:t>
            </a:r>
            <a:r>
              <a:rPr lang="en-US" b="1" i="0" dirty="0">
                <a:effectLst/>
                <a:latin typeface="Söhne"/>
              </a:rPr>
              <a:t>. </a:t>
            </a:r>
            <a:r>
              <a:rPr lang="en-US" sz="2800" b="1" i="0" dirty="0">
                <a:effectLst/>
                <a:latin typeface="Söhne"/>
              </a:rPr>
              <a:t>Isolation:</a:t>
            </a:r>
            <a:endParaRPr lang="en-US" sz="2800" b="0" i="0" dirty="0">
              <a:effectLst/>
              <a:latin typeface="Söhne"/>
            </a:endParaRP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</a:t>
            </a:r>
            <a:r>
              <a:rPr lang="en-US" sz="2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Isolation is essential for patient safety and to prevent electrical interference between different parts of a biomedical system.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Isolation is often used in applications where the patient is electrically connected to the instrumentation to prevent the flow of current between the patient and the measurement system.</a:t>
            </a:r>
          </a:p>
          <a:p>
            <a:pPr algn="l"/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 Analog-to-Digital Conversion (ADC):</a:t>
            </a:r>
            <a:endParaRPr lang="en-US" sz="28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</a:t>
            </a:r>
            <a:r>
              <a:rPr lang="en-US" sz="2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Many biomedical signals are analog in nature, and digitization is required for further processing using digital signal processing techniques.</a:t>
            </a:r>
          </a:p>
          <a:p>
            <a:pPr marL="914400" lvl="1" indent="-457200" algn="l">
              <a:buFont typeface="Wingdings" panose="05000000000000000000" pitchFamily="2" charset="2"/>
              <a:buChar char="Ø"/>
            </a:pPr>
            <a:r>
              <a:rPr lang="en-US" sz="28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8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ADC in a signal conditioner converts analog signals, such as the output of a blood pressure sensor, into digital format for computerized analysis.</a:t>
            </a:r>
          </a:p>
        </p:txBody>
      </p:sp>
    </p:spTree>
    <p:extLst>
      <p:ext uri="{BB962C8B-B14F-4D97-AF65-F5344CB8AC3E}">
        <p14:creationId xmlns:p14="http://schemas.microsoft.com/office/powerpoint/2010/main" val="209697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1DEEBD-AC84-5B6C-0572-83D907C13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4EB30-DFFF-B0B3-60DD-C6C5794883D5}"/>
              </a:ext>
            </a:extLst>
          </p:cNvPr>
          <p:cNvSpPr txBox="1"/>
          <p:nvPr/>
        </p:nvSpPr>
        <p:spPr>
          <a:xfrm>
            <a:off x="269240" y="243512"/>
            <a:ext cx="1165352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i="0" dirty="0">
                <a:effectLst/>
                <a:latin typeface="Söhne"/>
              </a:rPr>
              <a:t>4</a:t>
            </a:r>
            <a:r>
              <a:rPr lang="en-US" sz="20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Temperature Compensation:</a:t>
            </a: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Some biomedical sensors are sensitive to temperature variations, and signal conditioners may include compensation mechanisms to account for temperature changes.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Temperature compensation is crucial in applications like glucose monitoring, where the sensor's response may vary with temperature.</a:t>
            </a:r>
          </a:p>
          <a:p>
            <a:pPr algn="just"/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Linearization:</a:t>
            </a: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Some sensors have nonlinear characteristics, and linearization is performed to make the relationship between the physical quantity and the electrical output more predictable.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temperature measurements, thermocouples may exhibit nonlinear behavior, and signal conditioners can linearize the output to simplify interpretation.</a:t>
            </a:r>
          </a:p>
          <a:p>
            <a:pPr algn="just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6. </a:t>
            </a: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Signal Rectification and Integration:</a:t>
            </a:r>
            <a:endParaRPr lang="en-US" sz="2400" b="0" i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Depending on the type of analysis needed, signal conditioners may include circuits for rectifying or integrating the signal.</a:t>
            </a:r>
          </a:p>
          <a:p>
            <a:pPr marL="800100" lvl="1" indent="-342900" algn="just">
              <a:buFont typeface="Wingdings" panose="05000000000000000000" pitchFamily="2" charset="2"/>
              <a:buChar char="Ø"/>
            </a:pPr>
            <a:r>
              <a:rPr lang="en-US" sz="2400" b="1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  <a:r>
              <a:rPr lang="en-US" sz="2400" b="0" i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electromyography (EMG), signal rectification may be applied to convert the AC signal representing muscle activity into a DC signal for analysis.</a:t>
            </a:r>
          </a:p>
        </p:txBody>
      </p:sp>
    </p:spTree>
    <p:extLst>
      <p:ext uri="{BB962C8B-B14F-4D97-AF65-F5344CB8AC3E}">
        <p14:creationId xmlns:p14="http://schemas.microsoft.com/office/powerpoint/2010/main" val="401550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2107F1-F413-7A21-A111-E14890D6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8" name="Picture 4" descr="Need for Signal Conditioning in IoT Sensors - TronicsZone">
            <a:extLst>
              <a:ext uri="{FF2B5EF4-FFF2-40B4-BE49-F238E27FC236}">
                <a16:creationId xmlns:a16="http://schemas.microsoft.com/office/drawing/2014/main" id="{EB814189-2C8E-0610-BEC5-943F16AA0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35908" y="965088"/>
            <a:ext cx="8920183" cy="4257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7178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9E456A-839A-47CF-99B9-1A3C43A5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78D9B96-086E-47D6-9D5B-2BCE27CBD1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266161"/>
              </p:ext>
            </p:extLst>
          </p:nvPr>
        </p:nvGraphicFramePr>
        <p:xfrm>
          <a:off x="693743" y="390617"/>
          <a:ext cx="6319616" cy="62547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A522196-1FAB-9115-C5DB-B6C7DDF91FDC}"/>
              </a:ext>
            </a:extLst>
          </p:cNvPr>
          <p:cNvSpPr txBox="1"/>
          <p:nvPr/>
        </p:nvSpPr>
        <p:spPr>
          <a:xfrm>
            <a:off x="7643674" y="1690964"/>
            <a:ext cx="4181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LESS FREQUENCY, LESS AMPLITUDE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E98EF01-2EA3-6C73-ED62-225E997C3EF5}"/>
              </a:ext>
            </a:extLst>
          </p:cNvPr>
          <p:cNvCxnSpPr/>
          <p:nvPr/>
        </p:nvCxnSpPr>
        <p:spPr>
          <a:xfrm>
            <a:off x="9641150" y="2219417"/>
            <a:ext cx="0" cy="12095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031AAA1-0F91-4597-AD87-C9C2B8910E2D}"/>
              </a:ext>
            </a:extLst>
          </p:cNvPr>
          <p:cNvSpPr txBox="1"/>
          <p:nvPr/>
        </p:nvSpPr>
        <p:spPr>
          <a:xfrm>
            <a:off x="7403976" y="3588121"/>
            <a:ext cx="4493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 FREQUENCY, HIGH AMPLITUDE</a:t>
            </a:r>
            <a:endParaRPr lang="en-IN" dirty="0"/>
          </a:p>
        </p:txBody>
      </p:sp>
      <p:pic>
        <p:nvPicPr>
          <p:cNvPr id="1026" name="Picture 2" descr="Amplitude of a wave, and high versus low frequency | Download Scientific  Diagram">
            <a:extLst>
              <a:ext uri="{FF2B5EF4-FFF2-40B4-BE49-F238E27FC236}">
                <a16:creationId xmlns:a16="http://schemas.microsoft.com/office/drawing/2014/main" id="{C3297088-1137-4ABF-C204-40EEDC5E8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96561" y="4066053"/>
            <a:ext cx="5195439" cy="2290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230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39F4D2-F499-4D0C-95D5-0E56861C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DFF9344-92F7-4682-9AF5-F049576651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9876601"/>
              </p:ext>
            </p:extLst>
          </p:nvPr>
        </p:nvGraphicFramePr>
        <p:xfrm>
          <a:off x="756093" y="156845"/>
          <a:ext cx="11035414" cy="6551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954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1C330-CF8C-476A-86FB-980644B47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113471"/>
          </a:xfrm>
        </p:spPr>
        <p:txBody>
          <a:bodyPr/>
          <a:lstStyle/>
          <a:p>
            <a:pPr algn="ctr"/>
            <a:r>
              <a:rPr lang="en-US" sz="6000" b="1" kern="120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+mn-ea"/>
                <a:cs typeface="+mn-cs"/>
              </a:rPr>
              <a:t>Biomedical Records</a:t>
            </a:r>
            <a:endParaRPr lang="en-IN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1DE2F-9396-40F7-8441-3F7E82C9F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0360" y="3359888"/>
            <a:ext cx="6332220" cy="256085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kern="1200" dirty="0" err="1">
                <a:solidFill>
                  <a:schemeClr val="accent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+mn-ea"/>
                <a:cs typeface="+mn-cs"/>
              </a:rPr>
              <a:t>Vectorcardiograph</a:t>
            </a:r>
            <a:endParaRPr lang="en-US" b="1" kern="1200" dirty="0">
              <a:solidFill>
                <a:schemeClr val="accent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+mn-ea"/>
              <a:cs typeface="+mn-cs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kern="12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Phonocardiograph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kern="12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Ballistocardiograph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b="1" kern="1200" dirty="0">
                <a:solidFill>
                  <a:schemeClr val="accent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ea typeface="+mn-ea"/>
                <a:cs typeface="+mn-cs"/>
              </a:rPr>
              <a:t>Pulse Oximeter</a:t>
            </a:r>
            <a:endParaRPr lang="en-IN" b="1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37E25-CCD7-47CF-90E2-786D4856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6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009EAE-C9D1-455D-938C-FE65A8C9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A13A556-8E4F-4A65-9846-1F148285D8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3703519"/>
              </p:ext>
            </p:extLst>
          </p:nvPr>
        </p:nvGraphicFramePr>
        <p:xfrm>
          <a:off x="838200" y="0"/>
          <a:ext cx="10932042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6462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5EC0E6-80FC-6CC5-9FD7-7C8871092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C66A8-9E90-309B-3A69-B46E14854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827" y="823470"/>
            <a:ext cx="9308345" cy="478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CB644D-13C8-43AB-9269-F09E2A4E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A75EF0A-0EE4-46B0-B346-E4FF073F4F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8858518"/>
              </p:ext>
            </p:extLst>
          </p:nvPr>
        </p:nvGraphicFramePr>
        <p:xfrm>
          <a:off x="809254" y="136525"/>
          <a:ext cx="10960987" cy="64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752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2E74B8-E88A-4774-AE74-F2BB2AD0A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FA20453-F70D-427A-BE72-6C1FBBAE24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3668519"/>
              </p:ext>
            </p:extLst>
          </p:nvPr>
        </p:nvGraphicFramePr>
        <p:xfrm>
          <a:off x="0" y="136525"/>
          <a:ext cx="10197296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QDP07 Fingertip Pulse Oximeter">
            <a:extLst>
              <a:ext uri="{FF2B5EF4-FFF2-40B4-BE49-F238E27FC236}">
                <a16:creationId xmlns:a16="http://schemas.microsoft.com/office/drawing/2014/main" id="{205E4553-4ED3-77F1-7C63-F17F89A89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296" y="0"/>
            <a:ext cx="2008863" cy="150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4205B8-6C9B-2D7E-83F6-A151DD810E5A}"/>
              </a:ext>
            </a:extLst>
          </p:cNvPr>
          <p:cNvSpPr txBox="1"/>
          <p:nvPr/>
        </p:nvSpPr>
        <p:spPr>
          <a:xfrm>
            <a:off x="2380526" y="6536809"/>
            <a:ext cx="7430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O2 saturation- how much hemoglobin is currently bound to oxygen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4749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DF790C-DC78-4D5C-B073-D0F09D899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FE0A920-CC80-4EB4-95E3-71140833B5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4580406"/>
              </p:ext>
            </p:extLst>
          </p:nvPr>
        </p:nvGraphicFramePr>
        <p:xfrm>
          <a:off x="772886" y="43542"/>
          <a:ext cx="11000014" cy="6700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233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350CAE-260D-40FD-87C0-7CA29BD68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54F643D-F193-471D-84EE-E2CCBB190C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34797582"/>
              </p:ext>
            </p:extLst>
          </p:nvPr>
        </p:nvGraphicFramePr>
        <p:xfrm>
          <a:off x="774700" y="0"/>
          <a:ext cx="10986770" cy="6721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175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661">
        <p:fade/>
      </p:transition>
    </mc:Choice>
    <mc:Fallback xmlns="">
      <p:transition spd="med" advTm="5661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</a:rPr>
              <a:t>John G Webster, “Medical Instrumentation – Application and Design”, 4</a:t>
            </a:r>
            <a:r>
              <a:rPr lang="en-IN" b="0" i="0" baseline="30000" dirty="0">
                <a:effectLst/>
              </a:rPr>
              <a:t>th</a:t>
            </a:r>
            <a:r>
              <a:rPr lang="en-IN" b="0" i="0" dirty="0">
                <a:effectLst/>
              </a:rPr>
              <a:t> ed., John Wiley and Sons, 2007.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</a:rPr>
              <a:t>Leslie Cromwell, Fred. J. </a:t>
            </a:r>
            <a:r>
              <a:rPr lang="en-IN" b="0" i="0" dirty="0" err="1">
                <a:effectLst/>
              </a:rPr>
              <a:t>Weibell</a:t>
            </a:r>
            <a:r>
              <a:rPr lang="en-IN" b="0" i="0" dirty="0">
                <a:effectLst/>
              </a:rPr>
              <a:t>, Erich. A. Pfeiffer, “Biomedical Instrumentation &amp; Measurements, 2</a:t>
            </a:r>
            <a:r>
              <a:rPr lang="en-IN" b="0" i="0" baseline="30000" dirty="0">
                <a:effectLst/>
              </a:rPr>
              <a:t>nd</a:t>
            </a:r>
            <a:r>
              <a:rPr lang="en-IN" b="0" i="0" dirty="0">
                <a:effectLst/>
              </a:rPr>
              <a:t> ed., Pearson Education., 2001.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</a:rPr>
              <a:t>Basmajian, “Biofeedback- Principles and practice for clinicians.”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</a:rPr>
              <a:t>Susan o Sullivan, “Physical rehabilitation”</a:t>
            </a:r>
          </a:p>
          <a:p>
            <a:pPr algn="just"/>
            <a:r>
              <a:rPr lang="en-IN" b="0" i="0" dirty="0" err="1">
                <a:effectLst/>
              </a:rPr>
              <a:t>Ryaby</a:t>
            </a:r>
            <a:r>
              <a:rPr lang="en-IN" b="0" i="0" dirty="0">
                <a:effectLst/>
              </a:rPr>
              <a:t> J.T. (2005) Biophysical Stimulation Using Electrical, Electromagnetic, and Ultrasonic Fields. In: Lieberman J.R., </a:t>
            </a:r>
            <a:r>
              <a:rPr lang="en-IN" b="0" i="0" dirty="0" err="1">
                <a:effectLst/>
              </a:rPr>
              <a:t>Friedlaender</a:t>
            </a:r>
            <a:r>
              <a:rPr lang="en-IN" b="0" i="0" dirty="0">
                <a:effectLst/>
              </a:rPr>
              <a:t> G.E. (eds) Bone Regeneration and Repair. Humana Press. </a:t>
            </a:r>
            <a:r>
              <a:rPr lang="en-IN" b="0" i="0" dirty="0"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https://doi.org/10.1385/1-59259-863-3:291</a:t>
            </a:r>
            <a:endParaRPr lang="en-IN" b="0" i="0" dirty="0">
              <a:effectLst/>
            </a:endParaRPr>
          </a:p>
          <a:p>
            <a:pPr algn="just"/>
            <a:r>
              <a:rPr lang="en-US" dirty="0" err="1"/>
              <a:t>Leshie</a:t>
            </a:r>
            <a:r>
              <a:rPr lang="en-US" dirty="0"/>
              <a:t> Cromwell, </a:t>
            </a:r>
            <a:r>
              <a:rPr lang="en-US" dirty="0" err="1"/>
              <a:t>Fred.J</a:t>
            </a:r>
            <a:r>
              <a:rPr lang="en-US" dirty="0"/>
              <a:t>. </a:t>
            </a:r>
            <a:r>
              <a:rPr lang="en-US" dirty="0" err="1"/>
              <a:t>Weibell</a:t>
            </a:r>
            <a:r>
              <a:rPr lang="en-US" dirty="0"/>
              <a:t> and </a:t>
            </a:r>
            <a:r>
              <a:rPr lang="en-US" dirty="0" err="1"/>
              <a:t>Erich.A.Pfeiffer</a:t>
            </a:r>
            <a:r>
              <a:rPr lang="en-US" dirty="0"/>
              <a:t>. 2003. Biomedical instrumentation and measurements. 2</a:t>
            </a:r>
            <a:r>
              <a:rPr lang="en-US" baseline="30000" dirty="0"/>
              <a:t>nd</a:t>
            </a:r>
            <a:r>
              <a:rPr lang="en-US" dirty="0"/>
              <a:t> edition, PHI.</a:t>
            </a:r>
          </a:p>
          <a:p>
            <a:pPr algn="just"/>
            <a:r>
              <a:rPr lang="en-US" dirty="0"/>
              <a:t> John G. Webster 1998. Medical Instrumentation: Applications and Design, 3</a:t>
            </a:r>
            <a:r>
              <a:rPr lang="en-US" baseline="30000" dirty="0"/>
              <a:t>rd</a:t>
            </a:r>
            <a:r>
              <a:rPr lang="en-US" dirty="0"/>
              <a:t> edition, Jon Wiley and Sons, New York.</a:t>
            </a:r>
          </a:p>
          <a:p>
            <a:pPr algn="just"/>
            <a:r>
              <a:rPr lang="en-US" dirty="0"/>
              <a:t>Jon Cooper, </a:t>
            </a:r>
            <a:r>
              <a:rPr lang="en-US" b="1" dirty="0"/>
              <a:t>, 2</a:t>
            </a:r>
            <a:r>
              <a:rPr lang="en-US" dirty="0"/>
              <a:t>004. “Biosensors A Practical Approach” Bellwether Books. </a:t>
            </a:r>
          </a:p>
          <a:p>
            <a:pPr algn="just"/>
            <a:endParaRPr lang="en-IN" sz="2400" dirty="0">
              <a:ea typeface="Cambria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4312">
        <p:fade/>
      </p:transition>
    </mc:Choice>
    <mc:Fallback xmlns="">
      <p:transition spd="med" advTm="24312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1">
              <a:lumMod val="60000"/>
              <a:lumOff val="4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Segoe UI" panose="020B0502040204020203" pitchFamily="34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11781437" y="52451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33" name="Object 32">
                          <a:extLst>
                            <a:ext uri="{FF2B5EF4-FFF2-40B4-BE49-F238E27FC236}">
                              <a16:creationId xmlns:a16="http://schemas.microsoft.com/office/drawing/2014/main" id="{CAD0D7B8-E462-453C-B296-CA0154FA54A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626">
        <p:fade/>
      </p:transition>
    </mc:Choice>
    <mc:Fallback xmlns="">
      <p:transition spd="med" advTm="1626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9185</TotalTime>
  <Words>1932</Words>
  <Application>Microsoft Office PowerPoint</Application>
  <PresentationFormat>Widescreen</PresentationFormat>
  <Paragraphs>182</Paragraphs>
  <Slides>21</Slides>
  <Notes>2</Notes>
  <HiddenSlides>0</HiddenSlides>
  <MMClips>0</MMClips>
  <ScaleCrop>false</ScaleCrop>
  <HeadingPairs>
    <vt:vector size="10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  <vt:variant>
        <vt:lpstr>Custom Shows</vt:lpstr>
      </vt:variant>
      <vt:variant>
        <vt:i4>1</vt:i4>
      </vt:variant>
    </vt:vector>
  </HeadingPairs>
  <TitlesOfParts>
    <vt:vector size="35" baseType="lpstr">
      <vt:lpstr>Arial</vt:lpstr>
      <vt:lpstr>Arial</vt:lpstr>
      <vt:lpstr>Calibri</vt:lpstr>
      <vt:lpstr>Calibri Light</vt:lpstr>
      <vt:lpstr>Casper</vt:lpstr>
      <vt:lpstr>Google Sans</vt:lpstr>
      <vt:lpstr>Raleway ExtraBold</vt:lpstr>
      <vt:lpstr>Söhne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SYLLABUS</vt:lpstr>
      <vt:lpstr>Course Outcome </vt:lpstr>
      <vt:lpstr>Basic Recording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Biomedical Records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    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Neena Thakur</cp:lastModifiedBy>
  <cp:revision>683</cp:revision>
  <dcterms:created xsi:type="dcterms:W3CDTF">2019-01-09T10:33:58Z</dcterms:created>
  <dcterms:modified xsi:type="dcterms:W3CDTF">2023-11-16T09:23:17Z</dcterms:modified>
</cp:coreProperties>
</file>