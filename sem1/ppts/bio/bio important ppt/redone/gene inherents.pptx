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 id="2147483702" r:id="rId2"/>
  </p:sldMasterIdLst>
  <p:notesMasterIdLst>
    <p:notesMasterId r:id="rId17"/>
  </p:notesMasterIdLst>
  <p:handoutMasterIdLst>
    <p:handoutMasterId r:id="rId18"/>
  </p:handoutMasterIdLst>
  <p:sldIdLst>
    <p:sldId id="295" r:id="rId3"/>
    <p:sldId id="303" r:id="rId4"/>
    <p:sldId id="363" r:id="rId5"/>
    <p:sldId id="311" r:id="rId6"/>
    <p:sldId id="408" r:id="rId7"/>
    <p:sldId id="370" r:id="rId8"/>
    <p:sldId id="371" r:id="rId9"/>
    <p:sldId id="374" r:id="rId10"/>
    <p:sldId id="412" r:id="rId11"/>
    <p:sldId id="413" r:id="rId12"/>
    <p:sldId id="373" r:id="rId13"/>
    <p:sldId id="414" r:id="rId14"/>
    <p:sldId id="284" r:id="rId15"/>
    <p:sldId id="27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94" autoAdjust="0"/>
    <p:restoredTop sz="88755" autoAdjust="0"/>
  </p:normalViewPr>
  <p:slideViewPr>
    <p:cSldViewPr snapToGrid="0">
      <p:cViewPr varScale="1">
        <p:scale>
          <a:sx n="76" d="100"/>
          <a:sy n="76" d="100"/>
        </p:scale>
        <p:origin x="701"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nder Kaur" userId="89161a673412ba18" providerId="LiveId" clId="{26A1B98F-582E-4205-973E-D99F2D4BC411}"/>
    <pc:docChg chg="undo redo custSel delSld modSld">
      <pc:chgData name="Devinder Kaur" userId="89161a673412ba18" providerId="LiveId" clId="{26A1B98F-582E-4205-973E-D99F2D4BC411}" dt="2022-02-25T13:16:54.150" v="35" actId="113"/>
      <pc:docMkLst>
        <pc:docMk/>
      </pc:docMkLst>
      <pc:sldChg chg="modSp mod">
        <pc:chgData name="Devinder Kaur" userId="89161a673412ba18" providerId="LiveId" clId="{26A1B98F-582E-4205-973E-D99F2D4BC411}" dt="2022-02-25T04:58:51.339" v="1" actId="403"/>
        <pc:sldMkLst>
          <pc:docMk/>
          <pc:sldMk cId="2162987340" sldId="366"/>
        </pc:sldMkLst>
        <pc:spChg chg="mod">
          <ac:chgData name="Devinder Kaur" userId="89161a673412ba18" providerId="LiveId" clId="{26A1B98F-582E-4205-973E-D99F2D4BC411}" dt="2022-02-25T04:58:51.339" v="1" actId="403"/>
          <ac:spMkLst>
            <pc:docMk/>
            <pc:sldMk cId="2162987340" sldId="366"/>
            <ac:spMk id="3" creationId="{3CCF1883-CC5F-445E-8BDC-3B19EAD5519A}"/>
          </ac:spMkLst>
        </pc:spChg>
      </pc:sldChg>
      <pc:sldChg chg="modSp mod">
        <pc:chgData name="Devinder Kaur" userId="89161a673412ba18" providerId="LiveId" clId="{26A1B98F-582E-4205-973E-D99F2D4BC411}" dt="2022-02-25T04:59:56.554" v="2" actId="14100"/>
        <pc:sldMkLst>
          <pc:docMk/>
          <pc:sldMk cId="3519745377" sldId="372"/>
        </pc:sldMkLst>
        <pc:picChg chg="mod">
          <ac:chgData name="Devinder Kaur" userId="89161a673412ba18" providerId="LiveId" clId="{26A1B98F-582E-4205-973E-D99F2D4BC411}" dt="2022-02-25T04:59:56.554" v="2" actId="14100"/>
          <ac:picMkLst>
            <pc:docMk/>
            <pc:sldMk cId="3519745377" sldId="372"/>
            <ac:picMk id="6" creationId="{F90ED6AB-8AFA-4D9D-8E9D-7B931471C181}"/>
          </ac:picMkLst>
        </pc:picChg>
      </pc:sldChg>
      <pc:sldChg chg="modSp mod">
        <pc:chgData name="Devinder Kaur" userId="89161a673412ba18" providerId="LiveId" clId="{26A1B98F-582E-4205-973E-D99F2D4BC411}" dt="2022-02-25T13:16:54.150" v="35" actId="113"/>
        <pc:sldMkLst>
          <pc:docMk/>
          <pc:sldMk cId="2372984191" sldId="373"/>
        </pc:sldMkLst>
        <pc:spChg chg="mod">
          <ac:chgData name="Devinder Kaur" userId="89161a673412ba18" providerId="LiveId" clId="{26A1B98F-582E-4205-973E-D99F2D4BC411}" dt="2022-02-25T13:16:54.150" v="35" actId="113"/>
          <ac:spMkLst>
            <pc:docMk/>
            <pc:sldMk cId="2372984191" sldId="373"/>
            <ac:spMk id="3" creationId="{EC6C2FD7-6C5D-465B-B774-D90443649B18}"/>
          </ac:spMkLst>
        </pc:spChg>
      </pc:sldChg>
      <pc:sldChg chg="del">
        <pc:chgData name="Devinder Kaur" userId="89161a673412ba18" providerId="LiveId" clId="{26A1B98F-582E-4205-973E-D99F2D4BC411}" dt="2022-02-25T13:10:57.812" v="3" actId="47"/>
        <pc:sldMkLst>
          <pc:docMk/>
          <pc:sldMk cId="3431189056" sldId="390"/>
        </pc:sldMkLst>
      </pc:sldChg>
      <pc:sldChg chg="del">
        <pc:chgData name="Devinder Kaur" userId="89161a673412ba18" providerId="LiveId" clId="{26A1B98F-582E-4205-973E-D99F2D4BC411}" dt="2022-02-25T13:10:57.812" v="3" actId="47"/>
        <pc:sldMkLst>
          <pc:docMk/>
          <pc:sldMk cId="967364472" sldId="391"/>
        </pc:sldMkLst>
      </pc:sldChg>
    </pc:docChg>
  </pc:docChgLst>
  <pc:docChgLst>
    <pc:chgData name="Devinder Kaur" userId="89161a673412ba18" providerId="LiveId" clId="{5C5E40E7-878E-4A98-8B36-707978A399DF}"/>
    <pc:docChg chg="undo redo custSel addSld delSld modSld sldOrd">
      <pc:chgData name="Devinder Kaur" userId="89161a673412ba18" providerId="LiveId" clId="{5C5E40E7-878E-4A98-8B36-707978A399DF}" dt="2021-09-27T06:35:43.095" v="5270" actId="1035"/>
      <pc:docMkLst>
        <pc:docMk/>
      </pc:docMkLst>
      <pc:sldChg chg="addSp delSp modSp mod">
        <pc:chgData name="Devinder Kaur" userId="89161a673412ba18" providerId="LiveId" clId="{5C5E40E7-878E-4A98-8B36-707978A399DF}" dt="2021-09-21T18:00:11.502" v="3465" actId="122"/>
        <pc:sldMkLst>
          <pc:docMk/>
          <pc:sldMk cId="0" sldId="265"/>
        </pc:sldMkLst>
        <pc:spChg chg="mod">
          <ac:chgData name="Devinder Kaur" userId="89161a673412ba18" providerId="LiveId" clId="{5C5E40E7-878E-4A98-8B36-707978A399DF}" dt="2021-09-21T18:00:11.502" v="3465" actId="122"/>
          <ac:spMkLst>
            <pc:docMk/>
            <pc:sldMk cId="0" sldId="265"/>
            <ac:spMk id="14375" creationId="{3782B378-A26A-4969-8626-3054D52FBE84}"/>
          </ac:spMkLst>
        </pc:spChg>
        <pc:graphicFrameChg chg="add del mod modGraphic">
          <ac:chgData name="Devinder Kaur" userId="89161a673412ba18" providerId="LiveId" clId="{5C5E40E7-878E-4A98-8B36-707978A399DF}" dt="2021-09-21T17:59:46.204" v="3429" actId="2711"/>
          <ac:graphicFrameMkLst>
            <pc:docMk/>
            <pc:sldMk cId="0" sldId="265"/>
            <ac:graphicFrameMk id="2" creationId="{CAC9FC9C-31D4-42E2-A791-A2AC772A9647}"/>
          </ac:graphicFrameMkLst>
        </pc:graphicFrameChg>
      </pc:sldChg>
      <pc:sldChg chg="del">
        <pc:chgData name="Devinder Kaur" userId="89161a673412ba18" providerId="LiveId" clId="{5C5E40E7-878E-4A98-8B36-707978A399DF}" dt="2021-09-22T09:41:36.990" v="5038" actId="47"/>
        <pc:sldMkLst>
          <pc:docMk/>
          <pc:sldMk cId="456502190" sldId="277"/>
        </pc:sldMkLst>
      </pc:sldChg>
      <pc:sldChg chg="modSp mod">
        <pc:chgData name="Devinder Kaur" userId="89161a673412ba18" providerId="LiveId" clId="{5C5E40E7-878E-4A98-8B36-707978A399DF}" dt="2021-09-22T09:24:12.356" v="4972" actId="20577"/>
        <pc:sldMkLst>
          <pc:docMk/>
          <pc:sldMk cId="2656501266" sldId="279"/>
        </pc:sldMkLst>
        <pc:spChg chg="mod">
          <ac:chgData name="Devinder Kaur" userId="89161a673412ba18" providerId="LiveId" clId="{5C5E40E7-878E-4A98-8B36-707978A399DF}" dt="2021-09-22T09:24:12.356" v="4972" actId="20577"/>
          <ac:spMkLst>
            <pc:docMk/>
            <pc:sldMk cId="2656501266" sldId="279"/>
            <ac:spMk id="2" creationId="{00000000-0000-0000-0000-000000000000}"/>
          </ac:spMkLst>
        </pc:spChg>
      </pc:sldChg>
      <pc:sldChg chg="addSp delSp modSp mod">
        <pc:chgData name="Devinder Kaur" userId="89161a673412ba18" providerId="LiveId" clId="{5C5E40E7-878E-4A98-8B36-707978A399DF}" dt="2021-09-21T16:45:48.243" v="2413" actId="20577"/>
        <pc:sldMkLst>
          <pc:docMk/>
          <pc:sldMk cId="3780467633" sldId="282"/>
        </pc:sldMkLst>
        <pc:spChg chg="mod">
          <ac:chgData name="Devinder Kaur" userId="89161a673412ba18" providerId="LiveId" clId="{5C5E40E7-878E-4A98-8B36-707978A399DF}" dt="2021-09-21T16:44:13.410" v="2354" actId="403"/>
          <ac:spMkLst>
            <pc:docMk/>
            <pc:sldMk cId="3780467633" sldId="282"/>
            <ac:spMk id="2" creationId="{00000000-0000-0000-0000-000000000000}"/>
          </ac:spMkLst>
        </pc:spChg>
        <pc:spChg chg="del mod">
          <ac:chgData name="Devinder Kaur" userId="89161a673412ba18" providerId="LiveId" clId="{5C5E40E7-878E-4A98-8B36-707978A399DF}" dt="2021-09-21T16:42:37.711" v="2287" actId="478"/>
          <ac:spMkLst>
            <pc:docMk/>
            <pc:sldMk cId="3780467633" sldId="282"/>
            <ac:spMk id="7" creationId="{00000000-0000-0000-0000-000000000000}"/>
          </ac:spMkLst>
        </pc:spChg>
        <pc:spChg chg="mod">
          <ac:chgData name="Devinder Kaur" userId="89161a673412ba18" providerId="LiveId" clId="{5C5E40E7-878E-4A98-8B36-707978A399DF}" dt="2021-09-21T16:44:02.091" v="2339" actId="2711"/>
          <ac:spMkLst>
            <pc:docMk/>
            <pc:sldMk cId="3780467633" sldId="282"/>
            <ac:spMk id="15" creationId="{00000000-0000-0000-0000-000000000000}"/>
          </ac:spMkLst>
        </pc:spChg>
        <pc:spChg chg="mod">
          <ac:chgData name="Devinder Kaur" userId="89161a673412ba18" providerId="LiveId" clId="{5C5E40E7-878E-4A98-8B36-707978A399DF}" dt="2021-09-21T16:44:02.091" v="2339" actId="2711"/>
          <ac:spMkLst>
            <pc:docMk/>
            <pc:sldMk cId="3780467633" sldId="282"/>
            <ac:spMk id="16" creationId="{00000000-0000-0000-0000-000000000000}"/>
          </ac:spMkLst>
        </pc:spChg>
        <pc:spChg chg="mod">
          <ac:chgData name="Devinder Kaur" userId="89161a673412ba18" providerId="LiveId" clId="{5C5E40E7-878E-4A98-8B36-707978A399DF}" dt="2021-09-21T16:44:02.091" v="2339" actId="2711"/>
          <ac:spMkLst>
            <pc:docMk/>
            <pc:sldMk cId="3780467633" sldId="282"/>
            <ac:spMk id="17" creationId="{00000000-0000-0000-0000-000000000000}"/>
          </ac:spMkLst>
        </pc:spChg>
        <pc:spChg chg="mod">
          <ac:chgData name="Devinder Kaur" userId="89161a673412ba18" providerId="LiveId" clId="{5C5E40E7-878E-4A98-8B36-707978A399DF}" dt="2021-09-21T16:45:48.243" v="2413" actId="20577"/>
          <ac:spMkLst>
            <pc:docMk/>
            <pc:sldMk cId="3780467633" sldId="282"/>
            <ac:spMk id="18" creationId="{00000000-0000-0000-0000-000000000000}"/>
          </ac:spMkLst>
        </pc:spChg>
        <pc:spChg chg="mod">
          <ac:chgData name="Devinder Kaur" userId="89161a673412ba18" providerId="LiveId" clId="{5C5E40E7-878E-4A98-8B36-707978A399DF}" dt="2021-09-21T16:44:02.091" v="2339" actId="2711"/>
          <ac:spMkLst>
            <pc:docMk/>
            <pc:sldMk cId="3780467633" sldId="282"/>
            <ac:spMk id="20" creationId="{00000000-0000-0000-0000-000000000000}"/>
          </ac:spMkLst>
        </pc:spChg>
        <pc:spChg chg="mod">
          <ac:chgData name="Devinder Kaur" userId="89161a673412ba18" providerId="LiveId" clId="{5C5E40E7-878E-4A98-8B36-707978A399DF}" dt="2021-09-21T16:44:02.091" v="2339" actId="2711"/>
          <ac:spMkLst>
            <pc:docMk/>
            <pc:sldMk cId="3780467633" sldId="282"/>
            <ac:spMk id="21" creationId="{00000000-0000-0000-0000-000000000000}"/>
          </ac:spMkLst>
        </pc:spChg>
        <pc:spChg chg="mod">
          <ac:chgData name="Devinder Kaur" userId="89161a673412ba18" providerId="LiveId" clId="{5C5E40E7-878E-4A98-8B36-707978A399DF}" dt="2021-09-21T16:44:02.091" v="2339" actId="2711"/>
          <ac:spMkLst>
            <pc:docMk/>
            <pc:sldMk cId="3780467633" sldId="282"/>
            <ac:spMk id="22" creationId="{00000000-0000-0000-0000-000000000000}"/>
          </ac:spMkLst>
        </pc:spChg>
        <pc:spChg chg="mod">
          <ac:chgData name="Devinder Kaur" userId="89161a673412ba18" providerId="LiveId" clId="{5C5E40E7-878E-4A98-8B36-707978A399DF}" dt="2021-09-21T16:44:02.091" v="2339" actId="2711"/>
          <ac:spMkLst>
            <pc:docMk/>
            <pc:sldMk cId="3780467633" sldId="282"/>
            <ac:spMk id="23" creationId="{00000000-0000-0000-0000-000000000000}"/>
          </ac:spMkLst>
        </pc:spChg>
        <pc:spChg chg="mod">
          <ac:chgData name="Devinder Kaur" userId="89161a673412ba18" providerId="LiveId" clId="{5C5E40E7-878E-4A98-8B36-707978A399DF}" dt="2021-09-21T16:44:02.091" v="2339" actId="2711"/>
          <ac:spMkLst>
            <pc:docMk/>
            <pc:sldMk cId="3780467633" sldId="282"/>
            <ac:spMk id="24" creationId="{00000000-0000-0000-0000-000000000000}"/>
          </ac:spMkLst>
        </pc:spChg>
        <pc:spChg chg="add mod">
          <ac:chgData name="Devinder Kaur" userId="89161a673412ba18" providerId="LiveId" clId="{5C5E40E7-878E-4A98-8B36-707978A399DF}" dt="2021-09-21T16:45:14.122" v="2406" actId="1036"/>
          <ac:spMkLst>
            <pc:docMk/>
            <pc:sldMk cId="3780467633" sldId="282"/>
            <ac:spMk id="26" creationId="{35843246-83DD-4F40-A812-43F8BF952B2F}"/>
          </ac:spMkLst>
        </pc:spChg>
        <pc:spChg chg="mod">
          <ac:chgData name="Devinder Kaur" userId="89161a673412ba18" providerId="LiveId" clId="{5C5E40E7-878E-4A98-8B36-707978A399DF}" dt="2021-09-21T16:44:59.556" v="2391" actId="1036"/>
          <ac:spMkLst>
            <pc:docMk/>
            <pc:sldMk cId="3780467633" sldId="282"/>
            <ac:spMk id="35" creationId="{00000000-0000-0000-0000-000000000000}"/>
          </ac:spMkLst>
        </pc:spChg>
      </pc:sldChg>
      <pc:sldChg chg="modSp">
        <pc:chgData name="Devinder Kaur" userId="89161a673412ba18" providerId="LiveId" clId="{5C5E40E7-878E-4A98-8B36-707978A399DF}" dt="2021-09-22T09:41:48.808" v="5049" actId="1036"/>
        <pc:sldMkLst>
          <pc:docMk/>
          <pc:sldMk cId="53837314" sldId="295"/>
        </pc:sldMkLst>
        <pc:spChg chg="mod">
          <ac:chgData name="Devinder Kaur" userId="89161a673412ba18" providerId="LiveId" clId="{5C5E40E7-878E-4A98-8B36-707978A399DF}" dt="2021-09-22T09:41:48.808" v="5049" actId="1036"/>
          <ac:spMkLst>
            <pc:docMk/>
            <pc:sldMk cId="53837314" sldId="295"/>
            <ac:spMk id="26" creationId="{00000000-0000-0000-0000-000000000000}"/>
          </ac:spMkLst>
        </pc:spChg>
      </pc:sldChg>
      <pc:sldChg chg="modSp mod ord">
        <pc:chgData name="Devinder Kaur" userId="89161a673412ba18" providerId="LiveId" clId="{5C5E40E7-878E-4A98-8B36-707978A399DF}" dt="2021-09-21T17:48:29.424" v="3307" actId="1036"/>
        <pc:sldMkLst>
          <pc:docMk/>
          <pc:sldMk cId="0" sldId="299"/>
        </pc:sldMkLst>
        <pc:spChg chg="mod">
          <ac:chgData name="Devinder Kaur" userId="89161a673412ba18" providerId="LiveId" clId="{5C5E40E7-878E-4A98-8B36-707978A399DF}" dt="2021-09-21T17:48:29.424" v="3307" actId="1036"/>
          <ac:spMkLst>
            <pc:docMk/>
            <pc:sldMk cId="0" sldId="299"/>
            <ac:spMk id="30723" creationId="{836E250F-8E10-40FC-952E-F56205AC04B8}"/>
          </ac:spMkLst>
        </pc:spChg>
        <pc:picChg chg="mod">
          <ac:chgData name="Devinder Kaur" userId="89161a673412ba18" providerId="LiveId" clId="{5C5E40E7-878E-4A98-8B36-707978A399DF}" dt="2021-09-21T17:48:21.909" v="3272" actId="14100"/>
          <ac:picMkLst>
            <pc:docMk/>
            <pc:sldMk cId="0" sldId="299"/>
            <ac:picMk id="30722" creationId="{BBE73735-4FA6-42BC-9FB5-AE11C79981B2}"/>
          </ac:picMkLst>
        </pc:picChg>
      </pc:sldChg>
      <pc:sldChg chg="del">
        <pc:chgData name="Devinder Kaur" userId="89161a673412ba18" providerId="LiveId" clId="{5C5E40E7-878E-4A98-8B36-707978A399DF}" dt="2021-09-22T09:23:26.598" v="4950" actId="47"/>
        <pc:sldMkLst>
          <pc:docMk/>
          <pc:sldMk cId="2514515662" sldId="301"/>
        </pc:sldMkLst>
      </pc:sldChg>
      <pc:sldChg chg="del">
        <pc:chgData name="Devinder Kaur" userId="89161a673412ba18" providerId="LiveId" clId="{5C5E40E7-878E-4A98-8B36-707978A399DF}" dt="2021-09-22T09:23:27.765" v="4951" actId="47"/>
        <pc:sldMkLst>
          <pc:docMk/>
          <pc:sldMk cId="75664439" sldId="317"/>
        </pc:sldMkLst>
      </pc:sldChg>
      <pc:sldChg chg="delSp modSp del ord">
        <pc:chgData name="Devinder Kaur" userId="89161a673412ba18" providerId="LiveId" clId="{5C5E40E7-878E-4A98-8B36-707978A399DF}" dt="2021-09-22T08:53:29.955" v="3784" actId="47"/>
        <pc:sldMkLst>
          <pc:docMk/>
          <pc:sldMk cId="984897799" sldId="323"/>
        </pc:sldMkLst>
        <pc:picChg chg="del mod">
          <ac:chgData name="Devinder Kaur" userId="89161a673412ba18" providerId="LiveId" clId="{5C5E40E7-878E-4A98-8B36-707978A399DF}" dt="2021-09-22T08:47:32.097" v="3521" actId="21"/>
          <ac:picMkLst>
            <pc:docMk/>
            <pc:sldMk cId="984897799" sldId="323"/>
            <ac:picMk id="10242" creationId="{00000000-0000-0000-0000-000000000000}"/>
          </ac:picMkLst>
        </pc:picChg>
      </pc:sldChg>
      <pc:sldChg chg="del">
        <pc:chgData name="Devinder Kaur" userId="89161a673412ba18" providerId="LiveId" clId="{5C5E40E7-878E-4A98-8B36-707978A399DF}" dt="2021-09-22T09:23:23.497" v="4947" actId="47"/>
        <pc:sldMkLst>
          <pc:docMk/>
          <pc:sldMk cId="3029822574" sldId="325"/>
        </pc:sldMkLst>
      </pc:sldChg>
      <pc:sldChg chg="del">
        <pc:chgData name="Devinder Kaur" userId="89161a673412ba18" providerId="LiveId" clId="{5C5E40E7-878E-4A98-8B36-707978A399DF}" dt="2021-09-22T09:23:24.360" v="4948" actId="47"/>
        <pc:sldMkLst>
          <pc:docMk/>
          <pc:sldMk cId="3924064526" sldId="326"/>
        </pc:sldMkLst>
      </pc:sldChg>
      <pc:sldChg chg="delSp del">
        <pc:chgData name="Devinder Kaur" userId="89161a673412ba18" providerId="LiveId" clId="{5C5E40E7-878E-4A98-8B36-707978A399DF}" dt="2021-09-22T08:58:27.940" v="3971" actId="47"/>
        <pc:sldMkLst>
          <pc:docMk/>
          <pc:sldMk cId="1979678941" sldId="342"/>
        </pc:sldMkLst>
        <pc:picChg chg="del">
          <ac:chgData name="Devinder Kaur" userId="89161a673412ba18" providerId="LiveId" clId="{5C5E40E7-878E-4A98-8B36-707978A399DF}" dt="2021-09-22T08:54:43.263" v="3850" actId="21"/>
          <ac:picMkLst>
            <pc:docMk/>
            <pc:sldMk cId="1979678941" sldId="342"/>
            <ac:picMk id="11266" creationId="{00000000-0000-0000-0000-000000000000}"/>
          </ac:picMkLst>
        </pc:picChg>
      </pc:sldChg>
      <pc:sldChg chg="delSp del">
        <pc:chgData name="Devinder Kaur" userId="89161a673412ba18" providerId="LiveId" clId="{5C5E40E7-878E-4A98-8B36-707978A399DF}" dt="2021-09-22T09:05:03.704" v="4461" actId="47"/>
        <pc:sldMkLst>
          <pc:docMk/>
          <pc:sldMk cId="3042752412" sldId="343"/>
        </pc:sldMkLst>
        <pc:picChg chg="del">
          <ac:chgData name="Devinder Kaur" userId="89161a673412ba18" providerId="LiveId" clId="{5C5E40E7-878E-4A98-8B36-707978A399DF}" dt="2021-09-22T08:58:32.249" v="3972" actId="21"/>
          <ac:picMkLst>
            <pc:docMk/>
            <pc:sldMk cId="3042752412" sldId="343"/>
            <ac:picMk id="12290" creationId="{00000000-0000-0000-0000-000000000000}"/>
          </ac:picMkLst>
        </pc:picChg>
      </pc:sldChg>
      <pc:sldChg chg="delSp add del">
        <pc:chgData name="Devinder Kaur" userId="89161a673412ba18" providerId="LiveId" clId="{5C5E40E7-878E-4A98-8B36-707978A399DF}" dt="2021-09-22T09:11:12.912" v="4791" actId="47"/>
        <pc:sldMkLst>
          <pc:docMk/>
          <pc:sldMk cId="72673342" sldId="344"/>
        </pc:sldMkLst>
        <pc:picChg chg="del">
          <ac:chgData name="Devinder Kaur" userId="89161a673412ba18" providerId="LiveId" clId="{5C5E40E7-878E-4A98-8B36-707978A399DF}" dt="2021-09-22T09:05:09.176" v="4462" actId="21"/>
          <ac:picMkLst>
            <pc:docMk/>
            <pc:sldMk cId="72673342" sldId="344"/>
            <ac:picMk id="13314" creationId="{00000000-0000-0000-0000-000000000000}"/>
          </ac:picMkLst>
        </pc:picChg>
      </pc:sldChg>
      <pc:sldChg chg="del">
        <pc:chgData name="Devinder Kaur" userId="89161a673412ba18" providerId="LiveId" clId="{5C5E40E7-878E-4A98-8B36-707978A399DF}" dt="2021-09-22T09:23:05.773" v="4930" actId="47"/>
        <pc:sldMkLst>
          <pc:docMk/>
          <pc:sldMk cId="1476067651" sldId="345"/>
        </pc:sldMkLst>
      </pc:sldChg>
      <pc:sldChg chg="del">
        <pc:chgData name="Devinder Kaur" userId="89161a673412ba18" providerId="LiveId" clId="{5C5E40E7-878E-4A98-8B36-707978A399DF}" dt="2021-09-22T09:23:07.179" v="4931" actId="47"/>
        <pc:sldMkLst>
          <pc:docMk/>
          <pc:sldMk cId="598193223" sldId="346"/>
        </pc:sldMkLst>
      </pc:sldChg>
      <pc:sldChg chg="delSp del">
        <pc:chgData name="Devinder Kaur" userId="89161a673412ba18" providerId="LiveId" clId="{5C5E40E7-878E-4A98-8B36-707978A399DF}" dt="2021-09-22T09:23:09.481" v="4932" actId="47"/>
        <pc:sldMkLst>
          <pc:docMk/>
          <pc:sldMk cId="672800449" sldId="347"/>
        </pc:sldMkLst>
        <pc:picChg chg="del">
          <ac:chgData name="Devinder Kaur" userId="89161a673412ba18" providerId="LiveId" clId="{5C5E40E7-878E-4A98-8B36-707978A399DF}" dt="2021-09-22T09:11:24.111" v="4792" actId="21"/>
          <ac:picMkLst>
            <pc:docMk/>
            <pc:sldMk cId="672800449" sldId="347"/>
            <ac:picMk id="16386" creationId="{00000000-0000-0000-0000-000000000000}"/>
          </ac:picMkLst>
        </pc:picChg>
      </pc:sldChg>
      <pc:sldChg chg="del">
        <pc:chgData name="Devinder Kaur" userId="89161a673412ba18" providerId="LiveId" clId="{5C5E40E7-878E-4A98-8B36-707978A399DF}" dt="2021-09-22T09:23:10.731" v="4933" actId="47"/>
        <pc:sldMkLst>
          <pc:docMk/>
          <pc:sldMk cId="2086494381" sldId="348"/>
        </pc:sldMkLst>
      </pc:sldChg>
      <pc:sldChg chg="modSp del">
        <pc:chgData name="Devinder Kaur" userId="89161a673412ba18" providerId="LiveId" clId="{5C5E40E7-878E-4A98-8B36-707978A399DF}" dt="2021-09-22T09:23:11.886" v="4934" actId="47"/>
        <pc:sldMkLst>
          <pc:docMk/>
          <pc:sldMk cId="1483847154" sldId="349"/>
        </pc:sldMkLst>
        <pc:picChg chg="mod">
          <ac:chgData name="Devinder Kaur" userId="89161a673412ba18" providerId="LiveId" clId="{5C5E40E7-878E-4A98-8B36-707978A399DF}" dt="2021-09-18T08:30:26.830" v="90" actId="14100"/>
          <ac:picMkLst>
            <pc:docMk/>
            <pc:sldMk cId="1483847154" sldId="349"/>
            <ac:picMk id="11266" creationId="{00000000-0000-0000-0000-000000000000}"/>
          </ac:picMkLst>
        </pc:picChg>
      </pc:sldChg>
      <pc:sldChg chg="del">
        <pc:chgData name="Devinder Kaur" userId="89161a673412ba18" providerId="LiveId" clId="{5C5E40E7-878E-4A98-8B36-707978A399DF}" dt="2021-09-22T09:23:12.963" v="4935" actId="47"/>
        <pc:sldMkLst>
          <pc:docMk/>
          <pc:sldMk cId="3933697189" sldId="350"/>
        </pc:sldMkLst>
      </pc:sldChg>
      <pc:sldChg chg="del">
        <pc:chgData name="Devinder Kaur" userId="89161a673412ba18" providerId="LiveId" clId="{5C5E40E7-878E-4A98-8B36-707978A399DF}" dt="2021-09-22T09:23:14.556" v="4936" actId="47"/>
        <pc:sldMkLst>
          <pc:docMk/>
          <pc:sldMk cId="3231649619" sldId="351"/>
        </pc:sldMkLst>
      </pc:sldChg>
      <pc:sldChg chg="del">
        <pc:chgData name="Devinder Kaur" userId="89161a673412ba18" providerId="LiveId" clId="{5C5E40E7-878E-4A98-8B36-707978A399DF}" dt="2021-09-22T09:23:15.245" v="4937" actId="47"/>
        <pc:sldMkLst>
          <pc:docMk/>
          <pc:sldMk cId="3902934486" sldId="352"/>
        </pc:sldMkLst>
      </pc:sldChg>
      <pc:sldChg chg="del">
        <pc:chgData name="Devinder Kaur" userId="89161a673412ba18" providerId="LiveId" clId="{5C5E40E7-878E-4A98-8B36-707978A399DF}" dt="2021-09-22T09:23:16.068" v="4938" actId="47"/>
        <pc:sldMkLst>
          <pc:docMk/>
          <pc:sldMk cId="3377491743" sldId="353"/>
        </pc:sldMkLst>
      </pc:sldChg>
      <pc:sldChg chg="del">
        <pc:chgData name="Devinder Kaur" userId="89161a673412ba18" providerId="LiveId" clId="{5C5E40E7-878E-4A98-8B36-707978A399DF}" dt="2021-09-22T09:23:17.164" v="4939" actId="47"/>
        <pc:sldMkLst>
          <pc:docMk/>
          <pc:sldMk cId="15316468" sldId="354"/>
        </pc:sldMkLst>
      </pc:sldChg>
      <pc:sldChg chg="del">
        <pc:chgData name="Devinder Kaur" userId="89161a673412ba18" providerId="LiveId" clId="{5C5E40E7-878E-4A98-8B36-707978A399DF}" dt="2021-09-22T09:23:17.845" v="4940" actId="47"/>
        <pc:sldMkLst>
          <pc:docMk/>
          <pc:sldMk cId="337569911" sldId="355"/>
        </pc:sldMkLst>
      </pc:sldChg>
      <pc:sldChg chg="addSp modSp del">
        <pc:chgData name="Devinder Kaur" userId="89161a673412ba18" providerId="LiveId" clId="{5C5E40E7-878E-4A98-8B36-707978A399DF}" dt="2021-09-22T09:23:18.434" v="4941" actId="47"/>
        <pc:sldMkLst>
          <pc:docMk/>
          <pc:sldMk cId="3941472704" sldId="356"/>
        </pc:sldMkLst>
        <pc:picChg chg="add mod">
          <ac:chgData name="Devinder Kaur" userId="89161a673412ba18" providerId="LiveId" clId="{5C5E40E7-878E-4A98-8B36-707978A399DF}" dt="2021-09-18T10:09:03.559" v="1177" actId="1076"/>
          <ac:picMkLst>
            <pc:docMk/>
            <pc:sldMk cId="3941472704" sldId="356"/>
            <ac:picMk id="7" creationId="{12AE41D5-26D2-40FE-98FB-5EA6A5FB3DEB}"/>
          </ac:picMkLst>
        </pc:picChg>
        <pc:picChg chg="mod">
          <ac:chgData name="Devinder Kaur" userId="89161a673412ba18" providerId="LiveId" clId="{5C5E40E7-878E-4A98-8B36-707978A399DF}" dt="2021-09-18T10:10:24.763" v="1232" actId="1076"/>
          <ac:picMkLst>
            <pc:docMk/>
            <pc:sldMk cId="3941472704" sldId="356"/>
            <ac:picMk id="18434" creationId="{00000000-0000-0000-0000-000000000000}"/>
          </ac:picMkLst>
        </pc:picChg>
      </pc:sldChg>
      <pc:sldChg chg="del">
        <pc:chgData name="Devinder Kaur" userId="89161a673412ba18" providerId="LiveId" clId="{5C5E40E7-878E-4A98-8B36-707978A399DF}" dt="2021-09-22T09:23:19.219" v="4942" actId="47"/>
        <pc:sldMkLst>
          <pc:docMk/>
          <pc:sldMk cId="490100094" sldId="357"/>
        </pc:sldMkLst>
      </pc:sldChg>
      <pc:sldChg chg="del">
        <pc:chgData name="Devinder Kaur" userId="89161a673412ba18" providerId="LiveId" clId="{5C5E40E7-878E-4A98-8B36-707978A399DF}" dt="2021-09-22T09:23:19.728" v="4943" actId="47"/>
        <pc:sldMkLst>
          <pc:docMk/>
          <pc:sldMk cId="807920426" sldId="358"/>
        </pc:sldMkLst>
      </pc:sldChg>
      <pc:sldChg chg="del">
        <pc:chgData name="Devinder Kaur" userId="89161a673412ba18" providerId="LiveId" clId="{5C5E40E7-878E-4A98-8B36-707978A399DF}" dt="2021-09-22T09:23:20.306" v="4944" actId="47"/>
        <pc:sldMkLst>
          <pc:docMk/>
          <pc:sldMk cId="3921502902" sldId="359"/>
        </pc:sldMkLst>
      </pc:sldChg>
      <pc:sldChg chg="del">
        <pc:chgData name="Devinder Kaur" userId="89161a673412ba18" providerId="LiveId" clId="{5C5E40E7-878E-4A98-8B36-707978A399DF}" dt="2021-09-22T09:23:20.932" v="4945" actId="47"/>
        <pc:sldMkLst>
          <pc:docMk/>
          <pc:sldMk cId="1305932515" sldId="360"/>
        </pc:sldMkLst>
      </pc:sldChg>
      <pc:sldChg chg="del">
        <pc:chgData name="Devinder Kaur" userId="89161a673412ba18" providerId="LiveId" clId="{5C5E40E7-878E-4A98-8B36-707978A399DF}" dt="2021-09-22T09:23:22.429" v="4946" actId="47"/>
        <pc:sldMkLst>
          <pc:docMk/>
          <pc:sldMk cId="2693462933" sldId="361"/>
        </pc:sldMkLst>
      </pc:sldChg>
      <pc:sldChg chg="del">
        <pc:chgData name="Devinder Kaur" userId="89161a673412ba18" providerId="LiveId" clId="{5C5E40E7-878E-4A98-8B36-707978A399DF}" dt="2021-09-22T09:23:25.562" v="4949" actId="47"/>
        <pc:sldMkLst>
          <pc:docMk/>
          <pc:sldMk cId="3943608960" sldId="362"/>
        </pc:sldMkLst>
      </pc:sldChg>
      <pc:sldChg chg="addSp delSp modSp mod ord">
        <pc:chgData name="Devinder Kaur" userId="89161a673412ba18" providerId="LiveId" clId="{5C5E40E7-878E-4A98-8B36-707978A399DF}" dt="2021-09-21T10:20:21.063" v="1963" actId="20577"/>
        <pc:sldMkLst>
          <pc:docMk/>
          <pc:sldMk cId="2162987340" sldId="366"/>
        </pc:sldMkLst>
        <pc:spChg chg="mod">
          <ac:chgData name="Devinder Kaur" userId="89161a673412ba18" providerId="LiveId" clId="{5C5E40E7-878E-4A98-8B36-707978A399DF}" dt="2021-09-18T08:40:49.133" v="433" actId="14100"/>
          <ac:spMkLst>
            <pc:docMk/>
            <pc:sldMk cId="2162987340" sldId="366"/>
            <ac:spMk id="2" creationId="{966B8FD2-A17B-4AB3-B4D8-DA0D1CCDC8D6}"/>
          </ac:spMkLst>
        </pc:spChg>
        <pc:spChg chg="mod">
          <ac:chgData name="Devinder Kaur" userId="89161a673412ba18" providerId="LiveId" clId="{5C5E40E7-878E-4A98-8B36-707978A399DF}" dt="2021-09-21T10:20:21.063" v="1963" actId="20577"/>
          <ac:spMkLst>
            <pc:docMk/>
            <pc:sldMk cId="2162987340" sldId="366"/>
            <ac:spMk id="3" creationId="{3CCF1883-CC5F-445E-8BDC-3B19EAD5519A}"/>
          </ac:spMkLst>
        </pc:spChg>
        <pc:picChg chg="add del mod">
          <ac:chgData name="Devinder Kaur" userId="89161a673412ba18" providerId="LiveId" clId="{5C5E40E7-878E-4A98-8B36-707978A399DF}" dt="2021-09-18T08:43:46.072" v="557" actId="478"/>
          <ac:picMkLst>
            <pc:docMk/>
            <pc:sldMk cId="2162987340" sldId="366"/>
            <ac:picMk id="5" creationId="{9E67EBB3-8C38-43BA-9A74-CDB7C4CEE45C}"/>
          </ac:picMkLst>
        </pc:picChg>
      </pc:sldChg>
      <pc:sldChg chg="addSp delSp modSp del mod">
        <pc:chgData name="Devinder Kaur" userId="89161a673412ba18" providerId="LiveId" clId="{5C5E40E7-878E-4A98-8B36-707978A399DF}" dt="2021-09-18T10:16:30.382" v="1338" actId="47"/>
        <pc:sldMkLst>
          <pc:docMk/>
          <pc:sldMk cId="3525728519" sldId="367"/>
        </pc:sldMkLst>
        <pc:spChg chg="del">
          <ac:chgData name="Devinder Kaur" userId="89161a673412ba18" providerId="LiveId" clId="{5C5E40E7-878E-4A98-8B36-707978A399DF}" dt="2021-09-18T10:12:58.257" v="1235" actId="931"/>
          <ac:spMkLst>
            <pc:docMk/>
            <pc:sldMk cId="3525728519" sldId="367"/>
            <ac:spMk id="3" creationId="{8F16599D-660D-4B3D-9A7C-D21F0B24407A}"/>
          </ac:spMkLst>
        </pc:spChg>
        <pc:picChg chg="add mod modCrop">
          <ac:chgData name="Devinder Kaur" userId="89161a673412ba18" providerId="LiveId" clId="{5C5E40E7-878E-4A98-8B36-707978A399DF}" dt="2021-09-18T10:13:30.435" v="1243" actId="1076"/>
          <ac:picMkLst>
            <pc:docMk/>
            <pc:sldMk cId="3525728519" sldId="367"/>
            <ac:picMk id="6" creationId="{53AC74BA-08BE-4611-B255-0AB0D08CADEC}"/>
          </ac:picMkLst>
        </pc:picChg>
      </pc:sldChg>
      <pc:sldChg chg="delSp modSp mod">
        <pc:chgData name="Devinder Kaur" userId="89161a673412ba18" providerId="LiveId" clId="{5C5E40E7-878E-4A98-8B36-707978A399DF}" dt="2021-09-21T16:09:56.400" v="2049" actId="12789"/>
        <pc:sldMkLst>
          <pc:docMk/>
          <pc:sldMk cId="79932034" sldId="368"/>
        </pc:sldMkLst>
        <pc:spChg chg="mod">
          <ac:chgData name="Devinder Kaur" userId="89161a673412ba18" providerId="LiveId" clId="{5C5E40E7-878E-4A98-8B36-707978A399DF}" dt="2021-09-21T16:09:56.400" v="2049" actId="12789"/>
          <ac:spMkLst>
            <pc:docMk/>
            <pc:sldMk cId="79932034" sldId="368"/>
            <ac:spMk id="2" creationId="{18A6401A-8FC2-448A-9312-12C3B9DF2B64}"/>
          </ac:spMkLst>
        </pc:spChg>
        <pc:spChg chg="del">
          <ac:chgData name="Devinder Kaur" userId="89161a673412ba18" providerId="LiveId" clId="{5C5E40E7-878E-4A98-8B36-707978A399DF}" dt="2021-09-21T16:09:47.877" v="2048" actId="478"/>
          <ac:spMkLst>
            <pc:docMk/>
            <pc:sldMk cId="79932034" sldId="368"/>
            <ac:spMk id="3" creationId="{46CDA7C9-3688-4AF6-B0F3-B89B2EBAB172}"/>
          </ac:spMkLst>
        </pc:spChg>
      </pc:sldChg>
      <pc:sldChg chg="delSp modSp new mod">
        <pc:chgData name="Devinder Kaur" userId="89161a673412ba18" providerId="LiveId" clId="{5C5E40E7-878E-4A98-8B36-707978A399DF}" dt="2021-09-21T10:13:45.300" v="1915" actId="6549"/>
        <pc:sldMkLst>
          <pc:docMk/>
          <pc:sldMk cId="2837700395" sldId="369"/>
        </pc:sldMkLst>
        <pc:spChg chg="del">
          <ac:chgData name="Devinder Kaur" userId="89161a673412ba18" providerId="LiveId" clId="{5C5E40E7-878E-4A98-8B36-707978A399DF}" dt="2021-09-18T08:04:09.948" v="9" actId="478"/>
          <ac:spMkLst>
            <pc:docMk/>
            <pc:sldMk cId="2837700395" sldId="369"/>
            <ac:spMk id="2" creationId="{C479C35E-3AFF-4DBE-98E2-2785D1A5916D}"/>
          </ac:spMkLst>
        </pc:spChg>
        <pc:spChg chg="mod">
          <ac:chgData name="Devinder Kaur" userId="89161a673412ba18" providerId="LiveId" clId="{5C5E40E7-878E-4A98-8B36-707978A399DF}" dt="2021-09-21T10:13:45.300" v="1915" actId="6549"/>
          <ac:spMkLst>
            <pc:docMk/>
            <pc:sldMk cId="2837700395" sldId="369"/>
            <ac:spMk id="3" creationId="{EB07C7C6-5459-41B1-B473-B1D0FB4B1690}"/>
          </ac:spMkLst>
        </pc:spChg>
      </pc:sldChg>
      <pc:sldChg chg="addSp delSp modSp new mod">
        <pc:chgData name="Devinder Kaur" userId="89161a673412ba18" providerId="LiveId" clId="{5C5E40E7-878E-4A98-8B36-707978A399DF}" dt="2021-09-21T10:16:13.090" v="1928"/>
        <pc:sldMkLst>
          <pc:docMk/>
          <pc:sldMk cId="1745916977" sldId="370"/>
        </pc:sldMkLst>
        <pc:spChg chg="mod">
          <ac:chgData name="Devinder Kaur" userId="89161a673412ba18" providerId="LiveId" clId="{5C5E40E7-878E-4A98-8B36-707978A399DF}" dt="2021-09-18T08:07:09.366" v="41" actId="122"/>
          <ac:spMkLst>
            <pc:docMk/>
            <pc:sldMk cId="1745916977" sldId="370"/>
            <ac:spMk id="2" creationId="{B304109E-1A5E-4458-80F9-9151630EDC2B}"/>
          </ac:spMkLst>
        </pc:spChg>
        <pc:spChg chg="mod">
          <ac:chgData name="Devinder Kaur" userId="89161a673412ba18" providerId="LiveId" clId="{5C5E40E7-878E-4A98-8B36-707978A399DF}" dt="2021-09-21T10:16:13.090" v="1928"/>
          <ac:spMkLst>
            <pc:docMk/>
            <pc:sldMk cId="1745916977" sldId="370"/>
            <ac:spMk id="3" creationId="{C7212DE9-C07F-4F33-BDFC-37D945BED629}"/>
          </ac:spMkLst>
        </pc:spChg>
        <pc:picChg chg="add del mod">
          <ac:chgData name="Devinder Kaur" userId="89161a673412ba18" providerId="LiveId" clId="{5C5E40E7-878E-4A98-8B36-707978A399DF}" dt="2021-09-18T08:39:10.868" v="401" actId="478"/>
          <ac:picMkLst>
            <pc:docMk/>
            <pc:sldMk cId="1745916977" sldId="370"/>
            <ac:picMk id="5" creationId="{2B9BDEDA-48AA-4C28-9105-2218D02D9358}"/>
          </ac:picMkLst>
        </pc:picChg>
      </pc:sldChg>
      <pc:sldChg chg="addSp delSp modSp new mod">
        <pc:chgData name="Devinder Kaur" userId="89161a673412ba18" providerId="LiveId" clId="{5C5E40E7-878E-4A98-8B36-707978A399DF}" dt="2021-09-18T09:59:17.806" v="793" actId="21"/>
        <pc:sldMkLst>
          <pc:docMk/>
          <pc:sldMk cId="2075811921" sldId="371"/>
        </pc:sldMkLst>
        <pc:spChg chg="del">
          <ac:chgData name="Devinder Kaur" userId="89161a673412ba18" providerId="LiveId" clId="{5C5E40E7-878E-4A98-8B36-707978A399DF}" dt="2021-09-18T08:24:14.607" v="55" actId="931"/>
          <ac:spMkLst>
            <pc:docMk/>
            <pc:sldMk cId="2075811921" sldId="371"/>
            <ac:spMk id="3" creationId="{CE929AAB-2F1D-4902-8A5C-10B5783942AA}"/>
          </ac:spMkLst>
        </pc:spChg>
        <pc:picChg chg="add mod">
          <ac:chgData name="Devinder Kaur" userId="89161a673412ba18" providerId="LiveId" clId="{5C5E40E7-878E-4A98-8B36-707978A399DF}" dt="2021-09-18T09:59:11.422" v="791" actId="14100"/>
          <ac:picMkLst>
            <pc:docMk/>
            <pc:sldMk cId="2075811921" sldId="371"/>
            <ac:picMk id="6" creationId="{770BD25A-571F-49F2-98F1-9E5992694C02}"/>
          </ac:picMkLst>
        </pc:picChg>
        <pc:picChg chg="add del mod">
          <ac:chgData name="Devinder Kaur" userId="89161a673412ba18" providerId="LiveId" clId="{5C5E40E7-878E-4A98-8B36-707978A399DF}" dt="2021-09-18T09:59:17.806" v="793" actId="21"/>
          <ac:picMkLst>
            <pc:docMk/>
            <pc:sldMk cId="2075811921" sldId="371"/>
            <ac:picMk id="7" creationId="{2BD29995-1750-4E71-BA47-9EA5B6DFCC2D}"/>
          </ac:picMkLst>
        </pc:picChg>
      </pc:sldChg>
      <pc:sldChg chg="addSp delSp modSp new mod">
        <pc:chgData name="Devinder Kaur" userId="89161a673412ba18" providerId="LiveId" clId="{5C5E40E7-878E-4A98-8B36-707978A399DF}" dt="2021-09-18T08:26:12.563" v="80" actId="171"/>
        <pc:sldMkLst>
          <pc:docMk/>
          <pc:sldMk cId="3519745377" sldId="372"/>
        </pc:sldMkLst>
        <pc:spChg chg="del">
          <ac:chgData name="Devinder Kaur" userId="89161a673412ba18" providerId="LiveId" clId="{5C5E40E7-878E-4A98-8B36-707978A399DF}" dt="2021-09-18T08:25:40.642" v="72" actId="931"/>
          <ac:spMkLst>
            <pc:docMk/>
            <pc:sldMk cId="3519745377" sldId="372"/>
            <ac:spMk id="3" creationId="{B2E73315-EACA-407E-81A5-CD383ABE8034}"/>
          </ac:spMkLst>
        </pc:spChg>
        <pc:picChg chg="add mod ord modCrop">
          <ac:chgData name="Devinder Kaur" userId="89161a673412ba18" providerId="LiveId" clId="{5C5E40E7-878E-4A98-8B36-707978A399DF}" dt="2021-09-18T08:26:12.563" v="80" actId="171"/>
          <ac:picMkLst>
            <pc:docMk/>
            <pc:sldMk cId="3519745377" sldId="372"/>
            <ac:picMk id="6" creationId="{F90ED6AB-8AFA-4D9D-8E9D-7B931471C181}"/>
          </ac:picMkLst>
        </pc:picChg>
      </pc:sldChg>
      <pc:sldChg chg="addSp delSp modSp new mod">
        <pc:chgData name="Devinder Kaur" userId="89161a673412ba18" providerId="LiveId" clId="{5C5E40E7-878E-4A98-8B36-707978A399DF}" dt="2021-09-21T10:26:34.841" v="1975" actId="27636"/>
        <pc:sldMkLst>
          <pc:docMk/>
          <pc:sldMk cId="2372984191" sldId="373"/>
        </pc:sldMkLst>
        <pc:spChg chg="mod">
          <ac:chgData name="Devinder Kaur" userId="89161a673412ba18" providerId="LiveId" clId="{5C5E40E7-878E-4A98-8B36-707978A399DF}" dt="2021-09-18T10:02:02.299" v="867" actId="20577"/>
          <ac:spMkLst>
            <pc:docMk/>
            <pc:sldMk cId="2372984191" sldId="373"/>
            <ac:spMk id="2" creationId="{BE992E09-6593-408A-AABA-5CDF0DC6678A}"/>
          </ac:spMkLst>
        </pc:spChg>
        <pc:spChg chg="mod">
          <ac:chgData name="Devinder Kaur" userId="89161a673412ba18" providerId="LiveId" clId="{5C5E40E7-878E-4A98-8B36-707978A399DF}" dt="2021-09-21T10:26:34.841" v="1975" actId="27636"/>
          <ac:spMkLst>
            <pc:docMk/>
            <pc:sldMk cId="2372984191" sldId="373"/>
            <ac:spMk id="3" creationId="{EC6C2FD7-6C5D-465B-B774-D90443649B18}"/>
          </ac:spMkLst>
        </pc:spChg>
        <pc:picChg chg="add del mod">
          <ac:chgData name="Devinder Kaur" userId="89161a673412ba18" providerId="LiveId" clId="{5C5E40E7-878E-4A98-8B36-707978A399DF}" dt="2021-09-18T10:06:49.503" v="1170" actId="478"/>
          <ac:picMkLst>
            <pc:docMk/>
            <pc:sldMk cId="2372984191" sldId="373"/>
            <ac:picMk id="5" creationId="{E96A15C3-3161-4DE7-A1AC-034FEDBA1B4B}"/>
          </ac:picMkLst>
        </pc:picChg>
      </pc:sldChg>
      <pc:sldChg chg="addSp delSp modSp new mod">
        <pc:chgData name="Devinder Kaur" userId="89161a673412ba18" providerId="LiveId" clId="{5C5E40E7-878E-4A98-8B36-707978A399DF}" dt="2021-09-21T10:11:09.401" v="1904" actId="948"/>
        <pc:sldMkLst>
          <pc:docMk/>
          <pc:sldMk cId="977925182" sldId="374"/>
        </pc:sldMkLst>
        <pc:spChg chg="mod">
          <ac:chgData name="Devinder Kaur" userId="89161a673412ba18" providerId="LiveId" clId="{5C5E40E7-878E-4A98-8B36-707978A399DF}" dt="2021-09-21T09:36:59.603" v="1653" actId="14100"/>
          <ac:spMkLst>
            <pc:docMk/>
            <pc:sldMk cId="977925182" sldId="374"/>
            <ac:spMk id="2" creationId="{90FD028B-EFD4-4B47-AA55-FEF43A9086CB}"/>
          </ac:spMkLst>
        </pc:spChg>
        <pc:spChg chg="mod">
          <ac:chgData name="Devinder Kaur" userId="89161a673412ba18" providerId="LiveId" clId="{5C5E40E7-878E-4A98-8B36-707978A399DF}" dt="2021-09-21T10:11:09.401" v="1904" actId="948"/>
          <ac:spMkLst>
            <pc:docMk/>
            <pc:sldMk cId="977925182" sldId="374"/>
            <ac:spMk id="3" creationId="{E012FF1E-B161-4B03-A56A-15025E97F178}"/>
          </ac:spMkLst>
        </pc:spChg>
        <pc:picChg chg="add del mod">
          <ac:chgData name="Devinder Kaur" userId="89161a673412ba18" providerId="LiveId" clId="{5C5E40E7-878E-4A98-8B36-707978A399DF}" dt="2021-09-21T09:36:19.767" v="1624" actId="478"/>
          <ac:picMkLst>
            <pc:docMk/>
            <pc:sldMk cId="977925182" sldId="374"/>
            <ac:picMk id="5" creationId="{5A1A0631-46F0-4E60-83EE-7C6A0E8501C7}"/>
          </ac:picMkLst>
        </pc:picChg>
        <pc:picChg chg="add del mod">
          <ac:chgData name="Devinder Kaur" userId="89161a673412ba18" providerId="LiveId" clId="{5C5E40E7-878E-4A98-8B36-707978A399DF}" dt="2021-09-21T10:07:40.831" v="1863" actId="478"/>
          <ac:picMkLst>
            <pc:docMk/>
            <pc:sldMk cId="977925182" sldId="374"/>
            <ac:picMk id="6" creationId="{43EE4E9B-6A36-4766-A8E0-379B9CD192BF}"/>
          </ac:picMkLst>
        </pc:picChg>
        <pc:picChg chg="add del mod">
          <ac:chgData name="Devinder Kaur" userId="89161a673412ba18" providerId="LiveId" clId="{5C5E40E7-878E-4A98-8B36-707978A399DF}" dt="2021-09-21T10:10:31.199" v="1898" actId="478"/>
          <ac:picMkLst>
            <pc:docMk/>
            <pc:sldMk cId="977925182" sldId="374"/>
            <ac:picMk id="7" creationId="{ED022C09-35C8-49E1-8D76-1E956D136210}"/>
          </ac:picMkLst>
        </pc:picChg>
        <pc:picChg chg="add del mod">
          <ac:chgData name="Devinder Kaur" userId="89161a673412ba18" providerId="LiveId" clId="{5C5E40E7-878E-4A98-8B36-707978A399DF}" dt="2021-09-21T09:43:59.051" v="1817" actId="478"/>
          <ac:picMkLst>
            <pc:docMk/>
            <pc:sldMk cId="977925182" sldId="374"/>
            <ac:picMk id="8" creationId="{9EF8903D-6C4D-4A39-ADC4-074B40ED3634}"/>
          </ac:picMkLst>
        </pc:picChg>
        <pc:picChg chg="add del mod">
          <ac:chgData name="Devinder Kaur" userId="89161a673412ba18" providerId="LiveId" clId="{5C5E40E7-878E-4A98-8B36-707978A399DF}" dt="2021-09-21T10:07:36.795" v="1862" actId="478"/>
          <ac:picMkLst>
            <pc:docMk/>
            <pc:sldMk cId="977925182" sldId="374"/>
            <ac:picMk id="9" creationId="{EC0E8993-A927-4315-AACD-9BE98CFECF7F}"/>
          </ac:picMkLst>
        </pc:picChg>
      </pc:sldChg>
      <pc:sldChg chg="addSp delSp modSp new del">
        <pc:chgData name="Devinder Kaur" userId="89161a673412ba18" providerId="LiveId" clId="{5C5E40E7-878E-4A98-8B36-707978A399DF}" dt="2021-09-18T08:40:30.471" v="410" actId="47"/>
        <pc:sldMkLst>
          <pc:docMk/>
          <pc:sldMk cId="594176273" sldId="375"/>
        </pc:sldMkLst>
        <pc:picChg chg="add del mod">
          <ac:chgData name="Devinder Kaur" userId="89161a673412ba18" providerId="LiveId" clId="{5C5E40E7-878E-4A98-8B36-707978A399DF}" dt="2021-09-18T08:40:28.536" v="409" actId="21"/>
          <ac:picMkLst>
            <pc:docMk/>
            <pc:sldMk cId="594176273" sldId="375"/>
            <ac:picMk id="5" creationId="{49003A55-80CE-4DDE-AEB0-D1D668B735A6}"/>
          </ac:picMkLst>
        </pc:picChg>
      </pc:sldChg>
      <pc:sldChg chg="addSp delSp modSp new del mod">
        <pc:chgData name="Devinder Kaur" userId="89161a673412ba18" providerId="LiveId" clId="{5C5E40E7-878E-4A98-8B36-707978A399DF}" dt="2021-09-21T10:19:49.717" v="1953" actId="47"/>
        <pc:sldMkLst>
          <pc:docMk/>
          <pc:sldMk cId="3613270344" sldId="375"/>
        </pc:sldMkLst>
        <pc:spChg chg="mod">
          <ac:chgData name="Devinder Kaur" userId="89161a673412ba18" providerId="LiveId" clId="{5C5E40E7-878E-4A98-8B36-707978A399DF}" dt="2021-09-18T08:45:18.382" v="571" actId="122"/>
          <ac:spMkLst>
            <pc:docMk/>
            <pc:sldMk cId="3613270344" sldId="375"/>
            <ac:spMk id="2" creationId="{AEB3B61F-979C-464F-910F-7D237E17B96E}"/>
          </ac:spMkLst>
        </pc:spChg>
        <pc:spChg chg="mod">
          <ac:chgData name="Devinder Kaur" userId="89161a673412ba18" providerId="LiveId" clId="{5C5E40E7-878E-4A98-8B36-707978A399DF}" dt="2021-09-21T10:19:37.718" v="1947" actId="21"/>
          <ac:spMkLst>
            <pc:docMk/>
            <pc:sldMk cId="3613270344" sldId="375"/>
            <ac:spMk id="3" creationId="{48B767A2-BEEA-41E7-B90F-43D7CED95345}"/>
          </ac:spMkLst>
        </pc:spChg>
        <pc:picChg chg="add del mod">
          <ac:chgData name="Devinder Kaur" userId="89161a673412ba18" providerId="LiveId" clId="{5C5E40E7-878E-4A98-8B36-707978A399DF}" dt="2021-09-18T09:54:39.040" v="771" actId="478"/>
          <ac:picMkLst>
            <pc:docMk/>
            <pc:sldMk cId="3613270344" sldId="375"/>
            <ac:picMk id="5" creationId="{FDB91A38-2740-4522-8665-44DF9B62013A}"/>
          </ac:picMkLst>
        </pc:picChg>
      </pc:sldChg>
      <pc:sldChg chg="addSp delSp modSp new del mod">
        <pc:chgData name="Devinder Kaur" userId="89161a673412ba18" providerId="LiveId" clId="{5C5E40E7-878E-4A98-8B36-707978A399DF}" dt="2021-09-21T17:35:55.125" v="3174" actId="47"/>
        <pc:sldMkLst>
          <pc:docMk/>
          <pc:sldMk cId="798363464" sldId="376"/>
        </pc:sldMkLst>
        <pc:spChg chg="mod">
          <ac:chgData name="Devinder Kaur" userId="89161a673412ba18" providerId="LiveId" clId="{5C5E40E7-878E-4A98-8B36-707978A399DF}" dt="2021-09-18T10:15:53.640" v="1286" actId="1036"/>
          <ac:spMkLst>
            <pc:docMk/>
            <pc:sldMk cId="798363464" sldId="376"/>
            <ac:spMk id="2" creationId="{732108E5-2143-4A62-9FF7-E9AA205F0D38}"/>
          </ac:spMkLst>
        </pc:spChg>
        <pc:spChg chg="mod">
          <ac:chgData name="Devinder Kaur" userId="89161a673412ba18" providerId="LiveId" clId="{5C5E40E7-878E-4A98-8B36-707978A399DF}" dt="2021-09-21T17:33:56.058" v="3168" actId="20577"/>
          <ac:spMkLst>
            <pc:docMk/>
            <pc:sldMk cId="798363464" sldId="376"/>
            <ac:spMk id="3" creationId="{B21AA344-332A-480B-95B9-2E79F30F0919}"/>
          </ac:spMkLst>
        </pc:spChg>
        <pc:spChg chg="add del">
          <ac:chgData name="Devinder Kaur" userId="89161a673412ba18" providerId="LiveId" clId="{5C5E40E7-878E-4A98-8B36-707978A399DF}" dt="2021-09-21T17:23:58.876" v="2824" actId="478"/>
          <ac:spMkLst>
            <pc:docMk/>
            <pc:sldMk cId="798363464" sldId="376"/>
            <ac:spMk id="6" creationId="{3B945875-425C-4E10-A1BB-697559DDFB74}"/>
          </ac:spMkLst>
        </pc:spChg>
        <pc:picChg chg="add mod modCrop">
          <ac:chgData name="Devinder Kaur" userId="89161a673412ba18" providerId="LiveId" clId="{5C5E40E7-878E-4A98-8B36-707978A399DF}" dt="2021-09-18T10:16:09.941" v="1337" actId="1076"/>
          <ac:picMkLst>
            <pc:docMk/>
            <pc:sldMk cId="798363464" sldId="376"/>
            <ac:picMk id="5" creationId="{DEEEB38E-7A0D-4FA1-807F-2D0080F342CD}"/>
          </ac:picMkLst>
        </pc:picChg>
        <pc:picChg chg="add del mod">
          <ac:chgData name="Devinder Kaur" userId="89161a673412ba18" providerId="LiveId" clId="{5C5E40E7-878E-4A98-8B36-707978A399DF}" dt="2021-09-21T17:33:37.198" v="3165" actId="478"/>
          <ac:picMkLst>
            <pc:docMk/>
            <pc:sldMk cId="798363464" sldId="376"/>
            <ac:picMk id="7" creationId="{2B98AF1E-99B0-4302-804B-213749FB8A1C}"/>
          </ac:picMkLst>
        </pc:picChg>
      </pc:sldChg>
      <pc:sldChg chg="new del">
        <pc:chgData name="Devinder Kaur" userId="89161a673412ba18" providerId="LiveId" clId="{5C5E40E7-878E-4A98-8B36-707978A399DF}" dt="2021-09-18T10:12:24.526" v="1234" actId="47"/>
        <pc:sldMkLst>
          <pc:docMk/>
          <pc:sldMk cId="834575154" sldId="376"/>
        </pc:sldMkLst>
      </pc:sldChg>
      <pc:sldChg chg="addSp delSp modSp new mod">
        <pc:chgData name="Devinder Kaur" userId="89161a673412ba18" providerId="LiveId" clId="{5C5E40E7-878E-4A98-8B36-707978A399DF}" dt="2021-09-21T17:36:15.185" v="3175" actId="113"/>
        <pc:sldMkLst>
          <pc:docMk/>
          <pc:sldMk cId="3331931051" sldId="377"/>
        </pc:sldMkLst>
        <pc:spChg chg="add del mod">
          <ac:chgData name="Devinder Kaur" userId="89161a673412ba18" providerId="LiveId" clId="{5C5E40E7-878E-4A98-8B36-707978A399DF}" dt="2021-09-21T17:36:15.185" v="3175" actId="113"/>
          <ac:spMkLst>
            <pc:docMk/>
            <pc:sldMk cId="3331931051" sldId="377"/>
            <ac:spMk id="2" creationId="{DEB55B34-7FBE-4876-8C32-C05FA68711CB}"/>
          </ac:spMkLst>
        </pc:spChg>
        <pc:spChg chg="mod">
          <ac:chgData name="Devinder Kaur" userId="89161a673412ba18" providerId="LiveId" clId="{5C5E40E7-878E-4A98-8B36-707978A399DF}" dt="2021-09-21T16:20:53.650" v="2185" actId="27636"/>
          <ac:spMkLst>
            <pc:docMk/>
            <pc:sldMk cId="3331931051" sldId="377"/>
            <ac:spMk id="3" creationId="{3D3B7DE2-20F8-479B-A3FC-D346033A4CEE}"/>
          </ac:spMkLst>
        </pc:spChg>
      </pc:sldChg>
      <pc:sldChg chg="addSp delSp modSp new del mod">
        <pc:chgData name="Devinder Kaur" userId="89161a673412ba18" providerId="LiveId" clId="{5C5E40E7-878E-4A98-8B36-707978A399DF}" dt="2021-09-21T17:35:55.125" v="3174" actId="47"/>
        <pc:sldMkLst>
          <pc:docMk/>
          <pc:sldMk cId="3280016719" sldId="378"/>
        </pc:sldMkLst>
        <pc:spChg chg="del">
          <ac:chgData name="Devinder Kaur" userId="89161a673412ba18" providerId="LiveId" clId="{5C5E40E7-878E-4A98-8B36-707978A399DF}" dt="2021-09-18T10:19:34.977" v="1351" actId="478"/>
          <ac:spMkLst>
            <pc:docMk/>
            <pc:sldMk cId="3280016719" sldId="378"/>
            <ac:spMk id="2" creationId="{B0470517-4FE2-4234-BB27-C40FE3DCE563}"/>
          </ac:spMkLst>
        </pc:spChg>
        <pc:spChg chg="mod">
          <ac:chgData name="Devinder Kaur" userId="89161a673412ba18" providerId="LiveId" clId="{5C5E40E7-878E-4A98-8B36-707978A399DF}" dt="2021-09-18T10:26:07.427" v="1415" actId="27636"/>
          <ac:spMkLst>
            <pc:docMk/>
            <pc:sldMk cId="3280016719" sldId="378"/>
            <ac:spMk id="3" creationId="{500E7962-6202-428A-93FD-0325A1F7D1FA}"/>
          </ac:spMkLst>
        </pc:spChg>
        <pc:picChg chg="add mod">
          <ac:chgData name="Devinder Kaur" userId="89161a673412ba18" providerId="LiveId" clId="{5C5E40E7-878E-4A98-8B36-707978A399DF}" dt="2021-09-18T10:30:05.997" v="1428"/>
          <ac:picMkLst>
            <pc:docMk/>
            <pc:sldMk cId="3280016719" sldId="378"/>
            <ac:picMk id="6" creationId="{9C928E42-2E74-4895-B7CD-F17394AD2D23}"/>
          </ac:picMkLst>
        </pc:picChg>
        <pc:picChg chg="add mod modCrop">
          <ac:chgData name="Devinder Kaur" userId="89161a673412ba18" providerId="LiveId" clId="{5C5E40E7-878E-4A98-8B36-707978A399DF}" dt="2021-09-18T10:30:12.980" v="1438" actId="1035"/>
          <ac:picMkLst>
            <pc:docMk/>
            <pc:sldMk cId="3280016719" sldId="378"/>
            <ac:picMk id="8" creationId="{4FD6A31F-0C9E-412E-8D23-276C2E51D213}"/>
          </ac:picMkLst>
        </pc:picChg>
        <pc:picChg chg="add mod">
          <ac:chgData name="Devinder Kaur" userId="89161a673412ba18" providerId="LiveId" clId="{5C5E40E7-878E-4A98-8B36-707978A399DF}" dt="2021-09-18T10:30:00.923" v="1427"/>
          <ac:picMkLst>
            <pc:docMk/>
            <pc:sldMk cId="3280016719" sldId="378"/>
            <ac:picMk id="10" creationId="{80B509D9-516E-41C7-85F3-0353BD0FF55D}"/>
          </ac:picMkLst>
        </pc:picChg>
      </pc:sldChg>
      <pc:sldChg chg="delSp modSp new del mod">
        <pc:chgData name="Devinder Kaur" userId="89161a673412ba18" providerId="LiveId" clId="{5C5E40E7-878E-4A98-8B36-707978A399DF}" dt="2021-09-21T17:35:55.125" v="3174" actId="47"/>
        <pc:sldMkLst>
          <pc:docMk/>
          <pc:sldMk cId="2819608480" sldId="379"/>
        </pc:sldMkLst>
        <pc:spChg chg="del">
          <ac:chgData name="Devinder Kaur" userId="89161a673412ba18" providerId="LiveId" clId="{5C5E40E7-878E-4A98-8B36-707978A399DF}" dt="2021-09-18T10:31:56.399" v="1443" actId="478"/>
          <ac:spMkLst>
            <pc:docMk/>
            <pc:sldMk cId="2819608480" sldId="379"/>
            <ac:spMk id="2" creationId="{3A30D370-C827-4EDF-9237-27C54624B425}"/>
          </ac:spMkLst>
        </pc:spChg>
        <pc:spChg chg="mod">
          <ac:chgData name="Devinder Kaur" userId="89161a673412ba18" providerId="LiveId" clId="{5C5E40E7-878E-4A98-8B36-707978A399DF}" dt="2021-09-18T10:35:51.672" v="1480" actId="14100"/>
          <ac:spMkLst>
            <pc:docMk/>
            <pc:sldMk cId="2819608480" sldId="379"/>
            <ac:spMk id="3" creationId="{45AA78EF-F239-47D8-836D-866521228FAB}"/>
          </ac:spMkLst>
        </pc:spChg>
      </pc:sldChg>
      <pc:sldChg chg="delSp modSp new mod">
        <pc:chgData name="Devinder Kaur" userId="89161a673412ba18" providerId="LiveId" clId="{5C5E40E7-878E-4A98-8B36-707978A399DF}" dt="2021-09-21T17:23:43.017" v="2822" actId="478"/>
        <pc:sldMkLst>
          <pc:docMk/>
          <pc:sldMk cId="1356807282" sldId="380"/>
        </pc:sldMkLst>
        <pc:spChg chg="mod">
          <ac:chgData name="Devinder Kaur" userId="89161a673412ba18" providerId="LiveId" clId="{5C5E40E7-878E-4A98-8B36-707978A399DF}" dt="2021-09-21T10:28:16.981" v="1984" actId="122"/>
          <ac:spMkLst>
            <pc:docMk/>
            <pc:sldMk cId="1356807282" sldId="380"/>
            <ac:spMk id="2" creationId="{A9136B1D-DA4E-4CBF-8F99-D96D1F844252}"/>
          </ac:spMkLst>
        </pc:spChg>
        <pc:spChg chg="mod">
          <ac:chgData name="Devinder Kaur" userId="89161a673412ba18" providerId="LiveId" clId="{5C5E40E7-878E-4A98-8B36-707978A399DF}" dt="2021-09-21T10:28:03.410" v="1982" actId="113"/>
          <ac:spMkLst>
            <pc:docMk/>
            <pc:sldMk cId="1356807282" sldId="380"/>
            <ac:spMk id="3" creationId="{BF270321-5404-4DD1-A518-9EEB0CE1BD75}"/>
          </ac:spMkLst>
        </pc:spChg>
        <pc:spChg chg="del">
          <ac:chgData name="Devinder Kaur" userId="89161a673412ba18" providerId="LiveId" clId="{5C5E40E7-878E-4A98-8B36-707978A399DF}" dt="2021-09-21T17:23:43.017" v="2822" actId="478"/>
          <ac:spMkLst>
            <pc:docMk/>
            <pc:sldMk cId="1356807282" sldId="380"/>
            <ac:spMk id="5" creationId="{833D0E74-211B-46A4-818D-4C8F11D50A0A}"/>
          </ac:spMkLst>
        </pc:spChg>
      </pc:sldChg>
      <pc:sldChg chg="new del">
        <pc:chgData name="Devinder Kaur" userId="89161a673412ba18" providerId="LiveId" clId="{5C5E40E7-878E-4A98-8B36-707978A399DF}" dt="2021-09-21T10:16:27.795" v="1929" actId="47"/>
        <pc:sldMkLst>
          <pc:docMk/>
          <pc:sldMk cId="3481014393" sldId="380"/>
        </pc:sldMkLst>
      </pc:sldChg>
      <pc:sldChg chg="modSp new del mod">
        <pc:chgData name="Devinder Kaur" userId="89161a673412ba18" providerId="LiveId" clId="{5C5E40E7-878E-4A98-8B36-707978A399DF}" dt="2021-09-21T10:32:55.781" v="2025" actId="2696"/>
        <pc:sldMkLst>
          <pc:docMk/>
          <pc:sldMk cId="2339370952" sldId="381"/>
        </pc:sldMkLst>
        <pc:spChg chg="mod">
          <ac:chgData name="Devinder Kaur" userId="89161a673412ba18" providerId="LiveId" clId="{5C5E40E7-878E-4A98-8B36-707978A399DF}" dt="2021-09-21T10:32:09.673" v="2017" actId="1036"/>
          <ac:spMkLst>
            <pc:docMk/>
            <pc:sldMk cId="2339370952" sldId="381"/>
            <ac:spMk id="2" creationId="{CCFACC8A-83A3-4114-B0C8-8C0C4D74CA3F}"/>
          </ac:spMkLst>
        </pc:spChg>
        <pc:spChg chg="mod">
          <ac:chgData name="Devinder Kaur" userId="89161a673412ba18" providerId="LiveId" clId="{5C5E40E7-878E-4A98-8B36-707978A399DF}" dt="2021-09-21T10:32:41.286" v="2024" actId="27636"/>
          <ac:spMkLst>
            <pc:docMk/>
            <pc:sldMk cId="2339370952" sldId="381"/>
            <ac:spMk id="3" creationId="{D8E25F56-B42B-430C-A014-BF7D2B364F8F}"/>
          </ac:spMkLst>
        </pc:spChg>
      </pc:sldChg>
      <pc:sldChg chg="modSp new mod">
        <pc:chgData name="Devinder Kaur" userId="89161a673412ba18" providerId="LiveId" clId="{5C5E40E7-878E-4A98-8B36-707978A399DF}" dt="2021-09-21T17:35:35.343" v="3173"/>
        <pc:sldMkLst>
          <pc:docMk/>
          <pc:sldMk cId="1898853014" sldId="382"/>
        </pc:sldMkLst>
        <pc:spChg chg="mod">
          <ac:chgData name="Devinder Kaur" userId="89161a673412ba18" providerId="LiveId" clId="{5C5E40E7-878E-4A98-8B36-707978A399DF}" dt="2021-09-21T16:16:26.226" v="2132" actId="1036"/>
          <ac:spMkLst>
            <pc:docMk/>
            <pc:sldMk cId="1898853014" sldId="382"/>
            <ac:spMk id="2" creationId="{0856D4E3-60A1-4769-9EAE-25400053B776}"/>
          </ac:spMkLst>
        </pc:spChg>
        <pc:spChg chg="mod">
          <ac:chgData name="Devinder Kaur" userId="89161a673412ba18" providerId="LiveId" clId="{5C5E40E7-878E-4A98-8B36-707978A399DF}" dt="2021-09-21T17:35:35.343" v="3173"/>
          <ac:spMkLst>
            <pc:docMk/>
            <pc:sldMk cId="1898853014" sldId="382"/>
            <ac:spMk id="3" creationId="{6E14AD09-3C6C-400E-983A-CB850164D4E1}"/>
          </ac:spMkLst>
        </pc:spChg>
      </pc:sldChg>
      <pc:sldChg chg="addSp delSp modSp new mod">
        <pc:chgData name="Devinder Kaur" userId="89161a673412ba18" providerId="LiveId" clId="{5C5E40E7-878E-4A98-8B36-707978A399DF}" dt="2021-09-21T17:08:51.304" v="2599"/>
        <pc:sldMkLst>
          <pc:docMk/>
          <pc:sldMk cId="1036852502" sldId="383"/>
        </pc:sldMkLst>
        <pc:spChg chg="del">
          <ac:chgData name="Devinder Kaur" userId="89161a673412ba18" providerId="LiveId" clId="{5C5E40E7-878E-4A98-8B36-707978A399DF}" dt="2021-09-21T16:21:38.024" v="2202" actId="931"/>
          <ac:spMkLst>
            <pc:docMk/>
            <pc:sldMk cId="1036852502" sldId="383"/>
            <ac:spMk id="3" creationId="{FD9ACCE0-EF52-41B6-B153-1DAA54C53240}"/>
          </ac:spMkLst>
        </pc:spChg>
        <pc:picChg chg="add mod">
          <ac:chgData name="Devinder Kaur" userId="89161a673412ba18" providerId="LiveId" clId="{5C5E40E7-878E-4A98-8B36-707978A399DF}" dt="2021-09-21T17:08:51.304" v="2599"/>
          <ac:picMkLst>
            <pc:docMk/>
            <pc:sldMk cId="1036852502" sldId="383"/>
            <ac:picMk id="6" creationId="{7BAF65E8-D23B-4028-A7C0-04E0A12440F2}"/>
          </ac:picMkLst>
        </pc:picChg>
      </pc:sldChg>
      <pc:sldChg chg="addSp modSp new mod">
        <pc:chgData name="Devinder Kaur" userId="89161a673412ba18" providerId="LiveId" clId="{5C5E40E7-878E-4A98-8B36-707978A399DF}" dt="2021-09-21T16:41:40.807" v="2283" actId="948"/>
        <pc:sldMkLst>
          <pc:docMk/>
          <pc:sldMk cId="888649824" sldId="384"/>
        </pc:sldMkLst>
        <pc:spChg chg="mod">
          <ac:chgData name="Devinder Kaur" userId="89161a673412ba18" providerId="LiveId" clId="{5C5E40E7-878E-4A98-8B36-707978A399DF}" dt="2021-09-21T16:37:59.672" v="2242" actId="14100"/>
          <ac:spMkLst>
            <pc:docMk/>
            <pc:sldMk cId="888649824" sldId="384"/>
            <ac:spMk id="2" creationId="{62E2E3A8-4E32-4959-8177-5F5B97AA0F8E}"/>
          </ac:spMkLst>
        </pc:spChg>
        <pc:spChg chg="mod">
          <ac:chgData name="Devinder Kaur" userId="89161a673412ba18" providerId="LiveId" clId="{5C5E40E7-878E-4A98-8B36-707978A399DF}" dt="2021-09-21T16:41:40.807" v="2283" actId="948"/>
          <ac:spMkLst>
            <pc:docMk/>
            <pc:sldMk cId="888649824" sldId="384"/>
            <ac:spMk id="3" creationId="{8E468A05-5A5D-4E82-80F4-6C55AF12936A}"/>
          </ac:spMkLst>
        </pc:spChg>
        <pc:picChg chg="add mod">
          <ac:chgData name="Devinder Kaur" userId="89161a673412ba18" providerId="LiveId" clId="{5C5E40E7-878E-4A98-8B36-707978A399DF}" dt="2021-09-21T16:41:13.569" v="2279" actId="14100"/>
          <ac:picMkLst>
            <pc:docMk/>
            <pc:sldMk cId="888649824" sldId="384"/>
            <ac:picMk id="5" creationId="{8EADC882-EECB-4A05-A721-90D45EF676C7}"/>
          </ac:picMkLst>
        </pc:picChg>
        <pc:picChg chg="add mod">
          <ac:chgData name="Devinder Kaur" userId="89161a673412ba18" providerId="LiveId" clId="{5C5E40E7-878E-4A98-8B36-707978A399DF}" dt="2021-09-21T16:40:42.700" v="2271" actId="1076"/>
          <ac:picMkLst>
            <pc:docMk/>
            <pc:sldMk cId="888649824" sldId="384"/>
            <ac:picMk id="6" creationId="{A64B0503-14D8-4402-A15D-21D81DA8632D}"/>
          </ac:picMkLst>
        </pc:picChg>
        <pc:picChg chg="add mod">
          <ac:chgData name="Devinder Kaur" userId="89161a673412ba18" providerId="LiveId" clId="{5C5E40E7-878E-4A98-8B36-707978A399DF}" dt="2021-09-21T16:40:58.163" v="2275" actId="14100"/>
          <ac:picMkLst>
            <pc:docMk/>
            <pc:sldMk cId="888649824" sldId="384"/>
            <ac:picMk id="7" creationId="{5891F776-AB30-48B2-8BFE-ED9A7B03702B}"/>
          </ac:picMkLst>
        </pc:picChg>
      </pc:sldChg>
      <pc:sldChg chg="addSp modSp new mod">
        <pc:chgData name="Devinder Kaur" userId="89161a673412ba18" providerId="LiveId" clId="{5C5E40E7-878E-4A98-8B36-707978A399DF}" dt="2021-09-21T17:08:31.502" v="2598"/>
        <pc:sldMkLst>
          <pc:docMk/>
          <pc:sldMk cId="1642941603" sldId="385"/>
        </pc:sldMkLst>
        <pc:spChg chg="mod">
          <ac:chgData name="Devinder Kaur" userId="89161a673412ba18" providerId="LiveId" clId="{5C5E40E7-878E-4A98-8B36-707978A399DF}" dt="2021-09-21T16:48:01.667" v="2443" actId="20577"/>
          <ac:spMkLst>
            <pc:docMk/>
            <pc:sldMk cId="1642941603" sldId="385"/>
            <ac:spMk id="2" creationId="{A3BB2A6C-F67C-4C7F-8C7E-063A76F6A219}"/>
          </ac:spMkLst>
        </pc:spChg>
        <pc:spChg chg="mod">
          <ac:chgData name="Devinder Kaur" userId="89161a673412ba18" providerId="LiveId" clId="{5C5E40E7-878E-4A98-8B36-707978A399DF}" dt="2021-09-21T16:58:13.162" v="2486" actId="1035"/>
          <ac:spMkLst>
            <pc:docMk/>
            <pc:sldMk cId="1642941603" sldId="385"/>
            <ac:spMk id="3" creationId="{5A51CD9F-F5F6-4D1F-A067-DDE2E8C65292}"/>
          </ac:spMkLst>
        </pc:spChg>
        <pc:picChg chg="add mod">
          <ac:chgData name="Devinder Kaur" userId="89161a673412ba18" providerId="LiveId" clId="{5C5E40E7-878E-4A98-8B36-707978A399DF}" dt="2021-09-21T17:08:31.502" v="2598"/>
          <ac:picMkLst>
            <pc:docMk/>
            <pc:sldMk cId="1642941603" sldId="385"/>
            <ac:picMk id="6" creationId="{6C4D7FEC-A8C3-4C4B-BDF3-7DCD18E641E1}"/>
          </ac:picMkLst>
        </pc:picChg>
      </pc:sldChg>
      <pc:sldChg chg="modSp new mod">
        <pc:chgData name="Devinder Kaur" userId="89161a673412ba18" providerId="LiveId" clId="{5C5E40E7-878E-4A98-8B36-707978A399DF}" dt="2021-09-21T17:53:26.774" v="3357" actId="1036"/>
        <pc:sldMkLst>
          <pc:docMk/>
          <pc:sldMk cId="2062129734" sldId="386"/>
        </pc:sldMkLst>
        <pc:spChg chg="mod">
          <ac:chgData name="Devinder Kaur" userId="89161a673412ba18" providerId="LiveId" clId="{5C5E40E7-878E-4A98-8B36-707978A399DF}" dt="2021-09-21T17:00:19.813" v="2517" actId="1035"/>
          <ac:spMkLst>
            <pc:docMk/>
            <pc:sldMk cId="2062129734" sldId="386"/>
            <ac:spMk id="2" creationId="{417AEA4B-72B7-4631-9AD2-1CEDABBBFC26}"/>
          </ac:spMkLst>
        </pc:spChg>
        <pc:spChg chg="mod">
          <ac:chgData name="Devinder Kaur" userId="89161a673412ba18" providerId="LiveId" clId="{5C5E40E7-878E-4A98-8B36-707978A399DF}" dt="2021-09-21T17:53:26.774" v="3357" actId="1036"/>
          <ac:spMkLst>
            <pc:docMk/>
            <pc:sldMk cId="2062129734" sldId="386"/>
            <ac:spMk id="3" creationId="{876FDBBB-904A-4C5D-B1AA-5A5297554643}"/>
          </ac:spMkLst>
        </pc:spChg>
      </pc:sldChg>
      <pc:sldChg chg="addSp delSp modSp new mod">
        <pc:chgData name="Devinder Kaur" userId="89161a673412ba18" providerId="LiveId" clId="{5C5E40E7-878E-4A98-8B36-707978A399DF}" dt="2021-09-21T17:03:09.487" v="2566"/>
        <pc:sldMkLst>
          <pc:docMk/>
          <pc:sldMk cId="3556963112" sldId="387"/>
        </pc:sldMkLst>
        <pc:spChg chg="del">
          <ac:chgData name="Devinder Kaur" userId="89161a673412ba18" providerId="LiveId" clId="{5C5E40E7-878E-4A98-8B36-707978A399DF}" dt="2021-09-21T17:02:15.718" v="2532" actId="931"/>
          <ac:spMkLst>
            <pc:docMk/>
            <pc:sldMk cId="3556963112" sldId="387"/>
            <ac:spMk id="3" creationId="{2D88259B-172B-484E-8805-98CED5967846}"/>
          </ac:spMkLst>
        </pc:spChg>
        <pc:picChg chg="add mod">
          <ac:chgData name="Devinder Kaur" userId="89161a673412ba18" providerId="LiveId" clId="{5C5E40E7-878E-4A98-8B36-707978A399DF}" dt="2021-09-21T17:03:09.487" v="2566"/>
          <ac:picMkLst>
            <pc:docMk/>
            <pc:sldMk cId="3556963112" sldId="387"/>
            <ac:picMk id="6" creationId="{6D8DF2DD-F90D-4C5C-8B2D-34DF0167B447}"/>
          </ac:picMkLst>
        </pc:picChg>
      </pc:sldChg>
      <pc:sldChg chg="modSp new mod">
        <pc:chgData name="Devinder Kaur" userId="89161a673412ba18" providerId="LiveId" clId="{5C5E40E7-878E-4A98-8B36-707978A399DF}" dt="2021-09-21T17:51:05.146" v="3322" actId="20577"/>
        <pc:sldMkLst>
          <pc:docMk/>
          <pc:sldMk cId="2890175649" sldId="388"/>
        </pc:sldMkLst>
        <pc:spChg chg="mod">
          <ac:chgData name="Devinder Kaur" userId="89161a673412ba18" providerId="LiveId" clId="{5C5E40E7-878E-4A98-8B36-707978A399DF}" dt="2021-09-21T17:51:05.146" v="3322" actId="20577"/>
          <ac:spMkLst>
            <pc:docMk/>
            <pc:sldMk cId="2890175649" sldId="388"/>
            <ac:spMk id="2" creationId="{364C2C08-91BF-4D66-94A6-A66449D3E01D}"/>
          </ac:spMkLst>
        </pc:spChg>
        <pc:spChg chg="mod">
          <ac:chgData name="Devinder Kaur" userId="89161a673412ba18" providerId="LiveId" clId="{5C5E40E7-878E-4A98-8B36-707978A399DF}" dt="2021-09-21T17:50:40.246" v="3321" actId="27636"/>
          <ac:spMkLst>
            <pc:docMk/>
            <pc:sldMk cId="2890175649" sldId="388"/>
            <ac:spMk id="3" creationId="{618882AD-5E2F-465C-85F1-6526B5EE8194}"/>
          </ac:spMkLst>
        </pc:spChg>
      </pc:sldChg>
      <pc:sldChg chg="addSp delSp modSp new mod ord">
        <pc:chgData name="Devinder Kaur" userId="89161a673412ba18" providerId="LiveId" clId="{5C5E40E7-878E-4A98-8B36-707978A399DF}" dt="2021-09-21T17:46:25.241" v="3193"/>
        <pc:sldMkLst>
          <pc:docMk/>
          <pc:sldMk cId="4231149278" sldId="389"/>
        </pc:sldMkLst>
        <pc:spChg chg="del">
          <ac:chgData name="Devinder Kaur" userId="89161a673412ba18" providerId="LiveId" clId="{5C5E40E7-878E-4A98-8B36-707978A399DF}" dt="2021-09-21T17:07:55.886" v="2592" actId="931"/>
          <ac:spMkLst>
            <pc:docMk/>
            <pc:sldMk cId="4231149278" sldId="389"/>
            <ac:spMk id="3" creationId="{452197EC-FDFD-49C7-AC52-BC45533747E5}"/>
          </ac:spMkLst>
        </pc:spChg>
        <pc:picChg chg="add mod">
          <ac:chgData name="Devinder Kaur" userId="89161a673412ba18" providerId="LiveId" clId="{5C5E40E7-878E-4A98-8B36-707978A399DF}" dt="2021-09-21T17:08:16.488" v="2597"/>
          <ac:picMkLst>
            <pc:docMk/>
            <pc:sldMk cId="4231149278" sldId="389"/>
            <ac:picMk id="6" creationId="{5CE99D6A-3D9D-46F7-B0C7-90C05F2B7B3E}"/>
          </ac:picMkLst>
        </pc:picChg>
      </pc:sldChg>
      <pc:sldChg chg="modSp new mod">
        <pc:chgData name="Devinder Kaur" userId="89161a673412ba18" providerId="LiveId" clId="{5C5E40E7-878E-4A98-8B36-707978A399DF}" dt="2021-09-21T17:52:11.114" v="3343" actId="20577"/>
        <pc:sldMkLst>
          <pc:docMk/>
          <pc:sldMk cId="3431189056" sldId="390"/>
        </pc:sldMkLst>
        <pc:spChg chg="mod">
          <ac:chgData name="Devinder Kaur" userId="89161a673412ba18" providerId="LiveId" clId="{5C5E40E7-878E-4A98-8B36-707978A399DF}" dt="2021-09-21T17:52:11.114" v="3343" actId="20577"/>
          <ac:spMkLst>
            <pc:docMk/>
            <pc:sldMk cId="3431189056" sldId="390"/>
            <ac:spMk id="2" creationId="{B079839A-174C-4B9C-BB31-73C5DE6E9390}"/>
          </ac:spMkLst>
        </pc:spChg>
        <pc:spChg chg="mod">
          <ac:chgData name="Devinder Kaur" userId="89161a673412ba18" providerId="LiveId" clId="{5C5E40E7-878E-4A98-8B36-707978A399DF}" dt="2021-09-21T17:51:54.516" v="3332" actId="27636"/>
          <ac:spMkLst>
            <pc:docMk/>
            <pc:sldMk cId="3431189056" sldId="390"/>
            <ac:spMk id="3" creationId="{DFD9562F-6879-4E3F-9A79-38EE84715F96}"/>
          </ac:spMkLst>
        </pc:spChg>
      </pc:sldChg>
      <pc:sldChg chg="addSp delSp modSp new mod">
        <pc:chgData name="Devinder Kaur" userId="89161a673412ba18" providerId="LiveId" clId="{5C5E40E7-878E-4A98-8B36-707978A399DF}" dt="2021-09-21T17:15:57.930" v="2802" actId="1035"/>
        <pc:sldMkLst>
          <pc:docMk/>
          <pc:sldMk cId="967364472" sldId="391"/>
        </pc:sldMkLst>
        <pc:spChg chg="del">
          <ac:chgData name="Devinder Kaur" userId="89161a673412ba18" providerId="LiveId" clId="{5C5E40E7-878E-4A98-8B36-707978A399DF}" dt="2021-09-21T17:15:21.764" v="2788" actId="931"/>
          <ac:spMkLst>
            <pc:docMk/>
            <pc:sldMk cId="967364472" sldId="391"/>
            <ac:spMk id="3" creationId="{42C69185-FBBD-497D-9326-47AC3E5692AB}"/>
          </ac:spMkLst>
        </pc:spChg>
        <pc:picChg chg="add mod">
          <ac:chgData name="Devinder Kaur" userId="89161a673412ba18" providerId="LiveId" clId="{5C5E40E7-878E-4A98-8B36-707978A399DF}" dt="2021-09-21T17:15:57.930" v="2802" actId="1035"/>
          <ac:picMkLst>
            <pc:docMk/>
            <pc:sldMk cId="967364472" sldId="391"/>
            <ac:picMk id="6" creationId="{20D6A97F-C64E-4BAD-BAE4-B0555F9F0199}"/>
          </ac:picMkLst>
        </pc:picChg>
      </pc:sldChg>
      <pc:sldChg chg="modSp new mod">
        <pc:chgData name="Devinder Kaur" userId="89161a673412ba18" providerId="LiveId" clId="{5C5E40E7-878E-4A98-8B36-707978A399DF}" dt="2021-09-24T05:47:24.578" v="5067" actId="20577"/>
        <pc:sldMkLst>
          <pc:docMk/>
          <pc:sldMk cId="2148593735" sldId="392"/>
        </pc:sldMkLst>
        <pc:spChg chg="mod">
          <ac:chgData name="Devinder Kaur" userId="89161a673412ba18" providerId="LiveId" clId="{5C5E40E7-878E-4A98-8B36-707978A399DF}" dt="2021-09-21T17:31:53.073" v="3154" actId="122"/>
          <ac:spMkLst>
            <pc:docMk/>
            <pc:sldMk cId="2148593735" sldId="392"/>
            <ac:spMk id="2" creationId="{BAC01538-82D6-4226-9234-5F6525D5B497}"/>
          </ac:spMkLst>
        </pc:spChg>
        <pc:spChg chg="mod">
          <ac:chgData name="Devinder Kaur" userId="89161a673412ba18" providerId="LiveId" clId="{5C5E40E7-878E-4A98-8B36-707978A399DF}" dt="2021-09-24T05:47:24.578" v="5067" actId="20577"/>
          <ac:spMkLst>
            <pc:docMk/>
            <pc:sldMk cId="2148593735" sldId="392"/>
            <ac:spMk id="3" creationId="{7D6C0151-2B20-4321-A5DF-70E11CCCA8E6}"/>
          </ac:spMkLst>
        </pc:spChg>
      </pc:sldChg>
      <pc:sldChg chg="addSp delSp modSp new mod">
        <pc:chgData name="Devinder Kaur" userId="89161a673412ba18" providerId="LiveId" clId="{5C5E40E7-878E-4A98-8B36-707978A399DF}" dt="2021-09-24T05:51:32.422" v="5224" actId="1036"/>
        <pc:sldMkLst>
          <pc:docMk/>
          <pc:sldMk cId="3350799226" sldId="393"/>
        </pc:sldMkLst>
        <pc:spChg chg="del">
          <ac:chgData name="Devinder Kaur" userId="89161a673412ba18" providerId="LiveId" clId="{5C5E40E7-878E-4A98-8B36-707978A399DF}" dt="2021-09-21T17:32:39.851" v="3157"/>
          <ac:spMkLst>
            <pc:docMk/>
            <pc:sldMk cId="3350799226" sldId="393"/>
            <ac:spMk id="3" creationId="{C2A09E9C-9DE7-4D4E-A1CB-AB58FF59E86E}"/>
          </ac:spMkLst>
        </pc:spChg>
        <pc:picChg chg="add mod">
          <ac:chgData name="Devinder Kaur" userId="89161a673412ba18" providerId="LiveId" clId="{5C5E40E7-878E-4A98-8B36-707978A399DF}" dt="2021-09-24T05:50:44.933" v="5125" actId="1037"/>
          <ac:picMkLst>
            <pc:docMk/>
            <pc:sldMk cId="3350799226" sldId="393"/>
            <ac:picMk id="5" creationId="{57FF42D1-9A63-410D-A46A-E442CB380246}"/>
          </ac:picMkLst>
        </pc:picChg>
        <pc:picChg chg="add del">
          <ac:chgData name="Devinder Kaur" userId="89161a673412ba18" providerId="LiveId" clId="{5C5E40E7-878E-4A98-8B36-707978A399DF}" dt="2021-09-21T17:39:49.316" v="3184" actId="478"/>
          <ac:picMkLst>
            <pc:docMk/>
            <pc:sldMk cId="3350799226" sldId="393"/>
            <ac:picMk id="6" creationId="{0B867FC7-50FE-4168-A6E8-533870795142}"/>
          </ac:picMkLst>
        </pc:picChg>
        <pc:picChg chg="add mod modCrop">
          <ac:chgData name="Devinder Kaur" userId="89161a673412ba18" providerId="LiveId" clId="{5C5E40E7-878E-4A98-8B36-707978A399DF}" dt="2021-09-24T05:51:17.115" v="5214" actId="1038"/>
          <ac:picMkLst>
            <pc:docMk/>
            <pc:sldMk cId="3350799226" sldId="393"/>
            <ac:picMk id="6" creationId="{E78E3851-DCA7-4CF8-97E5-19649EA52249}"/>
          </ac:picMkLst>
        </pc:picChg>
        <pc:picChg chg="add mod modCrop">
          <ac:chgData name="Devinder Kaur" userId="89161a673412ba18" providerId="LiveId" clId="{5C5E40E7-878E-4A98-8B36-707978A399DF}" dt="2021-09-24T05:51:28.437" v="5217" actId="14100"/>
          <ac:picMkLst>
            <pc:docMk/>
            <pc:sldMk cId="3350799226" sldId="393"/>
            <ac:picMk id="7" creationId="{5CEFB4B6-E76C-42D7-855C-D79F25F747C1}"/>
          </ac:picMkLst>
        </pc:picChg>
        <pc:picChg chg="add mod modCrop">
          <ac:chgData name="Devinder Kaur" userId="89161a673412ba18" providerId="LiveId" clId="{5C5E40E7-878E-4A98-8B36-707978A399DF}" dt="2021-09-24T05:51:32.422" v="5224" actId="1036"/>
          <ac:picMkLst>
            <pc:docMk/>
            <pc:sldMk cId="3350799226" sldId="393"/>
            <ac:picMk id="8" creationId="{8A12EF87-0861-431E-9541-4DBDB69C2352}"/>
          </ac:picMkLst>
        </pc:picChg>
      </pc:sldChg>
      <pc:sldChg chg="addSp delSp modSp new del mod">
        <pc:chgData name="Devinder Kaur" userId="89161a673412ba18" providerId="LiveId" clId="{5C5E40E7-878E-4A98-8B36-707978A399DF}" dt="2021-09-24T05:51:35.266" v="5225" actId="47"/>
        <pc:sldMkLst>
          <pc:docMk/>
          <pc:sldMk cId="3748619324" sldId="394"/>
        </pc:sldMkLst>
        <pc:spChg chg="del">
          <ac:chgData name="Devinder Kaur" userId="89161a673412ba18" providerId="LiveId" clId="{5C5E40E7-878E-4A98-8B36-707978A399DF}" dt="2021-09-21T17:37:57.736" v="3179"/>
          <ac:spMkLst>
            <pc:docMk/>
            <pc:sldMk cId="3748619324" sldId="394"/>
            <ac:spMk id="3" creationId="{4F1D3213-130D-4F7F-AFB1-A818A3B5F51F}"/>
          </ac:spMkLst>
        </pc:spChg>
        <pc:spChg chg="add mod">
          <ac:chgData name="Devinder Kaur" userId="89161a673412ba18" providerId="LiveId" clId="{5C5E40E7-878E-4A98-8B36-707978A399DF}" dt="2021-09-24T05:48:11.293" v="5070" actId="21"/>
          <ac:spMkLst>
            <pc:docMk/>
            <pc:sldMk cId="3748619324" sldId="394"/>
            <ac:spMk id="5" creationId="{307E4165-9DD6-4F15-A98E-FB08E5E800C2}"/>
          </ac:spMkLst>
        </pc:spChg>
        <pc:spChg chg="add del">
          <ac:chgData name="Devinder Kaur" userId="89161a673412ba18" providerId="LiveId" clId="{5C5E40E7-878E-4A98-8B36-707978A399DF}" dt="2021-09-21T17:37:54.911" v="3178" actId="478"/>
          <ac:spMkLst>
            <pc:docMk/>
            <pc:sldMk cId="3748619324" sldId="394"/>
            <ac:spMk id="5" creationId="{A5C50BE6-E698-4606-A87F-CED948C49E2A}"/>
          </ac:spMkLst>
        </pc:spChg>
        <pc:picChg chg="add del mod modCrop">
          <ac:chgData name="Devinder Kaur" userId="89161a673412ba18" providerId="LiveId" clId="{5C5E40E7-878E-4A98-8B36-707978A399DF}" dt="2021-09-24T05:48:11.293" v="5070" actId="21"/>
          <ac:picMkLst>
            <pc:docMk/>
            <pc:sldMk cId="3748619324" sldId="394"/>
            <ac:picMk id="6" creationId="{F1292AF6-D583-48A6-A65D-D816B1DDB042}"/>
          </ac:picMkLst>
        </pc:picChg>
      </pc:sldChg>
      <pc:sldChg chg="addSp modSp new mod">
        <pc:chgData name="Devinder Kaur" userId="89161a673412ba18" providerId="LiveId" clId="{5C5E40E7-878E-4A98-8B36-707978A399DF}" dt="2021-09-21T17:43:40.516" v="3191" actId="12789"/>
        <pc:sldMkLst>
          <pc:docMk/>
          <pc:sldMk cId="194253058" sldId="395"/>
        </pc:sldMkLst>
        <pc:picChg chg="add mod modCrop">
          <ac:chgData name="Devinder Kaur" userId="89161a673412ba18" providerId="LiveId" clId="{5C5E40E7-878E-4A98-8B36-707978A399DF}" dt="2021-09-21T17:43:40.516" v="3191" actId="12789"/>
          <ac:picMkLst>
            <pc:docMk/>
            <pc:sldMk cId="194253058" sldId="395"/>
            <ac:picMk id="5" creationId="{ED9CF5C2-2E07-4DE4-B8B7-C537773685F0}"/>
          </ac:picMkLst>
        </pc:picChg>
      </pc:sldChg>
      <pc:sldChg chg="new del">
        <pc:chgData name="Devinder Kaur" userId="89161a673412ba18" providerId="LiveId" clId="{5C5E40E7-878E-4A98-8B36-707978A399DF}" dt="2021-09-22T08:45:18.742" v="3502" actId="47"/>
        <pc:sldMkLst>
          <pc:docMk/>
          <pc:sldMk cId="384098100" sldId="396"/>
        </pc:sldMkLst>
      </pc:sldChg>
      <pc:sldChg chg="modSp new del mod ord">
        <pc:chgData name="Devinder Kaur" userId="89161a673412ba18" providerId="LiveId" clId="{5C5E40E7-878E-4A98-8B36-707978A399DF}" dt="2021-09-22T09:49:56.250" v="5056" actId="47"/>
        <pc:sldMkLst>
          <pc:docMk/>
          <pc:sldMk cId="2066075171" sldId="397"/>
        </pc:sldMkLst>
        <pc:spChg chg="mod">
          <ac:chgData name="Devinder Kaur" userId="89161a673412ba18" providerId="LiveId" clId="{5C5E40E7-878E-4A98-8B36-707978A399DF}" dt="2021-09-22T08:49:00.522" v="3555" actId="1035"/>
          <ac:spMkLst>
            <pc:docMk/>
            <pc:sldMk cId="2066075171" sldId="397"/>
            <ac:spMk id="2" creationId="{D33E3E6E-8E19-4CFD-BD4C-49C57E570CD9}"/>
          </ac:spMkLst>
        </pc:spChg>
        <pc:spChg chg="mod">
          <ac:chgData name="Devinder Kaur" userId="89161a673412ba18" providerId="LiveId" clId="{5C5E40E7-878E-4A98-8B36-707978A399DF}" dt="2021-09-22T08:48:50.202" v="3531" actId="20577"/>
          <ac:spMkLst>
            <pc:docMk/>
            <pc:sldMk cId="2066075171" sldId="397"/>
            <ac:spMk id="3" creationId="{1DB79861-A257-48A8-91CA-E8C61E0F1CC5}"/>
          </ac:spMkLst>
        </pc:spChg>
      </pc:sldChg>
      <pc:sldChg chg="modSp new del mod ord">
        <pc:chgData name="Devinder Kaur" userId="89161a673412ba18" providerId="LiveId" clId="{5C5E40E7-878E-4A98-8B36-707978A399DF}" dt="2021-09-22T09:50:00.947" v="5057" actId="47"/>
        <pc:sldMkLst>
          <pc:docMk/>
          <pc:sldMk cId="3001601643" sldId="398"/>
        </pc:sldMkLst>
        <pc:spChg chg="mod">
          <ac:chgData name="Devinder Kaur" userId="89161a673412ba18" providerId="LiveId" clId="{5C5E40E7-878E-4A98-8B36-707978A399DF}" dt="2021-09-22T08:45:32.595" v="3505" actId="122"/>
          <ac:spMkLst>
            <pc:docMk/>
            <pc:sldMk cId="3001601643" sldId="398"/>
            <ac:spMk id="2" creationId="{56D5EC06-5058-4C1A-935B-911DBDC6533C}"/>
          </ac:spMkLst>
        </pc:spChg>
        <pc:spChg chg="mod">
          <ac:chgData name="Devinder Kaur" userId="89161a673412ba18" providerId="LiveId" clId="{5C5E40E7-878E-4A98-8B36-707978A399DF}" dt="2021-09-22T08:46:46.502" v="3514" actId="313"/>
          <ac:spMkLst>
            <pc:docMk/>
            <pc:sldMk cId="3001601643" sldId="398"/>
            <ac:spMk id="3" creationId="{F7680A98-E29E-457B-B28A-F1AD8E82C61F}"/>
          </ac:spMkLst>
        </pc:spChg>
      </pc:sldChg>
      <pc:sldChg chg="addSp delSp modSp new mod">
        <pc:chgData name="Devinder Kaur" userId="89161a673412ba18" providerId="LiveId" clId="{5C5E40E7-878E-4A98-8B36-707978A399DF}" dt="2021-09-24T05:52:24.441" v="5226" actId="948"/>
        <pc:sldMkLst>
          <pc:docMk/>
          <pc:sldMk cId="3106783151" sldId="399"/>
        </pc:sldMkLst>
        <pc:spChg chg="mod">
          <ac:chgData name="Devinder Kaur" userId="89161a673412ba18" providerId="LiveId" clId="{5C5E40E7-878E-4A98-8B36-707978A399DF}" dt="2021-09-22T09:14:16.790" v="4849" actId="1035"/>
          <ac:spMkLst>
            <pc:docMk/>
            <pc:sldMk cId="3106783151" sldId="399"/>
            <ac:spMk id="2" creationId="{ACF9477D-CD5B-44C2-8B76-D41C8BFE3F09}"/>
          </ac:spMkLst>
        </pc:spChg>
        <pc:spChg chg="mod">
          <ac:chgData name="Devinder Kaur" userId="89161a673412ba18" providerId="LiveId" clId="{5C5E40E7-878E-4A98-8B36-707978A399DF}" dt="2021-09-24T05:52:24.441" v="5226" actId="948"/>
          <ac:spMkLst>
            <pc:docMk/>
            <pc:sldMk cId="3106783151" sldId="399"/>
            <ac:spMk id="3" creationId="{60715946-E072-4472-8B1F-B1099D5B55A5}"/>
          </ac:spMkLst>
        </pc:spChg>
        <pc:picChg chg="add del mod">
          <ac:chgData name="Devinder Kaur" userId="89161a673412ba18" providerId="LiveId" clId="{5C5E40E7-878E-4A98-8B36-707978A399DF}" dt="2021-09-22T08:54:39.261" v="3849" actId="478"/>
          <ac:picMkLst>
            <pc:docMk/>
            <pc:sldMk cId="3106783151" sldId="399"/>
            <ac:picMk id="5" creationId="{95F3B0EC-7485-4AE1-82EA-B2DEFFC32C71}"/>
          </ac:picMkLst>
        </pc:picChg>
        <pc:picChg chg="add del mod">
          <ac:chgData name="Devinder Kaur" userId="89161a673412ba18" providerId="LiveId" clId="{5C5E40E7-878E-4A98-8B36-707978A399DF}" dt="2021-09-22T08:57:54.597" v="3945" actId="478"/>
          <ac:picMkLst>
            <pc:docMk/>
            <pc:sldMk cId="3106783151" sldId="399"/>
            <ac:picMk id="6" creationId="{108191E8-6170-4C60-8D5E-D5CC218A60C6}"/>
          </ac:picMkLst>
        </pc:picChg>
      </pc:sldChg>
      <pc:sldChg chg="addSp delSp modSp new mod">
        <pc:chgData name="Devinder Kaur" userId="89161a673412ba18" providerId="LiveId" clId="{5C5E40E7-878E-4A98-8B36-707978A399DF}" dt="2021-09-22T09:04:53.893" v="4460" actId="14100"/>
        <pc:sldMkLst>
          <pc:docMk/>
          <pc:sldMk cId="1433485915" sldId="400"/>
        </pc:sldMkLst>
        <pc:spChg chg="mod">
          <ac:chgData name="Devinder Kaur" userId="89161a673412ba18" providerId="LiveId" clId="{5C5E40E7-878E-4A98-8B36-707978A399DF}" dt="2021-09-22T09:04:41.535" v="4458" actId="1035"/>
          <ac:spMkLst>
            <pc:docMk/>
            <pc:sldMk cId="1433485915" sldId="400"/>
            <ac:spMk id="2" creationId="{4C71D2A6-78F2-426F-8D01-068029DEDE30}"/>
          </ac:spMkLst>
        </pc:spChg>
        <pc:spChg chg="mod">
          <ac:chgData name="Devinder Kaur" userId="89161a673412ba18" providerId="LiveId" clId="{5C5E40E7-878E-4A98-8B36-707978A399DF}" dt="2021-09-22T09:04:53.893" v="4460" actId="14100"/>
          <ac:spMkLst>
            <pc:docMk/>
            <pc:sldMk cId="1433485915" sldId="400"/>
            <ac:spMk id="3" creationId="{153A623B-7DFD-46F8-A5D8-866DDFB4BA16}"/>
          </ac:spMkLst>
        </pc:spChg>
        <pc:picChg chg="add del mod">
          <ac:chgData name="Devinder Kaur" userId="89161a673412ba18" providerId="LiveId" clId="{5C5E40E7-878E-4A98-8B36-707978A399DF}" dt="2021-09-22T09:04:27.863" v="4445" actId="478"/>
          <ac:picMkLst>
            <pc:docMk/>
            <pc:sldMk cId="1433485915" sldId="400"/>
            <ac:picMk id="5" creationId="{AADE532A-C928-474C-B7B1-95FDD56C809D}"/>
          </ac:picMkLst>
        </pc:picChg>
      </pc:sldChg>
      <pc:sldChg chg="addSp delSp modSp new mod">
        <pc:chgData name="Devinder Kaur" userId="89161a673412ba18" providerId="LiveId" clId="{5C5E40E7-878E-4A98-8B36-707978A399DF}" dt="2021-09-22T09:09:37.410" v="4775" actId="478"/>
        <pc:sldMkLst>
          <pc:docMk/>
          <pc:sldMk cId="3542722731" sldId="401"/>
        </pc:sldMkLst>
        <pc:spChg chg="mod">
          <ac:chgData name="Devinder Kaur" userId="89161a673412ba18" providerId="LiveId" clId="{5C5E40E7-878E-4A98-8B36-707978A399DF}" dt="2021-09-22T09:05:30.359" v="4481" actId="20577"/>
          <ac:spMkLst>
            <pc:docMk/>
            <pc:sldMk cId="3542722731" sldId="401"/>
            <ac:spMk id="2" creationId="{3F65B287-B33E-4AC9-AFA2-1506CBEA29FB}"/>
          </ac:spMkLst>
        </pc:spChg>
        <pc:spChg chg="mod">
          <ac:chgData name="Devinder Kaur" userId="89161a673412ba18" providerId="LiveId" clId="{5C5E40E7-878E-4A98-8B36-707978A399DF}" dt="2021-09-22T09:09:33.811" v="4774" actId="403"/>
          <ac:spMkLst>
            <pc:docMk/>
            <pc:sldMk cId="3542722731" sldId="401"/>
            <ac:spMk id="3" creationId="{E5021EBE-72B2-40B4-B9E0-B742BEF2F561}"/>
          </ac:spMkLst>
        </pc:spChg>
        <pc:picChg chg="add del mod">
          <ac:chgData name="Devinder Kaur" userId="89161a673412ba18" providerId="LiveId" clId="{5C5E40E7-878E-4A98-8B36-707978A399DF}" dt="2021-09-22T09:09:37.410" v="4775" actId="478"/>
          <ac:picMkLst>
            <pc:docMk/>
            <pc:sldMk cId="3542722731" sldId="401"/>
            <ac:picMk id="5" creationId="{83387F0B-E4CE-471B-8D24-6012D38847E8}"/>
          </ac:picMkLst>
        </pc:picChg>
      </pc:sldChg>
      <pc:sldChg chg="new add del ord">
        <pc:chgData name="Devinder Kaur" userId="89161a673412ba18" providerId="LiveId" clId="{5C5E40E7-878E-4A98-8B36-707978A399DF}" dt="2021-09-22T09:11:01.528" v="4790" actId="680"/>
        <pc:sldMkLst>
          <pc:docMk/>
          <pc:sldMk cId="423889680" sldId="402"/>
        </pc:sldMkLst>
      </pc:sldChg>
      <pc:sldChg chg="addSp delSp modSp new mod ord">
        <pc:chgData name="Devinder Kaur" userId="89161a673412ba18" providerId="LiveId" clId="{5C5E40E7-878E-4A98-8B36-707978A399DF}" dt="2021-09-22T09:27:56.645" v="4976"/>
        <pc:sldMkLst>
          <pc:docMk/>
          <pc:sldMk cId="3854839735" sldId="402"/>
        </pc:sldMkLst>
        <pc:spChg chg="mod">
          <ac:chgData name="Devinder Kaur" userId="89161a673412ba18" providerId="LiveId" clId="{5C5E40E7-878E-4A98-8B36-707978A399DF}" dt="2021-09-22T09:22:13.299" v="4924" actId="1035"/>
          <ac:spMkLst>
            <pc:docMk/>
            <pc:sldMk cId="3854839735" sldId="402"/>
            <ac:spMk id="2" creationId="{E209D1A0-E8FF-4D07-8020-84F4ECE3A109}"/>
          </ac:spMkLst>
        </pc:spChg>
        <pc:spChg chg="mod">
          <ac:chgData name="Devinder Kaur" userId="89161a673412ba18" providerId="LiveId" clId="{5C5E40E7-878E-4A98-8B36-707978A399DF}" dt="2021-09-22T09:22:25.261" v="4928" actId="948"/>
          <ac:spMkLst>
            <pc:docMk/>
            <pc:sldMk cId="3854839735" sldId="402"/>
            <ac:spMk id="3" creationId="{2430ADDA-A0CF-4657-8E7A-E3646D58FEBC}"/>
          </ac:spMkLst>
        </pc:spChg>
        <pc:picChg chg="add del mod">
          <ac:chgData name="Devinder Kaur" userId="89161a673412ba18" providerId="LiveId" clId="{5C5E40E7-878E-4A98-8B36-707978A399DF}" dt="2021-09-22T09:22:29.888" v="4929" actId="478"/>
          <ac:picMkLst>
            <pc:docMk/>
            <pc:sldMk cId="3854839735" sldId="402"/>
            <ac:picMk id="5" creationId="{4DA4151E-1306-410A-9BF8-54625A9F2181}"/>
          </ac:picMkLst>
        </pc:picChg>
      </pc:sldChg>
      <pc:sldChg chg="new del">
        <pc:chgData name="Devinder Kaur" userId="89161a673412ba18" providerId="LiveId" clId="{5C5E40E7-878E-4A98-8B36-707978A399DF}" dt="2021-09-22T09:14:49.710" v="4852" actId="47"/>
        <pc:sldMkLst>
          <pc:docMk/>
          <pc:sldMk cId="3093873109" sldId="403"/>
        </pc:sldMkLst>
      </pc:sldChg>
      <pc:sldChg chg="modSp new mod">
        <pc:chgData name="Devinder Kaur" userId="89161a673412ba18" providerId="LiveId" clId="{5C5E40E7-878E-4A98-8B36-707978A399DF}" dt="2021-09-22T09:15:13.474" v="4857" actId="122"/>
        <pc:sldMkLst>
          <pc:docMk/>
          <pc:sldMk cId="3412193871" sldId="403"/>
        </pc:sldMkLst>
        <pc:spChg chg="mod">
          <ac:chgData name="Devinder Kaur" userId="89161a673412ba18" providerId="LiveId" clId="{5C5E40E7-878E-4A98-8B36-707978A399DF}" dt="2021-09-22T09:15:13.474" v="4857" actId="122"/>
          <ac:spMkLst>
            <pc:docMk/>
            <pc:sldMk cId="3412193871" sldId="403"/>
            <ac:spMk id="2" creationId="{9E2E940A-6442-47C7-86CF-1CB23A0B3303}"/>
          </ac:spMkLst>
        </pc:spChg>
        <pc:spChg chg="mod">
          <ac:chgData name="Devinder Kaur" userId="89161a673412ba18" providerId="LiveId" clId="{5C5E40E7-878E-4A98-8B36-707978A399DF}" dt="2021-09-22T09:15:03.498" v="4855" actId="123"/>
          <ac:spMkLst>
            <pc:docMk/>
            <pc:sldMk cId="3412193871" sldId="403"/>
            <ac:spMk id="3" creationId="{0B00D500-4743-4633-AC15-4C702587EFAB}"/>
          </ac:spMkLst>
        </pc:spChg>
      </pc:sldChg>
      <pc:sldChg chg="modSp new del mod">
        <pc:chgData name="Devinder Kaur" userId="89161a673412ba18" providerId="LiveId" clId="{5C5E40E7-878E-4A98-8B36-707978A399DF}" dt="2021-09-27T06:35:22.696" v="5243" actId="47"/>
        <pc:sldMkLst>
          <pc:docMk/>
          <pc:sldMk cId="2486308176" sldId="404"/>
        </pc:sldMkLst>
        <pc:spChg chg="mod">
          <ac:chgData name="Devinder Kaur" userId="89161a673412ba18" providerId="LiveId" clId="{5C5E40E7-878E-4A98-8B36-707978A399DF}" dt="2021-09-22T09:16:53.253" v="4883" actId="1035"/>
          <ac:spMkLst>
            <pc:docMk/>
            <pc:sldMk cId="2486308176" sldId="404"/>
            <ac:spMk id="2" creationId="{77F50BEE-1147-465C-81D5-3FB63E597B1E}"/>
          </ac:spMkLst>
        </pc:spChg>
        <pc:spChg chg="mod">
          <ac:chgData name="Devinder Kaur" userId="89161a673412ba18" providerId="LiveId" clId="{5C5E40E7-878E-4A98-8B36-707978A399DF}" dt="2021-09-27T04:59:51.194" v="5230" actId="14100"/>
          <ac:spMkLst>
            <pc:docMk/>
            <pc:sldMk cId="2486308176" sldId="404"/>
            <ac:spMk id="3" creationId="{982F65DB-9021-4700-8924-CAEDE782600B}"/>
          </ac:spMkLst>
        </pc:spChg>
      </pc:sldChg>
      <pc:sldChg chg="addSp delSp modSp new mod">
        <pc:chgData name="Devinder Kaur" userId="89161a673412ba18" providerId="LiveId" clId="{5C5E40E7-878E-4A98-8B36-707978A399DF}" dt="2021-09-22T09:28:40.140" v="4985" actId="14100"/>
        <pc:sldMkLst>
          <pc:docMk/>
          <pc:sldMk cId="2939968499" sldId="405"/>
        </pc:sldMkLst>
        <pc:spChg chg="del">
          <ac:chgData name="Devinder Kaur" userId="89161a673412ba18" providerId="LiveId" clId="{5C5E40E7-878E-4A98-8B36-707978A399DF}" dt="2021-09-22T09:27:53.811" v="4974" actId="931"/>
          <ac:spMkLst>
            <pc:docMk/>
            <pc:sldMk cId="2939968499" sldId="405"/>
            <ac:spMk id="3" creationId="{937E107B-3C4B-4941-AD25-B8803D20FAAC}"/>
          </ac:spMkLst>
        </pc:spChg>
        <pc:picChg chg="add mod modCrop">
          <ac:chgData name="Devinder Kaur" userId="89161a673412ba18" providerId="LiveId" clId="{5C5E40E7-878E-4A98-8B36-707978A399DF}" dt="2021-09-22T09:28:40.140" v="4985" actId="14100"/>
          <ac:picMkLst>
            <pc:docMk/>
            <pc:sldMk cId="2939968499" sldId="405"/>
            <ac:picMk id="6" creationId="{789EE4ED-8420-4F36-8226-40378B22258D}"/>
          </ac:picMkLst>
        </pc:picChg>
      </pc:sldChg>
      <pc:sldChg chg="addSp delSp modSp new mod">
        <pc:chgData name="Devinder Kaur" userId="89161a673412ba18" providerId="LiveId" clId="{5C5E40E7-878E-4A98-8B36-707978A399DF}" dt="2021-09-22T09:30:10.098" v="5010" actId="1038"/>
        <pc:sldMkLst>
          <pc:docMk/>
          <pc:sldMk cId="2854360190" sldId="406"/>
        </pc:sldMkLst>
        <pc:spChg chg="del">
          <ac:chgData name="Devinder Kaur" userId="89161a673412ba18" providerId="LiveId" clId="{5C5E40E7-878E-4A98-8B36-707978A399DF}" dt="2021-09-22T09:29:36.926" v="4987" actId="931"/>
          <ac:spMkLst>
            <pc:docMk/>
            <pc:sldMk cId="2854360190" sldId="406"/>
            <ac:spMk id="3" creationId="{608E8727-63BC-4D88-ACE4-876C93096098}"/>
          </ac:spMkLst>
        </pc:spChg>
        <pc:picChg chg="add mod">
          <ac:chgData name="Devinder Kaur" userId="89161a673412ba18" providerId="LiveId" clId="{5C5E40E7-878E-4A98-8B36-707978A399DF}" dt="2021-09-22T09:30:10.098" v="5010" actId="1038"/>
          <ac:picMkLst>
            <pc:docMk/>
            <pc:sldMk cId="2854360190" sldId="406"/>
            <ac:picMk id="6" creationId="{159DB508-73B4-42C8-9C10-DA9BDA64C73A}"/>
          </ac:picMkLst>
        </pc:picChg>
      </pc:sldChg>
      <pc:sldChg chg="modSp new mod">
        <pc:chgData name="Devinder Kaur" userId="89161a673412ba18" providerId="LiveId" clId="{5C5E40E7-878E-4A98-8B36-707978A399DF}" dt="2021-09-22T09:32:23.848" v="5037" actId="20577"/>
        <pc:sldMkLst>
          <pc:docMk/>
          <pc:sldMk cId="3474766162" sldId="407"/>
        </pc:sldMkLst>
        <pc:spChg chg="mod">
          <ac:chgData name="Devinder Kaur" userId="89161a673412ba18" providerId="LiveId" clId="{5C5E40E7-878E-4A98-8B36-707978A399DF}" dt="2021-09-22T09:31:10.666" v="5015" actId="122"/>
          <ac:spMkLst>
            <pc:docMk/>
            <pc:sldMk cId="3474766162" sldId="407"/>
            <ac:spMk id="2" creationId="{AF20E556-5744-4442-BDB7-3BCB141EF484}"/>
          </ac:spMkLst>
        </pc:spChg>
        <pc:spChg chg="mod">
          <ac:chgData name="Devinder Kaur" userId="89161a673412ba18" providerId="LiveId" clId="{5C5E40E7-878E-4A98-8B36-707978A399DF}" dt="2021-09-22T09:32:23.848" v="5037" actId="20577"/>
          <ac:spMkLst>
            <pc:docMk/>
            <pc:sldMk cId="3474766162" sldId="407"/>
            <ac:spMk id="3" creationId="{BCDF941D-A6AC-4377-A3A9-2A637B1C6604}"/>
          </ac:spMkLst>
        </pc:spChg>
      </pc:sldChg>
      <pc:sldChg chg="modSp new mod">
        <pc:chgData name="Devinder Kaur" userId="89161a673412ba18" providerId="LiveId" clId="{5C5E40E7-878E-4A98-8B36-707978A399DF}" dt="2021-09-22T09:48:27.498" v="5055" actId="14100"/>
        <pc:sldMkLst>
          <pc:docMk/>
          <pc:sldMk cId="3809054139" sldId="408"/>
        </pc:sldMkLst>
        <pc:spChg chg="mod">
          <ac:chgData name="Devinder Kaur" userId="89161a673412ba18" providerId="LiveId" clId="{5C5E40E7-878E-4A98-8B36-707978A399DF}" dt="2021-09-22T09:48:27.498" v="5055" actId="14100"/>
          <ac:spMkLst>
            <pc:docMk/>
            <pc:sldMk cId="3809054139" sldId="408"/>
            <ac:spMk id="2" creationId="{871EA793-BD1F-4DA8-B073-155B1BC181E7}"/>
          </ac:spMkLst>
        </pc:spChg>
      </pc:sldChg>
      <pc:sldChg chg="modSp new mod">
        <pc:chgData name="Devinder Kaur" userId="89161a673412ba18" providerId="LiveId" clId="{5C5E40E7-878E-4A98-8B36-707978A399DF}" dt="2021-09-27T04:59:30.461" v="5229" actId="122"/>
        <pc:sldMkLst>
          <pc:docMk/>
          <pc:sldMk cId="1656698744" sldId="409"/>
        </pc:sldMkLst>
        <pc:spChg chg="mod">
          <ac:chgData name="Devinder Kaur" userId="89161a673412ba18" providerId="LiveId" clId="{5C5E40E7-878E-4A98-8B36-707978A399DF}" dt="2021-09-27T04:59:30.461" v="5229" actId="122"/>
          <ac:spMkLst>
            <pc:docMk/>
            <pc:sldMk cId="1656698744" sldId="409"/>
            <ac:spMk id="2" creationId="{1B3C7776-C5B5-45DF-98B2-2ECC6EB02D58}"/>
          </ac:spMkLst>
        </pc:spChg>
      </pc:sldChg>
      <pc:sldChg chg="modSp new mod">
        <pc:chgData name="Devinder Kaur" userId="89161a673412ba18" providerId="LiveId" clId="{5C5E40E7-878E-4A98-8B36-707978A399DF}" dt="2021-09-27T06:35:43.095" v="5270" actId="1035"/>
        <pc:sldMkLst>
          <pc:docMk/>
          <pc:sldMk cId="2827848967" sldId="410"/>
        </pc:sldMkLst>
        <pc:spChg chg="mod">
          <ac:chgData name="Devinder Kaur" userId="89161a673412ba18" providerId="LiveId" clId="{5C5E40E7-878E-4A98-8B36-707978A399DF}" dt="2021-09-27T06:35:37.959" v="5255" actId="1035"/>
          <ac:spMkLst>
            <pc:docMk/>
            <pc:sldMk cId="2827848967" sldId="410"/>
            <ac:spMk id="2" creationId="{6FE7B733-9EAA-41DE-979D-67D9764E7662}"/>
          </ac:spMkLst>
        </pc:spChg>
        <pc:spChg chg="mod">
          <ac:chgData name="Devinder Kaur" userId="89161a673412ba18" providerId="LiveId" clId="{5C5E40E7-878E-4A98-8B36-707978A399DF}" dt="2021-09-27T06:35:43.095" v="5270" actId="1035"/>
          <ac:spMkLst>
            <pc:docMk/>
            <pc:sldMk cId="2827848967" sldId="410"/>
            <ac:spMk id="3" creationId="{743760E3-2CE5-4FDD-A25D-D507E5B828B0}"/>
          </ac:spMkLst>
        </pc:spChg>
      </pc:sldChg>
    </pc:docChg>
  </pc:docChgLst>
  <pc:docChgLst>
    <pc:chgData name="Devinder Kaur" userId="89161a673412ba18" providerId="LiveId" clId="{EDFD3AAE-754A-4AEA-8902-40C984BE7542}"/>
    <pc:docChg chg="custSel addSld delSld modSld">
      <pc:chgData name="Devinder Kaur" userId="89161a673412ba18" providerId="LiveId" clId="{EDFD3AAE-754A-4AEA-8902-40C984BE7542}" dt="2022-03-04T10:21:58.261" v="373" actId="14100"/>
      <pc:docMkLst>
        <pc:docMk/>
      </pc:docMkLst>
      <pc:sldChg chg="modSp mod">
        <pc:chgData name="Devinder Kaur" userId="89161a673412ba18" providerId="LiveId" clId="{EDFD3AAE-754A-4AEA-8902-40C984BE7542}" dt="2022-03-03T07:53:16.210" v="178" actId="14100"/>
        <pc:sldMkLst>
          <pc:docMk/>
          <pc:sldMk cId="0" sldId="256"/>
        </pc:sldMkLst>
        <pc:spChg chg="mod">
          <ac:chgData name="Devinder Kaur" userId="89161a673412ba18" providerId="LiveId" clId="{EDFD3AAE-754A-4AEA-8902-40C984BE7542}" dt="2022-03-03T07:53:05.087" v="176" actId="27636"/>
          <ac:spMkLst>
            <pc:docMk/>
            <pc:sldMk cId="0" sldId="256"/>
            <ac:spMk id="2" creationId="{26798197-3D87-4D23-9F7E-43EB0CA8BE8A}"/>
          </ac:spMkLst>
        </pc:spChg>
        <pc:spChg chg="mod">
          <ac:chgData name="Devinder Kaur" userId="89161a673412ba18" providerId="LiveId" clId="{EDFD3AAE-754A-4AEA-8902-40C984BE7542}" dt="2022-03-03T07:53:16.210" v="178" actId="14100"/>
          <ac:spMkLst>
            <pc:docMk/>
            <pc:sldMk cId="0" sldId="256"/>
            <ac:spMk id="3" creationId="{86A47891-9DBC-4D1B-9237-766D45B2A717}"/>
          </ac:spMkLst>
        </pc:spChg>
      </pc:sldChg>
      <pc:sldChg chg="modSp mod">
        <pc:chgData name="Devinder Kaur" userId="89161a673412ba18" providerId="LiveId" clId="{EDFD3AAE-754A-4AEA-8902-40C984BE7542}" dt="2022-03-03T07:55:13.435" v="187" actId="403"/>
        <pc:sldMkLst>
          <pc:docMk/>
          <pc:sldMk cId="0" sldId="257"/>
        </pc:sldMkLst>
        <pc:spChg chg="mod">
          <ac:chgData name="Devinder Kaur" userId="89161a673412ba18" providerId="LiveId" clId="{EDFD3AAE-754A-4AEA-8902-40C984BE7542}" dt="2022-03-03T07:55:13.435" v="187" actId="403"/>
          <ac:spMkLst>
            <pc:docMk/>
            <pc:sldMk cId="0" sldId="257"/>
            <ac:spMk id="3" creationId="{DB3BB65F-E36A-4A8D-94C0-57FA2393A98B}"/>
          </ac:spMkLst>
        </pc:spChg>
      </pc:sldChg>
      <pc:sldChg chg="del">
        <pc:chgData name="Devinder Kaur" userId="89161a673412ba18" providerId="LiveId" clId="{EDFD3AAE-754A-4AEA-8902-40C984BE7542}" dt="2022-02-25T13:52:24.351" v="120" actId="47"/>
        <pc:sldMkLst>
          <pc:docMk/>
          <pc:sldMk cId="0" sldId="265"/>
        </pc:sldMkLst>
      </pc:sldChg>
      <pc:sldChg chg="del">
        <pc:chgData name="Devinder Kaur" userId="89161a673412ba18" providerId="LiveId" clId="{EDFD3AAE-754A-4AEA-8902-40C984BE7542}" dt="2022-02-25T13:52:24.351" v="120" actId="47"/>
        <pc:sldMkLst>
          <pc:docMk/>
          <pc:sldMk cId="3780467633" sldId="282"/>
        </pc:sldMkLst>
      </pc:sldChg>
      <pc:sldChg chg="del">
        <pc:chgData name="Devinder Kaur" userId="89161a673412ba18" providerId="LiveId" clId="{EDFD3AAE-754A-4AEA-8902-40C984BE7542}" dt="2022-02-25T13:52:24.351" v="120" actId="47"/>
        <pc:sldMkLst>
          <pc:docMk/>
          <pc:sldMk cId="0" sldId="299"/>
        </pc:sldMkLst>
      </pc:sldChg>
      <pc:sldChg chg="modSp mod">
        <pc:chgData name="Devinder Kaur" userId="89161a673412ba18" providerId="LiveId" clId="{EDFD3AAE-754A-4AEA-8902-40C984BE7542}" dt="2022-03-03T07:55:31.536" v="192" actId="14100"/>
        <pc:sldMkLst>
          <pc:docMk/>
          <pc:sldMk cId="0" sldId="312"/>
        </pc:sldMkLst>
        <pc:spChg chg="mod">
          <ac:chgData name="Devinder Kaur" userId="89161a673412ba18" providerId="LiveId" clId="{EDFD3AAE-754A-4AEA-8902-40C984BE7542}" dt="2022-03-03T07:55:31.536" v="192" actId="14100"/>
          <ac:spMkLst>
            <pc:docMk/>
            <pc:sldMk cId="0" sldId="312"/>
            <ac:spMk id="3" creationId="{9BFECE51-56C4-41AD-B4A4-1E6C8539E338}"/>
          </ac:spMkLst>
        </pc:spChg>
      </pc:sldChg>
      <pc:sldChg chg="modSp del mod">
        <pc:chgData name="Devinder Kaur" userId="89161a673412ba18" providerId="LiveId" clId="{EDFD3AAE-754A-4AEA-8902-40C984BE7542}" dt="2022-02-25T13:47:59.157" v="59" actId="47"/>
        <pc:sldMkLst>
          <pc:docMk/>
          <pc:sldMk cId="2162987340" sldId="366"/>
        </pc:sldMkLst>
        <pc:spChg chg="mod">
          <ac:chgData name="Devinder Kaur" userId="89161a673412ba18" providerId="LiveId" clId="{EDFD3AAE-754A-4AEA-8902-40C984BE7542}" dt="2022-02-25T13:47:50.595" v="56" actId="21"/>
          <ac:spMkLst>
            <pc:docMk/>
            <pc:sldMk cId="2162987340" sldId="366"/>
            <ac:spMk id="3" creationId="{3CCF1883-CC5F-445E-8BDC-3B19EAD5519A}"/>
          </ac:spMkLst>
        </pc:spChg>
      </pc:sldChg>
      <pc:sldChg chg="modSp mod">
        <pc:chgData name="Devinder Kaur" userId="89161a673412ba18" providerId="LiveId" clId="{EDFD3AAE-754A-4AEA-8902-40C984BE7542}" dt="2022-02-25T13:54:22.350" v="136" actId="27636"/>
        <pc:sldMkLst>
          <pc:docMk/>
          <pc:sldMk cId="2837700395" sldId="369"/>
        </pc:sldMkLst>
        <pc:spChg chg="mod">
          <ac:chgData name="Devinder Kaur" userId="89161a673412ba18" providerId="LiveId" clId="{EDFD3AAE-754A-4AEA-8902-40C984BE7542}" dt="2022-02-25T13:54:22.350" v="136" actId="27636"/>
          <ac:spMkLst>
            <pc:docMk/>
            <pc:sldMk cId="2837700395" sldId="369"/>
            <ac:spMk id="3" creationId="{EB07C7C6-5459-41B1-B473-B1D0FB4B1690}"/>
          </ac:spMkLst>
        </pc:spChg>
      </pc:sldChg>
      <pc:sldChg chg="modSp mod">
        <pc:chgData name="Devinder Kaur" userId="89161a673412ba18" providerId="LiveId" clId="{EDFD3AAE-754A-4AEA-8902-40C984BE7542}" dt="2022-02-25T13:47:55.846" v="58"/>
        <pc:sldMkLst>
          <pc:docMk/>
          <pc:sldMk cId="1745916977" sldId="370"/>
        </pc:sldMkLst>
        <pc:spChg chg="mod">
          <ac:chgData name="Devinder Kaur" userId="89161a673412ba18" providerId="LiveId" clId="{EDFD3AAE-754A-4AEA-8902-40C984BE7542}" dt="2022-02-25T13:46:22.901" v="53" actId="14100"/>
          <ac:spMkLst>
            <pc:docMk/>
            <pc:sldMk cId="1745916977" sldId="370"/>
            <ac:spMk id="2" creationId="{B304109E-1A5E-4458-80F9-9151630EDC2B}"/>
          </ac:spMkLst>
        </pc:spChg>
        <pc:spChg chg="mod">
          <ac:chgData name="Devinder Kaur" userId="89161a673412ba18" providerId="LiveId" clId="{EDFD3AAE-754A-4AEA-8902-40C984BE7542}" dt="2022-02-25T13:47:55.846" v="58"/>
          <ac:spMkLst>
            <pc:docMk/>
            <pc:sldMk cId="1745916977" sldId="370"/>
            <ac:spMk id="3" creationId="{C7212DE9-C07F-4F33-BDFC-37D945BED629}"/>
          </ac:spMkLst>
        </pc:spChg>
      </pc:sldChg>
      <pc:sldChg chg="addSp modSp mod">
        <pc:chgData name="Devinder Kaur" userId="89161a673412ba18" providerId="LiveId" clId="{EDFD3AAE-754A-4AEA-8902-40C984BE7542}" dt="2022-03-04T10:21:58.261" v="373" actId="14100"/>
        <pc:sldMkLst>
          <pc:docMk/>
          <pc:sldMk cId="3519745377" sldId="372"/>
        </pc:sldMkLst>
        <pc:picChg chg="add mod">
          <ac:chgData name="Devinder Kaur" userId="89161a673412ba18" providerId="LiveId" clId="{EDFD3AAE-754A-4AEA-8902-40C984BE7542}" dt="2022-03-04T10:21:58.261" v="373" actId="14100"/>
          <ac:picMkLst>
            <pc:docMk/>
            <pc:sldMk cId="3519745377" sldId="372"/>
            <ac:picMk id="5" creationId="{B413F9AC-7228-4F93-AECE-430794CD8135}"/>
          </ac:picMkLst>
        </pc:picChg>
      </pc:sldChg>
      <pc:sldChg chg="modSp mod">
        <pc:chgData name="Devinder Kaur" userId="89161a673412ba18" providerId="LiveId" clId="{EDFD3AAE-754A-4AEA-8902-40C984BE7542}" dt="2022-02-25T13:50:14.772" v="91" actId="27636"/>
        <pc:sldMkLst>
          <pc:docMk/>
          <pc:sldMk cId="2372984191" sldId="373"/>
        </pc:sldMkLst>
        <pc:spChg chg="mod">
          <ac:chgData name="Devinder Kaur" userId="89161a673412ba18" providerId="LiveId" clId="{EDFD3AAE-754A-4AEA-8902-40C984BE7542}" dt="2022-02-25T13:49:36.379" v="82" actId="14100"/>
          <ac:spMkLst>
            <pc:docMk/>
            <pc:sldMk cId="2372984191" sldId="373"/>
            <ac:spMk id="2" creationId="{BE992E09-6593-408A-AABA-5CDF0DC6678A}"/>
          </ac:spMkLst>
        </pc:spChg>
        <pc:spChg chg="mod">
          <ac:chgData name="Devinder Kaur" userId="89161a673412ba18" providerId="LiveId" clId="{EDFD3AAE-754A-4AEA-8902-40C984BE7542}" dt="2022-02-25T13:50:14.772" v="91" actId="27636"/>
          <ac:spMkLst>
            <pc:docMk/>
            <pc:sldMk cId="2372984191" sldId="373"/>
            <ac:spMk id="3" creationId="{EC6C2FD7-6C5D-465B-B774-D90443649B18}"/>
          </ac:spMkLst>
        </pc:spChg>
      </pc:sldChg>
      <pc:sldChg chg="modSp mod">
        <pc:chgData name="Devinder Kaur" userId="89161a673412ba18" providerId="LiveId" clId="{EDFD3AAE-754A-4AEA-8902-40C984BE7542}" dt="2022-02-25T13:49:17.960" v="81" actId="403"/>
        <pc:sldMkLst>
          <pc:docMk/>
          <pc:sldMk cId="977925182" sldId="374"/>
        </pc:sldMkLst>
        <pc:spChg chg="mod">
          <ac:chgData name="Devinder Kaur" userId="89161a673412ba18" providerId="LiveId" clId="{EDFD3AAE-754A-4AEA-8902-40C984BE7542}" dt="2022-02-25T13:49:17.960" v="81" actId="403"/>
          <ac:spMkLst>
            <pc:docMk/>
            <pc:sldMk cId="977925182" sldId="374"/>
            <ac:spMk id="3" creationId="{E012FF1E-B161-4B03-A56A-15025E97F178}"/>
          </ac:spMkLst>
        </pc:spChg>
      </pc:sldChg>
      <pc:sldChg chg="modSp mod">
        <pc:chgData name="Devinder Kaur" userId="89161a673412ba18" providerId="LiveId" clId="{EDFD3AAE-754A-4AEA-8902-40C984BE7542}" dt="2022-03-03T07:56:05.247" v="203" actId="14100"/>
        <pc:sldMkLst>
          <pc:docMk/>
          <pc:sldMk cId="0" sldId="375"/>
        </pc:sldMkLst>
        <pc:spChg chg="mod">
          <ac:chgData name="Devinder Kaur" userId="89161a673412ba18" providerId="LiveId" clId="{EDFD3AAE-754A-4AEA-8902-40C984BE7542}" dt="2022-03-03T07:56:05.247" v="203" actId="14100"/>
          <ac:spMkLst>
            <pc:docMk/>
            <pc:sldMk cId="0" sldId="375"/>
            <ac:spMk id="2" creationId="{191EB587-1915-4AE9-B578-E1054AA65327}"/>
          </ac:spMkLst>
        </pc:spChg>
        <pc:spChg chg="mod">
          <ac:chgData name="Devinder Kaur" userId="89161a673412ba18" providerId="LiveId" clId="{EDFD3AAE-754A-4AEA-8902-40C984BE7542}" dt="2022-03-03T07:55:55.960" v="201" actId="27636"/>
          <ac:spMkLst>
            <pc:docMk/>
            <pc:sldMk cId="0" sldId="375"/>
            <ac:spMk id="18435" creationId="{128F182B-4F41-492C-B981-3AF28F475FC2}"/>
          </ac:spMkLst>
        </pc:spChg>
      </pc:sldChg>
      <pc:sldChg chg="modSp mod">
        <pc:chgData name="Devinder Kaur" userId="89161a673412ba18" providerId="LiveId" clId="{EDFD3AAE-754A-4AEA-8902-40C984BE7542}" dt="2022-03-03T07:56:34.564" v="211" actId="403"/>
        <pc:sldMkLst>
          <pc:docMk/>
          <pc:sldMk cId="0" sldId="377"/>
        </pc:sldMkLst>
        <pc:spChg chg="mod">
          <ac:chgData name="Devinder Kaur" userId="89161a673412ba18" providerId="LiveId" clId="{EDFD3AAE-754A-4AEA-8902-40C984BE7542}" dt="2022-03-03T07:56:18.896" v="205" actId="14100"/>
          <ac:spMkLst>
            <pc:docMk/>
            <pc:sldMk cId="0" sldId="377"/>
            <ac:spMk id="2" creationId="{6317B31E-66B7-47A8-A9DB-B1E29C0763B6}"/>
          </ac:spMkLst>
        </pc:spChg>
        <pc:spChg chg="mod">
          <ac:chgData name="Devinder Kaur" userId="89161a673412ba18" providerId="LiveId" clId="{EDFD3AAE-754A-4AEA-8902-40C984BE7542}" dt="2022-03-03T07:56:34.564" v="211" actId="403"/>
          <ac:spMkLst>
            <pc:docMk/>
            <pc:sldMk cId="0" sldId="377"/>
            <ac:spMk id="20483" creationId="{C9BCB057-D07C-419F-B0C6-6FA377D30E7D}"/>
          </ac:spMkLst>
        </pc:spChg>
      </pc:sldChg>
      <pc:sldChg chg="del">
        <pc:chgData name="Devinder Kaur" userId="89161a673412ba18" providerId="LiveId" clId="{EDFD3AAE-754A-4AEA-8902-40C984BE7542}" dt="2022-02-25T13:52:24.351" v="120" actId="47"/>
        <pc:sldMkLst>
          <pc:docMk/>
          <pc:sldMk cId="3331931051" sldId="377"/>
        </pc:sldMkLst>
      </pc:sldChg>
      <pc:sldChg chg="modSp del mod">
        <pc:chgData name="Devinder Kaur" userId="89161a673412ba18" providerId="LiveId" clId="{EDFD3AAE-754A-4AEA-8902-40C984BE7542}" dt="2022-02-25T13:50:21.877" v="92" actId="47"/>
        <pc:sldMkLst>
          <pc:docMk/>
          <pc:sldMk cId="1356807282" sldId="380"/>
        </pc:sldMkLst>
        <pc:spChg chg="mod">
          <ac:chgData name="Devinder Kaur" userId="89161a673412ba18" providerId="LiveId" clId="{EDFD3AAE-754A-4AEA-8902-40C984BE7542}" dt="2022-02-25T13:50:06.279" v="86" actId="21"/>
          <ac:spMkLst>
            <pc:docMk/>
            <pc:sldMk cId="1356807282" sldId="380"/>
            <ac:spMk id="3" creationId="{BF270321-5404-4DD1-A518-9EEB0CE1BD75}"/>
          </ac:spMkLst>
        </pc:spChg>
      </pc:sldChg>
      <pc:sldChg chg="del">
        <pc:chgData name="Devinder Kaur" userId="89161a673412ba18" providerId="LiveId" clId="{EDFD3AAE-754A-4AEA-8902-40C984BE7542}" dt="2022-02-25T13:52:24.351" v="120" actId="47"/>
        <pc:sldMkLst>
          <pc:docMk/>
          <pc:sldMk cId="568401923" sldId="381"/>
        </pc:sldMkLst>
      </pc:sldChg>
      <pc:sldChg chg="modSp mod">
        <pc:chgData name="Devinder Kaur" userId="89161a673412ba18" providerId="LiveId" clId="{EDFD3AAE-754A-4AEA-8902-40C984BE7542}" dt="2022-02-25T13:55:19.484" v="140" actId="2711"/>
        <pc:sldMkLst>
          <pc:docMk/>
          <pc:sldMk cId="1898853014" sldId="382"/>
        </pc:sldMkLst>
        <pc:spChg chg="mod">
          <ac:chgData name="Devinder Kaur" userId="89161a673412ba18" providerId="LiveId" clId="{EDFD3AAE-754A-4AEA-8902-40C984BE7542}" dt="2022-02-25T13:51:21.766" v="112" actId="1035"/>
          <ac:spMkLst>
            <pc:docMk/>
            <pc:sldMk cId="1898853014" sldId="382"/>
            <ac:spMk id="2" creationId="{0856D4E3-60A1-4769-9EAE-25400053B776}"/>
          </ac:spMkLst>
        </pc:spChg>
        <pc:spChg chg="mod">
          <ac:chgData name="Devinder Kaur" userId="89161a673412ba18" providerId="LiveId" clId="{EDFD3AAE-754A-4AEA-8902-40C984BE7542}" dt="2022-02-25T13:55:19.484" v="140" actId="2711"/>
          <ac:spMkLst>
            <pc:docMk/>
            <pc:sldMk cId="1898853014" sldId="382"/>
            <ac:spMk id="3" creationId="{6E14AD09-3C6C-400E-983A-CB850164D4E1}"/>
          </ac:spMkLst>
        </pc:spChg>
      </pc:sldChg>
      <pc:sldChg chg="del">
        <pc:chgData name="Devinder Kaur" userId="89161a673412ba18" providerId="LiveId" clId="{EDFD3AAE-754A-4AEA-8902-40C984BE7542}" dt="2022-02-25T13:52:24.351" v="120" actId="47"/>
        <pc:sldMkLst>
          <pc:docMk/>
          <pc:sldMk cId="1036852502" sldId="383"/>
        </pc:sldMkLst>
      </pc:sldChg>
      <pc:sldChg chg="del">
        <pc:chgData name="Devinder Kaur" userId="89161a673412ba18" providerId="LiveId" clId="{EDFD3AAE-754A-4AEA-8902-40C984BE7542}" dt="2022-02-25T13:52:24.351" v="120" actId="47"/>
        <pc:sldMkLst>
          <pc:docMk/>
          <pc:sldMk cId="888649824" sldId="384"/>
        </pc:sldMkLst>
      </pc:sldChg>
      <pc:sldChg chg="del">
        <pc:chgData name="Devinder Kaur" userId="89161a673412ba18" providerId="LiveId" clId="{EDFD3AAE-754A-4AEA-8902-40C984BE7542}" dt="2022-02-25T13:52:24.351" v="120" actId="47"/>
        <pc:sldMkLst>
          <pc:docMk/>
          <pc:sldMk cId="1642941603" sldId="385"/>
        </pc:sldMkLst>
      </pc:sldChg>
      <pc:sldChg chg="modSp mod">
        <pc:chgData name="Devinder Kaur" userId="89161a673412ba18" providerId="LiveId" clId="{EDFD3AAE-754A-4AEA-8902-40C984BE7542}" dt="2022-03-03T07:58:36.335" v="332" actId="1076"/>
        <pc:sldMkLst>
          <pc:docMk/>
          <pc:sldMk cId="0" sldId="386"/>
        </pc:sldMkLst>
        <pc:spChg chg="mod">
          <ac:chgData name="Devinder Kaur" userId="89161a673412ba18" providerId="LiveId" clId="{EDFD3AAE-754A-4AEA-8902-40C984BE7542}" dt="2022-03-03T07:56:49.406" v="214" actId="14100"/>
          <ac:spMkLst>
            <pc:docMk/>
            <pc:sldMk cId="0" sldId="386"/>
            <ac:spMk id="2" creationId="{2C5DB000-7262-4358-8E1B-54CB26BCD26C}"/>
          </ac:spMkLst>
        </pc:spChg>
        <pc:spChg chg="mod">
          <ac:chgData name="Devinder Kaur" userId="89161a673412ba18" providerId="LiveId" clId="{EDFD3AAE-754A-4AEA-8902-40C984BE7542}" dt="2022-03-03T07:57:36.762" v="294" actId="20577"/>
          <ac:spMkLst>
            <pc:docMk/>
            <pc:sldMk cId="0" sldId="386"/>
            <ac:spMk id="3" creationId="{91A3D4D3-3FC9-4D3B-AB48-9F79C53578C5}"/>
          </ac:spMkLst>
        </pc:spChg>
        <pc:picChg chg="mod">
          <ac:chgData name="Devinder Kaur" userId="89161a673412ba18" providerId="LiveId" clId="{EDFD3AAE-754A-4AEA-8902-40C984BE7542}" dt="2022-03-03T07:58:36.335" v="332" actId="1076"/>
          <ac:picMkLst>
            <pc:docMk/>
            <pc:sldMk cId="0" sldId="386"/>
            <ac:picMk id="21511" creationId="{AC80A485-A00F-4EBF-AF3D-1D11373681E7}"/>
          </ac:picMkLst>
        </pc:picChg>
        <pc:cxnChg chg="mod">
          <ac:chgData name="Devinder Kaur" userId="89161a673412ba18" providerId="LiveId" clId="{EDFD3AAE-754A-4AEA-8902-40C984BE7542}" dt="2022-03-03T07:58:18.630" v="329" actId="553"/>
          <ac:cxnSpMkLst>
            <pc:docMk/>
            <pc:sldMk cId="0" sldId="386"/>
            <ac:cxnSpMk id="6" creationId="{07357BC3-9F0A-41BF-9BFD-1A5C013184A4}"/>
          </ac:cxnSpMkLst>
        </pc:cxnChg>
        <pc:cxnChg chg="mod">
          <ac:chgData name="Devinder Kaur" userId="89161a673412ba18" providerId="LiveId" clId="{EDFD3AAE-754A-4AEA-8902-40C984BE7542}" dt="2022-03-03T07:58:18.630" v="329" actId="553"/>
          <ac:cxnSpMkLst>
            <pc:docMk/>
            <pc:sldMk cId="0" sldId="386"/>
            <ac:cxnSpMk id="7" creationId="{1B40B77F-B9C8-46C7-AE58-DA923E435D19}"/>
          </ac:cxnSpMkLst>
        </pc:cxnChg>
      </pc:sldChg>
      <pc:sldChg chg="del">
        <pc:chgData name="Devinder Kaur" userId="89161a673412ba18" providerId="LiveId" clId="{EDFD3AAE-754A-4AEA-8902-40C984BE7542}" dt="2022-02-25T13:52:24.351" v="120" actId="47"/>
        <pc:sldMkLst>
          <pc:docMk/>
          <pc:sldMk cId="2062129734" sldId="386"/>
        </pc:sldMkLst>
      </pc:sldChg>
      <pc:sldChg chg="modSp mod">
        <pc:chgData name="Devinder Kaur" userId="89161a673412ba18" providerId="LiveId" clId="{EDFD3AAE-754A-4AEA-8902-40C984BE7542}" dt="2022-03-03T07:59:04.679" v="338" actId="14100"/>
        <pc:sldMkLst>
          <pc:docMk/>
          <pc:sldMk cId="0" sldId="387"/>
        </pc:sldMkLst>
        <pc:spChg chg="mod">
          <ac:chgData name="Devinder Kaur" userId="89161a673412ba18" providerId="LiveId" clId="{EDFD3AAE-754A-4AEA-8902-40C984BE7542}" dt="2022-03-03T07:58:51.159" v="335" actId="14100"/>
          <ac:spMkLst>
            <pc:docMk/>
            <pc:sldMk cId="0" sldId="387"/>
            <ac:spMk id="2" creationId="{2B01E790-BCC4-4F20-A98C-2E80703120BB}"/>
          </ac:spMkLst>
        </pc:spChg>
        <pc:picChg chg="mod">
          <ac:chgData name="Devinder Kaur" userId="89161a673412ba18" providerId="LiveId" clId="{EDFD3AAE-754A-4AEA-8902-40C984BE7542}" dt="2022-03-03T07:59:04.679" v="338" actId="14100"/>
          <ac:picMkLst>
            <pc:docMk/>
            <pc:sldMk cId="0" sldId="387"/>
            <ac:picMk id="22533" creationId="{8762BAC0-6F01-4E84-9055-764B87D42E18}"/>
          </ac:picMkLst>
        </pc:picChg>
      </pc:sldChg>
      <pc:sldChg chg="del">
        <pc:chgData name="Devinder Kaur" userId="89161a673412ba18" providerId="LiveId" clId="{EDFD3AAE-754A-4AEA-8902-40C984BE7542}" dt="2022-02-25T13:52:24.351" v="120" actId="47"/>
        <pc:sldMkLst>
          <pc:docMk/>
          <pc:sldMk cId="3556963112" sldId="387"/>
        </pc:sldMkLst>
      </pc:sldChg>
      <pc:sldChg chg="delSp modSp mod">
        <pc:chgData name="Devinder Kaur" userId="89161a673412ba18" providerId="LiveId" clId="{EDFD3AAE-754A-4AEA-8902-40C984BE7542}" dt="2022-03-03T08:00:00.679" v="346" actId="14100"/>
        <pc:sldMkLst>
          <pc:docMk/>
          <pc:sldMk cId="0" sldId="388"/>
        </pc:sldMkLst>
        <pc:spChg chg="mod">
          <ac:chgData name="Devinder Kaur" userId="89161a673412ba18" providerId="LiveId" clId="{EDFD3AAE-754A-4AEA-8902-40C984BE7542}" dt="2022-03-03T07:59:44.879" v="341" actId="14100"/>
          <ac:spMkLst>
            <pc:docMk/>
            <pc:sldMk cId="0" sldId="388"/>
            <ac:spMk id="2" creationId="{952EA6BE-F992-4C24-8D79-A091CFC72170}"/>
          </ac:spMkLst>
        </pc:spChg>
        <pc:spChg chg="del">
          <ac:chgData name="Devinder Kaur" userId="89161a673412ba18" providerId="LiveId" clId="{EDFD3AAE-754A-4AEA-8902-40C984BE7542}" dt="2022-03-03T07:59:49.996" v="342" actId="478"/>
          <ac:spMkLst>
            <pc:docMk/>
            <pc:sldMk cId="0" sldId="388"/>
            <ac:spMk id="23555" creationId="{04C7B510-FBF9-4525-8688-EC2D2A839148}"/>
          </ac:spMkLst>
        </pc:spChg>
        <pc:picChg chg="mod">
          <ac:chgData name="Devinder Kaur" userId="89161a673412ba18" providerId="LiveId" clId="{EDFD3AAE-754A-4AEA-8902-40C984BE7542}" dt="2022-03-03T08:00:00.679" v="346" actId="14100"/>
          <ac:picMkLst>
            <pc:docMk/>
            <pc:sldMk cId="0" sldId="388"/>
            <ac:picMk id="23557" creationId="{03B49BD7-EE24-406A-BCD3-332A8482F430}"/>
          </ac:picMkLst>
        </pc:picChg>
      </pc:sldChg>
      <pc:sldChg chg="del">
        <pc:chgData name="Devinder Kaur" userId="89161a673412ba18" providerId="LiveId" clId="{EDFD3AAE-754A-4AEA-8902-40C984BE7542}" dt="2022-02-25T13:52:24.351" v="120" actId="47"/>
        <pc:sldMkLst>
          <pc:docMk/>
          <pc:sldMk cId="2890175649" sldId="388"/>
        </pc:sldMkLst>
      </pc:sldChg>
      <pc:sldChg chg="modSp mod">
        <pc:chgData name="Devinder Kaur" userId="89161a673412ba18" providerId="LiveId" clId="{EDFD3AAE-754A-4AEA-8902-40C984BE7542}" dt="2022-03-03T08:00:41.471" v="360" actId="14100"/>
        <pc:sldMkLst>
          <pc:docMk/>
          <pc:sldMk cId="0" sldId="389"/>
        </pc:sldMkLst>
        <pc:spChg chg="mod">
          <ac:chgData name="Devinder Kaur" userId="89161a673412ba18" providerId="LiveId" clId="{EDFD3AAE-754A-4AEA-8902-40C984BE7542}" dt="2022-03-03T08:00:16.327" v="350" actId="14100"/>
          <ac:spMkLst>
            <pc:docMk/>
            <pc:sldMk cId="0" sldId="389"/>
            <ac:spMk id="2" creationId="{206D152B-7801-4667-9BEF-660ABACD6977}"/>
          </ac:spMkLst>
        </pc:spChg>
        <pc:spChg chg="mod">
          <ac:chgData name="Devinder Kaur" userId="89161a673412ba18" providerId="LiveId" clId="{EDFD3AAE-754A-4AEA-8902-40C984BE7542}" dt="2022-03-03T08:00:29.378" v="356" actId="27636"/>
          <ac:spMkLst>
            <pc:docMk/>
            <pc:sldMk cId="0" sldId="389"/>
            <ac:spMk id="3" creationId="{FE4614AB-445C-4740-98A4-D193E0E97197}"/>
          </ac:spMkLst>
        </pc:spChg>
        <pc:picChg chg="mod">
          <ac:chgData name="Devinder Kaur" userId="89161a673412ba18" providerId="LiveId" clId="{EDFD3AAE-754A-4AEA-8902-40C984BE7542}" dt="2022-03-03T08:00:41.471" v="360" actId="14100"/>
          <ac:picMkLst>
            <pc:docMk/>
            <pc:sldMk cId="0" sldId="389"/>
            <ac:picMk id="24581" creationId="{441338D3-D285-4D9B-85CE-163A19F7E2EF}"/>
          </ac:picMkLst>
        </pc:picChg>
      </pc:sldChg>
      <pc:sldChg chg="del">
        <pc:chgData name="Devinder Kaur" userId="89161a673412ba18" providerId="LiveId" clId="{EDFD3AAE-754A-4AEA-8902-40C984BE7542}" dt="2022-02-25T13:52:24.351" v="120" actId="47"/>
        <pc:sldMkLst>
          <pc:docMk/>
          <pc:sldMk cId="4231149278" sldId="389"/>
        </pc:sldMkLst>
      </pc:sldChg>
      <pc:sldChg chg="modSp mod">
        <pc:chgData name="Devinder Kaur" userId="89161a673412ba18" providerId="LiveId" clId="{EDFD3AAE-754A-4AEA-8902-40C984BE7542}" dt="2022-02-25T13:50:55.791" v="98" actId="403"/>
        <pc:sldMkLst>
          <pc:docMk/>
          <pc:sldMk cId="2148593735" sldId="392"/>
        </pc:sldMkLst>
        <pc:spChg chg="mod">
          <ac:chgData name="Devinder Kaur" userId="89161a673412ba18" providerId="LiveId" clId="{EDFD3AAE-754A-4AEA-8902-40C984BE7542}" dt="2022-02-25T13:50:38.819" v="94" actId="14100"/>
          <ac:spMkLst>
            <pc:docMk/>
            <pc:sldMk cId="2148593735" sldId="392"/>
            <ac:spMk id="2" creationId="{BAC01538-82D6-4226-9234-5F6525D5B497}"/>
          </ac:spMkLst>
        </pc:spChg>
        <pc:spChg chg="mod">
          <ac:chgData name="Devinder Kaur" userId="89161a673412ba18" providerId="LiveId" clId="{EDFD3AAE-754A-4AEA-8902-40C984BE7542}" dt="2022-02-25T13:50:55.791" v="98" actId="403"/>
          <ac:spMkLst>
            <pc:docMk/>
            <pc:sldMk cId="2148593735" sldId="392"/>
            <ac:spMk id="3" creationId="{7D6C0151-2B20-4321-A5DF-70E11CCCA8E6}"/>
          </ac:spMkLst>
        </pc:spChg>
      </pc:sldChg>
      <pc:sldChg chg="modSp mod">
        <pc:chgData name="Devinder Kaur" userId="89161a673412ba18" providerId="LiveId" clId="{EDFD3AAE-754A-4AEA-8902-40C984BE7542}" dt="2022-03-03T08:01:21.919" v="367" actId="207"/>
        <pc:sldMkLst>
          <pc:docMk/>
          <pc:sldMk cId="0" sldId="394"/>
        </pc:sldMkLst>
        <pc:spChg chg="mod">
          <ac:chgData name="Devinder Kaur" userId="89161a673412ba18" providerId="LiveId" clId="{EDFD3AAE-754A-4AEA-8902-40C984BE7542}" dt="2022-03-03T08:01:21.919" v="367" actId="207"/>
          <ac:spMkLst>
            <pc:docMk/>
            <pc:sldMk cId="0" sldId="394"/>
            <ac:spMk id="2" creationId="{DEC099B6-F0BA-4768-84F2-9687957C470F}"/>
          </ac:spMkLst>
        </pc:spChg>
        <pc:spChg chg="mod">
          <ac:chgData name="Devinder Kaur" userId="89161a673412ba18" providerId="LiveId" clId="{EDFD3AAE-754A-4AEA-8902-40C984BE7542}" dt="2022-03-03T08:01:15.087" v="365" actId="14100"/>
          <ac:spMkLst>
            <pc:docMk/>
            <pc:sldMk cId="0" sldId="394"/>
            <ac:spMk id="3" creationId="{C1DF35CA-71F9-41F4-B709-8E8E42B325DF}"/>
          </ac:spMkLst>
        </pc:spChg>
      </pc:sldChg>
      <pc:sldChg chg="del">
        <pc:chgData name="Devinder Kaur" userId="89161a673412ba18" providerId="LiveId" clId="{EDFD3AAE-754A-4AEA-8902-40C984BE7542}" dt="2022-02-25T13:52:24.351" v="120" actId="47"/>
        <pc:sldMkLst>
          <pc:docMk/>
          <pc:sldMk cId="194253058" sldId="395"/>
        </pc:sldMkLst>
      </pc:sldChg>
      <pc:sldChg chg="modSp mod">
        <pc:chgData name="Devinder Kaur" userId="89161a673412ba18" providerId="LiveId" clId="{EDFD3AAE-754A-4AEA-8902-40C984BE7542}" dt="2022-02-25T13:53:13.220" v="126" actId="2711"/>
        <pc:sldMkLst>
          <pc:docMk/>
          <pc:sldMk cId="3106783151" sldId="399"/>
        </pc:sldMkLst>
        <pc:spChg chg="mod">
          <ac:chgData name="Devinder Kaur" userId="89161a673412ba18" providerId="LiveId" clId="{EDFD3AAE-754A-4AEA-8902-40C984BE7542}" dt="2022-02-25T13:53:13.220" v="126" actId="2711"/>
          <ac:spMkLst>
            <pc:docMk/>
            <pc:sldMk cId="3106783151" sldId="399"/>
            <ac:spMk id="3" creationId="{60715946-E072-4472-8B1F-B1099D5B55A5}"/>
          </ac:spMkLst>
        </pc:spChg>
      </pc:sldChg>
      <pc:sldChg chg="modSp mod">
        <pc:chgData name="Devinder Kaur" userId="89161a673412ba18" providerId="LiveId" clId="{EDFD3AAE-754A-4AEA-8902-40C984BE7542}" dt="2022-02-25T13:56:20.786" v="147" actId="27636"/>
        <pc:sldMkLst>
          <pc:docMk/>
          <pc:sldMk cId="1433485915" sldId="400"/>
        </pc:sldMkLst>
        <pc:spChg chg="mod">
          <ac:chgData name="Devinder Kaur" userId="89161a673412ba18" providerId="LiveId" clId="{EDFD3AAE-754A-4AEA-8902-40C984BE7542}" dt="2022-02-25T13:56:20.786" v="147" actId="27636"/>
          <ac:spMkLst>
            <pc:docMk/>
            <pc:sldMk cId="1433485915" sldId="400"/>
            <ac:spMk id="3" creationId="{153A623B-7DFD-46F8-A5D8-866DDFB4BA16}"/>
          </ac:spMkLst>
        </pc:spChg>
      </pc:sldChg>
      <pc:sldChg chg="modSp del mod">
        <pc:chgData name="Devinder Kaur" userId="89161a673412ba18" providerId="LiveId" clId="{EDFD3AAE-754A-4AEA-8902-40C984BE7542}" dt="2022-02-25T14:00:57.869" v="168" actId="47"/>
        <pc:sldMkLst>
          <pc:docMk/>
          <pc:sldMk cId="3542722731" sldId="401"/>
        </pc:sldMkLst>
        <pc:spChg chg="mod">
          <ac:chgData name="Devinder Kaur" userId="89161a673412ba18" providerId="LiveId" clId="{EDFD3AAE-754A-4AEA-8902-40C984BE7542}" dt="2022-02-25T14:00:33.471" v="163" actId="21"/>
          <ac:spMkLst>
            <pc:docMk/>
            <pc:sldMk cId="3542722731" sldId="401"/>
            <ac:spMk id="3" creationId="{E5021EBE-72B2-40B4-B9E0-B742BEF2F561}"/>
          </ac:spMkLst>
        </pc:spChg>
      </pc:sldChg>
      <pc:sldChg chg="modSp mod">
        <pc:chgData name="Devinder Kaur" userId="89161a673412ba18" providerId="LiveId" clId="{EDFD3AAE-754A-4AEA-8902-40C984BE7542}" dt="2022-02-25T14:03:28.406" v="173" actId="113"/>
        <pc:sldMkLst>
          <pc:docMk/>
          <pc:sldMk cId="3854839735" sldId="402"/>
        </pc:sldMkLst>
        <pc:spChg chg="mod">
          <ac:chgData name="Devinder Kaur" userId="89161a673412ba18" providerId="LiveId" clId="{EDFD3AAE-754A-4AEA-8902-40C984BE7542}" dt="2022-02-25T13:58:11.819" v="156" actId="14100"/>
          <ac:spMkLst>
            <pc:docMk/>
            <pc:sldMk cId="3854839735" sldId="402"/>
            <ac:spMk id="2" creationId="{E209D1A0-E8FF-4D07-8020-84F4ECE3A109}"/>
          </ac:spMkLst>
        </pc:spChg>
        <pc:spChg chg="mod">
          <ac:chgData name="Devinder Kaur" userId="89161a673412ba18" providerId="LiveId" clId="{EDFD3AAE-754A-4AEA-8902-40C984BE7542}" dt="2022-02-25T14:03:28.406" v="173" actId="113"/>
          <ac:spMkLst>
            <pc:docMk/>
            <pc:sldMk cId="3854839735" sldId="402"/>
            <ac:spMk id="3" creationId="{2430ADDA-A0CF-4657-8E7A-E3646D58FEBC}"/>
          </ac:spMkLst>
        </pc:spChg>
      </pc:sldChg>
      <pc:sldChg chg="modSp mod">
        <pc:chgData name="Devinder Kaur" userId="89161a673412ba18" providerId="LiveId" clId="{EDFD3AAE-754A-4AEA-8902-40C984BE7542}" dt="2022-02-25T14:01:03.131" v="170" actId="27636"/>
        <pc:sldMkLst>
          <pc:docMk/>
          <pc:sldMk cId="3412193871" sldId="403"/>
        </pc:sldMkLst>
        <pc:spChg chg="mod">
          <ac:chgData name="Devinder Kaur" userId="89161a673412ba18" providerId="LiveId" clId="{EDFD3AAE-754A-4AEA-8902-40C984BE7542}" dt="2022-02-25T13:57:40.108" v="153" actId="14100"/>
          <ac:spMkLst>
            <pc:docMk/>
            <pc:sldMk cId="3412193871" sldId="403"/>
            <ac:spMk id="2" creationId="{9E2E940A-6442-47C7-86CF-1CB23A0B3303}"/>
          </ac:spMkLst>
        </pc:spChg>
        <pc:spChg chg="mod">
          <ac:chgData name="Devinder Kaur" userId="89161a673412ba18" providerId="LiveId" clId="{EDFD3AAE-754A-4AEA-8902-40C984BE7542}" dt="2022-02-25T14:01:03.131" v="170" actId="27636"/>
          <ac:spMkLst>
            <pc:docMk/>
            <pc:sldMk cId="3412193871" sldId="403"/>
            <ac:spMk id="3" creationId="{0B00D500-4743-4633-AC15-4C702587EFAB}"/>
          </ac:spMkLst>
        </pc:spChg>
      </pc:sldChg>
      <pc:sldChg chg="modSp mod">
        <pc:chgData name="Devinder Kaur" userId="89161a673412ba18" providerId="LiveId" clId="{EDFD3AAE-754A-4AEA-8902-40C984BE7542}" dt="2022-02-25T13:52:34.147" v="121" actId="14100"/>
        <pc:sldMkLst>
          <pc:docMk/>
          <pc:sldMk cId="1656698744" sldId="409"/>
        </pc:sldMkLst>
        <pc:spChg chg="mod">
          <ac:chgData name="Devinder Kaur" userId="89161a673412ba18" providerId="LiveId" clId="{EDFD3AAE-754A-4AEA-8902-40C984BE7542}" dt="2022-02-25T13:52:34.147" v="121" actId="14100"/>
          <ac:spMkLst>
            <pc:docMk/>
            <pc:sldMk cId="1656698744" sldId="409"/>
            <ac:spMk id="2" creationId="{1B3C7776-C5B5-45DF-98B2-2ECC6EB02D58}"/>
          </ac:spMkLst>
        </pc:spChg>
      </pc:sldChg>
      <pc:sldChg chg="modSp mod">
        <pc:chgData name="Devinder Kaur" userId="89161a673412ba18" providerId="LiveId" clId="{EDFD3AAE-754A-4AEA-8902-40C984BE7542}" dt="2022-02-25T13:55:44.623" v="142" actId="113"/>
        <pc:sldMkLst>
          <pc:docMk/>
          <pc:sldMk cId="2827848967" sldId="410"/>
        </pc:sldMkLst>
        <pc:spChg chg="mod">
          <ac:chgData name="Devinder Kaur" userId="89161a673412ba18" providerId="LiveId" clId="{EDFD3AAE-754A-4AEA-8902-40C984BE7542}" dt="2022-02-25T13:54:48.558" v="138" actId="16037"/>
          <ac:spMkLst>
            <pc:docMk/>
            <pc:sldMk cId="2827848967" sldId="410"/>
            <ac:spMk id="2" creationId="{6FE7B733-9EAA-41DE-979D-67D9764E7662}"/>
          </ac:spMkLst>
        </pc:spChg>
        <pc:spChg chg="mod">
          <ac:chgData name="Devinder Kaur" userId="89161a673412ba18" providerId="LiveId" clId="{EDFD3AAE-754A-4AEA-8902-40C984BE7542}" dt="2022-02-25T13:55:44.623" v="142" actId="113"/>
          <ac:spMkLst>
            <pc:docMk/>
            <pc:sldMk cId="2827848967" sldId="410"/>
            <ac:spMk id="3" creationId="{743760E3-2CE5-4FDD-A25D-D507E5B828B0}"/>
          </ac:spMkLst>
        </pc:spChg>
      </pc:sldChg>
      <pc:sldChg chg="new del">
        <pc:chgData name="Devinder Kaur" userId="89161a673412ba18" providerId="LiveId" clId="{EDFD3AAE-754A-4AEA-8902-40C984BE7542}" dt="2022-02-25T13:36:40.200" v="1" actId="47"/>
        <pc:sldMkLst>
          <pc:docMk/>
          <pc:sldMk cId="2117830165" sldId="411"/>
        </pc:sldMkLst>
      </pc:sldChg>
      <pc:sldChg chg="addSp modSp new del mod">
        <pc:chgData name="Devinder Kaur" userId="89161a673412ba18" providerId="LiveId" clId="{EDFD3AAE-754A-4AEA-8902-40C984BE7542}" dt="2022-02-25T13:44:01.103" v="19" actId="47"/>
        <pc:sldMkLst>
          <pc:docMk/>
          <pc:sldMk cId="3864389216" sldId="411"/>
        </pc:sldMkLst>
        <pc:graphicFrameChg chg="add mod modGraphic">
          <ac:chgData name="Devinder Kaur" userId="89161a673412ba18" providerId="LiveId" clId="{EDFD3AAE-754A-4AEA-8902-40C984BE7542}" dt="2022-02-25T13:43:06.398" v="18" actId="20577"/>
          <ac:graphicFrameMkLst>
            <pc:docMk/>
            <pc:sldMk cId="3864389216" sldId="411"/>
            <ac:graphicFrameMk id="3" creationId="{D50E2088-B3A4-4F6C-A44A-EB2CF7B181CE}"/>
          </ac:graphicFrameMkLst>
        </pc:graphicFrameChg>
      </pc:sldChg>
    </pc:docChg>
  </pc:docChgLst>
  <pc:docChgLst>
    <pc:chgData name="Devinder Kaur" userId="89161a673412ba18" providerId="LiveId" clId="{9FBD484C-5E78-4A9F-8407-77F54B71F664}"/>
    <pc:docChg chg="custSel modSld">
      <pc:chgData name="Devinder Kaur" userId="89161a673412ba18" providerId="LiveId" clId="{9FBD484C-5E78-4A9F-8407-77F54B71F664}" dt="2022-09-29T06:39:33.262" v="5" actId="14100"/>
      <pc:docMkLst>
        <pc:docMk/>
      </pc:docMkLst>
      <pc:sldChg chg="addSp delSp modSp mod">
        <pc:chgData name="Devinder Kaur" userId="89161a673412ba18" providerId="LiveId" clId="{9FBD484C-5E78-4A9F-8407-77F54B71F664}" dt="2022-09-29T06:39:33.262" v="5" actId="14100"/>
        <pc:sldMkLst>
          <pc:docMk/>
          <pc:sldMk cId="3519745377" sldId="372"/>
        </pc:sldMkLst>
        <pc:picChg chg="del">
          <ac:chgData name="Devinder Kaur" userId="89161a673412ba18" providerId="LiveId" clId="{9FBD484C-5E78-4A9F-8407-77F54B71F664}" dt="2022-09-29T06:39:20.006" v="0" actId="478"/>
          <ac:picMkLst>
            <pc:docMk/>
            <pc:sldMk cId="3519745377" sldId="372"/>
            <ac:picMk id="5" creationId="{B413F9AC-7228-4F93-AECE-430794CD8135}"/>
          </ac:picMkLst>
        </pc:picChg>
        <pc:picChg chg="add mod">
          <ac:chgData name="Devinder Kaur" userId="89161a673412ba18" providerId="LiveId" clId="{9FBD484C-5E78-4A9F-8407-77F54B71F664}" dt="2022-09-29T06:39:33.262" v="5" actId="14100"/>
          <ac:picMkLst>
            <pc:docMk/>
            <pc:sldMk cId="3519745377" sldId="372"/>
            <ac:picMk id="1026" creationId="{016E9E60-0ED1-4DAE-7CBD-82198E65A4A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9/8/2023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9/8/2023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8</a:t>
            </a:fld>
            <a:endParaRPr lang="en-US"/>
          </a:p>
        </p:txBody>
      </p:sp>
    </p:spTree>
    <p:extLst>
      <p:ext uri="{BB962C8B-B14F-4D97-AF65-F5344CB8AC3E}">
        <p14:creationId xmlns:p14="http://schemas.microsoft.com/office/powerpoint/2010/main" val="768409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290767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068878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021578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304807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46801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96268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70746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411780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476270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909809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417887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dirty="0">
              <a:solidFill>
                <a:prstClr val="white"/>
              </a:solidFill>
            </a:endParaRPr>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dirty="0">
              <a:solidFill>
                <a:prstClr val="white"/>
              </a:solidFill>
            </a:endParaRPr>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dirty="0">
              <a:solidFill>
                <a:prstClr val="white"/>
              </a:solidFill>
            </a:endParaRPr>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6228153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9/8/2023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598519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9/8/2023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565192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image" Target="../media/image5.png"/><Relationship Id="rId2" Type="http://schemas.openxmlformats.org/officeDocument/2006/relationships/slideLayout" Target="../slideLayouts/slideLayout16.xml"/><Relationship Id="rId16"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4351819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816" r:id="rId14"/>
    <p:sldLayoutId id="2147483660"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6.xml"/><Relationship Id="rId5" Type="http://schemas.openxmlformats.org/officeDocument/2006/relationships/hyperlink" Target="https://image1.slideserve.com/2926921/slide1-l.jpg" TargetMode="External"/><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hyperlink" Target="https://image1.slideserve.com/2926921/slide3-l.jpg" TargetMode="Externa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image" Target="../media/image10.tmp"/><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hyperlink" Target="https://www.utoledo.edu/engineering/bioengineering/undergrad/prospective/whatisbioe.html#:~:text=Bioengineering%20is%20the%20application%20of,health%20care%20and%20other%20fields." TargetMode="External"/><Relationship Id="rId2" Type="http://schemas.openxmlformats.org/officeDocument/2006/relationships/hyperlink" Target="https://nptel.ac.in/courses/121/106/121106008/" TargetMode="External"/><Relationship Id="rId1" Type="http://schemas.openxmlformats.org/officeDocument/2006/relationships/slideLayout" Target="../slideLayouts/slideLayout16.xml"/><Relationship Id="rId5" Type="http://schemas.openxmlformats.org/officeDocument/2006/relationships/hyperlink" Target="https://youtu.be/FBUpnG1G4yQ" TargetMode="External"/><Relationship Id="rId4" Type="http://schemas.openxmlformats.org/officeDocument/2006/relationships/hyperlink" Target="https://i.pinimg.com/originals/68/c9/30/68c930e95113ceb2e3dfc9de2f164680.png"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bin"/><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2104" y="5355322"/>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a:endParaRPr lang="en-US" dirty="0"/>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2">
            <a:extLst>
              <a:ext uri="{BEBA8EAE-BF5A-486C-A8C5-ECC9F3942E4B}">
                <a14:imgProps xmlns:a14="http://schemas.microsoft.com/office/drawing/2010/main">
                  <a14:imgLayer r:embed="rId3">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410789" y="1463039"/>
            <a:ext cx="9780386" cy="3173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ENGINEERING</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V</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Biology For Engineers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23SZT-148</a:t>
            </a:r>
            <a:endParaRPr lang="en-US" sz="1600" dirty="0">
              <a:latin typeface="Raleway ExtraBold" pitchFamily="34" charset="-52"/>
            </a:endParaRPr>
          </a:p>
        </p:txBody>
      </p:sp>
      <p:pic>
        <p:nvPicPr>
          <p:cNvPr id="3" name="Picture 2">
            <a:extLst>
              <a:ext uri="{FF2B5EF4-FFF2-40B4-BE49-F238E27FC236}">
                <a16:creationId xmlns:a16="http://schemas.microsoft.com/office/drawing/2014/main" id="{6539A683-78CB-4761-B8CD-B49FA74FBE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4063644"/>
            <a:ext cx="2996253" cy="2794356"/>
          </a:xfrm>
          <a:prstGeom prst="rect">
            <a:avLst/>
          </a:prstGeom>
        </p:spPr>
      </p:pic>
      <p:sp>
        <p:nvSpPr>
          <p:cNvPr id="2" name="Rectangle 1"/>
          <p:cNvSpPr/>
          <p:nvPr/>
        </p:nvSpPr>
        <p:spPr>
          <a:xfrm>
            <a:off x="1560486" y="5626268"/>
            <a:ext cx="5371013" cy="707886"/>
          </a:xfrm>
          <a:prstGeom prst="rect">
            <a:avLst/>
          </a:prstGeom>
        </p:spPr>
        <p:txBody>
          <a:bodyPr wrap="square">
            <a:spAutoFit/>
          </a:bodyPr>
          <a:lstStyle/>
          <a:p>
            <a:pPr algn="ctr"/>
            <a:r>
              <a:rPr lang="en-IN" sz="2000" b="1" dirty="0">
                <a:solidFill>
                  <a:srgbClr val="2B2A2A"/>
                </a:solidFill>
                <a:latin typeface="Open Sans" panose="020B0606030504020204" pitchFamily="34" charset="0"/>
                <a:hlinkClick r:id="rId5" tooltip="slide1"/>
              </a:rPr>
              <a:t>Gene Interaction </a:t>
            </a:r>
            <a:br>
              <a:rPr lang="en-IN" sz="2000" b="1" dirty="0">
                <a:solidFill>
                  <a:srgbClr val="2B2A2A"/>
                </a:solidFill>
                <a:latin typeface="Open Sans" panose="020B0606030504020204" pitchFamily="34" charset="0"/>
                <a:hlinkClick r:id="rId5" tooltip="slide1"/>
              </a:rPr>
            </a:br>
            <a:endParaRPr lang="en-US" sz="2000" dirty="0"/>
          </a:p>
        </p:txBody>
      </p:sp>
    </p:spTree>
    <p:extLst>
      <p:ext uri="{BB962C8B-B14F-4D97-AF65-F5344CB8AC3E}">
        <p14:creationId xmlns:p14="http://schemas.microsoft.com/office/powerpoint/2010/main" val="53837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DCDBBEF-AA6C-4BA6-85B2-A17D7F280E38}" type="slidenum">
              <a:rPr lang="en-US" smtClean="0">
                <a:solidFill>
                  <a:prstClr val="black">
                    <a:tint val="75000"/>
                  </a:prstClr>
                </a:solidFill>
              </a:rPr>
              <a:pPr/>
              <a:t>2</a:t>
            </a:fld>
            <a:endParaRPr lang="en-US" dirty="0">
              <a:solidFill>
                <a:prstClr val="black">
                  <a:tint val="75000"/>
                </a:prstClr>
              </a:solidFill>
            </a:endParaRPr>
          </a:p>
        </p:txBody>
      </p:sp>
      <p:sp>
        <p:nvSpPr>
          <p:cNvPr id="5" name="TextBox 4"/>
          <p:cNvSpPr txBox="1"/>
          <p:nvPr/>
        </p:nvSpPr>
        <p:spPr>
          <a:xfrm>
            <a:off x="899651" y="1725561"/>
            <a:ext cx="2465740" cy="461665"/>
          </a:xfrm>
          <a:prstGeom prst="rect">
            <a:avLst/>
          </a:prstGeom>
          <a:noFill/>
        </p:spPr>
        <p:txBody>
          <a:bodyPr wrap="none" rtlCol="0">
            <a:spAutoFit/>
          </a:bodyPr>
          <a:lstStyle/>
          <a:p>
            <a:r>
              <a:rPr lang="en-IN" sz="2400" b="1" dirty="0">
                <a:solidFill>
                  <a:prstClr val="black"/>
                </a:solidFill>
                <a:latin typeface="Times New Roman" panose="02020603050405020304" pitchFamily="18" charset="0"/>
                <a:cs typeface="Times New Roman" panose="02020603050405020304" pitchFamily="18" charset="0"/>
              </a:rPr>
              <a:t>Course Objective</a:t>
            </a:r>
          </a:p>
        </p:txBody>
      </p:sp>
      <p:sp>
        <p:nvSpPr>
          <p:cNvPr id="11" name="TextBox 10"/>
          <p:cNvSpPr txBox="1"/>
          <p:nvPr/>
        </p:nvSpPr>
        <p:spPr>
          <a:xfrm>
            <a:off x="408340" y="2482533"/>
            <a:ext cx="5358280" cy="3416320"/>
          </a:xfrm>
          <a:prstGeom prst="rect">
            <a:avLst/>
          </a:prstGeom>
          <a:noFill/>
          <a:ln>
            <a:solidFill>
              <a:schemeClr val="tx1"/>
            </a:solidFill>
          </a:ln>
        </p:spPr>
        <p:txBody>
          <a:bodyPr wrap="square" rtlCol="0">
            <a:spAutoFit/>
          </a:bodyPr>
          <a:lstStyle/>
          <a:p>
            <a:pPr marL="342900" lvl="0" indent="-342900" hangingPunct="0">
              <a:buFont typeface="Arial" pitchFamily="34" charset="0"/>
              <a:buChar char="•"/>
            </a:pPr>
            <a:r>
              <a:rPr lang="en-US" sz="2400" dirty="0">
                <a:latin typeface="Times New Roman" pitchFamily="18" charset="0"/>
                <a:cs typeface="Times New Roman" pitchFamily="18" charset="0"/>
              </a:rPr>
              <a:t>This subject is designed to impart fundamental knowledge on basic of genetics and emerging fields of biology like biomedical recording system and medical instrumentation.</a:t>
            </a:r>
            <a:endParaRPr lang="en-IN" sz="2400" dirty="0">
              <a:latin typeface="Times New Roman" pitchFamily="18" charset="0"/>
              <a:cs typeface="Times New Roman" pitchFamily="18" charset="0"/>
            </a:endParaRPr>
          </a:p>
          <a:p>
            <a:pPr marL="342900" lvl="0" indent="-342900" hangingPunct="0">
              <a:buFont typeface="Arial" pitchFamily="34" charset="0"/>
              <a:buChar char="•"/>
            </a:pPr>
            <a:r>
              <a:rPr lang="en-US" sz="2400" dirty="0">
                <a:latin typeface="Times New Roman" pitchFamily="18" charset="0"/>
                <a:cs typeface="Times New Roman" pitchFamily="18" charset="0"/>
              </a:rPr>
              <a:t>It is designed to impart knowledge that how to apply basics of biology in engineering.</a:t>
            </a:r>
            <a:endParaRPr lang="en-IN" sz="2400" dirty="0">
              <a:latin typeface="Times New Roman" pitchFamily="18" charset="0"/>
              <a:cs typeface="Times New Roman" pitchFamily="18" charset="0"/>
            </a:endParaRPr>
          </a:p>
          <a:p>
            <a:pPr marL="285750" indent="-285750" algn="just">
              <a:buFont typeface="Arial" panose="020B0604020202020204" pitchFamily="34" charset="0"/>
              <a:buChar char="•"/>
            </a:pPr>
            <a:endParaRPr lang="en-IN" sz="2400" dirty="0">
              <a:solidFill>
                <a:prstClr val="black"/>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6064888" y="1575436"/>
            <a:ext cx="5489481" cy="4700555"/>
          </a:xfrm>
          <a:prstGeom prst="rect">
            <a:avLst/>
          </a:prstGeom>
          <a:noFill/>
          <a:ln>
            <a:solidFill>
              <a:schemeClr val="tx1"/>
            </a:solidFill>
          </a:ln>
        </p:spPr>
        <p:txBody>
          <a:bodyPr wrap="square" rtlCol="0">
            <a:spAutoFit/>
          </a:bodyPr>
          <a:lstStyle/>
          <a:p>
            <a:endParaRPr lang="en-IN" sz="1600" dirty="0">
              <a:solidFill>
                <a:prstClr val="black"/>
              </a:solidFill>
              <a:latin typeface="Times New Roman" pitchFamily="18" charset="0"/>
              <a:cs typeface="Times New Roman" pitchFamily="18" charset="0"/>
            </a:endParaRPr>
          </a:p>
        </p:txBody>
      </p:sp>
      <p:sp>
        <p:nvSpPr>
          <p:cNvPr id="10" name="Title 7"/>
          <p:cNvSpPr txBox="1">
            <a:spLocks noGrp="1" noChangeArrowheads="1"/>
          </p:cNvSpPr>
          <p:nvPr>
            <p:ph type="title"/>
          </p:nvPr>
        </p:nvSpPr>
        <p:spPr bwMode="auto">
          <a:xfrm>
            <a:off x="670611" y="326946"/>
            <a:ext cx="10515600"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a:r>
              <a:rPr lang="en-US" sz="3600" b="1" dirty="0">
                <a:solidFill>
                  <a:prstClr val="black">
                    <a:lumMod val="85000"/>
                    <a:lumOff val="15000"/>
                  </a:prstClr>
                </a:solidFill>
                <a:latin typeface="Times New Roman" pitchFamily="18" charset="0"/>
                <a:cs typeface="Times New Roman" pitchFamily="18" charset="0"/>
              </a:rPr>
              <a:t>INTRODUCTION</a:t>
            </a:r>
            <a:br>
              <a:rPr lang="en-US" sz="3600" b="1" dirty="0">
                <a:latin typeface="Times New Roman" pitchFamily="18" charset="0"/>
                <a:ea typeface="Karla" pitchFamily="2" charset="0"/>
                <a:cs typeface="Times New Roman" pitchFamily="18" charset="0"/>
              </a:rPr>
            </a:br>
            <a:endParaRPr lang="en-US" sz="3600" dirty="0">
              <a:latin typeface="Times New Roman" pitchFamily="18" charset="0"/>
              <a:cs typeface="Times New Roman" pitchFamily="18" charset="0"/>
            </a:endParaRPr>
          </a:p>
        </p:txBody>
      </p:sp>
      <p:pic>
        <p:nvPicPr>
          <p:cNvPr id="11266" name="Picture 2" descr="Bachelor's Degree in Bioengineering | UIC Barcelo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0675" y="1595027"/>
            <a:ext cx="5117910" cy="356516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6250675" y="5486628"/>
            <a:ext cx="5410896" cy="646331"/>
          </a:xfrm>
          <a:prstGeom prst="rect">
            <a:avLst/>
          </a:prstGeom>
        </p:spPr>
        <p:txBody>
          <a:bodyPr wrap="square">
            <a:spAutoFit/>
          </a:bodyPr>
          <a:lstStyle/>
          <a:p>
            <a:r>
              <a:rPr lang="en-IN" dirty="0">
                <a:latin typeface="Times New Roman" pitchFamily="18" charset="0"/>
                <a:cs typeface="Times New Roman" pitchFamily="18" charset="0"/>
              </a:rPr>
              <a:t>https://www.uic.es/sites/default/files/uic-grau-bioenginyeria-hero-header_1.jpg</a:t>
            </a:r>
          </a:p>
        </p:txBody>
      </p:sp>
    </p:spTree>
    <p:extLst>
      <p:ext uri="{BB962C8B-B14F-4D97-AF65-F5344CB8AC3E}">
        <p14:creationId xmlns:p14="http://schemas.microsoft.com/office/powerpoint/2010/main" val="2762497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72398" y="1028700"/>
            <a:ext cx="4890901" cy="4873625"/>
          </a:xfrm>
        </p:spPr>
        <p:txBody>
          <a:bodyPr>
            <a:normAutofit/>
          </a:bodyPr>
          <a:lstStyle/>
          <a:p>
            <a:r>
              <a:rPr lang="en-US" sz="2400" dirty="0">
                <a:latin typeface="Casper" panose="02000506000000020004" pitchFamily="2" charset="0"/>
                <a:cs typeface="Arial" panose="020B0604020202020204" pitchFamily="34" charset="0"/>
              </a:rPr>
              <a:t>Space for visual (size 24)</a:t>
            </a:r>
          </a:p>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2" name="Rectangle 1"/>
          <p:cNvSpPr/>
          <p:nvPr/>
        </p:nvSpPr>
        <p:spPr>
          <a:xfrm>
            <a:off x="6313317" y="838199"/>
            <a:ext cx="4849982" cy="45964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nvGraphicFramePr>
        <p:xfrm>
          <a:off x="327795" y="2025158"/>
          <a:ext cx="5667488" cy="4051191"/>
        </p:xfrm>
        <a:graphic>
          <a:graphicData uri="http://schemas.openxmlformats.org/drawingml/2006/table">
            <a:tbl>
              <a:tblPr firstRow="1" firstCol="1" bandRow="1">
                <a:tableStyleId>{5940675A-B579-460E-94D1-54222C63F5DA}</a:tableStyleId>
              </a:tblPr>
              <a:tblGrid>
                <a:gridCol w="849939">
                  <a:extLst>
                    <a:ext uri="{9D8B030D-6E8A-4147-A177-3AD203B41FA5}">
                      <a16:colId xmlns:a16="http://schemas.microsoft.com/office/drawing/2014/main" val="20000"/>
                    </a:ext>
                  </a:extLst>
                </a:gridCol>
                <a:gridCol w="3670166">
                  <a:extLst>
                    <a:ext uri="{9D8B030D-6E8A-4147-A177-3AD203B41FA5}">
                      <a16:colId xmlns:a16="http://schemas.microsoft.com/office/drawing/2014/main" val="20001"/>
                    </a:ext>
                  </a:extLst>
                </a:gridCol>
                <a:gridCol w="1147383">
                  <a:extLst>
                    <a:ext uri="{9D8B030D-6E8A-4147-A177-3AD203B41FA5}">
                      <a16:colId xmlns:a16="http://schemas.microsoft.com/office/drawing/2014/main" val="20002"/>
                    </a:ext>
                  </a:extLst>
                </a:gridCol>
              </a:tblGrid>
              <a:tr h="593462">
                <a:tc>
                  <a:txBody>
                    <a:bodyPr/>
                    <a:lstStyle/>
                    <a:p>
                      <a:pPr marL="0" marR="0">
                        <a:lnSpc>
                          <a:spcPct val="115000"/>
                        </a:lnSpc>
                        <a:spcBef>
                          <a:spcPts val="0"/>
                        </a:spcBef>
                        <a:spcAft>
                          <a:spcPts val="0"/>
                        </a:spcAft>
                      </a:pPr>
                      <a:r>
                        <a:rPr lang="en-US" sz="1400" dirty="0">
                          <a:effectLst/>
                          <a:latin typeface="Times New Roman" pitchFamily="18" charset="0"/>
                          <a:cs typeface="Times New Roman" pitchFamily="18" charset="0"/>
                        </a:rPr>
                        <a:t>CO Number</a:t>
                      </a:r>
                      <a:endParaRPr lang="en-US" sz="1400" dirty="0">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a:effectLst/>
                          <a:latin typeface="Times New Roman" pitchFamily="18" charset="0"/>
                          <a:cs typeface="Times New Roman" pitchFamily="18" charset="0"/>
                        </a:rPr>
                        <a:t>Title </a:t>
                      </a:r>
                      <a:endParaRPr lang="en-US" sz="1400">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dirty="0">
                          <a:effectLst/>
                          <a:latin typeface="Times New Roman" pitchFamily="18" charset="0"/>
                          <a:cs typeface="Times New Roman" pitchFamily="18" charset="0"/>
                        </a:rPr>
                        <a:t>Level </a:t>
                      </a:r>
                      <a:endParaRPr lang="en-US" sz="1400" dirty="0">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a16="http://schemas.microsoft.com/office/drawing/2014/main" val="10000"/>
                  </a:ext>
                </a:extLst>
              </a:tr>
              <a:tr h="574069">
                <a:tc>
                  <a:txBody>
                    <a:bodyPr/>
                    <a:lstStyle/>
                    <a:p>
                      <a:pPr marL="0" marR="0">
                        <a:lnSpc>
                          <a:spcPct val="115000"/>
                        </a:lnSpc>
                        <a:spcBef>
                          <a:spcPts val="0"/>
                        </a:spcBef>
                        <a:spcAft>
                          <a:spcPts val="0"/>
                        </a:spcAft>
                      </a:pPr>
                      <a:r>
                        <a:rPr lang="en-US" sz="1400" b="1" dirty="0">
                          <a:solidFill>
                            <a:schemeClr val="tx1"/>
                          </a:solidFill>
                          <a:effectLst/>
                          <a:latin typeface="Times New Roman" pitchFamily="18" charset="0"/>
                          <a:cs typeface="Times New Roman" pitchFamily="18" charset="0"/>
                        </a:rPr>
                        <a:t>CO1</a:t>
                      </a:r>
                      <a:endParaRPr lang="en-US" sz="1400" b="1" dirty="0">
                        <a:solidFill>
                          <a:schemeClr val="tx1"/>
                        </a:solidFill>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R="53975" algn="just">
                        <a:lnSpc>
                          <a:spcPct val="115000"/>
                        </a:lnSpc>
                        <a:spcAft>
                          <a:spcPts val="1000"/>
                        </a:spcAft>
                      </a:pPr>
                      <a:r>
                        <a:rPr lang="en-US" sz="1400" dirty="0">
                          <a:solidFill>
                            <a:schemeClr val="tx1"/>
                          </a:solidFill>
                          <a:effectLst/>
                          <a:latin typeface="Times New Roman" pitchFamily="18" charset="0"/>
                          <a:ea typeface="Times New Roman"/>
                          <a:cs typeface="Times New Roman" pitchFamily="18" charset="0"/>
                        </a:rPr>
                        <a:t>Identify the biological concepts from an engineering perspective.</a:t>
                      </a:r>
                      <a:endParaRPr lang="en-IN" sz="1400" dirty="0">
                        <a:solidFill>
                          <a:schemeClr val="tx1"/>
                        </a:solidFill>
                        <a:effectLst/>
                        <a:latin typeface="Times New Roman" pitchFamily="18" charset="0"/>
                        <a:ea typeface="SimSun"/>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b="1" dirty="0">
                          <a:solidFill>
                            <a:schemeClr val="tx1"/>
                          </a:solidFill>
                          <a:effectLst/>
                          <a:latin typeface="Times New Roman" pitchFamily="18" charset="0"/>
                          <a:cs typeface="Times New Roman" pitchFamily="18" charset="0"/>
                        </a:rPr>
                        <a:t>Knowledge</a:t>
                      </a:r>
                    </a:p>
                    <a:p>
                      <a:pPr marL="0" marR="0">
                        <a:lnSpc>
                          <a:spcPct val="115000"/>
                        </a:lnSpc>
                        <a:spcBef>
                          <a:spcPts val="0"/>
                        </a:spcBef>
                        <a:spcAft>
                          <a:spcPts val="0"/>
                        </a:spcAft>
                      </a:pPr>
                      <a:r>
                        <a:rPr lang="en-US" sz="1400" b="1" dirty="0">
                          <a:solidFill>
                            <a:schemeClr val="tx1"/>
                          </a:solidFill>
                          <a:effectLst/>
                          <a:latin typeface="Times New Roman" pitchFamily="18" charset="0"/>
                          <a:cs typeface="Times New Roman" pitchFamily="18" charset="0"/>
                        </a:rPr>
                        <a:t> </a:t>
                      </a:r>
                      <a:endParaRPr lang="en-US" sz="1400" b="1" dirty="0">
                        <a:solidFill>
                          <a:schemeClr val="tx1"/>
                        </a:solidFill>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a16="http://schemas.microsoft.com/office/drawing/2014/main" val="10001"/>
                  </a:ext>
                </a:extLst>
              </a:tr>
              <a:tr h="508556">
                <a:tc>
                  <a:txBody>
                    <a:bodyPr/>
                    <a:lstStyle/>
                    <a:p>
                      <a:pPr marL="0" marR="0">
                        <a:lnSpc>
                          <a:spcPct val="115000"/>
                        </a:lnSpc>
                        <a:spcBef>
                          <a:spcPts val="0"/>
                        </a:spcBef>
                        <a:spcAft>
                          <a:spcPts val="0"/>
                        </a:spcAft>
                      </a:pPr>
                      <a:r>
                        <a:rPr lang="en-US" sz="1400" b="1" dirty="0">
                          <a:solidFill>
                            <a:schemeClr val="tx1"/>
                          </a:solidFill>
                          <a:effectLst/>
                          <a:latin typeface="Times New Roman" pitchFamily="18" charset="0"/>
                          <a:cs typeface="Times New Roman" pitchFamily="18" charset="0"/>
                        </a:rPr>
                        <a:t>CO2</a:t>
                      </a:r>
                      <a:endParaRPr lang="en-US" sz="1400" b="1" dirty="0">
                        <a:solidFill>
                          <a:schemeClr val="tx1"/>
                        </a:solidFill>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b="0" dirty="0">
                          <a:solidFill>
                            <a:schemeClr val="tx1"/>
                          </a:solidFill>
                          <a:effectLst/>
                          <a:latin typeface="Times New Roman" pitchFamily="18" charset="0"/>
                          <a:ea typeface="Times New Roman" panose="02020603050405020304" pitchFamily="18" charset="0"/>
                          <a:cs typeface="Times New Roman" pitchFamily="18" charset="0"/>
                        </a:rPr>
                        <a:t>Development of artificial systems mimicking human action.</a:t>
                      </a:r>
                    </a:p>
                  </a:txBody>
                  <a:tcPr marL="68580" marR="68580" marT="0" marB="0"/>
                </a:tc>
                <a:tc>
                  <a:txBody>
                    <a:bodyPr/>
                    <a:lstStyle/>
                    <a:p>
                      <a:pPr marL="0" marR="0">
                        <a:lnSpc>
                          <a:spcPct val="115000"/>
                        </a:lnSpc>
                        <a:spcBef>
                          <a:spcPts val="0"/>
                        </a:spcBef>
                        <a:spcAft>
                          <a:spcPts val="0"/>
                        </a:spcAft>
                      </a:pPr>
                      <a:r>
                        <a:rPr lang="en-US" sz="1400" b="1" dirty="0">
                          <a:solidFill>
                            <a:schemeClr val="tx1"/>
                          </a:solidFill>
                          <a:effectLst/>
                          <a:latin typeface="Times New Roman" pitchFamily="18" charset="0"/>
                          <a:cs typeface="Times New Roman" pitchFamily="18" charset="0"/>
                        </a:rPr>
                        <a:t>Understand </a:t>
                      </a:r>
                    </a:p>
                    <a:p>
                      <a:pPr marL="0" marR="0">
                        <a:lnSpc>
                          <a:spcPct val="115000"/>
                        </a:lnSpc>
                        <a:spcBef>
                          <a:spcPts val="0"/>
                        </a:spcBef>
                        <a:spcAft>
                          <a:spcPts val="0"/>
                        </a:spcAft>
                      </a:pPr>
                      <a:r>
                        <a:rPr lang="en-US" sz="1400" b="1" dirty="0">
                          <a:solidFill>
                            <a:schemeClr val="tx1"/>
                          </a:solidFill>
                          <a:effectLst/>
                          <a:latin typeface="Times New Roman" pitchFamily="18" charset="0"/>
                          <a:cs typeface="Times New Roman" pitchFamily="18" charset="0"/>
                        </a:rPr>
                        <a:t> </a:t>
                      </a:r>
                      <a:endParaRPr lang="en-US" sz="1400" b="1" dirty="0">
                        <a:solidFill>
                          <a:schemeClr val="tx1"/>
                        </a:solidFill>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a16="http://schemas.microsoft.com/office/drawing/2014/main" val="10002"/>
                  </a:ext>
                </a:extLst>
              </a:tr>
              <a:tr h="585005">
                <a:tc>
                  <a:txBody>
                    <a:bodyPr/>
                    <a:lstStyle/>
                    <a:p>
                      <a:pPr marL="0" marR="0">
                        <a:lnSpc>
                          <a:spcPct val="115000"/>
                        </a:lnSpc>
                        <a:spcBef>
                          <a:spcPts val="0"/>
                        </a:spcBef>
                        <a:spcAft>
                          <a:spcPts val="0"/>
                        </a:spcAft>
                      </a:pPr>
                      <a:r>
                        <a:rPr lang="en-US" sz="1400" b="1" dirty="0">
                          <a:solidFill>
                            <a:srgbClr val="FF0000"/>
                          </a:solidFill>
                          <a:effectLst/>
                          <a:latin typeface="Times New Roman" pitchFamily="18" charset="0"/>
                          <a:cs typeface="Times New Roman" pitchFamily="18" charset="0"/>
                        </a:rPr>
                        <a:t>CO3</a:t>
                      </a:r>
                      <a:endParaRPr lang="en-US" sz="1400" b="1" dirty="0">
                        <a:solidFill>
                          <a:srgbClr val="FF0000"/>
                        </a:solidFill>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algn="just" hangingPunct="0">
                        <a:lnSpc>
                          <a:spcPct val="93000"/>
                        </a:lnSpc>
                        <a:spcAft>
                          <a:spcPts val="1000"/>
                        </a:spcAft>
                      </a:pPr>
                      <a:r>
                        <a:rPr lang="en-US" sz="1400" dirty="0">
                          <a:solidFill>
                            <a:srgbClr val="222222"/>
                          </a:solidFill>
                          <a:effectLst/>
                          <a:latin typeface="Times New Roman" pitchFamily="18" charset="0"/>
                          <a:ea typeface="Times New Roman"/>
                          <a:cs typeface="Times New Roman" pitchFamily="18" charset="0"/>
                        </a:rPr>
                        <a:t>Explain the basic of genetics that helps to identify and formulate problems</a:t>
                      </a:r>
                      <a:endParaRPr lang="en-IN" sz="1400" dirty="0">
                        <a:effectLst/>
                        <a:latin typeface="Times New Roman" pitchFamily="18" charset="0"/>
                        <a:ea typeface="SimSun"/>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dirty="0">
                          <a:solidFill>
                            <a:srgbClr val="FF0000"/>
                          </a:solidFill>
                          <a:effectLst/>
                          <a:latin typeface="Times New Roman" pitchFamily="18" charset="0"/>
                          <a:ea typeface="+mn-ea"/>
                          <a:cs typeface="Times New Roman" pitchFamily="18" charset="0"/>
                        </a:rPr>
                        <a:t>Analyze</a:t>
                      </a:r>
                      <a:endParaRPr lang="en-US" sz="1400" dirty="0">
                        <a:solidFill>
                          <a:srgbClr val="FF0000"/>
                        </a:solidFill>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a16="http://schemas.microsoft.com/office/drawing/2014/main" val="10003"/>
                  </a:ext>
                </a:extLst>
              </a:tr>
              <a:tr h="883221">
                <a:tc>
                  <a:txBody>
                    <a:bodyPr/>
                    <a:lstStyle/>
                    <a:p>
                      <a:pPr marL="0" marR="0">
                        <a:lnSpc>
                          <a:spcPct val="115000"/>
                        </a:lnSpc>
                        <a:spcBef>
                          <a:spcPts val="0"/>
                        </a:spcBef>
                        <a:spcAft>
                          <a:spcPts val="0"/>
                        </a:spcAft>
                      </a:pPr>
                      <a:r>
                        <a:rPr lang="en-US" sz="1400">
                          <a:effectLst/>
                          <a:latin typeface="Times New Roman" pitchFamily="18" charset="0"/>
                          <a:cs typeface="Times New Roman" pitchFamily="18" charset="0"/>
                        </a:rPr>
                        <a:t>CO4</a:t>
                      </a:r>
                      <a:endParaRPr lang="en-US" sz="1400">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400" kern="1200" dirty="0">
                          <a:solidFill>
                            <a:schemeClr val="tx1"/>
                          </a:solidFill>
                          <a:effectLst/>
                          <a:latin typeface="Times New Roman" pitchFamily="18" charset="0"/>
                          <a:ea typeface="+mn-ea"/>
                          <a:cs typeface="Times New Roman" pitchFamily="18" charset="0"/>
                        </a:rPr>
                        <a:t>Apply knowledge of measurement system, biomedical recording system and biosensors to excel in areas such as entrepreneurship, medicine, government, and education.</a:t>
                      </a:r>
                    </a:p>
                    <a:p>
                      <a:pPr marL="0" marR="0" indent="0" algn="l" defTabSz="914400" rtl="0" eaLnBrk="1" fontAlgn="auto" latinLnBrk="0" hangingPunct="1">
                        <a:lnSpc>
                          <a:spcPct val="115000"/>
                        </a:lnSpc>
                        <a:spcBef>
                          <a:spcPts val="0"/>
                        </a:spcBef>
                        <a:spcAft>
                          <a:spcPts val="1000"/>
                        </a:spcAft>
                        <a:buClrTx/>
                        <a:buSzTx/>
                        <a:buFontTx/>
                        <a:buNone/>
                        <a:tabLst/>
                        <a:defRPr/>
                      </a:pPr>
                      <a:endParaRPr lang="en-IN" sz="1200" kern="1200" dirty="0">
                        <a:solidFill>
                          <a:schemeClr val="tx1"/>
                        </a:solidFill>
                        <a:effectLst/>
                        <a:latin typeface="Times New Roman" pitchFamily="18" charset="0"/>
                        <a:ea typeface="+mn-ea"/>
                        <a:cs typeface="Times New Roman" pitchFamily="18" charset="0"/>
                      </a:endParaRPr>
                    </a:p>
                  </a:txBody>
                  <a:tcPr marL="114300" marR="114300" marT="0" marB="0"/>
                </a:tc>
                <a:tc>
                  <a:txBody>
                    <a:bodyPr/>
                    <a:lstStyle/>
                    <a:p>
                      <a:pPr marL="0" marR="0">
                        <a:lnSpc>
                          <a:spcPct val="115000"/>
                        </a:lnSpc>
                        <a:spcBef>
                          <a:spcPts val="0"/>
                        </a:spcBef>
                        <a:spcAft>
                          <a:spcPts val="0"/>
                        </a:spcAft>
                      </a:pPr>
                      <a:r>
                        <a:rPr lang="en-US" sz="1400" dirty="0">
                          <a:effectLst/>
                          <a:latin typeface="Times New Roman" pitchFamily="18" charset="0"/>
                          <a:cs typeface="Times New Roman" pitchFamily="18" charset="0"/>
                        </a:rPr>
                        <a:t>Apply</a:t>
                      </a:r>
                    </a:p>
                    <a:p>
                      <a:pPr marL="0" marR="0">
                        <a:lnSpc>
                          <a:spcPct val="115000"/>
                        </a:lnSpc>
                        <a:spcBef>
                          <a:spcPts val="0"/>
                        </a:spcBef>
                        <a:spcAft>
                          <a:spcPts val="0"/>
                        </a:spcAft>
                      </a:pPr>
                      <a:r>
                        <a:rPr lang="en-US" sz="1400" dirty="0">
                          <a:effectLst/>
                          <a:latin typeface="Times New Roman" pitchFamily="18" charset="0"/>
                          <a:cs typeface="Times New Roman" pitchFamily="18" charset="0"/>
                        </a:rPr>
                        <a:t> </a:t>
                      </a:r>
                      <a:endParaRPr lang="en-US" sz="1400" dirty="0">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a16="http://schemas.microsoft.com/office/drawing/2014/main" val="10004"/>
                  </a:ext>
                </a:extLst>
              </a:tr>
              <a:tr h="488222">
                <a:tc>
                  <a:txBody>
                    <a:bodyPr/>
                    <a:lstStyle/>
                    <a:p>
                      <a:pPr marL="0" marR="0">
                        <a:lnSpc>
                          <a:spcPct val="115000"/>
                        </a:lnSpc>
                        <a:spcBef>
                          <a:spcPts val="0"/>
                        </a:spcBef>
                        <a:spcAft>
                          <a:spcPts val="0"/>
                        </a:spcAft>
                      </a:pPr>
                      <a:r>
                        <a:rPr lang="en-US" sz="1400" dirty="0">
                          <a:effectLst/>
                          <a:latin typeface="Times New Roman" pitchFamily="18" charset="0"/>
                          <a:ea typeface="Times New Roman" panose="02020603050405020304" pitchFamily="18" charset="0"/>
                          <a:cs typeface="Times New Roman" pitchFamily="18" charset="0"/>
                        </a:rPr>
                        <a:t>CO5</a:t>
                      </a:r>
                    </a:p>
                  </a:txBody>
                  <a:tcPr marL="68580" marR="68580" marT="0" marB="0"/>
                </a:tc>
                <a:tc>
                  <a:txBody>
                    <a:bodyPr/>
                    <a:lstStyle/>
                    <a:p>
                      <a:pPr marL="0" marR="0" algn="l">
                        <a:lnSpc>
                          <a:spcPct val="115000"/>
                        </a:lnSpc>
                        <a:spcBef>
                          <a:spcPts val="0"/>
                        </a:spcBef>
                        <a:spcAft>
                          <a:spcPts val="1000"/>
                        </a:spcAft>
                      </a:pPr>
                      <a:r>
                        <a:rPr lang="en-US" sz="1400" dirty="0">
                          <a:latin typeface="Times New Roman" pitchFamily="18" charset="0"/>
                          <a:ea typeface="Times New Roman"/>
                          <a:cs typeface="Times New Roman" pitchFamily="18" charset="0"/>
                        </a:rPr>
                        <a:t>Integrate biological principles for developing next generation technologies,</a:t>
                      </a:r>
                    </a:p>
                  </a:txBody>
                  <a:tcPr marL="114300" marR="114300" marT="0" marB="0"/>
                </a:tc>
                <a:tc>
                  <a:txBody>
                    <a:bodyPr/>
                    <a:lstStyle/>
                    <a:p>
                      <a:pPr marL="0" marR="0">
                        <a:lnSpc>
                          <a:spcPct val="115000"/>
                        </a:lnSpc>
                        <a:spcBef>
                          <a:spcPts val="0"/>
                        </a:spcBef>
                        <a:spcAft>
                          <a:spcPts val="0"/>
                        </a:spcAft>
                      </a:pPr>
                      <a:r>
                        <a:rPr lang="en-US" sz="1400" dirty="0">
                          <a:effectLst/>
                          <a:latin typeface="Times New Roman" pitchFamily="18" charset="0"/>
                          <a:ea typeface="Times New Roman" panose="02020603050405020304" pitchFamily="18" charset="0"/>
                          <a:cs typeface="Times New Roman" pitchFamily="18" charset="0"/>
                        </a:rPr>
                        <a:t>Create</a:t>
                      </a:r>
                    </a:p>
                  </a:txBody>
                  <a:tcPr marL="68580" marR="68580" marT="0" marB="0"/>
                </a:tc>
                <a:extLst>
                  <a:ext uri="{0D108BD9-81ED-4DB2-BD59-A6C34878D82A}">
                    <a16:rowId xmlns:a16="http://schemas.microsoft.com/office/drawing/2014/main" val="10005"/>
                  </a:ext>
                </a:extLst>
              </a:tr>
            </a:tbl>
          </a:graphicData>
        </a:graphic>
      </p:graphicFrame>
      <p:sp>
        <p:nvSpPr>
          <p:cNvPr id="11" name="Rectangle 10"/>
          <p:cNvSpPr/>
          <p:nvPr/>
        </p:nvSpPr>
        <p:spPr>
          <a:xfrm>
            <a:off x="2037684" y="1472999"/>
            <a:ext cx="2475358" cy="461665"/>
          </a:xfrm>
          <a:prstGeom prst="rect">
            <a:avLst/>
          </a:prstGeom>
        </p:spPr>
        <p:txBody>
          <a:bodyPr wrap="none">
            <a:spAutoFit/>
          </a:bodyPr>
          <a:lstStyle/>
          <a:p>
            <a:r>
              <a:rPr lang="en-US" sz="2400" b="1" dirty="0">
                <a:latin typeface="Times New Roman" pitchFamily="18" charset="0"/>
                <a:cs typeface="Times New Roman" pitchFamily="18" charset="0"/>
              </a:rPr>
              <a:t>Course Outcome </a:t>
            </a:r>
          </a:p>
        </p:txBody>
      </p:sp>
      <p:cxnSp>
        <p:nvCxnSpPr>
          <p:cNvPr id="14" name="Straight Arrow Connector 13"/>
          <p:cNvCxnSpPr>
            <a:cxnSpLocks/>
          </p:cNvCxnSpPr>
          <p:nvPr/>
        </p:nvCxnSpPr>
        <p:spPr>
          <a:xfrm>
            <a:off x="5604981" y="3895964"/>
            <a:ext cx="1927534" cy="828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7628619" y="4252607"/>
            <a:ext cx="2689411" cy="9435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Will be covered in this lecture</a:t>
            </a:r>
          </a:p>
        </p:txBody>
      </p:sp>
      <p:pic>
        <p:nvPicPr>
          <p:cNvPr id="10242" name="Picture 2" descr="Meet Five Synthetic Biology Companies Using AI To Engineer Bi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1293" y="838199"/>
            <a:ext cx="4832006" cy="322133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313317" y="5481356"/>
            <a:ext cx="4946086" cy="923330"/>
          </a:xfrm>
          <a:prstGeom prst="rect">
            <a:avLst/>
          </a:prstGeom>
        </p:spPr>
        <p:txBody>
          <a:bodyPr wrap="square">
            <a:spAutoFit/>
          </a:bodyPr>
          <a:lstStyle/>
          <a:p>
            <a:r>
              <a:rPr lang="en-IN" dirty="0">
                <a:latin typeface="Times New Roman" pitchFamily="18" charset="0"/>
                <a:cs typeface="Times New Roman" pitchFamily="18" charset="0"/>
              </a:rPr>
              <a:t>https://specials-images.forbesimg.com/imageserve/1034901762/960x0.jpg?fit=scale</a:t>
            </a:r>
          </a:p>
        </p:txBody>
      </p:sp>
      <p:sp>
        <p:nvSpPr>
          <p:cNvPr id="16" name="Title 7"/>
          <p:cNvSpPr txBox="1">
            <a:spLocks noGrp="1" noChangeArrowheads="1"/>
          </p:cNvSpPr>
          <p:nvPr>
            <p:ph type="title"/>
          </p:nvPr>
        </p:nvSpPr>
        <p:spPr bwMode="auto">
          <a:xfrm>
            <a:off x="586854" y="470855"/>
            <a:ext cx="6018662"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a:r>
              <a:rPr lang="en-US" sz="3600" b="1" dirty="0">
                <a:solidFill>
                  <a:prstClr val="black">
                    <a:lumMod val="85000"/>
                    <a:lumOff val="15000"/>
                  </a:prstClr>
                </a:solidFill>
                <a:latin typeface="Times New Roman" pitchFamily="18" charset="0"/>
                <a:cs typeface="Times New Roman" pitchFamily="18" charset="0"/>
              </a:rPr>
              <a:t>INTRODUCTION</a:t>
            </a:r>
            <a:br>
              <a:rPr lang="en-US" sz="3600" b="1" dirty="0">
                <a:latin typeface="Times New Roman" pitchFamily="18" charset="0"/>
                <a:ea typeface="Karla" pitchFamily="2" charset="0"/>
                <a:cs typeface="Times New Roman" pitchFamily="18" charset="0"/>
              </a:rPr>
            </a:br>
            <a:endParaRPr lang="en-US" sz="3600" dirty="0">
              <a:latin typeface="Times New Roman" pitchFamily="18" charset="0"/>
              <a:cs typeface="Times New Roman" pitchFamily="18" charset="0"/>
            </a:endParaRPr>
          </a:p>
        </p:txBody>
      </p:sp>
    </p:spTree>
    <p:extLst>
      <p:ext uri="{BB962C8B-B14F-4D97-AF65-F5344CB8AC3E}">
        <p14:creationId xmlns:p14="http://schemas.microsoft.com/office/powerpoint/2010/main" val="2789362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SYLLABUS </a:t>
            </a:r>
            <a:r>
              <a:rPr lang="en-US" sz="3600" b="1" dirty="0">
                <a:latin typeface="Casper Bold"/>
              </a:rPr>
              <a:t>  </a:t>
            </a:r>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4056818480"/>
              </p:ext>
            </p:extLst>
          </p:nvPr>
        </p:nvGraphicFramePr>
        <p:xfrm>
          <a:off x="838200" y="1804947"/>
          <a:ext cx="10515598" cy="4619707"/>
        </p:xfrm>
        <a:graphic>
          <a:graphicData uri="http://schemas.openxmlformats.org/drawingml/2006/table">
            <a:tbl>
              <a:tblPr firstRow="1" firstCol="1" bandRow="1">
                <a:tableStyleId>{5C22544A-7EE6-4342-B048-85BDC9FD1C3A}</a:tableStyleId>
              </a:tblPr>
              <a:tblGrid>
                <a:gridCol w="2331976">
                  <a:extLst>
                    <a:ext uri="{9D8B030D-6E8A-4147-A177-3AD203B41FA5}">
                      <a16:colId xmlns:a16="http://schemas.microsoft.com/office/drawing/2014/main" val="20000"/>
                    </a:ext>
                  </a:extLst>
                </a:gridCol>
                <a:gridCol w="5839242">
                  <a:extLst>
                    <a:ext uri="{9D8B030D-6E8A-4147-A177-3AD203B41FA5}">
                      <a16:colId xmlns:a16="http://schemas.microsoft.com/office/drawing/2014/main" val="20001"/>
                    </a:ext>
                  </a:extLst>
                </a:gridCol>
                <a:gridCol w="2344380">
                  <a:extLst>
                    <a:ext uri="{9D8B030D-6E8A-4147-A177-3AD203B41FA5}">
                      <a16:colId xmlns:a16="http://schemas.microsoft.com/office/drawing/2014/main" val="20002"/>
                    </a:ext>
                  </a:extLst>
                </a:gridCol>
              </a:tblGrid>
              <a:tr h="479645">
                <a:tc>
                  <a:txBody>
                    <a:bodyPr/>
                    <a:lstStyle/>
                    <a:p>
                      <a:pPr marR="53975" algn="just">
                        <a:lnSpc>
                          <a:spcPct val="115000"/>
                        </a:lnSpc>
                        <a:spcAft>
                          <a:spcPts val="1000"/>
                        </a:spcAft>
                      </a:pPr>
                      <a:r>
                        <a:rPr lang="en-US" sz="1800" dirty="0"/>
                        <a:t>Unit-1</a:t>
                      </a:r>
                      <a:endParaRPr lang="en-IN" sz="1800" dirty="0"/>
                    </a:p>
                  </a:txBody>
                  <a:tcPr marL="68580" marR="68580" marT="0" marB="0" anchor="ctr"/>
                </a:tc>
                <a:tc>
                  <a:txBody>
                    <a:bodyPr/>
                    <a:lstStyle/>
                    <a:p>
                      <a:pPr marR="53975" algn="just">
                        <a:lnSpc>
                          <a:spcPct val="115000"/>
                        </a:lnSpc>
                        <a:spcAft>
                          <a:spcPts val="1000"/>
                        </a:spcAft>
                      </a:pPr>
                      <a:r>
                        <a:rPr lang="en-US" sz="1800"/>
                        <a:t>        Importance of Biology In Engineering</a:t>
                      </a:r>
                      <a:endParaRPr lang="en-IN" sz="1800"/>
                    </a:p>
                  </a:txBody>
                  <a:tcPr marL="68580" marR="68580" marT="0" marB="0" anchor="ctr"/>
                </a:tc>
                <a:tc>
                  <a:txBody>
                    <a:bodyPr/>
                    <a:lstStyle/>
                    <a:p>
                      <a:pPr marR="53975" algn="just">
                        <a:lnSpc>
                          <a:spcPct val="115000"/>
                        </a:lnSpc>
                        <a:spcAft>
                          <a:spcPts val="1000"/>
                        </a:spcAft>
                      </a:pPr>
                      <a:r>
                        <a:rPr lang="en-US" sz="1800"/>
                        <a:t>Contact Hours: 15</a:t>
                      </a:r>
                      <a:endParaRPr lang="en-IN" sz="1800"/>
                    </a:p>
                  </a:txBody>
                  <a:tcPr marL="68580" marR="68580" marT="0" marB="0" anchor="ctr"/>
                </a:tc>
                <a:extLst>
                  <a:ext uri="{0D108BD9-81ED-4DB2-BD59-A6C34878D82A}">
                    <a16:rowId xmlns:a16="http://schemas.microsoft.com/office/drawing/2014/main" val="10000"/>
                  </a:ext>
                </a:extLst>
              </a:tr>
              <a:tr h="4140062">
                <a:tc>
                  <a:txBody>
                    <a:bodyPr/>
                    <a:lstStyle/>
                    <a:p>
                      <a:pPr marR="53975" algn="just">
                        <a:lnSpc>
                          <a:spcPct val="115000"/>
                        </a:lnSpc>
                        <a:spcAft>
                          <a:spcPts val="1000"/>
                        </a:spcAft>
                      </a:pPr>
                      <a:r>
                        <a:rPr lang="en-US" sz="1800" dirty="0"/>
                        <a:t>Chapter 1</a:t>
                      </a:r>
                      <a:endParaRPr lang="en-IN" sz="1800" dirty="0"/>
                    </a:p>
                    <a:p>
                      <a:pPr marR="53975" algn="l">
                        <a:lnSpc>
                          <a:spcPct val="115000"/>
                        </a:lnSpc>
                        <a:spcAft>
                          <a:spcPts val="1000"/>
                        </a:spcAft>
                      </a:pPr>
                      <a:r>
                        <a:rPr lang="en-US" sz="1800" dirty="0"/>
                        <a:t>Significance of Biology in Engineering</a:t>
                      </a:r>
                      <a:endParaRPr lang="en-IN" sz="1800" dirty="0"/>
                    </a:p>
                    <a:p>
                      <a:pPr marR="53975" algn="just">
                        <a:lnSpc>
                          <a:spcPct val="115000"/>
                        </a:lnSpc>
                        <a:spcAft>
                          <a:spcPts val="1000"/>
                        </a:spcAft>
                      </a:pPr>
                      <a:r>
                        <a:rPr lang="en-US" sz="1800" dirty="0"/>
                        <a:t> </a:t>
                      </a:r>
                      <a:endParaRPr lang="en-IN" sz="1800" dirty="0"/>
                    </a:p>
                    <a:p>
                      <a:pPr marR="53975" algn="just">
                        <a:lnSpc>
                          <a:spcPct val="115000"/>
                        </a:lnSpc>
                        <a:spcAft>
                          <a:spcPts val="1000"/>
                        </a:spcAft>
                      </a:pPr>
                      <a:r>
                        <a:rPr lang="en-US" sz="1800" dirty="0"/>
                        <a:t>Chapter 2</a:t>
                      </a:r>
                      <a:endParaRPr lang="en-IN" sz="1800" dirty="0"/>
                    </a:p>
                    <a:p>
                      <a:pPr marR="53975" algn="just">
                        <a:lnSpc>
                          <a:spcPct val="115000"/>
                        </a:lnSpc>
                        <a:spcAft>
                          <a:spcPts val="1000"/>
                        </a:spcAft>
                      </a:pPr>
                      <a:r>
                        <a:rPr lang="en-US" sz="1800" dirty="0"/>
                        <a:t>Genetics </a:t>
                      </a:r>
                      <a:endParaRPr lang="en-IN" sz="1800" dirty="0"/>
                    </a:p>
                    <a:p>
                      <a:pPr marR="53975" algn="just">
                        <a:lnSpc>
                          <a:spcPct val="115000"/>
                        </a:lnSpc>
                        <a:spcAft>
                          <a:spcPts val="1000"/>
                        </a:spcAft>
                      </a:pPr>
                      <a:r>
                        <a:rPr lang="en-US" sz="1800" dirty="0"/>
                        <a:t> </a:t>
                      </a:r>
                      <a:endParaRPr lang="en-IN" sz="1800" dirty="0"/>
                    </a:p>
                    <a:p>
                      <a:pPr marR="53975" algn="just">
                        <a:lnSpc>
                          <a:spcPct val="115000"/>
                        </a:lnSpc>
                        <a:spcAft>
                          <a:spcPts val="1000"/>
                        </a:spcAft>
                      </a:pPr>
                      <a:r>
                        <a:rPr lang="en-US" sz="1800" dirty="0"/>
                        <a:t> </a:t>
                      </a:r>
                      <a:endParaRPr lang="en-IN" sz="1800" dirty="0"/>
                    </a:p>
                  </a:txBody>
                  <a:tcPr marL="68580" marR="68580" marT="0" marB="0" anchor="ctr"/>
                </a:tc>
                <a:tc gridSpan="2">
                  <a:txBody>
                    <a:bodyPr/>
                    <a:lstStyle/>
                    <a:p>
                      <a:pPr algn="just">
                        <a:lnSpc>
                          <a:spcPct val="115000"/>
                        </a:lnSpc>
                        <a:spcAft>
                          <a:spcPts val="1000"/>
                        </a:spcAft>
                      </a:pPr>
                      <a:r>
                        <a:rPr lang="en-US" sz="1800" dirty="0"/>
                        <a:t>Introduction: Fundamental Differences between Science and engineering by drawing a comparison between eye and camera, Bird flying and aircraft. Significance of Biology in Engineering, Discuss how biological observations of 18th Century that lead to major discoveries, Examples from Brownian motion and the origin of thermodynamics by referring to the original observation of Robert and Julius Mayor. </a:t>
                      </a:r>
                      <a:endParaRPr lang="en-IN" sz="1800" dirty="0"/>
                    </a:p>
                    <a:p>
                      <a:pPr algn="just">
                        <a:lnSpc>
                          <a:spcPct val="115000"/>
                        </a:lnSpc>
                        <a:spcAft>
                          <a:spcPts val="1000"/>
                        </a:spcAft>
                      </a:pPr>
                      <a:r>
                        <a:rPr lang="en-US" sz="1800" dirty="0"/>
                        <a:t>Genetics: Mendel’s laws, Concept of segregation and independent assortment, concept of allele, gene mapping, Gene interaction, Epitasis, Meiosis and Mitosis as a part of genetics. Mechanism of how genetic material passes from parent to offspring. Concepts of </a:t>
                      </a:r>
                      <a:r>
                        <a:rPr lang="en-US" sz="1800" dirty="0" err="1"/>
                        <a:t>recessiveness</a:t>
                      </a:r>
                      <a:r>
                        <a:rPr lang="en-US" sz="1800" dirty="0"/>
                        <a:t> and dominance. Concept of mapping of phenotype to Genes, single gene disorders in humans, concept of complementation using human genetics.</a:t>
                      </a:r>
                      <a:endParaRPr lang="en-IN" sz="1800" dirty="0"/>
                    </a:p>
                  </a:txBody>
                  <a:tcPr marL="68580" marR="68580" marT="0" marB="0"/>
                </a:tc>
                <a:tc hMerge="1">
                  <a:txBody>
                    <a:bodyPr/>
                    <a:lstStyle/>
                    <a:p>
                      <a:endParaRPr lang="en-IN"/>
                    </a:p>
                  </a:txBody>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38200" y="1803400"/>
            <a:ext cx="10515600" cy="462125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4493288"/>
      </p:ext>
    </p:extLst>
  </p:cSld>
  <p:clrMapOvr>
    <a:masterClrMapping/>
  </p:clrMapOvr>
  <mc:AlternateContent xmlns:mc="http://schemas.openxmlformats.org/markup-compatibility/2006" xmlns:p14="http://schemas.microsoft.com/office/powerpoint/2010/main">
    <mc:Choice Requires="p14">
      <p:transition spd="slow" p14:dur="2000" advTm="74866"/>
    </mc:Choice>
    <mc:Fallback xmlns="">
      <p:transition spd="slow" advTm="7486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EA793-BD1F-4DA8-B073-155B1BC181E7}"/>
              </a:ext>
            </a:extLst>
          </p:cNvPr>
          <p:cNvSpPr>
            <a:spLocks noGrp="1"/>
          </p:cNvSpPr>
          <p:nvPr>
            <p:ph type="title"/>
          </p:nvPr>
        </p:nvSpPr>
        <p:spPr>
          <a:xfrm>
            <a:off x="831850" y="1709739"/>
            <a:ext cx="10515600" cy="1810702"/>
          </a:xfrm>
        </p:spPr>
        <p:txBody>
          <a:bodyPr/>
          <a:lstStyle/>
          <a:p>
            <a:pPr algn="ctr"/>
            <a:r>
              <a:rPr lang="en-IN" dirty="0"/>
              <a:t>Gene Interaction </a:t>
            </a:r>
          </a:p>
        </p:txBody>
      </p:sp>
      <p:sp>
        <p:nvSpPr>
          <p:cNvPr id="4" name="Slide Number Placeholder 3">
            <a:extLst>
              <a:ext uri="{FF2B5EF4-FFF2-40B4-BE49-F238E27FC236}">
                <a16:creationId xmlns:a16="http://schemas.microsoft.com/office/drawing/2014/main" id="{5C493FC2-56C4-4B54-AFA6-9201643723C4}"/>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5</a:t>
            </a:fld>
            <a:endParaRPr lang="en-US">
              <a:solidFill>
                <a:prstClr val="black">
                  <a:tint val="75000"/>
                </a:prstClr>
              </a:solidFill>
            </a:endParaRPr>
          </a:p>
        </p:txBody>
      </p:sp>
    </p:spTree>
    <p:extLst>
      <p:ext uri="{BB962C8B-B14F-4D97-AF65-F5344CB8AC3E}">
        <p14:creationId xmlns:p14="http://schemas.microsoft.com/office/powerpoint/2010/main" val="3809054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4109E-1A5E-4458-80F9-9151630EDC2B}"/>
              </a:ext>
            </a:extLst>
          </p:cNvPr>
          <p:cNvSpPr>
            <a:spLocks noGrp="1"/>
          </p:cNvSpPr>
          <p:nvPr>
            <p:ph type="title"/>
          </p:nvPr>
        </p:nvSpPr>
        <p:spPr>
          <a:xfrm>
            <a:off x="838200" y="136525"/>
            <a:ext cx="10515600" cy="1009369"/>
          </a:xfrm>
        </p:spPr>
        <p:txBody>
          <a:bodyPr/>
          <a:lstStyle/>
          <a:p>
            <a:pPr algn="ctr"/>
            <a:r>
              <a:rPr lang="en-IN" b="1" i="0" u="none" strike="noStrike" dirty="0">
                <a:solidFill>
                  <a:srgbClr val="2B2A2A"/>
                </a:solidFill>
                <a:effectLst/>
                <a:highlight>
                  <a:srgbClr val="FFFF00"/>
                </a:highlight>
                <a:latin typeface="Open Sans" panose="020B0606030504020204" pitchFamily="34" charset="0"/>
                <a:hlinkClick r:id="rId2" tooltip="slide3"/>
              </a:rPr>
              <a:t>Gene Interaction</a:t>
            </a:r>
            <a:r>
              <a:rPr lang="en-IN" b="0" i="0" dirty="0">
                <a:solidFill>
                  <a:srgbClr val="2B2A2A"/>
                </a:solidFill>
                <a:effectLst/>
                <a:highlight>
                  <a:srgbClr val="FFFF00"/>
                </a:highlight>
                <a:latin typeface="Open Sans" panose="020B0606030504020204" pitchFamily="34" charset="0"/>
              </a:rPr>
              <a:t> </a:t>
            </a:r>
            <a:endParaRPr lang="en-IN" dirty="0">
              <a:highlight>
                <a:srgbClr val="FFFF00"/>
              </a:highlight>
            </a:endParaRPr>
          </a:p>
        </p:txBody>
      </p:sp>
      <p:sp>
        <p:nvSpPr>
          <p:cNvPr id="3" name="Content Placeholder 2">
            <a:extLst>
              <a:ext uri="{FF2B5EF4-FFF2-40B4-BE49-F238E27FC236}">
                <a16:creationId xmlns:a16="http://schemas.microsoft.com/office/drawing/2014/main" id="{C7212DE9-C07F-4F33-BDFC-37D945BED629}"/>
              </a:ext>
            </a:extLst>
          </p:cNvPr>
          <p:cNvSpPr>
            <a:spLocks noGrp="1"/>
          </p:cNvSpPr>
          <p:nvPr>
            <p:ph idx="1"/>
          </p:nvPr>
        </p:nvSpPr>
        <p:spPr>
          <a:xfrm>
            <a:off x="838200" y="1325281"/>
            <a:ext cx="10805932" cy="5031069"/>
          </a:xfrm>
        </p:spPr>
        <p:txBody>
          <a:bodyPr>
            <a:normAutofit/>
          </a:bodyPr>
          <a:lstStyle/>
          <a:p>
            <a:pPr algn="just"/>
            <a:r>
              <a:rPr lang="en-US" sz="3200" b="0" i="0" dirty="0">
                <a:solidFill>
                  <a:srgbClr val="2B2A2A"/>
                </a:solidFill>
                <a:effectLst/>
              </a:rPr>
              <a:t>The term genetic interaction (GI) covers a </a:t>
            </a:r>
            <a:r>
              <a:rPr lang="en-US" sz="3200" b="1" i="0" dirty="0">
                <a:solidFill>
                  <a:srgbClr val="2B2A2A"/>
                </a:solidFill>
                <a:effectLst/>
              </a:rPr>
              <a:t>group of functional relationships between genes</a:t>
            </a:r>
            <a:r>
              <a:rPr lang="en-US" sz="3200" b="0" i="0" dirty="0">
                <a:solidFill>
                  <a:srgbClr val="2B2A2A"/>
                </a:solidFill>
                <a:effectLst/>
              </a:rPr>
              <a:t>. </a:t>
            </a:r>
          </a:p>
          <a:p>
            <a:pPr algn="just"/>
            <a:r>
              <a:rPr lang="en-US" sz="3200" b="0" i="0" dirty="0">
                <a:solidFill>
                  <a:srgbClr val="2B2A2A"/>
                </a:solidFill>
                <a:effectLst/>
              </a:rPr>
              <a:t>Most of the </a:t>
            </a:r>
            <a:r>
              <a:rPr lang="en-US" sz="3200" b="1" i="0" dirty="0">
                <a:solidFill>
                  <a:srgbClr val="2B2A2A"/>
                </a:solidFill>
                <a:effectLst/>
              </a:rPr>
              <a:t>characters of living organisms </a:t>
            </a:r>
            <a:r>
              <a:rPr lang="en-US" sz="3200" b="0" i="0" dirty="0">
                <a:solidFill>
                  <a:srgbClr val="2B2A2A"/>
                </a:solidFill>
                <a:effectLst/>
              </a:rPr>
              <a:t>are </a:t>
            </a:r>
            <a:r>
              <a:rPr lang="en-US" sz="3200" b="1" i="0" dirty="0">
                <a:solidFill>
                  <a:srgbClr val="2B2A2A"/>
                </a:solidFill>
                <a:effectLst/>
              </a:rPr>
              <a:t>controlled/influenced</a:t>
            </a:r>
            <a:r>
              <a:rPr lang="en-US" sz="3200" dirty="0">
                <a:solidFill>
                  <a:srgbClr val="2B2A2A"/>
                </a:solidFill>
              </a:rPr>
              <a:t> </a:t>
            </a:r>
            <a:r>
              <a:rPr lang="en-US" sz="3200" b="1" i="0" dirty="0">
                <a:solidFill>
                  <a:srgbClr val="2B2A2A"/>
                </a:solidFill>
                <a:effectLst/>
              </a:rPr>
              <a:t>by</a:t>
            </a:r>
            <a:r>
              <a:rPr lang="en-US" sz="3200" b="0" i="0" dirty="0">
                <a:solidFill>
                  <a:srgbClr val="2B2A2A"/>
                </a:solidFill>
                <a:effectLst/>
              </a:rPr>
              <a:t> a collaboration of </a:t>
            </a:r>
            <a:r>
              <a:rPr lang="en-US" sz="3200" b="1" i="0" dirty="0">
                <a:solidFill>
                  <a:srgbClr val="2B2A2A"/>
                </a:solidFill>
                <a:effectLst/>
              </a:rPr>
              <a:t>several different genes.</a:t>
            </a:r>
          </a:p>
          <a:p>
            <a:pPr algn="just"/>
            <a:r>
              <a:rPr lang="en-US" sz="3200" b="0" i="0" dirty="0">
                <a:solidFill>
                  <a:srgbClr val="2B2A2A"/>
                </a:solidFill>
                <a:effectLst/>
              </a:rPr>
              <a:t>The phenomenon of </a:t>
            </a:r>
            <a:r>
              <a:rPr lang="en-US" sz="3200" b="1" i="0" dirty="0">
                <a:solidFill>
                  <a:srgbClr val="2B2A2A"/>
                </a:solidFill>
                <a:effectLst/>
              </a:rPr>
              <a:t>two or more genes affecting the expression of each other</a:t>
            </a:r>
            <a:r>
              <a:rPr lang="en-US" sz="3200" b="0" i="0" dirty="0">
                <a:solidFill>
                  <a:srgbClr val="2B2A2A"/>
                </a:solidFill>
                <a:effectLst/>
              </a:rPr>
              <a:t> in various ways in the development of a </a:t>
            </a:r>
            <a:r>
              <a:rPr lang="en-US" sz="3200" b="1" i="0" dirty="0">
                <a:solidFill>
                  <a:srgbClr val="2B2A2A"/>
                </a:solidFill>
                <a:effectLst/>
              </a:rPr>
              <a:t>single character of an organism </a:t>
            </a:r>
            <a:r>
              <a:rPr lang="en-US" sz="3200" b="0" i="0" dirty="0">
                <a:solidFill>
                  <a:srgbClr val="2B2A2A"/>
                </a:solidFill>
                <a:effectLst/>
              </a:rPr>
              <a:t>is known as </a:t>
            </a:r>
            <a:r>
              <a:rPr lang="en-US" sz="3200" b="1" dirty="0">
                <a:solidFill>
                  <a:srgbClr val="2B2A2A"/>
                </a:solidFill>
              </a:rPr>
              <a:t>gene/genetic interaction.</a:t>
            </a:r>
          </a:p>
          <a:p>
            <a:pPr algn="just"/>
            <a:r>
              <a:rPr lang="en-US" sz="3200" dirty="0"/>
              <a:t>Gene interaction produces </a:t>
            </a:r>
            <a:r>
              <a:rPr lang="en-US" sz="3200" b="1" dirty="0"/>
              <a:t>novel phenotypes</a:t>
            </a:r>
            <a:r>
              <a:rPr lang="en-US" sz="3200" dirty="0"/>
              <a:t>.</a:t>
            </a:r>
            <a:endParaRPr lang="en-US" altLang="en-US" sz="3200" dirty="0">
              <a:cs typeface="Arial" panose="020B0604020202020204" pitchFamily="34" charset="0"/>
            </a:endParaRPr>
          </a:p>
          <a:p>
            <a:pPr algn="just"/>
            <a:endParaRPr lang="en-US" sz="3200" b="0" i="0" dirty="0">
              <a:solidFill>
                <a:srgbClr val="2B2A2A"/>
              </a:solidFill>
              <a:effectLst/>
            </a:endParaRPr>
          </a:p>
        </p:txBody>
      </p:sp>
      <p:sp>
        <p:nvSpPr>
          <p:cNvPr id="4" name="Slide Number Placeholder 3">
            <a:extLst>
              <a:ext uri="{FF2B5EF4-FFF2-40B4-BE49-F238E27FC236}">
                <a16:creationId xmlns:a16="http://schemas.microsoft.com/office/drawing/2014/main" id="{9FF51CDD-91AB-4935-BDC2-8F9CA7B9B0E8}"/>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6</a:t>
            </a:fld>
            <a:endParaRPr lang="en-US">
              <a:solidFill>
                <a:prstClr val="black">
                  <a:tint val="75000"/>
                </a:prstClr>
              </a:solidFill>
            </a:endParaRPr>
          </a:p>
        </p:txBody>
      </p:sp>
      <p:sp>
        <p:nvSpPr>
          <p:cNvPr id="6" name="TextBox 5">
            <a:extLst>
              <a:ext uri="{FF2B5EF4-FFF2-40B4-BE49-F238E27FC236}">
                <a16:creationId xmlns:a16="http://schemas.microsoft.com/office/drawing/2014/main" id="{8130FCA7-9B0E-0B24-7B92-68FC9B36EDC6}"/>
              </a:ext>
            </a:extLst>
          </p:cNvPr>
          <p:cNvSpPr txBox="1"/>
          <p:nvPr/>
        </p:nvSpPr>
        <p:spPr>
          <a:xfrm>
            <a:off x="3284975" y="6457890"/>
            <a:ext cx="6094324"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F</a:t>
            </a:r>
            <a:r>
              <a:rPr lang="en-IN" sz="2000" b="1" i="0" dirty="0">
                <a:effectLst/>
                <a:latin typeface="Times New Roman" panose="02020603050405020304" pitchFamily="18" charset="0"/>
                <a:cs typeface="Times New Roman" panose="02020603050405020304" pitchFamily="18" charset="0"/>
              </a:rPr>
              <a:t>unctional association between genes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5916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BC13A-05F5-46B7-999F-D306BD5099A9}"/>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770BD25A-571F-49F2-98F1-9E5992694C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6728" y="253471"/>
            <a:ext cx="9543799" cy="5466552"/>
          </a:xfrm>
        </p:spPr>
      </p:pic>
      <p:sp>
        <p:nvSpPr>
          <p:cNvPr id="4" name="Slide Number Placeholder 3">
            <a:extLst>
              <a:ext uri="{FF2B5EF4-FFF2-40B4-BE49-F238E27FC236}">
                <a16:creationId xmlns:a16="http://schemas.microsoft.com/office/drawing/2014/main" id="{40000A48-C049-4AEC-B6E2-F06AB4A17D5B}"/>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7</a:t>
            </a:fld>
            <a:endParaRPr lang="en-US">
              <a:solidFill>
                <a:prstClr val="black">
                  <a:tint val="75000"/>
                </a:prstClr>
              </a:solidFill>
            </a:endParaRPr>
          </a:p>
        </p:txBody>
      </p:sp>
      <p:sp>
        <p:nvSpPr>
          <p:cNvPr id="3" name="TextBox 2">
            <a:extLst>
              <a:ext uri="{FF2B5EF4-FFF2-40B4-BE49-F238E27FC236}">
                <a16:creationId xmlns:a16="http://schemas.microsoft.com/office/drawing/2014/main" id="{0F4ABA83-610F-E4E6-C4FB-D722EF2499C6}"/>
              </a:ext>
            </a:extLst>
          </p:cNvPr>
          <p:cNvSpPr txBox="1"/>
          <p:nvPr/>
        </p:nvSpPr>
        <p:spPr>
          <a:xfrm>
            <a:off x="4913642" y="136525"/>
            <a:ext cx="4250453" cy="369332"/>
          </a:xfrm>
          <a:prstGeom prst="rect">
            <a:avLst/>
          </a:prstGeom>
          <a:noFill/>
        </p:spPr>
        <p:txBody>
          <a:bodyPr wrap="square" rtlCol="0">
            <a:spAutoFit/>
          </a:bodyPr>
          <a:lstStyle/>
          <a:p>
            <a:r>
              <a:rPr lang="en-US" b="1" dirty="0"/>
              <a:t>Comb- Outgrowth of chicken head</a:t>
            </a:r>
            <a:endParaRPr lang="en-IN" b="1" dirty="0"/>
          </a:p>
        </p:txBody>
      </p:sp>
      <p:pic>
        <p:nvPicPr>
          <p:cNvPr id="5" name="Content Placeholder 5">
            <a:extLst>
              <a:ext uri="{FF2B5EF4-FFF2-40B4-BE49-F238E27FC236}">
                <a16:creationId xmlns:a16="http://schemas.microsoft.com/office/drawing/2014/main" id="{8A0E3960-8E6D-BF30-1B79-17986A99CBC6}"/>
              </a:ext>
            </a:extLst>
          </p:cNvPr>
          <p:cNvPicPr>
            <a:picLocks noChangeAspect="1"/>
          </p:cNvPicPr>
          <p:nvPr/>
        </p:nvPicPr>
        <p:blipFill rotWithShape="1">
          <a:blip r:embed="rId3">
            <a:extLst>
              <a:ext uri="{28A0092B-C50C-407E-A947-70E740481C1C}">
                <a14:useLocalDpi xmlns:a14="http://schemas.microsoft.com/office/drawing/2010/main" val="0"/>
              </a:ext>
            </a:extLst>
          </a:blip>
          <a:srcRect t="1481" b="85299"/>
          <a:stretch/>
        </p:blipFill>
        <p:spPr>
          <a:xfrm>
            <a:off x="538174" y="5856548"/>
            <a:ext cx="11115652" cy="1001452"/>
          </a:xfrm>
          <a:prstGeom prst="rect">
            <a:avLst/>
          </a:prstGeom>
        </p:spPr>
      </p:pic>
    </p:spTree>
    <p:extLst>
      <p:ext uri="{BB962C8B-B14F-4D97-AF65-F5344CB8AC3E}">
        <p14:creationId xmlns:p14="http://schemas.microsoft.com/office/powerpoint/2010/main" val="2075811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D028B-EFD4-4B47-AA55-FEF43A9086CB}"/>
              </a:ext>
            </a:extLst>
          </p:cNvPr>
          <p:cNvSpPr>
            <a:spLocks noGrp="1"/>
          </p:cNvSpPr>
          <p:nvPr>
            <p:ph type="title"/>
          </p:nvPr>
        </p:nvSpPr>
        <p:spPr>
          <a:xfrm>
            <a:off x="838200" y="103875"/>
            <a:ext cx="10515600" cy="1048031"/>
          </a:xfrm>
        </p:spPr>
        <p:txBody>
          <a:bodyPr/>
          <a:lstStyle/>
          <a:p>
            <a:pPr algn="ctr"/>
            <a:r>
              <a:rPr lang="en-US" dirty="0">
                <a:highlight>
                  <a:srgbClr val="FFFF00"/>
                </a:highlight>
              </a:rPr>
              <a:t>Types of Gene Interaction</a:t>
            </a:r>
            <a:endParaRPr lang="en-IN" dirty="0">
              <a:highlight>
                <a:srgbClr val="FFFF00"/>
              </a:highlight>
            </a:endParaRPr>
          </a:p>
        </p:txBody>
      </p:sp>
      <p:sp>
        <p:nvSpPr>
          <p:cNvPr id="3" name="Content Placeholder 2">
            <a:extLst>
              <a:ext uri="{FF2B5EF4-FFF2-40B4-BE49-F238E27FC236}">
                <a16:creationId xmlns:a16="http://schemas.microsoft.com/office/drawing/2014/main" id="{E012FF1E-B161-4B03-A56A-15025E97F178}"/>
              </a:ext>
            </a:extLst>
          </p:cNvPr>
          <p:cNvSpPr>
            <a:spLocks noGrp="1"/>
          </p:cNvSpPr>
          <p:nvPr>
            <p:ph idx="1"/>
          </p:nvPr>
        </p:nvSpPr>
        <p:spPr>
          <a:xfrm>
            <a:off x="370394" y="1099595"/>
            <a:ext cx="11427251" cy="5621879"/>
          </a:xfrm>
        </p:spPr>
        <p:txBody>
          <a:bodyPr>
            <a:normAutofit/>
          </a:bodyPr>
          <a:lstStyle/>
          <a:p>
            <a:pPr algn="just">
              <a:spcAft>
                <a:spcPts val="1200"/>
              </a:spcAft>
            </a:pPr>
            <a:r>
              <a:rPr lang="en-US" sz="3200" dirty="0"/>
              <a:t>Gene interactions can be classified as:</a:t>
            </a:r>
          </a:p>
          <a:p>
            <a:pPr lvl="1" algn="just"/>
            <a:r>
              <a:rPr lang="en-US" sz="2800" b="1" u="sng" dirty="0"/>
              <a:t>Allelic gene interaction </a:t>
            </a:r>
            <a:r>
              <a:rPr lang="en-US" sz="2800" b="1" dirty="0"/>
              <a:t>(</a:t>
            </a:r>
            <a:r>
              <a:rPr lang="en-US" sz="2800" dirty="0"/>
              <a:t>non epistatic gene interaction/intra-allelic interaction/Intra-genic interaction</a:t>
            </a:r>
            <a:r>
              <a:rPr lang="en-US" sz="2800" b="1" dirty="0"/>
              <a:t>): </a:t>
            </a:r>
          </a:p>
          <a:p>
            <a:pPr lvl="2" algn="just"/>
            <a:r>
              <a:rPr lang="en-US" sz="2400" dirty="0"/>
              <a:t>The </a:t>
            </a:r>
            <a:r>
              <a:rPr lang="en-US" sz="2400" b="1" dirty="0"/>
              <a:t>alleles of the same gene interact </a:t>
            </a:r>
            <a:r>
              <a:rPr lang="en-US" sz="2400" dirty="0"/>
              <a:t>in such a way to produce the new character.</a:t>
            </a:r>
            <a:endParaRPr lang="en-US" sz="2400" dirty="0">
              <a:solidFill>
                <a:srgbClr val="C00000"/>
              </a:solidFill>
            </a:endParaRPr>
          </a:p>
          <a:p>
            <a:pPr lvl="3" algn="just"/>
            <a:r>
              <a:rPr lang="en-US" sz="2400" dirty="0">
                <a:solidFill>
                  <a:srgbClr val="C00000"/>
                </a:solidFill>
                <a:highlight>
                  <a:srgbClr val="FFFF00"/>
                </a:highlight>
              </a:rPr>
              <a:t>Incomplete dominance</a:t>
            </a:r>
          </a:p>
          <a:p>
            <a:pPr lvl="3" algn="just"/>
            <a:r>
              <a:rPr lang="en-US" sz="2400" dirty="0">
                <a:solidFill>
                  <a:srgbClr val="C00000"/>
                </a:solidFill>
              </a:rPr>
              <a:t>Co-dominance</a:t>
            </a:r>
          </a:p>
          <a:p>
            <a:pPr lvl="1" algn="just">
              <a:spcBef>
                <a:spcPts val="1200"/>
              </a:spcBef>
            </a:pPr>
            <a:r>
              <a:rPr lang="en-US" sz="2800" b="1" u="sng" dirty="0"/>
              <a:t>Non-allelic</a:t>
            </a:r>
            <a:r>
              <a:rPr lang="en-US" sz="2800" b="1" dirty="0"/>
              <a:t> (Inter-allelic/Inter-genic interaction) gene interaction or epistatic gene interaction</a:t>
            </a:r>
          </a:p>
          <a:p>
            <a:pPr lvl="2" algn="just"/>
            <a:r>
              <a:rPr lang="en-US" sz="2400" dirty="0"/>
              <a:t>The </a:t>
            </a:r>
            <a:r>
              <a:rPr lang="en-US" sz="2400" b="1" dirty="0"/>
              <a:t>independent gene located on same or different chromosomes interact with one another</a:t>
            </a:r>
            <a:r>
              <a:rPr lang="en-US" sz="2400" dirty="0"/>
              <a:t> for expression of single phenotypic trait.</a:t>
            </a:r>
          </a:p>
          <a:p>
            <a:pPr lvl="3" algn="just"/>
            <a:r>
              <a:rPr lang="en-US" sz="2400" dirty="0">
                <a:solidFill>
                  <a:srgbClr val="C00000"/>
                </a:solidFill>
                <a:highlight>
                  <a:srgbClr val="FFFF00"/>
                </a:highlight>
              </a:rPr>
              <a:t>Epistasis</a:t>
            </a:r>
          </a:p>
          <a:p>
            <a:pPr marL="457200" lvl="1" indent="0" algn="just">
              <a:buNone/>
            </a:pPr>
            <a:endParaRPr lang="en-IN" sz="2800" b="1" dirty="0"/>
          </a:p>
        </p:txBody>
      </p:sp>
      <p:sp>
        <p:nvSpPr>
          <p:cNvPr id="4" name="Slide Number Placeholder 3">
            <a:extLst>
              <a:ext uri="{FF2B5EF4-FFF2-40B4-BE49-F238E27FC236}">
                <a16:creationId xmlns:a16="http://schemas.microsoft.com/office/drawing/2014/main" id="{F6DEBBDD-5D2E-4B2D-BCEB-0B79E1E49AAC}"/>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8</a:t>
            </a:fld>
            <a:endParaRPr lang="en-US">
              <a:solidFill>
                <a:prstClr val="black">
                  <a:tint val="75000"/>
                </a:prstClr>
              </a:solidFill>
            </a:endParaRPr>
          </a:p>
        </p:txBody>
      </p:sp>
    </p:spTree>
    <p:extLst>
      <p:ext uri="{BB962C8B-B14F-4D97-AF65-F5344CB8AC3E}">
        <p14:creationId xmlns:p14="http://schemas.microsoft.com/office/powerpoint/2010/main" val="977925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78390-6CC1-4257-B7DE-C7CE973E55F9}"/>
              </a:ext>
            </a:extLst>
          </p:cNvPr>
          <p:cNvSpPr>
            <a:spLocks noGrp="1"/>
          </p:cNvSpPr>
          <p:nvPr>
            <p:ph type="title"/>
          </p:nvPr>
        </p:nvSpPr>
        <p:spPr>
          <a:xfrm>
            <a:off x="838200" y="138896"/>
            <a:ext cx="6031230" cy="1064872"/>
          </a:xfrm>
        </p:spPr>
        <p:txBody>
          <a:bodyPr>
            <a:normAutofit fontScale="90000"/>
          </a:bodyPr>
          <a:lstStyle/>
          <a:p>
            <a:pPr algn="ctr"/>
            <a:r>
              <a:rPr lang="en-IN" sz="4800" b="1" dirty="0"/>
              <a:t>Incomplete Dominance</a:t>
            </a:r>
            <a:r>
              <a:rPr lang="en-US" sz="4800" b="1" u="sng" dirty="0"/>
              <a:t> </a:t>
            </a:r>
            <a:r>
              <a:rPr lang="en-US" sz="2700" b="1" u="sng" dirty="0"/>
              <a:t>Allelic gene interaction </a:t>
            </a:r>
            <a:endParaRPr lang="en-IN" sz="4800" dirty="0"/>
          </a:p>
        </p:txBody>
      </p:sp>
      <p:sp>
        <p:nvSpPr>
          <p:cNvPr id="3" name="Content Placeholder 2">
            <a:extLst>
              <a:ext uri="{FF2B5EF4-FFF2-40B4-BE49-F238E27FC236}">
                <a16:creationId xmlns:a16="http://schemas.microsoft.com/office/drawing/2014/main" id="{9C481432-5393-4CF4-A22E-269C260C220E}"/>
              </a:ext>
            </a:extLst>
          </p:cNvPr>
          <p:cNvSpPr>
            <a:spLocks noGrp="1"/>
          </p:cNvSpPr>
          <p:nvPr>
            <p:ph idx="1"/>
          </p:nvPr>
        </p:nvSpPr>
        <p:spPr>
          <a:xfrm>
            <a:off x="590309" y="1203768"/>
            <a:ext cx="6279121" cy="5515336"/>
          </a:xfrm>
        </p:spPr>
        <p:txBody>
          <a:bodyPr>
            <a:normAutofit/>
          </a:bodyPr>
          <a:lstStyle/>
          <a:p>
            <a:pPr algn="just"/>
            <a:r>
              <a:rPr lang="en-US" sz="3200" dirty="0"/>
              <a:t>Incomplete dominance is a </a:t>
            </a:r>
            <a:r>
              <a:rPr lang="en-US" sz="3200" dirty="0">
                <a:highlight>
                  <a:srgbClr val="FFFF00"/>
                </a:highlight>
              </a:rPr>
              <a:t>partial expression of alleles in heterozygous condition</a:t>
            </a:r>
          </a:p>
          <a:p>
            <a:pPr algn="just"/>
            <a:r>
              <a:rPr lang="en-US" sz="3200" dirty="0"/>
              <a:t>Hybrid show a </a:t>
            </a:r>
            <a:r>
              <a:rPr lang="en-US" sz="3200" dirty="0">
                <a:highlight>
                  <a:srgbClr val="FFFF00"/>
                </a:highlight>
              </a:rPr>
              <a:t>intermediate phenotype</a:t>
            </a:r>
            <a:r>
              <a:rPr lang="en-US" sz="3200" dirty="0"/>
              <a:t> instead of one of the parents</a:t>
            </a:r>
          </a:p>
          <a:p>
            <a:pPr algn="just"/>
            <a:r>
              <a:rPr lang="en-US" sz="3200" dirty="0"/>
              <a:t>In F2 generation genotypic ratio is </a:t>
            </a:r>
            <a:r>
              <a:rPr lang="en-US" sz="3200" dirty="0">
                <a:highlight>
                  <a:srgbClr val="FFFF00"/>
                </a:highlight>
              </a:rPr>
              <a:t>1:2:1</a:t>
            </a:r>
            <a:r>
              <a:rPr lang="en-US" sz="3200" dirty="0"/>
              <a:t> but phenotypic ratio is also </a:t>
            </a:r>
            <a:r>
              <a:rPr lang="en-US" sz="3200" dirty="0">
                <a:highlight>
                  <a:srgbClr val="FFFF00"/>
                </a:highlight>
              </a:rPr>
              <a:t>1:2:1</a:t>
            </a:r>
          </a:p>
          <a:p>
            <a:pPr algn="just"/>
            <a:endParaRPr lang="en-US" sz="3200" dirty="0"/>
          </a:p>
          <a:p>
            <a:pPr algn="just"/>
            <a:endParaRPr lang="en-IN" sz="3200" dirty="0"/>
          </a:p>
        </p:txBody>
      </p:sp>
      <p:sp>
        <p:nvSpPr>
          <p:cNvPr id="4" name="Slide Number Placeholder 3">
            <a:extLst>
              <a:ext uri="{FF2B5EF4-FFF2-40B4-BE49-F238E27FC236}">
                <a16:creationId xmlns:a16="http://schemas.microsoft.com/office/drawing/2014/main" id="{71576DC3-D222-4145-9E53-5414F2151005}"/>
              </a:ext>
            </a:extLst>
          </p:cNvPr>
          <p:cNvSpPr>
            <a:spLocks noGrp="1"/>
          </p:cNvSpPr>
          <p:nvPr>
            <p:ph type="sldNum" sz="quarter" idx="12"/>
          </p:nvPr>
        </p:nvSpPr>
        <p:spPr/>
        <p:txBody>
          <a:bodyPr/>
          <a:lstStyle/>
          <a:p>
            <a:fld id="{BDCDBBEF-AA6C-4BA6-85B2-A17D7F280E38}" type="slidenum">
              <a:rPr lang="en-US" smtClean="0"/>
              <a:pPr/>
              <a:t>9</a:t>
            </a:fld>
            <a:endParaRPr lang="en-US"/>
          </a:p>
        </p:txBody>
      </p:sp>
      <p:pic>
        <p:nvPicPr>
          <p:cNvPr id="5" name="Picture 4" descr="incompdominance">
            <a:extLst>
              <a:ext uri="{FF2B5EF4-FFF2-40B4-BE49-F238E27FC236}">
                <a16:creationId xmlns:a16="http://schemas.microsoft.com/office/drawing/2014/main" id="{84032E8C-849C-4E00-B8F5-FDA2BD6089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9430" y="312738"/>
            <a:ext cx="5138350" cy="6599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EC60674D-E1F8-4FDE-A33B-B5A4BBE1DBB9}"/>
              </a:ext>
            </a:extLst>
          </p:cNvPr>
          <p:cNvSpPr txBox="1"/>
          <p:nvPr/>
        </p:nvSpPr>
        <p:spPr>
          <a:xfrm>
            <a:off x="8008537" y="0"/>
            <a:ext cx="3086979" cy="400110"/>
          </a:xfrm>
          <a:prstGeom prst="rect">
            <a:avLst/>
          </a:prstGeom>
          <a:noFill/>
        </p:spPr>
        <p:txBody>
          <a:bodyPr wrap="square">
            <a:spAutoFit/>
          </a:bodyPr>
          <a:lstStyle/>
          <a:p>
            <a:pPr algn="ctr"/>
            <a:r>
              <a:rPr lang="en-US" sz="2000" b="1" i="1" dirty="0"/>
              <a:t>Antirrhinum majus </a:t>
            </a:r>
            <a:endParaRPr lang="en-IN" sz="2000" b="1" dirty="0"/>
          </a:p>
        </p:txBody>
      </p:sp>
      <p:sp>
        <p:nvSpPr>
          <p:cNvPr id="6" name="TextBox 5">
            <a:extLst>
              <a:ext uri="{FF2B5EF4-FFF2-40B4-BE49-F238E27FC236}">
                <a16:creationId xmlns:a16="http://schemas.microsoft.com/office/drawing/2014/main" id="{8E9630D5-28F5-BFB0-3058-2DB67A78AE3B}"/>
              </a:ext>
            </a:extLst>
          </p:cNvPr>
          <p:cNvSpPr txBox="1"/>
          <p:nvPr/>
        </p:nvSpPr>
        <p:spPr>
          <a:xfrm>
            <a:off x="8048729" y="1902078"/>
            <a:ext cx="1625017" cy="584775"/>
          </a:xfrm>
          <a:prstGeom prst="rect">
            <a:avLst/>
          </a:prstGeom>
          <a:noFill/>
        </p:spPr>
        <p:txBody>
          <a:bodyPr wrap="square" rtlCol="0">
            <a:spAutoFit/>
          </a:bodyPr>
          <a:lstStyle/>
          <a:p>
            <a:pPr algn="ctr"/>
            <a:r>
              <a:rPr lang="en-US" sz="1600" b="1" dirty="0"/>
              <a:t>Reproductive cells</a:t>
            </a:r>
            <a:endParaRPr lang="en-IN" sz="1600" b="1" dirty="0"/>
          </a:p>
        </p:txBody>
      </p:sp>
    </p:spTree>
    <p:extLst>
      <p:ext uri="{BB962C8B-B14F-4D97-AF65-F5344CB8AC3E}">
        <p14:creationId xmlns:p14="http://schemas.microsoft.com/office/powerpoint/2010/main" val="3263448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73A00-BAA6-D3EA-746A-DE1312BB6A53}"/>
              </a:ext>
            </a:extLst>
          </p:cNvPr>
          <p:cNvSpPr>
            <a:spLocks noGrp="1"/>
          </p:cNvSpPr>
          <p:nvPr>
            <p:ph type="title"/>
          </p:nvPr>
        </p:nvSpPr>
        <p:spPr/>
        <p:txBody>
          <a:bodyPr/>
          <a:lstStyle/>
          <a:p>
            <a:r>
              <a:rPr lang="en-US" dirty="0"/>
              <a:t>Co dominance</a:t>
            </a:r>
            <a:br>
              <a:rPr lang="en-US" dirty="0"/>
            </a:br>
            <a:r>
              <a:rPr lang="en-US" sz="2000" b="1" u="sng" dirty="0"/>
              <a:t>Allelic gene interaction</a:t>
            </a:r>
            <a:endParaRPr lang="en-IN" dirty="0"/>
          </a:p>
        </p:txBody>
      </p:sp>
      <p:sp>
        <p:nvSpPr>
          <p:cNvPr id="3" name="Content Placeholder 2">
            <a:extLst>
              <a:ext uri="{FF2B5EF4-FFF2-40B4-BE49-F238E27FC236}">
                <a16:creationId xmlns:a16="http://schemas.microsoft.com/office/drawing/2014/main" id="{78DD58A4-B859-3FA9-D226-29A5C7715105}"/>
              </a:ext>
            </a:extLst>
          </p:cNvPr>
          <p:cNvSpPr>
            <a:spLocks noGrp="1"/>
          </p:cNvSpPr>
          <p:nvPr>
            <p:ph idx="1"/>
          </p:nvPr>
        </p:nvSpPr>
        <p:spPr>
          <a:xfrm>
            <a:off x="558929" y="2370137"/>
            <a:ext cx="4200525" cy="4351338"/>
          </a:xfrm>
        </p:spPr>
        <p:txBody>
          <a:bodyPr/>
          <a:lstStyle/>
          <a:p>
            <a:r>
              <a:rPr lang="en-US" b="1" i="0" dirty="0">
                <a:solidFill>
                  <a:srgbClr val="5F6368"/>
                </a:solidFill>
                <a:effectLst/>
                <a:latin typeface="arial" panose="020B0604020202020204" pitchFamily="34" charset="0"/>
              </a:rPr>
              <a:t>Co</a:t>
            </a:r>
            <a:r>
              <a:rPr lang="en-US" b="0" i="0" dirty="0">
                <a:solidFill>
                  <a:srgbClr val="4D5156"/>
                </a:solidFill>
                <a:effectLst/>
                <a:latin typeface="arial" panose="020B0604020202020204" pitchFamily="34" charset="0"/>
              </a:rPr>
              <a:t>-</a:t>
            </a:r>
            <a:r>
              <a:rPr lang="en-US" b="1" i="0" dirty="0">
                <a:solidFill>
                  <a:srgbClr val="5F6368"/>
                </a:solidFill>
                <a:effectLst/>
                <a:latin typeface="arial" panose="020B0604020202020204" pitchFamily="34" charset="0"/>
              </a:rPr>
              <a:t>dominance</a:t>
            </a:r>
            <a:r>
              <a:rPr lang="en-US" b="0" i="0" dirty="0">
                <a:solidFill>
                  <a:srgbClr val="4D5156"/>
                </a:solidFill>
                <a:effectLst/>
                <a:latin typeface="arial" panose="020B0604020202020204" pitchFamily="34" charset="0"/>
              </a:rPr>
              <a:t> is the type of dominance where the offspring show similarity to both the parents and it is due to the blending of alleles</a:t>
            </a:r>
            <a:endParaRPr lang="en-IN" dirty="0"/>
          </a:p>
        </p:txBody>
      </p:sp>
      <p:sp>
        <p:nvSpPr>
          <p:cNvPr id="4" name="Slide Number Placeholder 3">
            <a:extLst>
              <a:ext uri="{FF2B5EF4-FFF2-40B4-BE49-F238E27FC236}">
                <a16:creationId xmlns:a16="http://schemas.microsoft.com/office/drawing/2014/main" id="{49810C69-0617-46C1-6955-20854A3EB45D}"/>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10</a:t>
            </a:fld>
            <a:endParaRPr lang="en-US">
              <a:solidFill>
                <a:prstClr val="black">
                  <a:tint val="75000"/>
                </a:prstClr>
              </a:solidFill>
            </a:endParaRPr>
          </a:p>
        </p:txBody>
      </p:sp>
      <p:pic>
        <p:nvPicPr>
          <p:cNvPr id="1026" name="Picture 2" descr="Codominance - Definition, Examples, and Diagram">
            <a:extLst>
              <a:ext uri="{FF2B5EF4-FFF2-40B4-BE49-F238E27FC236}">
                <a16:creationId xmlns:a16="http://schemas.microsoft.com/office/drawing/2014/main" id="{1A50307D-566A-9F70-B781-78924D4995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8725" y="82550"/>
            <a:ext cx="7143750" cy="66389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709CEE3-D739-543F-9815-09E72BB84FB5}"/>
              </a:ext>
            </a:extLst>
          </p:cNvPr>
          <p:cNvSpPr txBox="1"/>
          <p:nvPr/>
        </p:nvSpPr>
        <p:spPr>
          <a:xfrm flipH="1">
            <a:off x="251187" y="1830357"/>
            <a:ext cx="4787538" cy="400110"/>
          </a:xfrm>
          <a:prstGeom prst="rect">
            <a:avLst/>
          </a:prstGeom>
          <a:noFill/>
        </p:spPr>
        <p:txBody>
          <a:bodyPr wrap="square" rtlCol="0">
            <a:spAutoFit/>
          </a:bodyPr>
          <a:lstStyle/>
          <a:p>
            <a:pPr algn="ctr"/>
            <a:r>
              <a:rPr lang="en-US" sz="2000" b="1" dirty="0"/>
              <a:t>Co – Together- Both allele dominant </a:t>
            </a:r>
            <a:endParaRPr lang="en-IN" sz="2000" b="1" dirty="0"/>
          </a:p>
        </p:txBody>
      </p:sp>
    </p:spTree>
    <p:extLst>
      <p:ext uri="{BB962C8B-B14F-4D97-AF65-F5344CB8AC3E}">
        <p14:creationId xmlns:p14="http://schemas.microsoft.com/office/powerpoint/2010/main" val="2543634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92E09-6593-408A-AABA-5CDF0DC6678A}"/>
              </a:ext>
            </a:extLst>
          </p:cNvPr>
          <p:cNvSpPr>
            <a:spLocks noGrp="1"/>
          </p:cNvSpPr>
          <p:nvPr>
            <p:ph type="title"/>
          </p:nvPr>
        </p:nvSpPr>
        <p:spPr>
          <a:xfrm>
            <a:off x="838200" y="136525"/>
            <a:ext cx="10515600" cy="1055667"/>
          </a:xfrm>
        </p:spPr>
        <p:txBody>
          <a:bodyPr>
            <a:normAutofit/>
          </a:bodyPr>
          <a:lstStyle/>
          <a:p>
            <a:pPr algn="ctr"/>
            <a:r>
              <a:rPr lang="en-US" dirty="0"/>
              <a:t>Epistasis</a:t>
            </a:r>
            <a:br>
              <a:rPr lang="en-US" dirty="0"/>
            </a:br>
            <a:r>
              <a:rPr lang="en-US" sz="2200" b="1" u="sng" dirty="0"/>
              <a:t>Non- Allelic gene interaction</a:t>
            </a:r>
            <a:endParaRPr lang="en-IN" dirty="0"/>
          </a:p>
        </p:txBody>
      </p:sp>
      <p:sp>
        <p:nvSpPr>
          <p:cNvPr id="3" name="Content Placeholder 2">
            <a:extLst>
              <a:ext uri="{FF2B5EF4-FFF2-40B4-BE49-F238E27FC236}">
                <a16:creationId xmlns:a16="http://schemas.microsoft.com/office/drawing/2014/main" id="{EC6C2FD7-6C5D-465B-B774-D90443649B18}"/>
              </a:ext>
            </a:extLst>
          </p:cNvPr>
          <p:cNvSpPr>
            <a:spLocks noGrp="1"/>
          </p:cNvSpPr>
          <p:nvPr>
            <p:ph idx="1"/>
          </p:nvPr>
        </p:nvSpPr>
        <p:spPr>
          <a:xfrm>
            <a:off x="838200" y="1192192"/>
            <a:ext cx="6768402" cy="5164158"/>
          </a:xfrm>
        </p:spPr>
        <p:txBody>
          <a:bodyPr>
            <a:normAutofit fontScale="85000" lnSpcReduction="10000"/>
          </a:bodyPr>
          <a:lstStyle/>
          <a:p>
            <a:pPr algn="just">
              <a:spcAft>
                <a:spcPts val="1200"/>
              </a:spcAft>
            </a:pPr>
            <a:r>
              <a:rPr lang="en-US" sz="3200" dirty="0"/>
              <a:t>Phenomenon of masking or suppressing the expression of gene by another non-allelic gene.</a:t>
            </a:r>
            <a:endParaRPr lang="en-US" sz="3200" b="0" i="0" dirty="0">
              <a:solidFill>
                <a:srgbClr val="2B2A2A"/>
              </a:solidFill>
              <a:effectLst/>
            </a:endParaRPr>
          </a:p>
          <a:p>
            <a:pPr algn="just">
              <a:spcAft>
                <a:spcPts val="1200"/>
              </a:spcAft>
            </a:pPr>
            <a:r>
              <a:rPr lang="en-US" sz="3200" dirty="0">
                <a:solidFill>
                  <a:srgbClr val="2B2A2A"/>
                </a:solidFill>
              </a:rPr>
              <a:t>In epistasis, one gene’s alleles mask the effects of another gene’s alleles to result either in the suppression of the effect or they </a:t>
            </a:r>
            <a:r>
              <a:rPr lang="en-US" sz="3200" b="1" dirty="0">
                <a:solidFill>
                  <a:srgbClr val="2B2A2A"/>
                </a:solidFill>
              </a:rPr>
              <a:t>both combine to produce a new trait </a:t>
            </a:r>
            <a:r>
              <a:rPr lang="en-US" sz="3200" dirty="0">
                <a:solidFill>
                  <a:srgbClr val="2B2A2A"/>
                </a:solidFill>
              </a:rPr>
              <a:t>(character).</a:t>
            </a:r>
          </a:p>
          <a:p>
            <a:pPr algn="just"/>
            <a:r>
              <a:rPr lang="en-US" sz="3200" dirty="0"/>
              <a:t>A gene or locus which suppressed or masked the action of a gene at another locus was termed suppressor or </a:t>
            </a:r>
            <a:r>
              <a:rPr lang="en-US" sz="3200" b="1" dirty="0"/>
              <a:t>epistatic gene</a:t>
            </a:r>
            <a:r>
              <a:rPr lang="en-US" sz="3200" dirty="0"/>
              <a:t>.</a:t>
            </a:r>
          </a:p>
          <a:p>
            <a:pPr algn="just"/>
            <a:r>
              <a:rPr lang="en-US" sz="3200" dirty="0"/>
              <a:t>The gene or locus which was suppressed by an epistatic gene was called </a:t>
            </a:r>
            <a:r>
              <a:rPr lang="en-US" sz="3200" b="1" dirty="0"/>
              <a:t>hypostatic gene</a:t>
            </a:r>
            <a:r>
              <a:rPr lang="en-US" sz="3200" dirty="0"/>
              <a:t>.</a:t>
            </a:r>
          </a:p>
          <a:p>
            <a:pPr algn="just">
              <a:spcAft>
                <a:spcPts val="1200"/>
              </a:spcAft>
            </a:pPr>
            <a:endParaRPr lang="en-US" sz="3200" dirty="0">
              <a:solidFill>
                <a:srgbClr val="2B2A2A"/>
              </a:solidFill>
            </a:endParaRPr>
          </a:p>
          <a:p>
            <a:pPr algn="just">
              <a:spcAft>
                <a:spcPts val="1200"/>
              </a:spcAft>
            </a:pPr>
            <a:endParaRPr lang="en-IN" sz="3200" dirty="0"/>
          </a:p>
        </p:txBody>
      </p:sp>
      <p:sp>
        <p:nvSpPr>
          <p:cNvPr id="4" name="Slide Number Placeholder 3">
            <a:extLst>
              <a:ext uri="{FF2B5EF4-FFF2-40B4-BE49-F238E27FC236}">
                <a16:creationId xmlns:a16="http://schemas.microsoft.com/office/drawing/2014/main" id="{F8F6C4F4-8AAB-4056-A345-13A13E40D633}"/>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11</a:t>
            </a:fld>
            <a:endParaRPr lang="en-US">
              <a:solidFill>
                <a:prstClr val="black">
                  <a:tint val="75000"/>
                </a:prstClr>
              </a:solidFill>
            </a:endParaRPr>
          </a:p>
        </p:txBody>
      </p:sp>
      <p:pic>
        <p:nvPicPr>
          <p:cNvPr id="1028" name="Picture 4" descr="Difference Between Dominance and Epistasis | Definition, Types, Examples  and Differences">
            <a:extLst>
              <a:ext uri="{FF2B5EF4-FFF2-40B4-BE49-F238E27FC236}">
                <a16:creationId xmlns:a16="http://schemas.microsoft.com/office/drawing/2014/main" id="{E47D1CC6-1030-6DCC-5BF3-D2BD80A686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4151" y="1881475"/>
            <a:ext cx="4323774" cy="3462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2984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FEF5B9-0968-62A6-7622-78086EA0D5B3}"/>
              </a:ext>
            </a:extLst>
          </p:cNvPr>
          <p:cNvSpPr>
            <a:spLocks noGrp="1"/>
          </p:cNvSpPr>
          <p:nvPr>
            <p:ph idx="1"/>
          </p:nvPr>
        </p:nvSpPr>
        <p:spPr>
          <a:xfrm>
            <a:off x="838200" y="136525"/>
            <a:ext cx="10515600" cy="4351338"/>
          </a:xfrm>
        </p:spPr>
        <p:txBody>
          <a:bodyPr>
            <a:normAutofit/>
          </a:bodyPr>
          <a:lstStyle/>
          <a:p>
            <a:r>
              <a:rPr lang="en-IN" sz="2000" dirty="0">
                <a:solidFill>
                  <a:srgbClr val="4D5156"/>
                </a:solidFill>
                <a:latin typeface="arial" panose="020B0604020202020204" pitchFamily="34" charset="0"/>
              </a:rPr>
              <a:t>M</a:t>
            </a:r>
            <a:r>
              <a:rPr lang="en-IN" sz="2000" b="0" i="0" dirty="0">
                <a:solidFill>
                  <a:srgbClr val="4D5156"/>
                </a:solidFill>
                <a:effectLst/>
                <a:latin typeface="arial" panose="020B0604020202020204" pitchFamily="34" charset="0"/>
              </a:rPr>
              <a:t>obilized colistin resistance" (</a:t>
            </a:r>
            <a:r>
              <a:rPr lang="en-IN" sz="2000" b="1" i="0" dirty="0">
                <a:solidFill>
                  <a:srgbClr val="5F6368"/>
                </a:solidFill>
                <a:effectLst/>
                <a:latin typeface="arial" panose="020B0604020202020204" pitchFamily="34" charset="0"/>
              </a:rPr>
              <a:t>mcr</a:t>
            </a:r>
            <a:r>
              <a:rPr lang="en-IN" sz="2000" b="0" i="0" dirty="0">
                <a:solidFill>
                  <a:srgbClr val="4D5156"/>
                </a:solidFill>
                <a:effectLst/>
                <a:latin typeface="arial" panose="020B0604020202020204" pitchFamily="34" charset="0"/>
              </a:rPr>
              <a:t>-</a:t>
            </a:r>
            <a:r>
              <a:rPr lang="en-IN" sz="2000" b="1" i="0" dirty="0">
                <a:solidFill>
                  <a:srgbClr val="5F6368"/>
                </a:solidFill>
                <a:effectLst/>
                <a:latin typeface="arial" panose="020B0604020202020204" pitchFamily="34" charset="0"/>
              </a:rPr>
              <a:t>1</a:t>
            </a:r>
            <a:r>
              <a:rPr lang="en-IN" sz="2000" b="0" i="0" dirty="0">
                <a:solidFill>
                  <a:srgbClr val="4D5156"/>
                </a:solidFill>
                <a:effectLst/>
                <a:latin typeface="arial" panose="020B0604020202020204" pitchFamily="34" charset="0"/>
              </a:rPr>
              <a:t>) </a:t>
            </a:r>
            <a:r>
              <a:rPr lang="en-IN" sz="2000" b="1" i="0" dirty="0">
                <a:solidFill>
                  <a:srgbClr val="5F6368"/>
                </a:solidFill>
                <a:effectLst/>
                <a:latin typeface="arial" panose="020B0604020202020204" pitchFamily="34" charset="0"/>
              </a:rPr>
              <a:t>gene</a:t>
            </a:r>
          </a:p>
          <a:p>
            <a:r>
              <a:rPr lang="en-US" sz="2000" b="0" i="0" dirty="0">
                <a:solidFill>
                  <a:srgbClr val="444444"/>
                </a:solidFill>
                <a:effectLst/>
                <a:latin typeface="Lucida Grande"/>
              </a:rPr>
              <a:t>The </a:t>
            </a:r>
            <a:r>
              <a:rPr lang="en-US" sz="2000" b="0" i="1" dirty="0">
                <a:solidFill>
                  <a:srgbClr val="444444"/>
                </a:solidFill>
                <a:effectLst/>
                <a:latin typeface="Lucida Grande"/>
              </a:rPr>
              <a:t>MC1R</a:t>
            </a:r>
            <a:r>
              <a:rPr lang="en-US" sz="2000" b="0" i="0" dirty="0">
                <a:solidFill>
                  <a:srgbClr val="444444"/>
                </a:solidFill>
                <a:effectLst/>
                <a:latin typeface="Lucida Grande"/>
              </a:rPr>
              <a:t> gene provides instructions for making a protein called the melanocortin 1 receptor.</a:t>
            </a:r>
            <a:endParaRPr lang="en-IN" sz="2000" b="1" i="0" dirty="0">
              <a:solidFill>
                <a:srgbClr val="5F6368"/>
              </a:solidFill>
              <a:effectLst/>
              <a:latin typeface="arial" panose="020B0604020202020204" pitchFamily="34" charset="0"/>
            </a:endParaRPr>
          </a:p>
          <a:p>
            <a:r>
              <a:rPr lang="en-US" sz="2000" b="0" i="0" dirty="0">
                <a:solidFill>
                  <a:srgbClr val="444444"/>
                </a:solidFill>
                <a:effectLst/>
                <a:latin typeface="Lucida Grande"/>
              </a:rPr>
              <a:t>Melanin is the substance that gives skin, hair, and eyes their color.</a:t>
            </a:r>
            <a:endParaRPr lang="en-IN" sz="2000" dirty="0"/>
          </a:p>
        </p:txBody>
      </p:sp>
      <p:sp>
        <p:nvSpPr>
          <p:cNvPr id="4" name="Slide Number Placeholder 3">
            <a:extLst>
              <a:ext uri="{FF2B5EF4-FFF2-40B4-BE49-F238E27FC236}">
                <a16:creationId xmlns:a16="http://schemas.microsoft.com/office/drawing/2014/main" id="{2A69D4AF-82B2-9BB3-2BFB-1722E6F109B3}"/>
              </a:ext>
            </a:extLst>
          </p:cNvPr>
          <p:cNvSpPr>
            <a:spLocks noGrp="1"/>
          </p:cNvSpPr>
          <p:nvPr>
            <p:ph type="sldNum" sz="quarter" idx="12"/>
          </p:nvPr>
        </p:nvSpPr>
        <p:spPr/>
        <p:txBody>
          <a:bodyPr/>
          <a:lstStyle/>
          <a:p>
            <a:fld id="{BDCDBBEF-AA6C-4BA6-85B2-A17D7F280E38}" type="slidenum">
              <a:rPr lang="en-US" smtClean="0">
                <a:solidFill>
                  <a:prstClr val="black">
                    <a:tint val="75000"/>
                  </a:prstClr>
                </a:solidFill>
              </a:rPr>
              <a:pPr/>
              <a:t>12</a:t>
            </a:fld>
            <a:endParaRPr lang="en-US">
              <a:solidFill>
                <a:prstClr val="black">
                  <a:tint val="75000"/>
                </a:prstClr>
              </a:solidFill>
            </a:endParaRPr>
          </a:p>
        </p:txBody>
      </p:sp>
      <p:pic>
        <p:nvPicPr>
          <p:cNvPr id="1026" name="Picture 2" descr="Epistasis | PPT">
            <a:extLst>
              <a:ext uri="{FF2B5EF4-FFF2-40B4-BE49-F238E27FC236}">
                <a16:creationId xmlns:a16="http://schemas.microsoft.com/office/drawing/2014/main" id="{BEC65DC3-7239-163A-0164-2166C016283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631156" y="1660734"/>
            <a:ext cx="6929688" cy="5197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7174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  </a:t>
            </a:r>
            <a:r>
              <a:rPr lang="en-US" sz="3600" dirty="0">
                <a:latin typeface="Casper Bold"/>
              </a:rPr>
              <a:t> </a:t>
            </a:r>
          </a:p>
        </p:txBody>
      </p:sp>
      <p:sp>
        <p:nvSpPr>
          <p:cNvPr id="3" name="Content Placeholder 2"/>
          <p:cNvSpPr>
            <a:spLocks noGrp="1"/>
          </p:cNvSpPr>
          <p:nvPr>
            <p:ph idx="1"/>
          </p:nvPr>
        </p:nvSpPr>
        <p:spPr/>
        <p:txBody>
          <a:bodyPr>
            <a:normAutofit/>
          </a:bodyPr>
          <a:lstStyle/>
          <a:p>
            <a:pPr lvl="0"/>
            <a:endParaRPr lang="en-IN" sz="1800" dirty="0">
              <a:latin typeface="Times New Roman" pitchFamily="18" charset="0"/>
              <a:cs typeface="Times New Roman" pitchFamily="18" charset="0"/>
            </a:endParaRPr>
          </a:p>
          <a:p>
            <a:pPr lvl="0"/>
            <a:r>
              <a:rPr lang="en-IN" sz="1800" dirty="0">
                <a:latin typeface="Times New Roman" pitchFamily="18" charset="0"/>
                <a:cs typeface="Times New Roman" pitchFamily="18" charset="0"/>
              </a:rPr>
              <a:t>Gupta, P.K.. Cytology, Genetics and Molecular Biology,</a:t>
            </a:r>
            <a:r>
              <a:rPr lang="en-IN" sz="1800" i="1" dirty="0">
                <a:latin typeface="Times New Roman" pitchFamily="18" charset="0"/>
                <a:cs typeface="Times New Roman" pitchFamily="18" charset="0"/>
              </a:rPr>
              <a:t> </a:t>
            </a:r>
            <a:r>
              <a:rPr lang="en-IN" sz="1800" dirty="0" err="1">
                <a:latin typeface="Times New Roman" pitchFamily="18" charset="0"/>
                <a:cs typeface="Times New Roman" pitchFamily="18" charset="0"/>
              </a:rPr>
              <a:t>Rastogi</a:t>
            </a:r>
            <a:r>
              <a:rPr lang="en-IN" sz="1800" dirty="0">
                <a:latin typeface="Times New Roman" pitchFamily="18" charset="0"/>
                <a:cs typeface="Times New Roman" pitchFamily="18" charset="0"/>
              </a:rPr>
              <a:t> Publishers, Meerut, 1993.</a:t>
            </a:r>
          </a:p>
          <a:p>
            <a:pPr lvl="0"/>
            <a:r>
              <a:rPr lang="en-IN" sz="1800" dirty="0" err="1">
                <a:latin typeface="Times New Roman" pitchFamily="18" charset="0"/>
                <a:cs typeface="Times New Roman" pitchFamily="18" charset="0"/>
              </a:rPr>
              <a:t>Roit</a:t>
            </a:r>
            <a:r>
              <a:rPr lang="en-IN" sz="1800" dirty="0">
                <a:latin typeface="Times New Roman" pitchFamily="18" charset="0"/>
                <a:cs typeface="Times New Roman" pitchFamily="18" charset="0"/>
              </a:rPr>
              <a:t> I.M., </a:t>
            </a:r>
            <a:r>
              <a:rPr lang="en-IN" sz="1800" dirty="0" err="1">
                <a:latin typeface="Times New Roman" pitchFamily="18" charset="0"/>
                <a:cs typeface="Times New Roman" pitchFamily="18" charset="0"/>
              </a:rPr>
              <a:t>Brostoff</a:t>
            </a:r>
            <a:r>
              <a:rPr lang="en-IN" sz="1800" dirty="0">
                <a:latin typeface="Times New Roman" pitchFamily="18" charset="0"/>
                <a:cs typeface="Times New Roman" pitchFamily="18" charset="0"/>
              </a:rPr>
              <a:t> J. and Male D. Mosby .Immunology (6 </a:t>
            </a:r>
            <a:r>
              <a:rPr lang="en-IN" sz="1800" dirty="0" err="1">
                <a:latin typeface="Times New Roman" pitchFamily="18" charset="0"/>
                <a:cs typeface="Times New Roman" pitchFamily="18" charset="0"/>
              </a:rPr>
              <a:t>th</a:t>
            </a:r>
            <a:r>
              <a:rPr lang="en-IN" sz="1800" dirty="0">
                <a:latin typeface="Times New Roman" pitchFamily="18" charset="0"/>
                <a:cs typeface="Times New Roman" pitchFamily="18" charset="0"/>
              </a:rPr>
              <a:t> Edition) by, An imprint of Elsevier </a:t>
            </a:r>
            <a:r>
              <a:rPr lang="en-IN" sz="1800" dirty="0" err="1">
                <a:latin typeface="Times New Roman" pitchFamily="18" charset="0"/>
                <a:cs typeface="Times New Roman" pitchFamily="18" charset="0"/>
              </a:rPr>
              <a:t>Sci</a:t>
            </a:r>
            <a:r>
              <a:rPr lang="en-IN" sz="1800" dirty="0">
                <a:latin typeface="Times New Roman" pitchFamily="18" charset="0"/>
                <a:cs typeface="Times New Roman" pitchFamily="18" charset="0"/>
              </a:rPr>
              <a:t> Ltd., 2002.</a:t>
            </a:r>
          </a:p>
          <a:p>
            <a:pPr lvl="0"/>
            <a:r>
              <a:rPr lang="en-IN" sz="1800" u="sng" dirty="0">
                <a:latin typeface="Times New Roman" pitchFamily="18" charset="0"/>
                <a:cs typeface="Times New Roman" pitchFamily="18" charset="0"/>
                <a:hlinkClick r:id="rId2"/>
              </a:rPr>
              <a:t>https://nptel.ac.in/courses/121/106/121106008/</a:t>
            </a:r>
            <a:endParaRPr lang="en-IN" sz="1800" dirty="0">
              <a:latin typeface="Times New Roman" pitchFamily="18" charset="0"/>
              <a:cs typeface="Times New Roman" pitchFamily="18" charset="0"/>
            </a:endParaRPr>
          </a:p>
          <a:p>
            <a:pPr lvl="0"/>
            <a:r>
              <a:rPr lang="en-IN" sz="1800" u="sng" dirty="0">
                <a:latin typeface="Times New Roman" pitchFamily="18" charset="0"/>
                <a:cs typeface="Times New Roman" pitchFamily="18" charset="0"/>
                <a:hlinkClick r:id="rId3"/>
              </a:rPr>
              <a:t>https://www.utoledo.edu/engineering/bioengineering/undergrad/prospective/whatisbioe.html#:~:text=Bioengineering%20is%20the%20application%20of,health%20care%20and%20other%20fields.</a:t>
            </a:r>
            <a:endParaRPr lang="en-IN" sz="1800" dirty="0">
              <a:latin typeface="Times New Roman" pitchFamily="18" charset="0"/>
              <a:cs typeface="Times New Roman" pitchFamily="18" charset="0"/>
            </a:endParaRPr>
          </a:p>
          <a:p>
            <a:pPr lvl="0"/>
            <a:r>
              <a:rPr lang="en-US" sz="1800" u="sng" dirty="0">
                <a:latin typeface="Times New Roman" pitchFamily="18" charset="0"/>
                <a:cs typeface="Times New Roman" pitchFamily="18" charset="0"/>
                <a:hlinkClick r:id="rId4"/>
              </a:rPr>
              <a:t>https://i.pinimg.com/originals/68/c9/30/68c930e95113ceb2e3dfc9de2f164680.png</a:t>
            </a:r>
            <a:endParaRPr lang="en-US" sz="1800" u="sng" dirty="0">
              <a:latin typeface="Times New Roman" pitchFamily="18" charset="0"/>
              <a:cs typeface="Times New Roman" pitchFamily="18" charset="0"/>
            </a:endParaRPr>
          </a:p>
          <a:p>
            <a:pPr lvl="0"/>
            <a:r>
              <a:rPr lang="en-IN" sz="1800" dirty="0">
                <a:latin typeface="Times New Roman" pitchFamily="18" charset="0"/>
                <a:cs typeface="Times New Roman" pitchFamily="18" charset="0"/>
                <a:hlinkClick r:id="rId5"/>
              </a:rPr>
              <a:t>https://youtu.be/FBUpnG1G4yQ</a:t>
            </a:r>
            <a:endParaRPr lang="en-IN" sz="1800" dirty="0">
              <a:latin typeface="Times New Roman" pitchFamily="18" charset="0"/>
              <a:cs typeface="Times New Roman" pitchFamily="18" charset="0"/>
            </a:endParaRPr>
          </a:p>
          <a:p>
            <a:pPr marL="0" lvl="0" indent="0">
              <a:buNone/>
            </a:pPr>
            <a:endParaRPr lang="en-IN" sz="1800" dirty="0">
              <a:latin typeface="Times New Roman" pitchFamily="18" charset="0"/>
              <a:cs typeface="Times New Roman" pitchFamily="18" charset="0"/>
            </a:endParaRPr>
          </a:p>
          <a:p>
            <a:pPr marL="0" indent="0">
              <a:buNone/>
            </a:pPr>
            <a:endParaRPr lang="en-IN" sz="1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solidFill>
                  <a:srgbClr val="FF0000"/>
                </a:solidFill>
              </a:rPr>
              <a:pPr/>
              <a:t>13</a:t>
            </a:fld>
            <a:r>
              <a:rPr lang="en-US" dirty="0">
                <a:solidFill>
                  <a:srgbClr val="FF0000"/>
                </a:solidFill>
              </a:rPr>
              <a:t>/10</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2_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4257</TotalTime>
  <Words>887</Words>
  <Application>Microsoft Office PowerPoint</Application>
  <PresentationFormat>Widescreen</PresentationFormat>
  <Paragraphs>108</Paragraphs>
  <Slides>14</Slides>
  <Notes>1</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14</vt:i4>
      </vt:variant>
    </vt:vector>
  </HeadingPairs>
  <TitlesOfParts>
    <vt:vector size="28" baseType="lpstr">
      <vt:lpstr>Arial</vt:lpstr>
      <vt:lpstr>Arial</vt:lpstr>
      <vt:lpstr>Calibri</vt:lpstr>
      <vt:lpstr>Calibri Light</vt:lpstr>
      <vt:lpstr>Cambria</vt:lpstr>
      <vt:lpstr>Casper</vt:lpstr>
      <vt:lpstr>Casper Bold</vt:lpstr>
      <vt:lpstr>Lucida Grande</vt:lpstr>
      <vt:lpstr>Open Sans</vt:lpstr>
      <vt:lpstr>Raleway ExtraBold</vt:lpstr>
      <vt:lpstr>Times New Roman</vt:lpstr>
      <vt:lpstr>Contents Slide Master</vt:lpstr>
      <vt:lpstr>2_Office Theme</vt:lpstr>
      <vt:lpstr>CorelDRAW</vt:lpstr>
      <vt:lpstr>PowerPoint Presentation</vt:lpstr>
      <vt:lpstr>INTRODUCTION </vt:lpstr>
      <vt:lpstr>INTRODUCTION </vt:lpstr>
      <vt:lpstr>SYLLABUS   </vt:lpstr>
      <vt:lpstr>Gene Interaction </vt:lpstr>
      <vt:lpstr>Gene Interaction </vt:lpstr>
      <vt:lpstr>PowerPoint Presentation</vt:lpstr>
      <vt:lpstr>Types of Gene Interaction</vt:lpstr>
      <vt:lpstr>Incomplete Dominance Allelic gene interaction </vt:lpstr>
      <vt:lpstr>Co dominance Allelic gene interaction</vt:lpstr>
      <vt:lpstr>Epistasis Non- Allelic gene interaction</vt:lpstr>
      <vt:lpstr>PowerPoint Presentation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matharu8832@gmail.com</cp:lastModifiedBy>
  <cp:revision>304</cp:revision>
  <dcterms:created xsi:type="dcterms:W3CDTF">2019-01-09T10:33:58Z</dcterms:created>
  <dcterms:modified xsi:type="dcterms:W3CDTF">2023-09-08T04:57:11Z</dcterms:modified>
</cp:coreProperties>
</file>