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9"/>
  </p:notesMasterIdLst>
  <p:handoutMasterIdLst>
    <p:handoutMasterId r:id="rId40"/>
  </p:handoutMasterIdLst>
  <p:sldIdLst>
    <p:sldId id="375" r:id="rId3"/>
    <p:sldId id="442" r:id="rId4"/>
    <p:sldId id="381" r:id="rId5"/>
    <p:sldId id="403" r:id="rId6"/>
    <p:sldId id="384" r:id="rId7"/>
    <p:sldId id="404" r:id="rId8"/>
    <p:sldId id="467" r:id="rId9"/>
    <p:sldId id="415" r:id="rId10"/>
    <p:sldId id="416" r:id="rId11"/>
    <p:sldId id="418" r:id="rId12"/>
    <p:sldId id="419" r:id="rId13"/>
    <p:sldId id="429" r:id="rId14"/>
    <p:sldId id="410" r:id="rId15"/>
    <p:sldId id="281" r:id="rId16"/>
    <p:sldId id="432" r:id="rId17"/>
    <p:sldId id="466" r:id="rId18"/>
    <p:sldId id="438" r:id="rId19"/>
    <p:sldId id="435" r:id="rId20"/>
    <p:sldId id="443" r:id="rId21"/>
    <p:sldId id="439" r:id="rId22"/>
    <p:sldId id="447" r:id="rId23"/>
    <p:sldId id="258" r:id="rId24"/>
    <p:sldId id="451" r:id="rId25"/>
    <p:sldId id="453" r:id="rId26"/>
    <p:sldId id="454" r:id="rId27"/>
    <p:sldId id="444" r:id="rId28"/>
    <p:sldId id="455" r:id="rId29"/>
    <p:sldId id="440" r:id="rId30"/>
    <p:sldId id="460" r:id="rId31"/>
    <p:sldId id="458" r:id="rId32"/>
    <p:sldId id="457" r:id="rId33"/>
    <p:sldId id="461" r:id="rId34"/>
    <p:sldId id="465" r:id="rId35"/>
    <p:sldId id="280" r:id="rId36"/>
    <p:sldId id="308" r:id="rId37"/>
    <p:sldId id="383" r:id="rId38"/>
  </p:sldIdLst>
  <p:sldSz cx="12192000" cy="6858000"/>
  <p:notesSz cx="6858000" cy="9144000"/>
  <p:custShowLst>
    <p:custShow name="Custom Show 1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nder Kaur" userId="89161a673412ba18" providerId="LiveId" clId="{CD61423F-A174-4C56-94AC-6BA3B8041460}"/>
    <pc:docChg chg="modSld">
      <pc:chgData name="Devinder Kaur" userId="89161a673412ba18" providerId="LiveId" clId="{CD61423F-A174-4C56-94AC-6BA3B8041460}" dt="2022-04-27T08:58:28.991" v="53" actId="20577"/>
      <pc:docMkLst>
        <pc:docMk/>
      </pc:docMkLst>
      <pc:sldChg chg="modSp mod">
        <pc:chgData name="Devinder Kaur" userId="89161a673412ba18" providerId="LiveId" clId="{CD61423F-A174-4C56-94AC-6BA3B8041460}" dt="2022-04-27T08:50:49.245" v="45" actId="1038"/>
        <pc:sldMkLst>
          <pc:docMk/>
          <pc:sldMk cId="692539763" sldId="387"/>
        </pc:sldMkLst>
        <pc:picChg chg="mod">
          <ac:chgData name="Devinder Kaur" userId="89161a673412ba18" providerId="LiveId" clId="{CD61423F-A174-4C56-94AC-6BA3B8041460}" dt="2022-04-27T08:50:38.639" v="4" actId="14100"/>
          <ac:picMkLst>
            <pc:docMk/>
            <pc:sldMk cId="692539763" sldId="387"/>
            <ac:picMk id="4" creationId="{943C422C-7DCF-4CDE-8DB4-DCB700EF6C2D}"/>
          </ac:picMkLst>
        </pc:picChg>
        <pc:picChg chg="mod">
          <ac:chgData name="Devinder Kaur" userId="89161a673412ba18" providerId="LiveId" clId="{CD61423F-A174-4C56-94AC-6BA3B8041460}" dt="2022-04-27T08:50:49.245" v="45" actId="1038"/>
          <ac:picMkLst>
            <pc:docMk/>
            <pc:sldMk cId="692539763" sldId="387"/>
            <ac:picMk id="6" creationId="{B18EEBEA-7242-4CDD-A97F-7A42F457E74D}"/>
          </ac:picMkLst>
        </pc:picChg>
      </pc:sldChg>
      <pc:sldChg chg="modSp mod">
        <pc:chgData name="Devinder Kaur" userId="89161a673412ba18" providerId="LiveId" clId="{CD61423F-A174-4C56-94AC-6BA3B8041460}" dt="2022-04-27T08:54:36.404" v="47" actId="123"/>
        <pc:sldMkLst>
          <pc:docMk/>
          <pc:sldMk cId="1313070046" sldId="396"/>
        </pc:sldMkLst>
        <pc:graphicFrameChg chg="mod">
          <ac:chgData name="Devinder Kaur" userId="89161a673412ba18" providerId="LiveId" clId="{CD61423F-A174-4C56-94AC-6BA3B8041460}" dt="2022-04-27T08:54:36.404" v="47" actId="123"/>
          <ac:graphicFrameMkLst>
            <pc:docMk/>
            <pc:sldMk cId="1313070046" sldId="396"/>
            <ac:graphicFrameMk id="3" creationId="{273C431B-5468-4211-AD4C-1B3956D54282}"/>
          </ac:graphicFrameMkLst>
        </pc:graphicFrameChg>
      </pc:sldChg>
      <pc:sldChg chg="modSp">
        <pc:chgData name="Devinder Kaur" userId="89161a673412ba18" providerId="LiveId" clId="{CD61423F-A174-4C56-94AC-6BA3B8041460}" dt="2022-04-27T08:57:06.184" v="49" actId="113"/>
        <pc:sldMkLst>
          <pc:docMk/>
          <pc:sldMk cId="4007365547" sldId="398"/>
        </pc:sldMkLst>
        <pc:graphicFrameChg chg="mod">
          <ac:chgData name="Devinder Kaur" userId="89161a673412ba18" providerId="LiveId" clId="{CD61423F-A174-4C56-94AC-6BA3B8041460}" dt="2022-04-27T08:57:06.184" v="49" actId="113"/>
          <ac:graphicFrameMkLst>
            <pc:docMk/>
            <pc:sldMk cId="4007365547" sldId="398"/>
            <ac:graphicFrameMk id="3" creationId="{F74DEBA2-BCD2-42E8-9CFF-5B20122A5600}"/>
          </ac:graphicFrameMkLst>
        </pc:graphicFrameChg>
      </pc:sldChg>
      <pc:sldChg chg="modSp mod">
        <pc:chgData name="Devinder Kaur" userId="89161a673412ba18" providerId="LiveId" clId="{CD61423F-A174-4C56-94AC-6BA3B8041460}" dt="2022-04-27T08:58:28.991" v="53" actId="20577"/>
        <pc:sldMkLst>
          <pc:docMk/>
          <pc:sldMk cId="2485348420" sldId="402"/>
        </pc:sldMkLst>
        <pc:graphicFrameChg chg="mod">
          <ac:chgData name="Devinder Kaur" userId="89161a673412ba18" providerId="LiveId" clId="{CD61423F-A174-4C56-94AC-6BA3B8041460}" dt="2022-04-27T08:58:28.991" v="53" actId="20577"/>
          <ac:graphicFrameMkLst>
            <pc:docMk/>
            <pc:sldMk cId="2485348420" sldId="402"/>
            <ac:graphicFrameMk id="3" creationId="{23E94FE8-C503-44C8-9FAE-495F2E0BE4FE}"/>
          </ac:graphicFrameMkLst>
        </pc:graphicFrameChg>
      </pc:sldChg>
    </pc:docChg>
  </pc:docChgLst>
  <pc:docChgLst>
    <pc:chgData name="Devinder Kaur" userId="89161a673412ba18" providerId="LiveId" clId="{EE7D6AD1-C6CD-4CDA-AF43-E90B02E8A2A3}"/>
    <pc:docChg chg="delSld modSld">
      <pc:chgData name="Devinder Kaur" userId="89161a673412ba18" providerId="LiveId" clId="{EE7D6AD1-C6CD-4CDA-AF43-E90B02E8A2A3}" dt="2022-11-24T08:58:22.007" v="1" actId="113"/>
      <pc:docMkLst>
        <pc:docMk/>
      </pc:docMkLst>
      <pc:sldChg chg="del">
        <pc:chgData name="Devinder Kaur" userId="89161a673412ba18" providerId="LiveId" clId="{EE7D6AD1-C6CD-4CDA-AF43-E90B02E8A2A3}" dt="2022-11-24T08:57:14.467" v="0" actId="47"/>
        <pc:sldMkLst>
          <pc:docMk/>
          <pc:sldMk cId="0" sldId="382"/>
        </pc:sldMkLst>
      </pc:sldChg>
      <pc:sldChg chg="modSp">
        <pc:chgData name="Devinder Kaur" userId="89161a673412ba18" providerId="LiveId" clId="{EE7D6AD1-C6CD-4CDA-AF43-E90B02E8A2A3}" dt="2022-11-24T08:58:22.007" v="1" actId="113"/>
        <pc:sldMkLst>
          <pc:docMk/>
          <pc:sldMk cId="667601327" sldId="401"/>
        </pc:sldMkLst>
        <pc:graphicFrameChg chg="mod">
          <ac:chgData name="Devinder Kaur" userId="89161a673412ba18" providerId="LiveId" clId="{EE7D6AD1-C6CD-4CDA-AF43-E90B02E8A2A3}" dt="2022-11-24T08:58:22.007" v="1" actId="113"/>
          <ac:graphicFrameMkLst>
            <pc:docMk/>
            <pc:sldMk cId="667601327" sldId="401"/>
            <ac:graphicFrameMk id="3" creationId="{9E6617EC-9517-480A-B2A5-587D32E041BC}"/>
          </ac:graphicFrameMkLst>
        </pc:graphicFrameChg>
      </pc:sldChg>
    </pc:docChg>
  </pc:docChgLst>
  <pc:docChgLst>
    <pc:chgData name="Devinder Kaur" userId="89161a673412ba18" providerId="LiveId" clId="{D437EBD6-E7C5-4692-824E-7A0E4B4620EA}"/>
    <pc:docChg chg="undo redo custSel addSld delSld modSld sldOrd">
      <pc:chgData name="Devinder Kaur" userId="89161a673412ba18" providerId="LiveId" clId="{D437EBD6-E7C5-4692-824E-7A0E4B4620EA}" dt="2022-01-05T05:00:09.847" v="2573" actId="47"/>
      <pc:docMkLst>
        <pc:docMk/>
      </pc:docMkLst>
      <pc:sldChg chg="modSp mod">
        <pc:chgData name="Devinder Kaur" userId="89161a673412ba18" providerId="LiveId" clId="{D437EBD6-E7C5-4692-824E-7A0E4B4620EA}" dt="2022-01-04T18:32:02.581" v="2485" actId="555"/>
        <pc:sldMkLst>
          <pc:docMk/>
          <pc:sldMk cId="2656501266" sldId="279"/>
        </pc:sldMkLst>
        <pc:spChg chg="mod">
          <ac:chgData name="Devinder Kaur" userId="89161a673412ba18" providerId="LiveId" clId="{D437EBD6-E7C5-4692-824E-7A0E4B4620EA}" dt="2022-01-04T18:31:37.353" v="2482" actId="20577"/>
          <ac:spMkLst>
            <pc:docMk/>
            <pc:sldMk cId="2656501266" sldId="279"/>
            <ac:spMk id="2" creationId="{00000000-0000-0000-0000-000000000000}"/>
          </ac:spMkLst>
        </pc:spChg>
        <pc:grpChg chg="mod">
          <ac:chgData name="Devinder Kaur" userId="89161a673412ba18" providerId="LiveId" clId="{D437EBD6-E7C5-4692-824E-7A0E4B4620EA}" dt="2022-01-04T18:32:02.581" v="2485" actId="555"/>
          <ac:grpSpMkLst>
            <pc:docMk/>
            <pc:sldMk cId="2656501266" sldId="279"/>
            <ac:grpSpMk id="29" creationId="{00000000-0000-0000-0000-000000000000}"/>
          </ac:grpSpMkLst>
        </pc:grpChg>
      </pc:sldChg>
      <pc:sldChg chg="del">
        <pc:chgData name="Devinder Kaur" userId="89161a673412ba18" providerId="LiveId" clId="{D437EBD6-E7C5-4692-824E-7A0E4B4620EA}" dt="2022-01-04T10:33:20.325" v="2175" actId="47"/>
        <pc:sldMkLst>
          <pc:docMk/>
          <pc:sldMk cId="2266207558" sldId="281"/>
        </pc:sldMkLst>
      </pc:sldChg>
      <pc:sldChg chg="del">
        <pc:chgData name="Devinder Kaur" userId="89161a673412ba18" providerId="LiveId" clId="{D437EBD6-E7C5-4692-824E-7A0E4B4620EA}" dt="2022-01-04T18:30:25.022" v="2417" actId="47"/>
        <pc:sldMkLst>
          <pc:docMk/>
          <pc:sldMk cId="3916463999" sldId="282"/>
        </pc:sldMkLst>
      </pc:sldChg>
      <pc:sldChg chg="del">
        <pc:chgData name="Devinder Kaur" userId="89161a673412ba18" providerId="LiveId" clId="{D437EBD6-E7C5-4692-824E-7A0E4B4620EA}" dt="2022-01-04T18:30:52.337" v="2422" actId="47"/>
        <pc:sldMkLst>
          <pc:docMk/>
          <pc:sldMk cId="2420312683" sldId="283"/>
        </pc:sldMkLst>
      </pc:sldChg>
      <pc:sldChg chg="del">
        <pc:chgData name="Devinder Kaur" userId="89161a673412ba18" providerId="LiveId" clId="{D437EBD6-E7C5-4692-824E-7A0E4B4620EA}" dt="2022-01-04T18:30:40.857" v="2418" actId="47"/>
        <pc:sldMkLst>
          <pc:docMk/>
          <pc:sldMk cId="1115974807" sldId="284"/>
        </pc:sldMkLst>
      </pc:sldChg>
      <pc:sldChg chg="del">
        <pc:chgData name="Devinder Kaur" userId="89161a673412ba18" providerId="LiveId" clId="{D437EBD6-E7C5-4692-824E-7A0E4B4620EA}" dt="2022-01-04T18:30:49.034" v="2421" actId="47"/>
        <pc:sldMkLst>
          <pc:docMk/>
          <pc:sldMk cId="2596675317" sldId="285"/>
        </pc:sldMkLst>
      </pc:sldChg>
      <pc:sldChg chg="del">
        <pc:chgData name="Devinder Kaur" userId="89161a673412ba18" providerId="LiveId" clId="{D437EBD6-E7C5-4692-824E-7A0E4B4620EA}" dt="2022-01-04T18:30:46.194" v="2420" actId="47"/>
        <pc:sldMkLst>
          <pc:docMk/>
          <pc:sldMk cId="3676534844" sldId="286"/>
        </pc:sldMkLst>
      </pc:sldChg>
      <pc:sldChg chg="del">
        <pc:chgData name="Devinder Kaur" userId="89161a673412ba18" providerId="LiveId" clId="{D437EBD6-E7C5-4692-824E-7A0E4B4620EA}" dt="2022-01-04T18:30:43.635" v="2419" actId="47"/>
        <pc:sldMkLst>
          <pc:docMk/>
          <pc:sldMk cId="1284689878" sldId="287"/>
        </pc:sldMkLst>
      </pc:sldChg>
      <pc:sldChg chg="modSp mod">
        <pc:chgData name="Devinder Kaur" userId="89161a673412ba18" providerId="LiveId" clId="{D437EBD6-E7C5-4692-824E-7A0E4B4620EA}" dt="2022-01-03T09:47:48.134" v="669"/>
        <pc:sldMkLst>
          <pc:docMk/>
          <pc:sldMk cId="1352780058" sldId="384"/>
        </pc:sldMkLst>
        <pc:graphicFrameChg chg="mod">
          <ac:chgData name="Devinder Kaur" userId="89161a673412ba18" providerId="LiveId" clId="{D437EBD6-E7C5-4692-824E-7A0E4B4620EA}" dt="2022-01-03T09:47:48.134" v="669"/>
          <ac:graphicFrameMkLst>
            <pc:docMk/>
            <pc:sldMk cId="1352780058" sldId="384"/>
            <ac:graphicFrameMk id="4" creationId="{BA2DF5AD-DBB8-4F6C-A2AE-E0273C0BE5C7}"/>
          </ac:graphicFrameMkLst>
        </pc:graphicFrameChg>
      </pc:sldChg>
      <pc:sldChg chg="del">
        <pc:chgData name="Devinder Kaur" userId="89161a673412ba18" providerId="LiveId" clId="{D437EBD6-E7C5-4692-824E-7A0E4B4620EA}" dt="2022-01-03T09:43:23.980" v="525" actId="47"/>
        <pc:sldMkLst>
          <pc:docMk/>
          <pc:sldMk cId="896460617" sldId="388"/>
        </pc:sldMkLst>
      </pc:sldChg>
      <pc:sldChg chg="addSp delSp modSp new del mod">
        <pc:chgData name="Devinder Kaur" userId="89161a673412ba18" providerId="LiveId" clId="{D437EBD6-E7C5-4692-824E-7A0E4B4620EA}" dt="2022-01-03T09:43:37.711" v="529" actId="47"/>
        <pc:sldMkLst>
          <pc:docMk/>
          <pc:sldMk cId="1005587946" sldId="389"/>
        </pc:sldMkLst>
        <pc:graphicFrameChg chg="add mod modGraphic">
          <ac:chgData name="Devinder Kaur" userId="89161a673412ba18" providerId="LiveId" clId="{D437EBD6-E7C5-4692-824E-7A0E4B4620EA}" dt="2021-12-30T08:28:13.232" v="66" actId="255"/>
          <ac:graphicFrameMkLst>
            <pc:docMk/>
            <pc:sldMk cId="1005587946" sldId="389"/>
            <ac:graphicFrameMk id="3" creationId="{FD50DDDD-2A18-410C-B43D-C970B7C23D64}"/>
          </ac:graphicFrameMkLst>
        </pc:graphicFrameChg>
        <pc:picChg chg="add mod">
          <ac:chgData name="Devinder Kaur" userId="89161a673412ba18" providerId="LiveId" clId="{D437EBD6-E7C5-4692-824E-7A0E4B4620EA}" dt="2021-12-30T08:29:19.507" v="74" actId="14100"/>
          <ac:picMkLst>
            <pc:docMk/>
            <pc:sldMk cId="1005587946" sldId="389"/>
            <ac:picMk id="4" creationId="{B9A9EF9B-D591-4B17-97E5-3CF98E258875}"/>
          </ac:picMkLst>
        </pc:picChg>
        <pc:picChg chg="add del mod">
          <ac:chgData name="Devinder Kaur" userId="89161a673412ba18" providerId="LiveId" clId="{D437EBD6-E7C5-4692-824E-7A0E4B4620EA}" dt="2021-12-30T08:28:54.294" v="68" actId="478"/>
          <ac:picMkLst>
            <pc:docMk/>
            <pc:sldMk cId="1005587946" sldId="389"/>
            <ac:picMk id="5" creationId="{7E771E45-5504-4FA3-A9A6-6443EEA07344}"/>
          </ac:picMkLst>
        </pc:picChg>
        <pc:picChg chg="add mod">
          <ac:chgData name="Devinder Kaur" userId="89161a673412ba18" providerId="LiveId" clId="{D437EBD6-E7C5-4692-824E-7A0E4B4620EA}" dt="2021-12-30T08:29:07.555" v="72" actId="14100"/>
          <ac:picMkLst>
            <pc:docMk/>
            <pc:sldMk cId="1005587946" sldId="389"/>
            <ac:picMk id="14338" creationId="{F07C730A-5497-4113-BDA3-9CEE57402CB6}"/>
          </ac:picMkLst>
        </pc:picChg>
      </pc:sldChg>
      <pc:sldChg chg="addSp modSp new del mod">
        <pc:chgData name="Devinder Kaur" userId="89161a673412ba18" providerId="LiveId" clId="{D437EBD6-E7C5-4692-824E-7A0E4B4620EA}" dt="2022-01-03T09:43:35.323" v="528" actId="47"/>
        <pc:sldMkLst>
          <pc:docMk/>
          <pc:sldMk cId="3600950664" sldId="390"/>
        </pc:sldMkLst>
        <pc:graphicFrameChg chg="add mod modGraphic">
          <ac:chgData name="Devinder Kaur" userId="89161a673412ba18" providerId="LiveId" clId="{D437EBD6-E7C5-4692-824E-7A0E4B4620EA}" dt="2021-12-30T08:58:53.666" v="130"/>
          <ac:graphicFrameMkLst>
            <pc:docMk/>
            <pc:sldMk cId="3600950664" sldId="390"/>
            <ac:graphicFrameMk id="3" creationId="{F57FD9B7-0F4A-45EF-94EB-A6DE0B794308}"/>
          </ac:graphicFrameMkLst>
        </pc:graphicFrameChg>
        <pc:picChg chg="add mod ord modCrop">
          <ac:chgData name="Devinder Kaur" userId="89161a673412ba18" providerId="LiveId" clId="{D437EBD6-E7C5-4692-824E-7A0E4B4620EA}" dt="2021-12-30T08:58:18.495" v="114" actId="1037"/>
          <ac:picMkLst>
            <pc:docMk/>
            <pc:sldMk cId="3600950664" sldId="390"/>
            <ac:picMk id="4" creationId="{D76ACF92-A6A6-4E5F-BF32-F9E9F8750DE2}"/>
          </ac:picMkLst>
        </pc:picChg>
      </pc:sldChg>
      <pc:sldChg chg="addSp modSp new del mod">
        <pc:chgData name="Devinder Kaur" userId="89161a673412ba18" providerId="LiveId" clId="{D437EBD6-E7C5-4692-824E-7A0E4B4620EA}" dt="2022-01-03T09:43:32.047" v="527" actId="47"/>
        <pc:sldMkLst>
          <pc:docMk/>
          <pc:sldMk cId="208273545" sldId="391"/>
        </pc:sldMkLst>
        <pc:graphicFrameChg chg="add mod modGraphic">
          <ac:chgData name="Devinder Kaur" userId="89161a673412ba18" providerId="LiveId" clId="{D437EBD6-E7C5-4692-824E-7A0E4B4620EA}" dt="2021-12-30T09:03:48.499" v="164" actId="123"/>
          <ac:graphicFrameMkLst>
            <pc:docMk/>
            <pc:sldMk cId="208273545" sldId="391"/>
            <ac:graphicFrameMk id="3" creationId="{25FC42D7-E1DD-4852-AEFC-A9922461DB76}"/>
          </ac:graphicFrameMkLst>
        </pc:graphicFrameChg>
        <pc:picChg chg="add mod modCrop">
          <ac:chgData name="Devinder Kaur" userId="89161a673412ba18" providerId="LiveId" clId="{D437EBD6-E7C5-4692-824E-7A0E4B4620EA}" dt="2021-12-30T09:04:24.739" v="171" actId="14100"/>
          <ac:picMkLst>
            <pc:docMk/>
            <pc:sldMk cId="208273545" sldId="391"/>
            <ac:picMk id="4" creationId="{C408C4D2-45C1-466D-AEB8-DF1A6ADECF38}"/>
          </ac:picMkLst>
        </pc:picChg>
      </pc:sldChg>
      <pc:sldChg chg="addSp modSp new del mod">
        <pc:chgData name="Devinder Kaur" userId="89161a673412ba18" providerId="LiveId" clId="{D437EBD6-E7C5-4692-824E-7A0E4B4620EA}" dt="2022-01-03T09:43:29.928" v="526" actId="47"/>
        <pc:sldMkLst>
          <pc:docMk/>
          <pc:sldMk cId="2401993180" sldId="392"/>
        </pc:sldMkLst>
        <pc:graphicFrameChg chg="add mod modGraphic">
          <ac:chgData name="Devinder Kaur" userId="89161a673412ba18" providerId="LiveId" clId="{D437EBD6-E7C5-4692-824E-7A0E4B4620EA}" dt="2021-12-30T09:10:18.861" v="204" actId="1076"/>
          <ac:graphicFrameMkLst>
            <pc:docMk/>
            <pc:sldMk cId="2401993180" sldId="392"/>
            <ac:graphicFrameMk id="3" creationId="{8A4068DC-F96E-4A5D-B32C-43FEC767AD9F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5:17.769" v="556"/>
        <pc:sldMkLst>
          <pc:docMk/>
          <pc:sldMk cId="2192094936" sldId="393"/>
        </pc:sldMkLst>
        <pc:graphicFrameChg chg="add mod modGraphic">
          <ac:chgData name="Devinder Kaur" userId="89161a673412ba18" providerId="LiveId" clId="{D437EBD6-E7C5-4692-824E-7A0E4B4620EA}" dt="2022-01-03T09:45:17.769" v="556"/>
          <ac:graphicFrameMkLst>
            <pc:docMk/>
            <pc:sldMk cId="2192094936" sldId="393"/>
            <ac:graphicFrameMk id="3" creationId="{8B632F35-A765-4989-BCDD-57B050D390F5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0:27.117" v="513" actId="20577"/>
        <pc:sldMkLst>
          <pc:docMk/>
          <pc:sldMk cId="3614230884" sldId="394"/>
        </pc:sldMkLst>
        <pc:graphicFrameChg chg="add mod modGraphic">
          <ac:chgData name="Devinder Kaur" userId="89161a673412ba18" providerId="LiveId" clId="{D437EBD6-E7C5-4692-824E-7A0E4B4620EA}" dt="2022-01-03T09:40:27.117" v="513" actId="20577"/>
          <ac:graphicFrameMkLst>
            <pc:docMk/>
            <pc:sldMk cId="3614230884" sldId="394"/>
            <ac:graphicFrameMk id="3" creationId="{778D9B96-086E-47D6-9D5B-2BCE27CBD1AF}"/>
          </ac:graphicFrameMkLst>
        </pc:graphicFrameChg>
      </pc:sldChg>
      <pc:sldChg chg="addSp modSp new mod">
        <pc:chgData name="Devinder Kaur" userId="89161a673412ba18" providerId="LiveId" clId="{D437EBD6-E7C5-4692-824E-7A0E4B4620EA}" dt="2021-12-30T10:16:19.820" v="298" actId="1035"/>
        <pc:sldMkLst>
          <pc:docMk/>
          <pc:sldMk cId="147918492" sldId="395"/>
        </pc:sldMkLst>
        <pc:graphicFrameChg chg="add mod modGraphic">
          <ac:chgData name="Devinder Kaur" userId="89161a673412ba18" providerId="LiveId" clId="{D437EBD6-E7C5-4692-824E-7A0E4B4620EA}" dt="2021-12-30T10:16:19.820" v="298" actId="1035"/>
          <ac:graphicFrameMkLst>
            <pc:docMk/>
            <pc:sldMk cId="147918492" sldId="395"/>
            <ac:graphicFrameMk id="3" creationId="{C96A5D8C-11DF-4E6F-9234-C4E7326F1221}"/>
          </ac:graphicFrameMkLst>
        </pc:graphicFrameChg>
      </pc:sldChg>
      <pc:sldChg chg="addSp delSp modSp new mod">
        <pc:chgData name="Devinder Kaur" userId="89161a673412ba18" providerId="LiveId" clId="{D437EBD6-E7C5-4692-824E-7A0E4B4620EA}" dt="2022-01-03T09:44:10.780" v="540"/>
        <pc:sldMkLst>
          <pc:docMk/>
          <pc:sldMk cId="3856306075" sldId="396"/>
        </pc:sldMkLst>
        <pc:spChg chg="add del mod">
          <ac:chgData name="Devinder Kaur" userId="89161a673412ba18" providerId="LiveId" clId="{D437EBD6-E7C5-4692-824E-7A0E4B4620EA}" dt="2021-12-30T10:24:01.802" v="325" actId="478"/>
          <ac:spMkLst>
            <pc:docMk/>
            <pc:sldMk cId="3856306075" sldId="396"/>
            <ac:spMk id="5" creationId="{86434215-6313-4C5C-9DB1-0BBA885F018D}"/>
          </ac:spMkLst>
        </pc:spChg>
        <pc:spChg chg="add del mod">
          <ac:chgData name="Devinder Kaur" userId="89161a673412ba18" providerId="LiveId" clId="{D437EBD6-E7C5-4692-824E-7A0E4B4620EA}" dt="2021-12-30T10:28:15.448" v="376" actId="478"/>
          <ac:spMkLst>
            <pc:docMk/>
            <pc:sldMk cId="3856306075" sldId="396"/>
            <ac:spMk id="7" creationId="{DBDC87F2-D3A4-4EFE-A303-52BFF1E262ED}"/>
          </ac:spMkLst>
        </pc:spChg>
        <pc:graphicFrameChg chg="add mod modGraphic">
          <ac:chgData name="Devinder Kaur" userId="89161a673412ba18" providerId="LiveId" clId="{D437EBD6-E7C5-4692-824E-7A0E4B4620EA}" dt="2022-01-03T09:44:10.780" v="540"/>
          <ac:graphicFrameMkLst>
            <pc:docMk/>
            <pc:sldMk cId="3856306075" sldId="396"/>
            <ac:graphicFrameMk id="3" creationId="{5EF03876-09FB-4960-BCF6-D28322A76EBC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9:37:35.159" v="2142" actId="113"/>
        <pc:sldMkLst>
          <pc:docMk/>
          <pc:sldMk cId="3167315709" sldId="397"/>
        </pc:sldMkLst>
        <pc:graphicFrameChg chg="add mod modGraphic">
          <ac:chgData name="Devinder Kaur" userId="89161a673412ba18" providerId="LiveId" clId="{D437EBD6-E7C5-4692-824E-7A0E4B4620EA}" dt="2022-01-04T09:37:35.159" v="2142" actId="113"/>
          <ac:graphicFrameMkLst>
            <pc:docMk/>
            <pc:sldMk cId="3167315709" sldId="397"/>
            <ac:graphicFrameMk id="3" creationId="{3275FE63-40A9-447D-A8F0-CBC20D437BF6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3:12.535" v="524"/>
        <pc:sldMkLst>
          <pc:docMk/>
          <pc:sldMk cId="3639549269" sldId="398"/>
        </pc:sldMkLst>
        <pc:graphicFrameChg chg="add mod modGraphic">
          <ac:chgData name="Devinder Kaur" userId="89161a673412ba18" providerId="LiveId" clId="{D437EBD6-E7C5-4692-824E-7A0E4B4620EA}" dt="2022-01-03T09:43:12.535" v="524"/>
          <ac:graphicFrameMkLst>
            <pc:docMk/>
            <pc:sldMk cId="3639549269" sldId="398"/>
            <ac:graphicFrameMk id="3" creationId="{0DFF9344-92F7-4682-9AF5-F049576651F7}"/>
          </ac:graphicFrameMkLst>
        </pc:graphicFrameChg>
      </pc:sldChg>
      <pc:sldChg chg="addSp delSp modSp new mod modNotesTx">
        <pc:chgData name="Devinder Kaur" userId="89161a673412ba18" providerId="LiveId" clId="{D437EBD6-E7C5-4692-824E-7A0E4B4620EA}" dt="2022-01-03T09:56:10.487" v="714" actId="1032"/>
        <pc:sldMkLst>
          <pc:docMk/>
          <pc:sldMk cId="464625897" sldId="399"/>
        </pc:sldMkLst>
        <pc:graphicFrameChg chg="add mod modGraphic">
          <ac:chgData name="Devinder Kaur" userId="89161a673412ba18" providerId="LiveId" clId="{D437EBD6-E7C5-4692-824E-7A0E4B4620EA}" dt="2022-01-03T09:53:27.258" v="707" actId="14100"/>
          <ac:graphicFrameMkLst>
            <pc:docMk/>
            <pc:sldMk cId="464625897" sldId="399"/>
            <ac:graphicFrameMk id="3" creationId="{FA13A556-8E4F-4A65-9846-1F148285D800}"/>
          </ac:graphicFrameMkLst>
        </pc:graphicFrameChg>
        <pc:graphicFrameChg chg="add del modGraphic">
          <ac:chgData name="Devinder Kaur" userId="89161a673412ba18" providerId="LiveId" clId="{D437EBD6-E7C5-4692-824E-7A0E4B4620EA}" dt="2022-01-03T09:56:10.487" v="714" actId="1032"/>
          <ac:graphicFrameMkLst>
            <pc:docMk/>
            <pc:sldMk cId="464625897" sldId="399"/>
            <ac:graphicFrameMk id="4" creationId="{AF9DCAC7-6D9D-4AAD-A92F-50152F4B65A8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3T10:39:33.414" v="912" actId="255"/>
        <pc:sldMkLst>
          <pc:docMk/>
          <pc:sldMk cId="227521108" sldId="400"/>
        </pc:sldMkLst>
        <pc:graphicFrameChg chg="add mod modGraphic">
          <ac:chgData name="Devinder Kaur" userId="89161a673412ba18" providerId="LiveId" clId="{D437EBD6-E7C5-4692-824E-7A0E4B4620EA}" dt="2022-01-03T10:39:33.414" v="912" actId="255"/>
          <ac:graphicFrameMkLst>
            <pc:docMk/>
            <pc:sldMk cId="227521108" sldId="400"/>
            <ac:graphicFrameMk id="3" creationId="{0A75EF0A-0EE4-46B0-B346-E4FF073F4FA7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10:12:57.619" v="802" actId="14100"/>
        <pc:sldMkLst>
          <pc:docMk/>
          <pc:sldMk cId="2249148143" sldId="401"/>
        </pc:sldMkLst>
        <pc:graphicFrameChg chg="add mod modGraphic">
          <ac:chgData name="Devinder Kaur" userId="89161a673412ba18" providerId="LiveId" clId="{D437EBD6-E7C5-4692-824E-7A0E4B4620EA}" dt="2022-01-03T10:12:57.619" v="802" actId="14100"/>
          <ac:graphicFrameMkLst>
            <pc:docMk/>
            <pc:sldMk cId="2249148143" sldId="401"/>
            <ac:graphicFrameMk id="3" creationId="{EA430766-A82E-4BAC-BEBF-83AB9FBE8243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10:37:37.963" v="907"/>
        <pc:sldMkLst>
          <pc:docMk/>
          <pc:sldMk cId="896897458" sldId="402"/>
        </pc:sldMkLst>
        <pc:graphicFrameChg chg="add mod modGraphic">
          <ac:chgData name="Devinder Kaur" userId="89161a673412ba18" providerId="LiveId" clId="{D437EBD6-E7C5-4692-824E-7A0E4B4620EA}" dt="2022-01-03T10:37:37.963" v="907"/>
          <ac:graphicFrameMkLst>
            <pc:docMk/>
            <pc:sldMk cId="896897458" sldId="402"/>
            <ac:graphicFrameMk id="3" creationId="{82A99B5D-4B56-47E4-97F6-CF7642479297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3T10:50:20.282" v="944" actId="20577"/>
        <pc:sldMkLst>
          <pc:docMk/>
          <pc:sldMk cId="370510280" sldId="403"/>
        </pc:sldMkLst>
        <pc:graphicFrameChg chg="add mod modGraphic">
          <ac:chgData name="Devinder Kaur" userId="89161a673412ba18" providerId="LiveId" clId="{D437EBD6-E7C5-4692-824E-7A0E4B4620EA}" dt="2022-01-03T10:50:20.282" v="944" actId="20577"/>
          <ac:graphicFrameMkLst>
            <pc:docMk/>
            <pc:sldMk cId="370510280" sldId="403"/>
            <ac:graphicFrameMk id="3" creationId="{43BAFD15-DD9F-49A5-A0DE-4E81A575A22F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5T04:58:45.633" v="2570" actId="403"/>
        <pc:sldMkLst>
          <pc:docMk/>
          <pc:sldMk cId="1758255484" sldId="404"/>
        </pc:sldMkLst>
        <pc:graphicFrameChg chg="add mod modGraphic">
          <ac:chgData name="Devinder Kaur" userId="89161a673412ba18" providerId="LiveId" clId="{D437EBD6-E7C5-4692-824E-7A0E4B4620EA}" dt="2022-01-05T04:58:45.633" v="2570" actId="403"/>
          <ac:graphicFrameMkLst>
            <pc:docMk/>
            <pc:sldMk cId="1758255484" sldId="404"/>
            <ac:graphicFrameMk id="3" creationId="{8A0FCFD4-6670-41BA-9D3D-3BF049E75FED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5:09:38.414" v="1014" actId="1036"/>
        <pc:sldMkLst>
          <pc:docMk/>
          <pc:sldMk cId="1064749569" sldId="405"/>
        </pc:sldMkLst>
        <pc:graphicFrameChg chg="add mod modGraphic">
          <ac:chgData name="Devinder Kaur" userId="89161a673412ba18" providerId="LiveId" clId="{D437EBD6-E7C5-4692-824E-7A0E4B4620EA}" dt="2022-01-04T05:09:38.414" v="1014" actId="1036"/>
          <ac:graphicFrameMkLst>
            <pc:docMk/>
            <pc:sldMk cId="1064749569" sldId="405"/>
            <ac:graphicFrameMk id="3" creationId="{6FA20453-F70D-427A-BE72-6C1FBBAE2422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5:27:07.268" v="1170" actId="255"/>
        <pc:sldMkLst>
          <pc:docMk/>
          <pc:sldMk cId="58233747" sldId="406"/>
        </pc:sldMkLst>
        <pc:graphicFrameChg chg="add mod modGraphic">
          <ac:chgData name="Devinder Kaur" userId="89161a673412ba18" providerId="LiveId" clId="{D437EBD6-E7C5-4692-824E-7A0E4B4620EA}" dt="2022-01-04T05:27:07.268" v="1170" actId="255"/>
          <ac:graphicFrameMkLst>
            <pc:docMk/>
            <pc:sldMk cId="58233747" sldId="406"/>
            <ac:graphicFrameMk id="3" creationId="{5FE0A920-CC80-4EB4-95E3-71140833B51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42:21.794" v="2528"/>
        <pc:sldMkLst>
          <pc:docMk/>
          <pc:sldMk cId="3711753767" sldId="407"/>
        </pc:sldMkLst>
        <pc:graphicFrameChg chg="add mod modGraphic">
          <ac:chgData name="Devinder Kaur" userId="89161a673412ba18" providerId="LiveId" clId="{D437EBD6-E7C5-4692-824E-7A0E4B4620EA}" dt="2022-01-04T18:42:21.794" v="2528"/>
          <ac:graphicFrameMkLst>
            <pc:docMk/>
            <pc:sldMk cId="3711753767" sldId="407"/>
            <ac:graphicFrameMk id="3" creationId="{E54F643D-F193-471D-84EE-E2CCBB190C8B}"/>
          </ac:graphicFrameMkLst>
        </pc:graphicFrameChg>
      </pc:sldChg>
      <pc:sldChg chg="addSp delSp modSp new mod">
        <pc:chgData name="Devinder Kaur" userId="89161a673412ba18" providerId="LiveId" clId="{D437EBD6-E7C5-4692-824E-7A0E4B4620EA}" dt="2022-01-04T18:43:47.710" v="2549"/>
        <pc:sldMkLst>
          <pc:docMk/>
          <pc:sldMk cId="2023502325" sldId="408"/>
        </pc:sldMkLst>
        <pc:graphicFrameChg chg="add mod modGraphic">
          <ac:chgData name="Devinder Kaur" userId="89161a673412ba18" providerId="LiveId" clId="{D437EBD6-E7C5-4692-824E-7A0E4B4620EA}" dt="2022-01-04T18:43:47.710" v="2549"/>
          <ac:graphicFrameMkLst>
            <pc:docMk/>
            <pc:sldMk cId="2023502325" sldId="408"/>
            <ac:graphicFrameMk id="3" creationId="{C9BC80E6-6A9D-4F6F-9413-7F6D8A58175F}"/>
          </ac:graphicFrameMkLst>
        </pc:graphicFrameChg>
        <pc:picChg chg="add del">
          <ac:chgData name="Devinder Kaur" userId="89161a673412ba18" providerId="LiveId" clId="{D437EBD6-E7C5-4692-824E-7A0E4B4620EA}" dt="2022-01-04T07:07:59.220" v="1552" actId="478"/>
          <ac:picMkLst>
            <pc:docMk/>
            <pc:sldMk cId="2023502325" sldId="408"/>
            <ac:picMk id="4" creationId="{D8A7A39E-7B25-4AB1-A8DE-CEA077CDEF6F}"/>
          </ac:picMkLst>
        </pc:picChg>
        <pc:picChg chg="add del mod">
          <ac:chgData name="Devinder Kaur" userId="89161a673412ba18" providerId="LiveId" clId="{D437EBD6-E7C5-4692-824E-7A0E4B4620EA}" dt="2022-01-04T07:15:03.778" v="1859" actId="478"/>
          <ac:picMkLst>
            <pc:docMk/>
            <pc:sldMk cId="2023502325" sldId="408"/>
            <ac:picMk id="5" creationId="{0E9055B2-077F-47BF-A957-40E530405595}"/>
          </ac:picMkLst>
        </pc:picChg>
      </pc:sldChg>
      <pc:sldChg chg="new del">
        <pc:chgData name="Devinder Kaur" userId="89161a673412ba18" providerId="LiveId" clId="{D437EBD6-E7C5-4692-824E-7A0E4B4620EA}" dt="2022-01-04T05:35:55.408" v="1211" actId="680"/>
        <pc:sldMkLst>
          <pc:docMk/>
          <pc:sldMk cId="1622905182" sldId="409"/>
        </pc:sldMkLst>
      </pc:sldChg>
      <pc:sldChg chg="modSp new mod">
        <pc:chgData name="Devinder Kaur" userId="89161a673412ba18" providerId="LiveId" clId="{D437EBD6-E7C5-4692-824E-7A0E4B4620EA}" dt="2022-01-04T18:34:11.558" v="2513" actId="14100"/>
        <pc:sldMkLst>
          <pc:docMk/>
          <pc:sldMk cId="4053061567" sldId="409"/>
        </pc:sldMkLst>
        <pc:spChg chg="mod">
          <ac:chgData name="Devinder Kaur" userId="89161a673412ba18" providerId="LiveId" clId="{D437EBD6-E7C5-4692-824E-7A0E4B4620EA}" dt="2022-01-04T05:38:21.574" v="1248" actId="14100"/>
          <ac:spMkLst>
            <pc:docMk/>
            <pc:sldMk cId="4053061567" sldId="409"/>
            <ac:spMk id="2" creationId="{7D11C330-CF8C-476A-86FB-980644B47AD6}"/>
          </ac:spMkLst>
        </pc:spChg>
        <pc:spChg chg="mod">
          <ac:chgData name="Devinder Kaur" userId="89161a673412ba18" providerId="LiveId" clId="{D437EBD6-E7C5-4692-824E-7A0E4B4620EA}" dt="2022-01-04T18:34:11.558" v="2513" actId="14100"/>
          <ac:spMkLst>
            <pc:docMk/>
            <pc:sldMk cId="4053061567" sldId="409"/>
            <ac:spMk id="3" creationId="{7091DE2F-9396-40F7-8441-3F7E82C9F023}"/>
          </ac:spMkLst>
        </pc:spChg>
      </pc:sldChg>
      <pc:sldChg chg="modSp new mod">
        <pc:chgData name="Devinder Kaur" userId="89161a673412ba18" providerId="LiveId" clId="{D437EBD6-E7C5-4692-824E-7A0E4B4620EA}" dt="2022-01-04T05:40:47.750" v="1280" actId="14100"/>
        <pc:sldMkLst>
          <pc:docMk/>
          <pc:sldMk cId="2337382951" sldId="410"/>
        </pc:sldMkLst>
        <pc:spChg chg="mod">
          <ac:chgData name="Devinder Kaur" userId="89161a673412ba18" providerId="LiveId" clId="{D437EBD6-E7C5-4692-824E-7A0E4B4620EA}" dt="2022-01-04T05:40:42.559" v="1279" actId="14100"/>
          <ac:spMkLst>
            <pc:docMk/>
            <pc:sldMk cId="2337382951" sldId="410"/>
            <ac:spMk id="2" creationId="{75DF2864-D4E4-4DA8-BC6E-A8C255929A8D}"/>
          </ac:spMkLst>
        </pc:spChg>
        <pc:spChg chg="mod">
          <ac:chgData name="Devinder Kaur" userId="89161a673412ba18" providerId="LiveId" clId="{D437EBD6-E7C5-4692-824E-7A0E4B4620EA}" dt="2022-01-04T05:40:47.750" v="1280" actId="14100"/>
          <ac:spMkLst>
            <pc:docMk/>
            <pc:sldMk cId="2337382951" sldId="410"/>
            <ac:spMk id="3" creationId="{5D6D8C70-B24F-4276-A3F1-20A30D6FF537}"/>
          </ac:spMkLst>
        </pc:spChg>
      </pc:sldChg>
      <pc:sldChg chg="modSp add del mod">
        <pc:chgData name="Devinder Kaur" userId="89161a673412ba18" providerId="LiveId" clId="{D437EBD6-E7C5-4692-824E-7A0E4B4620EA}" dt="2022-01-05T05:00:09.847" v="2573" actId="47"/>
        <pc:sldMkLst>
          <pc:docMk/>
          <pc:sldMk cId="1136771063" sldId="411"/>
        </pc:sldMkLst>
        <pc:spChg chg="mod">
          <ac:chgData name="Devinder Kaur" userId="89161a673412ba18" providerId="LiveId" clId="{D437EBD6-E7C5-4692-824E-7A0E4B4620EA}" dt="2022-01-04T18:37:20.842" v="2516" actId="20577"/>
          <ac:spMkLst>
            <pc:docMk/>
            <pc:sldMk cId="1136771063" sldId="411"/>
            <ac:spMk id="3" creationId="{4811D856-3C8C-4D6C-8911-404843A25A83}"/>
          </ac:spMkLst>
        </pc:spChg>
      </pc:sldChg>
      <pc:sldChg chg="delSp modSp new del mod">
        <pc:chgData name="Devinder Kaur" userId="89161a673412ba18" providerId="LiveId" clId="{D437EBD6-E7C5-4692-824E-7A0E4B4620EA}" dt="2022-01-04T18:34:21.445" v="2514" actId="2696"/>
        <pc:sldMkLst>
          <pc:docMk/>
          <pc:sldMk cId="3669953272" sldId="411"/>
        </pc:sldMkLst>
        <pc:spChg chg="del mod">
          <ac:chgData name="Devinder Kaur" userId="89161a673412ba18" providerId="LiveId" clId="{D437EBD6-E7C5-4692-824E-7A0E4B4620EA}" dt="2022-01-04T18:07:13.444" v="2287" actId="478"/>
          <ac:spMkLst>
            <pc:docMk/>
            <pc:sldMk cId="3669953272" sldId="411"/>
            <ac:spMk id="2" creationId="{B604E40A-43FE-4B8C-A135-608DC066CA66}"/>
          </ac:spMkLst>
        </pc:spChg>
        <pc:spChg chg="mod">
          <ac:chgData name="Devinder Kaur" userId="89161a673412ba18" providerId="LiveId" clId="{D437EBD6-E7C5-4692-824E-7A0E4B4620EA}" dt="2022-01-04T18:33:49.535" v="2508" actId="21"/>
          <ac:spMkLst>
            <pc:docMk/>
            <pc:sldMk cId="3669953272" sldId="411"/>
            <ac:spMk id="3" creationId="{4811D856-3C8C-4D6C-8911-404843A25A83}"/>
          </ac:spMkLst>
        </pc:spChg>
      </pc:sldChg>
      <pc:sldChg chg="addSp modSp new mod">
        <pc:chgData name="Devinder Kaur" userId="89161a673412ba18" providerId="LiveId" clId="{D437EBD6-E7C5-4692-824E-7A0E4B4620EA}" dt="2022-01-04T09:24:56.202" v="2086"/>
        <pc:sldMkLst>
          <pc:docMk/>
          <pc:sldMk cId="1345359177" sldId="412"/>
        </pc:sldMkLst>
        <pc:graphicFrameChg chg="add mod modGraphic">
          <ac:chgData name="Devinder Kaur" userId="89161a673412ba18" providerId="LiveId" clId="{D437EBD6-E7C5-4692-824E-7A0E4B4620EA}" dt="2022-01-04T09:24:56.202" v="2086"/>
          <ac:graphicFrameMkLst>
            <pc:docMk/>
            <pc:sldMk cId="1345359177" sldId="412"/>
            <ac:graphicFrameMk id="3" creationId="{91FB0732-0B5F-46B8-961B-558C53D446B4}"/>
          </ac:graphicFrameMkLst>
        </pc:graphicFrameChg>
      </pc:sldChg>
      <pc:sldChg chg="addSp modSp new mod ord">
        <pc:chgData name="Devinder Kaur" userId="89161a673412ba18" providerId="LiveId" clId="{D437EBD6-E7C5-4692-824E-7A0E4B4620EA}" dt="2022-01-05T04:59:21.737" v="2572" actId="403"/>
        <pc:sldMkLst>
          <pc:docMk/>
          <pc:sldMk cId="1399851306" sldId="413"/>
        </pc:sldMkLst>
        <pc:graphicFrameChg chg="add mod modGraphic">
          <ac:chgData name="Devinder Kaur" userId="89161a673412ba18" providerId="LiveId" clId="{D437EBD6-E7C5-4692-824E-7A0E4B4620EA}" dt="2022-01-05T04:59:21.737" v="2572" actId="403"/>
          <ac:graphicFrameMkLst>
            <pc:docMk/>
            <pc:sldMk cId="1399851306" sldId="413"/>
            <ac:graphicFrameMk id="3" creationId="{B0D304A0-7530-44FB-89C0-2D473262C5A0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0:32:56.223" v="2174" actId="122"/>
        <pc:sldMkLst>
          <pc:docMk/>
          <pc:sldMk cId="4063930908" sldId="414"/>
        </pc:sldMkLst>
        <pc:graphicFrameChg chg="add mod modGraphic">
          <ac:chgData name="Devinder Kaur" userId="89161a673412ba18" providerId="LiveId" clId="{D437EBD6-E7C5-4692-824E-7A0E4B4620EA}" dt="2022-01-04T10:32:56.223" v="2174" actId="122"/>
          <ac:graphicFrameMkLst>
            <pc:docMk/>
            <pc:sldMk cId="4063930908" sldId="414"/>
            <ac:graphicFrameMk id="3" creationId="{6D024CEA-69A2-4FB9-8156-CDDB63F89750}"/>
          </ac:graphicFrameMkLst>
        </pc:graphicFrameChg>
      </pc:sldChg>
      <pc:sldChg chg="addSp modSp new del mod">
        <pc:chgData name="Devinder Kaur" userId="89161a673412ba18" providerId="LiveId" clId="{D437EBD6-E7C5-4692-824E-7A0E4B4620EA}" dt="2022-01-04T18:30:19.046" v="2416" actId="47"/>
        <pc:sldMkLst>
          <pc:docMk/>
          <pc:sldMk cId="2899828015" sldId="415"/>
        </pc:sldMkLst>
        <pc:graphicFrameChg chg="add modGraphic">
          <ac:chgData name="Devinder Kaur" userId="89161a673412ba18" providerId="LiveId" clId="{D437EBD6-E7C5-4692-824E-7A0E4B4620EA}" dt="2022-01-04T10:29:31.465" v="2157" actId="1032"/>
          <ac:graphicFrameMkLst>
            <pc:docMk/>
            <pc:sldMk cId="2899828015" sldId="415"/>
            <ac:graphicFrameMk id="3" creationId="{8BFCCA66-FB13-40C4-940A-3BB9F84C453E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01:55.639" v="2227" actId="179"/>
        <pc:sldMkLst>
          <pc:docMk/>
          <pc:sldMk cId="3648166895" sldId="416"/>
        </pc:sldMkLst>
        <pc:graphicFrameChg chg="add mod modGraphic">
          <ac:chgData name="Devinder Kaur" userId="89161a673412ba18" providerId="LiveId" clId="{D437EBD6-E7C5-4692-824E-7A0E4B4620EA}" dt="2022-01-04T18:01:55.639" v="2227" actId="179"/>
          <ac:graphicFrameMkLst>
            <pc:docMk/>
            <pc:sldMk cId="3648166895" sldId="416"/>
            <ac:graphicFrameMk id="3" creationId="{DF6E36CB-AA92-4E01-ACA0-C986140179A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24:20.393" v="2375" actId="403"/>
        <pc:sldMkLst>
          <pc:docMk/>
          <pc:sldMk cId="3035489821" sldId="417"/>
        </pc:sldMkLst>
        <pc:graphicFrameChg chg="add mod modGraphic">
          <ac:chgData name="Devinder Kaur" userId="89161a673412ba18" providerId="LiveId" clId="{D437EBD6-E7C5-4692-824E-7A0E4B4620EA}" dt="2022-01-04T18:24:20.393" v="2375" actId="403"/>
          <ac:graphicFrameMkLst>
            <pc:docMk/>
            <pc:sldMk cId="3035489821" sldId="417"/>
            <ac:graphicFrameMk id="3" creationId="{FAFD3B51-EA03-42EE-BB0B-64BFF2EFA7F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06:00.623" v="2277" actId="122"/>
        <pc:sldMkLst>
          <pc:docMk/>
          <pc:sldMk cId="1377215463" sldId="418"/>
        </pc:sldMkLst>
        <pc:graphicFrameChg chg="add mod modGraphic">
          <ac:chgData name="Devinder Kaur" userId="89161a673412ba18" providerId="LiveId" clId="{D437EBD6-E7C5-4692-824E-7A0E4B4620EA}" dt="2022-01-04T18:06:00.623" v="2277" actId="122"/>
          <ac:graphicFrameMkLst>
            <pc:docMk/>
            <pc:sldMk cId="1377215463" sldId="418"/>
            <ac:graphicFrameMk id="3" creationId="{5A3FAA10-4350-4CB5-8FE4-8BE89AD633EC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14:30.712" v="2350" actId="20577"/>
        <pc:sldMkLst>
          <pc:docMk/>
          <pc:sldMk cId="1261589088" sldId="419"/>
        </pc:sldMkLst>
        <pc:graphicFrameChg chg="add mod modGraphic">
          <ac:chgData name="Devinder Kaur" userId="89161a673412ba18" providerId="LiveId" clId="{D437EBD6-E7C5-4692-824E-7A0E4B4620EA}" dt="2022-01-04T18:14:30.712" v="2350" actId="20577"/>
          <ac:graphicFrameMkLst>
            <pc:docMk/>
            <pc:sldMk cId="1261589088" sldId="419"/>
            <ac:graphicFrameMk id="3" creationId="{E7630C35-14AA-4A26-87FB-180C984DF3CF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30:08.903" v="2415" actId="14100"/>
        <pc:sldMkLst>
          <pc:docMk/>
          <pc:sldMk cId="3063314571" sldId="420"/>
        </pc:sldMkLst>
        <pc:graphicFrameChg chg="add mod modGraphic">
          <ac:chgData name="Devinder Kaur" userId="89161a673412ba18" providerId="LiveId" clId="{D437EBD6-E7C5-4692-824E-7A0E4B4620EA}" dt="2022-01-04T18:30:08.903" v="2415" actId="14100"/>
          <ac:graphicFrameMkLst>
            <pc:docMk/>
            <pc:sldMk cId="3063314571" sldId="420"/>
            <ac:graphicFrameMk id="3" creationId="{7989309E-54AD-4213-8FFD-3146D82E0B90}"/>
          </ac:graphicFrameMkLst>
        </pc:graphicFrameChg>
      </pc:sldChg>
      <pc:sldChg chg="modSp new mod">
        <pc:chgData name="Devinder Kaur" userId="89161a673412ba18" providerId="LiveId" clId="{D437EBD6-E7C5-4692-824E-7A0E4B4620EA}" dt="2022-01-04T18:33:24.705" v="2507" actId="14100"/>
        <pc:sldMkLst>
          <pc:docMk/>
          <pc:sldMk cId="927496232" sldId="421"/>
        </pc:sldMkLst>
        <pc:spChg chg="mod">
          <ac:chgData name="Devinder Kaur" userId="89161a673412ba18" providerId="LiveId" clId="{D437EBD6-E7C5-4692-824E-7A0E4B4620EA}" dt="2022-01-04T18:32:50.440" v="2500" actId="404"/>
          <ac:spMkLst>
            <pc:docMk/>
            <pc:sldMk cId="927496232" sldId="421"/>
            <ac:spMk id="2" creationId="{1F9F77DD-C0BC-4EE3-9ADD-063E95141D8A}"/>
          </ac:spMkLst>
        </pc:spChg>
        <pc:spChg chg="mod">
          <ac:chgData name="Devinder Kaur" userId="89161a673412ba18" providerId="LiveId" clId="{D437EBD6-E7C5-4692-824E-7A0E4B4620EA}" dt="2022-01-04T18:33:24.705" v="2507" actId="14100"/>
          <ac:spMkLst>
            <pc:docMk/>
            <pc:sldMk cId="927496232" sldId="421"/>
            <ac:spMk id="3" creationId="{A426A7D0-CF40-451E-9A6A-13D96547E957}"/>
          </ac:spMkLst>
        </pc:spChg>
      </pc:sldChg>
      <pc:sldChg chg="addSp modSp new mod">
        <pc:chgData name="Devinder Kaur" userId="89161a673412ba18" providerId="LiveId" clId="{D437EBD6-E7C5-4692-824E-7A0E4B4620EA}" dt="2022-01-04T18:46:36.912" v="2563" actId="14100"/>
        <pc:sldMkLst>
          <pc:docMk/>
          <pc:sldMk cId="879633862" sldId="422"/>
        </pc:sldMkLst>
        <pc:graphicFrameChg chg="add mod modGraphic">
          <ac:chgData name="Devinder Kaur" userId="89161a673412ba18" providerId="LiveId" clId="{D437EBD6-E7C5-4692-824E-7A0E4B4620EA}" dt="2022-01-04T18:46:36.912" v="2563" actId="14100"/>
          <ac:graphicFrameMkLst>
            <pc:docMk/>
            <pc:sldMk cId="879633862" sldId="422"/>
            <ac:graphicFrameMk id="3" creationId="{DDB33DA9-E0FE-4177-9226-C10C36093CDA}"/>
          </ac:graphicFrameMkLst>
        </pc:graphicFrameChg>
      </pc:sldChg>
    </pc:docChg>
  </pc:docChgLst>
  <pc:docChgLst>
    <pc:chgData name="Devinder Kaur" userId="89161a673412ba18" providerId="LiveId" clId="{E1B0F1BB-378F-4DFC-AC36-6AE11FF45CD9}"/>
    <pc:docChg chg="delSld modSld sldOrd">
      <pc:chgData name="Devinder Kaur" userId="89161a673412ba18" providerId="LiveId" clId="{E1B0F1BB-378F-4DFC-AC36-6AE11FF45CD9}" dt="2022-12-12T04:32:46.675" v="13" actId="47"/>
      <pc:docMkLst>
        <pc:docMk/>
      </pc:docMkLst>
      <pc:sldChg chg="del">
        <pc:chgData name="Devinder Kaur" userId="89161a673412ba18" providerId="LiveId" clId="{E1B0F1BB-378F-4DFC-AC36-6AE11FF45CD9}" dt="2022-12-12T04:31:25.231" v="2" actId="47"/>
        <pc:sldMkLst>
          <pc:docMk/>
          <pc:sldMk cId="130353146" sldId="391"/>
        </pc:sldMkLst>
      </pc:sldChg>
      <pc:sldChg chg="del">
        <pc:chgData name="Devinder Kaur" userId="89161a673412ba18" providerId="LiveId" clId="{E1B0F1BB-378F-4DFC-AC36-6AE11FF45CD9}" dt="2022-12-12T04:32:20.210" v="3" actId="47"/>
        <pc:sldMkLst>
          <pc:docMk/>
          <pc:sldMk cId="1828547960" sldId="392"/>
        </pc:sldMkLst>
      </pc:sldChg>
      <pc:sldChg chg="del">
        <pc:chgData name="Devinder Kaur" userId="89161a673412ba18" providerId="LiveId" clId="{E1B0F1BB-378F-4DFC-AC36-6AE11FF45CD9}" dt="2022-12-12T04:32:24.181" v="4" actId="47"/>
        <pc:sldMkLst>
          <pc:docMk/>
          <pc:sldMk cId="1352032531" sldId="393"/>
        </pc:sldMkLst>
      </pc:sldChg>
      <pc:sldChg chg="del">
        <pc:chgData name="Devinder Kaur" userId="89161a673412ba18" providerId="LiveId" clId="{E1B0F1BB-378F-4DFC-AC36-6AE11FF45CD9}" dt="2022-12-12T04:32:33.939" v="7" actId="47"/>
        <pc:sldMkLst>
          <pc:docMk/>
          <pc:sldMk cId="2850401586" sldId="394"/>
        </pc:sldMkLst>
      </pc:sldChg>
      <pc:sldChg chg="del">
        <pc:chgData name="Devinder Kaur" userId="89161a673412ba18" providerId="LiveId" clId="{E1B0F1BB-378F-4DFC-AC36-6AE11FF45CD9}" dt="2022-12-12T04:32:25.981" v="5" actId="47"/>
        <pc:sldMkLst>
          <pc:docMk/>
          <pc:sldMk cId="1147785466" sldId="395"/>
        </pc:sldMkLst>
      </pc:sldChg>
      <pc:sldChg chg="del">
        <pc:chgData name="Devinder Kaur" userId="89161a673412ba18" providerId="LiveId" clId="{E1B0F1BB-378F-4DFC-AC36-6AE11FF45CD9}" dt="2022-12-12T04:32:27.609" v="6" actId="47"/>
        <pc:sldMkLst>
          <pc:docMk/>
          <pc:sldMk cId="1313070046" sldId="396"/>
        </pc:sldMkLst>
      </pc:sldChg>
      <pc:sldChg chg="del">
        <pc:chgData name="Devinder Kaur" userId="89161a673412ba18" providerId="LiveId" clId="{E1B0F1BB-378F-4DFC-AC36-6AE11FF45CD9}" dt="2022-12-12T04:32:36.774" v="8" actId="47"/>
        <pc:sldMkLst>
          <pc:docMk/>
          <pc:sldMk cId="2745923664" sldId="397"/>
        </pc:sldMkLst>
      </pc:sldChg>
      <pc:sldChg chg="del">
        <pc:chgData name="Devinder Kaur" userId="89161a673412ba18" providerId="LiveId" clId="{E1B0F1BB-378F-4DFC-AC36-6AE11FF45CD9}" dt="2022-12-12T04:32:38.811" v="9" actId="47"/>
        <pc:sldMkLst>
          <pc:docMk/>
          <pc:sldMk cId="4007365547" sldId="398"/>
        </pc:sldMkLst>
      </pc:sldChg>
      <pc:sldChg chg="del">
        <pc:chgData name="Devinder Kaur" userId="89161a673412ba18" providerId="LiveId" clId="{E1B0F1BB-378F-4DFC-AC36-6AE11FF45CD9}" dt="2022-12-12T04:32:41.184" v="10" actId="47"/>
        <pc:sldMkLst>
          <pc:docMk/>
          <pc:sldMk cId="4044185337" sldId="399"/>
        </pc:sldMkLst>
      </pc:sldChg>
      <pc:sldChg chg="del">
        <pc:chgData name="Devinder Kaur" userId="89161a673412ba18" providerId="LiveId" clId="{E1B0F1BB-378F-4DFC-AC36-6AE11FF45CD9}" dt="2022-12-12T04:32:43.496" v="11" actId="47"/>
        <pc:sldMkLst>
          <pc:docMk/>
          <pc:sldMk cId="1491382384" sldId="400"/>
        </pc:sldMkLst>
      </pc:sldChg>
      <pc:sldChg chg="del">
        <pc:chgData name="Devinder Kaur" userId="89161a673412ba18" providerId="LiveId" clId="{E1B0F1BB-378F-4DFC-AC36-6AE11FF45CD9}" dt="2022-12-12T04:32:45.041" v="12" actId="47"/>
        <pc:sldMkLst>
          <pc:docMk/>
          <pc:sldMk cId="667601327" sldId="401"/>
        </pc:sldMkLst>
      </pc:sldChg>
      <pc:sldChg chg="del">
        <pc:chgData name="Devinder Kaur" userId="89161a673412ba18" providerId="LiveId" clId="{E1B0F1BB-378F-4DFC-AC36-6AE11FF45CD9}" dt="2022-12-12T04:32:46.675" v="13" actId="47"/>
        <pc:sldMkLst>
          <pc:docMk/>
          <pc:sldMk cId="2485348420" sldId="402"/>
        </pc:sldMkLst>
      </pc:sldChg>
      <pc:sldChg chg="ord">
        <pc:chgData name="Devinder Kaur" userId="89161a673412ba18" providerId="LiveId" clId="{E1B0F1BB-378F-4DFC-AC36-6AE11FF45CD9}" dt="2022-12-12T04:26:02.677" v="1"/>
        <pc:sldMkLst>
          <pc:docMk/>
          <pc:sldMk cId="2009044222" sldId="404"/>
        </pc:sldMkLst>
      </pc:sldChg>
    </pc:docChg>
  </pc:docChgLst>
  <pc:docChgLst>
    <pc:chgData name="Devinder Kaur" userId="89161a673412ba18" providerId="LiveId" clId="{4172B74B-71EC-4072-846A-938035E70E9B}"/>
    <pc:docChg chg="undo redo custSel addSld modSld modMainMaster">
      <pc:chgData name="Devinder Kaur" userId="89161a673412ba18" providerId="LiveId" clId="{4172B74B-71EC-4072-846A-938035E70E9B}" dt="2022-12-12T04:59:42.249" v="145" actId="20577"/>
      <pc:docMkLst>
        <pc:docMk/>
      </pc:docMkLst>
      <pc:sldChg chg="addSp delSp modSp mod modTransition">
        <pc:chgData name="Devinder Kaur" userId="89161a673412ba18" providerId="LiveId" clId="{4172B74B-71EC-4072-846A-938035E70E9B}" dt="2022-12-12T04:48:50.035" v="114"/>
        <pc:sldMkLst>
          <pc:docMk/>
          <pc:sldMk cId="0" sldId="294"/>
        </pc:sldMkLst>
        <pc:spChg chg="mod">
          <ac:chgData name="Devinder Kaur" userId="89161a673412ba18" providerId="LiveId" clId="{4172B74B-71EC-4072-846A-938035E70E9B}" dt="2022-12-12T04:42:13.011" v="5" actId="554"/>
          <ac:spMkLst>
            <pc:docMk/>
            <pc:sldMk cId="0" sldId="294"/>
            <ac:spMk id="9219" creationId="{04AF97D1-0808-49E0-A5F9-BE2078C61E6F}"/>
          </ac:spMkLst>
        </pc:spChg>
        <pc:spChg chg="mod">
          <ac:chgData name="Devinder Kaur" userId="89161a673412ba18" providerId="LiveId" clId="{4172B74B-71EC-4072-846A-938035E70E9B}" dt="2022-12-12T04:43:01.891" v="63" actId="1037"/>
          <ac:spMkLst>
            <pc:docMk/>
            <pc:sldMk cId="0" sldId="294"/>
            <ac:spMk id="9220" creationId="{4739AAAF-F08D-4053-A24F-CB21BB828863}"/>
          </ac:spMkLst>
        </pc:spChg>
        <pc:picChg chg="add mod">
          <ac:chgData name="Devinder Kaur" userId="89161a673412ba18" providerId="LiveId" clId="{4172B74B-71EC-4072-846A-938035E70E9B}" dt="2022-12-12T04:43:01.891" v="63" actId="1037"/>
          <ac:picMkLst>
            <pc:docMk/>
            <pc:sldMk cId="0" sldId="294"/>
            <ac:picMk id="2" creationId="{80E3193C-09FF-F735-E23C-AF5462C46822}"/>
          </ac:picMkLst>
        </pc:picChg>
        <pc:picChg chg="del">
          <ac:chgData name="Devinder Kaur" userId="89161a673412ba18" providerId="LiveId" clId="{4172B74B-71EC-4072-846A-938035E70E9B}" dt="2022-12-12T04:41:54.016" v="1" actId="478"/>
          <ac:picMkLst>
            <pc:docMk/>
            <pc:sldMk cId="0" sldId="294"/>
            <ac:picMk id="10242" creationId="{85B3A608-041B-43EF-89DC-2DD3DCDE79D2}"/>
          </ac:picMkLst>
        </pc:picChg>
      </pc:sldChg>
      <pc:sldChg chg="modTransition">
        <pc:chgData name="Devinder Kaur" userId="89161a673412ba18" providerId="LiveId" clId="{4172B74B-71EC-4072-846A-938035E70E9B}" dt="2022-12-12T04:48:50.035" v="114"/>
        <pc:sldMkLst>
          <pc:docMk/>
          <pc:sldMk cId="3585577689" sldId="375"/>
        </pc:sldMkLst>
      </pc:sldChg>
      <pc:sldChg chg="addSp delSp modSp mod modTransition">
        <pc:chgData name="Devinder Kaur" userId="89161a673412ba18" providerId="LiveId" clId="{4172B74B-71EC-4072-846A-938035E70E9B}" dt="2022-12-12T04:48:50.035" v="114"/>
        <pc:sldMkLst>
          <pc:docMk/>
          <pc:sldMk cId="0" sldId="381"/>
        </pc:sldMkLst>
        <pc:spChg chg="mod">
          <ac:chgData name="Devinder Kaur" userId="89161a673412ba18" providerId="LiveId" clId="{4172B74B-71EC-4072-846A-938035E70E9B}" dt="2022-12-12T04:46:49.107" v="102" actId="1036"/>
          <ac:spMkLst>
            <pc:docMk/>
            <pc:sldMk cId="0" sldId="381"/>
            <ac:spMk id="10271" creationId="{7D66934D-516E-4810-AFFC-286DF459E0F8}"/>
          </ac:spMkLst>
        </pc:spChg>
        <pc:graphicFrameChg chg="mod modGraphic">
          <ac:chgData name="Devinder Kaur" userId="89161a673412ba18" providerId="LiveId" clId="{4172B74B-71EC-4072-846A-938035E70E9B}" dt="2022-12-12T04:44:52.774" v="76" actId="20577"/>
          <ac:graphicFrameMkLst>
            <pc:docMk/>
            <pc:sldMk cId="0" sldId="381"/>
            <ac:graphicFrameMk id="6" creationId="{6F774966-ABEE-421A-86C4-FF2E9BD06FAB}"/>
          </ac:graphicFrameMkLst>
        </pc:graphicFrameChg>
        <pc:picChg chg="add mod">
          <ac:chgData name="Devinder Kaur" userId="89161a673412ba18" providerId="LiveId" clId="{4172B74B-71EC-4072-846A-938035E70E9B}" dt="2022-12-12T04:48:45.316" v="112" actId="1035"/>
          <ac:picMkLst>
            <pc:docMk/>
            <pc:sldMk cId="0" sldId="381"/>
            <ac:picMk id="5" creationId="{1A156068-8A59-FDC1-FE16-B3694A4079CB}"/>
          </ac:picMkLst>
        </pc:picChg>
        <pc:picChg chg="del">
          <ac:chgData name="Devinder Kaur" userId="89161a673412ba18" providerId="LiveId" clId="{4172B74B-71EC-4072-846A-938035E70E9B}" dt="2022-12-12T04:45:57.505" v="80" actId="478"/>
          <ac:picMkLst>
            <pc:docMk/>
            <pc:sldMk cId="0" sldId="381"/>
            <ac:picMk id="11266" creationId="{5F5BDA82-0BDB-4168-970A-C43691EC1F11}"/>
          </ac:picMkLst>
        </pc:picChg>
        <pc:cxnChg chg="mod">
          <ac:chgData name="Devinder Kaur" userId="89161a673412ba18" providerId="LiveId" clId="{4172B74B-71EC-4072-846A-938035E70E9B}" dt="2022-12-12T04:47:05.274" v="103" actId="1037"/>
          <ac:cxnSpMkLst>
            <pc:docMk/>
            <pc:sldMk cId="0" sldId="381"/>
            <ac:cxnSpMk id="8" creationId="{65EE6DA7-3F8E-46CE-A5B7-337A4278EAE8}"/>
          </ac:cxnSpMkLst>
        </pc:cxn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2429871484" sldId="383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2429871484" sldId="383"/>
            <ac:spMk id="2" creationId="{EDC59F10-0469-41D9-A47C-F060815BBF23}"/>
          </ac:spMkLst>
        </pc:spChg>
      </pc:sldChg>
      <pc:sldChg chg="delSp modSp mod modTransition">
        <pc:chgData name="Devinder Kaur" userId="89161a673412ba18" providerId="LiveId" clId="{4172B74B-71EC-4072-846A-938035E70E9B}" dt="2022-12-12T04:48:50.035" v="114"/>
        <pc:sldMkLst>
          <pc:docMk/>
          <pc:sldMk cId="2629433958" sldId="384"/>
        </pc:sldMkLst>
        <pc:spChg chg="mod">
          <ac:chgData name="Devinder Kaur" userId="89161a673412ba18" providerId="LiveId" clId="{4172B74B-71EC-4072-846A-938035E70E9B}" dt="2022-12-12T04:48:38.783" v="109" actId="122"/>
          <ac:spMkLst>
            <pc:docMk/>
            <pc:sldMk cId="2629433958" sldId="384"/>
            <ac:spMk id="2" creationId="{5D9BF78F-FE31-4602-962F-AF0650079619}"/>
          </ac:spMkLst>
        </pc:spChg>
        <pc:spChg chg="del mod">
          <ac:chgData name="Devinder Kaur" userId="89161a673412ba18" providerId="LiveId" clId="{4172B74B-71EC-4072-846A-938035E70E9B}" dt="2022-12-12T04:44:11.581" v="70" actId="478"/>
          <ac:spMkLst>
            <pc:docMk/>
            <pc:sldMk cId="2629433958" sldId="384"/>
            <ac:spMk id="3" creationId="{434A52C3-43CE-43F4-AD4D-FCD6D294DA3A}"/>
          </ac:spMkLst>
        </pc:spChg>
        <pc:spChg chg="mod">
          <ac:chgData name="Devinder Kaur" userId="89161a673412ba18" providerId="LiveId" clId="{4172B74B-71EC-4072-846A-938035E70E9B}" dt="2022-12-12T04:48:50.035" v="114"/>
          <ac:spMkLst>
            <pc:docMk/>
            <pc:sldMk cId="2629433958" sldId="384"/>
            <ac:spMk id="4" creationId="{13587ED1-765C-43BE-9B03-E727509E9616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3586755785" sldId="385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3586755785" sldId="385"/>
            <ac:spMk id="2" creationId="{8FBEB02C-65C5-4B06-A68B-7B530CE41835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2607301225" sldId="386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2607301225" sldId="386"/>
            <ac:spMk id="2" creationId="{CC19CA77-C156-4D7A-A156-EA4EF9A6BDAF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692539763" sldId="387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692539763" sldId="387"/>
            <ac:spMk id="2" creationId="{994A17E5-C5DA-42BA-8C36-2E04E16944E1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245409264" sldId="388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245409264" sldId="388"/>
            <ac:spMk id="2" creationId="{CF4D473B-1301-4BB5-BCCD-80E660CEE0FA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3255266913" sldId="389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3255266913" sldId="389"/>
            <ac:spMk id="2" creationId="{C4A89ED1-4F8C-4439-B656-CA313A89FA7E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175309336" sldId="390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175309336" sldId="390"/>
            <ac:spMk id="2" creationId="{05FA603C-7507-4C52-88C5-1DD542B82F41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0" sldId="403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0" sldId="403"/>
            <ac:spMk id="11267" creationId="{F2A3BAA2-2588-43A9-8606-0FB507D22537}"/>
          </ac:spMkLst>
        </pc:spChg>
      </pc:sldChg>
      <pc:sldChg chg="modSp mod modTransition">
        <pc:chgData name="Devinder Kaur" userId="89161a673412ba18" providerId="LiveId" clId="{4172B74B-71EC-4072-846A-938035E70E9B}" dt="2022-12-12T04:59:42.249" v="145" actId="20577"/>
        <pc:sldMkLst>
          <pc:docMk/>
          <pc:sldMk cId="2009044222" sldId="404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2009044222" sldId="404"/>
            <ac:spMk id="2" creationId="{7BA07EB5-5762-43CD-A37A-0258A90C5409}"/>
          </ac:spMkLst>
        </pc:spChg>
        <pc:graphicFrameChg chg="mod">
          <ac:chgData name="Devinder Kaur" userId="89161a673412ba18" providerId="LiveId" clId="{4172B74B-71EC-4072-846A-938035E70E9B}" dt="2022-12-12T04:59:42.249" v="145" actId="20577"/>
          <ac:graphicFrameMkLst>
            <pc:docMk/>
            <pc:sldMk cId="2009044222" sldId="404"/>
            <ac:graphicFrameMk id="3" creationId="{1DA7C113-304B-4631-B5F8-5103F817606B}"/>
          </ac:graphicFrameMkLst>
        </pc:graphicFrame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1057802568" sldId="405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1057802568" sldId="405"/>
            <ac:spMk id="2" creationId="{9F8D127E-19EC-451C-96A2-03FDF2FC2994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720155241" sldId="406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720155241" sldId="406"/>
            <ac:spMk id="2" creationId="{42BCA45D-BF66-4B2C-A9A0-137F8FF7D970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410068883" sldId="407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410068883" sldId="407"/>
            <ac:spMk id="2" creationId="{8F339B13-EC3F-4B31-9632-018CEB765864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1564978313" sldId="408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1564978313" sldId="408"/>
            <ac:spMk id="2" creationId="{36F60186-BC7D-4DA5-945C-5119F1EF844D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3248160990" sldId="409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3248160990" sldId="409"/>
            <ac:spMk id="2" creationId="{DC71D5CC-484C-40E2-B3CC-3D3F2BFE3011}"/>
          </ac:spMkLst>
        </pc:spChg>
      </pc:sldChg>
      <pc:sldChg chg="new">
        <pc:chgData name="Devinder Kaur" userId="89161a673412ba18" providerId="LiveId" clId="{4172B74B-71EC-4072-846A-938035E70E9B}" dt="2022-12-12T04:54:26.576" v="143" actId="680"/>
        <pc:sldMkLst>
          <pc:docMk/>
          <pc:sldMk cId="2272080601" sldId="410"/>
        </pc:sldMkLst>
      </pc:sldChg>
      <pc:sldMasterChg chg="modTransition modSldLayout">
        <pc:chgData name="Devinder Kaur" userId="89161a673412ba18" providerId="LiveId" clId="{4172B74B-71EC-4072-846A-938035E70E9B}" dt="2022-12-12T04:48:50.035" v="114"/>
        <pc:sldMasterMkLst>
          <pc:docMk/>
          <pc:sldMasterMk cId="75793302" sldId="2147483701"/>
        </pc:sldMasterMkLst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3333391393" sldId="2147483674"/>
            <pc:sldLayoutMk cId="3974081683" sldId="2147483660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1298161766" sldId="2147483702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3789035251" sldId="2147483703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3633910142" sldId="2147483704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1354088015" sldId="2147483705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3847000962" sldId="2147483706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1110444851" sldId="2147483707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4246063388" sldId="2147483708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24256086" sldId="2147483709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2373304434" sldId="2147483710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4263663195" sldId="2147483716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858964240" sldId="2147483717"/>
          </pc:sldLayoutMkLst>
        </pc:sldLayoutChg>
      </pc:sldMasterChg>
    </pc:docChg>
  </pc:docChgLst>
  <pc:docChgLst>
    <pc:chgData name="Devinder Kaur" userId="89161a673412ba18" providerId="LiveId" clId="{593FBF63-D992-468E-AEDF-5A46993AF8FA}"/>
    <pc:docChg chg="undo custSel addSld delSld modSld sldOrd">
      <pc:chgData name="Devinder Kaur" userId="89161a673412ba18" providerId="LiveId" clId="{593FBF63-D992-468E-AEDF-5A46993AF8FA}" dt="2023-01-03T05:37:38.494" v="6247" actId="20577"/>
      <pc:docMkLst>
        <pc:docMk/>
      </pc:docMkLst>
      <pc:sldChg chg="modSp del mod">
        <pc:chgData name="Devinder Kaur" userId="89161a673412ba18" providerId="LiveId" clId="{593FBF63-D992-468E-AEDF-5A46993AF8FA}" dt="2022-12-26T12:09:47.047" v="4475" actId="47"/>
        <pc:sldMkLst>
          <pc:docMk/>
          <pc:sldMk cId="1147994869" sldId="257"/>
        </pc:sldMkLst>
        <pc:spChg chg="mod">
          <ac:chgData name="Devinder Kaur" userId="89161a673412ba18" providerId="LiveId" clId="{593FBF63-D992-468E-AEDF-5A46993AF8FA}" dt="2022-12-26T11:50:34.473" v="4307" actId="403"/>
          <ac:spMkLst>
            <pc:docMk/>
            <pc:sldMk cId="1147994869" sldId="257"/>
            <ac:spMk id="2" creationId="{00000000-0000-0000-0000-000000000000}"/>
          </ac:spMkLst>
        </pc:spChg>
        <pc:picChg chg="mod">
          <ac:chgData name="Devinder Kaur" userId="89161a673412ba18" providerId="LiveId" clId="{593FBF63-D992-468E-AEDF-5A46993AF8FA}" dt="2022-12-26T11:51:00.422" v="4317" actId="1036"/>
          <ac:picMkLst>
            <pc:docMk/>
            <pc:sldMk cId="1147994869" sldId="257"/>
            <ac:picMk id="3" creationId="{00000000-0000-0000-0000-000000000000}"/>
          </ac:picMkLst>
        </pc:picChg>
      </pc:sldChg>
      <pc:sldChg chg="delSp modSp mod">
        <pc:chgData name="Devinder Kaur" userId="89161a673412ba18" providerId="LiveId" clId="{593FBF63-D992-468E-AEDF-5A46993AF8FA}" dt="2022-12-26T12:25:07.341" v="4652" actId="1076"/>
        <pc:sldMkLst>
          <pc:docMk/>
          <pc:sldMk cId="4205432921" sldId="258"/>
        </pc:sldMkLst>
        <pc:spChg chg="del mod">
          <ac:chgData name="Devinder Kaur" userId="89161a673412ba18" providerId="LiveId" clId="{593FBF63-D992-468E-AEDF-5A46993AF8FA}" dt="2022-12-26T12:14:55.446" v="4530" actId="478"/>
          <ac:spMkLst>
            <pc:docMk/>
            <pc:sldMk cId="4205432921" sldId="258"/>
            <ac:spMk id="2" creationId="{00000000-0000-0000-0000-000000000000}"/>
          </ac:spMkLst>
        </pc:spChg>
        <pc:picChg chg="mod">
          <ac:chgData name="Devinder Kaur" userId="89161a673412ba18" providerId="LiveId" clId="{593FBF63-D992-468E-AEDF-5A46993AF8FA}" dt="2022-12-26T12:25:07.341" v="4652" actId="1076"/>
          <ac:picMkLst>
            <pc:docMk/>
            <pc:sldMk cId="4205432921" sldId="258"/>
            <ac:picMk id="3" creationId="{00000000-0000-0000-0000-000000000000}"/>
          </ac:picMkLst>
        </pc:picChg>
      </pc:sldChg>
      <pc:sldChg chg="del">
        <pc:chgData name="Devinder Kaur" userId="89161a673412ba18" providerId="LiveId" clId="{593FBF63-D992-468E-AEDF-5A46993AF8FA}" dt="2022-12-26T12:25:12.390" v="4653" actId="47"/>
        <pc:sldMkLst>
          <pc:docMk/>
          <pc:sldMk cId="1014517788" sldId="260"/>
        </pc:sldMkLst>
      </pc:sldChg>
      <pc:sldChg chg="del">
        <pc:chgData name="Devinder Kaur" userId="89161a673412ba18" providerId="LiveId" clId="{593FBF63-D992-468E-AEDF-5A46993AF8FA}" dt="2022-12-26T12:17:59.671" v="4545" actId="47"/>
        <pc:sldMkLst>
          <pc:docMk/>
          <pc:sldMk cId="2591939116" sldId="261"/>
        </pc:sldMkLst>
      </pc:sldChg>
      <pc:sldChg chg="del">
        <pc:chgData name="Devinder Kaur" userId="89161a673412ba18" providerId="LiveId" clId="{593FBF63-D992-468E-AEDF-5A46993AF8FA}" dt="2022-12-26T12:40:00.502" v="4908" actId="47"/>
        <pc:sldMkLst>
          <pc:docMk/>
          <pc:sldMk cId="842483852" sldId="262"/>
        </pc:sldMkLst>
      </pc:sldChg>
      <pc:sldChg chg="del">
        <pc:chgData name="Devinder Kaur" userId="89161a673412ba18" providerId="LiveId" clId="{593FBF63-D992-468E-AEDF-5A46993AF8FA}" dt="2022-12-26T12:48:23.056" v="4924" actId="47"/>
        <pc:sldMkLst>
          <pc:docMk/>
          <pc:sldMk cId="128660476" sldId="263"/>
        </pc:sldMkLst>
      </pc:sldChg>
      <pc:sldChg chg="del">
        <pc:chgData name="Devinder Kaur" userId="89161a673412ba18" providerId="LiveId" clId="{593FBF63-D992-468E-AEDF-5A46993AF8FA}" dt="2022-12-26T13:20:33.361" v="4993" actId="47"/>
        <pc:sldMkLst>
          <pc:docMk/>
          <pc:sldMk cId="567506729" sldId="264"/>
        </pc:sldMkLst>
      </pc:sldChg>
      <pc:sldChg chg="del">
        <pc:chgData name="Devinder Kaur" userId="89161a673412ba18" providerId="LiveId" clId="{593FBF63-D992-468E-AEDF-5A46993AF8FA}" dt="2022-12-26T13:27:56.610" v="5014" actId="47"/>
        <pc:sldMkLst>
          <pc:docMk/>
          <pc:sldMk cId="735275659" sldId="265"/>
        </pc:sldMkLst>
      </pc:sldChg>
      <pc:sldChg chg="modSp add mod modTransition">
        <pc:chgData name="Devinder Kaur" userId="89161a673412ba18" providerId="LiveId" clId="{593FBF63-D992-468E-AEDF-5A46993AF8FA}" dt="2022-12-27T05:44:09.142" v="5115" actId="14100"/>
        <pc:sldMkLst>
          <pc:docMk/>
          <pc:sldMk cId="0" sldId="280"/>
        </pc:sldMkLst>
        <pc:picChg chg="mod">
          <ac:chgData name="Devinder Kaur" userId="89161a673412ba18" providerId="LiveId" clId="{593FBF63-D992-468E-AEDF-5A46993AF8FA}" dt="2022-12-27T05:44:09.142" v="5115" actId="14100"/>
          <ac:picMkLst>
            <pc:docMk/>
            <pc:sldMk cId="0" sldId="280"/>
            <ac:picMk id="2" creationId="{00000000-0000-0000-0000-000000000000}"/>
          </ac:picMkLst>
        </pc:picChg>
      </pc:sldChg>
      <pc:sldChg chg="addSp delSp modSp mod">
        <pc:chgData name="Devinder Kaur" userId="89161a673412ba18" providerId="LiveId" clId="{593FBF63-D992-468E-AEDF-5A46993AF8FA}" dt="2022-12-22T19:26:51.998" v="3684" actId="1037"/>
        <pc:sldMkLst>
          <pc:docMk/>
          <pc:sldMk cId="1483447134" sldId="281"/>
        </pc:sldMkLst>
        <pc:spChg chg="mod">
          <ac:chgData name="Devinder Kaur" userId="89161a673412ba18" providerId="LiveId" clId="{593FBF63-D992-468E-AEDF-5A46993AF8FA}" dt="2022-12-21T15:31:12.857" v="2825" actId="1035"/>
          <ac:spMkLst>
            <pc:docMk/>
            <pc:sldMk cId="1483447134" sldId="281"/>
            <ac:spMk id="4" creationId="{00000000-0000-0000-0000-000000000000}"/>
          </ac:spMkLst>
        </pc:spChg>
        <pc:graphicFrameChg chg="add mod modGraphic">
          <ac:chgData name="Devinder Kaur" userId="89161a673412ba18" providerId="LiveId" clId="{593FBF63-D992-468E-AEDF-5A46993AF8FA}" dt="2022-12-22T19:26:51.998" v="3684" actId="1037"/>
          <ac:graphicFrameMkLst>
            <pc:docMk/>
            <pc:sldMk cId="1483447134" sldId="281"/>
            <ac:graphicFrameMk id="2" creationId="{9861CEE4-DA08-F0EF-F783-FFF7D2FB8CDD}"/>
          </ac:graphicFrameMkLst>
        </pc:graphicFrameChg>
        <pc:picChg chg="add del mod">
          <ac:chgData name="Devinder Kaur" userId="89161a673412ba18" providerId="LiveId" clId="{593FBF63-D992-468E-AEDF-5A46993AF8FA}" dt="2022-12-22T19:25:03.836" v="3666" actId="478"/>
          <ac:picMkLst>
            <pc:docMk/>
            <pc:sldMk cId="1483447134" sldId="281"/>
            <ac:picMk id="3" creationId="{9591C9E8-2F08-5D10-9777-6577935E67CD}"/>
          </ac:picMkLst>
        </pc:picChg>
        <pc:picChg chg="mod">
          <ac:chgData name="Devinder Kaur" userId="89161a673412ba18" providerId="LiveId" clId="{593FBF63-D992-468E-AEDF-5A46993AF8FA}" dt="2022-12-21T15:30:34.544" v="2751" actId="14100"/>
          <ac:picMkLst>
            <pc:docMk/>
            <pc:sldMk cId="1483447134" sldId="281"/>
            <ac:picMk id="5122" creationId="{00000000-0000-0000-0000-000000000000}"/>
          </ac:picMkLst>
        </pc:picChg>
      </pc:sldChg>
      <pc:sldChg chg="modSp mod">
        <pc:chgData name="Devinder Kaur" userId="89161a673412ba18" providerId="LiveId" clId="{593FBF63-D992-468E-AEDF-5A46993AF8FA}" dt="2022-12-27T06:28:04.859" v="5131" actId="20577"/>
        <pc:sldMkLst>
          <pc:docMk/>
          <pc:sldMk cId="3361918424" sldId="308"/>
        </pc:sldMkLst>
        <pc:spChg chg="mod">
          <ac:chgData name="Devinder Kaur" userId="89161a673412ba18" providerId="LiveId" clId="{593FBF63-D992-468E-AEDF-5A46993AF8FA}" dt="2022-12-26T13:28:11.531" v="5015" actId="207"/>
          <ac:spMkLst>
            <pc:docMk/>
            <pc:sldMk cId="3361918424" sldId="308"/>
            <ac:spMk id="2" creationId="{00000000-0000-0000-0000-000000000000}"/>
          </ac:spMkLst>
        </pc:spChg>
        <pc:spChg chg="mod">
          <ac:chgData name="Devinder Kaur" userId="89161a673412ba18" providerId="LiveId" clId="{593FBF63-D992-468E-AEDF-5A46993AF8FA}" dt="2022-12-27T06:28:04.859" v="5131" actId="20577"/>
          <ac:spMkLst>
            <pc:docMk/>
            <pc:sldMk cId="3361918424" sldId="308"/>
            <ac:spMk id="3" creationId="{00000000-0000-0000-0000-000000000000}"/>
          </ac:spMkLst>
        </pc:spChg>
      </pc:sldChg>
      <pc:sldChg chg="modSp mod">
        <pc:chgData name="Devinder Kaur" userId="89161a673412ba18" providerId="LiveId" clId="{593FBF63-D992-468E-AEDF-5A46993AF8FA}" dt="2022-12-21T16:15:49.315" v="3140" actId="207"/>
        <pc:sldMkLst>
          <pc:docMk/>
          <pc:sldMk cId="2429871484" sldId="383"/>
        </pc:sldMkLst>
        <pc:spChg chg="mod">
          <ac:chgData name="Devinder Kaur" userId="89161a673412ba18" providerId="LiveId" clId="{593FBF63-D992-468E-AEDF-5A46993AF8FA}" dt="2022-12-21T16:15:49.315" v="3140" actId="207"/>
          <ac:spMkLst>
            <pc:docMk/>
            <pc:sldMk cId="2429871484" sldId="383"/>
            <ac:spMk id="3" creationId="{E540A539-1310-4D21-9FC1-E792ADB6FF91}"/>
          </ac:spMkLst>
        </pc:spChg>
      </pc:sldChg>
      <pc:sldChg chg="addSp modSp mod">
        <pc:chgData name="Devinder Kaur" userId="89161a673412ba18" providerId="LiveId" clId="{593FBF63-D992-468E-AEDF-5A46993AF8FA}" dt="2022-12-26T13:30:03.322" v="5025" actId="207"/>
        <pc:sldMkLst>
          <pc:docMk/>
          <pc:sldMk cId="2629433958" sldId="384"/>
        </pc:sldMkLst>
        <pc:spChg chg="mod">
          <ac:chgData name="Devinder Kaur" userId="89161a673412ba18" providerId="LiveId" clId="{593FBF63-D992-468E-AEDF-5A46993AF8FA}" dt="2022-12-26T13:30:03.322" v="5025" actId="207"/>
          <ac:spMkLst>
            <pc:docMk/>
            <pc:sldMk cId="2629433958" sldId="384"/>
            <ac:spMk id="2" creationId="{5D9BF78F-FE31-4602-962F-AF0650079619}"/>
          </ac:spMkLst>
        </pc:spChg>
        <pc:spChg chg="add mod">
          <ac:chgData name="Devinder Kaur" userId="89161a673412ba18" providerId="LiveId" clId="{593FBF63-D992-468E-AEDF-5A46993AF8FA}" dt="2022-12-21T14:25:08.358" v="2448" actId="113"/>
          <ac:spMkLst>
            <pc:docMk/>
            <pc:sldMk cId="2629433958" sldId="384"/>
            <ac:spMk id="3" creationId="{469B83F6-5B34-E6E4-B788-84D8A6136EDD}"/>
          </ac:spMkLst>
        </pc:spChg>
      </pc:sldChg>
      <pc:sldChg chg="del">
        <pc:chgData name="Devinder Kaur" userId="89161a673412ba18" providerId="LiveId" clId="{593FBF63-D992-468E-AEDF-5A46993AF8FA}" dt="2022-12-20T08:01:47.207" v="116" actId="47"/>
        <pc:sldMkLst>
          <pc:docMk/>
          <pc:sldMk cId="3586755785" sldId="385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2607301225" sldId="386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692539763" sldId="387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245409264" sldId="388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3255266913" sldId="389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175309336" sldId="390"/>
        </pc:sldMkLst>
      </pc:sldChg>
      <pc:sldChg chg="addSp delSp modSp mod ord">
        <pc:chgData name="Devinder Kaur" userId="89161a673412ba18" providerId="LiveId" clId="{593FBF63-D992-468E-AEDF-5A46993AF8FA}" dt="2022-12-21T14:24:00.146" v="2406" actId="1076"/>
        <pc:sldMkLst>
          <pc:docMk/>
          <pc:sldMk cId="2009044222" sldId="404"/>
        </pc:sldMkLst>
        <pc:graphicFrameChg chg="mod">
          <ac:chgData name="Devinder Kaur" userId="89161a673412ba18" providerId="LiveId" clId="{593FBF63-D992-468E-AEDF-5A46993AF8FA}" dt="2022-12-21T14:23:47.562" v="2405"/>
          <ac:graphicFrameMkLst>
            <pc:docMk/>
            <pc:sldMk cId="2009044222" sldId="404"/>
            <ac:graphicFrameMk id="3" creationId="{1DA7C113-304B-4631-B5F8-5103F817606B}"/>
          </ac:graphicFrameMkLst>
        </pc:graphicFrameChg>
        <pc:picChg chg="add del mod">
          <ac:chgData name="Devinder Kaur" userId="89161a673412ba18" providerId="LiveId" clId="{593FBF63-D992-468E-AEDF-5A46993AF8FA}" dt="2022-12-20T07:58:57.886" v="92" actId="478"/>
          <ac:picMkLst>
            <pc:docMk/>
            <pc:sldMk cId="2009044222" sldId="404"/>
            <ac:picMk id="4" creationId="{32658943-A847-8F77-EB90-EF9C552DB939}"/>
          </ac:picMkLst>
        </pc:picChg>
        <pc:picChg chg="del">
          <ac:chgData name="Devinder Kaur" userId="89161a673412ba18" providerId="LiveId" clId="{593FBF63-D992-468E-AEDF-5A46993AF8FA}" dt="2022-12-21T14:05:11.882" v="2014"/>
          <ac:picMkLst>
            <pc:docMk/>
            <pc:sldMk cId="2009044222" sldId="404"/>
            <ac:picMk id="4" creationId="{D55D04F6-60AC-17E9-1C90-C950F187A7D4}"/>
          </ac:picMkLst>
        </pc:picChg>
        <pc:picChg chg="add mod">
          <ac:chgData name="Devinder Kaur" userId="89161a673412ba18" providerId="LiveId" clId="{593FBF63-D992-468E-AEDF-5A46993AF8FA}" dt="2022-12-21T14:24:00.146" v="2406" actId="1076"/>
          <ac:picMkLst>
            <pc:docMk/>
            <pc:sldMk cId="2009044222" sldId="404"/>
            <ac:picMk id="1026" creationId="{99A5EE5C-ADC0-0F6A-03C8-5A97A8FD5E33}"/>
          </ac:picMkLst>
        </pc:picChg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1057802568" sldId="405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720155241" sldId="406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410068883" sldId="407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1564978313" sldId="408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3248160990" sldId="409"/>
        </pc:sldMkLst>
      </pc:sldChg>
      <pc:sldChg chg="addSp delSp modSp mod">
        <pc:chgData name="Devinder Kaur" userId="89161a673412ba18" providerId="LiveId" clId="{593FBF63-D992-468E-AEDF-5A46993AF8FA}" dt="2022-12-22T19:18:54.801" v="3623" actId="255"/>
        <pc:sldMkLst>
          <pc:docMk/>
          <pc:sldMk cId="2272080601" sldId="410"/>
        </pc:sldMkLst>
        <pc:graphicFrameChg chg="add mod modGraphic">
          <ac:chgData name="Devinder Kaur" userId="89161a673412ba18" providerId="LiveId" clId="{593FBF63-D992-468E-AEDF-5A46993AF8FA}" dt="2022-12-22T19:18:54.801" v="3623" actId="255"/>
          <ac:graphicFrameMkLst>
            <pc:docMk/>
            <pc:sldMk cId="2272080601" sldId="410"/>
            <ac:graphicFrameMk id="3" creationId="{DA0F766B-2B78-49E7-7F82-9A3669BDF5DF}"/>
          </ac:graphicFrameMkLst>
        </pc:graphicFrameChg>
        <pc:picChg chg="add del mod">
          <ac:chgData name="Devinder Kaur" userId="89161a673412ba18" providerId="LiveId" clId="{593FBF63-D992-468E-AEDF-5A46993AF8FA}" dt="2022-12-20T10:36:31.921" v="882" actId="478"/>
          <ac:picMkLst>
            <pc:docMk/>
            <pc:sldMk cId="2272080601" sldId="410"/>
            <ac:picMk id="4" creationId="{12B591FA-AD76-7674-E632-BA440F393D66}"/>
          </ac:picMkLst>
        </pc:picChg>
      </pc:sldChg>
      <pc:sldChg chg="addSp delSp modSp new del mod">
        <pc:chgData name="Devinder Kaur" userId="89161a673412ba18" providerId="LiveId" clId="{593FBF63-D992-468E-AEDF-5A46993AF8FA}" dt="2022-12-21T14:02:06.461" v="1985" actId="2696"/>
        <pc:sldMkLst>
          <pc:docMk/>
          <pc:sldMk cId="3064954720" sldId="411"/>
        </pc:sldMkLst>
        <pc:graphicFrameChg chg="add del modGraphic">
          <ac:chgData name="Devinder Kaur" userId="89161a673412ba18" providerId="LiveId" clId="{593FBF63-D992-468E-AEDF-5A46993AF8FA}" dt="2022-12-20T08:57:06.867" v="746" actId="1032"/>
          <ac:graphicFrameMkLst>
            <pc:docMk/>
            <pc:sldMk cId="3064954720" sldId="411"/>
            <ac:graphicFrameMk id="4" creationId="{35AAEAFF-BAAC-2190-2394-7EC9359CDC7D}"/>
          </ac:graphicFrameMkLst>
        </pc:graphicFrameChg>
        <pc:graphicFrameChg chg="add mod modGraphic">
          <ac:chgData name="Devinder Kaur" userId="89161a673412ba18" providerId="LiveId" clId="{593FBF63-D992-468E-AEDF-5A46993AF8FA}" dt="2022-12-21T14:01:47.547" v="1984" actId="20577"/>
          <ac:graphicFrameMkLst>
            <pc:docMk/>
            <pc:sldMk cId="3064954720" sldId="411"/>
            <ac:graphicFrameMk id="5" creationId="{0BA3EBC6-F2FD-F0AC-B448-6A322D9EEE20}"/>
          </ac:graphicFrameMkLst>
        </pc:graphicFrameChg>
        <pc:picChg chg="add mod">
          <ac:chgData name="Devinder Kaur" userId="89161a673412ba18" providerId="LiveId" clId="{593FBF63-D992-468E-AEDF-5A46993AF8FA}" dt="2022-12-20T08:57:56.563" v="782" actId="1076"/>
          <ac:picMkLst>
            <pc:docMk/>
            <pc:sldMk cId="3064954720" sldId="411"/>
            <ac:picMk id="3" creationId="{933C0593-2E53-B8CB-774D-59EC9BAA2CED}"/>
          </ac:picMkLst>
        </pc:picChg>
      </pc:sldChg>
      <pc:sldChg chg="modSp add mod ord">
        <pc:chgData name="Devinder Kaur" userId="89161a673412ba18" providerId="LiveId" clId="{593FBF63-D992-468E-AEDF-5A46993AF8FA}" dt="2022-12-21T14:03:19.886" v="1989" actId="14100"/>
        <pc:sldMkLst>
          <pc:docMk/>
          <pc:sldMk cId="3735059619" sldId="411"/>
        </pc:sldMkLst>
        <pc:graphicFrameChg chg="mod">
          <ac:chgData name="Devinder Kaur" userId="89161a673412ba18" providerId="LiveId" clId="{593FBF63-D992-468E-AEDF-5A46993AF8FA}" dt="2022-12-21T14:03:19.886" v="1989" actId="14100"/>
          <ac:graphicFrameMkLst>
            <pc:docMk/>
            <pc:sldMk cId="3735059619" sldId="411"/>
            <ac:graphicFrameMk id="5" creationId="{0BA3EBC6-F2FD-F0AC-B448-6A322D9EEE20}"/>
          </ac:graphicFrameMkLst>
        </pc:graphicFrameChg>
      </pc:sldChg>
      <pc:sldChg chg="addSp delSp modSp new mod">
        <pc:chgData name="Devinder Kaur" userId="89161a673412ba18" providerId="LiveId" clId="{593FBF63-D992-468E-AEDF-5A46993AF8FA}" dt="2022-12-21T15:13:43.009" v="2640"/>
        <pc:sldMkLst>
          <pc:docMk/>
          <pc:sldMk cId="721108421" sldId="412"/>
        </pc:sldMkLst>
        <pc:graphicFrameChg chg="add mod modGraphic">
          <ac:chgData name="Devinder Kaur" userId="89161a673412ba18" providerId="LiveId" clId="{593FBF63-D992-468E-AEDF-5A46993AF8FA}" dt="2022-12-20T10:36:24.440" v="881" actId="20577"/>
          <ac:graphicFrameMkLst>
            <pc:docMk/>
            <pc:sldMk cId="721108421" sldId="412"/>
            <ac:graphicFrameMk id="3" creationId="{6CCF1B79-1ABD-0512-6D18-3A15321283D4}"/>
          </ac:graphicFrameMkLst>
        </pc:graphicFrameChg>
        <pc:picChg chg="add mod">
          <ac:chgData name="Devinder Kaur" userId="89161a673412ba18" providerId="LiveId" clId="{593FBF63-D992-468E-AEDF-5A46993AF8FA}" dt="2022-12-20T10:35:57.831" v="876" actId="1037"/>
          <ac:picMkLst>
            <pc:docMk/>
            <pc:sldMk cId="721108421" sldId="412"/>
            <ac:picMk id="4" creationId="{9F9793D9-D869-E494-1990-C1B97C843BBD}"/>
          </ac:picMkLst>
        </pc:picChg>
        <pc:picChg chg="del">
          <ac:chgData name="Devinder Kaur" userId="89161a673412ba18" providerId="LiveId" clId="{593FBF63-D992-468E-AEDF-5A46993AF8FA}" dt="2022-12-21T15:13:43.009" v="2640"/>
          <ac:picMkLst>
            <pc:docMk/>
            <pc:sldMk cId="721108421" sldId="412"/>
            <ac:picMk id="5" creationId="{E7B2EC8E-F59F-5238-E652-1DC4DE48384D}"/>
          </ac:picMkLst>
        </pc:picChg>
      </pc:sldChg>
      <pc:sldChg chg="addSp modSp new del mod">
        <pc:chgData name="Devinder Kaur" userId="89161a673412ba18" providerId="LiveId" clId="{593FBF63-D992-468E-AEDF-5A46993AF8FA}" dt="2022-12-21T14:48:16.703" v="2499" actId="47"/>
        <pc:sldMkLst>
          <pc:docMk/>
          <pc:sldMk cId="3020941355" sldId="413"/>
        </pc:sldMkLst>
        <pc:spChg chg="mod">
          <ac:chgData name="Devinder Kaur" userId="89161a673412ba18" providerId="LiveId" clId="{593FBF63-D992-468E-AEDF-5A46993AF8FA}" dt="2022-12-20T10:50:28.983" v="1179" actId="14100"/>
          <ac:spMkLst>
            <pc:docMk/>
            <pc:sldMk cId="3020941355" sldId="413"/>
            <ac:spMk id="2" creationId="{3C400DF3-045E-780D-6939-A0EDDB027A6C}"/>
          </ac:spMkLst>
        </pc:spChg>
        <pc:graphicFrameChg chg="add mod">
          <ac:chgData name="Devinder Kaur" userId="89161a673412ba18" providerId="LiveId" clId="{593FBF63-D992-468E-AEDF-5A46993AF8FA}" dt="2022-12-20T10:48:47.309" v="1160" actId="255"/>
          <ac:graphicFrameMkLst>
            <pc:docMk/>
            <pc:sldMk cId="3020941355" sldId="413"/>
            <ac:graphicFrameMk id="4" creationId="{71FE1D5A-0423-03BE-9394-4F1F206B83B2}"/>
          </ac:graphicFrameMkLst>
        </pc:graphicFrameChg>
      </pc:sldChg>
      <pc:sldChg chg="new del">
        <pc:chgData name="Devinder Kaur" userId="89161a673412ba18" providerId="LiveId" clId="{593FBF63-D992-468E-AEDF-5A46993AF8FA}" dt="2022-12-20T10:49:22.852" v="1162" actId="680"/>
        <pc:sldMkLst>
          <pc:docMk/>
          <pc:sldMk cId="2140115198" sldId="414"/>
        </pc:sldMkLst>
      </pc:sldChg>
      <pc:sldChg chg="addSp modSp new del mod">
        <pc:chgData name="Devinder Kaur" userId="89161a673412ba18" providerId="LiveId" clId="{593FBF63-D992-468E-AEDF-5A46993AF8FA}" dt="2022-12-21T14:48:20.206" v="2500" actId="47"/>
        <pc:sldMkLst>
          <pc:docMk/>
          <pc:sldMk cId="4179594671" sldId="414"/>
        </pc:sldMkLst>
        <pc:picChg chg="add mod modCrop">
          <ac:chgData name="Devinder Kaur" userId="89161a673412ba18" providerId="LiveId" clId="{593FBF63-D992-468E-AEDF-5A46993AF8FA}" dt="2022-12-21T14:46:05.506" v="2498" actId="1076"/>
          <ac:picMkLst>
            <pc:docMk/>
            <pc:sldMk cId="4179594671" sldId="414"/>
            <ac:picMk id="3" creationId="{BDAC4822-076D-48F3-A642-0CBA6D0C16CD}"/>
          </ac:picMkLst>
        </pc:picChg>
      </pc:sldChg>
      <pc:sldChg chg="addSp modSp new mod">
        <pc:chgData name="Devinder Kaur" userId="89161a673412ba18" providerId="LiveId" clId="{593FBF63-D992-468E-AEDF-5A46993AF8FA}" dt="2022-12-22T16:43:03.654" v="3164" actId="14100"/>
        <pc:sldMkLst>
          <pc:docMk/>
          <pc:sldMk cId="3961619079" sldId="415"/>
        </pc:sldMkLst>
        <pc:spChg chg="add mod">
          <ac:chgData name="Devinder Kaur" userId="89161a673412ba18" providerId="LiveId" clId="{593FBF63-D992-468E-AEDF-5A46993AF8FA}" dt="2022-12-21T11:02:49.075" v="1830"/>
          <ac:spMkLst>
            <pc:docMk/>
            <pc:sldMk cId="3961619079" sldId="415"/>
            <ac:spMk id="5" creationId="{132BE683-2B96-E9C5-8507-EBF0801CCFDF}"/>
          </ac:spMkLst>
        </pc:spChg>
        <pc:spChg chg="add mod">
          <ac:chgData name="Devinder Kaur" userId="89161a673412ba18" providerId="LiveId" clId="{593FBF63-D992-468E-AEDF-5A46993AF8FA}" dt="2022-12-21T11:03:05.782" v="1840" actId="403"/>
          <ac:spMkLst>
            <pc:docMk/>
            <pc:sldMk cId="3961619079" sldId="415"/>
            <ac:spMk id="6" creationId="{2BA6567A-8192-F9F3-4B9C-8D94D908BFA9}"/>
          </ac:spMkLst>
        </pc:spChg>
        <pc:grpChg chg="add mod">
          <ac:chgData name="Devinder Kaur" userId="89161a673412ba18" providerId="LiveId" clId="{593FBF63-D992-468E-AEDF-5A46993AF8FA}" dt="2022-12-22T16:43:03.654" v="3164" actId="14100"/>
          <ac:grpSpMkLst>
            <pc:docMk/>
            <pc:sldMk cId="3961619079" sldId="415"/>
            <ac:grpSpMk id="4" creationId="{F1E1D362-A19C-9F77-8713-2C67B69D7C0E}"/>
          </ac:grpSpMkLst>
        </pc:grpChg>
        <pc:graphicFrameChg chg="add mod modGraphic">
          <ac:chgData name="Devinder Kaur" userId="89161a673412ba18" providerId="LiveId" clId="{593FBF63-D992-468E-AEDF-5A46993AF8FA}" dt="2022-12-22T16:42:55.410" v="3163" actId="14100"/>
          <ac:graphicFrameMkLst>
            <pc:docMk/>
            <pc:sldMk cId="3961619079" sldId="415"/>
            <ac:graphicFrameMk id="3" creationId="{AFB96CF6-E719-66E7-4CE3-859E9626AC5B}"/>
          </ac:graphicFrameMkLst>
        </pc:graphicFrameChg>
      </pc:sldChg>
      <pc:sldChg chg="addSp delSp modSp new mod ord">
        <pc:chgData name="Devinder Kaur" userId="89161a673412ba18" providerId="LiveId" clId="{593FBF63-D992-468E-AEDF-5A46993AF8FA}" dt="2022-12-21T14:58:36.445" v="2578" actId="1038"/>
        <pc:sldMkLst>
          <pc:docMk/>
          <pc:sldMk cId="49118697" sldId="416"/>
        </pc:sldMkLst>
        <pc:graphicFrameChg chg="add mod modGraphic">
          <ac:chgData name="Devinder Kaur" userId="89161a673412ba18" providerId="LiveId" clId="{593FBF63-D992-468E-AEDF-5A46993AF8FA}" dt="2022-12-21T14:58:36.445" v="2578" actId="1038"/>
          <ac:graphicFrameMkLst>
            <pc:docMk/>
            <pc:sldMk cId="49118697" sldId="416"/>
            <ac:graphicFrameMk id="3" creationId="{79C91918-FBF9-E82D-8210-A0D481EB73F4}"/>
          </ac:graphicFrameMkLst>
        </pc:graphicFrameChg>
        <pc:picChg chg="add del mod modCrop">
          <ac:chgData name="Devinder Kaur" userId="89161a673412ba18" providerId="LiveId" clId="{593FBF63-D992-468E-AEDF-5A46993AF8FA}" dt="2022-12-21T14:57:59.587" v="2567" actId="1038"/>
          <ac:picMkLst>
            <pc:docMk/>
            <pc:sldMk cId="49118697" sldId="416"/>
            <ac:picMk id="5" creationId="{6FC8D79F-A5D6-4C78-A0B6-2025D095A4F4}"/>
          </ac:picMkLst>
        </pc:picChg>
      </pc:sldChg>
      <pc:sldChg chg="addSp delSp modSp new del mod">
        <pc:chgData name="Devinder Kaur" userId="89161a673412ba18" providerId="LiveId" clId="{593FBF63-D992-468E-AEDF-5A46993AF8FA}" dt="2022-12-21T14:44:35.184" v="2490" actId="47"/>
        <pc:sldMkLst>
          <pc:docMk/>
          <pc:sldMk cId="445801884" sldId="417"/>
        </pc:sldMkLst>
        <pc:picChg chg="add del mod modCrop">
          <ac:chgData name="Devinder Kaur" userId="89161a673412ba18" providerId="LiveId" clId="{593FBF63-D992-468E-AEDF-5A46993AF8FA}" dt="2022-12-21T14:30:31.891" v="2479" actId="21"/>
          <ac:picMkLst>
            <pc:docMk/>
            <pc:sldMk cId="445801884" sldId="417"/>
            <ac:picMk id="4" creationId="{7E5B4691-407E-4DF4-9609-6DB8EDFD3907}"/>
          </ac:picMkLst>
        </pc:picChg>
      </pc:sldChg>
      <pc:sldChg chg="addSp modSp new mod">
        <pc:chgData name="Devinder Kaur" userId="89161a673412ba18" providerId="LiveId" clId="{593FBF63-D992-468E-AEDF-5A46993AF8FA}" dt="2022-12-21T14:18:25.851" v="2374" actId="20577"/>
        <pc:sldMkLst>
          <pc:docMk/>
          <pc:sldMk cId="3554156182" sldId="418"/>
        </pc:sldMkLst>
        <pc:graphicFrameChg chg="add mod modGraphic">
          <ac:chgData name="Devinder Kaur" userId="89161a673412ba18" providerId="LiveId" clId="{593FBF63-D992-468E-AEDF-5A46993AF8FA}" dt="2022-12-21T14:18:25.851" v="2374" actId="20577"/>
          <ac:graphicFrameMkLst>
            <pc:docMk/>
            <pc:sldMk cId="3554156182" sldId="418"/>
            <ac:graphicFrameMk id="3" creationId="{D2B7F5DB-6508-2E0B-7859-1119ABE582D2}"/>
          </ac:graphicFrameMkLst>
        </pc:graphicFrameChg>
      </pc:sldChg>
      <pc:sldChg chg="addSp modSp new mod">
        <pc:chgData name="Devinder Kaur" userId="89161a673412ba18" providerId="LiveId" clId="{593FBF63-D992-468E-AEDF-5A46993AF8FA}" dt="2022-12-21T14:21:45.765" v="2402" actId="14100"/>
        <pc:sldMkLst>
          <pc:docMk/>
          <pc:sldMk cId="4064358160" sldId="419"/>
        </pc:sldMkLst>
        <pc:graphicFrameChg chg="add mod modGraphic">
          <ac:chgData name="Devinder Kaur" userId="89161a673412ba18" providerId="LiveId" clId="{593FBF63-D992-468E-AEDF-5A46993AF8FA}" dt="2022-12-21T14:21:45.765" v="2402" actId="14100"/>
          <ac:graphicFrameMkLst>
            <pc:docMk/>
            <pc:sldMk cId="4064358160" sldId="419"/>
            <ac:graphicFrameMk id="3" creationId="{6A1F21F2-E638-A4D1-F1F7-46610D30702F}"/>
          </ac:graphicFrameMkLst>
        </pc:graphicFrameChg>
        <pc:picChg chg="add mod">
          <ac:chgData name="Devinder Kaur" userId="89161a673412ba18" providerId="LiveId" clId="{593FBF63-D992-468E-AEDF-5A46993AF8FA}" dt="2022-12-21T14:21:08.547" v="2399" actId="1038"/>
          <ac:picMkLst>
            <pc:docMk/>
            <pc:sldMk cId="4064358160" sldId="419"/>
            <ac:picMk id="5" creationId="{3D92F1A8-F415-350E-5477-D5709B009641}"/>
          </ac:picMkLst>
        </pc:picChg>
      </pc:sldChg>
      <pc:sldChg chg="add del modTransition">
        <pc:chgData name="Devinder Kaur" userId="89161a673412ba18" providerId="LiveId" clId="{593FBF63-D992-468E-AEDF-5A46993AF8FA}" dt="2022-12-21T13:59:07.419" v="1968" actId="2696"/>
        <pc:sldMkLst>
          <pc:docMk/>
          <pc:sldMk cId="0" sldId="427"/>
        </pc:sldMkLst>
      </pc:sldChg>
      <pc:sldChg chg="delSp modSp add del mod">
        <pc:chgData name="Devinder Kaur" userId="89161a673412ba18" providerId="LiveId" clId="{593FBF63-D992-468E-AEDF-5A46993AF8FA}" dt="2022-12-21T16:14:26.035" v="3138" actId="47"/>
        <pc:sldMkLst>
          <pc:docMk/>
          <pc:sldMk cId="2671579417" sldId="427"/>
        </pc:sldMkLst>
        <pc:spChg chg="del mod">
          <ac:chgData name="Devinder Kaur" userId="89161a673412ba18" providerId="LiveId" clId="{593FBF63-D992-468E-AEDF-5A46993AF8FA}" dt="2022-12-21T13:59:22.566" v="1971" actId="478"/>
          <ac:spMkLst>
            <pc:docMk/>
            <pc:sldMk cId="2671579417" sldId="427"/>
            <ac:spMk id="649229" creationId="{00000000-0000-0000-0000-000000000000}"/>
          </ac:spMkLst>
        </pc:spChg>
        <pc:spChg chg="mod">
          <ac:chgData name="Devinder Kaur" userId="89161a673412ba18" providerId="LiveId" clId="{593FBF63-D992-468E-AEDF-5A46993AF8FA}" dt="2022-12-21T16:11:39.271" v="3110" actId="1035"/>
          <ac:spMkLst>
            <pc:docMk/>
            <pc:sldMk cId="2671579417" sldId="427"/>
            <ac:spMk id="649244" creationId="{00000000-0000-0000-0000-000000000000}"/>
          </ac:spMkLst>
        </pc:spChg>
        <pc:picChg chg="mod">
          <ac:chgData name="Devinder Kaur" userId="89161a673412ba18" providerId="LiveId" clId="{593FBF63-D992-468E-AEDF-5A46993AF8FA}" dt="2022-12-21T13:59:53.251" v="1977" actId="12789"/>
          <ac:picMkLst>
            <pc:docMk/>
            <pc:sldMk cId="2671579417" sldId="427"/>
            <ac:picMk id="649224" creationId="{00000000-0000-0000-0000-000000000000}"/>
          </ac:picMkLst>
        </pc:picChg>
      </pc:sldChg>
      <pc:sldChg chg="addSp delSp modSp new mod">
        <pc:chgData name="Devinder Kaur" userId="89161a673412ba18" providerId="LiveId" clId="{593FBF63-D992-468E-AEDF-5A46993AF8FA}" dt="2022-12-21T14:15:44.446" v="2367" actId="20577"/>
        <pc:sldMkLst>
          <pc:docMk/>
          <pc:sldMk cId="2057572629" sldId="428"/>
        </pc:sldMkLst>
        <pc:graphicFrameChg chg="add del modGraphic">
          <ac:chgData name="Devinder Kaur" userId="89161a673412ba18" providerId="LiveId" clId="{593FBF63-D992-468E-AEDF-5A46993AF8FA}" dt="2022-12-21T14:07:27.642" v="2017" actId="1032"/>
          <ac:graphicFrameMkLst>
            <pc:docMk/>
            <pc:sldMk cId="2057572629" sldId="428"/>
            <ac:graphicFrameMk id="3" creationId="{7E35661E-A55C-31D7-77B6-BDE6B71015E0}"/>
          </ac:graphicFrameMkLst>
        </pc:graphicFrameChg>
        <pc:graphicFrameChg chg="add mod modGraphic">
          <ac:chgData name="Devinder Kaur" userId="89161a673412ba18" providerId="LiveId" clId="{593FBF63-D992-468E-AEDF-5A46993AF8FA}" dt="2022-12-21T14:15:44.446" v="2367" actId="20577"/>
          <ac:graphicFrameMkLst>
            <pc:docMk/>
            <pc:sldMk cId="2057572629" sldId="428"/>
            <ac:graphicFrameMk id="4" creationId="{70BBA918-5D08-4A06-39AE-0BBFBC93AB1D}"/>
          </ac:graphicFrameMkLst>
        </pc:graphicFrameChg>
      </pc:sldChg>
      <pc:sldChg chg="addSp modSp new mod">
        <pc:chgData name="Devinder Kaur" userId="89161a673412ba18" providerId="LiveId" clId="{593FBF63-D992-468E-AEDF-5A46993AF8FA}" dt="2022-12-21T14:31:52.298" v="2489" actId="14100"/>
        <pc:sldMkLst>
          <pc:docMk/>
          <pc:sldMk cId="1347135496" sldId="429"/>
        </pc:sldMkLst>
        <pc:graphicFrameChg chg="add mod modGraphic">
          <ac:chgData name="Devinder Kaur" userId="89161a673412ba18" providerId="LiveId" clId="{593FBF63-D992-468E-AEDF-5A46993AF8FA}" dt="2022-12-21T14:31:39.524" v="2486" actId="14100"/>
          <ac:graphicFrameMkLst>
            <pc:docMk/>
            <pc:sldMk cId="1347135496" sldId="429"/>
            <ac:graphicFrameMk id="3" creationId="{03EA9131-D642-FE1E-E452-89AE08AB654D}"/>
          </ac:graphicFrameMkLst>
        </pc:graphicFrameChg>
        <pc:picChg chg="add mod">
          <ac:chgData name="Devinder Kaur" userId="89161a673412ba18" providerId="LiveId" clId="{593FBF63-D992-468E-AEDF-5A46993AF8FA}" dt="2022-12-21T14:31:52.298" v="2489" actId="14100"/>
          <ac:picMkLst>
            <pc:docMk/>
            <pc:sldMk cId="1347135496" sldId="429"/>
            <ac:picMk id="4" creationId="{38B5F7B4-2D27-D096-E9C9-18D6F60DF686}"/>
          </ac:picMkLst>
        </pc:picChg>
      </pc:sldChg>
      <pc:sldChg chg="addSp delSp modSp new del mod">
        <pc:chgData name="Devinder Kaur" userId="89161a673412ba18" providerId="LiveId" clId="{593FBF63-D992-468E-AEDF-5A46993AF8FA}" dt="2022-12-21T14:25:46.389" v="2464" actId="47"/>
        <pc:sldMkLst>
          <pc:docMk/>
          <pc:sldMk cId="4042477226" sldId="429"/>
        </pc:sldMkLst>
        <pc:spChg chg="del mod">
          <ac:chgData name="Devinder Kaur" userId="89161a673412ba18" providerId="LiveId" clId="{593FBF63-D992-468E-AEDF-5A46993AF8FA}" dt="2022-12-21T14:24:33.352" v="2410" actId="21"/>
          <ac:spMkLst>
            <pc:docMk/>
            <pc:sldMk cId="4042477226" sldId="429"/>
            <ac:spMk id="3" creationId="{54465324-9899-B279-2089-FBEBF54CDA62}"/>
          </ac:spMkLst>
        </pc:spChg>
        <pc:spChg chg="add mod">
          <ac:chgData name="Devinder Kaur" userId="89161a673412ba18" providerId="LiveId" clId="{593FBF63-D992-468E-AEDF-5A46993AF8FA}" dt="2022-12-21T14:24:33.352" v="2410" actId="21"/>
          <ac:spMkLst>
            <pc:docMk/>
            <pc:sldMk cId="4042477226" sldId="429"/>
            <ac:spMk id="6" creationId="{A6311EA3-7CE3-C8D7-3F8D-092F15D6A74A}"/>
          </ac:spMkLst>
        </pc:spChg>
      </pc:sldChg>
      <pc:sldChg chg="addSp delSp modSp new del mod">
        <pc:chgData name="Devinder Kaur" userId="89161a673412ba18" providerId="LiveId" clId="{593FBF63-D992-468E-AEDF-5A46993AF8FA}" dt="2022-12-22T19:37:32.047" v="3722" actId="47"/>
        <pc:sldMkLst>
          <pc:docMk/>
          <pc:sldMk cId="3339181707" sldId="430"/>
        </pc:sldMkLst>
        <pc:graphicFrameChg chg="add mod modGraphic">
          <ac:chgData name="Devinder Kaur" userId="89161a673412ba18" providerId="LiveId" clId="{593FBF63-D992-468E-AEDF-5A46993AF8FA}" dt="2022-12-22T17:12:56.008" v="3243" actId="20577"/>
          <ac:graphicFrameMkLst>
            <pc:docMk/>
            <pc:sldMk cId="3339181707" sldId="430"/>
            <ac:graphicFrameMk id="3" creationId="{75B172B8-4D01-CAC9-7CE9-98F319EEA3D3}"/>
          </ac:graphicFrameMkLst>
        </pc:graphicFrameChg>
        <pc:picChg chg="add del mod">
          <ac:chgData name="Devinder Kaur" userId="89161a673412ba18" providerId="LiveId" clId="{593FBF63-D992-468E-AEDF-5A46993AF8FA}" dt="2022-12-22T17:08:45.283" v="3228" actId="478"/>
          <ac:picMkLst>
            <pc:docMk/>
            <pc:sldMk cId="3339181707" sldId="430"/>
            <ac:picMk id="4" creationId="{20CD006F-1F0E-E5EE-213C-D8A4ABE5BBBA}"/>
          </ac:picMkLst>
        </pc:picChg>
      </pc:sldChg>
      <pc:sldChg chg="addSp modSp new mod ord">
        <pc:chgData name="Devinder Kaur" userId="89161a673412ba18" providerId="LiveId" clId="{593FBF63-D992-468E-AEDF-5A46993AF8FA}" dt="2022-12-22T19:14:31.681" v="3597" actId="1038"/>
        <pc:sldMkLst>
          <pc:docMk/>
          <pc:sldMk cId="4087810962" sldId="431"/>
        </pc:sldMkLst>
        <pc:graphicFrameChg chg="add mod modGraphic">
          <ac:chgData name="Devinder Kaur" userId="89161a673412ba18" providerId="LiveId" clId="{593FBF63-D992-468E-AEDF-5A46993AF8FA}" dt="2022-12-22T19:13:47.291" v="3593" actId="20577"/>
          <ac:graphicFrameMkLst>
            <pc:docMk/>
            <pc:sldMk cId="4087810962" sldId="431"/>
            <ac:graphicFrameMk id="3" creationId="{E9C98172-7DB4-5557-F095-668075E200CE}"/>
          </ac:graphicFrameMkLst>
        </pc:graphicFrameChg>
        <pc:picChg chg="add mod modCrop">
          <ac:chgData name="Devinder Kaur" userId="89161a673412ba18" providerId="LiveId" clId="{593FBF63-D992-468E-AEDF-5A46993AF8FA}" dt="2022-12-22T19:14:31.681" v="3597" actId="1038"/>
          <ac:picMkLst>
            <pc:docMk/>
            <pc:sldMk cId="4087810962" sldId="431"/>
            <ac:picMk id="4" creationId="{CB54FE57-58B2-E048-3AC9-F85502319124}"/>
          </ac:picMkLst>
        </pc:picChg>
      </pc:sldChg>
      <pc:sldChg chg="addSp modSp new mod ord">
        <pc:chgData name="Devinder Kaur" userId="89161a673412ba18" providerId="LiveId" clId="{593FBF63-D992-468E-AEDF-5A46993AF8FA}" dt="2022-12-22T19:28:17.919" v="3687" actId="123"/>
        <pc:sldMkLst>
          <pc:docMk/>
          <pc:sldMk cId="3315912777" sldId="432"/>
        </pc:sldMkLst>
        <pc:graphicFrameChg chg="add mod modGraphic">
          <ac:chgData name="Devinder Kaur" userId="89161a673412ba18" providerId="LiveId" clId="{593FBF63-D992-468E-AEDF-5A46993AF8FA}" dt="2022-12-22T19:28:17.919" v="3687" actId="123"/>
          <ac:graphicFrameMkLst>
            <pc:docMk/>
            <pc:sldMk cId="3315912777" sldId="432"/>
            <ac:graphicFrameMk id="3" creationId="{CF425BB3-6704-A945-8CB1-BD0687165D19}"/>
          </ac:graphicFrameMkLst>
        </pc:graphicFrameChg>
      </pc:sldChg>
      <pc:sldChg chg="new del">
        <pc:chgData name="Devinder Kaur" userId="89161a673412ba18" providerId="LiveId" clId="{593FBF63-D992-468E-AEDF-5A46993AF8FA}" dt="2022-12-22T16:46:15.409" v="3165" actId="47"/>
        <pc:sldMkLst>
          <pc:docMk/>
          <pc:sldMk cId="1296236427" sldId="433"/>
        </pc:sldMkLst>
      </pc:sldChg>
      <pc:sldChg chg="addSp modSp new mod">
        <pc:chgData name="Devinder Kaur" userId="89161a673412ba18" providerId="LiveId" clId="{593FBF63-D992-468E-AEDF-5A46993AF8FA}" dt="2022-12-22T19:37:50.252" v="3724" actId="14100"/>
        <pc:sldMkLst>
          <pc:docMk/>
          <pc:sldMk cId="733156137" sldId="434"/>
        </pc:sldMkLst>
        <pc:picChg chg="add mod modCrop">
          <ac:chgData name="Devinder Kaur" userId="89161a673412ba18" providerId="LiveId" clId="{593FBF63-D992-468E-AEDF-5A46993AF8FA}" dt="2022-12-22T19:37:50.252" v="3724" actId="14100"/>
          <ac:picMkLst>
            <pc:docMk/>
            <pc:sldMk cId="733156137" sldId="434"/>
            <ac:picMk id="3" creationId="{18497A63-82FF-851D-6870-CA8E19E8C25C}"/>
          </ac:picMkLst>
        </pc:picChg>
      </pc:sldChg>
      <pc:sldChg chg="modSp new mod">
        <pc:chgData name="Devinder Kaur" userId="89161a673412ba18" providerId="LiveId" clId="{593FBF63-D992-468E-AEDF-5A46993AF8FA}" dt="2022-12-26T13:29:53.746" v="5024" actId="207"/>
        <pc:sldMkLst>
          <pc:docMk/>
          <pc:sldMk cId="1733337031" sldId="435"/>
        </pc:sldMkLst>
        <pc:spChg chg="mod">
          <ac:chgData name="Devinder Kaur" userId="89161a673412ba18" providerId="LiveId" clId="{593FBF63-D992-468E-AEDF-5A46993AF8FA}" dt="2022-12-26T13:29:53.746" v="5024" actId="207"/>
          <ac:spMkLst>
            <pc:docMk/>
            <pc:sldMk cId="1733337031" sldId="435"/>
            <ac:spMk id="2" creationId="{68A9F905-3E37-9E5A-6791-B7F470F0B0B2}"/>
          </ac:spMkLst>
        </pc:spChg>
      </pc:sldChg>
      <pc:sldChg chg="new del">
        <pc:chgData name="Devinder Kaur" userId="89161a673412ba18" providerId="LiveId" clId="{593FBF63-D992-468E-AEDF-5A46993AF8FA}" dt="2022-12-22T16:52:48.406" v="3167" actId="47"/>
        <pc:sldMkLst>
          <pc:docMk/>
          <pc:sldMk cId="2301084088" sldId="435"/>
        </pc:sldMkLst>
      </pc:sldChg>
      <pc:sldChg chg="new del">
        <pc:chgData name="Devinder Kaur" userId="89161a673412ba18" providerId="LiveId" clId="{593FBF63-D992-468E-AEDF-5A46993AF8FA}" dt="2022-12-22T17:38:22.616" v="3370" actId="47"/>
        <pc:sldMkLst>
          <pc:docMk/>
          <pc:sldMk cId="867839743" sldId="436"/>
        </pc:sldMkLst>
      </pc:sldChg>
      <pc:sldChg chg="addSp modSp new del mod">
        <pc:chgData name="Devinder Kaur" userId="89161a673412ba18" providerId="LiveId" clId="{593FBF63-D992-468E-AEDF-5A46993AF8FA}" dt="2022-12-26T11:24:15.856" v="4158" actId="47"/>
        <pc:sldMkLst>
          <pc:docMk/>
          <pc:sldMk cId="3576772903" sldId="436"/>
        </pc:sldMkLst>
        <pc:graphicFrameChg chg="add mod modGraphic">
          <ac:chgData name="Devinder Kaur" userId="89161a673412ba18" providerId="LiveId" clId="{593FBF63-D992-468E-AEDF-5A46993AF8FA}" dt="2022-12-26T11:20:14.308" v="4142"/>
          <ac:graphicFrameMkLst>
            <pc:docMk/>
            <pc:sldMk cId="3576772903" sldId="436"/>
            <ac:graphicFrameMk id="3" creationId="{73CF97CF-0223-8DB0-A311-B957CC7A2A95}"/>
          </ac:graphicFrameMkLst>
        </pc:graphicFrameChg>
      </pc:sldChg>
      <pc:sldChg chg="addSp modSp new del mod">
        <pc:chgData name="Devinder Kaur" userId="89161a673412ba18" providerId="LiveId" clId="{593FBF63-D992-468E-AEDF-5A46993AF8FA}" dt="2022-12-24T09:04:15.943" v="3823" actId="47"/>
        <pc:sldMkLst>
          <pc:docMk/>
          <pc:sldMk cId="138956978" sldId="437"/>
        </pc:sldMkLst>
        <pc:graphicFrameChg chg="add mod modGraphic">
          <ac:chgData name="Devinder Kaur" userId="89161a673412ba18" providerId="LiveId" clId="{593FBF63-D992-468E-AEDF-5A46993AF8FA}" dt="2022-12-22T19:24:04.794" v="3665" actId="14100"/>
          <ac:graphicFrameMkLst>
            <pc:docMk/>
            <pc:sldMk cId="138956978" sldId="437"/>
            <ac:graphicFrameMk id="3" creationId="{80B84171-6231-7C0B-7785-FDFD4CB8322C}"/>
          </ac:graphicFrameMkLst>
        </pc:graphicFrameChg>
      </pc:sldChg>
      <pc:sldChg chg="addSp modSp new mod">
        <pc:chgData name="Devinder Kaur" userId="89161a673412ba18" providerId="LiveId" clId="{593FBF63-D992-468E-AEDF-5A46993AF8FA}" dt="2022-12-22T19:34:36.165" v="3721" actId="403"/>
        <pc:sldMkLst>
          <pc:docMk/>
          <pc:sldMk cId="1122157747" sldId="438"/>
        </pc:sldMkLst>
        <pc:graphicFrameChg chg="add mod modGraphic">
          <ac:chgData name="Devinder Kaur" userId="89161a673412ba18" providerId="LiveId" clId="{593FBF63-D992-468E-AEDF-5A46993AF8FA}" dt="2022-12-22T19:34:36.165" v="3721" actId="403"/>
          <ac:graphicFrameMkLst>
            <pc:docMk/>
            <pc:sldMk cId="1122157747" sldId="438"/>
            <ac:graphicFrameMk id="3" creationId="{FB3F90A8-95D0-D5C8-5B43-0D8A42F338D1}"/>
          </ac:graphicFrameMkLst>
        </pc:graphicFrameChg>
      </pc:sldChg>
      <pc:sldChg chg="addSp modSp new mod">
        <pc:chgData name="Devinder Kaur" userId="89161a673412ba18" providerId="LiveId" clId="{593FBF63-D992-468E-AEDF-5A46993AF8FA}" dt="2022-12-27T08:38:23.278" v="5379"/>
        <pc:sldMkLst>
          <pc:docMk/>
          <pc:sldMk cId="2752845671" sldId="439"/>
        </pc:sldMkLst>
        <pc:graphicFrameChg chg="add mod modGraphic">
          <ac:chgData name="Devinder Kaur" userId="89161a673412ba18" providerId="LiveId" clId="{593FBF63-D992-468E-AEDF-5A46993AF8FA}" dt="2022-12-27T08:38:23.278" v="5379"/>
          <ac:graphicFrameMkLst>
            <pc:docMk/>
            <pc:sldMk cId="2752845671" sldId="439"/>
            <ac:graphicFrameMk id="3" creationId="{A8768662-9C0B-6040-66F8-B2D30B63D2DD}"/>
          </ac:graphicFrameMkLst>
        </pc:graphicFrameChg>
      </pc:sldChg>
      <pc:sldChg chg="modSp mod">
        <pc:chgData name="Devinder Kaur" userId="89161a673412ba18" providerId="LiveId" clId="{593FBF63-D992-468E-AEDF-5A46993AF8FA}" dt="2022-12-26T10:53:27.286" v="3868" actId="403"/>
        <pc:sldMkLst>
          <pc:docMk/>
          <pc:sldMk cId="1763960191" sldId="440"/>
        </pc:sldMkLst>
        <pc:graphicFrameChg chg="mod modGraphic">
          <ac:chgData name="Devinder Kaur" userId="89161a673412ba18" providerId="LiveId" clId="{593FBF63-D992-468E-AEDF-5A46993AF8FA}" dt="2022-12-26T10:53:27.286" v="3868" actId="403"/>
          <ac:graphicFrameMkLst>
            <pc:docMk/>
            <pc:sldMk cId="1763960191" sldId="440"/>
            <ac:graphicFrameMk id="3" creationId="{1DA7C113-304B-4631-B5F8-5103F817606B}"/>
          </ac:graphicFrameMkLst>
        </pc:graphicFrameChg>
      </pc:sldChg>
      <pc:sldChg chg="modSp new del mod">
        <pc:chgData name="Devinder Kaur" userId="89161a673412ba18" providerId="LiveId" clId="{593FBF63-D992-468E-AEDF-5A46993AF8FA}" dt="2022-12-26T10:53:12.500" v="3864" actId="47"/>
        <pc:sldMkLst>
          <pc:docMk/>
          <pc:sldMk cId="318663753" sldId="441"/>
        </pc:sldMkLst>
        <pc:spChg chg="mod">
          <ac:chgData name="Devinder Kaur" userId="89161a673412ba18" providerId="LiveId" clId="{593FBF63-D992-468E-AEDF-5A46993AF8FA}" dt="2022-12-26T10:49:48.906" v="3836" actId="14100"/>
          <ac:spMkLst>
            <pc:docMk/>
            <pc:sldMk cId="318663753" sldId="441"/>
            <ac:spMk id="2" creationId="{59EC5ECE-4440-F2CB-7B53-0F09CFACC378}"/>
          </ac:spMkLst>
        </pc:spChg>
        <pc:spChg chg="mod">
          <ac:chgData name="Devinder Kaur" userId="89161a673412ba18" providerId="LiveId" clId="{593FBF63-D992-468E-AEDF-5A46993AF8FA}" dt="2022-12-26T10:49:51.251" v="3837" actId="14100"/>
          <ac:spMkLst>
            <pc:docMk/>
            <pc:sldMk cId="318663753" sldId="441"/>
            <ac:spMk id="3" creationId="{ED33A00D-02FC-85B3-54FF-A57B748BA44C}"/>
          </ac:spMkLst>
        </pc:spChg>
      </pc:sldChg>
      <pc:sldChg chg="addSp delSp modSp new mod">
        <pc:chgData name="Devinder Kaur" userId="89161a673412ba18" providerId="LiveId" clId="{593FBF63-D992-468E-AEDF-5A46993AF8FA}" dt="2022-12-26T10:53:04.089" v="3863" actId="20577"/>
        <pc:sldMkLst>
          <pc:docMk/>
          <pc:sldMk cId="1489817926" sldId="442"/>
        </pc:sldMkLst>
        <pc:graphicFrameChg chg="add mod modGraphic">
          <ac:chgData name="Devinder Kaur" userId="89161a673412ba18" providerId="LiveId" clId="{593FBF63-D992-468E-AEDF-5A46993AF8FA}" dt="2022-12-26T10:53:04.089" v="3863" actId="20577"/>
          <ac:graphicFrameMkLst>
            <pc:docMk/>
            <pc:sldMk cId="1489817926" sldId="442"/>
            <ac:graphicFrameMk id="3" creationId="{3EE537D9-53C2-8D3A-FCF2-3817856517BE}"/>
          </ac:graphicFrameMkLst>
        </pc:graphicFrameChg>
        <pc:graphicFrameChg chg="add del mod modGraphic">
          <ac:chgData name="Devinder Kaur" userId="89161a673412ba18" providerId="LiveId" clId="{593FBF63-D992-468E-AEDF-5A46993AF8FA}" dt="2022-12-26T10:52:38.792" v="3854" actId="478"/>
          <ac:graphicFrameMkLst>
            <pc:docMk/>
            <pc:sldMk cId="1489817926" sldId="442"/>
            <ac:graphicFrameMk id="4" creationId="{C72AF7AE-DBF5-6362-7ECA-BA0ACDCDCEA6}"/>
          </ac:graphicFrameMkLst>
        </pc:graphicFrameChg>
      </pc:sldChg>
      <pc:sldChg chg="addSp delSp modSp new mod ord">
        <pc:chgData name="Devinder Kaur" userId="89161a673412ba18" providerId="LiveId" clId="{593FBF63-D992-468E-AEDF-5A46993AF8FA}" dt="2022-12-26T12:09:53.214" v="4476" actId="14100"/>
        <pc:sldMkLst>
          <pc:docMk/>
          <pc:sldMk cId="517312832" sldId="443"/>
        </pc:sldMkLst>
        <pc:graphicFrameChg chg="add mod modGraphic">
          <ac:chgData name="Devinder Kaur" userId="89161a673412ba18" providerId="LiveId" clId="{593FBF63-D992-468E-AEDF-5A46993AF8FA}" dt="2022-12-26T12:09:53.214" v="4476" actId="14100"/>
          <ac:graphicFrameMkLst>
            <pc:docMk/>
            <pc:sldMk cId="517312832" sldId="443"/>
            <ac:graphicFrameMk id="3" creationId="{14481B3D-CDB2-D70D-49D3-2C4C997A6842}"/>
          </ac:graphicFrameMkLst>
        </pc:graphicFrameChg>
        <pc:picChg chg="add del mod">
          <ac:chgData name="Devinder Kaur" userId="89161a673412ba18" providerId="LiveId" clId="{593FBF63-D992-468E-AEDF-5A46993AF8FA}" dt="2022-12-26T12:09:33.776" v="4469" actId="21"/>
          <ac:picMkLst>
            <pc:docMk/>
            <pc:sldMk cId="517312832" sldId="443"/>
            <ac:picMk id="4" creationId="{2762AC49-AAC7-3AB8-F760-13F82BA86163}"/>
          </ac:picMkLst>
        </pc:picChg>
      </pc:sldChg>
      <pc:sldChg chg="addSp modSp new mod ord">
        <pc:chgData name="Devinder Kaur" userId="89161a673412ba18" providerId="LiveId" clId="{593FBF63-D992-468E-AEDF-5A46993AF8FA}" dt="2022-12-26T13:29:33.902" v="5021"/>
        <pc:sldMkLst>
          <pc:docMk/>
          <pc:sldMk cId="3511522001" sldId="444"/>
        </pc:sldMkLst>
        <pc:graphicFrameChg chg="add mod modGraphic">
          <ac:chgData name="Devinder Kaur" userId="89161a673412ba18" providerId="LiveId" clId="{593FBF63-D992-468E-AEDF-5A46993AF8FA}" dt="2022-12-26T12:49:22.447" v="4929" actId="1076"/>
          <ac:graphicFrameMkLst>
            <pc:docMk/>
            <pc:sldMk cId="3511522001" sldId="444"/>
            <ac:graphicFrameMk id="3" creationId="{81CAD06E-2F51-A547-F1BB-F45B3D98E7B1}"/>
          </ac:graphicFrameMkLst>
        </pc:graphicFrameChg>
      </pc:sldChg>
      <pc:sldChg chg="addSp modSp new del mod">
        <pc:chgData name="Devinder Kaur" userId="89161a673412ba18" providerId="LiveId" clId="{593FBF63-D992-468E-AEDF-5A46993AF8FA}" dt="2022-12-26T11:45:29.270" v="4296" actId="47"/>
        <pc:sldMkLst>
          <pc:docMk/>
          <pc:sldMk cId="381838591" sldId="445"/>
        </pc:sldMkLst>
        <pc:graphicFrameChg chg="add mod modGraphic">
          <ac:chgData name="Devinder Kaur" userId="89161a673412ba18" providerId="LiveId" clId="{593FBF63-D992-468E-AEDF-5A46993AF8FA}" dt="2022-12-26T11:34:35.026" v="4187" actId="14100"/>
          <ac:graphicFrameMkLst>
            <pc:docMk/>
            <pc:sldMk cId="381838591" sldId="445"/>
            <ac:graphicFrameMk id="3" creationId="{2F0115FE-AEFD-0BE9-1466-DEBAA68040CB}"/>
          </ac:graphicFrameMkLst>
        </pc:graphicFrameChg>
      </pc:sldChg>
      <pc:sldChg chg="modSp new del mod">
        <pc:chgData name="Devinder Kaur" userId="89161a673412ba18" providerId="LiveId" clId="{593FBF63-D992-468E-AEDF-5A46993AF8FA}" dt="2022-12-26T11:45:25.638" v="4295" actId="47"/>
        <pc:sldMkLst>
          <pc:docMk/>
          <pc:sldMk cId="3823125471" sldId="446"/>
        </pc:sldMkLst>
        <pc:spChg chg="mod">
          <ac:chgData name="Devinder Kaur" userId="89161a673412ba18" providerId="LiveId" clId="{593FBF63-D992-468E-AEDF-5A46993AF8FA}" dt="2022-12-26T11:36:45.747" v="4202" actId="113"/>
          <ac:spMkLst>
            <pc:docMk/>
            <pc:sldMk cId="3823125471" sldId="446"/>
            <ac:spMk id="2" creationId="{FABFF4D4-D90A-13E4-B781-5BEAE5B1C089}"/>
          </ac:spMkLst>
        </pc:spChg>
        <pc:spChg chg="mod">
          <ac:chgData name="Devinder Kaur" userId="89161a673412ba18" providerId="LiveId" clId="{593FBF63-D992-468E-AEDF-5A46993AF8FA}" dt="2022-12-26T11:35:40.891" v="4195"/>
          <ac:spMkLst>
            <pc:docMk/>
            <pc:sldMk cId="3823125471" sldId="446"/>
            <ac:spMk id="3" creationId="{7290C742-4A84-3375-62AA-0A32D01E5040}"/>
          </ac:spMkLst>
        </pc:spChg>
        <pc:spChg chg="mod">
          <ac:chgData name="Devinder Kaur" userId="89161a673412ba18" providerId="LiveId" clId="{593FBF63-D992-468E-AEDF-5A46993AF8FA}" dt="2022-12-26T11:38:08.252" v="4206" actId="27636"/>
          <ac:spMkLst>
            <pc:docMk/>
            <pc:sldMk cId="3823125471" sldId="446"/>
            <ac:spMk id="4" creationId="{8BED6D94-D0A9-017F-B5D7-1D71AADE8D04}"/>
          </ac:spMkLst>
        </pc:spChg>
        <pc:spChg chg="mod">
          <ac:chgData name="Devinder Kaur" userId="89161a673412ba18" providerId="LiveId" clId="{593FBF63-D992-468E-AEDF-5A46993AF8FA}" dt="2022-12-26T11:37:20.655" v="4204" actId="20577"/>
          <ac:spMkLst>
            <pc:docMk/>
            <pc:sldMk cId="3823125471" sldId="446"/>
            <ac:spMk id="5" creationId="{3F808298-EAB8-0613-EB5C-9BAF23808D59}"/>
          </ac:spMkLst>
        </pc:spChg>
        <pc:spChg chg="mod">
          <ac:chgData name="Devinder Kaur" userId="89161a673412ba18" providerId="LiveId" clId="{593FBF63-D992-468E-AEDF-5A46993AF8FA}" dt="2022-12-26T11:38:08.252" v="4207" actId="27636"/>
          <ac:spMkLst>
            <pc:docMk/>
            <pc:sldMk cId="3823125471" sldId="446"/>
            <ac:spMk id="6" creationId="{5A49A05C-3BBF-8FEB-13E3-6D79772A8CC2}"/>
          </ac:spMkLst>
        </pc:spChg>
      </pc:sldChg>
      <pc:sldChg chg="addSp delSp modSp new mod">
        <pc:chgData name="Devinder Kaur" userId="89161a673412ba18" providerId="LiveId" clId="{593FBF63-D992-468E-AEDF-5A46993AF8FA}" dt="2023-01-03T05:37:38.494" v="6247" actId="20577"/>
        <pc:sldMkLst>
          <pc:docMk/>
          <pc:sldMk cId="2017888439" sldId="447"/>
        </pc:sldMkLst>
        <pc:graphicFrameChg chg="add mod modGraphic">
          <ac:chgData name="Devinder Kaur" userId="89161a673412ba18" providerId="LiveId" clId="{593FBF63-D992-468E-AEDF-5A46993AF8FA}" dt="2023-01-03T05:37:38.494" v="6247" actId="20577"/>
          <ac:graphicFrameMkLst>
            <pc:docMk/>
            <pc:sldMk cId="2017888439" sldId="447"/>
            <ac:graphicFrameMk id="3" creationId="{269C7444-77B0-F9EE-ECBE-BD09A82BBE47}"/>
          </ac:graphicFrameMkLst>
        </pc:graphicFrameChg>
        <pc:picChg chg="del">
          <ac:chgData name="Devinder Kaur" userId="89161a673412ba18" providerId="LiveId" clId="{593FBF63-D992-468E-AEDF-5A46993AF8FA}" dt="2022-12-26T11:52:00.035" v="4322"/>
          <ac:picMkLst>
            <pc:docMk/>
            <pc:sldMk cId="2017888439" sldId="447"/>
            <ac:picMk id="4" creationId="{FDF4906B-4360-7BCA-5CFD-B09190F0AABB}"/>
          </ac:picMkLst>
        </pc:picChg>
      </pc:sldChg>
      <pc:sldChg chg="addSp modSp new mod ord">
        <pc:chgData name="Devinder Kaur" userId="89161a673412ba18" providerId="LiveId" clId="{593FBF63-D992-468E-AEDF-5A46993AF8FA}" dt="2022-12-26T12:17:17.273" v="4542"/>
        <pc:sldMkLst>
          <pc:docMk/>
          <pc:sldMk cId="2473461101" sldId="448"/>
        </pc:sldMkLst>
        <pc:graphicFrameChg chg="add mod modGraphic">
          <ac:chgData name="Devinder Kaur" userId="89161a673412ba18" providerId="LiveId" clId="{593FBF63-D992-468E-AEDF-5A46993AF8FA}" dt="2022-12-26T12:12:22.807" v="4516" actId="113"/>
          <ac:graphicFrameMkLst>
            <pc:docMk/>
            <pc:sldMk cId="2473461101" sldId="448"/>
            <ac:graphicFrameMk id="3" creationId="{53734874-892C-69E7-8A55-F176C6356399}"/>
          </ac:graphicFrameMkLst>
        </pc:graphicFrameChg>
        <pc:picChg chg="add mod">
          <ac:chgData name="Devinder Kaur" userId="89161a673412ba18" providerId="LiveId" clId="{593FBF63-D992-468E-AEDF-5A46993AF8FA}" dt="2022-12-26T12:03:44.721" v="4427"/>
          <ac:picMkLst>
            <pc:docMk/>
            <pc:sldMk cId="2473461101" sldId="448"/>
            <ac:picMk id="4" creationId="{B43C5EB6-8E25-49C5-C286-6C67471316CD}"/>
          </ac:picMkLst>
        </pc:picChg>
      </pc:sldChg>
      <pc:sldChg chg="addSp modSp new mod">
        <pc:chgData name="Devinder Kaur" userId="89161a673412ba18" providerId="LiveId" clId="{593FBF63-D992-468E-AEDF-5A46993AF8FA}" dt="2022-12-26T12:11:55.655" v="4515" actId="1036"/>
        <pc:sldMkLst>
          <pc:docMk/>
          <pc:sldMk cId="481585278" sldId="449"/>
        </pc:sldMkLst>
        <pc:graphicFrameChg chg="add mod modGraphic">
          <ac:chgData name="Devinder Kaur" userId="89161a673412ba18" providerId="LiveId" clId="{593FBF63-D992-468E-AEDF-5A46993AF8FA}" dt="2022-12-26T12:11:43.604" v="4499" actId="14100"/>
          <ac:graphicFrameMkLst>
            <pc:docMk/>
            <pc:sldMk cId="481585278" sldId="449"/>
            <ac:graphicFrameMk id="3" creationId="{622E1910-0A54-8A06-E394-A206EFBF7190}"/>
          </ac:graphicFrameMkLst>
        </pc:graphicFrameChg>
        <pc:picChg chg="add mod">
          <ac:chgData name="Devinder Kaur" userId="89161a673412ba18" providerId="LiveId" clId="{593FBF63-D992-468E-AEDF-5A46993AF8FA}" dt="2022-12-26T12:11:55.655" v="4515" actId="1036"/>
          <ac:picMkLst>
            <pc:docMk/>
            <pc:sldMk cId="481585278" sldId="449"/>
            <ac:picMk id="4" creationId="{95CD22C3-FCC9-1683-0724-DA8B513420A2}"/>
          </ac:picMkLst>
        </pc:picChg>
      </pc:sldChg>
      <pc:sldChg chg="addSp modSp new mod ord">
        <pc:chgData name="Devinder Kaur" userId="89161a673412ba18" providerId="LiveId" clId="{593FBF63-D992-468E-AEDF-5A46993AF8FA}" dt="2022-12-26T12:24:20.581" v="4650" actId="14100"/>
        <pc:sldMkLst>
          <pc:docMk/>
          <pc:sldMk cId="4290991772" sldId="450"/>
        </pc:sldMkLst>
        <pc:graphicFrameChg chg="add mod modGraphic">
          <ac:chgData name="Devinder Kaur" userId="89161a673412ba18" providerId="LiveId" clId="{593FBF63-D992-468E-AEDF-5A46993AF8FA}" dt="2022-12-26T12:24:20.581" v="4650" actId="14100"/>
          <ac:graphicFrameMkLst>
            <pc:docMk/>
            <pc:sldMk cId="4290991772" sldId="450"/>
            <ac:graphicFrameMk id="3" creationId="{A48E5000-51BD-7182-7B5A-08AAC39F4AEB}"/>
          </ac:graphicFrameMkLst>
        </pc:graphicFrameChg>
      </pc:sldChg>
      <pc:sldChg chg="addSp delSp modSp new mod">
        <pc:chgData name="Devinder Kaur" userId="89161a673412ba18" providerId="LiveId" clId="{593FBF63-D992-468E-AEDF-5A46993AF8FA}" dt="2022-12-26T12:42:32.210" v="4913" actId="20577"/>
        <pc:sldMkLst>
          <pc:docMk/>
          <pc:sldMk cId="1970181636" sldId="451"/>
        </pc:sldMkLst>
        <pc:graphicFrameChg chg="add mod modGraphic">
          <ac:chgData name="Devinder Kaur" userId="89161a673412ba18" providerId="LiveId" clId="{593FBF63-D992-468E-AEDF-5A46993AF8FA}" dt="2022-12-26T12:42:32.210" v="4913" actId="20577"/>
          <ac:graphicFrameMkLst>
            <pc:docMk/>
            <pc:sldMk cId="1970181636" sldId="451"/>
            <ac:graphicFrameMk id="3" creationId="{9D94C05B-991B-AAA5-BE1C-3AB36571CBC1}"/>
          </ac:graphicFrameMkLst>
        </pc:graphicFrameChg>
        <pc:picChg chg="add del mod">
          <ac:chgData name="Devinder Kaur" userId="89161a673412ba18" providerId="LiveId" clId="{593FBF63-D992-468E-AEDF-5A46993AF8FA}" dt="2022-12-26T12:38:25.319" v="4887" actId="478"/>
          <ac:picMkLst>
            <pc:docMk/>
            <pc:sldMk cId="1970181636" sldId="451"/>
            <ac:picMk id="4" creationId="{A6D1610E-A2D0-0876-3C50-0A34B3B9B9D6}"/>
          </ac:picMkLst>
        </pc:picChg>
      </pc:sldChg>
      <pc:sldChg chg="addSp delSp modSp new mod">
        <pc:chgData name="Devinder Kaur" userId="89161a673412ba18" providerId="LiveId" clId="{593FBF63-D992-468E-AEDF-5A46993AF8FA}" dt="2022-12-26T12:44:10.061" v="4923" actId="14100"/>
        <pc:sldMkLst>
          <pc:docMk/>
          <pc:sldMk cId="1261883416" sldId="452"/>
        </pc:sldMkLst>
        <pc:picChg chg="add del mod">
          <ac:chgData name="Devinder Kaur" userId="89161a673412ba18" providerId="LiveId" clId="{593FBF63-D992-468E-AEDF-5A46993AF8FA}" dt="2022-12-26T12:43:56.099" v="4919" actId="478"/>
          <ac:picMkLst>
            <pc:docMk/>
            <pc:sldMk cId="1261883416" sldId="452"/>
            <ac:picMk id="3" creationId="{9953470A-7BD0-6A25-12CD-C86A1874A481}"/>
          </ac:picMkLst>
        </pc:picChg>
        <pc:picChg chg="add mod">
          <ac:chgData name="Devinder Kaur" userId="89161a673412ba18" providerId="LiveId" clId="{593FBF63-D992-468E-AEDF-5A46993AF8FA}" dt="2022-12-26T12:44:10.061" v="4923" actId="14100"/>
          <ac:picMkLst>
            <pc:docMk/>
            <pc:sldMk cId="1261883416" sldId="452"/>
            <ac:picMk id="1026" creationId="{7E92F759-6509-905D-4DAB-61D4C83DE407}"/>
          </ac:picMkLst>
        </pc:picChg>
      </pc:sldChg>
      <pc:sldChg chg="addSp modSp new mod">
        <pc:chgData name="Devinder Kaur" userId="89161a673412ba18" providerId="LiveId" clId="{593FBF63-D992-468E-AEDF-5A46993AF8FA}" dt="2022-12-26T13:20:03.008" v="4989" actId="20577"/>
        <pc:sldMkLst>
          <pc:docMk/>
          <pc:sldMk cId="1131920281" sldId="453"/>
        </pc:sldMkLst>
        <pc:graphicFrameChg chg="add mod modGraphic">
          <ac:chgData name="Devinder Kaur" userId="89161a673412ba18" providerId="LiveId" clId="{593FBF63-D992-468E-AEDF-5A46993AF8FA}" dt="2022-12-26T13:20:03.008" v="4989" actId="20577"/>
          <ac:graphicFrameMkLst>
            <pc:docMk/>
            <pc:sldMk cId="1131920281" sldId="453"/>
            <ac:graphicFrameMk id="3" creationId="{9E9A6B41-3B85-F619-1A32-A3482A8B623F}"/>
          </ac:graphicFrameMkLst>
        </pc:graphicFrameChg>
      </pc:sldChg>
      <pc:sldChg chg="addSp modSp new mod">
        <pc:chgData name="Devinder Kaur" userId="89161a673412ba18" providerId="LiveId" clId="{593FBF63-D992-468E-AEDF-5A46993AF8FA}" dt="2022-12-27T05:27:58.060" v="5108" actId="12100"/>
        <pc:sldMkLst>
          <pc:docMk/>
          <pc:sldMk cId="936030328" sldId="454"/>
        </pc:sldMkLst>
        <pc:graphicFrameChg chg="add mod modGraphic">
          <ac:chgData name="Devinder Kaur" userId="89161a673412ba18" providerId="LiveId" clId="{593FBF63-D992-468E-AEDF-5A46993AF8FA}" dt="2022-12-27T05:27:58.060" v="5108" actId="12100"/>
          <ac:graphicFrameMkLst>
            <pc:docMk/>
            <pc:sldMk cId="936030328" sldId="454"/>
            <ac:graphicFrameMk id="3" creationId="{90FEAF32-319E-DAB9-7CB5-C28330376FD3}"/>
          </ac:graphicFrameMkLst>
        </pc:graphicFrameChg>
      </pc:sldChg>
      <pc:sldChg chg="addSp modSp new mod">
        <pc:chgData name="Devinder Kaur" userId="89161a673412ba18" providerId="LiveId" clId="{593FBF63-D992-468E-AEDF-5A46993AF8FA}" dt="2022-12-27T05:26:41.968" v="5107" actId="20577"/>
        <pc:sldMkLst>
          <pc:docMk/>
          <pc:sldMk cId="1235208712" sldId="455"/>
        </pc:sldMkLst>
        <pc:spChg chg="mod">
          <ac:chgData name="Devinder Kaur" userId="89161a673412ba18" providerId="LiveId" clId="{593FBF63-D992-468E-AEDF-5A46993AF8FA}" dt="2022-12-26T13:41:59.418" v="5087" actId="1076"/>
          <ac:spMkLst>
            <pc:docMk/>
            <pc:sldMk cId="1235208712" sldId="455"/>
            <ac:spMk id="2" creationId="{CE446F7D-E9F1-137A-61EB-7BB2F788C63A}"/>
          </ac:spMkLst>
        </pc:spChg>
        <pc:spChg chg="mod">
          <ac:chgData name="Devinder Kaur" userId="89161a673412ba18" providerId="LiveId" clId="{593FBF63-D992-468E-AEDF-5A46993AF8FA}" dt="2022-12-27T05:26:41.968" v="5107" actId="20577"/>
          <ac:spMkLst>
            <pc:docMk/>
            <pc:sldMk cId="1235208712" sldId="455"/>
            <ac:spMk id="3" creationId="{A2B456EF-5C20-6D78-988A-D0F307A7B247}"/>
          </ac:spMkLst>
        </pc:spChg>
        <pc:picChg chg="add mod">
          <ac:chgData name="Devinder Kaur" userId="89161a673412ba18" providerId="LiveId" clId="{593FBF63-D992-468E-AEDF-5A46993AF8FA}" dt="2022-12-26T13:43:32.976" v="5102"/>
          <ac:picMkLst>
            <pc:docMk/>
            <pc:sldMk cId="1235208712" sldId="455"/>
            <ac:picMk id="5" creationId="{EE772DFF-E2C7-9D42-4419-2A74AC4F75F3}"/>
          </ac:picMkLst>
        </pc:picChg>
      </pc:sldChg>
      <pc:sldChg chg="new del">
        <pc:chgData name="Devinder Kaur" userId="89161a673412ba18" providerId="LiveId" clId="{593FBF63-D992-468E-AEDF-5A46993AF8FA}" dt="2022-12-26T13:31:31.362" v="5027" actId="680"/>
        <pc:sldMkLst>
          <pc:docMk/>
          <pc:sldMk cId="103077125" sldId="456"/>
        </pc:sldMkLst>
      </pc:sldChg>
      <pc:sldChg chg="addSp modSp new mod">
        <pc:chgData name="Devinder Kaur" userId="89161a673412ba18" providerId="LiveId" clId="{593FBF63-D992-468E-AEDF-5A46993AF8FA}" dt="2022-12-27T08:31:29.120" v="5327" actId="14100"/>
        <pc:sldMkLst>
          <pc:docMk/>
          <pc:sldMk cId="2993721555" sldId="456"/>
        </pc:sldMkLst>
        <pc:graphicFrameChg chg="add mod modGraphic">
          <ac:chgData name="Devinder Kaur" userId="89161a673412ba18" providerId="LiveId" clId="{593FBF63-D992-468E-AEDF-5A46993AF8FA}" dt="2022-12-27T08:31:29.120" v="5327" actId="14100"/>
          <ac:graphicFrameMkLst>
            <pc:docMk/>
            <pc:sldMk cId="2993721555" sldId="456"/>
            <ac:graphicFrameMk id="3" creationId="{F8595269-BB7B-8DB1-FE54-0CBDEDC8B1F3}"/>
          </ac:graphicFrameMkLst>
        </pc:graphicFrameChg>
        <pc:picChg chg="add mod">
          <ac:chgData name="Devinder Kaur" userId="89161a673412ba18" providerId="LiveId" clId="{593FBF63-D992-468E-AEDF-5A46993AF8FA}" dt="2022-12-26T13:38:37.506" v="5067" actId="14100"/>
          <ac:picMkLst>
            <pc:docMk/>
            <pc:sldMk cId="2993721555" sldId="456"/>
            <ac:picMk id="4" creationId="{60E38C1E-3A3C-4B05-65D3-D7B808B47D03}"/>
          </ac:picMkLst>
        </pc:picChg>
      </pc:sldChg>
      <pc:sldChg chg="addSp modSp new del mod">
        <pc:chgData name="Devinder Kaur" userId="89161a673412ba18" providerId="LiveId" clId="{593FBF63-D992-468E-AEDF-5A46993AF8FA}" dt="2022-12-27T08:52:01.416" v="5765" actId="2696"/>
        <pc:sldMkLst>
          <pc:docMk/>
          <pc:sldMk cId="3088460791" sldId="457"/>
        </pc:sldMkLst>
        <pc:graphicFrameChg chg="add mod modGraphic">
          <ac:chgData name="Devinder Kaur" userId="89161a673412ba18" providerId="LiveId" clId="{593FBF63-D992-468E-AEDF-5A46993AF8FA}" dt="2022-12-27T08:51:33.906" v="5762" actId="14100"/>
          <ac:graphicFrameMkLst>
            <pc:docMk/>
            <pc:sldMk cId="3088460791" sldId="457"/>
            <ac:graphicFrameMk id="4" creationId="{96068566-63FA-1A15-F159-11CFFBFD8250}"/>
          </ac:graphicFrameMkLst>
        </pc:graphicFrameChg>
        <pc:picChg chg="add mod modCrop">
          <ac:chgData name="Devinder Kaur" userId="89161a673412ba18" providerId="LiveId" clId="{593FBF63-D992-468E-AEDF-5A46993AF8FA}" dt="2022-12-27T08:51:47.502" v="5764" actId="14100"/>
          <ac:picMkLst>
            <pc:docMk/>
            <pc:sldMk cId="3088460791" sldId="457"/>
            <ac:picMk id="3" creationId="{A75CB342-4FC0-5537-F9F6-07E053250A80}"/>
          </ac:picMkLst>
        </pc:picChg>
      </pc:sldChg>
      <pc:sldChg chg="addSp delSp modSp new mod">
        <pc:chgData name="Devinder Kaur" userId="89161a673412ba18" providerId="LiveId" clId="{593FBF63-D992-468E-AEDF-5A46993AF8FA}" dt="2022-12-27T08:28:06.787" v="5314"/>
        <pc:sldMkLst>
          <pc:docMk/>
          <pc:sldMk cId="453316700" sldId="458"/>
        </pc:sldMkLst>
        <pc:graphicFrameChg chg="add mod modGraphic">
          <ac:chgData name="Devinder Kaur" userId="89161a673412ba18" providerId="LiveId" clId="{593FBF63-D992-468E-AEDF-5A46993AF8FA}" dt="2022-12-27T08:23:27.657" v="5283" actId="14100"/>
          <ac:graphicFrameMkLst>
            <pc:docMk/>
            <pc:sldMk cId="453316700" sldId="458"/>
            <ac:graphicFrameMk id="4" creationId="{8441D13C-D7BE-D5F7-8D0D-C79CA5CE3186}"/>
          </ac:graphicFrameMkLst>
        </pc:graphicFrameChg>
        <pc:picChg chg="add del mod">
          <ac:chgData name="Devinder Kaur" userId="89161a673412ba18" providerId="LiveId" clId="{593FBF63-D992-468E-AEDF-5A46993AF8FA}" dt="2022-12-27T08:26:32.486" v="5293" actId="478"/>
          <ac:picMkLst>
            <pc:docMk/>
            <pc:sldMk cId="453316700" sldId="458"/>
            <ac:picMk id="3" creationId="{E6DD8235-D14E-6591-0A09-5FFE1B56F79E}"/>
          </ac:picMkLst>
        </pc:picChg>
        <pc:picChg chg="add mod">
          <ac:chgData name="Devinder Kaur" userId="89161a673412ba18" providerId="LiveId" clId="{593FBF63-D992-468E-AEDF-5A46993AF8FA}" dt="2022-12-27T08:28:06.787" v="5314"/>
          <ac:picMkLst>
            <pc:docMk/>
            <pc:sldMk cId="453316700" sldId="458"/>
            <ac:picMk id="1026" creationId="{A3985217-3A36-889C-CB61-94CB8D1EDDF0}"/>
          </ac:picMkLst>
        </pc:picChg>
      </pc:sldChg>
      <pc:sldChg chg="addSp delSp modSp new mod">
        <pc:chgData name="Devinder Kaur" userId="89161a673412ba18" providerId="LiveId" clId="{593FBF63-D992-468E-AEDF-5A46993AF8FA}" dt="2022-12-27T08:18:49.523" v="5208" actId="122"/>
        <pc:sldMkLst>
          <pc:docMk/>
          <pc:sldMk cId="3884971157" sldId="459"/>
        </pc:sldMkLst>
        <pc:graphicFrameChg chg="add mod modGraphic">
          <ac:chgData name="Devinder Kaur" userId="89161a673412ba18" providerId="LiveId" clId="{593FBF63-D992-468E-AEDF-5A46993AF8FA}" dt="2022-12-27T08:18:49.523" v="5208" actId="122"/>
          <ac:graphicFrameMkLst>
            <pc:docMk/>
            <pc:sldMk cId="3884971157" sldId="459"/>
            <ac:graphicFrameMk id="4" creationId="{BE567606-68C5-9515-7624-939B7BA110C4}"/>
          </ac:graphicFrameMkLst>
        </pc:graphicFrameChg>
        <pc:graphicFrameChg chg="add del mod modGraphic">
          <ac:chgData name="Devinder Kaur" userId="89161a673412ba18" providerId="LiveId" clId="{593FBF63-D992-468E-AEDF-5A46993AF8FA}" dt="2022-12-27T08:13:01.222" v="5173" actId="478"/>
          <ac:graphicFrameMkLst>
            <pc:docMk/>
            <pc:sldMk cId="3884971157" sldId="459"/>
            <ac:graphicFrameMk id="4" creationId="{CE425743-A458-EF41-C778-E5B5E6FD20F0}"/>
          </ac:graphicFrameMkLst>
        </pc:graphicFrameChg>
        <pc:picChg chg="add mod">
          <ac:chgData name="Devinder Kaur" userId="89161a673412ba18" providerId="LiveId" clId="{593FBF63-D992-468E-AEDF-5A46993AF8FA}" dt="2022-12-27T08:10:52.191" v="5147" actId="1035"/>
          <ac:picMkLst>
            <pc:docMk/>
            <pc:sldMk cId="3884971157" sldId="459"/>
            <ac:picMk id="3" creationId="{AD5761C6-B3F1-751B-FCCE-793698D00077}"/>
          </ac:picMkLst>
        </pc:picChg>
      </pc:sldChg>
      <pc:sldChg chg="addSp modSp new mod">
        <pc:chgData name="Devinder Kaur" userId="89161a673412ba18" providerId="LiveId" clId="{593FBF63-D992-468E-AEDF-5A46993AF8FA}" dt="2022-12-27T08:18:41.229" v="5207" actId="122"/>
        <pc:sldMkLst>
          <pc:docMk/>
          <pc:sldMk cId="1522037883" sldId="460"/>
        </pc:sldMkLst>
        <pc:graphicFrameChg chg="add mod">
          <ac:chgData name="Devinder Kaur" userId="89161a673412ba18" providerId="LiveId" clId="{593FBF63-D992-468E-AEDF-5A46993AF8FA}" dt="2022-12-27T08:18:41.229" v="5207" actId="122"/>
          <ac:graphicFrameMkLst>
            <pc:docMk/>
            <pc:sldMk cId="1522037883" sldId="460"/>
            <ac:graphicFrameMk id="4" creationId="{8978E620-1EC3-8150-A1B1-6377D3826C13}"/>
          </ac:graphicFrameMkLst>
        </pc:graphicFrameChg>
        <pc:picChg chg="add mod">
          <ac:chgData name="Devinder Kaur" userId="89161a673412ba18" providerId="LiveId" clId="{593FBF63-D992-468E-AEDF-5A46993AF8FA}" dt="2022-12-27T08:17:55.813" v="5200" actId="14100"/>
          <ac:picMkLst>
            <pc:docMk/>
            <pc:sldMk cId="1522037883" sldId="460"/>
            <ac:picMk id="3" creationId="{348E929F-B6CA-BF57-B679-4D991BF524CB}"/>
          </ac:picMkLst>
        </pc:picChg>
      </pc:sldChg>
      <pc:sldChg chg="addSp delSp modSp new mod">
        <pc:chgData name="Devinder Kaur" userId="89161a673412ba18" providerId="LiveId" clId="{593FBF63-D992-468E-AEDF-5A46993AF8FA}" dt="2022-12-27T10:23:07.497" v="6239"/>
        <pc:sldMkLst>
          <pc:docMk/>
          <pc:sldMk cId="2677511662" sldId="461"/>
        </pc:sldMkLst>
        <pc:graphicFrameChg chg="add mod modGraphic">
          <ac:chgData name="Devinder Kaur" userId="89161a673412ba18" providerId="LiveId" clId="{593FBF63-D992-468E-AEDF-5A46993AF8FA}" dt="2022-12-27T10:23:07.497" v="6239"/>
          <ac:graphicFrameMkLst>
            <pc:docMk/>
            <pc:sldMk cId="2677511662" sldId="461"/>
            <ac:graphicFrameMk id="4" creationId="{775C629C-6428-F814-D825-2A19D03A0110}"/>
          </ac:graphicFrameMkLst>
        </pc:graphicFrameChg>
        <pc:picChg chg="add del">
          <ac:chgData name="Devinder Kaur" userId="89161a673412ba18" providerId="LiveId" clId="{593FBF63-D992-468E-AEDF-5A46993AF8FA}" dt="2022-12-27T08:55:47.074" v="5767" actId="478"/>
          <ac:picMkLst>
            <pc:docMk/>
            <pc:sldMk cId="2677511662" sldId="461"/>
            <ac:picMk id="3" creationId="{BBD35932-72EC-FBD9-A9AD-A42A8F6B29B2}"/>
          </ac:picMkLst>
        </pc:picChg>
        <pc:picChg chg="add mod">
          <ac:chgData name="Devinder Kaur" userId="89161a673412ba18" providerId="LiveId" clId="{593FBF63-D992-468E-AEDF-5A46993AF8FA}" dt="2022-12-27T10:13:19.700" v="6128" actId="14100"/>
          <ac:picMkLst>
            <pc:docMk/>
            <pc:sldMk cId="2677511662" sldId="461"/>
            <ac:picMk id="3074" creationId="{5FB970E9-2464-B49F-506F-F60AA28BD165}"/>
          </ac:picMkLst>
        </pc:picChg>
      </pc:sldChg>
      <pc:sldChg chg="addSp modSp new mod">
        <pc:chgData name="Devinder Kaur" userId="89161a673412ba18" providerId="LiveId" clId="{593FBF63-D992-468E-AEDF-5A46993AF8FA}" dt="2022-12-27T09:35:16.008" v="5854" actId="403"/>
        <pc:sldMkLst>
          <pc:docMk/>
          <pc:sldMk cId="2986654389" sldId="462"/>
        </pc:sldMkLst>
        <pc:graphicFrameChg chg="add mod modGraphic">
          <ac:chgData name="Devinder Kaur" userId="89161a673412ba18" providerId="LiveId" clId="{593FBF63-D992-468E-AEDF-5A46993AF8FA}" dt="2022-12-27T09:35:16.008" v="5854" actId="403"/>
          <ac:graphicFrameMkLst>
            <pc:docMk/>
            <pc:sldMk cId="2986654389" sldId="462"/>
            <ac:graphicFrameMk id="3" creationId="{D86B7DA0-4649-91C0-5E43-8D2FF9F62A81}"/>
          </ac:graphicFrameMkLst>
        </pc:graphicFrameChg>
      </pc:sldChg>
      <pc:sldChg chg="addSp modSp new mod">
        <pc:chgData name="Devinder Kaur" userId="89161a673412ba18" providerId="LiveId" clId="{593FBF63-D992-468E-AEDF-5A46993AF8FA}" dt="2022-12-27T09:40:10.113" v="5871" actId="1038"/>
        <pc:sldMkLst>
          <pc:docMk/>
          <pc:sldMk cId="1698973947" sldId="463"/>
        </pc:sldMkLst>
        <pc:graphicFrameChg chg="add mod modGraphic">
          <ac:chgData name="Devinder Kaur" userId="89161a673412ba18" providerId="LiveId" clId="{593FBF63-D992-468E-AEDF-5A46993AF8FA}" dt="2022-12-27T09:35:46.349" v="5859" actId="20577"/>
          <ac:graphicFrameMkLst>
            <pc:docMk/>
            <pc:sldMk cId="1698973947" sldId="463"/>
            <ac:graphicFrameMk id="3" creationId="{06B9EF9B-5751-5FD7-D2EB-901BBCC3F3D3}"/>
          </ac:graphicFrameMkLst>
        </pc:graphicFrameChg>
        <pc:picChg chg="add mod">
          <ac:chgData name="Devinder Kaur" userId="89161a673412ba18" providerId="LiveId" clId="{593FBF63-D992-468E-AEDF-5A46993AF8FA}" dt="2022-12-27T09:40:10.113" v="5871" actId="1038"/>
          <ac:picMkLst>
            <pc:docMk/>
            <pc:sldMk cId="1698973947" sldId="463"/>
            <ac:picMk id="4" creationId="{DACEC685-083C-6349-72E0-FA1CB3E179D8}"/>
          </ac:picMkLst>
        </pc:picChg>
        <pc:picChg chg="add mod">
          <ac:chgData name="Devinder Kaur" userId="89161a673412ba18" providerId="LiveId" clId="{593FBF63-D992-468E-AEDF-5A46993AF8FA}" dt="2022-12-27T09:39:42.817" v="5864" actId="1038"/>
          <ac:picMkLst>
            <pc:docMk/>
            <pc:sldMk cId="1698973947" sldId="463"/>
            <ac:picMk id="2050" creationId="{E83302C4-4F02-EF77-4D86-DA5B8C866D7C}"/>
          </ac:picMkLst>
        </pc:picChg>
      </pc:sldChg>
      <pc:sldChg chg="addSp modSp new mod">
        <pc:chgData name="Devinder Kaur" userId="89161a673412ba18" providerId="LiveId" clId="{593FBF63-D992-468E-AEDF-5A46993AF8FA}" dt="2022-12-27T09:46:12.365" v="5921" actId="14100"/>
        <pc:sldMkLst>
          <pc:docMk/>
          <pc:sldMk cId="2554170982" sldId="464"/>
        </pc:sldMkLst>
        <pc:graphicFrameChg chg="add mod modGraphic">
          <ac:chgData name="Devinder Kaur" userId="89161a673412ba18" providerId="LiveId" clId="{593FBF63-D992-468E-AEDF-5A46993AF8FA}" dt="2022-12-27T09:46:12.365" v="5921" actId="14100"/>
          <ac:graphicFrameMkLst>
            <pc:docMk/>
            <pc:sldMk cId="2554170982" sldId="464"/>
            <ac:graphicFrameMk id="3" creationId="{2BC8ABC6-AF0A-68AE-57B9-1D9B15B25DAB}"/>
          </ac:graphicFrameMkLst>
        </pc:graphicFrameChg>
      </pc:sldChg>
      <pc:sldChg chg="addSp delSp modSp new mod">
        <pc:chgData name="Devinder Kaur" userId="89161a673412ba18" providerId="LiveId" clId="{593FBF63-D992-468E-AEDF-5A46993AF8FA}" dt="2022-12-27T10:23:26.504" v="6244" actId="20577"/>
        <pc:sldMkLst>
          <pc:docMk/>
          <pc:sldMk cId="1569782293" sldId="465"/>
        </pc:sldMkLst>
        <pc:graphicFrameChg chg="add mod">
          <ac:chgData name="Devinder Kaur" userId="89161a673412ba18" providerId="LiveId" clId="{593FBF63-D992-468E-AEDF-5A46993AF8FA}" dt="2022-12-27T10:23:26.504" v="6244" actId="20577"/>
          <ac:graphicFrameMkLst>
            <pc:docMk/>
            <pc:sldMk cId="1569782293" sldId="465"/>
            <ac:graphicFrameMk id="3" creationId="{5B32FCA0-099E-A610-437B-3E4D574E8CE3}"/>
          </ac:graphicFrameMkLst>
        </pc:graphicFrameChg>
        <pc:picChg chg="add del mod">
          <ac:chgData name="Devinder Kaur" userId="89161a673412ba18" providerId="LiveId" clId="{593FBF63-D992-468E-AEDF-5A46993AF8FA}" dt="2022-12-27T10:19:30.266" v="6149" actId="478"/>
          <ac:picMkLst>
            <pc:docMk/>
            <pc:sldMk cId="1569782293" sldId="465"/>
            <ac:picMk id="4" creationId="{A05F0DF2-083D-CAD2-697A-1B74B4F4965A}"/>
          </ac:picMkLst>
        </pc:picChg>
        <pc:picChg chg="add mod">
          <ac:chgData name="Devinder Kaur" userId="89161a673412ba18" providerId="LiveId" clId="{593FBF63-D992-468E-AEDF-5A46993AF8FA}" dt="2022-12-27T10:20:31.157" v="6162" actId="14100"/>
          <ac:picMkLst>
            <pc:docMk/>
            <pc:sldMk cId="1569782293" sldId="465"/>
            <ac:picMk id="4098" creationId="{E7CEFE64-690B-E9AC-163D-C50724C02179}"/>
          </ac:picMkLst>
        </pc:picChg>
      </pc:sldChg>
    </pc:docChg>
  </pc:docChgLst>
  <pc:docChgLst>
    <pc:chgData name="Devinder Kaur" userId="89161a673412ba18" providerId="LiveId" clId="{658CF78F-C1B8-43B0-B5CC-4B8B4BF7E711}"/>
    <pc:docChg chg="undo custSel addSld delSld modSld">
      <pc:chgData name="Devinder Kaur" userId="89161a673412ba18" providerId="LiveId" clId="{658CF78F-C1B8-43B0-B5CC-4B8B4BF7E711}" dt="2022-01-05T06:36:33.254" v="61" actId="1035"/>
      <pc:docMkLst>
        <pc:docMk/>
      </pc:docMkLst>
      <pc:sldChg chg="modSp">
        <pc:chgData name="Devinder Kaur" userId="89161a673412ba18" providerId="LiveId" clId="{658CF78F-C1B8-43B0-B5CC-4B8B4BF7E711}" dt="2022-01-05T06:33:34.961" v="40"/>
        <pc:sldMkLst>
          <pc:docMk/>
          <pc:sldMk cId="1377215463" sldId="418"/>
        </pc:sldMkLst>
        <pc:graphicFrameChg chg="mod">
          <ac:chgData name="Devinder Kaur" userId="89161a673412ba18" providerId="LiveId" clId="{658CF78F-C1B8-43B0-B5CC-4B8B4BF7E711}" dt="2022-01-05T06:33:34.961" v="40"/>
          <ac:graphicFrameMkLst>
            <pc:docMk/>
            <pc:sldMk cId="1377215463" sldId="418"/>
            <ac:graphicFrameMk id="3" creationId="{5A3FAA10-4350-4CB5-8FE4-8BE89AD633EC}"/>
          </ac:graphicFrameMkLst>
        </pc:graphicFrameChg>
      </pc:sldChg>
      <pc:sldChg chg="addSp modSp new mod">
        <pc:chgData name="Devinder Kaur" userId="89161a673412ba18" providerId="LiveId" clId="{658CF78F-C1B8-43B0-B5CC-4B8B4BF7E711}" dt="2022-01-05T06:36:33.254" v="61" actId="1035"/>
        <pc:sldMkLst>
          <pc:docMk/>
          <pc:sldMk cId="1901316891" sldId="423"/>
        </pc:sldMkLst>
        <pc:graphicFrameChg chg="add mod modGraphic">
          <ac:chgData name="Devinder Kaur" userId="89161a673412ba18" providerId="LiveId" clId="{658CF78F-C1B8-43B0-B5CC-4B8B4BF7E711}" dt="2022-01-05T06:36:33.254" v="61" actId="1035"/>
          <ac:graphicFrameMkLst>
            <pc:docMk/>
            <pc:sldMk cId="1901316891" sldId="423"/>
            <ac:graphicFrameMk id="3" creationId="{81109A30-C6C3-489E-83F0-04AB36B628D3}"/>
          </ac:graphicFrameMkLst>
        </pc:graphicFrameChg>
      </pc:sldChg>
      <pc:sldChg chg="new del">
        <pc:chgData name="Devinder Kaur" userId="89161a673412ba18" providerId="LiveId" clId="{658CF78F-C1B8-43B0-B5CC-4B8B4BF7E711}" dt="2022-01-05T06:30:48.647" v="11" actId="680"/>
        <pc:sldMkLst>
          <pc:docMk/>
          <pc:sldMk cId="3168310971" sldId="424"/>
        </pc:sldMkLst>
      </pc:sldChg>
    </pc:docChg>
  </pc:docChgLst>
  <pc:docChgLst>
    <pc:chgData name="Devinder Kaur" userId="89161a673412ba18" providerId="LiveId" clId="{222FDA9D-10A7-4C58-9841-160FE12D7982}"/>
    <pc:docChg chg="undo custSel addSld delSld modSld">
      <pc:chgData name="Devinder Kaur" userId="89161a673412ba18" providerId="LiveId" clId="{222FDA9D-10A7-4C58-9841-160FE12D7982}" dt="2022-01-05T09:43:37.068" v="1483" actId="313"/>
      <pc:docMkLst>
        <pc:docMk/>
      </pc:docMkLst>
      <pc:sldChg chg="modSp del mod">
        <pc:chgData name="Devinder Kaur" userId="89161a673412ba18" providerId="LiveId" clId="{222FDA9D-10A7-4C58-9841-160FE12D7982}" dt="2022-01-05T06:52:16.823" v="47" actId="47"/>
        <pc:sldMkLst>
          <pc:docMk/>
          <pc:sldMk cId="2656501266" sldId="279"/>
        </pc:sldMkLst>
        <pc:spChg chg="mod">
          <ac:chgData name="Devinder Kaur" userId="89161a673412ba18" providerId="LiveId" clId="{222FDA9D-10A7-4C58-9841-160FE12D7982}" dt="2022-01-05T06:51:25.110" v="42" actId="20577"/>
          <ac:spMkLst>
            <pc:docMk/>
            <pc:sldMk cId="2656501266" sldId="279"/>
            <ac:spMk id="2" creationId="{00000000-0000-0000-0000-000000000000}"/>
          </ac:spMkLst>
        </pc:spChg>
      </pc:sldChg>
      <pc:sldChg chg="new del">
        <pc:chgData name="Devinder Kaur" userId="89161a673412ba18" providerId="LiveId" clId="{222FDA9D-10A7-4C58-9841-160FE12D7982}" dt="2022-01-05T06:52:05.636" v="44" actId="680"/>
        <pc:sldMkLst>
          <pc:docMk/>
          <pc:sldMk cId="383669805" sldId="383"/>
        </pc:sldMkLst>
      </pc:sldChg>
      <pc:sldChg chg="addSp modSp new">
        <pc:chgData name="Devinder Kaur" userId="89161a673412ba18" providerId="LiveId" clId="{222FDA9D-10A7-4C58-9841-160FE12D7982}" dt="2022-01-05T06:52:10.023" v="46"/>
        <pc:sldMkLst>
          <pc:docMk/>
          <pc:sldMk cId="2429871484" sldId="383"/>
        </pc:sldMkLst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3" creationId="{E540A539-1310-4D21-9FC1-E792ADB6FF91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8" creationId="{BCEF22BB-5CC6-4042-B1A9-67C1E7A75123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9" creationId="{746AE031-6D5F-4A9E-AE33-411F488922CC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10" creationId="{CBC164E6-23F9-4682-84A0-3D4F5573EDDD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11" creationId="{5ECBBCFC-6EFA-430C-8ADF-F43ABC59DEC6}"/>
          </ac:spMkLst>
        </pc:sp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4" creationId="{ACF7F0C1-FE0E-4E84-A272-84F7546F2642}"/>
          </ac:cxnSpMkLst>
        </pc:cxn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5" creationId="{9DD00CC3-55E7-4469-98E5-1A8A78152859}"/>
          </ac:cxnSpMkLst>
        </pc:cxn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6" creationId="{BB9CF1A8-335C-4318-A62F-D8B26CCFE9EA}"/>
          </ac:cxnSpMkLst>
        </pc:cxn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7" creationId="{C29D7ACC-7173-4DA8-AD85-0F4CC72A567A}"/>
          </ac:cxnSpMkLst>
        </pc:cxn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261642514" sldId="383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52780058" sldId="384"/>
        </pc:sldMkLst>
      </pc:sldChg>
      <pc:sldChg chg="modSp new mod">
        <pc:chgData name="Devinder Kaur" userId="89161a673412ba18" providerId="LiveId" clId="{222FDA9D-10A7-4C58-9841-160FE12D7982}" dt="2022-01-05T06:54:22.704" v="85"/>
        <pc:sldMkLst>
          <pc:docMk/>
          <pc:sldMk cId="2629433958" sldId="384"/>
        </pc:sldMkLst>
        <pc:spChg chg="mod">
          <ac:chgData name="Devinder Kaur" userId="89161a673412ba18" providerId="LiveId" clId="{222FDA9D-10A7-4C58-9841-160FE12D7982}" dt="2022-01-05T06:54:22.704" v="85"/>
          <ac:spMkLst>
            <pc:docMk/>
            <pc:sldMk cId="2629433958" sldId="384"/>
            <ac:spMk id="2" creationId="{5D9BF78F-FE31-4602-962F-AF0650079619}"/>
          </ac:spMkLst>
        </pc:spChg>
        <pc:spChg chg="mod">
          <ac:chgData name="Devinder Kaur" userId="89161a673412ba18" providerId="LiveId" clId="{222FDA9D-10A7-4C58-9841-160FE12D7982}" dt="2022-01-05T06:54:19.393" v="83" actId="113"/>
          <ac:spMkLst>
            <pc:docMk/>
            <pc:sldMk cId="2629433958" sldId="384"/>
            <ac:spMk id="3" creationId="{434A52C3-43CE-43F4-AD4D-FCD6D294DA3A}"/>
          </ac:spMkLst>
        </pc:spChg>
      </pc:sldChg>
      <pc:sldChg chg="addSp modSp new mod">
        <pc:chgData name="Devinder Kaur" userId="89161a673412ba18" providerId="LiveId" clId="{222FDA9D-10A7-4C58-9841-160FE12D7982}" dt="2022-01-05T07:01:13.500" v="137" actId="1036"/>
        <pc:sldMkLst>
          <pc:docMk/>
          <pc:sldMk cId="3586755785" sldId="385"/>
        </pc:sldMkLst>
        <pc:graphicFrameChg chg="add mod modGraphic">
          <ac:chgData name="Devinder Kaur" userId="89161a673412ba18" providerId="LiveId" clId="{222FDA9D-10A7-4C58-9841-160FE12D7982}" dt="2022-01-05T07:00:57.483" v="123" actId="14100"/>
          <ac:graphicFrameMkLst>
            <pc:docMk/>
            <pc:sldMk cId="3586755785" sldId="385"/>
            <ac:graphicFrameMk id="3" creationId="{23DACFA7-04F1-4493-9B15-1F0D3FCF0780}"/>
          </ac:graphicFrameMkLst>
        </pc:graphicFrameChg>
        <pc:picChg chg="add mod">
          <ac:chgData name="Devinder Kaur" userId="89161a673412ba18" providerId="LiveId" clId="{222FDA9D-10A7-4C58-9841-160FE12D7982}" dt="2022-01-05T07:01:13.500" v="137" actId="1036"/>
          <ac:picMkLst>
            <pc:docMk/>
            <pc:sldMk cId="3586755785" sldId="385"/>
            <ac:picMk id="4" creationId="{A4874F09-7F57-4263-AD79-68878C41ABDB}"/>
          </ac:picMkLst>
        </pc:pic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548413660" sldId="386"/>
        </pc:sldMkLst>
      </pc:sldChg>
      <pc:sldChg chg="addSp modSp new mod">
        <pc:chgData name="Devinder Kaur" userId="89161a673412ba18" providerId="LiveId" clId="{222FDA9D-10A7-4C58-9841-160FE12D7982}" dt="2022-01-05T07:03:13.932" v="168" actId="20577"/>
        <pc:sldMkLst>
          <pc:docMk/>
          <pc:sldMk cId="2607301225" sldId="386"/>
        </pc:sldMkLst>
        <pc:graphicFrameChg chg="add mod modGraphic">
          <ac:chgData name="Devinder Kaur" userId="89161a673412ba18" providerId="LiveId" clId="{222FDA9D-10A7-4C58-9841-160FE12D7982}" dt="2022-01-05T07:03:13.932" v="168" actId="20577"/>
          <ac:graphicFrameMkLst>
            <pc:docMk/>
            <pc:sldMk cId="2607301225" sldId="386"/>
            <ac:graphicFrameMk id="3" creationId="{D6937E8C-5F82-4730-9D14-557A79ED1780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687752180" sldId="387"/>
        </pc:sldMkLst>
      </pc:sldChg>
      <pc:sldChg chg="addSp modSp new mod">
        <pc:chgData name="Devinder Kaur" userId="89161a673412ba18" providerId="LiveId" clId="{222FDA9D-10A7-4C58-9841-160FE12D7982}" dt="2022-01-05T07:07:12.872" v="217" actId="14100"/>
        <pc:sldMkLst>
          <pc:docMk/>
          <pc:sldMk cId="692539763" sldId="387"/>
        </pc:sldMkLst>
        <pc:picChg chg="add mod modCrop">
          <ac:chgData name="Devinder Kaur" userId="89161a673412ba18" providerId="LiveId" clId="{222FDA9D-10A7-4C58-9841-160FE12D7982}" dt="2022-01-05T07:05:03.105" v="184" actId="1076"/>
          <ac:picMkLst>
            <pc:docMk/>
            <pc:sldMk cId="692539763" sldId="387"/>
            <ac:picMk id="3" creationId="{2C0D1286-638A-4419-835C-0E0CA7C1CB81}"/>
          </ac:picMkLst>
        </pc:picChg>
        <pc:picChg chg="add mod modCrop">
          <ac:chgData name="Devinder Kaur" userId="89161a673412ba18" providerId="LiveId" clId="{222FDA9D-10A7-4C58-9841-160FE12D7982}" dt="2022-01-05T07:07:12.872" v="217" actId="14100"/>
          <ac:picMkLst>
            <pc:docMk/>
            <pc:sldMk cId="692539763" sldId="387"/>
            <ac:picMk id="4" creationId="{943C422C-7DCF-4CDE-8DB4-DCB700EF6C2D}"/>
          </ac:picMkLst>
        </pc:picChg>
        <pc:picChg chg="add mod modCrop">
          <ac:chgData name="Devinder Kaur" userId="89161a673412ba18" providerId="LiveId" clId="{222FDA9D-10A7-4C58-9841-160FE12D7982}" dt="2022-01-05T07:06:58.381" v="213" actId="14100"/>
          <ac:picMkLst>
            <pc:docMk/>
            <pc:sldMk cId="692539763" sldId="387"/>
            <ac:picMk id="5" creationId="{239A7812-341F-4FD8-9B1D-07BA3A275266}"/>
          </ac:picMkLst>
        </pc:picChg>
        <pc:picChg chg="add mod modCrop">
          <ac:chgData name="Devinder Kaur" userId="89161a673412ba18" providerId="LiveId" clId="{222FDA9D-10A7-4C58-9841-160FE12D7982}" dt="2022-01-05T07:07:04.667" v="214" actId="14100"/>
          <ac:picMkLst>
            <pc:docMk/>
            <pc:sldMk cId="692539763" sldId="387"/>
            <ac:picMk id="6" creationId="{B18EEBEA-7242-4CDD-A97F-7A42F457E74D}"/>
          </ac:picMkLst>
        </pc:picChg>
      </pc:sldChg>
      <pc:sldChg chg="addSp modSp new mod">
        <pc:chgData name="Devinder Kaur" userId="89161a673412ba18" providerId="LiveId" clId="{222FDA9D-10A7-4C58-9841-160FE12D7982}" dt="2022-01-05T07:12:31.172" v="355" actId="14100"/>
        <pc:sldMkLst>
          <pc:docMk/>
          <pc:sldMk cId="245409264" sldId="388"/>
        </pc:sldMkLst>
        <pc:graphicFrameChg chg="add mod modGraphic">
          <ac:chgData name="Devinder Kaur" userId="89161a673412ba18" providerId="LiveId" clId="{222FDA9D-10A7-4C58-9841-160FE12D7982}" dt="2022-01-05T07:12:31.172" v="355" actId="14100"/>
          <ac:graphicFrameMkLst>
            <pc:docMk/>
            <pc:sldMk cId="245409264" sldId="388"/>
            <ac:graphicFrameMk id="3" creationId="{58350B1B-8BA8-4B5E-A2A2-759698FD0627}"/>
          </ac:graphicFrameMkLst>
        </pc:graphicFrameChg>
      </pc:sldChg>
      <pc:sldChg chg="addSp delSp modSp new mod">
        <pc:chgData name="Devinder Kaur" userId="89161a673412ba18" providerId="LiveId" clId="{222FDA9D-10A7-4C58-9841-160FE12D7982}" dt="2022-01-05T07:26:13.952" v="450" actId="313"/>
        <pc:sldMkLst>
          <pc:docMk/>
          <pc:sldMk cId="3255266913" sldId="389"/>
        </pc:sldMkLst>
        <pc:graphicFrameChg chg="add mod modGraphic">
          <ac:chgData name="Devinder Kaur" userId="89161a673412ba18" providerId="LiveId" clId="{222FDA9D-10A7-4C58-9841-160FE12D7982}" dt="2022-01-05T07:26:13.952" v="450" actId="313"/>
          <ac:graphicFrameMkLst>
            <pc:docMk/>
            <pc:sldMk cId="3255266913" sldId="389"/>
            <ac:graphicFrameMk id="3" creationId="{072D128E-61E6-404C-870C-99C2D3080631}"/>
          </ac:graphicFrameMkLst>
        </pc:graphicFrameChg>
        <pc:picChg chg="add del mod">
          <ac:chgData name="Devinder Kaur" userId="89161a673412ba18" providerId="LiveId" clId="{222FDA9D-10A7-4C58-9841-160FE12D7982}" dt="2022-01-05T07:23:00.173" v="436" actId="478"/>
          <ac:picMkLst>
            <pc:docMk/>
            <pc:sldMk cId="3255266913" sldId="389"/>
            <ac:picMk id="4" creationId="{770BFB0E-8025-4562-B5B9-50423397A93A}"/>
          </ac:picMkLst>
        </pc:picChg>
      </pc:sldChg>
      <pc:sldChg chg="addSp delSp modSp new mod">
        <pc:chgData name="Devinder Kaur" userId="89161a673412ba18" providerId="LiveId" clId="{222FDA9D-10A7-4C58-9841-160FE12D7982}" dt="2022-01-05T07:34:38.623" v="680" actId="255"/>
        <pc:sldMkLst>
          <pc:docMk/>
          <pc:sldMk cId="175309336" sldId="390"/>
        </pc:sldMkLst>
        <pc:graphicFrameChg chg="add mod modGraphic">
          <ac:chgData name="Devinder Kaur" userId="89161a673412ba18" providerId="LiveId" clId="{222FDA9D-10A7-4C58-9841-160FE12D7982}" dt="2022-01-05T07:34:38.623" v="680" actId="255"/>
          <ac:graphicFrameMkLst>
            <pc:docMk/>
            <pc:sldMk cId="175309336" sldId="390"/>
            <ac:graphicFrameMk id="4" creationId="{4D096293-99EA-484A-870C-9ECD39ADCA03}"/>
          </ac:graphicFrameMkLst>
        </pc:graphicFrameChg>
        <pc:picChg chg="add del mod">
          <ac:chgData name="Devinder Kaur" userId="89161a673412ba18" providerId="LiveId" clId="{222FDA9D-10A7-4C58-9841-160FE12D7982}" dt="2022-01-05T07:30:39.091" v="628" actId="478"/>
          <ac:picMkLst>
            <pc:docMk/>
            <pc:sldMk cId="175309336" sldId="390"/>
            <ac:picMk id="3" creationId="{4E4E57BB-AB58-412D-8DBE-3E70ED4FC183}"/>
          </ac:picMkLst>
        </pc:picChg>
      </pc:sldChg>
      <pc:sldChg chg="addSp modSp new mod">
        <pc:chgData name="Devinder Kaur" userId="89161a673412ba18" providerId="LiveId" clId="{222FDA9D-10A7-4C58-9841-160FE12D7982}" dt="2022-01-05T07:37:08.874" v="711" actId="20577"/>
        <pc:sldMkLst>
          <pc:docMk/>
          <pc:sldMk cId="130353146" sldId="391"/>
        </pc:sldMkLst>
        <pc:graphicFrameChg chg="add mod modGraphic">
          <ac:chgData name="Devinder Kaur" userId="89161a673412ba18" providerId="LiveId" clId="{222FDA9D-10A7-4C58-9841-160FE12D7982}" dt="2022-01-05T07:37:08.874" v="711" actId="20577"/>
          <ac:graphicFrameMkLst>
            <pc:docMk/>
            <pc:sldMk cId="130353146" sldId="391"/>
            <ac:graphicFrameMk id="3" creationId="{8E6ADBC7-E838-4CF1-869C-9D757376DB60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7:39:10.406" v="762" actId="20577"/>
        <pc:sldMkLst>
          <pc:docMk/>
          <pc:sldMk cId="1828547960" sldId="392"/>
        </pc:sldMkLst>
        <pc:graphicFrameChg chg="add mod modGraphic">
          <ac:chgData name="Devinder Kaur" userId="89161a673412ba18" providerId="LiveId" clId="{222FDA9D-10A7-4C58-9841-160FE12D7982}" dt="2022-01-05T07:39:10.406" v="762" actId="20577"/>
          <ac:graphicFrameMkLst>
            <pc:docMk/>
            <pc:sldMk cId="1828547960" sldId="392"/>
            <ac:graphicFrameMk id="3" creationId="{AB25D867-FB23-4645-82D7-A3CBDBB79F19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7:41:43.395" v="817" actId="20577"/>
        <pc:sldMkLst>
          <pc:docMk/>
          <pc:sldMk cId="1352032531" sldId="393"/>
        </pc:sldMkLst>
        <pc:graphicFrameChg chg="add mod modGraphic">
          <ac:chgData name="Devinder Kaur" userId="89161a673412ba18" providerId="LiveId" clId="{222FDA9D-10A7-4C58-9841-160FE12D7982}" dt="2022-01-05T07:41:43.395" v="817" actId="20577"/>
          <ac:graphicFrameMkLst>
            <pc:docMk/>
            <pc:sldMk cId="1352032531" sldId="393"/>
            <ac:graphicFrameMk id="3" creationId="{2686F1F7-1032-42E1-AA5D-3AFB26EB0CD1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192094936" sldId="393"/>
        </pc:sldMkLst>
      </pc:sldChg>
      <pc:sldChg chg="addSp modSp new mod">
        <pc:chgData name="Devinder Kaur" userId="89161a673412ba18" providerId="LiveId" clId="{222FDA9D-10A7-4C58-9841-160FE12D7982}" dt="2022-01-05T09:30:42.618" v="1249" actId="123"/>
        <pc:sldMkLst>
          <pc:docMk/>
          <pc:sldMk cId="2850401586" sldId="394"/>
        </pc:sldMkLst>
        <pc:graphicFrameChg chg="add mod modGraphic">
          <ac:chgData name="Devinder Kaur" userId="89161a673412ba18" providerId="LiveId" clId="{222FDA9D-10A7-4C58-9841-160FE12D7982}" dt="2022-01-05T09:30:42.618" v="1249" actId="123"/>
          <ac:graphicFrameMkLst>
            <pc:docMk/>
            <pc:sldMk cId="2850401586" sldId="394"/>
            <ac:graphicFrameMk id="3" creationId="{6DD29CA0-7A6C-451C-91BD-EAB18D19BC43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614230884" sldId="394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47918492" sldId="395"/>
        </pc:sldMkLst>
      </pc:sldChg>
      <pc:sldChg chg="addSp modSp new mod">
        <pc:chgData name="Devinder Kaur" userId="89161a673412ba18" providerId="LiveId" clId="{222FDA9D-10A7-4C58-9841-160FE12D7982}" dt="2022-01-05T07:44:08.159" v="872" actId="20577"/>
        <pc:sldMkLst>
          <pc:docMk/>
          <pc:sldMk cId="1147785466" sldId="395"/>
        </pc:sldMkLst>
        <pc:graphicFrameChg chg="add mod modGraphic">
          <ac:chgData name="Devinder Kaur" userId="89161a673412ba18" providerId="LiveId" clId="{222FDA9D-10A7-4C58-9841-160FE12D7982}" dt="2022-01-05T07:44:08.159" v="872" actId="20577"/>
          <ac:graphicFrameMkLst>
            <pc:docMk/>
            <pc:sldMk cId="1147785466" sldId="395"/>
            <ac:graphicFrameMk id="3" creationId="{3FE03738-34BB-4E03-8263-C4F894644160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7:47:13.574" v="947" actId="179"/>
        <pc:sldMkLst>
          <pc:docMk/>
          <pc:sldMk cId="1313070046" sldId="396"/>
        </pc:sldMkLst>
        <pc:graphicFrameChg chg="add mod modGraphic">
          <ac:chgData name="Devinder Kaur" userId="89161a673412ba18" providerId="LiveId" clId="{222FDA9D-10A7-4C58-9841-160FE12D7982}" dt="2022-01-05T07:47:13.574" v="947" actId="179"/>
          <ac:graphicFrameMkLst>
            <pc:docMk/>
            <pc:sldMk cId="1313070046" sldId="396"/>
            <ac:graphicFrameMk id="3" creationId="{273C431B-5468-4211-AD4C-1B3956D54282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856306075" sldId="396"/>
        </pc:sldMkLst>
      </pc:sldChg>
      <pc:sldChg chg="addSp modSp new mod">
        <pc:chgData name="Devinder Kaur" userId="89161a673412ba18" providerId="LiveId" clId="{222FDA9D-10A7-4C58-9841-160FE12D7982}" dt="2022-01-05T07:49:41.385" v="1007" actId="14100"/>
        <pc:sldMkLst>
          <pc:docMk/>
          <pc:sldMk cId="2745923664" sldId="397"/>
        </pc:sldMkLst>
        <pc:graphicFrameChg chg="add mod modGraphic">
          <ac:chgData name="Devinder Kaur" userId="89161a673412ba18" providerId="LiveId" clId="{222FDA9D-10A7-4C58-9841-160FE12D7982}" dt="2022-01-05T07:49:41.385" v="1007" actId="14100"/>
          <ac:graphicFrameMkLst>
            <pc:docMk/>
            <pc:sldMk cId="2745923664" sldId="397"/>
            <ac:graphicFrameMk id="3" creationId="{8CDF7A45-138A-4B2C-8D7A-996870E9CAD4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167315709" sldId="397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639549269" sldId="398"/>
        </pc:sldMkLst>
      </pc:sldChg>
      <pc:sldChg chg="addSp modSp new mod">
        <pc:chgData name="Devinder Kaur" userId="89161a673412ba18" providerId="LiveId" clId="{222FDA9D-10A7-4C58-9841-160FE12D7982}" dt="2022-01-05T09:43:37.068" v="1483" actId="313"/>
        <pc:sldMkLst>
          <pc:docMk/>
          <pc:sldMk cId="4007365547" sldId="398"/>
        </pc:sldMkLst>
        <pc:graphicFrameChg chg="add mod modGraphic">
          <ac:chgData name="Devinder Kaur" userId="89161a673412ba18" providerId="LiveId" clId="{222FDA9D-10A7-4C58-9841-160FE12D7982}" dt="2022-01-05T09:43:37.068" v="1483" actId="313"/>
          <ac:graphicFrameMkLst>
            <pc:docMk/>
            <pc:sldMk cId="4007365547" sldId="398"/>
            <ac:graphicFrameMk id="3" creationId="{F74DEBA2-BCD2-42E8-9CFF-5B20122A5600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64625897" sldId="399"/>
        </pc:sldMkLst>
      </pc:sldChg>
      <pc:sldChg chg="addSp modSp new mod">
        <pc:chgData name="Devinder Kaur" userId="89161a673412ba18" providerId="LiveId" clId="{222FDA9D-10A7-4C58-9841-160FE12D7982}" dt="2022-01-05T07:52:44.862" v="1086" actId="20577"/>
        <pc:sldMkLst>
          <pc:docMk/>
          <pc:sldMk cId="4044185337" sldId="399"/>
        </pc:sldMkLst>
        <pc:graphicFrameChg chg="add mod modGraphic">
          <ac:chgData name="Devinder Kaur" userId="89161a673412ba18" providerId="LiveId" clId="{222FDA9D-10A7-4C58-9841-160FE12D7982}" dt="2022-01-05T07:52:44.862" v="1086" actId="20577"/>
          <ac:graphicFrameMkLst>
            <pc:docMk/>
            <pc:sldMk cId="4044185337" sldId="399"/>
            <ac:graphicFrameMk id="3" creationId="{2632A1E8-4856-437E-AF89-05606C2DDB0B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27521108" sldId="400"/>
        </pc:sldMkLst>
      </pc:sldChg>
      <pc:sldChg chg="addSp modSp new mod">
        <pc:chgData name="Devinder Kaur" userId="89161a673412ba18" providerId="LiveId" clId="{222FDA9D-10A7-4C58-9841-160FE12D7982}" dt="2022-01-05T07:54:40.039" v="1116" actId="1076"/>
        <pc:sldMkLst>
          <pc:docMk/>
          <pc:sldMk cId="1491382384" sldId="400"/>
        </pc:sldMkLst>
        <pc:graphicFrameChg chg="add mod modGraphic">
          <ac:chgData name="Devinder Kaur" userId="89161a673412ba18" providerId="LiveId" clId="{222FDA9D-10A7-4C58-9841-160FE12D7982}" dt="2022-01-05T07:54:40.039" v="1116" actId="1076"/>
          <ac:graphicFrameMkLst>
            <pc:docMk/>
            <pc:sldMk cId="1491382384" sldId="400"/>
            <ac:graphicFrameMk id="3" creationId="{7E28047B-A1CE-4299-A409-39D7961D445B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9:38:15.053" v="1372" actId="1036"/>
        <pc:sldMkLst>
          <pc:docMk/>
          <pc:sldMk cId="667601327" sldId="401"/>
        </pc:sldMkLst>
        <pc:graphicFrameChg chg="add mod modGraphic">
          <ac:chgData name="Devinder Kaur" userId="89161a673412ba18" providerId="LiveId" clId="{222FDA9D-10A7-4C58-9841-160FE12D7982}" dt="2022-01-05T09:38:15.053" v="1372" actId="1036"/>
          <ac:graphicFrameMkLst>
            <pc:docMk/>
            <pc:sldMk cId="667601327" sldId="401"/>
            <ac:graphicFrameMk id="3" creationId="{9E6617EC-9517-480A-B2A5-587D32E041BC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249148143" sldId="401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896897458" sldId="402"/>
        </pc:sldMkLst>
      </pc:sldChg>
      <pc:sldChg chg="addSp modSp new mod">
        <pc:chgData name="Devinder Kaur" userId="89161a673412ba18" providerId="LiveId" clId="{222FDA9D-10A7-4C58-9841-160FE12D7982}" dt="2022-01-05T07:59:43.743" v="1186" actId="20577"/>
        <pc:sldMkLst>
          <pc:docMk/>
          <pc:sldMk cId="2485348420" sldId="402"/>
        </pc:sldMkLst>
        <pc:graphicFrameChg chg="add mod modGraphic">
          <ac:chgData name="Devinder Kaur" userId="89161a673412ba18" providerId="LiveId" clId="{222FDA9D-10A7-4C58-9841-160FE12D7982}" dt="2022-01-05T07:59:43.743" v="1186" actId="20577"/>
          <ac:graphicFrameMkLst>
            <pc:docMk/>
            <pc:sldMk cId="2485348420" sldId="402"/>
            <ac:graphicFrameMk id="3" creationId="{23E94FE8-C503-44C8-9FAE-495F2E0BE4FE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70510280" sldId="403"/>
        </pc:sldMkLst>
      </pc:sldChg>
      <pc:sldChg chg="addSp modSp new add del mod">
        <pc:chgData name="Devinder Kaur" userId="89161a673412ba18" providerId="LiveId" clId="{222FDA9D-10A7-4C58-9841-160FE12D7982}" dt="2022-01-05T08:05:04.950" v="1201" actId="47"/>
        <pc:sldMkLst>
          <pc:docMk/>
          <pc:sldMk cId="1676154577" sldId="403"/>
        </pc:sldMkLst>
        <pc:graphicFrameChg chg="add mod modGraphic">
          <ac:chgData name="Devinder Kaur" userId="89161a673412ba18" providerId="LiveId" clId="{222FDA9D-10A7-4C58-9841-160FE12D7982}" dt="2022-01-05T08:03:31.724" v="1192"/>
          <ac:graphicFrameMkLst>
            <pc:docMk/>
            <pc:sldMk cId="1676154577" sldId="403"/>
            <ac:graphicFrameMk id="3" creationId="{BFE0F2A1-9C83-488D-8D64-A321B012DE16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758255484" sldId="404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064749569" sldId="405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58233747" sldId="406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711753767" sldId="407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023502325" sldId="408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053061567" sldId="409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337382951" sldId="410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45359177" sldId="412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99851306" sldId="413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063930908" sldId="414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648166895" sldId="416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035489821" sldId="417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77215463" sldId="418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261589088" sldId="419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063314571" sldId="420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927496232" sldId="421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879633862" sldId="422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901316891" sldId="423"/>
        </pc:sldMkLst>
      </pc:sldChg>
      <pc:sldMasterChg chg="delSldLayout">
        <pc:chgData name="Devinder Kaur" userId="89161a673412ba18" providerId="LiveId" clId="{222FDA9D-10A7-4C58-9841-160FE12D7982}" dt="2022-01-05T06:52:16.823" v="47" actId="47"/>
        <pc:sldMasterMkLst>
          <pc:docMk/>
          <pc:sldMasterMk cId="3333391393" sldId="2147483674"/>
        </pc:sldMasterMkLst>
        <pc:sldLayoutChg chg="del">
          <pc:chgData name="Devinder Kaur" userId="89161a673412ba18" providerId="LiveId" clId="{222FDA9D-10A7-4C58-9841-160FE12D7982}" dt="2022-01-05T06:52:16.823" v="47" actId="47"/>
          <pc:sldLayoutMkLst>
            <pc:docMk/>
            <pc:sldMasterMk cId="3333391393" sldId="2147483674"/>
            <pc:sldLayoutMk cId="2106835372" sldId="214748370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40DB15-06F4-4BC0-A262-ECD36B1D8FC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4104707-0F51-431D-B1A8-9748F5BD816B}">
      <dgm:prSet phldrT="[Text]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Recombinant DNA Technology</a:t>
          </a:r>
          <a:endParaRPr lang="en-IN" dirty="0">
            <a:solidFill>
              <a:schemeClr val="bg1"/>
            </a:solidFill>
          </a:endParaRPr>
        </a:p>
      </dgm:t>
    </dgm:pt>
    <dgm:pt modelId="{8A9D42EC-E7EB-44B4-A3CB-9F964291F7C8}" type="parTrans" cxnId="{4ACACE55-3A19-4AE8-85AC-7FC820EA75A8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45CA1645-62D2-4418-A314-21ED9E712770}" type="sibTrans" cxnId="{4ACACE55-3A19-4AE8-85AC-7FC820EA75A8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47F5E17D-E2C9-4833-98E8-9FA2B3400F0B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Stem Cell Biology</a:t>
          </a:r>
        </a:p>
      </dgm:t>
    </dgm:pt>
    <dgm:pt modelId="{BE8B77C1-6E5A-4951-A8B7-60E3A5D37EB7}" type="parTrans" cxnId="{F9AA04E7-AB4C-4C64-9E89-0F2FDD3E1D60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BA6AC9E7-AE76-46AC-BBF3-6030EC2AA8A6}" type="sibTrans" cxnId="{F9AA04E7-AB4C-4C64-9E89-0F2FDD3E1D60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2DA29601-74AE-4D1C-A90C-E8B0E7C47634}">
      <dgm:prSet/>
      <dgm:spPr/>
      <dgm:t>
        <a:bodyPr/>
        <a:lstStyle/>
        <a:p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Tissue Engineering</a:t>
          </a:r>
          <a:endParaRPr lang="en-IN" dirty="0">
            <a:solidFill>
              <a:schemeClr val="bg1"/>
            </a:solidFill>
          </a:endParaRPr>
        </a:p>
      </dgm:t>
    </dgm:pt>
    <dgm:pt modelId="{698B530E-DF04-4D65-B76F-360066F6ABE0}" type="parTrans" cxnId="{4808E8D7-298C-4809-B32C-0C7C0BDAFF3B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F3E0B890-5DBC-4007-888E-2A89FD0A1B42}" type="sibTrans" cxnId="{4808E8D7-298C-4809-B32C-0C7C0BDAFF3B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87BE79CD-EB4F-434C-8E65-A5EC39D3E5A6}" type="pres">
      <dgm:prSet presAssocID="{D440DB15-06F4-4BC0-A262-ECD36B1D8FCD}" presName="linear" presStyleCnt="0">
        <dgm:presLayoutVars>
          <dgm:dir/>
          <dgm:animLvl val="lvl"/>
          <dgm:resizeHandles val="exact"/>
        </dgm:presLayoutVars>
      </dgm:prSet>
      <dgm:spPr/>
    </dgm:pt>
    <dgm:pt modelId="{4EFE0F1D-2FEC-4990-850C-B425A691F332}" type="pres">
      <dgm:prSet presAssocID="{B4104707-0F51-431D-B1A8-9748F5BD816B}" presName="parentLin" presStyleCnt="0"/>
      <dgm:spPr/>
    </dgm:pt>
    <dgm:pt modelId="{5E8540D1-5D35-4333-92BC-A7690D7B1153}" type="pres">
      <dgm:prSet presAssocID="{B4104707-0F51-431D-B1A8-9748F5BD816B}" presName="parentLeftMargin" presStyleLbl="node1" presStyleIdx="0" presStyleCnt="3"/>
      <dgm:spPr/>
    </dgm:pt>
    <dgm:pt modelId="{60D90C3F-EFB1-408B-BB2E-2C97B0095023}" type="pres">
      <dgm:prSet presAssocID="{B4104707-0F51-431D-B1A8-9748F5BD816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2A10EB-7C49-4765-BB1D-E334384EDCB7}" type="pres">
      <dgm:prSet presAssocID="{B4104707-0F51-431D-B1A8-9748F5BD816B}" presName="negativeSpace" presStyleCnt="0"/>
      <dgm:spPr/>
    </dgm:pt>
    <dgm:pt modelId="{AB279D31-59AA-4617-A2A0-AAEB8618BFDB}" type="pres">
      <dgm:prSet presAssocID="{B4104707-0F51-431D-B1A8-9748F5BD816B}" presName="childText" presStyleLbl="conFgAcc1" presStyleIdx="0" presStyleCnt="3">
        <dgm:presLayoutVars>
          <dgm:bulletEnabled val="1"/>
        </dgm:presLayoutVars>
      </dgm:prSet>
      <dgm:spPr/>
    </dgm:pt>
    <dgm:pt modelId="{9DFACDCD-7F57-4018-AB4D-6E35EF16F160}" type="pres">
      <dgm:prSet presAssocID="{45CA1645-62D2-4418-A314-21ED9E712770}" presName="spaceBetweenRectangles" presStyleCnt="0"/>
      <dgm:spPr/>
    </dgm:pt>
    <dgm:pt modelId="{2CB694D3-DBEB-4D04-AD9B-F2CB332F9390}" type="pres">
      <dgm:prSet presAssocID="{47F5E17D-E2C9-4833-98E8-9FA2B3400F0B}" presName="parentLin" presStyleCnt="0"/>
      <dgm:spPr/>
    </dgm:pt>
    <dgm:pt modelId="{BC7495E1-F33D-49D6-AEC5-CCB590AE0379}" type="pres">
      <dgm:prSet presAssocID="{47F5E17D-E2C9-4833-98E8-9FA2B3400F0B}" presName="parentLeftMargin" presStyleLbl="node1" presStyleIdx="0" presStyleCnt="3"/>
      <dgm:spPr/>
    </dgm:pt>
    <dgm:pt modelId="{160F1676-2AF7-42A5-908B-0B0B808E6174}" type="pres">
      <dgm:prSet presAssocID="{47F5E17D-E2C9-4833-98E8-9FA2B3400F0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13C4D09-4174-4EFE-A37E-C5801039721F}" type="pres">
      <dgm:prSet presAssocID="{47F5E17D-E2C9-4833-98E8-9FA2B3400F0B}" presName="negativeSpace" presStyleCnt="0"/>
      <dgm:spPr/>
    </dgm:pt>
    <dgm:pt modelId="{627F7D69-8DED-4F9C-82E2-25DAD4033FA9}" type="pres">
      <dgm:prSet presAssocID="{47F5E17D-E2C9-4833-98E8-9FA2B3400F0B}" presName="childText" presStyleLbl="conFgAcc1" presStyleIdx="1" presStyleCnt="3">
        <dgm:presLayoutVars>
          <dgm:bulletEnabled val="1"/>
        </dgm:presLayoutVars>
      </dgm:prSet>
      <dgm:spPr/>
    </dgm:pt>
    <dgm:pt modelId="{75D56D76-E272-4FAB-A296-50375C1472CF}" type="pres">
      <dgm:prSet presAssocID="{BA6AC9E7-AE76-46AC-BBF3-6030EC2AA8A6}" presName="spaceBetweenRectangles" presStyleCnt="0"/>
      <dgm:spPr/>
    </dgm:pt>
    <dgm:pt modelId="{89F5DA70-41B9-4930-B6E8-E5B0F8B304A3}" type="pres">
      <dgm:prSet presAssocID="{2DA29601-74AE-4D1C-A90C-E8B0E7C47634}" presName="parentLin" presStyleCnt="0"/>
      <dgm:spPr/>
    </dgm:pt>
    <dgm:pt modelId="{1DEF7255-401B-4BB0-92F0-6DDE18C9BB57}" type="pres">
      <dgm:prSet presAssocID="{2DA29601-74AE-4D1C-A90C-E8B0E7C47634}" presName="parentLeftMargin" presStyleLbl="node1" presStyleIdx="1" presStyleCnt="3"/>
      <dgm:spPr/>
    </dgm:pt>
    <dgm:pt modelId="{2517951E-F709-4CEE-B7C2-08DFA4009EDB}" type="pres">
      <dgm:prSet presAssocID="{2DA29601-74AE-4D1C-A90C-E8B0E7C4763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67F4069-CFEC-488E-A731-EDA729DDD709}" type="pres">
      <dgm:prSet presAssocID="{2DA29601-74AE-4D1C-A90C-E8B0E7C47634}" presName="negativeSpace" presStyleCnt="0"/>
      <dgm:spPr/>
    </dgm:pt>
    <dgm:pt modelId="{ECD391B5-08BC-4BF6-940B-80E25DC0E1B5}" type="pres">
      <dgm:prSet presAssocID="{2DA29601-74AE-4D1C-A90C-E8B0E7C4763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FF5CF2F-09E3-4B7C-9F51-8FA1C100DEC6}" type="presOf" srcId="{47F5E17D-E2C9-4833-98E8-9FA2B3400F0B}" destId="{160F1676-2AF7-42A5-908B-0B0B808E6174}" srcOrd="1" destOrd="0" presId="urn:microsoft.com/office/officeart/2005/8/layout/list1"/>
    <dgm:cxn modelId="{F40C886A-83E7-451D-91A2-01DA0B756049}" type="presOf" srcId="{2DA29601-74AE-4D1C-A90C-E8B0E7C47634}" destId="{2517951E-F709-4CEE-B7C2-08DFA4009EDB}" srcOrd="1" destOrd="0" presId="urn:microsoft.com/office/officeart/2005/8/layout/list1"/>
    <dgm:cxn modelId="{2D8C6C6C-E568-4A92-A0D3-7B4041FBEA50}" type="presOf" srcId="{2DA29601-74AE-4D1C-A90C-E8B0E7C47634}" destId="{1DEF7255-401B-4BB0-92F0-6DDE18C9BB57}" srcOrd="0" destOrd="0" presId="urn:microsoft.com/office/officeart/2005/8/layout/list1"/>
    <dgm:cxn modelId="{4ACACE55-3A19-4AE8-85AC-7FC820EA75A8}" srcId="{D440DB15-06F4-4BC0-A262-ECD36B1D8FCD}" destId="{B4104707-0F51-431D-B1A8-9748F5BD816B}" srcOrd="0" destOrd="0" parTransId="{8A9D42EC-E7EB-44B4-A3CB-9F964291F7C8}" sibTransId="{45CA1645-62D2-4418-A314-21ED9E712770}"/>
    <dgm:cxn modelId="{93F33388-60E9-480F-9D59-F98A2E94FA2E}" type="presOf" srcId="{B4104707-0F51-431D-B1A8-9748F5BD816B}" destId="{5E8540D1-5D35-4333-92BC-A7690D7B1153}" srcOrd="0" destOrd="0" presId="urn:microsoft.com/office/officeart/2005/8/layout/list1"/>
    <dgm:cxn modelId="{94BE8FC9-1A6B-4076-A140-3660CFFF3F42}" type="presOf" srcId="{47F5E17D-E2C9-4833-98E8-9FA2B3400F0B}" destId="{BC7495E1-F33D-49D6-AEC5-CCB590AE0379}" srcOrd="0" destOrd="0" presId="urn:microsoft.com/office/officeart/2005/8/layout/list1"/>
    <dgm:cxn modelId="{4808E8D7-298C-4809-B32C-0C7C0BDAFF3B}" srcId="{D440DB15-06F4-4BC0-A262-ECD36B1D8FCD}" destId="{2DA29601-74AE-4D1C-A90C-E8B0E7C47634}" srcOrd="2" destOrd="0" parTransId="{698B530E-DF04-4D65-B76F-360066F6ABE0}" sibTransId="{F3E0B890-5DBC-4007-888E-2A89FD0A1B42}"/>
    <dgm:cxn modelId="{DD7BC3DF-4F71-4F51-B956-FA79AE24AA12}" type="presOf" srcId="{D440DB15-06F4-4BC0-A262-ECD36B1D8FCD}" destId="{87BE79CD-EB4F-434C-8E65-A5EC39D3E5A6}" srcOrd="0" destOrd="0" presId="urn:microsoft.com/office/officeart/2005/8/layout/list1"/>
    <dgm:cxn modelId="{F9AA04E7-AB4C-4C64-9E89-0F2FDD3E1D60}" srcId="{D440DB15-06F4-4BC0-A262-ECD36B1D8FCD}" destId="{47F5E17D-E2C9-4833-98E8-9FA2B3400F0B}" srcOrd="1" destOrd="0" parTransId="{BE8B77C1-6E5A-4951-A8B7-60E3A5D37EB7}" sibTransId="{BA6AC9E7-AE76-46AC-BBF3-6030EC2AA8A6}"/>
    <dgm:cxn modelId="{2908BEFA-0DCC-46FF-9923-91C24ED356F3}" type="presOf" srcId="{B4104707-0F51-431D-B1A8-9748F5BD816B}" destId="{60D90C3F-EFB1-408B-BB2E-2C97B0095023}" srcOrd="1" destOrd="0" presId="urn:microsoft.com/office/officeart/2005/8/layout/list1"/>
    <dgm:cxn modelId="{A49C217E-25FE-4623-9DFA-68ACA9237F75}" type="presParOf" srcId="{87BE79CD-EB4F-434C-8E65-A5EC39D3E5A6}" destId="{4EFE0F1D-2FEC-4990-850C-B425A691F332}" srcOrd="0" destOrd="0" presId="urn:microsoft.com/office/officeart/2005/8/layout/list1"/>
    <dgm:cxn modelId="{1D6A4A1E-0AD2-4C84-8A66-65F86B4F7F47}" type="presParOf" srcId="{4EFE0F1D-2FEC-4990-850C-B425A691F332}" destId="{5E8540D1-5D35-4333-92BC-A7690D7B1153}" srcOrd="0" destOrd="0" presId="urn:microsoft.com/office/officeart/2005/8/layout/list1"/>
    <dgm:cxn modelId="{1BFE04AF-3946-49CE-8432-4BC060D13B56}" type="presParOf" srcId="{4EFE0F1D-2FEC-4990-850C-B425A691F332}" destId="{60D90C3F-EFB1-408B-BB2E-2C97B0095023}" srcOrd="1" destOrd="0" presId="urn:microsoft.com/office/officeart/2005/8/layout/list1"/>
    <dgm:cxn modelId="{35693324-5D06-4AC0-9AEC-775740FF5080}" type="presParOf" srcId="{87BE79CD-EB4F-434C-8E65-A5EC39D3E5A6}" destId="{CC2A10EB-7C49-4765-BB1D-E334384EDCB7}" srcOrd="1" destOrd="0" presId="urn:microsoft.com/office/officeart/2005/8/layout/list1"/>
    <dgm:cxn modelId="{C6C22E8C-2957-4793-8D36-524BB45C4889}" type="presParOf" srcId="{87BE79CD-EB4F-434C-8E65-A5EC39D3E5A6}" destId="{AB279D31-59AA-4617-A2A0-AAEB8618BFDB}" srcOrd="2" destOrd="0" presId="urn:microsoft.com/office/officeart/2005/8/layout/list1"/>
    <dgm:cxn modelId="{0184D4A5-CD34-494E-8EB0-9047EBA6FA7C}" type="presParOf" srcId="{87BE79CD-EB4F-434C-8E65-A5EC39D3E5A6}" destId="{9DFACDCD-7F57-4018-AB4D-6E35EF16F160}" srcOrd="3" destOrd="0" presId="urn:microsoft.com/office/officeart/2005/8/layout/list1"/>
    <dgm:cxn modelId="{C101A4DD-FADE-4813-94F7-F1E936D1A8F1}" type="presParOf" srcId="{87BE79CD-EB4F-434C-8E65-A5EC39D3E5A6}" destId="{2CB694D3-DBEB-4D04-AD9B-F2CB332F9390}" srcOrd="4" destOrd="0" presId="urn:microsoft.com/office/officeart/2005/8/layout/list1"/>
    <dgm:cxn modelId="{04BE1510-B0AB-4D8D-B896-FCA365392B13}" type="presParOf" srcId="{2CB694D3-DBEB-4D04-AD9B-F2CB332F9390}" destId="{BC7495E1-F33D-49D6-AEC5-CCB590AE0379}" srcOrd="0" destOrd="0" presId="urn:microsoft.com/office/officeart/2005/8/layout/list1"/>
    <dgm:cxn modelId="{3F0BB81F-865B-430B-8195-36F9D9DDF5FE}" type="presParOf" srcId="{2CB694D3-DBEB-4D04-AD9B-F2CB332F9390}" destId="{160F1676-2AF7-42A5-908B-0B0B808E6174}" srcOrd="1" destOrd="0" presId="urn:microsoft.com/office/officeart/2005/8/layout/list1"/>
    <dgm:cxn modelId="{1EC5E8D0-C35C-46DF-8CED-19CADAC68114}" type="presParOf" srcId="{87BE79CD-EB4F-434C-8E65-A5EC39D3E5A6}" destId="{A13C4D09-4174-4EFE-A37E-C5801039721F}" srcOrd="5" destOrd="0" presId="urn:microsoft.com/office/officeart/2005/8/layout/list1"/>
    <dgm:cxn modelId="{B1C54936-2541-4545-B9D1-20DD116FC6B0}" type="presParOf" srcId="{87BE79CD-EB4F-434C-8E65-A5EC39D3E5A6}" destId="{627F7D69-8DED-4F9C-82E2-25DAD4033FA9}" srcOrd="6" destOrd="0" presId="urn:microsoft.com/office/officeart/2005/8/layout/list1"/>
    <dgm:cxn modelId="{5459C383-C5CD-4F6B-8EC3-97BDFBAA4E5C}" type="presParOf" srcId="{87BE79CD-EB4F-434C-8E65-A5EC39D3E5A6}" destId="{75D56D76-E272-4FAB-A296-50375C1472CF}" srcOrd="7" destOrd="0" presId="urn:microsoft.com/office/officeart/2005/8/layout/list1"/>
    <dgm:cxn modelId="{072C40C3-6361-463F-B4A0-A0CB3BCDDB25}" type="presParOf" srcId="{87BE79CD-EB4F-434C-8E65-A5EC39D3E5A6}" destId="{89F5DA70-41B9-4930-B6E8-E5B0F8B304A3}" srcOrd="8" destOrd="0" presId="urn:microsoft.com/office/officeart/2005/8/layout/list1"/>
    <dgm:cxn modelId="{FFD2FDE8-02A2-4285-9C44-B3B73A6B9EFB}" type="presParOf" srcId="{89F5DA70-41B9-4930-B6E8-E5B0F8B304A3}" destId="{1DEF7255-401B-4BB0-92F0-6DDE18C9BB57}" srcOrd="0" destOrd="0" presId="urn:microsoft.com/office/officeart/2005/8/layout/list1"/>
    <dgm:cxn modelId="{D53135EF-8742-4A3B-91D5-684501D223F0}" type="presParOf" srcId="{89F5DA70-41B9-4930-B6E8-E5B0F8B304A3}" destId="{2517951E-F709-4CEE-B7C2-08DFA4009EDB}" srcOrd="1" destOrd="0" presId="urn:microsoft.com/office/officeart/2005/8/layout/list1"/>
    <dgm:cxn modelId="{A7A2FEB6-98E1-4C34-BB73-8B5DA8B1C750}" type="presParOf" srcId="{87BE79CD-EB4F-434C-8E65-A5EC39D3E5A6}" destId="{D67F4069-CFEC-488E-A731-EDA729DDD709}" srcOrd="9" destOrd="0" presId="urn:microsoft.com/office/officeart/2005/8/layout/list1"/>
    <dgm:cxn modelId="{E1D43F60-BEDD-44A1-896A-827B3159F117}" type="presParOf" srcId="{87BE79CD-EB4F-434C-8E65-A5EC39D3E5A6}" destId="{ECD391B5-08BC-4BF6-940B-80E25DC0E1B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3CEEAC-B71A-40B9-B9E6-3920D28AD6E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10CC2D-3AF8-48A4-8319-B3F3D020586F}">
      <dgm:prSet phldrT="[Text]" custT="1"/>
      <dgm:spPr/>
      <dgm:t>
        <a:bodyPr/>
        <a:lstStyle/>
        <a:p>
          <a:pPr algn="just"/>
          <a:r>
            <a:rPr lang="en-US" sz="2400" dirty="0"/>
            <a:t>Recombinant DNA technology is the joining together of DNA molecules from two different species. </a:t>
          </a:r>
          <a:endParaRPr lang="en-IN" sz="2400" dirty="0"/>
        </a:p>
      </dgm:t>
    </dgm:pt>
    <dgm:pt modelId="{BAEE6531-A318-434D-B4C4-5B49741B5343}" type="parTrans" cxnId="{8C9196EF-6DE3-453D-B25C-87AE2B223326}">
      <dgm:prSet/>
      <dgm:spPr/>
      <dgm:t>
        <a:bodyPr/>
        <a:lstStyle/>
        <a:p>
          <a:pPr algn="just"/>
          <a:endParaRPr lang="en-IN"/>
        </a:p>
      </dgm:t>
    </dgm:pt>
    <dgm:pt modelId="{9E35103B-5C28-4848-AE09-807FE408CD4E}" type="sibTrans" cxnId="{8C9196EF-6DE3-453D-B25C-87AE2B223326}">
      <dgm:prSet/>
      <dgm:spPr/>
      <dgm:t>
        <a:bodyPr/>
        <a:lstStyle/>
        <a:p>
          <a:pPr algn="just"/>
          <a:endParaRPr lang="en-IN"/>
        </a:p>
      </dgm:t>
    </dgm:pt>
    <dgm:pt modelId="{17B7F53A-A130-430E-BD54-F1DD11F4BF95}">
      <dgm:prSet phldrT="[Text]" custT="1"/>
      <dgm:spPr/>
      <dgm:t>
        <a:bodyPr/>
        <a:lstStyle/>
        <a:p>
          <a:pPr algn="ctr"/>
          <a:r>
            <a:rPr lang="en-IN" sz="3600" b="1" dirty="0"/>
            <a:t>Recombinant DNA Technology- </a:t>
          </a:r>
          <a:r>
            <a:rPr lang="en-IN" sz="3600" b="1" dirty="0">
              <a:solidFill>
                <a:schemeClr val="tx1"/>
              </a:solidFill>
              <a:highlight>
                <a:srgbClr val="FFFF00"/>
              </a:highlight>
            </a:rPr>
            <a:t>Steps&gt;&gt;&gt;&gt;&gt;&gt;&gt;&gt;&gt;</a:t>
          </a:r>
        </a:p>
      </dgm:t>
    </dgm:pt>
    <dgm:pt modelId="{B5E4E653-2411-4B33-843F-3C7CB6772313}" type="sibTrans" cxnId="{F2AC45F8-DE9C-488E-BB29-8945DFFDB034}">
      <dgm:prSet/>
      <dgm:spPr/>
      <dgm:t>
        <a:bodyPr/>
        <a:lstStyle/>
        <a:p>
          <a:pPr algn="just"/>
          <a:endParaRPr lang="en-IN"/>
        </a:p>
      </dgm:t>
    </dgm:pt>
    <dgm:pt modelId="{55A73F67-AD4A-46DE-AC16-B8B55270EDD1}" type="parTrans" cxnId="{F2AC45F8-DE9C-488E-BB29-8945DFFDB034}">
      <dgm:prSet/>
      <dgm:spPr/>
      <dgm:t>
        <a:bodyPr/>
        <a:lstStyle/>
        <a:p>
          <a:pPr algn="just"/>
          <a:endParaRPr lang="en-IN"/>
        </a:p>
      </dgm:t>
    </dgm:pt>
    <dgm:pt modelId="{D588A809-472F-4B57-9A79-FD1E4DE21A2D}">
      <dgm:prSet phldrT="[Text]"/>
      <dgm:spPr/>
      <dgm:t>
        <a:bodyPr/>
        <a:lstStyle/>
        <a:p>
          <a:pPr algn="just"/>
          <a:endParaRPr lang="en-IN" sz="2100" dirty="0"/>
        </a:p>
      </dgm:t>
    </dgm:pt>
    <dgm:pt modelId="{49C12C40-5D54-4A04-A9B3-B88DB2A9F53A}" type="parTrans" cxnId="{17EF9835-12B3-40BD-BD92-993B76B45B34}">
      <dgm:prSet/>
      <dgm:spPr/>
      <dgm:t>
        <a:bodyPr/>
        <a:lstStyle/>
        <a:p>
          <a:pPr algn="just"/>
          <a:endParaRPr lang="en-IN"/>
        </a:p>
      </dgm:t>
    </dgm:pt>
    <dgm:pt modelId="{2770E989-D511-4CB9-9DCB-50FEE59A903D}" type="sibTrans" cxnId="{17EF9835-12B3-40BD-BD92-993B76B45B34}">
      <dgm:prSet/>
      <dgm:spPr/>
      <dgm:t>
        <a:bodyPr/>
        <a:lstStyle/>
        <a:p>
          <a:pPr algn="just"/>
          <a:endParaRPr lang="en-IN"/>
        </a:p>
      </dgm:t>
    </dgm:pt>
    <dgm:pt modelId="{E0C827CF-709F-4035-B1E5-533C844B1623}">
      <dgm:prSet phldrT="[Text]" custT="1"/>
      <dgm:spPr/>
      <dgm:t>
        <a:bodyPr/>
        <a:lstStyle/>
        <a:p>
          <a:pPr algn="just"/>
          <a:r>
            <a:rPr lang="en-US" sz="2400" dirty="0"/>
            <a:t>Using Recombinant DNA technology, we can </a:t>
          </a:r>
          <a:r>
            <a:rPr lang="en-US" sz="2400" b="1" dirty="0"/>
            <a:t>isolate</a:t>
          </a:r>
          <a:r>
            <a:rPr lang="en-US" sz="2400" dirty="0"/>
            <a:t> and </a:t>
          </a:r>
          <a:r>
            <a:rPr lang="en-US" sz="2400" b="1" dirty="0"/>
            <a:t>clone</a:t>
          </a:r>
          <a:r>
            <a:rPr lang="en-US" sz="2400" dirty="0"/>
            <a:t> single copy of a gene into an indefinite number of copies, </a:t>
          </a:r>
          <a:r>
            <a:rPr lang="en-US" sz="2400" b="1" u="sng" dirty="0"/>
            <a:t>all identical</a:t>
          </a:r>
          <a:r>
            <a:rPr lang="en-US" sz="2400" dirty="0"/>
            <a:t>. </a:t>
          </a:r>
          <a:endParaRPr lang="en-IN" sz="2400" dirty="0"/>
        </a:p>
      </dgm:t>
    </dgm:pt>
    <dgm:pt modelId="{980ADC33-9E4C-48AA-B5A3-2F46A9766698}" type="parTrans" cxnId="{DCC483F0-9BC3-4636-8743-714DA2CCF131}">
      <dgm:prSet/>
      <dgm:spPr/>
      <dgm:t>
        <a:bodyPr/>
        <a:lstStyle/>
        <a:p>
          <a:pPr algn="just"/>
          <a:endParaRPr lang="en-IN"/>
        </a:p>
      </dgm:t>
    </dgm:pt>
    <dgm:pt modelId="{676AE882-EA16-4540-AFE0-DE6044209B76}" type="sibTrans" cxnId="{DCC483F0-9BC3-4636-8743-714DA2CCF131}">
      <dgm:prSet/>
      <dgm:spPr/>
      <dgm:t>
        <a:bodyPr/>
        <a:lstStyle/>
        <a:p>
          <a:pPr algn="just"/>
          <a:endParaRPr lang="en-IN"/>
        </a:p>
      </dgm:t>
    </dgm:pt>
    <dgm:pt modelId="{C4EAD8DA-7E17-4861-A9CD-5E66A0579006}">
      <dgm:prSet custT="1"/>
      <dgm:spPr/>
      <dgm:t>
        <a:bodyPr/>
        <a:lstStyle/>
        <a:p>
          <a:pPr algn="just"/>
          <a:r>
            <a:rPr lang="en-US" sz="2400" dirty="0"/>
            <a:t>e.g. Bacterial DNA +  human gene for insulin (INS gene- short arm of 11 </a:t>
          </a:r>
          <a:r>
            <a:rPr lang="en-US" sz="2400" dirty="0" err="1"/>
            <a:t>ch</a:t>
          </a:r>
          <a:r>
            <a:rPr lang="en-US" sz="2400" dirty="0"/>
            <a:t>)</a:t>
          </a:r>
        </a:p>
      </dgm:t>
    </dgm:pt>
    <dgm:pt modelId="{1C09505A-48F7-4A04-81B0-8094DAF834F7}" type="parTrans" cxnId="{AD59D020-5EEC-4BE7-86A0-3F2CDFE17D05}">
      <dgm:prSet/>
      <dgm:spPr/>
      <dgm:t>
        <a:bodyPr/>
        <a:lstStyle/>
        <a:p>
          <a:endParaRPr lang="en-IN"/>
        </a:p>
      </dgm:t>
    </dgm:pt>
    <dgm:pt modelId="{EB1F2FA4-E117-4067-A7D1-C0DCD7081830}" type="sibTrans" cxnId="{AD59D020-5EEC-4BE7-86A0-3F2CDFE17D05}">
      <dgm:prSet/>
      <dgm:spPr/>
      <dgm:t>
        <a:bodyPr/>
        <a:lstStyle/>
        <a:p>
          <a:endParaRPr lang="en-IN"/>
        </a:p>
      </dgm:t>
    </dgm:pt>
    <dgm:pt modelId="{3816B0FA-CC3C-481B-9983-34FFF75796F6}">
      <dgm:prSet phldrT="[Text]" custT="1"/>
      <dgm:spPr/>
      <dgm:t>
        <a:bodyPr/>
        <a:lstStyle/>
        <a:p>
          <a:pPr algn="just"/>
          <a:r>
            <a:rPr lang="en-US" sz="2400" dirty="0"/>
            <a:t>These new combinations of genetic material or Recombinant DNA (rDNA) molecules are introduced into the host cells, where they propagate and multiply. </a:t>
          </a:r>
          <a:endParaRPr lang="en-IN" sz="2400" dirty="0"/>
        </a:p>
      </dgm:t>
    </dgm:pt>
    <dgm:pt modelId="{10D5586B-5E28-4DA7-A1AF-183566603141}" type="parTrans" cxnId="{E1E8252F-DEC6-49BA-A0D8-768EDBF971BB}">
      <dgm:prSet/>
      <dgm:spPr/>
      <dgm:t>
        <a:bodyPr/>
        <a:lstStyle/>
        <a:p>
          <a:endParaRPr lang="en-IN"/>
        </a:p>
      </dgm:t>
    </dgm:pt>
    <dgm:pt modelId="{0B3B7CCB-45A1-46F5-9076-334DFAB1B519}" type="sibTrans" cxnId="{E1E8252F-DEC6-49BA-A0D8-768EDBF971BB}">
      <dgm:prSet/>
      <dgm:spPr/>
      <dgm:t>
        <a:bodyPr/>
        <a:lstStyle/>
        <a:p>
          <a:endParaRPr lang="en-IN"/>
        </a:p>
      </dgm:t>
    </dgm:pt>
    <dgm:pt modelId="{A37CAD15-97EB-458F-9687-9DFB5553289B}" type="pres">
      <dgm:prSet presAssocID="{753CEEAC-B71A-40B9-B9E6-3920D28AD6EA}" presName="linear" presStyleCnt="0">
        <dgm:presLayoutVars>
          <dgm:dir/>
          <dgm:animLvl val="lvl"/>
          <dgm:resizeHandles val="exact"/>
        </dgm:presLayoutVars>
      </dgm:prSet>
      <dgm:spPr/>
    </dgm:pt>
    <dgm:pt modelId="{E9221422-75C0-4D09-87BE-BFB3ED06E0F9}" type="pres">
      <dgm:prSet presAssocID="{17B7F53A-A130-430E-BD54-F1DD11F4BF95}" presName="parentLin" presStyleCnt="0"/>
      <dgm:spPr/>
    </dgm:pt>
    <dgm:pt modelId="{B7FA8D11-30A1-467F-9D08-8F79989F33F5}" type="pres">
      <dgm:prSet presAssocID="{17B7F53A-A130-430E-BD54-F1DD11F4BF95}" presName="parentLeftMargin" presStyleLbl="node1" presStyleIdx="0" presStyleCnt="1"/>
      <dgm:spPr/>
    </dgm:pt>
    <dgm:pt modelId="{1B5F1A4C-5200-48C6-93A3-9B120878DED1}" type="pres">
      <dgm:prSet presAssocID="{17B7F53A-A130-430E-BD54-F1DD11F4BF95}" presName="parentText" presStyleLbl="node1" presStyleIdx="0" presStyleCnt="1" custScaleX="142857" custScaleY="49765" custLinFactNeighborX="-20801" custLinFactNeighborY="17958">
        <dgm:presLayoutVars>
          <dgm:chMax val="0"/>
          <dgm:bulletEnabled val="1"/>
        </dgm:presLayoutVars>
      </dgm:prSet>
      <dgm:spPr/>
    </dgm:pt>
    <dgm:pt modelId="{C26A603C-1668-48E4-9C95-20CB61A849C8}" type="pres">
      <dgm:prSet presAssocID="{17B7F53A-A130-430E-BD54-F1DD11F4BF95}" presName="negativeSpace" presStyleCnt="0"/>
      <dgm:spPr/>
    </dgm:pt>
    <dgm:pt modelId="{ADEE639B-763F-4499-B3FE-7A5FA44C0ED1}" type="pres">
      <dgm:prSet presAssocID="{17B7F53A-A130-430E-BD54-F1DD11F4BF95}" presName="childText" presStyleLbl="conFgAcc1" presStyleIdx="0" presStyleCnt="1" custScaleY="100069" custLinFactNeighborX="-7874" custLinFactNeighborY="19568">
        <dgm:presLayoutVars>
          <dgm:bulletEnabled val="1"/>
        </dgm:presLayoutVars>
      </dgm:prSet>
      <dgm:spPr/>
    </dgm:pt>
  </dgm:ptLst>
  <dgm:cxnLst>
    <dgm:cxn modelId="{AD59D020-5EEC-4BE7-86A0-3F2CDFE17D05}" srcId="{17B7F53A-A130-430E-BD54-F1DD11F4BF95}" destId="{C4EAD8DA-7E17-4861-A9CD-5E66A0579006}" srcOrd="3" destOrd="0" parTransId="{1C09505A-48F7-4A04-81B0-8094DAF834F7}" sibTransId="{EB1F2FA4-E117-4067-A7D1-C0DCD7081830}"/>
    <dgm:cxn modelId="{E1E8252F-DEC6-49BA-A0D8-768EDBF971BB}" srcId="{17B7F53A-A130-430E-BD54-F1DD11F4BF95}" destId="{3816B0FA-CC3C-481B-9983-34FFF75796F6}" srcOrd="2" destOrd="0" parTransId="{10D5586B-5E28-4DA7-A1AF-183566603141}" sibTransId="{0B3B7CCB-45A1-46F5-9076-334DFAB1B519}"/>
    <dgm:cxn modelId="{17EF9835-12B3-40BD-BD92-993B76B45B34}" srcId="{17B7F53A-A130-430E-BD54-F1DD11F4BF95}" destId="{D588A809-472F-4B57-9A79-FD1E4DE21A2D}" srcOrd="4" destOrd="0" parTransId="{49C12C40-5D54-4A04-A9B3-B88DB2A9F53A}" sibTransId="{2770E989-D511-4CB9-9DCB-50FEE59A903D}"/>
    <dgm:cxn modelId="{DF64DF61-65AF-4466-A0D8-B5CD452DF789}" type="presOf" srcId="{17B7F53A-A130-430E-BD54-F1DD11F4BF95}" destId="{B7FA8D11-30A1-467F-9D08-8F79989F33F5}" srcOrd="0" destOrd="0" presId="urn:microsoft.com/office/officeart/2005/8/layout/list1"/>
    <dgm:cxn modelId="{1DB7D155-12D3-4F8B-8D9A-C1AA9954131F}" type="presOf" srcId="{C4EAD8DA-7E17-4861-A9CD-5E66A0579006}" destId="{ADEE639B-763F-4499-B3FE-7A5FA44C0ED1}" srcOrd="0" destOrd="3" presId="urn:microsoft.com/office/officeart/2005/8/layout/list1"/>
    <dgm:cxn modelId="{186FF78B-FA68-416D-8A39-AE4EE1489944}" type="presOf" srcId="{D588A809-472F-4B57-9A79-FD1E4DE21A2D}" destId="{ADEE639B-763F-4499-B3FE-7A5FA44C0ED1}" srcOrd="0" destOrd="4" presId="urn:microsoft.com/office/officeart/2005/8/layout/list1"/>
    <dgm:cxn modelId="{84CFD99A-D828-4279-85EA-08044C2A40E6}" type="presOf" srcId="{753CEEAC-B71A-40B9-B9E6-3920D28AD6EA}" destId="{A37CAD15-97EB-458F-9687-9DFB5553289B}" srcOrd="0" destOrd="0" presId="urn:microsoft.com/office/officeart/2005/8/layout/list1"/>
    <dgm:cxn modelId="{0ADDB69B-2D4F-4D98-A498-0F0083DD6AFB}" type="presOf" srcId="{3816B0FA-CC3C-481B-9983-34FFF75796F6}" destId="{ADEE639B-763F-4499-B3FE-7A5FA44C0ED1}" srcOrd="0" destOrd="2" presId="urn:microsoft.com/office/officeart/2005/8/layout/list1"/>
    <dgm:cxn modelId="{6A8605A2-4C3E-4DB5-8251-9E519DD30E26}" type="presOf" srcId="{0310CC2D-3AF8-48A4-8319-B3F3D020586F}" destId="{ADEE639B-763F-4499-B3FE-7A5FA44C0ED1}" srcOrd="0" destOrd="0" presId="urn:microsoft.com/office/officeart/2005/8/layout/list1"/>
    <dgm:cxn modelId="{66E16CA3-F6C7-4EC9-9293-BC2EF2B8C715}" type="presOf" srcId="{E0C827CF-709F-4035-B1E5-533C844B1623}" destId="{ADEE639B-763F-4499-B3FE-7A5FA44C0ED1}" srcOrd="0" destOrd="1" presId="urn:microsoft.com/office/officeart/2005/8/layout/list1"/>
    <dgm:cxn modelId="{AA7060E0-DD29-4576-BE9B-EAF4D168C339}" type="presOf" srcId="{17B7F53A-A130-430E-BD54-F1DD11F4BF95}" destId="{1B5F1A4C-5200-48C6-93A3-9B120878DED1}" srcOrd="1" destOrd="0" presId="urn:microsoft.com/office/officeart/2005/8/layout/list1"/>
    <dgm:cxn modelId="{8C9196EF-6DE3-453D-B25C-87AE2B223326}" srcId="{17B7F53A-A130-430E-BD54-F1DD11F4BF95}" destId="{0310CC2D-3AF8-48A4-8319-B3F3D020586F}" srcOrd="0" destOrd="0" parTransId="{BAEE6531-A318-434D-B4C4-5B49741B5343}" sibTransId="{9E35103B-5C28-4848-AE09-807FE408CD4E}"/>
    <dgm:cxn modelId="{DCC483F0-9BC3-4636-8743-714DA2CCF131}" srcId="{17B7F53A-A130-430E-BD54-F1DD11F4BF95}" destId="{E0C827CF-709F-4035-B1E5-533C844B1623}" srcOrd="1" destOrd="0" parTransId="{980ADC33-9E4C-48AA-B5A3-2F46A9766698}" sibTransId="{676AE882-EA16-4540-AFE0-DE6044209B76}"/>
    <dgm:cxn modelId="{F2AC45F8-DE9C-488E-BB29-8945DFFDB034}" srcId="{753CEEAC-B71A-40B9-B9E6-3920D28AD6EA}" destId="{17B7F53A-A130-430E-BD54-F1DD11F4BF95}" srcOrd="0" destOrd="0" parTransId="{55A73F67-AD4A-46DE-AC16-B8B55270EDD1}" sibTransId="{B5E4E653-2411-4B33-843F-3C7CB6772313}"/>
    <dgm:cxn modelId="{D08B6048-32AA-42EA-AC77-568C15C574CB}" type="presParOf" srcId="{A37CAD15-97EB-458F-9687-9DFB5553289B}" destId="{E9221422-75C0-4D09-87BE-BFB3ED06E0F9}" srcOrd="0" destOrd="0" presId="urn:microsoft.com/office/officeart/2005/8/layout/list1"/>
    <dgm:cxn modelId="{86815FB9-C045-4067-839B-ABAD286BFB5C}" type="presParOf" srcId="{E9221422-75C0-4D09-87BE-BFB3ED06E0F9}" destId="{B7FA8D11-30A1-467F-9D08-8F79989F33F5}" srcOrd="0" destOrd="0" presId="urn:microsoft.com/office/officeart/2005/8/layout/list1"/>
    <dgm:cxn modelId="{B58D42A5-CD02-4A92-A058-30D278628714}" type="presParOf" srcId="{E9221422-75C0-4D09-87BE-BFB3ED06E0F9}" destId="{1B5F1A4C-5200-48C6-93A3-9B120878DED1}" srcOrd="1" destOrd="0" presId="urn:microsoft.com/office/officeart/2005/8/layout/list1"/>
    <dgm:cxn modelId="{4AC1A526-7AA1-45C2-8EC5-1F7490B29821}" type="presParOf" srcId="{A37CAD15-97EB-458F-9687-9DFB5553289B}" destId="{C26A603C-1668-48E4-9C95-20CB61A849C8}" srcOrd="1" destOrd="0" presId="urn:microsoft.com/office/officeart/2005/8/layout/list1"/>
    <dgm:cxn modelId="{058DFCD3-CDF8-47B9-A0D5-3DB610DF1C52}" type="presParOf" srcId="{A37CAD15-97EB-458F-9687-9DFB5553289B}" destId="{ADEE639B-763F-4499-B3FE-7A5FA44C0ED1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2F2B83-EBCE-4D08-930A-2676BF3DF74A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8DA5006-F967-4F22-A3FA-4F100A4D5ED4}">
      <dgm:prSet phldrT="[Text]"/>
      <dgm:spPr/>
      <dgm:t>
        <a:bodyPr/>
        <a:lstStyle/>
        <a:p>
          <a:pPr algn="just"/>
          <a:r>
            <a:rPr lang="en-IN" b="1" dirty="0"/>
            <a:t>Vector</a:t>
          </a:r>
          <a:r>
            <a:rPr lang="en-IN" dirty="0"/>
            <a:t>: A vehicle to transfer rDNA into the cells</a:t>
          </a:r>
        </a:p>
      </dgm:t>
    </dgm:pt>
    <dgm:pt modelId="{402BEFA8-16CE-4977-99D6-47F84B6D0741}" type="parTrans" cxnId="{A49BDB00-C7CA-426F-9645-7E191B04B73A}">
      <dgm:prSet/>
      <dgm:spPr/>
      <dgm:t>
        <a:bodyPr/>
        <a:lstStyle/>
        <a:p>
          <a:endParaRPr lang="en-IN"/>
        </a:p>
      </dgm:t>
    </dgm:pt>
    <dgm:pt modelId="{FE955E39-4744-456F-9175-817DEEB4C938}" type="sibTrans" cxnId="{A49BDB00-C7CA-426F-9645-7E191B04B73A}">
      <dgm:prSet/>
      <dgm:spPr/>
      <dgm:t>
        <a:bodyPr/>
        <a:lstStyle/>
        <a:p>
          <a:endParaRPr lang="en-IN"/>
        </a:p>
      </dgm:t>
    </dgm:pt>
    <dgm:pt modelId="{0F3CF5E0-31A5-4B01-A22D-27F4AC4568D0}">
      <dgm:prSet phldrT="[Text]"/>
      <dgm:spPr/>
      <dgm:t>
        <a:bodyPr/>
        <a:lstStyle/>
        <a:p>
          <a:pPr algn="just"/>
          <a:r>
            <a:rPr lang="en-IN" b="1" dirty="0"/>
            <a:t>Restriction enzyme</a:t>
          </a:r>
          <a:r>
            <a:rPr lang="en-IN" dirty="0"/>
            <a:t>: Scissors to cut DNA</a:t>
          </a:r>
        </a:p>
      </dgm:t>
    </dgm:pt>
    <dgm:pt modelId="{25D7DAA3-6BF5-4659-A18E-13ABA12B352F}" type="parTrans" cxnId="{13708318-D8E6-4248-B14E-F369FB2158D4}">
      <dgm:prSet/>
      <dgm:spPr/>
      <dgm:t>
        <a:bodyPr/>
        <a:lstStyle/>
        <a:p>
          <a:endParaRPr lang="en-IN"/>
        </a:p>
      </dgm:t>
    </dgm:pt>
    <dgm:pt modelId="{C75EEA46-2D20-4C4A-8517-92239E20C705}" type="sibTrans" cxnId="{13708318-D8E6-4248-B14E-F369FB2158D4}">
      <dgm:prSet/>
      <dgm:spPr/>
      <dgm:t>
        <a:bodyPr/>
        <a:lstStyle/>
        <a:p>
          <a:endParaRPr lang="en-IN"/>
        </a:p>
      </dgm:t>
    </dgm:pt>
    <dgm:pt modelId="{F06AE2EF-4C58-44D3-912E-887AB32A889C}">
      <dgm:prSet phldrT="[Text]"/>
      <dgm:spPr/>
      <dgm:t>
        <a:bodyPr/>
        <a:lstStyle/>
        <a:p>
          <a:pPr algn="just"/>
          <a:r>
            <a:rPr lang="en-US" b="0" i="0" dirty="0"/>
            <a:t>The vectors help in carrying and integrating the desired gene. </a:t>
          </a:r>
          <a:endParaRPr lang="en-IN" dirty="0"/>
        </a:p>
      </dgm:t>
    </dgm:pt>
    <dgm:pt modelId="{A7092991-4F86-42FC-98F3-BE104EBD7893}" type="parTrans" cxnId="{9204B16E-BA6F-49FC-8AC5-83134EDD27E3}">
      <dgm:prSet/>
      <dgm:spPr/>
      <dgm:t>
        <a:bodyPr/>
        <a:lstStyle/>
        <a:p>
          <a:endParaRPr lang="en-IN"/>
        </a:p>
      </dgm:t>
    </dgm:pt>
    <dgm:pt modelId="{2E5DDBCA-4389-4A72-A859-5E4A307EF506}" type="sibTrans" cxnId="{9204B16E-BA6F-49FC-8AC5-83134EDD27E3}">
      <dgm:prSet/>
      <dgm:spPr/>
      <dgm:t>
        <a:bodyPr/>
        <a:lstStyle/>
        <a:p>
          <a:endParaRPr lang="en-IN"/>
        </a:p>
      </dgm:t>
    </dgm:pt>
    <dgm:pt modelId="{F94D706A-2A35-4474-B655-2AF7E5C2CA8E}">
      <dgm:prSet phldrT="[Text]"/>
      <dgm:spPr/>
      <dgm:t>
        <a:bodyPr/>
        <a:lstStyle/>
        <a:p>
          <a:pPr algn="just"/>
          <a:r>
            <a:rPr lang="en-IN" b="1" dirty="0"/>
            <a:t>DNA Ligase</a:t>
          </a:r>
          <a:r>
            <a:rPr lang="en-IN" dirty="0"/>
            <a:t>: Help to join DNA </a:t>
          </a:r>
        </a:p>
      </dgm:t>
    </dgm:pt>
    <dgm:pt modelId="{FED8885C-BAD5-40F8-91CF-54DE2B31FA9F}" type="parTrans" cxnId="{2211A9D1-952F-46FC-B9C4-AAFC730E7F00}">
      <dgm:prSet/>
      <dgm:spPr/>
      <dgm:t>
        <a:bodyPr/>
        <a:lstStyle/>
        <a:p>
          <a:endParaRPr lang="en-IN"/>
        </a:p>
      </dgm:t>
    </dgm:pt>
    <dgm:pt modelId="{9AFAEB59-2F5B-492F-9642-07531E0D7F6B}" type="sibTrans" cxnId="{2211A9D1-952F-46FC-B9C4-AAFC730E7F00}">
      <dgm:prSet/>
      <dgm:spPr/>
      <dgm:t>
        <a:bodyPr/>
        <a:lstStyle/>
        <a:p>
          <a:endParaRPr lang="en-IN"/>
        </a:p>
      </dgm:t>
    </dgm:pt>
    <dgm:pt modelId="{29ADCD5D-859D-4C6C-AE70-A86954DC3023}">
      <dgm:prSet phldrT="[Text]"/>
      <dgm:spPr/>
      <dgm:t>
        <a:bodyPr/>
        <a:lstStyle/>
        <a:p>
          <a:pPr algn="just"/>
          <a:r>
            <a:rPr lang="en-US" b="0" i="0" dirty="0"/>
            <a:t>These form a very important vehicles that carry forward the desired gene into the host organism. </a:t>
          </a:r>
          <a:endParaRPr lang="en-IN" dirty="0"/>
        </a:p>
      </dgm:t>
    </dgm:pt>
    <dgm:pt modelId="{65BE656E-201E-4DC9-87AE-4A2B6DB8FC6A}" type="parTrans" cxnId="{3986EBEB-97B0-489D-BF22-6AE5B2178F0D}">
      <dgm:prSet/>
      <dgm:spPr/>
      <dgm:t>
        <a:bodyPr/>
        <a:lstStyle/>
        <a:p>
          <a:endParaRPr lang="en-IN"/>
        </a:p>
      </dgm:t>
    </dgm:pt>
    <dgm:pt modelId="{72603358-D6DE-4ABF-B32D-FB5770C0E5F3}" type="sibTrans" cxnId="{3986EBEB-97B0-489D-BF22-6AE5B2178F0D}">
      <dgm:prSet/>
      <dgm:spPr/>
      <dgm:t>
        <a:bodyPr/>
        <a:lstStyle/>
        <a:p>
          <a:endParaRPr lang="en-IN"/>
        </a:p>
      </dgm:t>
    </dgm:pt>
    <dgm:pt modelId="{F70B9BC6-D4A6-43BA-ABD5-53F81E235A17}">
      <dgm:prSet phldrT="[Text]"/>
      <dgm:spPr/>
      <dgm:t>
        <a:bodyPr/>
        <a:lstStyle/>
        <a:p>
          <a:pPr algn="just"/>
          <a:r>
            <a:rPr lang="en-US" b="0" i="0" dirty="0"/>
            <a:t>Plasmids and bacteriophages are the most common vectors in recombinant DNA technology.</a:t>
          </a:r>
          <a:endParaRPr lang="en-IN" dirty="0"/>
        </a:p>
      </dgm:t>
    </dgm:pt>
    <dgm:pt modelId="{DEBE0A91-0AAB-4D94-9275-941DE662D6B2}" type="parTrans" cxnId="{992ABF95-4885-45A1-8EC1-6B34B99090B4}">
      <dgm:prSet/>
      <dgm:spPr/>
      <dgm:t>
        <a:bodyPr/>
        <a:lstStyle/>
        <a:p>
          <a:endParaRPr lang="en-IN"/>
        </a:p>
      </dgm:t>
    </dgm:pt>
    <dgm:pt modelId="{9FFA764F-1E8F-4101-8256-76FA12DD2B00}" type="sibTrans" cxnId="{992ABF95-4885-45A1-8EC1-6B34B99090B4}">
      <dgm:prSet/>
      <dgm:spPr/>
      <dgm:t>
        <a:bodyPr/>
        <a:lstStyle/>
        <a:p>
          <a:endParaRPr lang="en-IN"/>
        </a:p>
      </dgm:t>
    </dgm:pt>
    <dgm:pt modelId="{2FE4498D-DD4D-47AB-B956-262161F3D9E3}">
      <dgm:prSet phldrT="[Text]"/>
      <dgm:spPr/>
      <dgm:t>
        <a:bodyPr/>
        <a:lstStyle/>
        <a:p>
          <a:pPr algn="just"/>
          <a:r>
            <a:rPr lang="en-US" b="1" dirty="0"/>
            <a:t>Restriction enzymes </a:t>
          </a:r>
          <a:r>
            <a:rPr lang="en-US" dirty="0"/>
            <a:t>cut DNA molecules at specific DNA sequences called </a:t>
          </a:r>
          <a:r>
            <a:rPr lang="en-US" b="1" dirty="0"/>
            <a:t>restriction sites</a:t>
          </a:r>
          <a:endParaRPr lang="en-IN" dirty="0"/>
        </a:p>
      </dgm:t>
    </dgm:pt>
    <dgm:pt modelId="{6DC7EF7D-1B57-4B1B-AFA8-2BE36B9E3BD3}" type="parTrans" cxnId="{11A7059A-8063-4254-A8BB-99E39651E3F7}">
      <dgm:prSet/>
      <dgm:spPr/>
      <dgm:t>
        <a:bodyPr/>
        <a:lstStyle/>
        <a:p>
          <a:endParaRPr lang="en-IN"/>
        </a:p>
      </dgm:t>
    </dgm:pt>
    <dgm:pt modelId="{74D84378-40DD-44A5-BEC5-B3E48F129303}" type="sibTrans" cxnId="{11A7059A-8063-4254-A8BB-99E39651E3F7}">
      <dgm:prSet/>
      <dgm:spPr/>
      <dgm:t>
        <a:bodyPr/>
        <a:lstStyle/>
        <a:p>
          <a:endParaRPr lang="en-IN"/>
        </a:p>
      </dgm:t>
    </dgm:pt>
    <dgm:pt modelId="{033F84FA-D2F2-4125-82BD-3FBF58DD2A94}">
      <dgm:prSet phldrT="[Text]"/>
      <dgm:spPr/>
      <dgm:t>
        <a:bodyPr/>
        <a:lstStyle/>
        <a:p>
          <a:pPr algn="just"/>
          <a:r>
            <a:rPr lang="en-US" b="1" dirty="0"/>
            <a:t>DNA ligase </a:t>
          </a:r>
          <a:r>
            <a:rPr lang="en-US" dirty="0"/>
            <a:t>is an enzyme that seals the bonds between DNA fragments</a:t>
          </a:r>
          <a:endParaRPr lang="en-IN" dirty="0"/>
        </a:p>
      </dgm:t>
    </dgm:pt>
    <dgm:pt modelId="{247ED363-7A4C-426A-B59E-6B5529E2C0C2}" type="parTrans" cxnId="{6689C388-537D-4D81-A4DE-70161B28FCA1}">
      <dgm:prSet/>
      <dgm:spPr/>
      <dgm:t>
        <a:bodyPr/>
        <a:lstStyle/>
        <a:p>
          <a:endParaRPr lang="en-IN"/>
        </a:p>
      </dgm:t>
    </dgm:pt>
    <dgm:pt modelId="{0C55BCDB-CF2F-4E2D-BDB7-F0E57DAAA956}" type="sibTrans" cxnId="{6689C388-537D-4D81-A4DE-70161B28FCA1}">
      <dgm:prSet/>
      <dgm:spPr/>
      <dgm:t>
        <a:bodyPr/>
        <a:lstStyle/>
        <a:p>
          <a:endParaRPr lang="en-IN"/>
        </a:p>
      </dgm:t>
    </dgm:pt>
    <dgm:pt modelId="{AEB0A199-BCB9-4E50-B680-9196110EAA17}" type="pres">
      <dgm:prSet presAssocID="{C72F2B83-EBCE-4D08-930A-2676BF3DF74A}" presName="Name0" presStyleCnt="0">
        <dgm:presLayoutVars>
          <dgm:dir/>
          <dgm:animLvl val="lvl"/>
          <dgm:resizeHandles val="exact"/>
        </dgm:presLayoutVars>
      </dgm:prSet>
      <dgm:spPr/>
    </dgm:pt>
    <dgm:pt modelId="{9A1BDEB3-0AED-4FCE-A4D6-0B774B31BBF8}" type="pres">
      <dgm:prSet presAssocID="{78DA5006-F967-4F22-A3FA-4F100A4D5ED4}" presName="linNode" presStyleCnt="0"/>
      <dgm:spPr/>
    </dgm:pt>
    <dgm:pt modelId="{8814615F-85B8-4AEC-8AFF-10868C8905AF}" type="pres">
      <dgm:prSet presAssocID="{78DA5006-F967-4F22-A3FA-4F100A4D5ED4}" presName="parTx" presStyleLbl="revTx" presStyleIdx="0" presStyleCnt="3">
        <dgm:presLayoutVars>
          <dgm:chMax val="1"/>
          <dgm:bulletEnabled val="1"/>
        </dgm:presLayoutVars>
      </dgm:prSet>
      <dgm:spPr/>
    </dgm:pt>
    <dgm:pt modelId="{A862B5F1-9B2D-42D6-876E-C9A3A5071C20}" type="pres">
      <dgm:prSet presAssocID="{78DA5006-F967-4F22-A3FA-4F100A4D5ED4}" presName="bracket" presStyleLbl="parChTrans1D1" presStyleIdx="0" presStyleCnt="3"/>
      <dgm:spPr/>
    </dgm:pt>
    <dgm:pt modelId="{F6C2DC5A-FF2D-4D3C-8C4C-8F86186F3E90}" type="pres">
      <dgm:prSet presAssocID="{78DA5006-F967-4F22-A3FA-4F100A4D5ED4}" presName="spH" presStyleCnt="0"/>
      <dgm:spPr/>
    </dgm:pt>
    <dgm:pt modelId="{21E9E914-E498-46DA-85D4-55D73FAC4743}" type="pres">
      <dgm:prSet presAssocID="{78DA5006-F967-4F22-A3FA-4F100A4D5ED4}" presName="desTx" presStyleLbl="node1" presStyleIdx="0" presStyleCnt="3">
        <dgm:presLayoutVars>
          <dgm:bulletEnabled val="1"/>
        </dgm:presLayoutVars>
      </dgm:prSet>
      <dgm:spPr/>
    </dgm:pt>
    <dgm:pt modelId="{2D1647A8-29F3-47A6-9E03-90680531ECA5}" type="pres">
      <dgm:prSet presAssocID="{FE955E39-4744-456F-9175-817DEEB4C938}" presName="spV" presStyleCnt="0"/>
      <dgm:spPr/>
    </dgm:pt>
    <dgm:pt modelId="{9B4D79B7-9A09-42D2-88E4-C760D74C13C7}" type="pres">
      <dgm:prSet presAssocID="{0F3CF5E0-31A5-4B01-A22D-27F4AC4568D0}" presName="linNode" presStyleCnt="0"/>
      <dgm:spPr/>
    </dgm:pt>
    <dgm:pt modelId="{6023DF1F-5743-4398-8C49-D994544C9051}" type="pres">
      <dgm:prSet presAssocID="{0F3CF5E0-31A5-4B01-A22D-27F4AC4568D0}" presName="parTx" presStyleLbl="revTx" presStyleIdx="1" presStyleCnt="3">
        <dgm:presLayoutVars>
          <dgm:chMax val="1"/>
          <dgm:bulletEnabled val="1"/>
        </dgm:presLayoutVars>
      </dgm:prSet>
      <dgm:spPr/>
    </dgm:pt>
    <dgm:pt modelId="{4EE8DBBE-666B-4BD0-BAD0-9B5300D8B7B8}" type="pres">
      <dgm:prSet presAssocID="{0F3CF5E0-31A5-4B01-A22D-27F4AC4568D0}" presName="bracket" presStyleLbl="parChTrans1D1" presStyleIdx="1" presStyleCnt="3"/>
      <dgm:spPr/>
    </dgm:pt>
    <dgm:pt modelId="{F5B2C972-ECDB-46E8-A68A-50672ACB9270}" type="pres">
      <dgm:prSet presAssocID="{0F3CF5E0-31A5-4B01-A22D-27F4AC4568D0}" presName="spH" presStyleCnt="0"/>
      <dgm:spPr/>
    </dgm:pt>
    <dgm:pt modelId="{CCCCA839-E57D-414E-907C-F31733B16D79}" type="pres">
      <dgm:prSet presAssocID="{0F3CF5E0-31A5-4B01-A22D-27F4AC4568D0}" presName="desTx" presStyleLbl="node1" presStyleIdx="1" presStyleCnt="3">
        <dgm:presLayoutVars>
          <dgm:bulletEnabled val="1"/>
        </dgm:presLayoutVars>
      </dgm:prSet>
      <dgm:spPr/>
    </dgm:pt>
    <dgm:pt modelId="{337F0A86-A5B1-4AAB-BEDF-11D6DB87E842}" type="pres">
      <dgm:prSet presAssocID="{C75EEA46-2D20-4C4A-8517-92239E20C705}" presName="spV" presStyleCnt="0"/>
      <dgm:spPr/>
    </dgm:pt>
    <dgm:pt modelId="{E920C327-2591-4E8F-9C1E-CCC6A1662C9A}" type="pres">
      <dgm:prSet presAssocID="{F94D706A-2A35-4474-B655-2AF7E5C2CA8E}" presName="linNode" presStyleCnt="0"/>
      <dgm:spPr/>
    </dgm:pt>
    <dgm:pt modelId="{850D5C2D-E40C-4C7C-A80F-FCED9C41705A}" type="pres">
      <dgm:prSet presAssocID="{F94D706A-2A35-4474-B655-2AF7E5C2CA8E}" presName="parTx" presStyleLbl="revTx" presStyleIdx="2" presStyleCnt="3">
        <dgm:presLayoutVars>
          <dgm:chMax val="1"/>
          <dgm:bulletEnabled val="1"/>
        </dgm:presLayoutVars>
      </dgm:prSet>
      <dgm:spPr/>
    </dgm:pt>
    <dgm:pt modelId="{D6DBFF27-9A71-4DD2-8389-D862590CEC3C}" type="pres">
      <dgm:prSet presAssocID="{F94D706A-2A35-4474-B655-2AF7E5C2CA8E}" presName="bracket" presStyleLbl="parChTrans1D1" presStyleIdx="2" presStyleCnt="3"/>
      <dgm:spPr/>
    </dgm:pt>
    <dgm:pt modelId="{9B743B09-2B75-4EA1-A8C7-1294641B8CD7}" type="pres">
      <dgm:prSet presAssocID="{F94D706A-2A35-4474-B655-2AF7E5C2CA8E}" presName="spH" presStyleCnt="0"/>
      <dgm:spPr/>
    </dgm:pt>
    <dgm:pt modelId="{27591528-5180-485D-982F-3021839A3A9F}" type="pres">
      <dgm:prSet presAssocID="{F94D706A-2A35-4474-B655-2AF7E5C2CA8E}" presName="desTx" presStyleLbl="node1" presStyleIdx="2" presStyleCnt="3">
        <dgm:presLayoutVars>
          <dgm:bulletEnabled val="1"/>
        </dgm:presLayoutVars>
      </dgm:prSet>
      <dgm:spPr/>
    </dgm:pt>
  </dgm:ptLst>
  <dgm:cxnLst>
    <dgm:cxn modelId="{A49BDB00-C7CA-426F-9645-7E191B04B73A}" srcId="{C72F2B83-EBCE-4D08-930A-2676BF3DF74A}" destId="{78DA5006-F967-4F22-A3FA-4F100A4D5ED4}" srcOrd="0" destOrd="0" parTransId="{402BEFA8-16CE-4977-99D6-47F84B6D0741}" sibTransId="{FE955E39-4744-456F-9175-817DEEB4C938}"/>
    <dgm:cxn modelId="{4C7CB104-DF53-4FCF-9E5E-EF4B01AEC9A3}" type="presOf" srcId="{2FE4498D-DD4D-47AB-B956-262161F3D9E3}" destId="{CCCCA839-E57D-414E-907C-F31733B16D79}" srcOrd="0" destOrd="0" presId="urn:diagrams.loki3.com/BracketList"/>
    <dgm:cxn modelId="{13708318-D8E6-4248-B14E-F369FB2158D4}" srcId="{C72F2B83-EBCE-4D08-930A-2676BF3DF74A}" destId="{0F3CF5E0-31A5-4B01-A22D-27F4AC4568D0}" srcOrd="1" destOrd="0" parTransId="{25D7DAA3-6BF5-4659-A18E-13ABA12B352F}" sibTransId="{C75EEA46-2D20-4C4A-8517-92239E20C705}"/>
    <dgm:cxn modelId="{9D0C835E-7DF8-4556-B00B-D96DAE2FF371}" type="presOf" srcId="{F70B9BC6-D4A6-43BA-ABD5-53F81E235A17}" destId="{21E9E914-E498-46DA-85D4-55D73FAC4743}" srcOrd="0" destOrd="2" presId="urn:diagrams.loki3.com/BracketList"/>
    <dgm:cxn modelId="{3B55BD61-DAFD-4516-9EE4-7568B5B52D60}" type="presOf" srcId="{F94D706A-2A35-4474-B655-2AF7E5C2CA8E}" destId="{850D5C2D-E40C-4C7C-A80F-FCED9C41705A}" srcOrd="0" destOrd="0" presId="urn:diagrams.loki3.com/BracketList"/>
    <dgm:cxn modelId="{1796566E-5932-4B8E-B755-0392601A314F}" type="presOf" srcId="{C72F2B83-EBCE-4D08-930A-2676BF3DF74A}" destId="{AEB0A199-BCB9-4E50-B680-9196110EAA17}" srcOrd="0" destOrd="0" presId="urn:diagrams.loki3.com/BracketList"/>
    <dgm:cxn modelId="{9204B16E-BA6F-49FC-8AC5-83134EDD27E3}" srcId="{78DA5006-F967-4F22-A3FA-4F100A4D5ED4}" destId="{F06AE2EF-4C58-44D3-912E-887AB32A889C}" srcOrd="0" destOrd="0" parTransId="{A7092991-4F86-42FC-98F3-BE104EBD7893}" sibTransId="{2E5DDBCA-4389-4A72-A859-5E4A307EF506}"/>
    <dgm:cxn modelId="{6689C388-537D-4D81-A4DE-70161B28FCA1}" srcId="{F94D706A-2A35-4474-B655-2AF7E5C2CA8E}" destId="{033F84FA-D2F2-4125-82BD-3FBF58DD2A94}" srcOrd="0" destOrd="0" parTransId="{247ED363-7A4C-426A-B59E-6B5529E2C0C2}" sibTransId="{0C55BCDB-CF2F-4E2D-BDB7-F0E57DAAA956}"/>
    <dgm:cxn modelId="{B6B6638A-0D70-47AB-A467-F9604F567952}" type="presOf" srcId="{29ADCD5D-859D-4C6C-AE70-A86954DC3023}" destId="{21E9E914-E498-46DA-85D4-55D73FAC4743}" srcOrd="0" destOrd="1" presId="urn:diagrams.loki3.com/BracketList"/>
    <dgm:cxn modelId="{992ABF95-4885-45A1-8EC1-6B34B99090B4}" srcId="{78DA5006-F967-4F22-A3FA-4F100A4D5ED4}" destId="{F70B9BC6-D4A6-43BA-ABD5-53F81E235A17}" srcOrd="2" destOrd="0" parTransId="{DEBE0A91-0AAB-4D94-9275-941DE662D6B2}" sibTransId="{9FFA764F-1E8F-4101-8256-76FA12DD2B00}"/>
    <dgm:cxn modelId="{11A7059A-8063-4254-A8BB-99E39651E3F7}" srcId="{0F3CF5E0-31A5-4B01-A22D-27F4AC4568D0}" destId="{2FE4498D-DD4D-47AB-B956-262161F3D9E3}" srcOrd="0" destOrd="0" parTransId="{6DC7EF7D-1B57-4B1B-AFA8-2BE36B9E3BD3}" sibTransId="{74D84378-40DD-44A5-BEC5-B3E48F129303}"/>
    <dgm:cxn modelId="{0C04FB9F-561C-4EF2-AA9C-E6844FA83AC8}" type="presOf" srcId="{F06AE2EF-4C58-44D3-912E-887AB32A889C}" destId="{21E9E914-E498-46DA-85D4-55D73FAC4743}" srcOrd="0" destOrd="0" presId="urn:diagrams.loki3.com/BracketList"/>
    <dgm:cxn modelId="{6F330EBA-5C26-4A9F-998A-2A9BCF197360}" type="presOf" srcId="{033F84FA-D2F2-4125-82BD-3FBF58DD2A94}" destId="{27591528-5180-485D-982F-3021839A3A9F}" srcOrd="0" destOrd="0" presId="urn:diagrams.loki3.com/BracketList"/>
    <dgm:cxn modelId="{771B67BA-D3B2-450A-ABEB-7A53BB827C72}" type="presOf" srcId="{0F3CF5E0-31A5-4B01-A22D-27F4AC4568D0}" destId="{6023DF1F-5743-4398-8C49-D994544C9051}" srcOrd="0" destOrd="0" presId="urn:diagrams.loki3.com/BracketList"/>
    <dgm:cxn modelId="{2211A9D1-952F-46FC-B9C4-AAFC730E7F00}" srcId="{C72F2B83-EBCE-4D08-930A-2676BF3DF74A}" destId="{F94D706A-2A35-4474-B655-2AF7E5C2CA8E}" srcOrd="2" destOrd="0" parTransId="{FED8885C-BAD5-40F8-91CF-54DE2B31FA9F}" sibTransId="{9AFAEB59-2F5B-492F-9642-07531E0D7F6B}"/>
    <dgm:cxn modelId="{E7F442DE-FA82-4AFB-936C-39F11FE26F2A}" type="presOf" srcId="{78DA5006-F967-4F22-A3FA-4F100A4D5ED4}" destId="{8814615F-85B8-4AEC-8AFF-10868C8905AF}" srcOrd="0" destOrd="0" presId="urn:diagrams.loki3.com/BracketList"/>
    <dgm:cxn modelId="{3986EBEB-97B0-489D-BF22-6AE5B2178F0D}" srcId="{78DA5006-F967-4F22-A3FA-4F100A4D5ED4}" destId="{29ADCD5D-859D-4C6C-AE70-A86954DC3023}" srcOrd="1" destOrd="0" parTransId="{65BE656E-201E-4DC9-87AE-4A2B6DB8FC6A}" sibTransId="{72603358-D6DE-4ABF-B32D-FB5770C0E5F3}"/>
    <dgm:cxn modelId="{26CAF90F-D860-432F-8254-E59AECACE6A7}" type="presParOf" srcId="{AEB0A199-BCB9-4E50-B680-9196110EAA17}" destId="{9A1BDEB3-0AED-4FCE-A4D6-0B774B31BBF8}" srcOrd="0" destOrd="0" presId="urn:diagrams.loki3.com/BracketList"/>
    <dgm:cxn modelId="{944C8223-E8BF-48F6-B8FD-A38814FD9642}" type="presParOf" srcId="{9A1BDEB3-0AED-4FCE-A4D6-0B774B31BBF8}" destId="{8814615F-85B8-4AEC-8AFF-10868C8905AF}" srcOrd="0" destOrd="0" presId="urn:diagrams.loki3.com/BracketList"/>
    <dgm:cxn modelId="{EA63D26C-D2F5-4EEA-BE4E-03ABF8628F2D}" type="presParOf" srcId="{9A1BDEB3-0AED-4FCE-A4D6-0B774B31BBF8}" destId="{A862B5F1-9B2D-42D6-876E-C9A3A5071C20}" srcOrd="1" destOrd="0" presId="urn:diagrams.loki3.com/BracketList"/>
    <dgm:cxn modelId="{E69AAEB6-5F30-48A3-8F96-DF73CB357C52}" type="presParOf" srcId="{9A1BDEB3-0AED-4FCE-A4D6-0B774B31BBF8}" destId="{F6C2DC5A-FF2D-4D3C-8C4C-8F86186F3E90}" srcOrd="2" destOrd="0" presId="urn:diagrams.loki3.com/BracketList"/>
    <dgm:cxn modelId="{A9B6A66C-608E-48F6-A73E-4C9B37EE7498}" type="presParOf" srcId="{9A1BDEB3-0AED-4FCE-A4D6-0B774B31BBF8}" destId="{21E9E914-E498-46DA-85D4-55D73FAC4743}" srcOrd="3" destOrd="0" presId="urn:diagrams.loki3.com/BracketList"/>
    <dgm:cxn modelId="{AE1A0CEC-AE6F-4E1E-9595-A7FFDA204D10}" type="presParOf" srcId="{AEB0A199-BCB9-4E50-B680-9196110EAA17}" destId="{2D1647A8-29F3-47A6-9E03-90680531ECA5}" srcOrd="1" destOrd="0" presId="urn:diagrams.loki3.com/BracketList"/>
    <dgm:cxn modelId="{5020DC4E-5540-4AD7-BEDC-10A5542E3A6B}" type="presParOf" srcId="{AEB0A199-BCB9-4E50-B680-9196110EAA17}" destId="{9B4D79B7-9A09-42D2-88E4-C760D74C13C7}" srcOrd="2" destOrd="0" presId="urn:diagrams.loki3.com/BracketList"/>
    <dgm:cxn modelId="{132379AA-7D4B-4F33-BDB8-BCCDC038D1EC}" type="presParOf" srcId="{9B4D79B7-9A09-42D2-88E4-C760D74C13C7}" destId="{6023DF1F-5743-4398-8C49-D994544C9051}" srcOrd="0" destOrd="0" presId="urn:diagrams.loki3.com/BracketList"/>
    <dgm:cxn modelId="{FF186BF6-1110-4241-9EC5-4967ED6EFAF5}" type="presParOf" srcId="{9B4D79B7-9A09-42D2-88E4-C760D74C13C7}" destId="{4EE8DBBE-666B-4BD0-BAD0-9B5300D8B7B8}" srcOrd="1" destOrd="0" presId="urn:diagrams.loki3.com/BracketList"/>
    <dgm:cxn modelId="{4DDD78A7-F43E-4534-97C9-0901DF852F06}" type="presParOf" srcId="{9B4D79B7-9A09-42D2-88E4-C760D74C13C7}" destId="{F5B2C972-ECDB-46E8-A68A-50672ACB9270}" srcOrd="2" destOrd="0" presId="urn:diagrams.loki3.com/BracketList"/>
    <dgm:cxn modelId="{7DE7BC82-4233-421B-9984-586FB7C45DFD}" type="presParOf" srcId="{9B4D79B7-9A09-42D2-88E4-C760D74C13C7}" destId="{CCCCA839-E57D-414E-907C-F31733B16D79}" srcOrd="3" destOrd="0" presId="urn:diagrams.loki3.com/BracketList"/>
    <dgm:cxn modelId="{0145AD45-09B5-4F8D-84C0-7FC16D75AB75}" type="presParOf" srcId="{AEB0A199-BCB9-4E50-B680-9196110EAA17}" destId="{337F0A86-A5B1-4AAB-BEDF-11D6DB87E842}" srcOrd="3" destOrd="0" presId="urn:diagrams.loki3.com/BracketList"/>
    <dgm:cxn modelId="{9E5098FA-A03C-4A3E-91F8-C9DC6036CB32}" type="presParOf" srcId="{AEB0A199-BCB9-4E50-B680-9196110EAA17}" destId="{E920C327-2591-4E8F-9C1E-CCC6A1662C9A}" srcOrd="4" destOrd="0" presId="urn:diagrams.loki3.com/BracketList"/>
    <dgm:cxn modelId="{980CA1F1-8D25-4A5A-966B-93160F987F25}" type="presParOf" srcId="{E920C327-2591-4E8F-9C1E-CCC6A1662C9A}" destId="{850D5C2D-E40C-4C7C-A80F-FCED9C41705A}" srcOrd="0" destOrd="0" presId="urn:diagrams.loki3.com/BracketList"/>
    <dgm:cxn modelId="{F7F2FD82-3FD5-4B17-A418-434558A0C482}" type="presParOf" srcId="{E920C327-2591-4E8F-9C1E-CCC6A1662C9A}" destId="{D6DBFF27-9A71-4DD2-8389-D862590CEC3C}" srcOrd="1" destOrd="0" presId="urn:diagrams.loki3.com/BracketList"/>
    <dgm:cxn modelId="{83C1FBCF-1A2C-4FCC-B1D8-6A3FC25C1327}" type="presParOf" srcId="{E920C327-2591-4E8F-9C1E-CCC6A1662C9A}" destId="{9B743B09-2B75-4EA1-A8C7-1294641B8CD7}" srcOrd="2" destOrd="0" presId="urn:diagrams.loki3.com/BracketList"/>
    <dgm:cxn modelId="{1FCC86D7-BABC-4D05-A604-F78E989D1B7F}" type="presParOf" srcId="{E920C327-2591-4E8F-9C1E-CCC6A1662C9A}" destId="{27591528-5180-485D-982F-3021839A3A9F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1A25EC-4717-4BE2-BF3C-73BB33DABD1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004735A-DAEE-48B5-A40E-3D8B519485B0}">
      <dgm:prSet phldrT="[Text]" custT="1"/>
      <dgm:spPr/>
      <dgm:t>
        <a:bodyPr/>
        <a:lstStyle/>
        <a:p>
          <a:r>
            <a:rPr lang="en-IN" sz="4000" b="1" dirty="0">
              <a:solidFill>
                <a:schemeClr val="tx1"/>
              </a:solidFill>
              <a:latin typeface="+mj-lt"/>
            </a:rPr>
            <a:t>Plasmids</a:t>
          </a:r>
        </a:p>
      </dgm:t>
    </dgm:pt>
    <dgm:pt modelId="{ED431373-4DB3-439D-B1DD-776BE62812DD}" type="parTrans" cxnId="{CE02397C-8E78-4299-8160-1BFB875673A2}">
      <dgm:prSet/>
      <dgm:spPr/>
      <dgm:t>
        <a:bodyPr/>
        <a:lstStyle/>
        <a:p>
          <a:endParaRPr lang="en-IN"/>
        </a:p>
      </dgm:t>
    </dgm:pt>
    <dgm:pt modelId="{5B444438-61A2-4B17-8EE5-C633C4685849}" type="sibTrans" cxnId="{CE02397C-8E78-4299-8160-1BFB875673A2}">
      <dgm:prSet/>
      <dgm:spPr/>
      <dgm:t>
        <a:bodyPr/>
        <a:lstStyle/>
        <a:p>
          <a:endParaRPr lang="en-IN"/>
        </a:p>
      </dgm:t>
    </dgm:pt>
    <dgm:pt modelId="{BA80B6F6-D5A1-4716-BA79-1185A07984FB}">
      <dgm:prSet phldrT="[Text]" custT="1"/>
      <dgm:spPr/>
      <dgm:t>
        <a:bodyPr/>
        <a:lstStyle/>
        <a:p>
          <a:pPr algn="just"/>
          <a:r>
            <a:rPr lang="en-US" sz="3200" b="0" i="0" kern="1200" dirty="0"/>
            <a:t>Plasmids are small circular double-stranded DNA molecules that replicate independently of the chromosomal DNA.</a:t>
          </a:r>
          <a:endParaRPr lang="en-IN" sz="3200" kern="1200" dirty="0"/>
        </a:p>
      </dgm:t>
    </dgm:pt>
    <dgm:pt modelId="{39672282-4144-4F1F-A684-5879C19BDAAC}" type="parTrans" cxnId="{E497CACE-0740-4BF0-BCB6-51AA104DBB7B}">
      <dgm:prSet/>
      <dgm:spPr/>
      <dgm:t>
        <a:bodyPr/>
        <a:lstStyle/>
        <a:p>
          <a:endParaRPr lang="en-IN"/>
        </a:p>
      </dgm:t>
    </dgm:pt>
    <dgm:pt modelId="{55803D03-27D1-4DB9-AE5B-2BD3825104DA}" type="sibTrans" cxnId="{E497CACE-0740-4BF0-BCB6-51AA104DBB7B}">
      <dgm:prSet/>
      <dgm:spPr/>
      <dgm:t>
        <a:bodyPr/>
        <a:lstStyle/>
        <a:p>
          <a:endParaRPr lang="en-IN"/>
        </a:p>
      </dgm:t>
    </dgm:pt>
    <dgm:pt modelId="{9C336A63-98FC-4532-8E60-93EA3CE61FFC}">
      <dgm:prSet phldrT="[Text]" custT="1"/>
      <dgm:spPr/>
      <dgm:t>
        <a:bodyPr/>
        <a:lstStyle/>
        <a:p>
          <a:pPr algn="just"/>
          <a:r>
            <a:rPr lang="en-US" sz="3200" b="0" i="0" kern="1200" dirty="0"/>
            <a:t>Plasmids can be transferred from one bacterium to another.</a:t>
          </a:r>
          <a:endParaRPr lang="en-IN" sz="3200" kern="1200" dirty="0"/>
        </a:p>
      </dgm:t>
    </dgm:pt>
    <dgm:pt modelId="{DF026705-8E34-4CD7-978F-FB84758BDF24}" type="parTrans" cxnId="{799D4838-9A8B-48FD-9957-97BC8DC5FDF4}">
      <dgm:prSet/>
      <dgm:spPr/>
      <dgm:t>
        <a:bodyPr/>
        <a:lstStyle/>
        <a:p>
          <a:endParaRPr lang="en-IN"/>
        </a:p>
      </dgm:t>
    </dgm:pt>
    <dgm:pt modelId="{3FA5C271-AF43-4839-8D97-4735B95C4B28}" type="sibTrans" cxnId="{799D4838-9A8B-48FD-9957-97BC8DC5FDF4}">
      <dgm:prSet/>
      <dgm:spPr/>
      <dgm:t>
        <a:bodyPr/>
        <a:lstStyle/>
        <a:p>
          <a:endParaRPr lang="en-IN"/>
        </a:p>
      </dgm:t>
    </dgm:pt>
    <dgm:pt modelId="{9D1A105D-4875-4C6A-B9EA-1DE872178B48}">
      <dgm:prSet phldrT="[Text]" custT="1"/>
      <dgm:spPr/>
      <dgm:t>
        <a:bodyPr/>
        <a:lstStyle/>
        <a:p>
          <a:pPr algn="just"/>
          <a:r>
            <a:rPr lang="en-IN" sz="3200" kern="1200" dirty="0"/>
            <a:t>e.g. pUC18, pBR322</a:t>
          </a:r>
        </a:p>
      </dgm:t>
    </dgm:pt>
    <dgm:pt modelId="{21090F85-C27D-4100-B59F-DF236C2A4233}" type="parTrans" cxnId="{D9CE9EB0-5C5D-4AA8-9329-FF8817483890}">
      <dgm:prSet/>
      <dgm:spPr/>
      <dgm:t>
        <a:bodyPr/>
        <a:lstStyle/>
        <a:p>
          <a:endParaRPr lang="en-IN"/>
        </a:p>
      </dgm:t>
    </dgm:pt>
    <dgm:pt modelId="{44C7F653-20CC-4D4E-B4B3-D8C9B00E58FE}" type="sibTrans" cxnId="{D9CE9EB0-5C5D-4AA8-9329-FF8817483890}">
      <dgm:prSet/>
      <dgm:spPr/>
      <dgm:t>
        <a:bodyPr/>
        <a:lstStyle/>
        <a:p>
          <a:endParaRPr lang="en-IN"/>
        </a:p>
      </dgm:t>
    </dgm:pt>
    <dgm:pt modelId="{6EAA59DE-4CDC-4497-AE23-F04A66448043}">
      <dgm:prSet phldrT="[Text]" custT="1"/>
      <dgm:spPr/>
      <dgm:t>
        <a:bodyPr/>
        <a:lstStyle/>
        <a:p>
          <a:pPr algn="just"/>
          <a:r>
            <a:rPr lang="en-US" sz="32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A </a:t>
          </a:r>
          <a:r>
            <a:rPr lang="en-US" sz="32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Times New Roman" panose="02020603050405020304"/>
              <a:ea typeface="+mn-ea"/>
              <a:cs typeface="+mn-cs"/>
            </a:rPr>
            <a:t>vector</a:t>
          </a:r>
          <a:r>
            <a:rPr lang="en-US" sz="32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, is a DNA molecule (often plasmid or virus) that is used as a vehicle to carry a particular DNA segment into a host cell. </a:t>
          </a:r>
          <a:endParaRPr lang="en-IN" sz="32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imes New Roman" panose="02020603050405020304"/>
            <a:ea typeface="+mn-ea"/>
            <a:cs typeface="+mn-cs"/>
          </a:endParaRPr>
        </a:p>
      </dgm:t>
    </dgm:pt>
    <dgm:pt modelId="{BB78ABA0-FABE-4C61-BD02-B4E3A37EA7F7}" type="parTrans" cxnId="{EDB3D357-E4FC-4295-87C5-B759D0A5A0B8}">
      <dgm:prSet/>
      <dgm:spPr/>
      <dgm:t>
        <a:bodyPr/>
        <a:lstStyle/>
        <a:p>
          <a:endParaRPr lang="en-IN"/>
        </a:p>
      </dgm:t>
    </dgm:pt>
    <dgm:pt modelId="{15766E8F-BE62-45DE-AE0D-366B7BCCC896}" type="sibTrans" cxnId="{EDB3D357-E4FC-4295-87C5-B759D0A5A0B8}">
      <dgm:prSet/>
      <dgm:spPr/>
      <dgm:t>
        <a:bodyPr/>
        <a:lstStyle/>
        <a:p>
          <a:endParaRPr lang="en-IN"/>
        </a:p>
      </dgm:t>
    </dgm:pt>
    <dgm:pt modelId="{66FCE6EE-E199-4669-9C53-20DFDE302D9C}">
      <dgm:prSet custT="1"/>
      <dgm:spPr/>
      <dgm:t>
        <a:bodyPr/>
        <a:lstStyle/>
        <a:p>
          <a:pPr algn="just"/>
          <a:r>
            <a:rPr lang="en-US" sz="32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Times New Roman" panose="02020603050405020304"/>
              <a:ea typeface="+mn-ea"/>
              <a:cs typeface="+mn-cs"/>
            </a:rPr>
            <a:t>Commonly used vectors- </a:t>
          </a:r>
          <a:r>
            <a:rPr lang="en-US" sz="32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plasmids (circular DNA molecules that originated from bacteria), viruses, and yeast cells.</a:t>
          </a:r>
          <a:endParaRPr lang="en-IN" sz="32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imes New Roman" panose="02020603050405020304"/>
            <a:ea typeface="+mn-ea"/>
            <a:cs typeface="+mn-cs"/>
          </a:endParaRPr>
        </a:p>
      </dgm:t>
    </dgm:pt>
    <dgm:pt modelId="{42E1E18A-A819-47B8-AA14-1585CC722E87}" type="parTrans" cxnId="{ED349699-C8A4-4F3E-88D8-E9E2ED642681}">
      <dgm:prSet/>
      <dgm:spPr/>
      <dgm:t>
        <a:bodyPr/>
        <a:lstStyle/>
        <a:p>
          <a:endParaRPr lang="en-IN"/>
        </a:p>
      </dgm:t>
    </dgm:pt>
    <dgm:pt modelId="{5BC5ECE5-D211-4201-82D6-23402732082A}" type="sibTrans" cxnId="{ED349699-C8A4-4F3E-88D8-E9E2ED642681}">
      <dgm:prSet/>
      <dgm:spPr/>
      <dgm:t>
        <a:bodyPr/>
        <a:lstStyle/>
        <a:p>
          <a:endParaRPr lang="en-IN"/>
        </a:p>
      </dgm:t>
    </dgm:pt>
    <dgm:pt modelId="{CCC9C67F-2261-4E7B-8B0F-010AC48AEC79}" type="pres">
      <dgm:prSet presAssocID="{671A25EC-4717-4BE2-BF3C-73BB33DABD13}" presName="Name0" presStyleCnt="0">
        <dgm:presLayoutVars>
          <dgm:dir/>
          <dgm:animLvl val="lvl"/>
          <dgm:resizeHandles val="exact"/>
        </dgm:presLayoutVars>
      </dgm:prSet>
      <dgm:spPr/>
    </dgm:pt>
    <dgm:pt modelId="{AFC793ED-A68A-443D-A631-D80F42F1DA17}" type="pres">
      <dgm:prSet presAssocID="{9004735A-DAEE-48B5-A40E-3D8B519485B0}" presName="composite" presStyleCnt="0"/>
      <dgm:spPr/>
    </dgm:pt>
    <dgm:pt modelId="{B274A06E-E2C7-43DB-AAFC-75A2D5D6C129}" type="pres">
      <dgm:prSet presAssocID="{9004735A-DAEE-48B5-A40E-3D8B519485B0}" presName="parTx" presStyleLbl="alignNode1" presStyleIdx="0" presStyleCnt="1" custScaleY="100000" custLinFactNeighborY="-21181">
        <dgm:presLayoutVars>
          <dgm:chMax val="0"/>
          <dgm:chPref val="0"/>
          <dgm:bulletEnabled val="1"/>
        </dgm:presLayoutVars>
      </dgm:prSet>
      <dgm:spPr/>
    </dgm:pt>
    <dgm:pt modelId="{65EAD1B0-3344-47FB-BBE4-F934A0D8A053}" type="pres">
      <dgm:prSet presAssocID="{9004735A-DAEE-48B5-A40E-3D8B519485B0}" presName="desTx" presStyleLbl="alignAccFollowNode1" presStyleIdx="0" presStyleCnt="1" custLinFactNeighborY="-2331">
        <dgm:presLayoutVars>
          <dgm:bulletEnabled val="1"/>
        </dgm:presLayoutVars>
      </dgm:prSet>
      <dgm:spPr/>
    </dgm:pt>
  </dgm:ptLst>
  <dgm:cxnLst>
    <dgm:cxn modelId="{8F891006-8280-464E-B7A5-661CF5FF5108}" type="presOf" srcId="{66FCE6EE-E199-4669-9C53-20DFDE302D9C}" destId="{65EAD1B0-3344-47FB-BBE4-F934A0D8A053}" srcOrd="0" destOrd="4" presId="urn:microsoft.com/office/officeart/2005/8/layout/hList1"/>
    <dgm:cxn modelId="{2C6C1819-5FAE-4365-8BAD-314D176900FB}" type="presOf" srcId="{9004735A-DAEE-48B5-A40E-3D8B519485B0}" destId="{B274A06E-E2C7-43DB-AAFC-75A2D5D6C129}" srcOrd="0" destOrd="0" presId="urn:microsoft.com/office/officeart/2005/8/layout/hList1"/>
    <dgm:cxn modelId="{D25B671D-60BF-4D7F-A162-42E5B9900FA5}" type="presOf" srcId="{6EAA59DE-4CDC-4497-AE23-F04A66448043}" destId="{65EAD1B0-3344-47FB-BBE4-F934A0D8A053}" srcOrd="0" destOrd="3" presId="urn:microsoft.com/office/officeart/2005/8/layout/hList1"/>
    <dgm:cxn modelId="{2915E132-C043-4B88-A207-FA9DA2B8629C}" type="presOf" srcId="{BA80B6F6-D5A1-4716-BA79-1185A07984FB}" destId="{65EAD1B0-3344-47FB-BBE4-F934A0D8A053}" srcOrd="0" destOrd="0" presId="urn:microsoft.com/office/officeart/2005/8/layout/hList1"/>
    <dgm:cxn modelId="{799D4838-9A8B-48FD-9957-97BC8DC5FDF4}" srcId="{9004735A-DAEE-48B5-A40E-3D8B519485B0}" destId="{9C336A63-98FC-4532-8E60-93EA3CE61FFC}" srcOrd="1" destOrd="0" parTransId="{DF026705-8E34-4CD7-978F-FB84758BDF24}" sibTransId="{3FA5C271-AF43-4839-8D97-4735B95C4B28}"/>
    <dgm:cxn modelId="{C10DD154-4DD3-4012-8E50-43FBD12D4CD3}" type="presOf" srcId="{9D1A105D-4875-4C6A-B9EA-1DE872178B48}" destId="{65EAD1B0-3344-47FB-BBE4-F934A0D8A053}" srcOrd="0" destOrd="1" presId="urn:microsoft.com/office/officeart/2005/8/layout/hList1"/>
    <dgm:cxn modelId="{EDB3D357-E4FC-4295-87C5-B759D0A5A0B8}" srcId="{9004735A-DAEE-48B5-A40E-3D8B519485B0}" destId="{6EAA59DE-4CDC-4497-AE23-F04A66448043}" srcOrd="2" destOrd="0" parTransId="{BB78ABA0-FABE-4C61-BD02-B4E3A37EA7F7}" sibTransId="{15766E8F-BE62-45DE-AE0D-366B7BCCC896}"/>
    <dgm:cxn modelId="{CE02397C-8E78-4299-8160-1BFB875673A2}" srcId="{671A25EC-4717-4BE2-BF3C-73BB33DABD13}" destId="{9004735A-DAEE-48B5-A40E-3D8B519485B0}" srcOrd="0" destOrd="0" parTransId="{ED431373-4DB3-439D-B1DD-776BE62812DD}" sibTransId="{5B444438-61A2-4B17-8EE5-C633C4685849}"/>
    <dgm:cxn modelId="{0C8BB083-4D41-491A-80BD-15581AC283F1}" type="presOf" srcId="{671A25EC-4717-4BE2-BF3C-73BB33DABD13}" destId="{CCC9C67F-2261-4E7B-8B0F-010AC48AEC79}" srcOrd="0" destOrd="0" presId="urn:microsoft.com/office/officeart/2005/8/layout/hList1"/>
    <dgm:cxn modelId="{8E374887-759A-4996-BA30-20AE9F66DBDF}" type="presOf" srcId="{9C336A63-98FC-4532-8E60-93EA3CE61FFC}" destId="{65EAD1B0-3344-47FB-BBE4-F934A0D8A053}" srcOrd="0" destOrd="2" presId="urn:microsoft.com/office/officeart/2005/8/layout/hList1"/>
    <dgm:cxn modelId="{ED349699-C8A4-4F3E-88D8-E9E2ED642681}" srcId="{9004735A-DAEE-48B5-A40E-3D8B519485B0}" destId="{66FCE6EE-E199-4669-9C53-20DFDE302D9C}" srcOrd="3" destOrd="0" parTransId="{42E1E18A-A819-47B8-AA14-1585CC722E87}" sibTransId="{5BC5ECE5-D211-4201-82D6-23402732082A}"/>
    <dgm:cxn modelId="{D9CE9EB0-5C5D-4AA8-9329-FF8817483890}" srcId="{BA80B6F6-D5A1-4716-BA79-1185A07984FB}" destId="{9D1A105D-4875-4C6A-B9EA-1DE872178B48}" srcOrd="0" destOrd="0" parTransId="{21090F85-C27D-4100-B59F-DF236C2A4233}" sibTransId="{44C7F653-20CC-4D4E-B4B3-D8C9B00E58FE}"/>
    <dgm:cxn modelId="{E497CACE-0740-4BF0-BCB6-51AA104DBB7B}" srcId="{9004735A-DAEE-48B5-A40E-3D8B519485B0}" destId="{BA80B6F6-D5A1-4716-BA79-1185A07984FB}" srcOrd="0" destOrd="0" parTransId="{39672282-4144-4F1F-A684-5879C19BDAAC}" sibTransId="{55803D03-27D1-4DB9-AE5B-2BD3825104DA}"/>
    <dgm:cxn modelId="{B0E997B7-4042-4F80-A897-82F0AD8890F0}" type="presParOf" srcId="{CCC9C67F-2261-4E7B-8B0F-010AC48AEC79}" destId="{AFC793ED-A68A-443D-A631-D80F42F1DA17}" srcOrd="0" destOrd="0" presId="urn:microsoft.com/office/officeart/2005/8/layout/hList1"/>
    <dgm:cxn modelId="{62533ECD-A948-4E03-A5B1-145E70781C26}" type="presParOf" srcId="{AFC793ED-A68A-443D-A631-D80F42F1DA17}" destId="{B274A06E-E2C7-43DB-AAFC-75A2D5D6C129}" srcOrd="0" destOrd="0" presId="urn:microsoft.com/office/officeart/2005/8/layout/hList1"/>
    <dgm:cxn modelId="{5ED718FC-0BC4-4C23-873D-F6EF982FF358}" type="presParOf" srcId="{AFC793ED-A68A-443D-A631-D80F42F1DA17}" destId="{65EAD1B0-3344-47FB-BBE4-F934A0D8A05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59394F-8491-4531-A1C2-7A324E1B8AA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956FEDF-0620-4B80-9A4C-EDE246CBBBBC}">
      <dgm:prSet phldrT="[Text]" custT="1"/>
      <dgm:spPr/>
      <dgm:t>
        <a:bodyPr/>
        <a:lstStyle/>
        <a:p>
          <a:r>
            <a:rPr lang="en-US" sz="4000" dirty="0"/>
            <a:t>Restriction Enzymes</a:t>
          </a:r>
          <a:endParaRPr lang="en-IN" sz="4000" dirty="0"/>
        </a:p>
      </dgm:t>
    </dgm:pt>
    <dgm:pt modelId="{6F0E98C4-367C-4031-830C-39FC9D3E3F31}" type="parTrans" cxnId="{293872D7-5107-4851-BD8D-5A6CBC4E1A0A}">
      <dgm:prSet/>
      <dgm:spPr/>
      <dgm:t>
        <a:bodyPr/>
        <a:lstStyle/>
        <a:p>
          <a:endParaRPr lang="en-IN"/>
        </a:p>
      </dgm:t>
    </dgm:pt>
    <dgm:pt modelId="{2C8498C8-0B3D-4C3C-B8E9-B1A307B6FAB8}" type="sibTrans" cxnId="{293872D7-5107-4851-BD8D-5A6CBC4E1A0A}">
      <dgm:prSet/>
      <dgm:spPr/>
      <dgm:t>
        <a:bodyPr/>
        <a:lstStyle/>
        <a:p>
          <a:endParaRPr lang="en-IN"/>
        </a:p>
      </dgm:t>
    </dgm:pt>
    <dgm:pt modelId="{CA445074-CF8B-44B6-B451-5FB02697E761}">
      <dgm:prSet phldrT="[Text]"/>
      <dgm:spPr/>
      <dgm:t>
        <a:bodyPr/>
        <a:lstStyle/>
        <a:p>
          <a:pPr algn="just"/>
          <a:r>
            <a:rPr lang="en-US" b="0" i="0" dirty="0"/>
            <a:t>A restriction enzyme </a:t>
          </a:r>
          <a:r>
            <a:rPr lang="en-US" b="1" i="0" dirty="0">
              <a:highlight>
                <a:srgbClr val="FFFF00"/>
              </a:highlight>
            </a:rPr>
            <a:t>cleaves DNA sequences at sequence-specific sites, producing DNA fragments with a known sequence at each end</a:t>
          </a:r>
          <a:r>
            <a:rPr lang="en-US" b="0" i="0" dirty="0">
              <a:highlight>
                <a:srgbClr val="FFFF00"/>
              </a:highlight>
            </a:rPr>
            <a:t>.</a:t>
          </a:r>
          <a:endParaRPr lang="en-IN" dirty="0">
            <a:highlight>
              <a:srgbClr val="FFFF00"/>
            </a:highlight>
          </a:endParaRPr>
        </a:p>
      </dgm:t>
    </dgm:pt>
    <dgm:pt modelId="{02BF7684-D0FB-4664-BA08-755E5555663B}" type="parTrans" cxnId="{55C86132-FE98-4B8F-9F05-096DCD08A94C}">
      <dgm:prSet/>
      <dgm:spPr/>
      <dgm:t>
        <a:bodyPr/>
        <a:lstStyle/>
        <a:p>
          <a:endParaRPr lang="en-IN"/>
        </a:p>
      </dgm:t>
    </dgm:pt>
    <dgm:pt modelId="{DC1DCBFE-32B4-4C22-9672-65A76BC13480}" type="sibTrans" cxnId="{55C86132-FE98-4B8F-9F05-096DCD08A94C}">
      <dgm:prSet/>
      <dgm:spPr/>
      <dgm:t>
        <a:bodyPr/>
        <a:lstStyle/>
        <a:p>
          <a:endParaRPr lang="en-IN"/>
        </a:p>
      </dgm:t>
    </dgm:pt>
    <dgm:pt modelId="{E72CB0BD-2C61-4C1E-881F-18E8DB6CB051}">
      <dgm:prSet phldrT="[Text]"/>
      <dgm:spPr/>
      <dgm:t>
        <a:bodyPr/>
        <a:lstStyle/>
        <a:p>
          <a:pPr algn="just"/>
          <a:r>
            <a:rPr lang="en-US" b="0" i="0" dirty="0"/>
            <a:t>Each restriction enzyme: </a:t>
          </a:r>
          <a:r>
            <a:rPr lang="en-US" b="1" i="0" dirty="0"/>
            <a:t>Recognizes a specific base sequence in double-stranded DNA</a:t>
          </a:r>
          <a:endParaRPr lang="en-IN" b="1" dirty="0"/>
        </a:p>
      </dgm:t>
    </dgm:pt>
    <dgm:pt modelId="{E8B9C0A8-79EC-4F6A-BD5E-8A3EC76FD613}" type="parTrans" cxnId="{545195FC-31AB-47BE-BAB6-1B5364F09A2D}">
      <dgm:prSet/>
      <dgm:spPr/>
      <dgm:t>
        <a:bodyPr/>
        <a:lstStyle/>
        <a:p>
          <a:endParaRPr lang="en-IN"/>
        </a:p>
      </dgm:t>
    </dgm:pt>
    <dgm:pt modelId="{674EC3C2-8E5E-4532-90D2-EC2A7A4BCF63}" type="sibTrans" cxnId="{545195FC-31AB-47BE-BAB6-1B5364F09A2D}">
      <dgm:prSet/>
      <dgm:spPr/>
      <dgm:t>
        <a:bodyPr/>
        <a:lstStyle/>
        <a:p>
          <a:endParaRPr lang="en-IN"/>
        </a:p>
      </dgm:t>
    </dgm:pt>
    <dgm:pt modelId="{8D8794E9-2009-4D42-AAD9-3E19BDB2FB4E}">
      <dgm:prSet phldrT="[Text]"/>
      <dgm:spPr/>
      <dgm:t>
        <a:bodyPr/>
        <a:lstStyle/>
        <a:p>
          <a:pPr algn="just"/>
          <a:r>
            <a:rPr lang="en-US" b="0" i="0" dirty="0"/>
            <a:t>Splits the DNA at this site called the </a:t>
          </a:r>
          <a:r>
            <a:rPr lang="en-US" b="1" i="0" dirty="0"/>
            <a:t>restriction site </a:t>
          </a:r>
          <a:r>
            <a:rPr lang="en-US" b="0" i="0" dirty="0"/>
            <a:t>yielding restriction fragments.</a:t>
          </a:r>
          <a:endParaRPr lang="en-IN" b="1" dirty="0"/>
        </a:p>
      </dgm:t>
    </dgm:pt>
    <dgm:pt modelId="{0C46FB2E-0504-43AF-9084-DCFBE4B782A8}" type="parTrans" cxnId="{667FB465-38F1-4903-A4DD-0290C58B4B68}">
      <dgm:prSet/>
      <dgm:spPr/>
      <dgm:t>
        <a:bodyPr/>
        <a:lstStyle/>
        <a:p>
          <a:endParaRPr lang="en-IN"/>
        </a:p>
      </dgm:t>
    </dgm:pt>
    <dgm:pt modelId="{A173DCC3-C4A6-48A5-8FF1-85271AFE7AA0}" type="sibTrans" cxnId="{667FB465-38F1-4903-A4DD-0290C58B4B68}">
      <dgm:prSet/>
      <dgm:spPr/>
      <dgm:t>
        <a:bodyPr/>
        <a:lstStyle/>
        <a:p>
          <a:endParaRPr lang="en-IN"/>
        </a:p>
      </dgm:t>
    </dgm:pt>
    <dgm:pt modelId="{527CA856-BC62-4A0B-AA71-DAFB0C5AAA02}">
      <dgm:prSet phldrT="[Text]"/>
      <dgm:spPr/>
      <dgm:t>
        <a:bodyPr/>
        <a:lstStyle/>
        <a:p>
          <a:pPr algn="just"/>
          <a:r>
            <a:rPr lang="en-US" b="0" i="0" dirty="0"/>
            <a:t>They are named after the bacterium in which they are found </a:t>
          </a:r>
          <a:r>
            <a:rPr lang="en-US" b="0" i="0" dirty="0">
              <a:highlight>
                <a:srgbClr val="FFFF00"/>
              </a:highlight>
            </a:rPr>
            <a:t>e.g.</a:t>
          </a:r>
          <a:r>
            <a:rPr lang="en-US" b="0" i="0" dirty="0"/>
            <a:t> </a:t>
          </a:r>
          <a:r>
            <a:rPr lang="en-US" b="1" i="0" dirty="0">
              <a:highlight>
                <a:srgbClr val="FFFF00"/>
              </a:highlight>
            </a:rPr>
            <a:t>Hind I, Eco RI</a:t>
          </a:r>
          <a:endParaRPr lang="en-IN" b="1" dirty="0">
            <a:highlight>
              <a:srgbClr val="FFFF00"/>
            </a:highlight>
          </a:endParaRPr>
        </a:p>
      </dgm:t>
    </dgm:pt>
    <dgm:pt modelId="{06B805C9-88B3-4127-9E3D-17E0F04C127E}" type="parTrans" cxnId="{C8EB1108-C6D5-4951-ACA8-043C6A17FC8E}">
      <dgm:prSet/>
      <dgm:spPr/>
      <dgm:t>
        <a:bodyPr/>
        <a:lstStyle/>
        <a:p>
          <a:endParaRPr lang="en-IN"/>
        </a:p>
      </dgm:t>
    </dgm:pt>
    <dgm:pt modelId="{B70F3EAC-39A1-4E4C-A8C9-7F18E2A77561}" type="sibTrans" cxnId="{C8EB1108-C6D5-4951-ACA8-043C6A17FC8E}">
      <dgm:prSet/>
      <dgm:spPr/>
      <dgm:t>
        <a:bodyPr/>
        <a:lstStyle/>
        <a:p>
          <a:endParaRPr lang="en-IN"/>
        </a:p>
      </dgm:t>
    </dgm:pt>
    <dgm:pt modelId="{99EFA19D-6219-49D8-85FC-60F48A8A9789}">
      <dgm:prSet phldrT="[Text]"/>
      <dgm:spPr/>
      <dgm:t>
        <a:bodyPr/>
        <a:lstStyle/>
        <a:p>
          <a:pPr algn="just"/>
          <a:r>
            <a:rPr lang="en-US" b="1" i="0" dirty="0"/>
            <a:t>These enzymes serve as </a:t>
          </a:r>
          <a:r>
            <a:rPr lang="en-US" b="1" i="0" dirty="0">
              <a:highlight>
                <a:srgbClr val="FFFF00"/>
              </a:highlight>
            </a:rPr>
            <a:t>molecular scissors </a:t>
          </a:r>
          <a:r>
            <a:rPr lang="en-US" b="1" i="0" dirty="0"/>
            <a:t>to cut DNA into defined fragments</a:t>
          </a:r>
          <a:endParaRPr lang="en-IN" b="1" dirty="0"/>
        </a:p>
      </dgm:t>
    </dgm:pt>
    <dgm:pt modelId="{6BBF86B2-C387-48FD-8C90-B74597FFCABC}" type="parTrans" cxnId="{5E5435A1-4B2D-470C-8B9B-22858C855F30}">
      <dgm:prSet/>
      <dgm:spPr/>
      <dgm:t>
        <a:bodyPr/>
        <a:lstStyle/>
        <a:p>
          <a:endParaRPr lang="en-IN"/>
        </a:p>
      </dgm:t>
    </dgm:pt>
    <dgm:pt modelId="{0EEE148E-1EEA-422F-8358-37C1519C0328}" type="sibTrans" cxnId="{5E5435A1-4B2D-470C-8B9B-22858C855F30}">
      <dgm:prSet/>
      <dgm:spPr/>
      <dgm:t>
        <a:bodyPr/>
        <a:lstStyle/>
        <a:p>
          <a:endParaRPr lang="en-IN"/>
        </a:p>
      </dgm:t>
    </dgm:pt>
    <dgm:pt modelId="{03A1B494-D665-4A4E-9876-3B33B51E5275}" type="pres">
      <dgm:prSet presAssocID="{8259394F-8491-4531-A1C2-7A324E1B8AA6}" presName="Name0" presStyleCnt="0">
        <dgm:presLayoutVars>
          <dgm:dir/>
          <dgm:animLvl val="lvl"/>
          <dgm:resizeHandles val="exact"/>
        </dgm:presLayoutVars>
      </dgm:prSet>
      <dgm:spPr/>
    </dgm:pt>
    <dgm:pt modelId="{174FDA0F-5006-4315-8F59-01B7A9FC03E3}" type="pres">
      <dgm:prSet presAssocID="{6956FEDF-0620-4B80-9A4C-EDE246CBBBBC}" presName="composite" presStyleCnt="0"/>
      <dgm:spPr/>
    </dgm:pt>
    <dgm:pt modelId="{D2EC4311-06E2-4528-B50D-63A403C1DDCF}" type="pres">
      <dgm:prSet presAssocID="{6956FEDF-0620-4B80-9A4C-EDE246CBBBBC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29D33047-9625-4E37-B83D-5BD73F901534}" type="pres">
      <dgm:prSet presAssocID="{6956FEDF-0620-4B80-9A4C-EDE246CBBBBC}" presName="desTx" presStyleLbl="alignAccFollowNode1" presStyleIdx="0" presStyleCnt="1" custLinFactNeighborX="-5603" custLinFactNeighborY="1956">
        <dgm:presLayoutVars>
          <dgm:bulletEnabled val="1"/>
        </dgm:presLayoutVars>
      </dgm:prSet>
      <dgm:spPr/>
    </dgm:pt>
  </dgm:ptLst>
  <dgm:cxnLst>
    <dgm:cxn modelId="{C8EB1108-C6D5-4951-ACA8-043C6A17FC8E}" srcId="{6956FEDF-0620-4B80-9A4C-EDE246CBBBBC}" destId="{527CA856-BC62-4A0B-AA71-DAFB0C5AAA02}" srcOrd="1" destOrd="0" parTransId="{06B805C9-88B3-4127-9E3D-17E0F04C127E}" sibTransId="{B70F3EAC-39A1-4E4C-A8C9-7F18E2A77561}"/>
    <dgm:cxn modelId="{A85F601E-E586-4D56-ACCC-751D585D89BB}" type="presOf" srcId="{99EFA19D-6219-49D8-85FC-60F48A8A9789}" destId="{29D33047-9625-4E37-B83D-5BD73F901534}" srcOrd="0" destOrd="2" presId="urn:microsoft.com/office/officeart/2005/8/layout/hList1"/>
    <dgm:cxn modelId="{9B250724-99EA-469A-B058-110F6939EA38}" type="presOf" srcId="{E72CB0BD-2C61-4C1E-881F-18E8DB6CB051}" destId="{29D33047-9625-4E37-B83D-5BD73F901534}" srcOrd="0" destOrd="3" presId="urn:microsoft.com/office/officeart/2005/8/layout/hList1"/>
    <dgm:cxn modelId="{BF434430-1DC5-4F00-B622-F034B737A801}" type="presOf" srcId="{527CA856-BC62-4A0B-AA71-DAFB0C5AAA02}" destId="{29D33047-9625-4E37-B83D-5BD73F901534}" srcOrd="0" destOrd="1" presId="urn:microsoft.com/office/officeart/2005/8/layout/hList1"/>
    <dgm:cxn modelId="{B7FCF231-6258-4A79-A376-D2B609B4A28C}" type="presOf" srcId="{6956FEDF-0620-4B80-9A4C-EDE246CBBBBC}" destId="{D2EC4311-06E2-4528-B50D-63A403C1DDCF}" srcOrd="0" destOrd="0" presId="urn:microsoft.com/office/officeart/2005/8/layout/hList1"/>
    <dgm:cxn modelId="{55C86132-FE98-4B8F-9F05-096DCD08A94C}" srcId="{6956FEDF-0620-4B80-9A4C-EDE246CBBBBC}" destId="{CA445074-CF8B-44B6-B451-5FB02697E761}" srcOrd="0" destOrd="0" parTransId="{02BF7684-D0FB-4664-BA08-755E5555663B}" sibTransId="{DC1DCBFE-32B4-4C22-9672-65A76BC13480}"/>
    <dgm:cxn modelId="{7DAC0F33-D244-4C58-B5D0-39CA697B8D89}" type="presOf" srcId="{8D8794E9-2009-4D42-AAD9-3E19BDB2FB4E}" destId="{29D33047-9625-4E37-B83D-5BD73F901534}" srcOrd="0" destOrd="4" presId="urn:microsoft.com/office/officeart/2005/8/layout/hList1"/>
    <dgm:cxn modelId="{667FB465-38F1-4903-A4DD-0290C58B4B68}" srcId="{6956FEDF-0620-4B80-9A4C-EDE246CBBBBC}" destId="{8D8794E9-2009-4D42-AAD9-3E19BDB2FB4E}" srcOrd="4" destOrd="0" parTransId="{0C46FB2E-0504-43AF-9084-DCFBE4B782A8}" sibTransId="{A173DCC3-C4A6-48A5-8FF1-85271AFE7AA0}"/>
    <dgm:cxn modelId="{64E2FF87-60D9-439E-9A7F-636B44B4A1D5}" type="presOf" srcId="{CA445074-CF8B-44B6-B451-5FB02697E761}" destId="{29D33047-9625-4E37-B83D-5BD73F901534}" srcOrd="0" destOrd="0" presId="urn:microsoft.com/office/officeart/2005/8/layout/hList1"/>
    <dgm:cxn modelId="{5E5435A1-4B2D-470C-8B9B-22858C855F30}" srcId="{6956FEDF-0620-4B80-9A4C-EDE246CBBBBC}" destId="{99EFA19D-6219-49D8-85FC-60F48A8A9789}" srcOrd="2" destOrd="0" parTransId="{6BBF86B2-C387-48FD-8C90-B74597FFCABC}" sibTransId="{0EEE148E-1EEA-422F-8358-37C1519C0328}"/>
    <dgm:cxn modelId="{C53DC4A5-0D64-4A44-9CEF-D499E98A84FA}" type="presOf" srcId="{8259394F-8491-4531-A1C2-7A324E1B8AA6}" destId="{03A1B494-D665-4A4E-9876-3B33B51E5275}" srcOrd="0" destOrd="0" presId="urn:microsoft.com/office/officeart/2005/8/layout/hList1"/>
    <dgm:cxn modelId="{293872D7-5107-4851-BD8D-5A6CBC4E1A0A}" srcId="{8259394F-8491-4531-A1C2-7A324E1B8AA6}" destId="{6956FEDF-0620-4B80-9A4C-EDE246CBBBBC}" srcOrd="0" destOrd="0" parTransId="{6F0E98C4-367C-4031-830C-39FC9D3E3F31}" sibTransId="{2C8498C8-0B3D-4C3C-B8E9-B1A307B6FAB8}"/>
    <dgm:cxn modelId="{545195FC-31AB-47BE-BAB6-1B5364F09A2D}" srcId="{6956FEDF-0620-4B80-9A4C-EDE246CBBBBC}" destId="{E72CB0BD-2C61-4C1E-881F-18E8DB6CB051}" srcOrd="3" destOrd="0" parTransId="{E8B9C0A8-79EC-4F6A-BD5E-8A3EC76FD613}" sibTransId="{674EC3C2-8E5E-4532-90D2-EC2A7A4BCF63}"/>
    <dgm:cxn modelId="{0CD30504-9F23-4534-B70A-54A79C16F376}" type="presParOf" srcId="{03A1B494-D665-4A4E-9876-3B33B51E5275}" destId="{174FDA0F-5006-4315-8F59-01B7A9FC03E3}" srcOrd="0" destOrd="0" presId="urn:microsoft.com/office/officeart/2005/8/layout/hList1"/>
    <dgm:cxn modelId="{C1BD50E6-AB79-432A-A25D-1D0193D563FB}" type="presParOf" srcId="{174FDA0F-5006-4315-8F59-01B7A9FC03E3}" destId="{D2EC4311-06E2-4528-B50D-63A403C1DDCF}" srcOrd="0" destOrd="0" presId="urn:microsoft.com/office/officeart/2005/8/layout/hList1"/>
    <dgm:cxn modelId="{E6C82174-24C9-45DD-AF25-F081CD60B6AD}" type="presParOf" srcId="{174FDA0F-5006-4315-8F59-01B7A9FC03E3}" destId="{29D33047-9625-4E37-B83D-5BD73F90153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8FCCCFC-C558-4E1F-A307-17555F90FE0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EA92753-99C9-448F-9201-BF1F2A14EFBB}">
      <dgm:prSet phldrT="[Text]" custT="1"/>
      <dgm:spPr/>
      <dgm:t>
        <a:bodyPr/>
        <a:lstStyle/>
        <a:p>
          <a:r>
            <a:rPr lang="en-US" sz="3200" b="1" dirty="0"/>
            <a:t>DNA Ligase</a:t>
          </a:r>
          <a:endParaRPr lang="en-IN" sz="3200" b="1" dirty="0"/>
        </a:p>
      </dgm:t>
    </dgm:pt>
    <dgm:pt modelId="{8DAC40CE-D5CD-4849-B518-9C0C17EFAFA1}" type="parTrans" cxnId="{31115C06-7CE6-4B42-A87C-5AD2CA79B769}">
      <dgm:prSet/>
      <dgm:spPr/>
      <dgm:t>
        <a:bodyPr/>
        <a:lstStyle/>
        <a:p>
          <a:endParaRPr lang="en-IN"/>
        </a:p>
      </dgm:t>
    </dgm:pt>
    <dgm:pt modelId="{7A25808E-EAFC-40A3-AE09-EC55B5FBA203}" type="sibTrans" cxnId="{31115C06-7CE6-4B42-A87C-5AD2CA79B769}">
      <dgm:prSet/>
      <dgm:spPr/>
      <dgm:t>
        <a:bodyPr/>
        <a:lstStyle/>
        <a:p>
          <a:endParaRPr lang="en-IN"/>
        </a:p>
      </dgm:t>
    </dgm:pt>
    <dgm:pt modelId="{FB647A47-6000-4CFE-89FD-34BE83586C3D}">
      <dgm:prSet phldrT="[Text]"/>
      <dgm:spPr/>
      <dgm:t>
        <a:bodyPr/>
        <a:lstStyle/>
        <a:p>
          <a:pPr algn="just"/>
          <a:r>
            <a:rPr lang="en-US" dirty="0">
              <a:highlight>
                <a:srgbClr val="FFFF00"/>
              </a:highlight>
            </a:rPr>
            <a:t>DNA ligases are the enzymes that are used to </a:t>
          </a:r>
          <a:r>
            <a:rPr lang="en-US" u="sng" dirty="0">
              <a:highlight>
                <a:srgbClr val="FFFF00"/>
              </a:highlight>
            </a:rPr>
            <a:t>join (ligate) DNA fragments</a:t>
          </a:r>
          <a:endParaRPr lang="en-IN" u="sng" dirty="0">
            <a:highlight>
              <a:srgbClr val="FFFF00"/>
            </a:highlight>
          </a:endParaRPr>
        </a:p>
      </dgm:t>
    </dgm:pt>
    <dgm:pt modelId="{DFC8522D-6EA9-4511-8944-C85EAECF60CA}" type="parTrans" cxnId="{2CD0FD93-EA34-4850-A14F-7FD51D646E31}">
      <dgm:prSet/>
      <dgm:spPr/>
      <dgm:t>
        <a:bodyPr/>
        <a:lstStyle/>
        <a:p>
          <a:endParaRPr lang="en-IN"/>
        </a:p>
      </dgm:t>
    </dgm:pt>
    <dgm:pt modelId="{8C85EA4F-9614-43BE-9FBE-63C7DB1CE7B0}" type="sibTrans" cxnId="{2CD0FD93-EA34-4850-A14F-7FD51D646E31}">
      <dgm:prSet/>
      <dgm:spPr/>
      <dgm:t>
        <a:bodyPr/>
        <a:lstStyle/>
        <a:p>
          <a:endParaRPr lang="en-IN"/>
        </a:p>
      </dgm:t>
    </dgm:pt>
    <dgm:pt modelId="{3D7EB3E7-1006-4AC8-B016-2FBDB1E6B61D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The DNA ligase joins two DNA strands by forming a phosphodiester bond between them.</a:t>
          </a:r>
          <a:endParaRPr lang="en-IN" dirty="0"/>
        </a:p>
      </dgm:t>
    </dgm:pt>
    <dgm:pt modelId="{C7A14841-0755-4D1A-8B87-8CA2CB8D15C0}" type="parTrans" cxnId="{02B8D889-E01A-42AB-AE96-976488A18E1F}">
      <dgm:prSet/>
      <dgm:spPr/>
      <dgm:t>
        <a:bodyPr/>
        <a:lstStyle/>
        <a:p>
          <a:endParaRPr lang="en-IN"/>
        </a:p>
      </dgm:t>
    </dgm:pt>
    <dgm:pt modelId="{A683E6D1-01B3-4B51-A637-6316907F26C4}" type="sibTrans" cxnId="{02B8D889-E01A-42AB-AE96-976488A18E1F}">
      <dgm:prSet/>
      <dgm:spPr/>
      <dgm:t>
        <a:bodyPr/>
        <a:lstStyle/>
        <a:p>
          <a:endParaRPr lang="en-IN"/>
        </a:p>
      </dgm:t>
    </dgm:pt>
    <dgm:pt modelId="{31C32734-3570-465C-B8FD-3D8C811CE476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It is known as a molecular glue.</a:t>
          </a:r>
        </a:p>
      </dgm:t>
    </dgm:pt>
    <dgm:pt modelId="{B95725E7-4A9D-48CC-8A57-475715414369}" type="parTrans" cxnId="{6C06C081-9E80-4667-8EB5-2AD9AB16A50D}">
      <dgm:prSet/>
      <dgm:spPr/>
      <dgm:t>
        <a:bodyPr/>
        <a:lstStyle/>
        <a:p>
          <a:endParaRPr lang="en-IN"/>
        </a:p>
      </dgm:t>
    </dgm:pt>
    <dgm:pt modelId="{B19669D2-B09F-4A3B-B84D-3559395664DF}" type="sibTrans" cxnId="{6C06C081-9E80-4667-8EB5-2AD9AB16A50D}">
      <dgm:prSet/>
      <dgm:spPr/>
      <dgm:t>
        <a:bodyPr/>
        <a:lstStyle/>
        <a:p>
          <a:endParaRPr lang="en-IN"/>
        </a:p>
      </dgm:t>
    </dgm:pt>
    <dgm:pt modelId="{E97A7A62-E9EC-44FE-920B-8F8ADD96E9BD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It is used to join genes of interest with the cloning vector.</a:t>
          </a:r>
        </a:p>
      </dgm:t>
    </dgm:pt>
    <dgm:pt modelId="{25F1A656-8C57-4F88-81F2-41D60BC2A92A}" type="parTrans" cxnId="{9D310BF1-81DE-42B7-B835-C245F7D670C0}">
      <dgm:prSet/>
      <dgm:spPr/>
      <dgm:t>
        <a:bodyPr/>
        <a:lstStyle/>
        <a:p>
          <a:endParaRPr lang="en-IN"/>
        </a:p>
      </dgm:t>
    </dgm:pt>
    <dgm:pt modelId="{229FF41E-AD23-4F66-B8A7-626F7643EF2F}" type="sibTrans" cxnId="{9D310BF1-81DE-42B7-B835-C245F7D670C0}">
      <dgm:prSet/>
      <dgm:spPr/>
      <dgm:t>
        <a:bodyPr/>
        <a:lstStyle/>
        <a:p>
          <a:endParaRPr lang="en-IN"/>
        </a:p>
      </dgm:t>
    </dgm:pt>
    <dgm:pt modelId="{691ED0A4-E84F-4D5D-A9D0-1A2A87BD4D3B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e.g. </a:t>
          </a:r>
          <a:r>
            <a:rPr lang="en-US" b="0" i="0" dirty="0">
              <a:highlight>
                <a:srgbClr val="FFFF00"/>
              </a:highlight>
            </a:rPr>
            <a:t>T4 DNA </a:t>
          </a:r>
          <a:r>
            <a:rPr lang="en-US" b="0" i="0" dirty="0"/>
            <a:t>ligase is used in rDNA technology.</a:t>
          </a:r>
        </a:p>
      </dgm:t>
    </dgm:pt>
    <dgm:pt modelId="{221BB01B-EEDD-4BAE-9EC8-C64C152E3232}" type="parTrans" cxnId="{0CAAE4D6-12A7-4E6C-9BC9-D75EB25C74D4}">
      <dgm:prSet/>
      <dgm:spPr/>
      <dgm:t>
        <a:bodyPr/>
        <a:lstStyle/>
        <a:p>
          <a:endParaRPr lang="en-IN"/>
        </a:p>
      </dgm:t>
    </dgm:pt>
    <dgm:pt modelId="{242D9344-3D86-431E-AC1C-DE5798B97C15}" type="sibTrans" cxnId="{0CAAE4D6-12A7-4E6C-9BC9-D75EB25C74D4}">
      <dgm:prSet/>
      <dgm:spPr/>
      <dgm:t>
        <a:bodyPr/>
        <a:lstStyle/>
        <a:p>
          <a:endParaRPr lang="en-IN"/>
        </a:p>
      </dgm:t>
    </dgm:pt>
    <dgm:pt modelId="{ACE2962B-1C50-4A7A-B68D-3026762368A6}">
      <dgm:prSet/>
      <dgm:spPr/>
      <dgm:t>
        <a:bodyPr/>
        <a:lstStyle/>
        <a:p>
          <a:pPr algn="l"/>
          <a:endParaRPr lang="en-IN" dirty="0"/>
        </a:p>
      </dgm:t>
    </dgm:pt>
    <dgm:pt modelId="{C6CC0FE5-B453-40A5-8A04-D064A8C7A64C}" type="parTrans" cxnId="{3174F71D-1D64-469B-A6F3-9B8625737632}">
      <dgm:prSet/>
      <dgm:spPr/>
      <dgm:t>
        <a:bodyPr/>
        <a:lstStyle/>
        <a:p>
          <a:endParaRPr lang="en-IN"/>
        </a:p>
      </dgm:t>
    </dgm:pt>
    <dgm:pt modelId="{FAFEF126-6EEA-406B-B321-1D60F8CC83BC}" type="sibTrans" cxnId="{3174F71D-1D64-469B-A6F3-9B8625737632}">
      <dgm:prSet/>
      <dgm:spPr/>
      <dgm:t>
        <a:bodyPr/>
        <a:lstStyle/>
        <a:p>
          <a:endParaRPr lang="en-IN"/>
        </a:p>
      </dgm:t>
    </dgm:pt>
    <dgm:pt modelId="{99326CD3-2847-44AA-9794-F4CC77F6A22C}" type="pres">
      <dgm:prSet presAssocID="{18FCCCFC-C558-4E1F-A307-17555F90FE04}" presName="Name0" presStyleCnt="0">
        <dgm:presLayoutVars>
          <dgm:dir/>
          <dgm:animLvl val="lvl"/>
          <dgm:resizeHandles val="exact"/>
        </dgm:presLayoutVars>
      </dgm:prSet>
      <dgm:spPr/>
    </dgm:pt>
    <dgm:pt modelId="{7C52F214-5B75-4A80-949B-137030765B42}" type="pres">
      <dgm:prSet presAssocID="{5EA92753-99C9-448F-9201-BF1F2A14EFBB}" presName="composite" presStyleCnt="0"/>
      <dgm:spPr/>
    </dgm:pt>
    <dgm:pt modelId="{27C72EA5-456B-4DBA-9A55-CADC10B9C792}" type="pres">
      <dgm:prSet presAssocID="{5EA92753-99C9-448F-9201-BF1F2A14EFBB}" presName="parTx" presStyleLbl="alignNode1" presStyleIdx="0" presStyleCnt="1" custLinFactNeighborX="98" custLinFactNeighborY="-26793">
        <dgm:presLayoutVars>
          <dgm:chMax val="0"/>
          <dgm:chPref val="0"/>
          <dgm:bulletEnabled val="1"/>
        </dgm:presLayoutVars>
      </dgm:prSet>
      <dgm:spPr/>
    </dgm:pt>
    <dgm:pt modelId="{75A8E579-15C1-438A-B4B7-65454792EE36}" type="pres">
      <dgm:prSet presAssocID="{5EA92753-99C9-448F-9201-BF1F2A14EFBB}" presName="desTx" presStyleLbl="alignAccFollowNode1" presStyleIdx="0" presStyleCnt="1" custLinFactNeighborX="-6406" custLinFactNeighborY="3251">
        <dgm:presLayoutVars>
          <dgm:bulletEnabled val="1"/>
        </dgm:presLayoutVars>
      </dgm:prSet>
      <dgm:spPr/>
    </dgm:pt>
  </dgm:ptLst>
  <dgm:cxnLst>
    <dgm:cxn modelId="{31115C06-7CE6-4B42-A87C-5AD2CA79B769}" srcId="{18FCCCFC-C558-4E1F-A307-17555F90FE04}" destId="{5EA92753-99C9-448F-9201-BF1F2A14EFBB}" srcOrd="0" destOrd="0" parTransId="{8DAC40CE-D5CD-4849-B518-9C0C17EFAFA1}" sibTransId="{7A25808E-EAFC-40A3-AE09-EC55B5FBA203}"/>
    <dgm:cxn modelId="{24C2B407-1A8E-4D49-AE04-1749ADD01E34}" type="presOf" srcId="{ACE2962B-1C50-4A7A-B68D-3026762368A6}" destId="{75A8E579-15C1-438A-B4B7-65454792EE36}" srcOrd="0" destOrd="5" presId="urn:microsoft.com/office/officeart/2005/8/layout/hList1"/>
    <dgm:cxn modelId="{3174F71D-1D64-469B-A6F3-9B8625737632}" srcId="{5EA92753-99C9-448F-9201-BF1F2A14EFBB}" destId="{ACE2962B-1C50-4A7A-B68D-3026762368A6}" srcOrd="5" destOrd="0" parTransId="{C6CC0FE5-B453-40A5-8A04-D064A8C7A64C}" sibTransId="{FAFEF126-6EEA-406B-B321-1D60F8CC83BC}"/>
    <dgm:cxn modelId="{0BF3CE42-6A03-4B65-B9DC-754521EE35EB}" type="presOf" srcId="{E97A7A62-E9EC-44FE-920B-8F8ADD96E9BD}" destId="{75A8E579-15C1-438A-B4B7-65454792EE36}" srcOrd="0" destOrd="3" presId="urn:microsoft.com/office/officeart/2005/8/layout/hList1"/>
    <dgm:cxn modelId="{0A0AAA69-9401-4E51-A622-6BB7F872ED12}" type="presOf" srcId="{FB647A47-6000-4CFE-89FD-34BE83586C3D}" destId="{75A8E579-15C1-438A-B4B7-65454792EE36}" srcOrd="0" destOrd="0" presId="urn:microsoft.com/office/officeart/2005/8/layout/hList1"/>
    <dgm:cxn modelId="{F1CC3A4F-0B40-4357-BA4B-9563F41AB14C}" type="presOf" srcId="{691ED0A4-E84F-4D5D-A9D0-1A2A87BD4D3B}" destId="{75A8E579-15C1-438A-B4B7-65454792EE36}" srcOrd="0" destOrd="4" presId="urn:microsoft.com/office/officeart/2005/8/layout/hList1"/>
    <dgm:cxn modelId="{9D20ED50-C4DF-4380-BA91-6DEBE792DDDD}" type="presOf" srcId="{5EA92753-99C9-448F-9201-BF1F2A14EFBB}" destId="{27C72EA5-456B-4DBA-9A55-CADC10B9C792}" srcOrd="0" destOrd="0" presId="urn:microsoft.com/office/officeart/2005/8/layout/hList1"/>
    <dgm:cxn modelId="{6C06C081-9E80-4667-8EB5-2AD9AB16A50D}" srcId="{5EA92753-99C9-448F-9201-BF1F2A14EFBB}" destId="{31C32734-3570-465C-B8FD-3D8C811CE476}" srcOrd="2" destOrd="0" parTransId="{B95725E7-4A9D-48CC-8A57-475715414369}" sibTransId="{B19669D2-B09F-4A3B-B84D-3559395664DF}"/>
    <dgm:cxn modelId="{02B8D889-E01A-42AB-AE96-976488A18E1F}" srcId="{5EA92753-99C9-448F-9201-BF1F2A14EFBB}" destId="{3D7EB3E7-1006-4AC8-B016-2FBDB1E6B61D}" srcOrd="1" destOrd="0" parTransId="{C7A14841-0755-4D1A-8B87-8CA2CB8D15C0}" sibTransId="{A683E6D1-01B3-4B51-A637-6316907F26C4}"/>
    <dgm:cxn modelId="{2CD0FD93-EA34-4850-A14F-7FD51D646E31}" srcId="{5EA92753-99C9-448F-9201-BF1F2A14EFBB}" destId="{FB647A47-6000-4CFE-89FD-34BE83586C3D}" srcOrd="0" destOrd="0" parTransId="{DFC8522D-6EA9-4511-8944-C85EAECF60CA}" sibTransId="{8C85EA4F-9614-43BE-9FBE-63C7DB1CE7B0}"/>
    <dgm:cxn modelId="{82BE68A7-B7ED-44F2-AAC1-5D3DF8564CA2}" type="presOf" srcId="{18FCCCFC-C558-4E1F-A307-17555F90FE04}" destId="{99326CD3-2847-44AA-9794-F4CC77F6A22C}" srcOrd="0" destOrd="0" presId="urn:microsoft.com/office/officeart/2005/8/layout/hList1"/>
    <dgm:cxn modelId="{0CAAE4D6-12A7-4E6C-9BC9-D75EB25C74D4}" srcId="{5EA92753-99C9-448F-9201-BF1F2A14EFBB}" destId="{691ED0A4-E84F-4D5D-A9D0-1A2A87BD4D3B}" srcOrd="4" destOrd="0" parTransId="{221BB01B-EEDD-4BAE-9EC8-C64C152E3232}" sibTransId="{242D9344-3D86-431E-AC1C-DE5798B97C15}"/>
    <dgm:cxn modelId="{2884A4ED-4DB7-436E-84A1-D37B3AD86780}" type="presOf" srcId="{3D7EB3E7-1006-4AC8-B016-2FBDB1E6B61D}" destId="{75A8E579-15C1-438A-B4B7-65454792EE36}" srcOrd="0" destOrd="1" presId="urn:microsoft.com/office/officeart/2005/8/layout/hList1"/>
    <dgm:cxn modelId="{9D310BF1-81DE-42B7-B835-C245F7D670C0}" srcId="{5EA92753-99C9-448F-9201-BF1F2A14EFBB}" destId="{E97A7A62-E9EC-44FE-920B-8F8ADD96E9BD}" srcOrd="3" destOrd="0" parTransId="{25F1A656-8C57-4F88-81F2-41D60BC2A92A}" sibTransId="{229FF41E-AD23-4F66-B8A7-626F7643EF2F}"/>
    <dgm:cxn modelId="{BB5BC5F9-1ACE-48E1-80FB-D31A2030A345}" type="presOf" srcId="{31C32734-3570-465C-B8FD-3D8C811CE476}" destId="{75A8E579-15C1-438A-B4B7-65454792EE36}" srcOrd="0" destOrd="2" presId="urn:microsoft.com/office/officeart/2005/8/layout/hList1"/>
    <dgm:cxn modelId="{21210314-4920-42EE-90F7-52C23CCDC4EF}" type="presParOf" srcId="{99326CD3-2847-44AA-9794-F4CC77F6A22C}" destId="{7C52F214-5B75-4A80-949B-137030765B42}" srcOrd="0" destOrd="0" presId="urn:microsoft.com/office/officeart/2005/8/layout/hList1"/>
    <dgm:cxn modelId="{6D383CA0-0F59-4EB6-A3A9-BD649F2050D2}" type="presParOf" srcId="{7C52F214-5B75-4A80-949B-137030765B42}" destId="{27C72EA5-456B-4DBA-9A55-CADC10B9C792}" srcOrd="0" destOrd="0" presId="urn:microsoft.com/office/officeart/2005/8/layout/hList1"/>
    <dgm:cxn modelId="{020C6FE9-B5FE-4C50-95B8-231DD372248D}" type="presParOf" srcId="{7C52F214-5B75-4A80-949B-137030765B42}" destId="{75A8E579-15C1-438A-B4B7-65454792EE3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31CC454-A0C1-4CD3-91E5-EB9E58613B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B64791-EF38-4324-97CA-AF0F74580418}">
      <dgm:prSet phldrT="[Text]"/>
      <dgm:spPr/>
      <dgm:t>
        <a:bodyPr/>
        <a:lstStyle/>
        <a:p>
          <a:r>
            <a:rPr lang="en-IN" b="1" i="0" dirty="0"/>
            <a:t>Host organism</a:t>
          </a:r>
          <a:endParaRPr lang="en-IN" dirty="0"/>
        </a:p>
      </dgm:t>
    </dgm:pt>
    <dgm:pt modelId="{BD6D891B-A74D-495A-8B05-41BA76F38C49}" type="parTrans" cxnId="{B7EC05A9-2452-450E-B7B2-69EF17088C07}">
      <dgm:prSet/>
      <dgm:spPr/>
      <dgm:t>
        <a:bodyPr/>
        <a:lstStyle/>
        <a:p>
          <a:endParaRPr lang="en-IN"/>
        </a:p>
      </dgm:t>
    </dgm:pt>
    <dgm:pt modelId="{166050D6-654D-494A-B728-E51AFFE682F8}" type="sibTrans" cxnId="{B7EC05A9-2452-450E-B7B2-69EF17088C07}">
      <dgm:prSet/>
      <dgm:spPr/>
      <dgm:t>
        <a:bodyPr/>
        <a:lstStyle/>
        <a:p>
          <a:endParaRPr lang="en-IN"/>
        </a:p>
      </dgm:t>
    </dgm:pt>
    <dgm:pt modelId="{1022CEC9-C672-42FC-87CA-B00EC1D141BE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The organism in which the gene of interest (with or without vector) is inserted and multiplied is known as the host organism.</a:t>
          </a:r>
          <a:endParaRPr lang="en-IN" dirty="0"/>
        </a:p>
      </dgm:t>
    </dgm:pt>
    <dgm:pt modelId="{6ECA6D09-AEA7-4801-9E1C-500A7D8130D7}" type="parTrans" cxnId="{CCA0C60A-D4D1-4033-92BE-298EF4B54CF2}">
      <dgm:prSet/>
      <dgm:spPr/>
      <dgm:t>
        <a:bodyPr/>
        <a:lstStyle/>
        <a:p>
          <a:endParaRPr lang="en-IN"/>
        </a:p>
      </dgm:t>
    </dgm:pt>
    <dgm:pt modelId="{FC700EAB-7381-4C56-9B07-B935A46E7E54}" type="sibTrans" cxnId="{CCA0C60A-D4D1-4033-92BE-298EF4B54CF2}">
      <dgm:prSet/>
      <dgm:spPr/>
      <dgm:t>
        <a:bodyPr/>
        <a:lstStyle/>
        <a:p>
          <a:endParaRPr lang="en-IN"/>
        </a:p>
      </dgm:t>
    </dgm:pt>
    <dgm:pt modelId="{F9C2BD09-C22D-46E6-AA22-6E2F6B7FC3DA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1" dirty="0"/>
            <a:t>Escherichia coli </a:t>
          </a:r>
          <a:r>
            <a:rPr lang="en-US" b="0" i="0" dirty="0"/>
            <a:t>is commonly used for multiplication of various genes.</a:t>
          </a:r>
        </a:p>
      </dgm:t>
    </dgm:pt>
    <dgm:pt modelId="{B7DC4E1D-3957-413D-8CA6-8727DCA6390C}" type="parTrans" cxnId="{E12674AF-0D2B-44C3-95ED-0F1F1BF57BF7}">
      <dgm:prSet/>
      <dgm:spPr/>
      <dgm:t>
        <a:bodyPr/>
        <a:lstStyle/>
        <a:p>
          <a:endParaRPr lang="en-IN"/>
        </a:p>
      </dgm:t>
    </dgm:pt>
    <dgm:pt modelId="{CA748D06-FA72-4CEC-A5DD-D0AD6BBE7291}" type="sibTrans" cxnId="{E12674AF-0D2B-44C3-95ED-0F1F1BF57BF7}">
      <dgm:prSet/>
      <dgm:spPr/>
      <dgm:t>
        <a:bodyPr/>
        <a:lstStyle/>
        <a:p>
          <a:endParaRPr lang="en-IN"/>
        </a:p>
      </dgm:t>
    </dgm:pt>
    <dgm:pt modelId="{8696A0BF-CAE8-4E95-8CA7-EDD22D6A6852}" type="pres">
      <dgm:prSet presAssocID="{B31CC454-A0C1-4CD3-91E5-EB9E58613BCC}" presName="linear" presStyleCnt="0">
        <dgm:presLayoutVars>
          <dgm:dir/>
          <dgm:animLvl val="lvl"/>
          <dgm:resizeHandles val="exact"/>
        </dgm:presLayoutVars>
      </dgm:prSet>
      <dgm:spPr/>
    </dgm:pt>
    <dgm:pt modelId="{2B24BCB9-EE46-4F12-96AE-3F4F9564E7FE}" type="pres">
      <dgm:prSet presAssocID="{89B64791-EF38-4324-97CA-AF0F74580418}" presName="parentLin" presStyleCnt="0"/>
      <dgm:spPr/>
    </dgm:pt>
    <dgm:pt modelId="{CB76CBB5-174A-44BC-A651-227CB2483086}" type="pres">
      <dgm:prSet presAssocID="{89B64791-EF38-4324-97CA-AF0F74580418}" presName="parentLeftMargin" presStyleLbl="node1" presStyleIdx="0" presStyleCnt="1"/>
      <dgm:spPr/>
    </dgm:pt>
    <dgm:pt modelId="{8571FEE7-8639-4094-82EC-F5B6D3DCBE84}" type="pres">
      <dgm:prSet presAssocID="{89B64791-EF38-4324-97CA-AF0F7458041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3BF41B4-F55F-4E68-906C-8C95F0405D65}" type="pres">
      <dgm:prSet presAssocID="{89B64791-EF38-4324-97CA-AF0F74580418}" presName="negativeSpace" presStyleCnt="0"/>
      <dgm:spPr/>
    </dgm:pt>
    <dgm:pt modelId="{369213D7-077B-462B-8A18-646FEFFC6FDC}" type="pres">
      <dgm:prSet presAssocID="{89B64791-EF38-4324-97CA-AF0F7458041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CA0C60A-D4D1-4033-92BE-298EF4B54CF2}" srcId="{89B64791-EF38-4324-97CA-AF0F74580418}" destId="{1022CEC9-C672-42FC-87CA-B00EC1D141BE}" srcOrd="0" destOrd="0" parTransId="{6ECA6D09-AEA7-4801-9E1C-500A7D8130D7}" sibTransId="{FC700EAB-7381-4C56-9B07-B935A46E7E54}"/>
    <dgm:cxn modelId="{9F1D1130-61BB-4B34-86A1-45BB2209CB66}" type="presOf" srcId="{B31CC454-A0C1-4CD3-91E5-EB9E58613BCC}" destId="{8696A0BF-CAE8-4E95-8CA7-EDD22D6A6852}" srcOrd="0" destOrd="0" presId="urn:microsoft.com/office/officeart/2005/8/layout/list1"/>
    <dgm:cxn modelId="{ADE57A5E-0D7B-4826-B5F7-787C61E80009}" type="presOf" srcId="{F9C2BD09-C22D-46E6-AA22-6E2F6B7FC3DA}" destId="{369213D7-077B-462B-8A18-646FEFFC6FDC}" srcOrd="0" destOrd="1" presId="urn:microsoft.com/office/officeart/2005/8/layout/list1"/>
    <dgm:cxn modelId="{6FD2D64F-D2EE-4CDE-8A9B-4F9251DAF323}" type="presOf" srcId="{1022CEC9-C672-42FC-87CA-B00EC1D141BE}" destId="{369213D7-077B-462B-8A18-646FEFFC6FDC}" srcOrd="0" destOrd="0" presId="urn:microsoft.com/office/officeart/2005/8/layout/list1"/>
    <dgm:cxn modelId="{91224553-F849-495E-9254-5AA80E8CCB00}" type="presOf" srcId="{89B64791-EF38-4324-97CA-AF0F74580418}" destId="{CB76CBB5-174A-44BC-A651-227CB2483086}" srcOrd="0" destOrd="0" presId="urn:microsoft.com/office/officeart/2005/8/layout/list1"/>
    <dgm:cxn modelId="{B7EC05A9-2452-450E-B7B2-69EF17088C07}" srcId="{B31CC454-A0C1-4CD3-91E5-EB9E58613BCC}" destId="{89B64791-EF38-4324-97CA-AF0F74580418}" srcOrd="0" destOrd="0" parTransId="{BD6D891B-A74D-495A-8B05-41BA76F38C49}" sibTransId="{166050D6-654D-494A-B728-E51AFFE682F8}"/>
    <dgm:cxn modelId="{E12674AF-0D2B-44C3-95ED-0F1F1BF57BF7}" srcId="{89B64791-EF38-4324-97CA-AF0F74580418}" destId="{F9C2BD09-C22D-46E6-AA22-6E2F6B7FC3DA}" srcOrd="1" destOrd="0" parTransId="{B7DC4E1D-3957-413D-8CA6-8727DCA6390C}" sibTransId="{CA748D06-FA72-4CEC-A5DD-D0AD6BBE7291}"/>
    <dgm:cxn modelId="{CA0897F3-183F-414D-A8D0-5F1BA50262B1}" type="presOf" srcId="{89B64791-EF38-4324-97CA-AF0F74580418}" destId="{8571FEE7-8639-4094-82EC-F5B6D3DCBE84}" srcOrd="1" destOrd="0" presId="urn:microsoft.com/office/officeart/2005/8/layout/list1"/>
    <dgm:cxn modelId="{467E4289-93EC-4A62-87F3-D55D1D9BA7E5}" type="presParOf" srcId="{8696A0BF-CAE8-4E95-8CA7-EDD22D6A6852}" destId="{2B24BCB9-EE46-4F12-96AE-3F4F9564E7FE}" srcOrd="0" destOrd="0" presId="urn:microsoft.com/office/officeart/2005/8/layout/list1"/>
    <dgm:cxn modelId="{4AF2310F-4E37-4B91-87DA-8785611E4EC8}" type="presParOf" srcId="{2B24BCB9-EE46-4F12-96AE-3F4F9564E7FE}" destId="{CB76CBB5-174A-44BC-A651-227CB2483086}" srcOrd="0" destOrd="0" presId="urn:microsoft.com/office/officeart/2005/8/layout/list1"/>
    <dgm:cxn modelId="{CFAD6216-2C41-47C7-9160-94C773BF24E0}" type="presParOf" srcId="{2B24BCB9-EE46-4F12-96AE-3F4F9564E7FE}" destId="{8571FEE7-8639-4094-82EC-F5B6D3DCBE84}" srcOrd="1" destOrd="0" presId="urn:microsoft.com/office/officeart/2005/8/layout/list1"/>
    <dgm:cxn modelId="{8545CE90-ECDD-4BFB-81D6-4F108EB40760}" type="presParOf" srcId="{8696A0BF-CAE8-4E95-8CA7-EDD22D6A6852}" destId="{B3BF41B4-F55F-4E68-906C-8C95F0405D65}" srcOrd="1" destOrd="0" presId="urn:microsoft.com/office/officeart/2005/8/layout/list1"/>
    <dgm:cxn modelId="{A87420EB-92B9-4666-B92F-CBCD323BFC64}" type="presParOf" srcId="{8696A0BF-CAE8-4E95-8CA7-EDD22D6A6852}" destId="{369213D7-077B-462B-8A18-646FEFFC6FDC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3EB8D1B-AF9E-4807-AE91-33B63E465F2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C47AD91-F770-4D4A-887F-1D918A924282}">
      <dgm:prSet phldrT="[Text]"/>
      <dgm:spPr/>
      <dgm:t>
        <a:bodyPr/>
        <a:lstStyle/>
        <a:p>
          <a:pPr algn="just"/>
          <a:r>
            <a:rPr lang="en-US" dirty="0"/>
            <a:t>Step 1</a:t>
          </a:r>
          <a:endParaRPr lang="en-IN" dirty="0"/>
        </a:p>
      </dgm:t>
    </dgm:pt>
    <dgm:pt modelId="{6A93915A-ABB2-4928-A9FC-B43118414561}" type="parTrans" cxnId="{DAE63723-D2A4-4B59-8179-218B739885CE}">
      <dgm:prSet/>
      <dgm:spPr/>
      <dgm:t>
        <a:bodyPr/>
        <a:lstStyle/>
        <a:p>
          <a:pPr algn="just"/>
          <a:endParaRPr lang="en-IN"/>
        </a:p>
      </dgm:t>
    </dgm:pt>
    <dgm:pt modelId="{601FAEF2-7A45-4479-86AE-95758FC5DC40}" type="sibTrans" cxnId="{DAE63723-D2A4-4B59-8179-218B739885CE}">
      <dgm:prSet/>
      <dgm:spPr/>
      <dgm:t>
        <a:bodyPr/>
        <a:lstStyle/>
        <a:p>
          <a:pPr algn="just"/>
          <a:endParaRPr lang="en-IN"/>
        </a:p>
      </dgm:t>
    </dgm:pt>
    <dgm:pt modelId="{CF460D3F-FB80-450C-8E5C-6114BD090045}">
      <dgm:prSet phldrT="[Text]"/>
      <dgm:spPr/>
      <dgm:t>
        <a:bodyPr/>
        <a:lstStyle/>
        <a:p>
          <a:pPr algn="just"/>
          <a:r>
            <a:rPr lang="en-IN" dirty="0"/>
            <a:t>Step 2</a:t>
          </a:r>
        </a:p>
      </dgm:t>
    </dgm:pt>
    <dgm:pt modelId="{7AD5C668-2158-4805-A700-C1EB7722AB17}" type="parTrans" cxnId="{5DDDF0CE-4008-454B-845E-CE7779CEF9D5}">
      <dgm:prSet/>
      <dgm:spPr/>
      <dgm:t>
        <a:bodyPr/>
        <a:lstStyle/>
        <a:p>
          <a:pPr algn="just"/>
          <a:endParaRPr lang="en-IN"/>
        </a:p>
      </dgm:t>
    </dgm:pt>
    <dgm:pt modelId="{61084F30-759A-4B49-9ADE-2830174E7CFD}" type="sibTrans" cxnId="{5DDDF0CE-4008-454B-845E-CE7779CEF9D5}">
      <dgm:prSet/>
      <dgm:spPr/>
      <dgm:t>
        <a:bodyPr/>
        <a:lstStyle/>
        <a:p>
          <a:pPr algn="just"/>
          <a:endParaRPr lang="en-IN"/>
        </a:p>
      </dgm:t>
    </dgm:pt>
    <dgm:pt modelId="{85EAA6AA-A951-4919-8310-6E1DC7E8BA0A}">
      <dgm:prSet phldrT="[Text]"/>
      <dgm:spPr/>
      <dgm:t>
        <a:bodyPr/>
        <a:lstStyle/>
        <a:p>
          <a:pPr algn="just"/>
          <a:r>
            <a:rPr lang="en-IN" dirty="0"/>
            <a:t>Step 3</a:t>
          </a:r>
        </a:p>
      </dgm:t>
    </dgm:pt>
    <dgm:pt modelId="{385A5BB1-2087-4398-8D99-EDDAF61C5D00}" type="parTrans" cxnId="{6637B687-326E-4CBD-AA93-522375355C90}">
      <dgm:prSet/>
      <dgm:spPr/>
      <dgm:t>
        <a:bodyPr/>
        <a:lstStyle/>
        <a:p>
          <a:pPr algn="just"/>
          <a:endParaRPr lang="en-IN"/>
        </a:p>
      </dgm:t>
    </dgm:pt>
    <dgm:pt modelId="{1B1A5400-C91A-4C51-A647-D873DAB4F632}" type="sibTrans" cxnId="{6637B687-326E-4CBD-AA93-522375355C90}">
      <dgm:prSet/>
      <dgm:spPr/>
      <dgm:t>
        <a:bodyPr/>
        <a:lstStyle/>
        <a:p>
          <a:pPr algn="just"/>
          <a:endParaRPr lang="en-IN"/>
        </a:p>
      </dgm:t>
    </dgm:pt>
    <dgm:pt modelId="{5D2A9FA1-C937-48D7-A447-45FE6A21D9DA}">
      <dgm:prSet phldrT="[Text]" custT="1"/>
      <dgm:spPr/>
      <dgm:t>
        <a:bodyPr/>
        <a:lstStyle/>
        <a:p>
          <a:pPr algn="just"/>
          <a:r>
            <a:rPr lang="en-US" sz="2400" dirty="0"/>
            <a:t>The DNA fragment containing the gene sequence to be cloned (also known as the </a:t>
          </a:r>
          <a:r>
            <a:rPr lang="en-US" sz="2400" b="1" dirty="0"/>
            <a:t>gene of insert) is isolated</a:t>
          </a:r>
          <a:r>
            <a:rPr lang="en-US" sz="2200" b="1" dirty="0"/>
            <a:t>.</a:t>
          </a:r>
          <a:endParaRPr lang="en-IN" sz="2200" b="1" dirty="0"/>
        </a:p>
      </dgm:t>
    </dgm:pt>
    <dgm:pt modelId="{15FA4CCF-B372-4A6A-B6AA-855560A8AC0A}" type="parTrans" cxnId="{543E804D-1502-43F5-B418-20C6BC5281AE}">
      <dgm:prSet/>
      <dgm:spPr/>
      <dgm:t>
        <a:bodyPr/>
        <a:lstStyle/>
        <a:p>
          <a:pPr algn="just"/>
          <a:endParaRPr lang="en-IN"/>
        </a:p>
      </dgm:t>
    </dgm:pt>
    <dgm:pt modelId="{21265C8E-5756-4524-9F33-298E47E2549A}" type="sibTrans" cxnId="{543E804D-1502-43F5-B418-20C6BC5281AE}">
      <dgm:prSet/>
      <dgm:spPr/>
      <dgm:t>
        <a:bodyPr/>
        <a:lstStyle/>
        <a:p>
          <a:pPr algn="just"/>
          <a:endParaRPr lang="en-IN"/>
        </a:p>
      </dgm:t>
    </dgm:pt>
    <dgm:pt modelId="{F7F8944B-103A-451E-999E-3F2D47BCF920}">
      <dgm:prSet custT="1"/>
      <dgm:spPr/>
      <dgm:t>
        <a:bodyPr/>
        <a:lstStyle/>
        <a:p>
          <a:pPr algn="just"/>
          <a:r>
            <a:rPr lang="en-US" sz="2400" dirty="0"/>
            <a:t>Cutting DNA with the help of restriction enzymes</a:t>
          </a:r>
          <a:endParaRPr lang="en-IN" sz="2400" dirty="0"/>
        </a:p>
      </dgm:t>
    </dgm:pt>
    <dgm:pt modelId="{CFE5533D-2AAD-44AA-8195-1B9C377C4E56}" type="parTrans" cxnId="{42DE8A85-1D80-4EDC-A38E-D0EF1C24E624}">
      <dgm:prSet/>
      <dgm:spPr/>
      <dgm:t>
        <a:bodyPr/>
        <a:lstStyle/>
        <a:p>
          <a:pPr algn="just"/>
          <a:endParaRPr lang="en-IN"/>
        </a:p>
      </dgm:t>
    </dgm:pt>
    <dgm:pt modelId="{4CD0A0B3-C9DC-428D-9B28-3B09FE54657A}" type="sibTrans" cxnId="{42DE8A85-1D80-4EDC-A38E-D0EF1C24E624}">
      <dgm:prSet/>
      <dgm:spPr/>
      <dgm:t>
        <a:bodyPr/>
        <a:lstStyle/>
        <a:p>
          <a:pPr algn="just"/>
          <a:endParaRPr lang="en-IN"/>
        </a:p>
      </dgm:t>
    </dgm:pt>
    <dgm:pt modelId="{C9351A0E-7620-4BD6-B5EB-6EC7518A9D0A}">
      <dgm:prSet custT="1"/>
      <dgm:spPr/>
      <dgm:t>
        <a:bodyPr/>
        <a:lstStyle/>
        <a:p>
          <a:pPr algn="just"/>
          <a:r>
            <a:rPr lang="en-US" sz="2400" b="1" dirty="0">
              <a:highlight>
                <a:srgbClr val="FFFF00"/>
              </a:highlight>
            </a:rPr>
            <a:t>Transformation</a:t>
          </a:r>
          <a:r>
            <a:rPr lang="en-US" sz="2400" b="1" dirty="0"/>
            <a:t>:</a:t>
          </a:r>
          <a:r>
            <a:rPr lang="en-US" sz="2400" dirty="0"/>
            <a:t> Insertion of these DNA fragments into the host cell using a “vector” (carries DNA molecule). </a:t>
          </a:r>
          <a:r>
            <a:rPr lang="en-US" sz="2400" b="0" i="0" dirty="0">
              <a:solidFill>
                <a:srgbClr val="202124"/>
              </a:solidFill>
              <a:effectLst/>
              <a:latin typeface="Google Sans"/>
            </a:rPr>
            <a:t>The cells that take up the DNA are called transformants, and the ones that do not take the recombinant DNA are called non-transformants.</a:t>
          </a:r>
          <a:endParaRPr lang="en-IN" sz="2400" dirty="0"/>
        </a:p>
      </dgm:t>
    </dgm:pt>
    <dgm:pt modelId="{D5BE3E93-0363-4946-8CE0-776C778DFC55}" type="parTrans" cxnId="{8D805A13-EBC6-4C94-BF75-886DCB33B8E2}">
      <dgm:prSet/>
      <dgm:spPr/>
      <dgm:t>
        <a:bodyPr/>
        <a:lstStyle/>
        <a:p>
          <a:pPr algn="just"/>
          <a:endParaRPr lang="en-IN"/>
        </a:p>
      </dgm:t>
    </dgm:pt>
    <dgm:pt modelId="{35A803F7-BCDC-41A8-8C9B-2B652C8ABF02}" type="sibTrans" cxnId="{8D805A13-EBC6-4C94-BF75-886DCB33B8E2}">
      <dgm:prSet/>
      <dgm:spPr/>
      <dgm:t>
        <a:bodyPr/>
        <a:lstStyle/>
        <a:p>
          <a:pPr algn="just"/>
          <a:endParaRPr lang="en-IN"/>
        </a:p>
      </dgm:t>
    </dgm:pt>
    <dgm:pt modelId="{5145D17A-F7D0-4EED-895B-25B16B3626DB}">
      <dgm:prSet/>
      <dgm:spPr/>
      <dgm:t>
        <a:bodyPr/>
        <a:lstStyle/>
        <a:p>
          <a:pPr algn="just"/>
          <a:r>
            <a:rPr lang="en-IN" dirty="0"/>
            <a:t>Step 4</a:t>
          </a:r>
        </a:p>
      </dgm:t>
    </dgm:pt>
    <dgm:pt modelId="{E2E65DEA-28E2-4FA5-9CA9-A99CC3BC8F99}" type="parTrans" cxnId="{EFE90C61-2374-4D92-B198-33362130E00A}">
      <dgm:prSet/>
      <dgm:spPr/>
      <dgm:t>
        <a:bodyPr/>
        <a:lstStyle/>
        <a:p>
          <a:pPr algn="just"/>
          <a:endParaRPr lang="en-IN"/>
        </a:p>
      </dgm:t>
    </dgm:pt>
    <dgm:pt modelId="{2D516EF5-632B-472C-B50C-92057D4E6FCE}" type="sibTrans" cxnId="{EFE90C61-2374-4D92-B198-33362130E00A}">
      <dgm:prSet/>
      <dgm:spPr/>
      <dgm:t>
        <a:bodyPr/>
        <a:lstStyle/>
        <a:p>
          <a:pPr algn="just"/>
          <a:endParaRPr lang="en-IN"/>
        </a:p>
      </dgm:t>
    </dgm:pt>
    <dgm:pt modelId="{FE30C536-A5C9-494E-8CD8-7CF10D99853B}">
      <dgm:prSet custT="1"/>
      <dgm:spPr/>
      <dgm:t>
        <a:bodyPr/>
        <a:lstStyle/>
        <a:p>
          <a:pPr algn="just"/>
          <a:r>
            <a:rPr lang="en-US" sz="2400" b="1" dirty="0"/>
            <a:t>Selection:</a:t>
          </a:r>
          <a:r>
            <a:rPr lang="en-US" sz="2400" dirty="0"/>
            <a:t> Selection of the host cells carrying the rDNA molecule using a marker.</a:t>
          </a:r>
          <a:endParaRPr lang="en-IN" sz="2400" dirty="0"/>
        </a:p>
      </dgm:t>
    </dgm:pt>
    <dgm:pt modelId="{6222D956-57A0-4E40-BB31-D2D51E75FAC9}" type="parTrans" cxnId="{9E6CF01A-0716-450E-82D8-40AA15FC8CB5}">
      <dgm:prSet/>
      <dgm:spPr/>
      <dgm:t>
        <a:bodyPr/>
        <a:lstStyle/>
        <a:p>
          <a:pPr algn="just"/>
          <a:endParaRPr lang="en-IN"/>
        </a:p>
      </dgm:t>
    </dgm:pt>
    <dgm:pt modelId="{430DB2A4-9034-4AE4-B7DD-CF9904E692E9}" type="sibTrans" cxnId="{9E6CF01A-0716-450E-82D8-40AA15FC8CB5}">
      <dgm:prSet/>
      <dgm:spPr/>
      <dgm:t>
        <a:bodyPr/>
        <a:lstStyle/>
        <a:p>
          <a:pPr algn="just"/>
          <a:endParaRPr lang="en-IN"/>
        </a:p>
      </dgm:t>
    </dgm:pt>
    <dgm:pt modelId="{89014E4F-942C-4197-B388-294F7DCCD672}">
      <dgm:prSet/>
      <dgm:spPr/>
      <dgm:t>
        <a:bodyPr/>
        <a:lstStyle/>
        <a:p>
          <a:pPr algn="just"/>
          <a:r>
            <a:rPr lang="en-IN" dirty="0"/>
            <a:t>Step 5</a:t>
          </a:r>
        </a:p>
      </dgm:t>
    </dgm:pt>
    <dgm:pt modelId="{30FC3615-32F5-4294-A087-4A3BEAC293F7}" type="parTrans" cxnId="{A3C81CFF-FA7C-48B6-B3D2-E49566FA6DB3}">
      <dgm:prSet/>
      <dgm:spPr/>
      <dgm:t>
        <a:bodyPr/>
        <a:lstStyle/>
        <a:p>
          <a:endParaRPr lang="en-IN"/>
        </a:p>
      </dgm:t>
    </dgm:pt>
    <dgm:pt modelId="{6D1CE53A-E735-4625-B677-C3E1BBB7B3E4}" type="sibTrans" cxnId="{A3C81CFF-FA7C-48B6-B3D2-E49566FA6DB3}">
      <dgm:prSet/>
      <dgm:spPr/>
      <dgm:t>
        <a:bodyPr/>
        <a:lstStyle/>
        <a:p>
          <a:endParaRPr lang="en-IN"/>
        </a:p>
      </dgm:t>
    </dgm:pt>
    <dgm:pt modelId="{40DF1EA0-0F7D-4DDB-9E76-EDC67557D0B3}">
      <dgm:prSet custT="1"/>
      <dgm:spPr/>
      <dgm:t>
        <a:bodyPr/>
        <a:lstStyle/>
        <a:p>
          <a:pPr algn="just"/>
          <a:r>
            <a:rPr lang="en-IN" sz="2400" b="1" dirty="0"/>
            <a:t>Cloning of rDNA</a:t>
          </a:r>
          <a:r>
            <a:rPr lang="en-IN" sz="2400" dirty="0"/>
            <a:t>: </a:t>
          </a:r>
          <a:r>
            <a:rPr lang="en-US" sz="2400" dirty="0"/>
            <a:t>The rDNA molecules are generated when the vector self-replicates in the host cell.</a:t>
          </a:r>
          <a:endParaRPr lang="en-IN" sz="2400" dirty="0"/>
        </a:p>
      </dgm:t>
    </dgm:pt>
    <dgm:pt modelId="{0DE0778F-B503-4F2D-AC32-196C445F29EB}" type="parTrans" cxnId="{8C6CDE21-D0F1-47DC-9514-DBFC36EBB548}">
      <dgm:prSet/>
      <dgm:spPr/>
      <dgm:t>
        <a:bodyPr/>
        <a:lstStyle/>
        <a:p>
          <a:endParaRPr lang="en-IN"/>
        </a:p>
      </dgm:t>
    </dgm:pt>
    <dgm:pt modelId="{88704CE5-F004-4626-AF89-DDF815272197}" type="sibTrans" cxnId="{8C6CDE21-D0F1-47DC-9514-DBFC36EBB548}">
      <dgm:prSet/>
      <dgm:spPr/>
      <dgm:t>
        <a:bodyPr/>
        <a:lstStyle/>
        <a:p>
          <a:endParaRPr lang="en-IN"/>
        </a:p>
      </dgm:t>
    </dgm:pt>
    <dgm:pt modelId="{C8DA1180-3367-402F-B844-DFEBB8328A15}">
      <dgm:prSet/>
      <dgm:spPr/>
      <dgm:t>
        <a:bodyPr/>
        <a:lstStyle/>
        <a:p>
          <a:pPr algn="just"/>
          <a:r>
            <a:rPr lang="en-IN" dirty="0"/>
            <a:t>Step 6</a:t>
          </a:r>
        </a:p>
      </dgm:t>
    </dgm:pt>
    <dgm:pt modelId="{E8B39247-F378-4E27-99CA-8FFC26C7D6DE}" type="parTrans" cxnId="{9AA2CB70-0CE7-4152-98D9-56E618504231}">
      <dgm:prSet/>
      <dgm:spPr/>
      <dgm:t>
        <a:bodyPr/>
        <a:lstStyle/>
        <a:p>
          <a:endParaRPr lang="en-IN"/>
        </a:p>
      </dgm:t>
    </dgm:pt>
    <dgm:pt modelId="{676200A0-6BC4-4FC1-A838-2ADD98341F6C}" type="sibTrans" cxnId="{9AA2CB70-0CE7-4152-98D9-56E618504231}">
      <dgm:prSet/>
      <dgm:spPr/>
      <dgm:t>
        <a:bodyPr/>
        <a:lstStyle/>
        <a:p>
          <a:endParaRPr lang="en-IN"/>
        </a:p>
      </dgm:t>
    </dgm:pt>
    <dgm:pt modelId="{E85D937A-7997-45F6-9647-DA077C40EDED}">
      <dgm:prSet custT="1"/>
      <dgm:spPr/>
      <dgm:t>
        <a:bodyPr/>
        <a:lstStyle/>
        <a:p>
          <a:pPr algn="just"/>
          <a:r>
            <a:rPr lang="en-IN" sz="2400" dirty="0"/>
            <a:t>Isolation of rDNA or its product</a:t>
          </a:r>
        </a:p>
      </dgm:t>
    </dgm:pt>
    <dgm:pt modelId="{A5122BE6-DCB2-4093-A1B9-763E37D39463}" type="parTrans" cxnId="{65BA3D9C-3ABA-4EF8-B151-7BDE81EC287D}">
      <dgm:prSet/>
      <dgm:spPr/>
      <dgm:t>
        <a:bodyPr/>
        <a:lstStyle/>
        <a:p>
          <a:endParaRPr lang="en-IN"/>
        </a:p>
      </dgm:t>
    </dgm:pt>
    <dgm:pt modelId="{8B5317E7-B7EE-4D9B-97A7-FABCC44BE2D0}" type="sibTrans" cxnId="{65BA3D9C-3ABA-4EF8-B151-7BDE81EC287D}">
      <dgm:prSet/>
      <dgm:spPr/>
      <dgm:t>
        <a:bodyPr/>
        <a:lstStyle/>
        <a:p>
          <a:endParaRPr lang="en-IN"/>
        </a:p>
      </dgm:t>
    </dgm:pt>
    <dgm:pt modelId="{606E8868-6BA1-4291-B701-88265C643BA2}">
      <dgm:prSet/>
      <dgm:spPr/>
      <dgm:t>
        <a:bodyPr/>
        <a:lstStyle/>
        <a:p>
          <a:pPr algn="just"/>
          <a:r>
            <a:rPr lang="en-IN" dirty="0"/>
            <a:t>Step 7</a:t>
          </a:r>
        </a:p>
      </dgm:t>
    </dgm:pt>
    <dgm:pt modelId="{4E38A9CE-0201-48F3-96DE-379409223A13}" type="parTrans" cxnId="{45D5E92D-D78A-49E7-A9FD-D8D86BE97C46}">
      <dgm:prSet/>
      <dgm:spPr/>
      <dgm:t>
        <a:bodyPr/>
        <a:lstStyle/>
        <a:p>
          <a:endParaRPr lang="en-IN"/>
        </a:p>
      </dgm:t>
    </dgm:pt>
    <dgm:pt modelId="{B9B5B213-C73C-438D-806E-9B5B3E34683A}" type="sibTrans" cxnId="{45D5E92D-D78A-49E7-A9FD-D8D86BE97C46}">
      <dgm:prSet/>
      <dgm:spPr/>
      <dgm:t>
        <a:bodyPr/>
        <a:lstStyle/>
        <a:p>
          <a:endParaRPr lang="en-IN"/>
        </a:p>
      </dgm:t>
    </dgm:pt>
    <dgm:pt modelId="{8B4AA145-994C-4E5B-9D80-945BF1D16B3D}">
      <dgm:prSet custT="1"/>
      <dgm:spPr/>
      <dgm:t>
        <a:bodyPr/>
        <a:lstStyle/>
        <a:p>
          <a:pPr algn="just"/>
          <a:r>
            <a:rPr lang="en-IN" sz="2400" b="1" dirty="0"/>
            <a:t>Testing</a:t>
          </a:r>
          <a:r>
            <a:rPr lang="en-IN" sz="2400" dirty="0"/>
            <a:t> of biological properties of gene of interest</a:t>
          </a:r>
        </a:p>
      </dgm:t>
    </dgm:pt>
    <dgm:pt modelId="{79CADD90-EF00-4506-8028-B9FB6C3A80DF}" type="parTrans" cxnId="{9E7B83B5-74BA-4EFD-8BDE-46EF732DF265}">
      <dgm:prSet/>
      <dgm:spPr/>
      <dgm:t>
        <a:bodyPr/>
        <a:lstStyle/>
        <a:p>
          <a:endParaRPr lang="en-IN"/>
        </a:p>
      </dgm:t>
    </dgm:pt>
    <dgm:pt modelId="{03A8638C-87BF-4AEE-B87A-C88C57D6B55A}" type="sibTrans" cxnId="{9E7B83B5-74BA-4EFD-8BDE-46EF732DF265}">
      <dgm:prSet/>
      <dgm:spPr/>
      <dgm:t>
        <a:bodyPr/>
        <a:lstStyle/>
        <a:p>
          <a:endParaRPr lang="en-IN"/>
        </a:p>
      </dgm:t>
    </dgm:pt>
    <dgm:pt modelId="{C826ECDF-F2F8-4A57-893C-EBDDF1D82D16}">
      <dgm:prSet custT="1"/>
      <dgm:spPr/>
      <dgm:t>
        <a:bodyPr/>
        <a:lstStyle/>
        <a:p>
          <a:pPr algn="just"/>
          <a:r>
            <a:rPr lang="en-IN" sz="2400" dirty="0"/>
            <a:t>Insert gene of interest into vector with the help of ligases</a:t>
          </a:r>
        </a:p>
      </dgm:t>
    </dgm:pt>
    <dgm:pt modelId="{28BD61FE-DD33-4731-A4CB-08F7DD18E5D0}" type="sibTrans" cxnId="{FFD8311F-BEBB-46B6-886A-23004016B5E3}">
      <dgm:prSet/>
      <dgm:spPr/>
      <dgm:t>
        <a:bodyPr/>
        <a:lstStyle/>
        <a:p>
          <a:endParaRPr lang="en-IN"/>
        </a:p>
      </dgm:t>
    </dgm:pt>
    <dgm:pt modelId="{5B83B756-D9D7-44A8-A853-0F252BD5305B}" type="parTrans" cxnId="{FFD8311F-BEBB-46B6-886A-23004016B5E3}">
      <dgm:prSet/>
      <dgm:spPr/>
      <dgm:t>
        <a:bodyPr/>
        <a:lstStyle/>
        <a:p>
          <a:endParaRPr lang="en-IN"/>
        </a:p>
      </dgm:t>
    </dgm:pt>
    <dgm:pt modelId="{834B4EF7-62B3-454D-A77C-EFB129F324A4}" type="pres">
      <dgm:prSet presAssocID="{13EB8D1B-AF9E-4807-AE91-33B63E465F23}" presName="linearFlow" presStyleCnt="0">
        <dgm:presLayoutVars>
          <dgm:dir/>
          <dgm:animLvl val="lvl"/>
          <dgm:resizeHandles val="exact"/>
        </dgm:presLayoutVars>
      </dgm:prSet>
      <dgm:spPr/>
    </dgm:pt>
    <dgm:pt modelId="{6F4F5F48-0540-4C74-8157-9D9C2727A01D}" type="pres">
      <dgm:prSet presAssocID="{BC47AD91-F770-4D4A-887F-1D918A924282}" presName="composite" presStyleCnt="0"/>
      <dgm:spPr/>
    </dgm:pt>
    <dgm:pt modelId="{B6C4588C-9238-4B85-8B70-25E996E0F0A0}" type="pres">
      <dgm:prSet presAssocID="{BC47AD91-F770-4D4A-887F-1D918A924282}" presName="parentText" presStyleLbl="alignNode1" presStyleIdx="0" presStyleCnt="7">
        <dgm:presLayoutVars>
          <dgm:chMax val="1"/>
          <dgm:bulletEnabled val="1"/>
        </dgm:presLayoutVars>
      </dgm:prSet>
      <dgm:spPr/>
    </dgm:pt>
    <dgm:pt modelId="{296D0FD8-E737-47D7-B7A7-FFC8AECBA80D}" type="pres">
      <dgm:prSet presAssocID="{BC47AD91-F770-4D4A-887F-1D918A924282}" presName="descendantText" presStyleLbl="alignAcc1" presStyleIdx="0" presStyleCnt="7" custScaleY="121528">
        <dgm:presLayoutVars>
          <dgm:bulletEnabled val="1"/>
        </dgm:presLayoutVars>
      </dgm:prSet>
      <dgm:spPr/>
    </dgm:pt>
    <dgm:pt modelId="{481F3E65-7DCE-4B8A-81EF-7E0F1693820C}" type="pres">
      <dgm:prSet presAssocID="{601FAEF2-7A45-4479-86AE-95758FC5DC40}" presName="sp" presStyleCnt="0"/>
      <dgm:spPr/>
    </dgm:pt>
    <dgm:pt modelId="{6392CE14-FE4B-4DF2-9410-FEBB3E995C43}" type="pres">
      <dgm:prSet presAssocID="{CF460D3F-FB80-450C-8E5C-6114BD090045}" presName="composite" presStyleCnt="0"/>
      <dgm:spPr/>
    </dgm:pt>
    <dgm:pt modelId="{ED24C93C-2F4D-4FBB-BB14-C59973A5E77E}" type="pres">
      <dgm:prSet presAssocID="{CF460D3F-FB80-450C-8E5C-6114BD090045}" presName="parentText" presStyleLbl="alignNode1" presStyleIdx="1" presStyleCnt="7">
        <dgm:presLayoutVars>
          <dgm:chMax val="1"/>
          <dgm:bulletEnabled val="1"/>
        </dgm:presLayoutVars>
      </dgm:prSet>
      <dgm:spPr/>
    </dgm:pt>
    <dgm:pt modelId="{6CFC74CC-9E40-4D75-B8D9-6FFB0546586F}" type="pres">
      <dgm:prSet presAssocID="{CF460D3F-FB80-450C-8E5C-6114BD090045}" presName="descendantText" presStyleLbl="alignAcc1" presStyleIdx="1" presStyleCnt="7" custScaleY="140089">
        <dgm:presLayoutVars>
          <dgm:bulletEnabled val="1"/>
        </dgm:presLayoutVars>
      </dgm:prSet>
      <dgm:spPr/>
    </dgm:pt>
    <dgm:pt modelId="{B3F69FDB-A15C-4A79-ABAE-946D4C9F1F58}" type="pres">
      <dgm:prSet presAssocID="{61084F30-759A-4B49-9ADE-2830174E7CFD}" presName="sp" presStyleCnt="0"/>
      <dgm:spPr/>
    </dgm:pt>
    <dgm:pt modelId="{C4C455E8-9618-4DD6-ABC4-DD508D5D76F2}" type="pres">
      <dgm:prSet presAssocID="{85EAA6AA-A951-4919-8310-6E1DC7E8BA0A}" presName="composite" presStyleCnt="0"/>
      <dgm:spPr/>
    </dgm:pt>
    <dgm:pt modelId="{FAC1C74D-FF58-4EEA-89DD-16BE83070541}" type="pres">
      <dgm:prSet presAssocID="{85EAA6AA-A951-4919-8310-6E1DC7E8BA0A}" presName="parentText" presStyleLbl="alignNode1" presStyleIdx="2" presStyleCnt="7" custLinFactNeighborX="2249">
        <dgm:presLayoutVars>
          <dgm:chMax val="1"/>
          <dgm:bulletEnabled val="1"/>
        </dgm:presLayoutVars>
      </dgm:prSet>
      <dgm:spPr/>
    </dgm:pt>
    <dgm:pt modelId="{9C7D10BC-3710-4E04-B422-F6A44306B1AE}" type="pres">
      <dgm:prSet presAssocID="{85EAA6AA-A951-4919-8310-6E1DC7E8BA0A}" presName="descendantText" presStyleLbl="alignAcc1" presStyleIdx="2" presStyleCnt="7" custScaleY="266229" custLinFactNeighborX="87" custLinFactNeighborY="10371">
        <dgm:presLayoutVars>
          <dgm:bulletEnabled val="1"/>
        </dgm:presLayoutVars>
      </dgm:prSet>
      <dgm:spPr/>
    </dgm:pt>
    <dgm:pt modelId="{F73D8F9D-65DB-48FF-B804-01C870CBAC32}" type="pres">
      <dgm:prSet presAssocID="{1B1A5400-C91A-4C51-A647-D873DAB4F632}" presName="sp" presStyleCnt="0"/>
      <dgm:spPr/>
    </dgm:pt>
    <dgm:pt modelId="{525DD86C-FC52-4650-A919-D6E80DC15770}" type="pres">
      <dgm:prSet presAssocID="{5145D17A-F7D0-4EED-895B-25B16B3626DB}" presName="composite" presStyleCnt="0"/>
      <dgm:spPr/>
    </dgm:pt>
    <dgm:pt modelId="{5AD39683-48B4-41FE-B77A-3C24A4AB7C07}" type="pres">
      <dgm:prSet presAssocID="{5145D17A-F7D0-4EED-895B-25B16B3626DB}" presName="parentText" presStyleLbl="alignNode1" presStyleIdx="3" presStyleCnt="7">
        <dgm:presLayoutVars>
          <dgm:chMax val="1"/>
          <dgm:bulletEnabled val="1"/>
        </dgm:presLayoutVars>
      </dgm:prSet>
      <dgm:spPr/>
    </dgm:pt>
    <dgm:pt modelId="{A923A3E8-F4F3-4C12-9320-F863299C9E36}" type="pres">
      <dgm:prSet presAssocID="{5145D17A-F7D0-4EED-895B-25B16B3626DB}" presName="descendantText" presStyleLbl="alignAcc1" presStyleIdx="3" presStyleCnt="7" custScaleY="127452" custLinFactNeighborX="0" custLinFactNeighborY="40001">
        <dgm:presLayoutVars>
          <dgm:bulletEnabled val="1"/>
        </dgm:presLayoutVars>
      </dgm:prSet>
      <dgm:spPr/>
    </dgm:pt>
    <dgm:pt modelId="{8A34C19B-4F99-43DB-ACD2-468A3CB09F35}" type="pres">
      <dgm:prSet presAssocID="{2D516EF5-632B-472C-B50C-92057D4E6FCE}" presName="sp" presStyleCnt="0"/>
      <dgm:spPr/>
    </dgm:pt>
    <dgm:pt modelId="{DBB9BC6D-27AC-46CD-8977-C7414AFDEDBD}" type="pres">
      <dgm:prSet presAssocID="{89014E4F-942C-4197-B388-294F7DCCD672}" presName="composite" presStyleCnt="0"/>
      <dgm:spPr/>
    </dgm:pt>
    <dgm:pt modelId="{F9F94EF7-4C83-4514-B7F9-BC1E53152C21}" type="pres">
      <dgm:prSet presAssocID="{89014E4F-942C-4197-B388-294F7DCCD672}" presName="parentText" presStyleLbl="alignNode1" presStyleIdx="4" presStyleCnt="7">
        <dgm:presLayoutVars>
          <dgm:chMax val="1"/>
          <dgm:bulletEnabled val="1"/>
        </dgm:presLayoutVars>
      </dgm:prSet>
      <dgm:spPr/>
    </dgm:pt>
    <dgm:pt modelId="{93069893-F359-4D3B-853A-868FB49345A1}" type="pres">
      <dgm:prSet presAssocID="{89014E4F-942C-4197-B388-294F7DCCD672}" presName="descendantText" presStyleLbl="alignAcc1" presStyleIdx="4" presStyleCnt="7" custScaleY="130661" custLinFactNeighborY="32593">
        <dgm:presLayoutVars>
          <dgm:bulletEnabled val="1"/>
        </dgm:presLayoutVars>
      </dgm:prSet>
      <dgm:spPr/>
    </dgm:pt>
    <dgm:pt modelId="{B17B20AB-895A-46ED-BF98-C3EE5EBC7C98}" type="pres">
      <dgm:prSet presAssocID="{6D1CE53A-E735-4625-B677-C3E1BBB7B3E4}" presName="sp" presStyleCnt="0"/>
      <dgm:spPr/>
    </dgm:pt>
    <dgm:pt modelId="{16068FA2-7D4D-4ED9-89BD-3667231145A9}" type="pres">
      <dgm:prSet presAssocID="{C8DA1180-3367-402F-B844-DFEBB8328A15}" presName="composite" presStyleCnt="0"/>
      <dgm:spPr/>
    </dgm:pt>
    <dgm:pt modelId="{897584BC-9423-42EC-AB24-27EEE6DB6927}" type="pres">
      <dgm:prSet presAssocID="{C8DA1180-3367-402F-B844-DFEBB8328A15}" presName="parentText" presStyleLbl="alignNode1" presStyleIdx="5" presStyleCnt="7">
        <dgm:presLayoutVars>
          <dgm:chMax val="1"/>
          <dgm:bulletEnabled val="1"/>
        </dgm:presLayoutVars>
      </dgm:prSet>
      <dgm:spPr/>
    </dgm:pt>
    <dgm:pt modelId="{67A7A9B7-5467-4502-B94A-8E04304A705E}" type="pres">
      <dgm:prSet presAssocID="{C8DA1180-3367-402F-B844-DFEBB8328A15}" presName="descendantText" presStyleLbl="alignAcc1" presStyleIdx="5" presStyleCnt="7" custScaleY="68444" custLinFactNeighborY="35556">
        <dgm:presLayoutVars>
          <dgm:bulletEnabled val="1"/>
        </dgm:presLayoutVars>
      </dgm:prSet>
      <dgm:spPr/>
    </dgm:pt>
    <dgm:pt modelId="{A8BAEEF2-EDFE-46A2-BE22-AB10B3D1EA84}" type="pres">
      <dgm:prSet presAssocID="{676200A0-6BC4-4FC1-A838-2ADD98341F6C}" presName="sp" presStyleCnt="0"/>
      <dgm:spPr/>
    </dgm:pt>
    <dgm:pt modelId="{B6C898E5-8F9E-4E9A-9FF7-53E51A7EBB58}" type="pres">
      <dgm:prSet presAssocID="{606E8868-6BA1-4291-B701-88265C643BA2}" presName="composite" presStyleCnt="0"/>
      <dgm:spPr/>
    </dgm:pt>
    <dgm:pt modelId="{7311315D-F53A-4A43-9C34-E5EBA17CEE75}" type="pres">
      <dgm:prSet presAssocID="{606E8868-6BA1-4291-B701-88265C643BA2}" presName="parentText" presStyleLbl="alignNode1" presStyleIdx="6" presStyleCnt="7">
        <dgm:presLayoutVars>
          <dgm:chMax val="1"/>
          <dgm:bulletEnabled val="1"/>
        </dgm:presLayoutVars>
      </dgm:prSet>
      <dgm:spPr/>
    </dgm:pt>
    <dgm:pt modelId="{F6D6378E-7E51-4205-8156-5FF3901B3666}" type="pres">
      <dgm:prSet presAssocID="{606E8868-6BA1-4291-B701-88265C643BA2}" presName="descendantText" presStyleLbl="alignAcc1" presStyleIdx="6" presStyleCnt="7">
        <dgm:presLayoutVars>
          <dgm:bulletEnabled val="1"/>
        </dgm:presLayoutVars>
      </dgm:prSet>
      <dgm:spPr/>
    </dgm:pt>
  </dgm:ptLst>
  <dgm:cxnLst>
    <dgm:cxn modelId="{09AC8501-4FA3-4DCA-868E-2F6C73667A0B}" type="presOf" srcId="{BC47AD91-F770-4D4A-887F-1D918A924282}" destId="{B6C4588C-9238-4B85-8B70-25E996E0F0A0}" srcOrd="0" destOrd="0" presId="urn:microsoft.com/office/officeart/2005/8/layout/chevron2"/>
    <dgm:cxn modelId="{A522B905-E495-4FDF-80B7-C191F1C6CFBB}" type="presOf" srcId="{C9351A0E-7620-4BD6-B5EB-6EC7518A9D0A}" destId="{9C7D10BC-3710-4E04-B422-F6A44306B1AE}" srcOrd="0" destOrd="0" presId="urn:microsoft.com/office/officeart/2005/8/layout/chevron2"/>
    <dgm:cxn modelId="{8D805A13-EBC6-4C94-BF75-886DCB33B8E2}" srcId="{85EAA6AA-A951-4919-8310-6E1DC7E8BA0A}" destId="{C9351A0E-7620-4BD6-B5EB-6EC7518A9D0A}" srcOrd="0" destOrd="0" parTransId="{D5BE3E93-0363-4946-8CE0-776C778DFC55}" sibTransId="{35A803F7-BCDC-41A8-8C9B-2B652C8ABF02}"/>
    <dgm:cxn modelId="{AD838D1A-8384-4936-ADF5-7CF1F301555E}" type="presOf" srcId="{CF460D3F-FB80-450C-8E5C-6114BD090045}" destId="{ED24C93C-2F4D-4FBB-BB14-C59973A5E77E}" srcOrd="0" destOrd="0" presId="urn:microsoft.com/office/officeart/2005/8/layout/chevron2"/>
    <dgm:cxn modelId="{9E6CF01A-0716-450E-82D8-40AA15FC8CB5}" srcId="{5145D17A-F7D0-4EED-895B-25B16B3626DB}" destId="{FE30C536-A5C9-494E-8CD8-7CF10D99853B}" srcOrd="0" destOrd="0" parTransId="{6222D956-57A0-4E40-BB31-D2D51E75FAC9}" sibTransId="{430DB2A4-9034-4AE4-B7DD-CF9904E692E9}"/>
    <dgm:cxn modelId="{FFD8311F-BEBB-46B6-886A-23004016B5E3}" srcId="{CF460D3F-FB80-450C-8E5C-6114BD090045}" destId="{C826ECDF-F2F8-4A57-893C-EBDDF1D82D16}" srcOrd="1" destOrd="0" parTransId="{5B83B756-D9D7-44A8-A853-0F252BD5305B}" sibTransId="{28BD61FE-DD33-4731-A4CB-08F7DD18E5D0}"/>
    <dgm:cxn modelId="{8C6CDE21-D0F1-47DC-9514-DBFC36EBB548}" srcId="{89014E4F-942C-4197-B388-294F7DCCD672}" destId="{40DF1EA0-0F7D-4DDB-9E76-EDC67557D0B3}" srcOrd="0" destOrd="0" parTransId="{0DE0778F-B503-4F2D-AC32-196C445F29EB}" sibTransId="{88704CE5-F004-4626-AF89-DDF815272197}"/>
    <dgm:cxn modelId="{DAE63723-D2A4-4B59-8179-218B739885CE}" srcId="{13EB8D1B-AF9E-4807-AE91-33B63E465F23}" destId="{BC47AD91-F770-4D4A-887F-1D918A924282}" srcOrd="0" destOrd="0" parTransId="{6A93915A-ABB2-4928-A9FC-B43118414561}" sibTransId="{601FAEF2-7A45-4479-86AE-95758FC5DC40}"/>
    <dgm:cxn modelId="{45D5E92D-D78A-49E7-A9FD-D8D86BE97C46}" srcId="{13EB8D1B-AF9E-4807-AE91-33B63E465F23}" destId="{606E8868-6BA1-4291-B701-88265C643BA2}" srcOrd="6" destOrd="0" parTransId="{4E38A9CE-0201-48F3-96DE-379409223A13}" sibTransId="{B9B5B213-C73C-438D-806E-9B5B3E34683A}"/>
    <dgm:cxn modelId="{723D293F-15E1-498A-859F-CE3FF241D298}" type="presOf" srcId="{5145D17A-F7D0-4EED-895B-25B16B3626DB}" destId="{5AD39683-48B4-41FE-B77A-3C24A4AB7C07}" srcOrd="0" destOrd="0" presId="urn:microsoft.com/office/officeart/2005/8/layout/chevron2"/>
    <dgm:cxn modelId="{EFE90C61-2374-4D92-B198-33362130E00A}" srcId="{13EB8D1B-AF9E-4807-AE91-33B63E465F23}" destId="{5145D17A-F7D0-4EED-895B-25B16B3626DB}" srcOrd="3" destOrd="0" parTransId="{E2E65DEA-28E2-4FA5-9CA9-A99CC3BC8F99}" sibTransId="{2D516EF5-632B-472C-B50C-92057D4E6FCE}"/>
    <dgm:cxn modelId="{543E804D-1502-43F5-B418-20C6BC5281AE}" srcId="{BC47AD91-F770-4D4A-887F-1D918A924282}" destId="{5D2A9FA1-C937-48D7-A447-45FE6A21D9DA}" srcOrd="0" destOrd="0" parTransId="{15FA4CCF-B372-4A6A-B6AA-855560A8AC0A}" sibTransId="{21265C8E-5756-4524-9F33-298E47E2549A}"/>
    <dgm:cxn modelId="{EC60C24E-569F-47AF-9E99-C2986630CB01}" type="presOf" srcId="{8B4AA145-994C-4E5B-9D80-945BF1D16B3D}" destId="{F6D6378E-7E51-4205-8156-5FF3901B3666}" srcOrd="0" destOrd="0" presId="urn:microsoft.com/office/officeart/2005/8/layout/chevron2"/>
    <dgm:cxn modelId="{9AA2CB70-0CE7-4152-98D9-56E618504231}" srcId="{13EB8D1B-AF9E-4807-AE91-33B63E465F23}" destId="{C8DA1180-3367-402F-B844-DFEBB8328A15}" srcOrd="5" destOrd="0" parTransId="{E8B39247-F378-4E27-99CA-8FFC26C7D6DE}" sibTransId="{676200A0-6BC4-4FC1-A838-2ADD98341F6C}"/>
    <dgm:cxn modelId="{4FF35452-A1E3-4EAA-9E9E-8AA8B00D573F}" type="presOf" srcId="{40DF1EA0-0F7D-4DDB-9E76-EDC67557D0B3}" destId="{93069893-F359-4D3B-853A-868FB49345A1}" srcOrd="0" destOrd="0" presId="urn:microsoft.com/office/officeart/2005/8/layout/chevron2"/>
    <dgm:cxn modelId="{0F16D574-E38E-449A-AA45-1918B805EEE1}" type="presOf" srcId="{C8DA1180-3367-402F-B844-DFEBB8328A15}" destId="{897584BC-9423-42EC-AB24-27EEE6DB6927}" srcOrd="0" destOrd="0" presId="urn:microsoft.com/office/officeart/2005/8/layout/chevron2"/>
    <dgm:cxn modelId="{6D66BF77-5120-4F5F-ABA5-1405AB543B11}" type="presOf" srcId="{85EAA6AA-A951-4919-8310-6E1DC7E8BA0A}" destId="{FAC1C74D-FF58-4EEA-89DD-16BE83070541}" srcOrd="0" destOrd="0" presId="urn:microsoft.com/office/officeart/2005/8/layout/chevron2"/>
    <dgm:cxn modelId="{42DE8A85-1D80-4EDC-A38E-D0EF1C24E624}" srcId="{CF460D3F-FB80-450C-8E5C-6114BD090045}" destId="{F7F8944B-103A-451E-999E-3F2D47BCF920}" srcOrd="0" destOrd="0" parTransId="{CFE5533D-2AAD-44AA-8195-1B9C377C4E56}" sibTransId="{4CD0A0B3-C9DC-428D-9B28-3B09FE54657A}"/>
    <dgm:cxn modelId="{6637B687-326E-4CBD-AA93-522375355C90}" srcId="{13EB8D1B-AF9E-4807-AE91-33B63E465F23}" destId="{85EAA6AA-A951-4919-8310-6E1DC7E8BA0A}" srcOrd="2" destOrd="0" parTransId="{385A5BB1-2087-4398-8D99-EDDAF61C5D00}" sibTransId="{1B1A5400-C91A-4C51-A647-D873DAB4F632}"/>
    <dgm:cxn modelId="{01EB768A-2F54-471F-BB52-755282DEF569}" type="presOf" srcId="{C826ECDF-F2F8-4A57-893C-EBDDF1D82D16}" destId="{6CFC74CC-9E40-4D75-B8D9-6FFB0546586F}" srcOrd="0" destOrd="1" presId="urn:microsoft.com/office/officeart/2005/8/layout/chevron2"/>
    <dgm:cxn modelId="{65BA3D9C-3ABA-4EF8-B151-7BDE81EC287D}" srcId="{C8DA1180-3367-402F-B844-DFEBB8328A15}" destId="{E85D937A-7997-45F6-9647-DA077C40EDED}" srcOrd="0" destOrd="0" parTransId="{A5122BE6-DCB2-4093-A1B9-763E37D39463}" sibTransId="{8B5317E7-B7EE-4D9B-97A7-FABCC44BE2D0}"/>
    <dgm:cxn modelId="{5FD98EA8-A641-44FB-90F0-2122BEE909D1}" type="presOf" srcId="{E85D937A-7997-45F6-9647-DA077C40EDED}" destId="{67A7A9B7-5467-4502-B94A-8E04304A705E}" srcOrd="0" destOrd="0" presId="urn:microsoft.com/office/officeart/2005/8/layout/chevron2"/>
    <dgm:cxn modelId="{520BF1B3-E74B-46DA-8A06-930F1208C6F9}" type="presOf" srcId="{606E8868-6BA1-4291-B701-88265C643BA2}" destId="{7311315D-F53A-4A43-9C34-E5EBA17CEE75}" srcOrd="0" destOrd="0" presId="urn:microsoft.com/office/officeart/2005/8/layout/chevron2"/>
    <dgm:cxn modelId="{9E7B83B5-74BA-4EFD-8BDE-46EF732DF265}" srcId="{606E8868-6BA1-4291-B701-88265C643BA2}" destId="{8B4AA145-994C-4E5B-9D80-945BF1D16B3D}" srcOrd="0" destOrd="0" parTransId="{79CADD90-EF00-4506-8028-B9FB6C3A80DF}" sibTransId="{03A8638C-87BF-4AEE-B87A-C88C57D6B55A}"/>
    <dgm:cxn modelId="{B61B62C9-2D26-4F12-A424-16FBB53981E3}" type="presOf" srcId="{13EB8D1B-AF9E-4807-AE91-33B63E465F23}" destId="{834B4EF7-62B3-454D-A77C-EFB129F324A4}" srcOrd="0" destOrd="0" presId="urn:microsoft.com/office/officeart/2005/8/layout/chevron2"/>
    <dgm:cxn modelId="{A4B965CE-E224-45AE-AD24-9DBB4DFAA8F4}" type="presOf" srcId="{F7F8944B-103A-451E-999E-3F2D47BCF920}" destId="{6CFC74CC-9E40-4D75-B8D9-6FFB0546586F}" srcOrd="0" destOrd="0" presId="urn:microsoft.com/office/officeart/2005/8/layout/chevron2"/>
    <dgm:cxn modelId="{5DDDF0CE-4008-454B-845E-CE7779CEF9D5}" srcId="{13EB8D1B-AF9E-4807-AE91-33B63E465F23}" destId="{CF460D3F-FB80-450C-8E5C-6114BD090045}" srcOrd="1" destOrd="0" parTransId="{7AD5C668-2158-4805-A700-C1EB7722AB17}" sibTransId="{61084F30-759A-4B49-9ADE-2830174E7CFD}"/>
    <dgm:cxn modelId="{D2E05DD1-F25D-4815-9634-202D53E0AD4D}" type="presOf" srcId="{FE30C536-A5C9-494E-8CD8-7CF10D99853B}" destId="{A923A3E8-F4F3-4C12-9320-F863299C9E36}" srcOrd="0" destOrd="0" presId="urn:microsoft.com/office/officeart/2005/8/layout/chevron2"/>
    <dgm:cxn modelId="{78CC1EE0-44FD-46F8-A84E-5B07D580FB75}" type="presOf" srcId="{5D2A9FA1-C937-48D7-A447-45FE6A21D9DA}" destId="{296D0FD8-E737-47D7-B7A7-FFC8AECBA80D}" srcOrd="0" destOrd="0" presId="urn:microsoft.com/office/officeart/2005/8/layout/chevron2"/>
    <dgm:cxn modelId="{B0074BFD-95D1-46C3-80DE-D68110E4A8AD}" type="presOf" srcId="{89014E4F-942C-4197-B388-294F7DCCD672}" destId="{F9F94EF7-4C83-4514-B7F9-BC1E53152C21}" srcOrd="0" destOrd="0" presId="urn:microsoft.com/office/officeart/2005/8/layout/chevron2"/>
    <dgm:cxn modelId="{A3C81CFF-FA7C-48B6-B3D2-E49566FA6DB3}" srcId="{13EB8D1B-AF9E-4807-AE91-33B63E465F23}" destId="{89014E4F-942C-4197-B388-294F7DCCD672}" srcOrd="4" destOrd="0" parTransId="{30FC3615-32F5-4294-A087-4A3BEAC293F7}" sibTransId="{6D1CE53A-E735-4625-B677-C3E1BBB7B3E4}"/>
    <dgm:cxn modelId="{9BDED757-89D1-4D09-9652-3567B355B3AB}" type="presParOf" srcId="{834B4EF7-62B3-454D-A77C-EFB129F324A4}" destId="{6F4F5F48-0540-4C74-8157-9D9C2727A01D}" srcOrd="0" destOrd="0" presId="urn:microsoft.com/office/officeart/2005/8/layout/chevron2"/>
    <dgm:cxn modelId="{BECB8966-4FDE-4435-BBB2-5ED6663AFF40}" type="presParOf" srcId="{6F4F5F48-0540-4C74-8157-9D9C2727A01D}" destId="{B6C4588C-9238-4B85-8B70-25E996E0F0A0}" srcOrd="0" destOrd="0" presId="urn:microsoft.com/office/officeart/2005/8/layout/chevron2"/>
    <dgm:cxn modelId="{3F2CDDF4-8E92-4C61-B394-236440F8DAA9}" type="presParOf" srcId="{6F4F5F48-0540-4C74-8157-9D9C2727A01D}" destId="{296D0FD8-E737-47D7-B7A7-FFC8AECBA80D}" srcOrd="1" destOrd="0" presId="urn:microsoft.com/office/officeart/2005/8/layout/chevron2"/>
    <dgm:cxn modelId="{D1F9C229-C232-406D-9FEC-40C7FC401B49}" type="presParOf" srcId="{834B4EF7-62B3-454D-A77C-EFB129F324A4}" destId="{481F3E65-7DCE-4B8A-81EF-7E0F1693820C}" srcOrd="1" destOrd="0" presId="urn:microsoft.com/office/officeart/2005/8/layout/chevron2"/>
    <dgm:cxn modelId="{EAF07F7C-1B3B-462B-95AD-D762142B63E9}" type="presParOf" srcId="{834B4EF7-62B3-454D-A77C-EFB129F324A4}" destId="{6392CE14-FE4B-4DF2-9410-FEBB3E995C43}" srcOrd="2" destOrd="0" presId="urn:microsoft.com/office/officeart/2005/8/layout/chevron2"/>
    <dgm:cxn modelId="{ADC7C084-1881-460A-876C-AF49FB33D809}" type="presParOf" srcId="{6392CE14-FE4B-4DF2-9410-FEBB3E995C43}" destId="{ED24C93C-2F4D-4FBB-BB14-C59973A5E77E}" srcOrd="0" destOrd="0" presId="urn:microsoft.com/office/officeart/2005/8/layout/chevron2"/>
    <dgm:cxn modelId="{254684D5-5FC2-48A1-93E7-089E8DA4BD12}" type="presParOf" srcId="{6392CE14-FE4B-4DF2-9410-FEBB3E995C43}" destId="{6CFC74CC-9E40-4D75-B8D9-6FFB0546586F}" srcOrd="1" destOrd="0" presId="urn:microsoft.com/office/officeart/2005/8/layout/chevron2"/>
    <dgm:cxn modelId="{4E25E946-F0F9-475B-8C47-87A86F3D622C}" type="presParOf" srcId="{834B4EF7-62B3-454D-A77C-EFB129F324A4}" destId="{B3F69FDB-A15C-4A79-ABAE-946D4C9F1F58}" srcOrd="3" destOrd="0" presId="urn:microsoft.com/office/officeart/2005/8/layout/chevron2"/>
    <dgm:cxn modelId="{467566BC-F60F-462D-B655-ADFD491405D6}" type="presParOf" srcId="{834B4EF7-62B3-454D-A77C-EFB129F324A4}" destId="{C4C455E8-9618-4DD6-ABC4-DD508D5D76F2}" srcOrd="4" destOrd="0" presId="urn:microsoft.com/office/officeart/2005/8/layout/chevron2"/>
    <dgm:cxn modelId="{DDFFE4F4-F1BC-4D14-9BE6-C579BA2C67D4}" type="presParOf" srcId="{C4C455E8-9618-4DD6-ABC4-DD508D5D76F2}" destId="{FAC1C74D-FF58-4EEA-89DD-16BE83070541}" srcOrd="0" destOrd="0" presId="urn:microsoft.com/office/officeart/2005/8/layout/chevron2"/>
    <dgm:cxn modelId="{896E6B4D-8803-457C-84F0-956A10839A2A}" type="presParOf" srcId="{C4C455E8-9618-4DD6-ABC4-DD508D5D76F2}" destId="{9C7D10BC-3710-4E04-B422-F6A44306B1AE}" srcOrd="1" destOrd="0" presId="urn:microsoft.com/office/officeart/2005/8/layout/chevron2"/>
    <dgm:cxn modelId="{F71DA810-BD6E-4DCA-BB2C-B081B434EFCF}" type="presParOf" srcId="{834B4EF7-62B3-454D-A77C-EFB129F324A4}" destId="{F73D8F9D-65DB-48FF-B804-01C870CBAC32}" srcOrd="5" destOrd="0" presId="urn:microsoft.com/office/officeart/2005/8/layout/chevron2"/>
    <dgm:cxn modelId="{47516AAC-3A4B-4747-A8FE-CB7A4C27E509}" type="presParOf" srcId="{834B4EF7-62B3-454D-A77C-EFB129F324A4}" destId="{525DD86C-FC52-4650-A919-D6E80DC15770}" srcOrd="6" destOrd="0" presId="urn:microsoft.com/office/officeart/2005/8/layout/chevron2"/>
    <dgm:cxn modelId="{737185B6-9AF2-4E05-B7C9-ADF4032E0CBD}" type="presParOf" srcId="{525DD86C-FC52-4650-A919-D6E80DC15770}" destId="{5AD39683-48B4-41FE-B77A-3C24A4AB7C07}" srcOrd="0" destOrd="0" presId="urn:microsoft.com/office/officeart/2005/8/layout/chevron2"/>
    <dgm:cxn modelId="{13A71350-6FA0-4A86-9CBA-6AB1085D0E4B}" type="presParOf" srcId="{525DD86C-FC52-4650-A919-D6E80DC15770}" destId="{A923A3E8-F4F3-4C12-9320-F863299C9E36}" srcOrd="1" destOrd="0" presId="urn:microsoft.com/office/officeart/2005/8/layout/chevron2"/>
    <dgm:cxn modelId="{5FC14CC7-FEB1-41DD-B4C2-61EB9FD4DF1C}" type="presParOf" srcId="{834B4EF7-62B3-454D-A77C-EFB129F324A4}" destId="{8A34C19B-4F99-43DB-ACD2-468A3CB09F35}" srcOrd="7" destOrd="0" presId="urn:microsoft.com/office/officeart/2005/8/layout/chevron2"/>
    <dgm:cxn modelId="{E3C79487-9B68-4E30-8A6D-A8CBEBC091F9}" type="presParOf" srcId="{834B4EF7-62B3-454D-A77C-EFB129F324A4}" destId="{DBB9BC6D-27AC-46CD-8977-C7414AFDEDBD}" srcOrd="8" destOrd="0" presId="urn:microsoft.com/office/officeart/2005/8/layout/chevron2"/>
    <dgm:cxn modelId="{E7F83805-A472-4812-9543-9D4340200EC1}" type="presParOf" srcId="{DBB9BC6D-27AC-46CD-8977-C7414AFDEDBD}" destId="{F9F94EF7-4C83-4514-B7F9-BC1E53152C21}" srcOrd="0" destOrd="0" presId="urn:microsoft.com/office/officeart/2005/8/layout/chevron2"/>
    <dgm:cxn modelId="{C6DFC1B6-3AC1-4EED-B7D6-0BA78E9E710E}" type="presParOf" srcId="{DBB9BC6D-27AC-46CD-8977-C7414AFDEDBD}" destId="{93069893-F359-4D3B-853A-868FB49345A1}" srcOrd="1" destOrd="0" presId="urn:microsoft.com/office/officeart/2005/8/layout/chevron2"/>
    <dgm:cxn modelId="{B9E54AE4-BED0-4B96-B0FC-BA2D8DA3A3A6}" type="presParOf" srcId="{834B4EF7-62B3-454D-A77C-EFB129F324A4}" destId="{B17B20AB-895A-46ED-BF98-C3EE5EBC7C98}" srcOrd="9" destOrd="0" presId="urn:microsoft.com/office/officeart/2005/8/layout/chevron2"/>
    <dgm:cxn modelId="{53E85A6E-425F-4D2D-9C93-6F539287E588}" type="presParOf" srcId="{834B4EF7-62B3-454D-A77C-EFB129F324A4}" destId="{16068FA2-7D4D-4ED9-89BD-3667231145A9}" srcOrd="10" destOrd="0" presId="urn:microsoft.com/office/officeart/2005/8/layout/chevron2"/>
    <dgm:cxn modelId="{D5F9807F-2519-45C5-B534-A3F01ECD69E3}" type="presParOf" srcId="{16068FA2-7D4D-4ED9-89BD-3667231145A9}" destId="{897584BC-9423-42EC-AB24-27EEE6DB6927}" srcOrd="0" destOrd="0" presId="urn:microsoft.com/office/officeart/2005/8/layout/chevron2"/>
    <dgm:cxn modelId="{02C0FC2C-F9F1-400E-8B4C-D6F517614316}" type="presParOf" srcId="{16068FA2-7D4D-4ED9-89BD-3667231145A9}" destId="{67A7A9B7-5467-4502-B94A-8E04304A705E}" srcOrd="1" destOrd="0" presId="urn:microsoft.com/office/officeart/2005/8/layout/chevron2"/>
    <dgm:cxn modelId="{1F545598-B97E-4876-8B2F-4B94F0083265}" type="presParOf" srcId="{834B4EF7-62B3-454D-A77C-EFB129F324A4}" destId="{A8BAEEF2-EDFE-46A2-BE22-AB10B3D1EA84}" srcOrd="11" destOrd="0" presId="urn:microsoft.com/office/officeart/2005/8/layout/chevron2"/>
    <dgm:cxn modelId="{9FF0E834-E208-45C3-8329-58C201476D88}" type="presParOf" srcId="{834B4EF7-62B3-454D-A77C-EFB129F324A4}" destId="{B6C898E5-8F9E-4E9A-9FF7-53E51A7EBB58}" srcOrd="12" destOrd="0" presId="urn:microsoft.com/office/officeart/2005/8/layout/chevron2"/>
    <dgm:cxn modelId="{47D76D03-C547-4A03-9A1C-E8B4076E0264}" type="presParOf" srcId="{B6C898E5-8F9E-4E9A-9FF7-53E51A7EBB58}" destId="{7311315D-F53A-4A43-9C34-E5EBA17CEE75}" srcOrd="0" destOrd="0" presId="urn:microsoft.com/office/officeart/2005/8/layout/chevron2"/>
    <dgm:cxn modelId="{F1427F0A-C836-47E4-99C7-C98710CAF167}" type="presParOf" srcId="{B6C898E5-8F9E-4E9A-9FF7-53E51A7EBB58}" destId="{F6D6378E-7E51-4205-8156-5FF3901B366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598AAEF-6C73-4A06-A8A4-758901D10A8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CB38FF1-07F6-4418-A60E-68B9E7452C41}">
      <dgm:prSet phldrT="[Text]" custT="1"/>
      <dgm:spPr/>
      <dgm:t>
        <a:bodyPr/>
        <a:lstStyle/>
        <a:p>
          <a:pPr algn="just"/>
          <a:r>
            <a:rPr lang="en-US" sz="3200" b="1" i="0" dirty="0">
              <a:solidFill>
                <a:schemeClr val="tx1"/>
              </a:solidFill>
              <a:highlight>
                <a:srgbClr val="FFFF00"/>
              </a:highlight>
            </a:rPr>
            <a:t>Applications of recombinant DNA in genetic engineering are:</a:t>
          </a:r>
          <a:endParaRPr lang="en-IN" sz="3200" b="1" dirty="0">
            <a:solidFill>
              <a:schemeClr val="tx1"/>
            </a:solidFill>
            <a:highlight>
              <a:srgbClr val="FFFF00"/>
            </a:highlight>
          </a:endParaRPr>
        </a:p>
      </dgm:t>
    </dgm:pt>
    <dgm:pt modelId="{193093FE-FAD0-49AC-B274-D6472F954122}" type="parTrans" cxnId="{2B8547F1-C77E-450D-B334-5B2825524008}">
      <dgm:prSet/>
      <dgm:spPr/>
      <dgm:t>
        <a:bodyPr/>
        <a:lstStyle/>
        <a:p>
          <a:endParaRPr lang="en-IN" sz="2000"/>
        </a:p>
      </dgm:t>
    </dgm:pt>
    <dgm:pt modelId="{09B2B48C-61AF-4019-AEF2-D263544628F7}" type="sibTrans" cxnId="{2B8547F1-C77E-450D-B334-5B2825524008}">
      <dgm:prSet/>
      <dgm:spPr/>
      <dgm:t>
        <a:bodyPr/>
        <a:lstStyle/>
        <a:p>
          <a:endParaRPr lang="en-IN" sz="2000"/>
        </a:p>
      </dgm:t>
    </dgm:pt>
    <dgm:pt modelId="{44AD2E96-3ADF-4FED-9564-F39D108B7993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0" i="0" dirty="0"/>
            <a:t>For the production of vaccines like the </a:t>
          </a:r>
          <a:r>
            <a:rPr lang="en-US" sz="2400" b="1" i="0" dirty="0"/>
            <a:t>hepatitis B vaccine.</a:t>
          </a:r>
          <a:endParaRPr lang="en-IN" sz="2400" b="1" dirty="0"/>
        </a:p>
      </dgm:t>
    </dgm:pt>
    <dgm:pt modelId="{2E7A5E73-1BA5-4D32-B5A8-130697FC09DB}" type="parTrans" cxnId="{8F404935-5568-40EA-A930-6C7EFF5818BA}">
      <dgm:prSet/>
      <dgm:spPr/>
      <dgm:t>
        <a:bodyPr/>
        <a:lstStyle/>
        <a:p>
          <a:endParaRPr lang="en-IN" sz="2000"/>
        </a:p>
      </dgm:t>
    </dgm:pt>
    <dgm:pt modelId="{752454B3-3239-40FB-93B4-7F92245CDD00}" type="sibTrans" cxnId="{8F404935-5568-40EA-A930-6C7EFF5818BA}">
      <dgm:prSet/>
      <dgm:spPr/>
      <dgm:t>
        <a:bodyPr/>
        <a:lstStyle/>
        <a:p>
          <a:endParaRPr lang="en-IN" sz="2000"/>
        </a:p>
      </dgm:t>
    </dgm:pt>
    <dgm:pt modelId="{F23979EA-D98A-44FB-B224-39D0B7023D49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0" i="0" dirty="0"/>
            <a:t>Production of </a:t>
          </a:r>
          <a:r>
            <a:rPr lang="en-US" sz="2400" b="1" i="0" dirty="0"/>
            <a:t>transgenic plants with improved qualities like insect and drought resistance and nutritional enrichment</a:t>
          </a:r>
          <a:r>
            <a:rPr lang="en-US" sz="2400" b="0" i="0" dirty="0"/>
            <a:t>.</a:t>
          </a:r>
        </a:p>
      </dgm:t>
    </dgm:pt>
    <dgm:pt modelId="{3E814BB9-E771-4A51-900D-A2E59A1E138C}" type="parTrans" cxnId="{A827E0E1-47E4-4931-AF30-D41E3ED86D61}">
      <dgm:prSet/>
      <dgm:spPr/>
      <dgm:t>
        <a:bodyPr/>
        <a:lstStyle/>
        <a:p>
          <a:endParaRPr lang="en-IN" sz="2000"/>
        </a:p>
      </dgm:t>
    </dgm:pt>
    <dgm:pt modelId="{E0503DD9-4145-4F21-9539-0F522B87D1D6}" type="sibTrans" cxnId="{A827E0E1-47E4-4931-AF30-D41E3ED86D61}">
      <dgm:prSet/>
      <dgm:spPr/>
      <dgm:t>
        <a:bodyPr/>
        <a:lstStyle/>
        <a:p>
          <a:endParaRPr lang="en-IN" sz="2000"/>
        </a:p>
      </dgm:t>
    </dgm:pt>
    <dgm:pt modelId="{20408E13-5637-4632-973B-2711BFFE637B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0" i="0" dirty="0"/>
            <a:t>Therapeutic protein production like </a:t>
          </a:r>
          <a:r>
            <a:rPr lang="en-US" sz="2400" b="1" i="0" dirty="0"/>
            <a:t>insulin</a:t>
          </a:r>
          <a:r>
            <a:rPr lang="en-US" sz="2400" b="0" i="0" dirty="0"/>
            <a:t>.</a:t>
          </a:r>
        </a:p>
      </dgm:t>
    </dgm:pt>
    <dgm:pt modelId="{F8A7BAC2-9B50-4739-B386-E07F3354BDBF}" type="parTrans" cxnId="{A960A446-09EE-49A3-A74A-B1DAD0A6EF40}">
      <dgm:prSet/>
      <dgm:spPr/>
      <dgm:t>
        <a:bodyPr/>
        <a:lstStyle/>
        <a:p>
          <a:endParaRPr lang="en-IN" sz="2000"/>
        </a:p>
      </dgm:t>
    </dgm:pt>
    <dgm:pt modelId="{7133F0D1-C3C3-4D26-A56A-9F60468F8E36}" type="sibTrans" cxnId="{A960A446-09EE-49A3-A74A-B1DAD0A6EF40}">
      <dgm:prSet/>
      <dgm:spPr/>
      <dgm:t>
        <a:bodyPr/>
        <a:lstStyle/>
        <a:p>
          <a:endParaRPr lang="en-IN" sz="2000"/>
        </a:p>
      </dgm:t>
    </dgm:pt>
    <dgm:pt modelId="{895D39E4-CD05-4929-94D9-A666336D4C20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0" i="0" dirty="0"/>
            <a:t>Gene therapy in diseases like </a:t>
          </a:r>
          <a:r>
            <a:rPr lang="en-US" sz="2400" b="1" i="0" dirty="0"/>
            <a:t>cancer </a:t>
          </a:r>
          <a:r>
            <a:rPr lang="en-US" sz="2400" b="0" i="0" dirty="0"/>
            <a:t>etc.</a:t>
          </a:r>
        </a:p>
      </dgm:t>
    </dgm:pt>
    <dgm:pt modelId="{A9ACFA6B-28FA-49BF-AE0C-75659E08FFFD}" type="parTrans" cxnId="{E8FCE6FD-99A9-4A7B-98E0-72BF64C49F52}">
      <dgm:prSet/>
      <dgm:spPr/>
      <dgm:t>
        <a:bodyPr/>
        <a:lstStyle/>
        <a:p>
          <a:endParaRPr lang="en-IN" sz="2000"/>
        </a:p>
      </dgm:t>
    </dgm:pt>
    <dgm:pt modelId="{B1E66B49-17EA-4A64-AE72-69507743A545}" type="sibTrans" cxnId="{E8FCE6FD-99A9-4A7B-98E0-72BF64C49F52}">
      <dgm:prSet/>
      <dgm:spPr/>
      <dgm:t>
        <a:bodyPr/>
        <a:lstStyle/>
        <a:p>
          <a:endParaRPr lang="en-IN" sz="2000"/>
        </a:p>
      </dgm:t>
    </dgm:pt>
    <dgm:pt modelId="{DEE37228-8CB7-4830-8FE5-E6D447F05E0B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0" i="0" dirty="0"/>
            <a:t>Production of </a:t>
          </a:r>
          <a:r>
            <a:rPr lang="en-US" sz="2400" b="1" i="0" dirty="0"/>
            <a:t>transgenic animals </a:t>
          </a:r>
          <a:r>
            <a:rPr lang="en-US" sz="2400" b="0" i="0" dirty="0"/>
            <a:t>with improved quality of milk and egg.</a:t>
          </a:r>
        </a:p>
      </dgm:t>
    </dgm:pt>
    <dgm:pt modelId="{2BF3D40D-B34F-4200-877D-B67304825288}" type="parTrans" cxnId="{1866E0C8-4DF9-44B5-93EA-2A1B3FE9E2C3}">
      <dgm:prSet/>
      <dgm:spPr/>
      <dgm:t>
        <a:bodyPr/>
        <a:lstStyle/>
        <a:p>
          <a:endParaRPr lang="en-IN" sz="2000"/>
        </a:p>
      </dgm:t>
    </dgm:pt>
    <dgm:pt modelId="{8C0C7118-A8F8-444A-8CE7-E43DA04FAE35}" type="sibTrans" cxnId="{1866E0C8-4DF9-44B5-93EA-2A1B3FE9E2C3}">
      <dgm:prSet/>
      <dgm:spPr/>
      <dgm:t>
        <a:bodyPr/>
        <a:lstStyle/>
        <a:p>
          <a:endParaRPr lang="en-IN" sz="2000"/>
        </a:p>
      </dgm:t>
    </dgm:pt>
    <dgm:pt modelId="{7E94D266-0843-42D3-AF1D-2B2AAD5C3152}" type="pres">
      <dgm:prSet presAssocID="{5598AAEF-6C73-4A06-A8A4-758901D10A85}" presName="linear" presStyleCnt="0">
        <dgm:presLayoutVars>
          <dgm:dir/>
          <dgm:animLvl val="lvl"/>
          <dgm:resizeHandles val="exact"/>
        </dgm:presLayoutVars>
      </dgm:prSet>
      <dgm:spPr/>
    </dgm:pt>
    <dgm:pt modelId="{01394842-8DBE-4DEF-B2EE-D510905CBC5A}" type="pres">
      <dgm:prSet presAssocID="{2CB38FF1-07F6-4418-A60E-68B9E7452C41}" presName="parentLin" presStyleCnt="0"/>
      <dgm:spPr/>
    </dgm:pt>
    <dgm:pt modelId="{EA0E5929-9147-4D6C-83ED-EAE7F621FA8A}" type="pres">
      <dgm:prSet presAssocID="{2CB38FF1-07F6-4418-A60E-68B9E7452C41}" presName="parentLeftMargin" presStyleLbl="node1" presStyleIdx="0" presStyleCnt="1"/>
      <dgm:spPr/>
    </dgm:pt>
    <dgm:pt modelId="{345D279A-26B2-411F-ACE0-A62737E93569}" type="pres">
      <dgm:prSet presAssocID="{2CB38FF1-07F6-4418-A60E-68B9E7452C41}" presName="parentText" presStyleLbl="node1" presStyleIdx="0" presStyleCnt="1" custScaleX="142857" custScaleY="105133">
        <dgm:presLayoutVars>
          <dgm:chMax val="0"/>
          <dgm:bulletEnabled val="1"/>
        </dgm:presLayoutVars>
      </dgm:prSet>
      <dgm:spPr/>
    </dgm:pt>
    <dgm:pt modelId="{4C6B90C5-6083-4014-A8BA-E66EAEC8489C}" type="pres">
      <dgm:prSet presAssocID="{2CB38FF1-07F6-4418-A60E-68B9E7452C41}" presName="negativeSpace" presStyleCnt="0"/>
      <dgm:spPr/>
    </dgm:pt>
    <dgm:pt modelId="{5F7D96DC-A5A0-4846-8B42-208C3D6B6B79}" type="pres">
      <dgm:prSet presAssocID="{2CB38FF1-07F6-4418-A60E-68B9E7452C41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F068509-AC51-47CF-B1A6-04DC9E0DB126}" type="presOf" srcId="{DEE37228-8CB7-4830-8FE5-E6D447F05E0B}" destId="{5F7D96DC-A5A0-4846-8B42-208C3D6B6B79}" srcOrd="0" destOrd="4" presId="urn:microsoft.com/office/officeart/2005/8/layout/list1"/>
    <dgm:cxn modelId="{9D98ED12-D949-4C86-8F2C-512882A9985B}" type="presOf" srcId="{895D39E4-CD05-4929-94D9-A666336D4C20}" destId="{5F7D96DC-A5A0-4846-8B42-208C3D6B6B79}" srcOrd="0" destOrd="3" presId="urn:microsoft.com/office/officeart/2005/8/layout/list1"/>
    <dgm:cxn modelId="{8F404935-5568-40EA-A930-6C7EFF5818BA}" srcId="{2CB38FF1-07F6-4418-A60E-68B9E7452C41}" destId="{44AD2E96-3ADF-4FED-9564-F39D108B7993}" srcOrd="0" destOrd="0" parTransId="{2E7A5E73-1BA5-4D32-B5A8-130697FC09DB}" sibTransId="{752454B3-3239-40FB-93B4-7F92245CDD00}"/>
    <dgm:cxn modelId="{10FA1237-E8E7-44A7-8949-0420A5525E39}" type="presOf" srcId="{F23979EA-D98A-44FB-B224-39D0B7023D49}" destId="{5F7D96DC-A5A0-4846-8B42-208C3D6B6B79}" srcOrd="0" destOrd="1" presId="urn:microsoft.com/office/officeart/2005/8/layout/list1"/>
    <dgm:cxn modelId="{A960A446-09EE-49A3-A74A-B1DAD0A6EF40}" srcId="{2CB38FF1-07F6-4418-A60E-68B9E7452C41}" destId="{20408E13-5637-4632-973B-2711BFFE637B}" srcOrd="2" destOrd="0" parTransId="{F8A7BAC2-9B50-4739-B386-E07F3354BDBF}" sibTransId="{7133F0D1-C3C3-4D26-A56A-9F60468F8E36}"/>
    <dgm:cxn modelId="{A2090647-8180-497B-B48A-663C3DFF781C}" type="presOf" srcId="{44AD2E96-3ADF-4FED-9564-F39D108B7993}" destId="{5F7D96DC-A5A0-4846-8B42-208C3D6B6B79}" srcOrd="0" destOrd="0" presId="urn:microsoft.com/office/officeart/2005/8/layout/list1"/>
    <dgm:cxn modelId="{AE28BE77-198A-4CBF-984A-6FCC14789441}" type="presOf" srcId="{2CB38FF1-07F6-4418-A60E-68B9E7452C41}" destId="{345D279A-26B2-411F-ACE0-A62737E93569}" srcOrd="1" destOrd="0" presId="urn:microsoft.com/office/officeart/2005/8/layout/list1"/>
    <dgm:cxn modelId="{80BBB3A6-9C5D-4631-B074-DD45DE7B798F}" type="presOf" srcId="{20408E13-5637-4632-973B-2711BFFE637B}" destId="{5F7D96DC-A5A0-4846-8B42-208C3D6B6B79}" srcOrd="0" destOrd="2" presId="urn:microsoft.com/office/officeart/2005/8/layout/list1"/>
    <dgm:cxn modelId="{D3E916C8-8184-4920-8FE4-2508B0411C00}" type="presOf" srcId="{2CB38FF1-07F6-4418-A60E-68B9E7452C41}" destId="{EA0E5929-9147-4D6C-83ED-EAE7F621FA8A}" srcOrd="0" destOrd="0" presId="urn:microsoft.com/office/officeart/2005/8/layout/list1"/>
    <dgm:cxn modelId="{1866E0C8-4DF9-44B5-93EA-2A1B3FE9E2C3}" srcId="{2CB38FF1-07F6-4418-A60E-68B9E7452C41}" destId="{DEE37228-8CB7-4830-8FE5-E6D447F05E0B}" srcOrd="4" destOrd="0" parTransId="{2BF3D40D-B34F-4200-877D-B67304825288}" sibTransId="{8C0C7118-A8F8-444A-8CE7-E43DA04FAE35}"/>
    <dgm:cxn modelId="{A827E0E1-47E4-4931-AF30-D41E3ED86D61}" srcId="{2CB38FF1-07F6-4418-A60E-68B9E7452C41}" destId="{F23979EA-D98A-44FB-B224-39D0B7023D49}" srcOrd="1" destOrd="0" parTransId="{3E814BB9-E771-4A51-900D-A2E59A1E138C}" sibTransId="{E0503DD9-4145-4F21-9539-0F522B87D1D6}"/>
    <dgm:cxn modelId="{0C8D1CED-C38E-4BB9-9B02-3912B54D6AB3}" type="presOf" srcId="{5598AAEF-6C73-4A06-A8A4-758901D10A85}" destId="{7E94D266-0843-42D3-AF1D-2B2AAD5C3152}" srcOrd="0" destOrd="0" presId="urn:microsoft.com/office/officeart/2005/8/layout/list1"/>
    <dgm:cxn modelId="{2B8547F1-C77E-450D-B334-5B2825524008}" srcId="{5598AAEF-6C73-4A06-A8A4-758901D10A85}" destId="{2CB38FF1-07F6-4418-A60E-68B9E7452C41}" srcOrd="0" destOrd="0" parTransId="{193093FE-FAD0-49AC-B274-D6472F954122}" sibTransId="{09B2B48C-61AF-4019-AEF2-D263544628F7}"/>
    <dgm:cxn modelId="{E8FCE6FD-99A9-4A7B-98E0-72BF64C49F52}" srcId="{2CB38FF1-07F6-4418-A60E-68B9E7452C41}" destId="{895D39E4-CD05-4929-94D9-A666336D4C20}" srcOrd="3" destOrd="0" parTransId="{A9ACFA6B-28FA-49BF-AE0C-75659E08FFFD}" sibTransId="{B1E66B49-17EA-4A64-AE72-69507743A545}"/>
    <dgm:cxn modelId="{E711B423-C4E1-4ED1-9057-9A99B51B1D69}" type="presParOf" srcId="{7E94D266-0843-42D3-AF1D-2B2AAD5C3152}" destId="{01394842-8DBE-4DEF-B2EE-D510905CBC5A}" srcOrd="0" destOrd="0" presId="urn:microsoft.com/office/officeart/2005/8/layout/list1"/>
    <dgm:cxn modelId="{F9843C96-26EF-4443-B4F1-E10487B1F74E}" type="presParOf" srcId="{01394842-8DBE-4DEF-B2EE-D510905CBC5A}" destId="{EA0E5929-9147-4D6C-83ED-EAE7F621FA8A}" srcOrd="0" destOrd="0" presId="urn:microsoft.com/office/officeart/2005/8/layout/list1"/>
    <dgm:cxn modelId="{029C8E45-BFB7-46A2-8499-155E55169DB9}" type="presParOf" srcId="{01394842-8DBE-4DEF-B2EE-D510905CBC5A}" destId="{345D279A-26B2-411F-ACE0-A62737E93569}" srcOrd="1" destOrd="0" presId="urn:microsoft.com/office/officeart/2005/8/layout/list1"/>
    <dgm:cxn modelId="{BF67758D-E693-4AC8-9EA1-1954E62D634B}" type="presParOf" srcId="{7E94D266-0843-42D3-AF1D-2B2AAD5C3152}" destId="{4C6B90C5-6083-4014-A8BA-E66EAEC8489C}" srcOrd="1" destOrd="0" presId="urn:microsoft.com/office/officeart/2005/8/layout/list1"/>
    <dgm:cxn modelId="{029C818A-D218-46CF-93FE-296425714A27}" type="presParOf" srcId="{7E94D266-0843-42D3-AF1D-2B2AAD5C3152}" destId="{5F7D96DC-A5A0-4846-8B42-208C3D6B6B7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BCB580E-8C3D-4C48-A6CE-9872FFE823D1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927E3BB-249B-4ACF-AE8D-0AA38DF74039}">
      <dgm:prSet phldrT="[Text]" custT="1"/>
      <dgm:spPr/>
      <dgm:t>
        <a:bodyPr/>
        <a:lstStyle/>
        <a:p>
          <a:r>
            <a:rPr lang="en-IN" sz="2800" b="1" dirty="0"/>
            <a:t>Agriculture:</a:t>
          </a:r>
        </a:p>
      </dgm:t>
    </dgm:pt>
    <dgm:pt modelId="{08517BDE-7A3A-4DC6-BD8B-B907A8B12EFA}" type="parTrans" cxnId="{F5312797-7ED9-43C4-99BE-54021D64BA57}">
      <dgm:prSet/>
      <dgm:spPr/>
      <dgm:t>
        <a:bodyPr/>
        <a:lstStyle/>
        <a:p>
          <a:endParaRPr lang="en-IN" sz="2000"/>
        </a:p>
      </dgm:t>
    </dgm:pt>
    <dgm:pt modelId="{23939618-3BDB-4B40-9905-2973F7D6056B}" type="sibTrans" cxnId="{F5312797-7ED9-43C4-99BE-54021D64BA57}">
      <dgm:prSet/>
      <dgm:spPr/>
      <dgm:t>
        <a:bodyPr/>
        <a:lstStyle/>
        <a:p>
          <a:endParaRPr lang="en-IN" sz="2000"/>
        </a:p>
      </dgm:t>
    </dgm:pt>
    <dgm:pt modelId="{F7847B7B-73B1-4AD4-BF03-6AC68B24EC53}">
      <dgm:prSet phldrT="[Text]" custT="1"/>
      <dgm:spPr/>
      <dgm:t>
        <a:bodyPr/>
        <a:lstStyle/>
        <a:p>
          <a:r>
            <a:rPr lang="en-IN" sz="2000" b="0" i="0" dirty="0"/>
            <a:t>Genetically modified crops</a:t>
          </a:r>
          <a:endParaRPr lang="en-IN" sz="2000" dirty="0"/>
        </a:p>
      </dgm:t>
    </dgm:pt>
    <dgm:pt modelId="{6DC806DF-B0DD-4CA7-915D-28443D7237F3}" type="parTrans" cxnId="{9612D822-2185-4847-B5D6-A28D40D70A8C}">
      <dgm:prSet/>
      <dgm:spPr/>
      <dgm:t>
        <a:bodyPr/>
        <a:lstStyle/>
        <a:p>
          <a:endParaRPr lang="en-IN" sz="2000"/>
        </a:p>
      </dgm:t>
    </dgm:pt>
    <dgm:pt modelId="{EF86478F-837D-4234-A2D0-D12D098CCC34}" type="sibTrans" cxnId="{9612D822-2185-4847-B5D6-A28D40D70A8C}">
      <dgm:prSet/>
      <dgm:spPr/>
      <dgm:t>
        <a:bodyPr/>
        <a:lstStyle/>
        <a:p>
          <a:endParaRPr lang="en-IN" sz="2000"/>
        </a:p>
      </dgm:t>
    </dgm:pt>
    <dgm:pt modelId="{601D6E14-6A3A-42A3-93EB-549FC6351828}">
      <dgm:prSet phldrT="[Text]" custT="1"/>
      <dgm:spPr/>
      <dgm:t>
        <a:bodyPr/>
        <a:lstStyle/>
        <a:p>
          <a:pPr algn="just"/>
          <a:r>
            <a:rPr lang="en-US" sz="2000" b="0" i="0" dirty="0"/>
            <a:t>Resistance to diseases, insects and pests, herbicides, drought; metal toxicity tolerance; induction of male sterility for plant breeding purposes; and improvement of quality can be achieved through this recombinant DNA technology. </a:t>
          </a:r>
          <a:endParaRPr lang="en-IN" sz="2000" dirty="0"/>
        </a:p>
      </dgm:t>
    </dgm:pt>
    <dgm:pt modelId="{C3A6B3F5-4EE9-43F2-B600-0AC4C6B80001}" type="parTrans" cxnId="{6F84EF6B-CB82-44E5-A319-50435B243527}">
      <dgm:prSet/>
      <dgm:spPr/>
      <dgm:t>
        <a:bodyPr/>
        <a:lstStyle/>
        <a:p>
          <a:endParaRPr lang="en-IN" sz="2000"/>
        </a:p>
      </dgm:t>
    </dgm:pt>
    <dgm:pt modelId="{4FC3890B-4375-47D4-B45B-7D925C4F52E4}" type="sibTrans" cxnId="{6F84EF6B-CB82-44E5-A319-50435B243527}">
      <dgm:prSet/>
      <dgm:spPr/>
      <dgm:t>
        <a:bodyPr/>
        <a:lstStyle/>
        <a:p>
          <a:endParaRPr lang="en-IN" sz="2000"/>
        </a:p>
      </dgm:t>
    </dgm:pt>
    <dgm:pt modelId="{10980F45-946A-4BA6-A079-2B77688E534D}">
      <dgm:prSet phldrT="[Text]" custT="1"/>
      <dgm:spPr/>
      <dgm:t>
        <a:bodyPr/>
        <a:lstStyle/>
        <a:p>
          <a:r>
            <a:rPr lang="en-IN" sz="2800" b="1" dirty="0"/>
            <a:t>Pharmacology:</a:t>
          </a:r>
        </a:p>
      </dgm:t>
    </dgm:pt>
    <dgm:pt modelId="{BD5FB917-AC8D-4AB1-B19E-26D49A85C2EA}" type="parTrans" cxnId="{95D3CD95-0625-4677-99C7-79D441E7BA27}">
      <dgm:prSet/>
      <dgm:spPr/>
      <dgm:t>
        <a:bodyPr/>
        <a:lstStyle/>
        <a:p>
          <a:endParaRPr lang="en-IN" sz="2000"/>
        </a:p>
      </dgm:t>
    </dgm:pt>
    <dgm:pt modelId="{DA034DD9-D120-434C-BCD1-753D5DD1B05B}" type="sibTrans" cxnId="{95D3CD95-0625-4677-99C7-79D441E7BA27}">
      <dgm:prSet/>
      <dgm:spPr/>
      <dgm:t>
        <a:bodyPr/>
        <a:lstStyle/>
        <a:p>
          <a:endParaRPr lang="en-IN" sz="2000"/>
        </a:p>
      </dgm:t>
    </dgm:pt>
    <dgm:pt modelId="{E9BC97F3-EFB5-48CD-9835-F441ABF2B439}">
      <dgm:prSet phldrT="[Text]" custT="1"/>
      <dgm:spPr/>
      <dgm:t>
        <a:bodyPr/>
        <a:lstStyle/>
        <a:p>
          <a:r>
            <a:rPr lang="en-US" sz="2000" b="0" i="0" dirty="0"/>
            <a:t>Large-scale production of human hormones and other proteins with therapeutic uses</a:t>
          </a:r>
          <a:endParaRPr lang="en-IN" sz="2000" dirty="0"/>
        </a:p>
      </dgm:t>
    </dgm:pt>
    <dgm:pt modelId="{86E4CD5A-3673-4558-B954-F44F0FADF9F7}" type="parTrans" cxnId="{A8CFB56B-2BA4-4AAA-A837-FE916B4C5904}">
      <dgm:prSet/>
      <dgm:spPr/>
      <dgm:t>
        <a:bodyPr/>
        <a:lstStyle/>
        <a:p>
          <a:endParaRPr lang="en-IN" sz="2000"/>
        </a:p>
      </dgm:t>
    </dgm:pt>
    <dgm:pt modelId="{871F0D6B-51CA-4944-8A3A-9D566AF77592}" type="sibTrans" cxnId="{A8CFB56B-2BA4-4AAA-A837-FE916B4C5904}">
      <dgm:prSet/>
      <dgm:spPr/>
      <dgm:t>
        <a:bodyPr/>
        <a:lstStyle/>
        <a:p>
          <a:endParaRPr lang="en-IN" sz="2000"/>
        </a:p>
      </dgm:t>
    </dgm:pt>
    <dgm:pt modelId="{C5D1C95E-B8DE-4558-A3E6-5BC8B2EBC537}">
      <dgm:prSet phldrT="[Text]" custT="1"/>
      <dgm:spPr/>
      <dgm:t>
        <a:bodyPr/>
        <a:lstStyle/>
        <a:p>
          <a:pPr algn="l"/>
          <a:r>
            <a:rPr lang="en-US" sz="2000" b="0" i="0" dirty="0"/>
            <a:t>Production of safer vaccines</a:t>
          </a:r>
          <a:endParaRPr lang="en-IN" sz="2000" dirty="0"/>
        </a:p>
      </dgm:t>
    </dgm:pt>
    <dgm:pt modelId="{BB6800E7-2D55-4923-B520-0C80534459A2}" type="parTrans" cxnId="{1F71AB45-5C60-4A94-A274-57503C98DB72}">
      <dgm:prSet/>
      <dgm:spPr/>
      <dgm:t>
        <a:bodyPr/>
        <a:lstStyle/>
        <a:p>
          <a:endParaRPr lang="en-IN" sz="2000"/>
        </a:p>
      </dgm:t>
    </dgm:pt>
    <dgm:pt modelId="{C7811936-31DE-4E04-A499-617D0F96C520}" type="sibTrans" cxnId="{1F71AB45-5C60-4A94-A274-57503C98DB72}">
      <dgm:prSet/>
      <dgm:spPr/>
      <dgm:t>
        <a:bodyPr/>
        <a:lstStyle/>
        <a:p>
          <a:endParaRPr lang="en-IN" sz="2000"/>
        </a:p>
      </dgm:t>
    </dgm:pt>
    <dgm:pt modelId="{3E58EAD5-6D2D-4FEE-A912-331FD59F4A8E}">
      <dgm:prSet phldrT="[Text]" custT="1"/>
      <dgm:spPr/>
      <dgm:t>
        <a:bodyPr/>
        <a:lstStyle/>
        <a:p>
          <a:r>
            <a:rPr lang="en-IN" sz="3200" b="1" dirty="0"/>
            <a:t>Medicine:</a:t>
          </a:r>
        </a:p>
      </dgm:t>
    </dgm:pt>
    <dgm:pt modelId="{2887DCD2-98DA-4AC0-A7B2-17C86280877E}" type="parTrans" cxnId="{0899BA93-F059-49B3-B8A0-DC2C4FABA3D5}">
      <dgm:prSet/>
      <dgm:spPr/>
      <dgm:t>
        <a:bodyPr/>
        <a:lstStyle/>
        <a:p>
          <a:endParaRPr lang="en-IN" sz="2000"/>
        </a:p>
      </dgm:t>
    </dgm:pt>
    <dgm:pt modelId="{E8EFDE8E-3A5F-4039-869E-00E7564B0373}" type="sibTrans" cxnId="{0899BA93-F059-49B3-B8A0-DC2C4FABA3D5}">
      <dgm:prSet/>
      <dgm:spPr/>
      <dgm:t>
        <a:bodyPr/>
        <a:lstStyle/>
        <a:p>
          <a:endParaRPr lang="en-IN" sz="2000"/>
        </a:p>
      </dgm:t>
    </dgm:pt>
    <dgm:pt modelId="{B9E347CC-3FC8-480C-8BD8-48961F51F9AF}">
      <dgm:prSet phldrT="[Text]" custT="1"/>
      <dgm:spPr/>
      <dgm:t>
        <a:bodyPr/>
        <a:lstStyle/>
        <a:p>
          <a:r>
            <a:rPr lang="en-US" sz="2000" b="0" i="0" dirty="0"/>
            <a:t>Human Gene Therapy</a:t>
          </a:r>
          <a:endParaRPr lang="en-IN" sz="2000" dirty="0"/>
        </a:p>
      </dgm:t>
    </dgm:pt>
    <dgm:pt modelId="{5127B96E-EEFA-445C-AD69-87C5D2BD9E69}" type="parTrans" cxnId="{768FA802-6BE8-4775-91EF-904E677FADBE}">
      <dgm:prSet/>
      <dgm:spPr/>
      <dgm:t>
        <a:bodyPr/>
        <a:lstStyle/>
        <a:p>
          <a:endParaRPr lang="en-IN" sz="2000"/>
        </a:p>
      </dgm:t>
    </dgm:pt>
    <dgm:pt modelId="{AC9D1D26-898C-4C81-89F0-EDBBE705734C}" type="sibTrans" cxnId="{768FA802-6BE8-4775-91EF-904E677FADBE}">
      <dgm:prSet/>
      <dgm:spPr/>
      <dgm:t>
        <a:bodyPr/>
        <a:lstStyle/>
        <a:p>
          <a:endParaRPr lang="en-IN" sz="2000"/>
        </a:p>
      </dgm:t>
    </dgm:pt>
    <dgm:pt modelId="{EAC6D77B-E390-484F-ADC5-DCC424A6E137}">
      <dgm:prSet phldrT="[Text]" custT="1"/>
      <dgm:spPr/>
      <dgm:t>
        <a:bodyPr/>
        <a:lstStyle/>
        <a:p>
          <a:r>
            <a:rPr lang="en-US" sz="2000" b="0" i="0" dirty="0"/>
            <a:t>Production of antibiotics, hormones, vaccines and interferon</a:t>
          </a:r>
          <a:endParaRPr lang="en-IN" sz="2000" dirty="0"/>
        </a:p>
      </dgm:t>
    </dgm:pt>
    <dgm:pt modelId="{CC1E59AB-2727-4DD6-A6D8-926E054C96C3}" type="parTrans" cxnId="{0444AAFE-25E3-47D4-AE73-E270DC47BB30}">
      <dgm:prSet/>
      <dgm:spPr/>
      <dgm:t>
        <a:bodyPr/>
        <a:lstStyle/>
        <a:p>
          <a:endParaRPr lang="en-IN" sz="2000"/>
        </a:p>
      </dgm:t>
    </dgm:pt>
    <dgm:pt modelId="{D4D00B86-EF58-428E-A425-31E9D77643EE}" type="sibTrans" cxnId="{0444AAFE-25E3-47D4-AE73-E270DC47BB30}">
      <dgm:prSet/>
      <dgm:spPr/>
      <dgm:t>
        <a:bodyPr/>
        <a:lstStyle/>
        <a:p>
          <a:endParaRPr lang="en-IN" sz="2000"/>
        </a:p>
      </dgm:t>
    </dgm:pt>
    <dgm:pt modelId="{B45E55BE-54B4-4F6E-A8DB-F0A787AC77B7}">
      <dgm:prSet phldrT="[Text]" custT="1"/>
      <dgm:spPr/>
      <dgm:t>
        <a:bodyPr/>
        <a:lstStyle/>
        <a:p>
          <a:pPr algn="just"/>
          <a:r>
            <a:rPr lang="en-US" sz="2000" b="0" i="0" dirty="0"/>
            <a:t>A number of therapeutic gene products —insulin, interleukins, interferons, growth hormones, erythropoietin, and coagulation factor VIII—are now produced commercially from cloned genes</a:t>
          </a:r>
          <a:endParaRPr lang="en-IN" sz="2000" dirty="0"/>
        </a:p>
      </dgm:t>
    </dgm:pt>
    <dgm:pt modelId="{4F4146A3-F35F-4278-92BB-8E1428B24310}" type="parTrans" cxnId="{10C48615-7CFA-4315-8F11-29FDAEC9128B}">
      <dgm:prSet/>
      <dgm:spPr/>
      <dgm:t>
        <a:bodyPr/>
        <a:lstStyle/>
        <a:p>
          <a:endParaRPr lang="en-IN" sz="2000"/>
        </a:p>
      </dgm:t>
    </dgm:pt>
    <dgm:pt modelId="{7306441E-BB1C-48AA-ACAC-697E471575B9}" type="sibTrans" cxnId="{10C48615-7CFA-4315-8F11-29FDAEC9128B}">
      <dgm:prSet/>
      <dgm:spPr/>
      <dgm:t>
        <a:bodyPr/>
        <a:lstStyle/>
        <a:p>
          <a:endParaRPr lang="en-IN" sz="2000"/>
        </a:p>
      </dgm:t>
    </dgm:pt>
    <dgm:pt modelId="{01188CF6-4571-4F67-8D4D-9D44B7204AD8}">
      <dgm:prSet phldrT="[Text]" custT="1"/>
      <dgm:spPr/>
      <dgm:t>
        <a:bodyPr/>
        <a:lstStyle/>
        <a:p>
          <a:r>
            <a:rPr lang="en-US" sz="2000" b="0" i="0" dirty="0"/>
            <a:t>Diagnosis of genetic disorders</a:t>
          </a:r>
          <a:endParaRPr lang="en-IN" sz="2000" dirty="0"/>
        </a:p>
      </dgm:t>
    </dgm:pt>
    <dgm:pt modelId="{4A590D54-0BDF-4B54-9CDF-13B902DFA535}" type="parTrans" cxnId="{C632B616-A9D9-4A33-BB00-8216740D9E40}">
      <dgm:prSet/>
      <dgm:spPr/>
      <dgm:t>
        <a:bodyPr/>
        <a:lstStyle/>
        <a:p>
          <a:endParaRPr lang="en-IN" sz="2000"/>
        </a:p>
      </dgm:t>
    </dgm:pt>
    <dgm:pt modelId="{55C9E698-8589-486C-8E87-B9B612046C89}" type="sibTrans" cxnId="{C632B616-A9D9-4A33-BB00-8216740D9E40}">
      <dgm:prSet/>
      <dgm:spPr/>
      <dgm:t>
        <a:bodyPr/>
        <a:lstStyle/>
        <a:p>
          <a:endParaRPr lang="en-IN" sz="2000"/>
        </a:p>
      </dgm:t>
    </dgm:pt>
    <dgm:pt modelId="{8A21DB13-15DC-42FB-95A0-E39E6DE43AB3}">
      <dgm:prSet phldrT="[Text]" custT="1"/>
      <dgm:spPr/>
      <dgm:t>
        <a:bodyPr/>
        <a:lstStyle/>
        <a:p>
          <a:r>
            <a:rPr lang="en-US" sz="2000" b="0" i="0" dirty="0"/>
            <a:t>Forensic Evidence</a:t>
          </a:r>
          <a:endParaRPr lang="en-IN" sz="2000" dirty="0"/>
        </a:p>
      </dgm:t>
    </dgm:pt>
    <dgm:pt modelId="{9F049154-A22B-4277-9A7C-2C640D744A7F}" type="parTrans" cxnId="{1983B6B0-EA2D-4A86-AAFD-05E1D589C7C9}">
      <dgm:prSet/>
      <dgm:spPr/>
      <dgm:t>
        <a:bodyPr/>
        <a:lstStyle/>
        <a:p>
          <a:endParaRPr lang="en-IN" sz="2000"/>
        </a:p>
      </dgm:t>
    </dgm:pt>
    <dgm:pt modelId="{670ACF28-8D2A-44AF-985A-05EE8C2B8457}" type="sibTrans" cxnId="{1983B6B0-EA2D-4A86-AAFD-05E1D589C7C9}">
      <dgm:prSet/>
      <dgm:spPr/>
      <dgm:t>
        <a:bodyPr/>
        <a:lstStyle/>
        <a:p>
          <a:endParaRPr lang="en-IN" sz="2000"/>
        </a:p>
      </dgm:t>
    </dgm:pt>
    <dgm:pt modelId="{4CC22A1D-B85A-4E39-8DEF-78953C329C95}">
      <dgm:prSet phldrT="[Text]" custT="1"/>
      <dgm:spPr/>
      <dgm:t>
        <a:bodyPr/>
        <a:lstStyle/>
        <a:p>
          <a:pPr algn="l"/>
          <a:r>
            <a:rPr lang="en-US" sz="2000" b="0" i="0" dirty="0"/>
            <a:t>“Golden rice” with beta-carotene which is required to make vitamin A, helps to prevent blindness</a:t>
          </a:r>
          <a:endParaRPr lang="en-IN" sz="2000" dirty="0"/>
        </a:p>
      </dgm:t>
    </dgm:pt>
    <dgm:pt modelId="{1BEF1AB4-A267-4779-AB0D-87F06E631336}" type="parTrans" cxnId="{19BCCB84-6962-476F-B1CB-962FB82165C6}">
      <dgm:prSet/>
      <dgm:spPr/>
      <dgm:t>
        <a:bodyPr/>
        <a:lstStyle/>
        <a:p>
          <a:endParaRPr lang="en-IN" sz="2000"/>
        </a:p>
      </dgm:t>
    </dgm:pt>
    <dgm:pt modelId="{EE784DD6-0196-4449-AB82-F3E6317D9286}" type="sibTrans" cxnId="{19BCCB84-6962-476F-B1CB-962FB82165C6}">
      <dgm:prSet/>
      <dgm:spPr/>
      <dgm:t>
        <a:bodyPr/>
        <a:lstStyle/>
        <a:p>
          <a:endParaRPr lang="en-IN" sz="2000"/>
        </a:p>
      </dgm:t>
    </dgm:pt>
    <dgm:pt modelId="{5DC1FB12-2648-4F72-B1B8-276BC97B08EC}">
      <dgm:prSet phldrT="[Text]" custT="1"/>
      <dgm:spPr/>
      <dgm:t>
        <a:bodyPr/>
        <a:lstStyle/>
        <a:p>
          <a:pPr algn="just"/>
          <a:r>
            <a:rPr lang="en-US" sz="2000" b="0" i="0" dirty="0"/>
            <a:t>BT-cotton, resistant to bollworms; Herbicide or pesticide-resistant corn &amp; soybean</a:t>
          </a:r>
          <a:endParaRPr lang="en-IN" sz="2000" dirty="0"/>
        </a:p>
      </dgm:t>
    </dgm:pt>
    <dgm:pt modelId="{33A27C26-8F39-4ADE-82B9-7116924FAE14}" type="parTrans" cxnId="{9F9E7264-97D5-46E4-A1A8-6E45C4CF7138}">
      <dgm:prSet/>
      <dgm:spPr/>
      <dgm:t>
        <a:bodyPr/>
        <a:lstStyle/>
        <a:p>
          <a:endParaRPr lang="en-IN" sz="2000"/>
        </a:p>
      </dgm:t>
    </dgm:pt>
    <dgm:pt modelId="{809A692A-8EDF-43B8-8561-86966B1F0F02}" type="sibTrans" cxnId="{9F9E7264-97D5-46E4-A1A8-6E45C4CF7138}">
      <dgm:prSet/>
      <dgm:spPr/>
      <dgm:t>
        <a:bodyPr/>
        <a:lstStyle/>
        <a:p>
          <a:endParaRPr lang="en-IN" sz="2000"/>
        </a:p>
      </dgm:t>
    </dgm:pt>
    <dgm:pt modelId="{C3B5E770-B98B-45B4-8F1C-AB9E27E3B1A9}">
      <dgm:prSet phldrT="[Text]" custT="1"/>
      <dgm:spPr/>
      <dgm:t>
        <a:bodyPr/>
        <a:lstStyle/>
        <a:p>
          <a:r>
            <a:rPr lang="en-IN" sz="2000" b="0" dirty="0"/>
            <a:t>Production of Antibiotics like </a:t>
          </a:r>
          <a:r>
            <a:rPr lang="en-IN" sz="2000" b="0" i="0" dirty="0"/>
            <a:t>Penicillium and Streptomyces</a:t>
          </a:r>
          <a:endParaRPr lang="en-IN" sz="2000" b="0" dirty="0"/>
        </a:p>
      </dgm:t>
    </dgm:pt>
    <dgm:pt modelId="{3FEB3341-9469-4554-A88D-176CC0CF7041}" type="parTrans" cxnId="{45A3628A-8514-4A4C-9380-622F8D62D20A}">
      <dgm:prSet/>
      <dgm:spPr/>
      <dgm:t>
        <a:bodyPr/>
        <a:lstStyle/>
        <a:p>
          <a:endParaRPr lang="en-IN" sz="2000"/>
        </a:p>
      </dgm:t>
    </dgm:pt>
    <dgm:pt modelId="{70261647-A337-445A-B638-3F8F68E885D1}" type="sibTrans" cxnId="{45A3628A-8514-4A4C-9380-622F8D62D20A}">
      <dgm:prSet/>
      <dgm:spPr/>
      <dgm:t>
        <a:bodyPr/>
        <a:lstStyle/>
        <a:p>
          <a:endParaRPr lang="en-IN" sz="2000"/>
        </a:p>
      </dgm:t>
    </dgm:pt>
    <dgm:pt modelId="{CA90553F-65AF-4AB0-991C-C5B680FF1DD3}">
      <dgm:prSet phldrT="[Text]" custT="1"/>
      <dgm:spPr/>
      <dgm:t>
        <a:bodyPr/>
        <a:lstStyle/>
        <a:p>
          <a:r>
            <a:rPr lang="en-IN" sz="2000" b="0" dirty="0"/>
            <a:t>Production of Hormone Insulin</a:t>
          </a:r>
        </a:p>
      </dgm:t>
    </dgm:pt>
    <dgm:pt modelId="{47F4CBE1-FA4D-4115-9633-DE89C59DBF65}" type="parTrans" cxnId="{A7AC676C-B518-425C-8A0B-C103D9816448}">
      <dgm:prSet/>
      <dgm:spPr/>
      <dgm:t>
        <a:bodyPr/>
        <a:lstStyle/>
        <a:p>
          <a:endParaRPr lang="en-IN" sz="2000"/>
        </a:p>
      </dgm:t>
    </dgm:pt>
    <dgm:pt modelId="{90BC6F72-E3BD-4B7E-B4F6-3766267C5A0F}" type="sibTrans" cxnId="{A7AC676C-B518-425C-8A0B-C103D9816448}">
      <dgm:prSet/>
      <dgm:spPr/>
      <dgm:t>
        <a:bodyPr/>
        <a:lstStyle/>
        <a:p>
          <a:endParaRPr lang="en-IN" sz="2000"/>
        </a:p>
      </dgm:t>
    </dgm:pt>
    <dgm:pt modelId="{9EF31A2E-624A-4D2F-B950-E235D4EACA27}">
      <dgm:prSet phldrT="[Text]" custT="1"/>
      <dgm:spPr/>
      <dgm:t>
        <a:bodyPr/>
        <a:lstStyle/>
        <a:p>
          <a:endParaRPr lang="en-IN" sz="2000" b="0" dirty="0"/>
        </a:p>
      </dgm:t>
    </dgm:pt>
    <dgm:pt modelId="{5E993B9F-F4BE-496D-8D4F-F1853DF4CFCE}" type="parTrans" cxnId="{0512D78E-6A65-43E2-90F2-5B3EE0CF27E7}">
      <dgm:prSet/>
      <dgm:spPr/>
      <dgm:t>
        <a:bodyPr/>
        <a:lstStyle/>
        <a:p>
          <a:endParaRPr lang="en-IN" sz="2000"/>
        </a:p>
      </dgm:t>
    </dgm:pt>
    <dgm:pt modelId="{1AF84AB5-55DE-4493-9030-53F9FC32AA74}" type="sibTrans" cxnId="{0512D78E-6A65-43E2-90F2-5B3EE0CF27E7}">
      <dgm:prSet/>
      <dgm:spPr/>
      <dgm:t>
        <a:bodyPr/>
        <a:lstStyle/>
        <a:p>
          <a:endParaRPr lang="en-IN" sz="2000"/>
        </a:p>
      </dgm:t>
    </dgm:pt>
    <dgm:pt modelId="{97488449-3640-4EE2-BE45-6CE01B7BB70A}" type="pres">
      <dgm:prSet presAssocID="{4BCB580E-8C3D-4C48-A6CE-9872FFE823D1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CDBA169B-AEF6-4844-8069-569BA5791452}" type="pres">
      <dgm:prSet presAssocID="{F927E3BB-249B-4ACF-AE8D-0AA38DF74039}" presName="composite" presStyleCnt="0"/>
      <dgm:spPr/>
    </dgm:pt>
    <dgm:pt modelId="{E97E8D7E-5E8B-4482-8768-4319141B792A}" type="pres">
      <dgm:prSet presAssocID="{F927E3BB-249B-4ACF-AE8D-0AA38DF74039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9BEEC198-192C-4171-BBB3-5E54319BE25E}" type="pres">
      <dgm:prSet presAssocID="{F927E3BB-249B-4ACF-AE8D-0AA38DF74039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94EA6B82-895E-416E-9B96-E99C31D7D259}" type="pres">
      <dgm:prSet presAssocID="{F927E3BB-249B-4ACF-AE8D-0AA38DF74039}" presName="Accent" presStyleLbl="parChTrans1D1" presStyleIdx="0" presStyleCnt="3"/>
      <dgm:spPr/>
    </dgm:pt>
    <dgm:pt modelId="{34560831-6299-4906-B228-BD3309CDF4D4}" type="pres">
      <dgm:prSet presAssocID="{F927E3BB-249B-4ACF-AE8D-0AA38DF74039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8409606B-DCC2-4FFF-B7D0-AC02619765BA}" type="pres">
      <dgm:prSet presAssocID="{23939618-3BDB-4B40-9905-2973F7D6056B}" presName="sibTrans" presStyleCnt="0"/>
      <dgm:spPr/>
    </dgm:pt>
    <dgm:pt modelId="{BE68418B-963B-424E-8FCA-DAF7DDA14E96}" type="pres">
      <dgm:prSet presAssocID="{10980F45-946A-4BA6-A079-2B77688E534D}" presName="composite" presStyleCnt="0"/>
      <dgm:spPr/>
    </dgm:pt>
    <dgm:pt modelId="{E847FA96-7D3A-4A1D-B996-1F9A0FE20D2A}" type="pres">
      <dgm:prSet presAssocID="{10980F45-946A-4BA6-A079-2B77688E534D}" presName="FirstChild" presStyleLbl="revTx" presStyleIdx="2" presStyleCnt="6" custLinFactNeighborY="-38190">
        <dgm:presLayoutVars>
          <dgm:chMax val="0"/>
          <dgm:chPref val="0"/>
          <dgm:bulletEnabled val="1"/>
        </dgm:presLayoutVars>
      </dgm:prSet>
      <dgm:spPr/>
    </dgm:pt>
    <dgm:pt modelId="{57ED7A1A-7511-40CF-9214-F385ADC778EE}" type="pres">
      <dgm:prSet presAssocID="{10980F45-946A-4BA6-A079-2B77688E534D}" presName="Parent" presStyleLbl="alignNode1" presStyleIdx="1" presStyleCnt="3" custLinFactNeighborY="-38190">
        <dgm:presLayoutVars>
          <dgm:chMax val="3"/>
          <dgm:chPref val="3"/>
          <dgm:bulletEnabled val="1"/>
        </dgm:presLayoutVars>
      </dgm:prSet>
      <dgm:spPr/>
    </dgm:pt>
    <dgm:pt modelId="{2870E16C-9EC4-4899-AE74-514E6097F228}" type="pres">
      <dgm:prSet presAssocID="{10980F45-946A-4BA6-A079-2B77688E534D}" presName="Accent" presStyleLbl="parChTrans1D1" presStyleIdx="1" presStyleCnt="3"/>
      <dgm:spPr/>
    </dgm:pt>
    <dgm:pt modelId="{13797363-BFA1-4C86-ABBB-C1AF63D25A76}" type="pres">
      <dgm:prSet presAssocID="{10980F45-946A-4BA6-A079-2B77688E534D}" presName="Child" presStyleLbl="revTx" presStyleIdx="3" presStyleCnt="6" custScaleY="35936" custLinFactY="-16608" custLinFactNeighborY="-100000">
        <dgm:presLayoutVars>
          <dgm:chMax val="0"/>
          <dgm:chPref val="0"/>
          <dgm:bulletEnabled val="1"/>
        </dgm:presLayoutVars>
      </dgm:prSet>
      <dgm:spPr/>
    </dgm:pt>
    <dgm:pt modelId="{13A41E22-925D-4A91-B6BE-BA7ADA84FBEC}" type="pres">
      <dgm:prSet presAssocID="{DA034DD9-D120-434C-BCD1-753D5DD1B05B}" presName="sibTrans" presStyleCnt="0"/>
      <dgm:spPr/>
    </dgm:pt>
    <dgm:pt modelId="{8F971931-812D-4D4C-8C42-E6DAECEA0C8C}" type="pres">
      <dgm:prSet presAssocID="{3E58EAD5-6D2D-4FEE-A912-331FD59F4A8E}" presName="composite" presStyleCnt="0"/>
      <dgm:spPr/>
    </dgm:pt>
    <dgm:pt modelId="{18A30376-562A-4D9E-A2AD-4A304B70055F}" type="pres">
      <dgm:prSet presAssocID="{3E58EAD5-6D2D-4FEE-A912-331FD59F4A8E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8134A313-AC0C-4870-8644-5E77D03FDFFC}" type="pres">
      <dgm:prSet presAssocID="{3E58EAD5-6D2D-4FEE-A912-331FD59F4A8E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6A684828-FA4D-4CAE-8A5D-9B4C11059257}" type="pres">
      <dgm:prSet presAssocID="{3E58EAD5-6D2D-4FEE-A912-331FD59F4A8E}" presName="Accent" presStyleLbl="parChTrans1D1" presStyleIdx="2" presStyleCnt="3"/>
      <dgm:spPr/>
    </dgm:pt>
    <dgm:pt modelId="{746077C3-0D99-4890-8543-B72A80839366}" type="pres">
      <dgm:prSet presAssocID="{3E58EAD5-6D2D-4FEE-A912-331FD59F4A8E}" presName="Child" presStyleLbl="revTx" presStyleIdx="5" presStyleCnt="6" custScaleY="69699">
        <dgm:presLayoutVars>
          <dgm:chMax val="0"/>
          <dgm:chPref val="0"/>
          <dgm:bulletEnabled val="1"/>
        </dgm:presLayoutVars>
      </dgm:prSet>
      <dgm:spPr/>
    </dgm:pt>
  </dgm:ptLst>
  <dgm:cxnLst>
    <dgm:cxn modelId="{768FA802-6BE8-4775-91EF-904E677FADBE}" srcId="{3E58EAD5-6D2D-4FEE-A912-331FD59F4A8E}" destId="{B9E347CC-3FC8-480C-8BD8-48961F51F9AF}" srcOrd="1" destOrd="0" parTransId="{5127B96E-EEFA-445C-AD69-87C5D2BD9E69}" sibTransId="{AC9D1D26-898C-4C81-89F0-EDBBE705734C}"/>
    <dgm:cxn modelId="{80308513-5B0C-4333-B8AF-6BF4F2FE2F3B}" type="presOf" srcId="{601D6E14-6A3A-42A3-93EB-549FC6351828}" destId="{34560831-6299-4906-B228-BD3309CDF4D4}" srcOrd="0" destOrd="0" presId="urn:microsoft.com/office/officeart/2011/layout/TabList"/>
    <dgm:cxn modelId="{10C48615-7CFA-4315-8F11-29FDAEC9128B}" srcId="{10980F45-946A-4BA6-A079-2B77688E534D}" destId="{B45E55BE-54B4-4F6E-A8DB-F0A787AC77B7}" srcOrd="2" destOrd="0" parTransId="{4F4146A3-F35F-4278-92BB-8E1428B24310}" sibTransId="{7306441E-BB1C-48AA-ACAC-697E471575B9}"/>
    <dgm:cxn modelId="{C632B616-A9D9-4A33-BB00-8216740D9E40}" srcId="{3E58EAD5-6D2D-4FEE-A912-331FD59F4A8E}" destId="{01188CF6-4571-4F67-8D4D-9D44B7204AD8}" srcOrd="2" destOrd="0" parTransId="{4A590D54-0BDF-4B54-9CDF-13B902DFA535}" sibTransId="{55C9E698-8589-486C-8E87-B9B612046C89}"/>
    <dgm:cxn modelId="{9612D822-2185-4847-B5D6-A28D40D70A8C}" srcId="{F927E3BB-249B-4ACF-AE8D-0AA38DF74039}" destId="{F7847B7B-73B1-4AD4-BF03-6AC68B24EC53}" srcOrd="0" destOrd="0" parTransId="{6DC806DF-B0DD-4CA7-915D-28443D7237F3}" sibTransId="{EF86478F-837D-4234-A2D0-D12D098CCC34}"/>
    <dgm:cxn modelId="{4E226829-D3BD-49AE-A404-F0A885391EEF}" type="presOf" srcId="{E9BC97F3-EFB5-48CD-9835-F441ABF2B439}" destId="{E847FA96-7D3A-4A1D-B996-1F9A0FE20D2A}" srcOrd="0" destOrd="0" presId="urn:microsoft.com/office/officeart/2011/layout/TabList"/>
    <dgm:cxn modelId="{C490EE3E-B764-482C-98E1-421379928CA3}" type="presOf" srcId="{8A21DB13-15DC-42FB-95A0-E39E6DE43AB3}" destId="{746077C3-0D99-4890-8543-B72A80839366}" srcOrd="0" destOrd="2" presId="urn:microsoft.com/office/officeart/2011/layout/TabList"/>
    <dgm:cxn modelId="{A95ACB5E-8255-4068-86E2-B327D231E884}" type="presOf" srcId="{01188CF6-4571-4F67-8D4D-9D44B7204AD8}" destId="{746077C3-0D99-4890-8543-B72A80839366}" srcOrd="0" destOrd="1" presId="urn:microsoft.com/office/officeart/2011/layout/TabList"/>
    <dgm:cxn modelId="{3C1DE85F-2D20-4EF9-B488-442CB47CD2FB}" type="presOf" srcId="{4BCB580E-8C3D-4C48-A6CE-9872FFE823D1}" destId="{97488449-3640-4EE2-BE45-6CE01B7BB70A}" srcOrd="0" destOrd="0" presId="urn:microsoft.com/office/officeart/2011/layout/TabList"/>
    <dgm:cxn modelId="{9F9E7264-97D5-46E4-A1A8-6E45C4CF7138}" srcId="{601D6E14-6A3A-42A3-93EB-549FC6351828}" destId="{5DC1FB12-2648-4F72-B1B8-276BC97B08EC}" srcOrd="0" destOrd="0" parTransId="{33A27C26-8F39-4ADE-82B9-7116924FAE14}" sibTransId="{809A692A-8EDF-43B8-8561-86966B1F0F02}"/>
    <dgm:cxn modelId="{1F71AB45-5C60-4A94-A274-57503C98DB72}" srcId="{10980F45-946A-4BA6-A079-2B77688E534D}" destId="{C5D1C95E-B8DE-4558-A3E6-5BC8B2EBC537}" srcOrd="1" destOrd="0" parTransId="{BB6800E7-2D55-4923-B520-0C80534459A2}" sibTransId="{C7811936-31DE-4E04-A499-617D0F96C520}"/>
    <dgm:cxn modelId="{04FA7147-FAA7-4ED0-8B74-1641581B02B1}" type="presOf" srcId="{9EF31A2E-624A-4D2F-B950-E235D4EACA27}" destId="{746077C3-0D99-4890-8543-B72A80839366}" srcOrd="0" destOrd="5" presId="urn:microsoft.com/office/officeart/2011/layout/TabList"/>
    <dgm:cxn modelId="{A8CFB56B-2BA4-4AAA-A837-FE916B4C5904}" srcId="{10980F45-946A-4BA6-A079-2B77688E534D}" destId="{E9BC97F3-EFB5-48CD-9835-F441ABF2B439}" srcOrd="0" destOrd="0" parTransId="{86E4CD5A-3673-4558-B954-F44F0FADF9F7}" sibTransId="{871F0D6B-51CA-4944-8A3A-9D566AF77592}"/>
    <dgm:cxn modelId="{6F84EF6B-CB82-44E5-A319-50435B243527}" srcId="{F927E3BB-249B-4ACF-AE8D-0AA38DF74039}" destId="{601D6E14-6A3A-42A3-93EB-549FC6351828}" srcOrd="1" destOrd="0" parTransId="{C3A6B3F5-4EE9-43F2-B600-0AC4C6B80001}" sibTransId="{4FC3890B-4375-47D4-B45B-7D925C4F52E4}"/>
    <dgm:cxn modelId="{A7AC676C-B518-425C-8A0B-C103D9816448}" srcId="{3E58EAD5-6D2D-4FEE-A912-331FD59F4A8E}" destId="{CA90553F-65AF-4AB0-991C-C5B680FF1DD3}" srcOrd="5" destOrd="0" parTransId="{47F4CBE1-FA4D-4115-9633-DE89C59DBF65}" sibTransId="{90BC6F72-E3BD-4B7E-B4F6-3766267C5A0F}"/>
    <dgm:cxn modelId="{1B335772-D9AE-4DDD-8F81-F4CA9D234094}" type="presOf" srcId="{3E58EAD5-6D2D-4FEE-A912-331FD59F4A8E}" destId="{8134A313-AC0C-4870-8644-5E77D03FDFFC}" srcOrd="0" destOrd="0" presId="urn:microsoft.com/office/officeart/2011/layout/TabList"/>
    <dgm:cxn modelId="{F5EA687A-33C9-481D-8F4D-C96DB58F07EE}" type="presOf" srcId="{4CC22A1D-B85A-4E39-8DEF-78953C329C95}" destId="{34560831-6299-4906-B228-BD3309CDF4D4}" srcOrd="0" destOrd="2" presId="urn:microsoft.com/office/officeart/2011/layout/TabList"/>
    <dgm:cxn modelId="{19BCCB84-6962-476F-B1CB-962FB82165C6}" srcId="{601D6E14-6A3A-42A3-93EB-549FC6351828}" destId="{4CC22A1D-B85A-4E39-8DEF-78953C329C95}" srcOrd="1" destOrd="0" parTransId="{1BEF1AB4-A267-4779-AB0D-87F06E631336}" sibTransId="{EE784DD6-0196-4449-AB82-F3E6317D9286}"/>
    <dgm:cxn modelId="{CB0ECC88-5F69-468F-82BF-3A8CA934C7B6}" type="presOf" srcId="{EAC6D77B-E390-484F-ADC5-DCC424A6E137}" destId="{18A30376-562A-4D9E-A2AD-4A304B70055F}" srcOrd="0" destOrd="0" presId="urn:microsoft.com/office/officeart/2011/layout/TabList"/>
    <dgm:cxn modelId="{45A3628A-8514-4A4C-9380-622F8D62D20A}" srcId="{3E58EAD5-6D2D-4FEE-A912-331FD59F4A8E}" destId="{C3B5E770-B98B-45B4-8F1C-AB9E27E3B1A9}" srcOrd="4" destOrd="0" parTransId="{3FEB3341-9469-4554-A88D-176CC0CF7041}" sibTransId="{70261647-A337-445A-B638-3F8F68E885D1}"/>
    <dgm:cxn modelId="{0512D78E-6A65-43E2-90F2-5B3EE0CF27E7}" srcId="{3E58EAD5-6D2D-4FEE-A912-331FD59F4A8E}" destId="{9EF31A2E-624A-4D2F-B950-E235D4EACA27}" srcOrd="6" destOrd="0" parTransId="{5E993B9F-F4BE-496D-8D4F-F1853DF4CFCE}" sibTransId="{1AF84AB5-55DE-4493-9030-53F9FC32AA74}"/>
    <dgm:cxn modelId="{0899BA93-F059-49B3-B8A0-DC2C4FABA3D5}" srcId="{4BCB580E-8C3D-4C48-A6CE-9872FFE823D1}" destId="{3E58EAD5-6D2D-4FEE-A912-331FD59F4A8E}" srcOrd="2" destOrd="0" parTransId="{2887DCD2-98DA-4AC0-A7B2-17C86280877E}" sibTransId="{E8EFDE8E-3A5F-4039-869E-00E7564B0373}"/>
    <dgm:cxn modelId="{95D3CD95-0625-4677-99C7-79D441E7BA27}" srcId="{4BCB580E-8C3D-4C48-A6CE-9872FFE823D1}" destId="{10980F45-946A-4BA6-A079-2B77688E534D}" srcOrd="1" destOrd="0" parTransId="{BD5FB917-AC8D-4AB1-B19E-26D49A85C2EA}" sibTransId="{DA034DD9-D120-434C-BCD1-753D5DD1B05B}"/>
    <dgm:cxn modelId="{F5312797-7ED9-43C4-99BE-54021D64BA57}" srcId="{4BCB580E-8C3D-4C48-A6CE-9872FFE823D1}" destId="{F927E3BB-249B-4ACF-AE8D-0AA38DF74039}" srcOrd="0" destOrd="0" parTransId="{08517BDE-7A3A-4DC6-BD8B-B907A8B12EFA}" sibTransId="{23939618-3BDB-4B40-9905-2973F7D6056B}"/>
    <dgm:cxn modelId="{27BE5C9C-E07C-4622-92CD-6687E7FFF13D}" type="presOf" srcId="{B9E347CC-3FC8-480C-8BD8-48961F51F9AF}" destId="{746077C3-0D99-4890-8543-B72A80839366}" srcOrd="0" destOrd="0" presId="urn:microsoft.com/office/officeart/2011/layout/TabList"/>
    <dgm:cxn modelId="{59AAC59C-F2B9-4AFB-9003-199F22BE4166}" type="presOf" srcId="{F927E3BB-249B-4ACF-AE8D-0AA38DF74039}" destId="{9BEEC198-192C-4171-BBB3-5E54319BE25E}" srcOrd="0" destOrd="0" presId="urn:microsoft.com/office/officeart/2011/layout/TabList"/>
    <dgm:cxn modelId="{E04C3EA9-0805-43CB-A2EB-7914D2528096}" type="presOf" srcId="{C3B5E770-B98B-45B4-8F1C-AB9E27E3B1A9}" destId="{746077C3-0D99-4890-8543-B72A80839366}" srcOrd="0" destOrd="3" presId="urn:microsoft.com/office/officeart/2011/layout/TabList"/>
    <dgm:cxn modelId="{1983B6B0-EA2D-4A86-AAFD-05E1D589C7C9}" srcId="{3E58EAD5-6D2D-4FEE-A912-331FD59F4A8E}" destId="{8A21DB13-15DC-42FB-95A0-E39E6DE43AB3}" srcOrd="3" destOrd="0" parTransId="{9F049154-A22B-4277-9A7C-2C640D744A7F}" sibTransId="{670ACF28-8D2A-44AF-985A-05EE8C2B8457}"/>
    <dgm:cxn modelId="{8297A4B4-3DC0-44BA-8606-736E74542904}" type="presOf" srcId="{5DC1FB12-2648-4F72-B1B8-276BC97B08EC}" destId="{34560831-6299-4906-B228-BD3309CDF4D4}" srcOrd="0" destOrd="1" presId="urn:microsoft.com/office/officeart/2011/layout/TabList"/>
    <dgm:cxn modelId="{BB6710BB-F6D2-46BE-8FA0-739BDB094FFB}" type="presOf" srcId="{10980F45-946A-4BA6-A079-2B77688E534D}" destId="{57ED7A1A-7511-40CF-9214-F385ADC778EE}" srcOrd="0" destOrd="0" presId="urn:microsoft.com/office/officeart/2011/layout/TabList"/>
    <dgm:cxn modelId="{D9E1BCC2-BE40-4D45-9B5A-98BC9F134B95}" type="presOf" srcId="{C5D1C95E-B8DE-4558-A3E6-5BC8B2EBC537}" destId="{13797363-BFA1-4C86-ABBB-C1AF63D25A76}" srcOrd="0" destOrd="0" presId="urn:microsoft.com/office/officeart/2011/layout/TabList"/>
    <dgm:cxn modelId="{34C617C5-A22F-4C26-98DD-DB248E163456}" type="presOf" srcId="{F7847B7B-73B1-4AD4-BF03-6AC68B24EC53}" destId="{E97E8D7E-5E8B-4482-8768-4319141B792A}" srcOrd="0" destOrd="0" presId="urn:microsoft.com/office/officeart/2011/layout/TabList"/>
    <dgm:cxn modelId="{AA04D9D0-C32A-4FB6-B8EA-C156A2CE779F}" type="presOf" srcId="{CA90553F-65AF-4AB0-991C-C5B680FF1DD3}" destId="{746077C3-0D99-4890-8543-B72A80839366}" srcOrd="0" destOrd="4" presId="urn:microsoft.com/office/officeart/2011/layout/TabList"/>
    <dgm:cxn modelId="{4F9C56D7-1B0A-4208-872C-1D3C1DDFF39D}" type="presOf" srcId="{B45E55BE-54B4-4F6E-A8DB-F0A787AC77B7}" destId="{13797363-BFA1-4C86-ABBB-C1AF63D25A76}" srcOrd="0" destOrd="1" presId="urn:microsoft.com/office/officeart/2011/layout/TabList"/>
    <dgm:cxn modelId="{0444AAFE-25E3-47D4-AE73-E270DC47BB30}" srcId="{3E58EAD5-6D2D-4FEE-A912-331FD59F4A8E}" destId="{EAC6D77B-E390-484F-ADC5-DCC424A6E137}" srcOrd="0" destOrd="0" parTransId="{CC1E59AB-2727-4DD6-A6D8-926E054C96C3}" sibTransId="{D4D00B86-EF58-428E-A425-31E9D77643EE}"/>
    <dgm:cxn modelId="{EFE1D589-580F-4489-B4AE-EF8325759756}" type="presParOf" srcId="{97488449-3640-4EE2-BE45-6CE01B7BB70A}" destId="{CDBA169B-AEF6-4844-8069-569BA5791452}" srcOrd="0" destOrd="0" presId="urn:microsoft.com/office/officeart/2011/layout/TabList"/>
    <dgm:cxn modelId="{A96F35FF-E843-4FC0-9D09-B0F0823C75C6}" type="presParOf" srcId="{CDBA169B-AEF6-4844-8069-569BA5791452}" destId="{E97E8D7E-5E8B-4482-8768-4319141B792A}" srcOrd="0" destOrd="0" presId="urn:microsoft.com/office/officeart/2011/layout/TabList"/>
    <dgm:cxn modelId="{97E5B586-0D29-4C04-950A-5350142066FD}" type="presParOf" srcId="{CDBA169B-AEF6-4844-8069-569BA5791452}" destId="{9BEEC198-192C-4171-BBB3-5E54319BE25E}" srcOrd="1" destOrd="0" presId="urn:microsoft.com/office/officeart/2011/layout/TabList"/>
    <dgm:cxn modelId="{3638EBF2-73CA-4DCC-A218-B8505048A5C5}" type="presParOf" srcId="{CDBA169B-AEF6-4844-8069-569BA5791452}" destId="{94EA6B82-895E-416E-9B96-E99C31D7D259}" srcOrd="2" destOrd="0" presId="urn:microsoft.com/office/officeart/2011/layout/TabList"/>
    <dgm:cxn modelId="{A8603E54-B92E-48D2-A2F8-6D85DD400603}" type="presParOf" srcId="{97488449-3640-4EE2-BE45-6CE01B7BB70A}" destId="{34560831-6299-4906-B228-BD3309CDF4D4}" srcOrd="1" destOrd="0" presId="urn:microsoft.com/office/officeart/2011/layout/TabList"/>
    <dgm:cxn modelId="{BCB8A989-1FA1-4DBB-87E1-EC1A16DFDA30}" type="presParOf" srcId="{97488449-3640-4EE2-BE45-6CE01B7BB70A}" destId="{8409606B-DCC2-4FFF-B7D0-AC02619765BA}" srcOrd="2" destOrd="0" presId="urn:microsoft.com/office/officeart/2011/layout/TabList"/>
    <dgm:cxn modelId="{857ACCCF-0AC9-40CB-98C5-C42CFC2BCC4A}" type="presParOf" srcId="{97488449-3640-4EE2-BE45-6CE01B7BB70A}" destId="{BE68418B-963B-424E-8FCA-DAF7DDA14E96}" srcOrd="3" destOrd="0" presId="urn:microsoft.com/office/officeart/2011/layout/TabList"/>
    <dgm:cxn modelId="{2E788ADA-CFA7-4152-9179-25322DCCC567}" type="presParOf" srcId="{BE68418B-963B-424E-8FCA-DAF7DDA14E96}" destId="{E847FA96-7D3A-4A1D-B996-1F9A0FE20D2A}" srcOrd="0" destOrd="0" presId="urn:microsoft.com/office/officeart/2011/layout/TabList"/>
    <dgm:cxn modelId="{65B69F18-B60C-459D-9A0F-D56D515437D1}" type="presParOf" srcId="{BE68418B-963B-424E-8FCA-DAF7DDA14E96}" destId="{57ED7A1A-7511-40CF-9214-F385ADC778EE}" srcOrd="1" destOrd="0" presId="urn:microsoft.com/office/officeart/2011/layout/TabList"/>
    <dgm:cxn modelId="{B3EC747D-C594-4E48-97EF-C1499008AAFF}" type="presParOf" srcId="{BE68418B-963B-424E-8FCA-DAF7DDA14E96}" destId="{2870E16C-9EC4-4899-AE74-514E6097F228}" srcOrd="2" destOrd="0" presId="urn:microsoft.com/office/officeart/2011/layout/TabList"/>
    <dgm:cxn modelId="{61CFC6D8-79D4-4E17-A5AA-4AA5771CDA82}" type="presParOf" srcId="{97488449-3640-4EE2-BE45-6CE01B7BB70A}" destId="{13797363-BFA1-4C86-ABBB-C1AF63D25A76}" srcOrd="4" destOrd="0" presId="urn:microsoft.com/office/officeart/2011/layout/TabList"/>
    <dgm:cxn modelId="{9EF2E7DE-EF1E-4E70-AF6A-49643D628E02}" type="presParOf" srcId="{97488449-3640-4EE2-BE45-6CE01B7BB70A}" destId="{13A41E22-925D-4A91-B6BE-BA7ADA84FBEC}" srcOrd="5" destOrd="0" presId="urn:microsoft.com/office/officeart/2011/layout/TabList"/>
    <dgm:cxn modelId="{245BDEBA-56E6-4E8E-8E5B-5B87C106B220}" type="presParOf" srcId="{97488449-3640-4EE2-BE45-6CE01B7BB70A}" destId="{8F971931-812D-4D4C-8C42-E6DAECEA0C8C}" srcOrd="6" destOrd="0" presId="urn:microsoft.com/office/officeart/2011/layout/TabList"/>
    <dgm:cxn modelId="{8A01EA83-91C6-4015-96C2-849372B9167D}" type="presParOf" srcId="{8F971931-812D-4D4C-8C42-E6DAECEA0C8C}" destId="{18A30376-562A-4D9E-A2AD-4A304B70055F}" srcOrd="0" destOrd="0" presId="urn:microsoft.com/office/officeart/2011/layout/TabList"/>
    <dgm:cxn modelId="{0BC379F2-EB22-4DE8-A3ED-6444E842189D}" type="presParOf" srcId="{8F971931-812D-4D4C-8C42-E6DAECEA0C8C}" destId="{8134A313-AC0C-4870-8644-5E77D03FDFFC}" srcOrd="1" destOrd="0" presId="urn:microsoft.com/office/officeart/2011/layout/TabList"/>
    <dgm:cxn modelId="{A43148CC-102C-4D74-85FD-B7F399B98B7C}" type="presParOf" srcId="{8F971931-812D-4D4C-8C42-E6DAECEA0C8C}" destId="{6A684828-FA4D-4CAE-8A5D-9B4C11059257}" srcOrd="2" destOrd="0" presId="urn:microsoft.com/office/officeart/2011/layout/TabList"/>
    <dgm:cxn modelId="{AA81A9D2-9876-4246-93CE-47884F75F41D}" type="presParOf" srcId="{97488449-3640-4EE2-BE45-6CE01B7BB70A}" destId="{746077C3-0D99-4890-8543-B72A80839366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CCA98F7-57F4-4CDF-A3ED-954774845B3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2C72158-E363-41DC-9557-733C52D9FB66}">
      <dgm:prSet phldrT="[Text]" custT="1"/>
      <dgm:spPr/>
      <dgm:t>
        <a:bodyPr/>
        <a:lstStyle/>
        <a:p>
          <a:r>
            <a:rPr lang="en-IN" sz="5400" b="1" i="0" dirty="0">
              <a:solidFill>
                <a:schemeClr val="tx1"/>
              </a:solidFill>
              <a:highlight>
                <a:srgbClr val="FFFF00"/>
              </a:highlight>
            </a:rPr>
            <a:t>Gene cloning and applications- long </a:t>
          </a:r>
          <a:endParaRPr lang="en-IN" sz="5400" b="1" dirty="0">
            <a:solidFill>
              <a:schemeClr val="tx1"/>
            </a:solidFill>
            <a:highlight>
              <a:srgbClr val="FFFF00"/>
            </a:highlight>
          </a:endParaRPr>
        </a:p>
      </dgm:t>
    </dgm:pt>
    <dgm:pt modelId="{9CD602EB-EDA7-407C-97AA-BDA9E4C6E844}" type="parTrans" cxnId="{E3241529-70F8-4DDB-A0E6-4EBE85A393FE}">
      <dgm:prSet/>
      <dgm:spPr/>
      <dgm:t>
        <a:bodyPr/>
        <a:lstStyle/>
        <a:p>
          <a:endParaRPr lang="en-IN"/>
        </a:p>
      </dgm:t>
    </dgm:pt>
    <dgm:pt modelId="{3B2A908B-8BF4-4E7F-A76A-B7897D678D62}" type="sibTrans" cxnId="{E3241529-70F8-4DDB-A0E6-4EBE85A393FE}">
      <dgm:prSet/>
      <dgm:spPr/>
      <dgm:t>
        <a:bodyPr/>
        <a:lstStyle/>
        <a:p>
          <a:endParaRPr lang="en-IN"/>
        </a:p>
      </dgm:t>
    </dgm:pt>
    <dgm:pt modelId="{7CB784B0-4470-46D2-BFCA-C369B6AEC85E}">
      <dgm:prSet phldrT="[Text]" custT="1"/>
      <dgm:spPr/>
      <dgm:t>
        <a:bodyPr/>
        <a:lstStyle/>
        <a:p>
          <a:pPr algn="just"/>
          <a:r>
            <a:rPr lang="en-US" sz="4400" b="0" i="0" dirty="0">
              <a:solidFill>
                <a:srgbClr val="4D5156"/>
              </a:solidFill>
              <a:effectLst/>
              <a:latin typeface="arial" panose="020B0604020202020204" pitchFamily="34" charset="0"/>
            </a:rPr>
            <a:t>It refers </a:t>
          </a:r>
          <a:r>
            <a:rPr lang="en-US" sz="4400" b="1" i="0" dirty="0">
              <a:solidFill>
                <a:srgbClr val="5F6368"/>
              </a:solidFill>
              <a:effectLst/>
              <a:latin typeface="arial" panose="020B0604020202020204" pitchFamily="34" charset="0"/>
            </a:rPr>
            <a:t>production of multiple copies of a particular gene by using techniques of genetic engineering</a:t>
          </a:r>
          <a:r>
            <a:rPr lang="en-US" sz="4400" b="0" i="0" dirty="0">
              <a:solidFill>
                <a:srgbClr val="4D5156"/>
              </a:solidFill>
              <a:effectLst/>
              <a:latin typeface="arial" panose="020B0604020202020204" pitchFamily="34" charset="0"/>
            </a:rPr>
            <a:t>.</a:t>
          </a:r>
          <a:endParaRPr lang="en-IN" sz="4400" dirty="0"/>
        </a:p>
      </dgm:t>
    </dgm:pt>
    <dgm:pt modelId="{DA98B7ED-0979-4697-8206-7F3BE3D81568}" type="parTrans" cxnId="{DBAA774E-D76E-4964-B2F4-421FA6ACE7E5}">
      <dgm:prSet/>
      <dgm:spPr/>
      <dgm:t>
        <a:bodyPr/>
        <a:lstStyle/>
        <a:p>
          <a:endParaRPr lang="en-IN"/>
        </a:p>
      </dgm:t>
    </dgm:pt>
    <dgm:pt modelId="{F20BF658-81F3-454B-BCE4-AE1ACD9F8D59}" type="sibTrans" cxnId="{DBAA774E-D76E-4964-B2F4-421FA6ACE7E5}">
      <dgm:prSet/>
      <dgm:spPr/>
      <dgm:t>
        <a:bodyPr/>
        <a:lstStyle/>
        <a:p>
          <a:endParaRPr lang="en-IN"/>
        </a:p>
      </dgm:t>
    </dgm:pt>
    <dgm:pt modelId="{49F3B9CD-8552-4513-A310-B70A8D9C8AD2}" type="pres">
      <dgm:prSet presAssocID="{ACCA98F7-57F4-4CDF-A3ED-954774845B3B}" presName="linear" presStyleCnt="0">
        <dgm:presLayoutVars>
          <dgm:dir/>
          <dgm:animLvl val="lvl"/>
          <dgm:resizeHandles val="exact"/>
        </dgm:presLayoutVars>
      </dgm:prSet>
      <dgm:spPr/>
    </dgm:pt>
    <dgm:pt modelId="{29E747CF-B00D-4823-9C54-F000968D8EDA}" type="pres">
      <dgm:prSet presAssocID="{52C72158-E363-41DC-9557-733C52D9FB66}" presName="parentLin" presStyleCnt="0"/>
      <dgm:spPr/>
    </dgm:pt>
    <dgm:pt modelId="{7762B04A-B55A-4346-8254-EC30B9584387}" type="pres">
      <dgm:prSet presAssocID="{52C72158-E363-41DC-9557-733C52D9FB66}" presName="parentLeftMargin" presStyleLbl="node1" presStyleIdx="0" presStyleCnt="1"/>
      <dgm:spPr/>
    </dgm:pt>
    <dgm:pt modelId="{5C09686F-9E54-4772-9ED6-55E447506679}" type="pres">
      <dgm:prSet presAssocID="{52C72158-E363-41DC-9557-733C52D9FB6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D4D0C58-6340-4ED1-ABEC-AFC51E5A93D0}" type="pres">
      <dgm:prSet presAssocID="{52C72158-E363-41DC-9557-733C52D9FB66}" presName="negativeSpace" presStyleCnt="0"/>
      <dgm:spPr/>
    </dgm:pt>
    <dgm:pt modelId="{C34F93B7-480C-4CF8-B988-0D9E8198DE2E}" type="pres">
      <dgm:prSet presAssocID="{52C72158-E363-41DC-9557-733C52D9FB6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677BCC03-32CD-4F7A-99A0-A2D1CB817DCB}" type="presOf" srcId="{52C72158-E363-41DC-9557-733C52D9FB66}" destId="{7762B04A-B55A-4346-8254-EC30B9584387}" srcOrd="0" destOrd="0" presId="urn:microsoft.com/office/officeart/2005/8/layout/list1"/>
    <dgm:cxn modelId="{E5275B1F-6BA6-49EE-A53C-B7BFECEFE373}" type="presOf" srcId="{ACCA98F7-57F4-4CDF-A3ED-954774845B3B}" destId="{49F3B9CD-8552-4513-A310-B70A8D9C8AD2}" srcOrd="0" destOrd="0" presId="urn:microsoft.com/office/officeart/2005/8/layout/list1"/>
    <dgm:cxn modelId="{E3241529-70F8-4DDB-A0E6-4EBE85A393FE}" srcId="{ACCA98F7-57F4-4CDF-A3ED-954774845B3B}" destId="{52C72158-E363-41DC-9557-733C52D9FB66}" srcOrd="0" destOrd="0" parTransId="{9CD602EB-EDA7-407C-97AA-BDA9E4C6E844}" sibTransId="{3B2A908B-8BF4-4E7F-A76A-B7897D678D62}"/>
    <dgm:cxn modelId="{DBAA774E-D76E-4964-B2F4-421FA6ACE7E5}" srcId="{52C72158-E363-41DC-9557-733C52D9FB66}" destId="{7CB784B0-4470-46D2-BFCA-C369B6AEC85E}" srcOrd="0" destOrd="0" parTransId="{DA98B7ED-0979-4697-8206-7F3BE3D81568}" sibTransId="{F20BF658-81F3-454B-BCE4-AE1ACD9F8D59}"/>
    <dgm:cxn modelId="{4457A654-C8B7-4BF8-9AAA-AB4CCF1B7E70}" type="presOf" srcId="{7CB784B0-4470-46D2-BFCA-C369B6AEC85E}" destId="{C34F93B7-480C-4CF8-B988-0D9E8198DE2E}" srcOrd="0" destOrd="0" presId="urn:microsoft.com/office/officeart/2005/8/layout/list1"/>
    <dgm:cxn modelId="{D4E3F6B8-4BB3-437E-9912-AA7C75A8B5AE}" type="presOf" srcId="{52C72158-E363-41DC-9557-733C52D9FB66}" destId="{5C09686F-9E54-4772-9ED6-55E447506679}" srcOrd="1" destOrd="0" presId="urn:microsoft.com/office/officeart/2005/8/layout/list1"/>
    <dgm:cxn modelId="{5E66500A-46A5-44A7-88B9-187262D51E53}" type="presParOf" srcId="{49F3B9CD-8552-4513-A310-B70A8D9C8AD2}" destId="{29E747CF-B00D-4823-9C54-F000968D8EDA}" srcOrd="0" destOrd="0" presId="urn:microsoft.com/office/officeart/2005/8/layout/list1"/>
    <dgm:cxn modelId="{7B653432-6072-4367-9C3D-A024E3AC88A6}" type="presParOf" srcId="{29E747CF-B00D-4823-9C54-F000968D8EDA}" destId="{7762B04A-B55A-4346-8254-EC30B9584387}" srcOrd="0" destOrd="0" presId="urn:microsoft.com/office/officeart/2005/8/layout/list1"/>
    <dgm:cxn modelId="{C0272243-40D6-4FBD-A944-2535D4119CA7}" type="presParOf" srcId="{29E747CF-B00D-4823-9C54-F000968D8EDA}" destId="{5C09686F-9E54-4772-9ED6-55E447506679}" srcOrd="1" destOrd="0" presId="urn:microsoft.com/office/officeart/2005/8/layout/list1"/>
    <dgm:cxn modelId="{AA3B01FA-539D-404A-AD80-7A0669D0AA9D}" type="presParOf" srcId="{49F3B9CD-8552-4513-A310-B70A8D9C8AD2}" destId="{2D4D0C58-6340-4ED1-ABEC-AFC51E5A93D0}" srcOrd="1" destOrd="0" presId="urn:microsoft.com/office/officeart/2005/8/layout/list1"/>
    <dgm:cxn modelId="{A0C5C670-787B-4E99-BF22-D68E56B06405}" type="presParOf" srcId="{49F3B9CD-8552-4513-A310-B70A8D9C8AD2}" destId="{C34F93B7-480C-4CF8-B988-0D9E8198DE2E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CCA98F7-57F4-4CDF-A3ED-954774845B3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2C72158-E363-41DC-9557-733C52D9FB66}">
      <dgm:prSet phldrT="[Text]" custT="1"/>
      <dgm:spPr/>
      <dgm:t>
        <a:bodyPr/>
        <a:lstStyle/>
        <a:p>
          <a:r>
            <a:rPr lang="en-IN" sz="2800" b="1" i="0" dirty="0">
              <a:solidFill>
                <a:schemeClr val="tx1"/>
              </a:solidFill>
              <a:highlight>
                <a:srgbClr val="C0C0C0"/>
              </a:highlight>
            </a:rPr>
            <a:t>Gene Therapy</a:t>
          </a:r>
          <a:endParaRPr lang="en-IN" sz="2800" b="1" dirty="0">
            <a:solidFill>
              <a:schemeClr val="tx1"/>
            </a:solidFill>
            <a:highlight>
              <a:srgbClr val="C0C0C0"/>
            </a:highlight>
          </a:endParaRPr>
        </a:p>
      </dgm:t>
    </dgm:pt>
    <dgm:pt modelId="{9CD602EB-EDA7-407C-97AA-BDA9E4C6E844}" type="parTrans" cxnId="{E3241529-70F8-4DDB-A0E6-4EBE85A393FE}">
      <dgm:prSet/>
      <dgm:spPr/>
      <dgm:t>
        <a:bodyPr/>
        <a:lstStyle/>
        <a:p>
          <a:endParaRPr lang="en-IN"/>
        </a:p>
      </dgm:t>
    </dgm:pt>
    <dgm:pt modelId="{3B2A908B-8BF4-4E7F-A76A-B7897D678D62}" type="sibTrans" cxnId="{E3241529-70F8-4DDB-A0E6-4EBE85A393FE}">
      <dgm:prSet/>
      <dgm:spPr/>
      <dgm:t>
        <a:bodyPr/>
        <a:lstStyle/>
        <a:p>
          <a:endParaRPr lang="en-IN"/>
        </a:p>
      </dgm:t>
    </dgm:pt>
    <dgm:pt modelId="{79AFADA3-8667-44EF-B223-3DEB88F9DF88}">
      <dgm:prSet phldrT="[Text]"/>
      <dgm:spPr/>
      <dgm:t>
        <a:bodyPr/>
        <a:lstStyle/>
        <a:p>
          <a:pPr algn="just"/>
          <a:r>
            <a:rPr lang="en-US" b="0" i="0" dirty="0"/>
            <a:t>Gene therapy is a technique that involves the replacement of defective genes with healthy ones in order to treat genetic disorders. </a:t>
          </a:r>
          <a:endParaRPr lang="en-IN" dirty="0"/>
        </a:p>
      </dgm:t>
    </dgm:pt>
    <dgm:pt modelId="{FC1B9F90-A186-4863-90F0-18ACCE466FE0}" type="parTrans" cxnId="{C384FF49-C789-4909-ADE0-9D82CC313F9D}">
      <dgm:prSet/>
      <dgm:spPr/>
      <dgm:t>
        <a:bodyPr/>
        <a:lstStyle/>
        <a:p>
          <a:endParaRPr lang="en-IN"/>
        </a:p>
      </dgm:t>
    </dgm:pt>
    <dgm:pt modelId="{7ADDE754-57D7-438B-A0CC-D4173F98CD82}" type="sibTrans" cxnId="{C384FF49-C789-4909-ADE0-9D82CC313F9D}">
      <dgm:prSet/>
      <dgm:spPr/>
      <dgm:t>
        <a:bodyPr/>
        <a:lstStyle/>
        <a:p>
          <a:endParaRPr lang="en-IN"/>
        </a:p>
      </dgm:t>
    </dgm:pt>
    <dgm:pt modelId="{037E17CC-BC9B-4909-B12A-706026185641}">
      <dgm:prSet phldrT="[Text]"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It is used in the replacement of genes that cause medical ill-health</a:t>
          </a:r>
          <a:endParaRPr lang="en-IN" dirty="0"/>
        </a:p>
      </dgm:t>
    </dgm:pt>
    <dgm:pt modelId="{8FBB657E-143C-498C-B24B-2A82AE522AD6}" type="parTrans" cxnId="{9E71A5B8-B829-4037-AABC-2A180DBAB591}">
      <dgm:prSet/>
      <dgm:spPr/>
      <dgm:t>
        <a:bodyPr/>
        <a:lstStyle/>
        <a:p>
          <a:endParaRPr lang="en-IN"/>
        </a:p>
      </dgm:t>
    </dgm:pt>
    <dgm:pt modelId="{51A567C5-6DF5-4F1B-B42D-520CA2956318}" type="sibTrans" cxnId="{9E71A5B8-B829-4037-AABC-2A180DBAB591}">
      <dgm:prSet/>
      <dgm:spPr/>
      <dgm:t>
        <a:bodyPr/>
        <a:lstStyle/>
        <a:p>
          <a:endParaRPr lang="en-IN"/>
        </a:p>
      </dgm:t>
    </dgm:pt>
    <dgm:pt modelId="{67DDC022-4BC4-4190-924C-BD64CB7A035E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The method generally destroys the problem causing genes</a:t>
          </a:r>
        </a:p>
      </dgm:t>
    </dgm:pt>
    <dgm:pt modelId="{8B204E87-72F8-475C-AA0E-0F866B2A359E}" type="parTrans" cxnId="{F130B551-4B10-4C68-B883-6DA04CE83755}">
      <dgm:prSet/>
      <dgm:spPr/>
      <dgm:t>
        <a:bodyPr/>
        <a:lstStyle/>
        <a:p>
          <a:endParaRPr lang="en-IN"/>
        </a:p>
      </dgm:t>
    </dgm:pt>
    <dgm:pt modelId="{28194B5D-AE6F-4D7B-A795-FF6D4AC3DC1C}" type="sibTrans" cxnId="{F130B551-4B10-4C68-B883-6DA04CE83755}">
      <dgm:prSet/>
      <dgm:spPr/>
      <dgm:t>
        <a:bodyPr/>
        <a:lstStyle/>
        <a:p>
          <a:endParaRPr lang="en-IN"/>
        </a:p>
      </dgm:t>
    </dgm:pt>
    <dgm:pt modelId="{21EF1199-3C4C-429A-A653-69941575B98D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It helps the body to fight against diseases by adding genes to the human body</a:t>
          </a:r>
        </a:p>
      </dgm:t>
    </dgm:pt>
    <dgm:pt modelId="{5674E30F-80AD-4540-962E-FC07EB3266F1}" type="parTrans" cxnId="{B95F8E67-20B9-4FED-85A0-C811C342DC64}">
      <dgm:prSet/>
      <dgm:spPr/>
      <dgm:t>
        <a:bodyPr/>
        <a:lstStyle/>
        <a:p>
          <a:endParaRPr lang="en-IN"/>
        </a:p>
      </dgm:t>
    </dgm:pt>
    <dgm:pt modelId="{84C7653C-8611-4B72-8ACE-62831A4FEBD4}" type="sibTrans" cxnId="{B95F8E67-20B9-4FED-85A0-C811C342DC64}">
      <dgm:prSet/>
      <dgm:spPr/>
      <dgm:t>
        <a:bodyPr/>
        <a:lstStyle/>
        <a:p>
          <a:endParaRPr lang="en-IN"/>
        </a:p>
      </dgm:t>
    </dgm:pt>
    <dgm:pt modelId="{4635F119-1A39-4D9F-AB11-9CA315C7A9D7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This method is employed to treat diseases such as cancer, cystic fibrosis, etc.</a:t>
          </a:r>
        </a:p>
      </dgm:t>
    </dgm:pt>
    <dgm:pt modelId="{96633D73-48C0-44A8-A0AB-D6EDC36F93C3}" type="parTrans" cxnId="{C10D7D44-50EA-4E98-932A-857C7BC79EE4}">
      <dgm:prSet/>
      <dgm:spPr/>
      <dgm:t>
        <a:bodyPr/>
        <a:lstStyle/>
        <a:p>
          <a:endParaRPr lang="en-IN"/>
        </a:p>
      </dgm:t>
    </dgm:pt>
    <dgm:pt modelId="{A7D7FC68-4119-4594-B232-003D93F6B793}" type="sibTrans" cxnId="{C10D7D44-50EA-4E98-932A-857C7BC79EE4}">
      <dgm:prSet/>
      <dgm:spPr/>
      <dgm:t>
        <a:bodyPr/>
        <a:lstStyle/>
        <a:p>
          <a:endParaRPr lang="en-IN"/>
        </a:p>
      </dgm:t>
    </dgm:pt>
    <dgm:pt modelId="{DD743D39-5F19-42B2-AB60-76AAD5FC84A4}">
      <dgm:prSet phldrT="[Text]"/>
      <dgm:spPr/>
      <dgm:t>
        <a:bodyPr/>
        <a:lstStyle/>
        <a:p>
          <a:pPr algn="just"/>
          <a:r>
            <a:rPr lang="en-IN" b="0" i="0" dirty="0"/>
            <a:t>Application of Gene Therapy/ Gene cloning</a:t>
          </a:r>
          <a:endParaRPr lang="en-IN" dirty="0"/>
        </a:p>
      </dgm:t>
    </dgm:pt>
    <dgm:pt modelId="{E67D8B56-542F-4892-ABD8-131591603AE7}" type="sibTrans" cxnId="{48A5DC29-04ED-48A4-941A-8C8D6A595C73}">
      <dgm:prSet/>
      <dgm:spPr/>
      <dgm:t>
        <a:bodyPr/>
        <a:lstStyle/>
        <a:p>
          <a:endParaRPr lang="en-IN"/>
        </a:p>
      </dgm:t>
    </dgm:pt>
    <dgm:pt modelId="{21074456-AA18-4EA8-A611-7064DF1527C6}" type="parTrans" cxnId="{48A5DC29-04ED-48A4-941A-8C8D6A595C73}">
      <dgm:prSet/>
      <dgm:spPr/>
      <dgm:t>
        <a:bodyPr/>
        <a:lstStyle/>
        <a:p>
          <a:endParaRPr lang="en-IN"/>
        </a:p>
      </dgm:t>
    </dgm:pt>
    <dgm:pt modelId="{7CB784B0-4470-46D2-BFCA-C369B6AEC85E}">
      <dgm:prSet phldrT="[Text]"/>
      <dgm:spPr/>
      <dgm:t>
        <a:bodyPr/>
        <a:lstStyle/>
        <a:p>
          <a:pPr algn="just"/>
          <a:endParaRPr lang="en-IN" dirty="0"/>
        </a:p>
      </dgm:t>
    </dgm:pt>
    <dgm:pt modelId="{DA98B7ED-0979-4697-8206-7F3BE3D81568}" type="parTrans" cxnId="{DBAA774E-D76E-4964-B2F4-421FA6ACE7E5}">
      <dgm:prSet/>
      <dgm:spPr/>
      <dgm:t>
        <a:bodyPr/>
        <a:lstStyle/>
        <a:p>
          <a:endParaRPr lang="en-IN"/>
        </a:p>
      </dgm:t>
    </dgm:pt>
    <dgm:pt modelId="{F20BF658-81F3-454B-BCE4-AE1ACD9F8D59}" type="sibTrans" cxnId="{DBAA774E-D76E-4964-B2F4-421FA6ACE7E5}">
      <dgm:prSet/>
      <dgm:spPr/>
      <dgm:t>
        <a:bodyPr/>
        <a:lstStyle/>
        <a:p>
          <a:endParaRPr lang="en-IN"/>
        </a:p>
      </dgm:t>
    </dgm:pt>
    <dgm:pt modelId="{49F3B9CD-8552-4513-A310-B70A8D9C8AD2}" type="pres">
      <dgm:prSet presAssocID="{ACCA98F7-57F4-4CDF-A3ED-954774845B3B}" presName="linear" presStyleCnt="0">
        <dgm:presLayoutVars>
          <dgm:dir/>
          <dgm:animLvl val="lvl"/>
          <dgm:resizeHandles val="exact"/>
        </dgm:presLayoutVars>
      </dgm:prSet>
      <dgm:spPr/>
    </dgm:pt>
    <dgm:pt modelId="{29E747CF-B00D-4823-9C54-F000968D8EDA}" type="pres">
      <dgm:prSet presAssocID="{52C72158-E363-41DC-9557-733C52D9FB66}" presName="parentLin" presStyleCnt="0"/>
      <dgm:spPr/>
    </dgm:pt>
    <dgm:pt modelId="{7762B04A-B55A-4346-8254-EC30B9584387}" type="pres">
      <dgm:prSet presAssocID="{52C72158-E363-41DC-9557-733C52D9FB66}" presName="parentLeftMargin" presStyleLbl="node1" presStyleIdx="0" presStyleCnt="1"/>
      <dgm:spPr/>
    </dgm:pt>
    <dgm:pt modelId="{5C09686F-9E54-4772-9ED6-55E447506679}" type="pres">
      <dgm:prSet presAssocID="{52C72158-E363-41DC-9557-733C52D9FB6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D4D0C58-6340-4ED1-ABEC-AFC51E5A93D0}" type="pres">
      <dgm:prSet presAssocID="{52C72158-E363-41DC-9557-733C52D9FB66}" presName="negativeSpace" presStyleCnt="0"/>
      <dgm:spPr/>
    </dgm:pt>
    <dgm:pt modelId="{C34F93B7-480C-4CF8-B988-0D9E8198DE2E}" type="pres">
      <dgm:prSet presAssocID="{52C72158-E363-41DC-9557-733C52D9FB6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677BCC03-32CD-4F7A-99A0-A2D1CB817DCB}" type="presOf" srcId="{52C72158-E363-41DC-9557-733C52D9FB66}" destId="{7762B04A-B55A-4346-8254-EC30B9584387}" srcOrd="0" destOrd="0" presId="urn:microsoft.com/office/officeart/2005/8/layout/list1"/>
    <dgm:cxn modelId="{D49F7B09-F736-470E-8C4A-05F80F51ACAD}" type="presOf" srcId="{21EF1199-3C4C-429A-A653-69941575B98D}" destId="{C34F93B7-480C-4CF8-B988-0D9E8198DE2E}" srcOrd="0" destOrd="5" presId="urn:microsoft.com/office/officeart/2005/8/layout/list1"/>
    <dgm:cxn modelId="{632A120B-4E6C-4745-9017-E71BFA418462}" type="presOf" srcId="{67DDC022-4BC4-4190-924C-BD64CB7A035E}" destId="{C34F93B7-480C-4CF8-B988-0D9E8198DE2E}" srcOrd="0" destOrd="4" presId="urn:microsoft.com/office/officeart/2005/8/layout/list1"/>
    <dgm:cxn modelId="{DB5B8A0B-D80A-41C6-912D-FDA6F9414A36}" type="presOf" srcId="{DD743D39-5F19-42B2-AB60-76AAD5FC84A4}" destId="{C34F93B7-480C-4CF8-B988-0D9E8198DE2E}" srcOrd="0" destOrd="2" presId="urn:microsoft.com/office/officeart/2005/8/layout/list1"/>
    <dgm:cxn modelId="{E5275B1F-6BA6-49EE-A53C-B7BFECEFE373}" type="presOf" srcId="{ACCA98F7-57F4-4CDF-A3ED-954774845B3B}" destId="{49F3B9CD-8552-4513-A310-B70A8D9C8AD2}" srcOrd="0" destOrd="0" presId="urn:microsoft.com/office/officeart/2005/8/layout/list1"/>
    <dgm:cxn modelId="{E3241529-70F8-4DDB-A0E6-4EBE85A393FE}" srcId="{ACCA98F7-57F4-4CDF-A3ED-954774845B3B}" destId="{52C72158-E363-41DC-9557-733C52D9FB66}" srcOrd="0" destOrd="0" parTransId="{9CD602EB-EDA7-407C-97AA-BDA9E4C6E844}" sibTransId="{3B2A908B-8BF4-4E7F-A76A-B7897D678D62}"/>
    <dgm:cxn modelId="{48A5DC29-04ED-48A4-941A-8C8D6A595C73}" srcId="{52C72158-E363-41DC-9557-733C52D9FB66}" destId="{DD743D39-5F19-42B2-AB60-76AAD5FC84A4}" srcOrd="2" destOrd="0" parTransId="{21074456-AA18-4EA8-A611-7064DF1527C6}" sibTransId="{E67D8B56-542F-4892-ABD8-131591603AE7}"/>
    <dgm:cxn modelId="{C10D7D44-50EA-4E98-932A-857C7BC79EE4}" srcId="{DD743D39-5F19-42B2-AB60-76AAD5FC84A4}" destId="{4635F119-1A39-4D9F-AB11-9CA315C7A9D7}" srcOrd="3" destOrd="0" parTransId="{96633D73-48C0-44A8-A0AB-D6EDC36F93C3}" sibTransId="{A7D7FC68-4119-4594-B232-003D93F6B793}"/>
    <dgm:cxn modelId="{B95F8E67-20B9-4FED-85A0-C811C342DC64}" srcId="{DD743D39-5F19-42B2-AB60-76AAD5FC84A4}" destId="{21EF1199-3C4C-429A-A653-69941575B98D}" srcOrd="2" destOrd="0" parTransId="{5674E30F-80AD-4540-962E-FC07EB3266F1}" sibTransId="{84C7653C-8611-4B72-8ACE-62831A4FEBD4}"/>
    <dgm:cxn modelId="{C384FF49-C789-4909-ADE0-9D82CC313F9D}" srcId="{52C72158-E363-41DC-9557-733C52D9FB66}" destId="{79AFADA3-8667-44EF-B223-3DEB88F9DF88}" srcOrd="1" destOrd="0" parTransId="{FC1B9F90-A186-4863-90F0-18ACCE466FE0}" sibTransId="{7ADDE754-57D7-438B-A0CC-D4173F98CD82}"/>
    <dgm:cxn modelId="{7CF3144A-BF8F-4119-90A7-37749BA7CA57}" type="presOf" srcId="{4635F119-1A39-4D9F-AB11-9CA315C7A9D7}" destId="{C34F93B7-480C-4CF8-B988-0D9E8198DE2E}" srcOrd="0" destOrd="6" presId="urn:microsoft.com/office/officeart/2005/8/layout/list1"/>
    <dgm:cxn modelId="{DBAA774E-D76E-4964-B2F4-421FA6ACE7E5}" srcId="{52C72158-E363-41DC-9557-733C52D9FB66}" destId="{7CB784B0-4470-46D2-BFCA-C369B6AEC85E}" srcOrd="0" destOrd="0" parTransId="{DA98B7ED-0979-4697-8206-7F3BE3D81568}" sibTransId="{F20BF658-81F3-454B-BCE4-AE1ACD9F8D59}"/>
    <dgm:cxn modelId="{F130B551-4B10-4C68-B883-6DA04CE83755}" srcId="{DD743D39-5F19-42B2-AB60-76AAD5FC84A4}" destId="{67DDC022-4BC4-4190-924C-BD64CB7A035E}" srcOrd="1" destOrd="0" parTransId="{8B204E87-72F8-475C-AA0E-0F866B2A359E}" sibTransId="{28194B5D-AE6F-4D7B-A795-FF6D4AC3DC1C}"/>
    <dgm:cxn modelId="{4457A654-C8B7-4BF8-9AAA-AB4CCF1B7E70}" type="presOf" srcId="{7CB784B0-4470-46D2-BFCA-C369B6AEC85E}" destId="{C34F93B7-480C-4CF8-B988-0D9E8198DE2E}" srcOrd="0" destOrd="0" presId="urn:microsoft.com/office/officeart/2005/8/layout/list1"/>
    <dgm:cxn modelId="{0CDCC48C-D5C6-4B5A-A7DF-D6338797A2FF}" type="presOf" srcId="{037E17CC-BC9B-4909-B12A-706026185641}" destId="{C34F93B7-480C-4CF8-B988-0D9E8198DE2E}" srcOrd="0" destOrd="3" presId="urn:microsoft.com/office/officeart/2005/8/layout/list1"/>
    <dgm:cxn modelId="{9E71A5B8-B829-4037-AABC-2A180DBAB591}" srcId="{DD743D39-5F19-42B2-AB60-76AAD5FC84A4}" destId="{037E17CC-BC9B-4909-B12A-706026185641}" srcOrd="0" destOrd="0" parTransId="{8FBB657E-143C-498C-B24B-2A82AE522AD6}" sibTransId="{51A567C5-6DF5-4F1B-B42D-520CA2956318}"/>
    <dgm:cxn modelId="{D4E3F6B8-4BB3-437E-9912-AA7C75A8B5AE}" type="presOf" srcId="{52C72158-E363-41DC-9557-733C52D9FB66}" destId="{5C09686F-9E54-4772-9ED6-55E447506679}" srcOrd="1" destOrd="0" presId="urn:microsoft.com/office/officeart/2005/8/layout/list1"/>
    <dgm:cxn modelId="{3C6DA3FF-CA60-42A4-A8F3-FFE72B1F59CF}" type="presOf" srcId="{79AFADA3-8667-44EF-B223-3DEB88F9DF88}" destId="{C34F93B7-480C-4CF8-B988-0D9E8198DE2E}" srcOrd="0" destOrd="1" presId="urn:microsoft.com/office/officeart/2005/8/layout/list1"/>
    <dgm:cxn modelId="{5E66500A-46A5-44A7-88B9-187262D51E53}" type="presParOf" srcId="{49F3B9CD-8552-4513-A310-B70A8D9C8AD2}" destId="{29E747CF-B00D-4823-9C54-F000968D8EDA}" srcOrd="0" destOrd="0" presId="urn:microsoft.com/office/officeart/2005/8/layout/list1"/>
    <dgm:cxn modelId="{7B653432-6072-4367-9C3D-A024E3AC88A6}" type="presParOf" srcId="{29E747CF-B00D-4823-9C54-F000968D8EDA}" destId="{7762B04A-B55A-4346-8254-EC30B9584387}" srcOrd="0" destOrd="0" presId="urn:microsoft.com/office/officeart/2005/8/layout/list1"/>
    <dgm:cxn modelId="{C0272243-40D6-4FBD-A944-2535D4119CA7}" type="presParOf" srcId="{29E747CF-B00D-4823-9C54-F000968D8EDA}" destId="{5C09686F-9E54-4772-9ED6-55E447506679}" srcOrd="1" destOrd="0" presId="urn:microsoft.com/office/officeart/2005/8/layout/list1"/>
    <dgm:cxn modelId="{AA3B01FA-539D-404A-AD80-7A0669D0AA9D}" type="presParOf" srcId="{49F3B9CD-8552-4513-A310-B70A8D9C8AD2}" destId="{2D4D0C58-6340-4ED1-ABEC-AFC51E5A93D0}" srcOrd="1" destOrd="0" presId="urn:microsoft.com/office/officeart/2005/8/layout/list1"/>
    <dgm:cxn modelId="{A0C5C670-787B-4E99-BF22-D68E56B06405}" type="presParOf" srcId="{49F3B9CD-8552-4513-A310-B70A8D9C8AD2}" destId="{C34F93B7-480C-4CF8-B988-0D9E8198DE2E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50FEFCF-1896-4873-8769-0ADACA2FBF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03032F4-0F9B-4E7C-BCA9-13D787430D0E}">
      <dgm:prSet phldrT="[Text]"/>
      <dgm:spPr>
        <a:solidFill>
          <a:schemeClr val="bg1"/>
        </a:solidFill>
      </dgm:spPr>
      <dgm:t>
        <a:bodyPr/>
        <a:lstStyle/>
        <a:p>
          <a:pPr algn="just"/>
          <a:endParaRPr lang="en-IN" dirty="0">
            <a:solidFill>
              <a:schemeClr val="tx1"/>
            </a:solidFill>
          </a:endParaRPr>
        </a:p>
      </dgm:t>
    </dgm:pt>
    <dgm:pt modelId="{B62036F6-86E0-43A1-BE3C-D8163106008B}" type="parTrans" cxnId="{FA2E10EF-3644-42A3-857B-EFFAEA16A1EC}">
      <dgm:prSet/>
      <dgm:spPr/>
      <dgm:t>
        <a:bodyPr/>
        <a:lstStyle/>
        <a:p>
          <a:endParaRPr lang="en-IN"/>
        </a:p>
      </dgm:t>
    </dgm:pt>
    <dgm:pt modelId="{A592D6FA-8C10-4B3D-B768-D6F41326C977}" type="sibTrans" cxnId="{FA2E10EF-3644-42A3-857B-EFFAEA16A1EC}">
      <dgm:prSet/>
      <dgm:spPr/>
      <dgm:t>
        <a:bodyPr/>
        <a:lstStyle/>
        <a:p>
          <a:endParaRPr lang="en-IN"/>
        </a:p>
      </dgm:t>
    </dgm:pt>
    <dgm:pt modelId="{E0872991-D576-4786-904A-71C998F7F66F}">
      <dgm:prSet phldrT="[Text]"/>
      <dgm:spPr/>
      <dgm:t>
        <a:bodyPr/>
        <a:lstStyle/>
        <a:p>
          <a:pPr algn="just"/>
          <a:endParaRPr lang="en-IN" dirty="0"/>
        </a:p>
      </dgm:t>
    </dgm:pt>
    <dgm:pt modelId="{B898A74E-954F-4B91-A374-A069F254CE5E}" type="parTrans" cxnId="{AC1ED000-976E-4CFC-B331-8E5B6376A573}">
      <dgm:prSet/>
      <dgm:spPr/>
      <dgm:t>
        <a:bodyPr/>
        <a:lstStyle/>
        <a:p>
          <a:endParaRPr lang="en-IN"/>
        </a:p>
      </dgm:t>
    </dgm:pt>
    <dgm:pt modelId="{2369D656-3172-431A-B677-D6D7545ABF6E}" type="sibTrans" cxnId="{AC1ED000-976E-4CFC-B331-8E5B6376A573}">
      <dgm:prSet/>
      <dgm:spPr/>
      <dgm:t>
        <a:bodyPr/>
        <a:lstStyle/>
        <a:p>
          <a:endParaRPr lang="en-IN"/>
        </a:p>
      </dgm:t>
    </dgm:pt>
    <dgm:pt modelId="{CA566BEC-5CBC-42D6-87F8-8A5DFF5F6C26}">
      <dgm:prSet phldrT="[Text]" custT="1"/>
      <dgm:spPr/>
      <dgm:t>
        <a:bodyPr/>
        <a:lstStyle/>
        <a:p>
          <a:pPr algn="just"/>
          <a:r>
            <a:rPr lang="en-US" sz="2800" b="0" i="0" kern="1200" dirty="0"/>
            <a:t>They serve as a </a:t>
          </a:r>
          <a:r>
            <a:rPr lang="en-US" sz="2800" b="1" i="0" kern="1200" dirty="0"/>
            <a:t>repair system </a:t>
          </a:r>
          <a:r>
            <a:rPr lang="en-US" sz="2800" b="0" i="0" kern="1200" dirty="0"/>
            <a:t>for the body.</a:t>
          </a:r>
          <a:endParaRPr lang="en-IN" sz="2800" kern="1200" dirty="0"/>
        </a:p>
      </dgm:t>
    </dgm:pt>
    <dgm:pt modelId="{2937D7FA-0301-4FC6-A943-AEC73D366A33}" type="parTrans" cxnId="{C1B1A15A-540C-4C79-80D5-73033C069106}">
      <dgm:prSet/>
      <dgm:spPr/>
      <dgm:t>
        <a:bodyPr/>
        <a:lstStyle/>
        <a:p>
          <a:endParaRPr lang="en-IN"/>
        </a:p>
      </dgm:t>
    </dgm:pt>
    <dgm:pt modelId="{68AE384A-4D64-422C-A863-08C5C1D1E69F}" type="sibTrans" cxnId="{C1B1A15A-540C-4C79-80D5-73033C069106}">
      <dgm:prSet/>
      <dgm:spPr/>
      <dgm:t>
        <a:bodyPr/>
        <a:lstStyle/>
        <a:p>
          <a:endParaRPr lang="en-IN"/>
        </a:p>
      </dgm:t>
    </dgm:pt>
    <dgm:pt modelId="{C3FF0F3A-FFC5-4654-B40C-59764320D884}">
      <dgm:prSet phldrT="[Text]"/>
      <dgm:spPr>
        <a:solidFill>
          <a:schemeClr val="bg1"/>
        </a:solidFill>
      </dgm:spPr>
      <dgm:t>
        <a:bodyPr/>
        <a:lstStyle/>
        <a:p>
          <a:pPr algn="just"/>
          <a:endParaRPr lang="en-IN" dirty="0"/>
        </a:p>
      </dgm:t>
    </dgm:pt>
    <dgm:pt modelId="{74770099-A731-44A2-9278-DC1378804915}" type="parTrans" cxnId="{E8AB1B7C-F9B0-416E-81BE-345E5CA35DEC}">
      <dgm:prSet/>
      <dgm:spPr/>
      <dgm:t>
        <a:bodyPr/>
        <a:lstStyle/>
        <a:p>
          <a:endParaRPr lang="en-IN"/>
        </a:p>
      </dgm:t>
    </dgm:pt>
    <dgm:pt modelId="{6C0A3CF4-70DE-4A63-8092-F4D90F1D81CD}" type="sibTrans" cxnId="{E8AB1B7C-F9B0-416E-81BE-345E5CA35DEC}">
      <dgm:prSet/>
      <dgm:spPr/>
      <dgm:t>
        <a:bodyPr/>
        <a:lstStyle/>
        <a:p>
          <a:endParaRPr lang="en-IN"/>
        </a:p>
      </dgm:t>
    </dgm:pt>
    <dgm:pt modelId="{C47A2C49-DA37-4F20-99DD-9DECB1F6ABA0}">
      <dgm:prSet custT="1"/>
      <dgm:spPr/>
      <dgm:t>
        <a:bodyPr/>
        <a:lstStyle/>
        <a:p>
          <a:pPr algn="just"/>
          <a:r>
            <a:rPr lang="en-US" sz="2800" b="0" i="0" kern="1200" dirty="0">
              <a:solidFill>
                <a:schemeClr val="tx1"/>
              </a:solidFill>
            </a:rPr>
            <a:t>A specific type of cell </a:t>
          </a:r>
          <a:r>
            <a:rPr lang="en-US" sz="2800" b="1" i="0" kern="1200" dirty="0">
              <a:solidFill>
                <a:schemeClr val="tx1"/>
              </a:solidFill>
            </a:rPr>
            <a:t>capable of evolving into many different types of specialized cells within the body</a:t>
          </a:r>
          <a:endParaRPr lang="en-IN" sz="2800" b="1" kern="1200" dirty="0"/>
        </a:p>
      </dgm:t>
    </dgm:pt>
    <dgm:pt modelId="{583A618F-CB9B-4777-A53B-1CE1F654A682}" type="parTrans" cxnId="{CC146C45-396B-4703-8AB2-F61F0333F1B7}">
      <dgm:prSet/>
      <dgm:spPr/>
      <dgm:t>
        <a:bodyPr/>
        <a:lstStyle/>
        <a:p>
          <a:endParaRPr lang="en-IN"/>
        </a:p>
      </dgm:t>
    </dgm:pt>
    <dgm:pt modelId="{5194480C-0CE9-4DA6-BCE7-9C37050002C8}" type="sibTrans" cxnId="{CC146C45-396B-4703-8AB2-F61F0333F1B7}">
      <dgm:prSet/>
      <dgm:spPr/>
      <dgm:t>
        <a:bodyPr/>
        <a:lstStyle/>
        <a:p>
          <a:endParaRPr lang="en-IN"/>
        </a:p>
      </dgm:t>
    </dgm:pt>
    <dgm:pt modelId="{E2558F17-2D54-4F3A-BBF9-E209805E85A5}">
      <dgm:prSet phldrT="[Text]" custT="1"/>
      <dgm:spPr/>
      <dgm:t>
        <a:bodyPr/>
        <a:lstStyle/>
        <a:p>
          <a:pPr algn="just"/>
          <a:r>
            <a:rPr lang="en-US" sz="2800" b="0" i="0" kern="1200" dirty="0">
              <a:latin typeface="+mn-lt"/>
            </a:rPr>
            <a:t>Research on stem cells is going on, and it is believed that stem cell therapies can cure ailments like paralysis and Alzheimer’s as well. </a:t>
          </a:r>
          <a:endParaRPr lang="en-IN" sz="2800" kern="1200" dirty="0"/>
        </a:p>
      </dgm:t>
    </dgm:pt>
    <dgm:pt modelId="{589429D4-AA49-44B1-8FCD-79498E946E4C}" type="parTrans" cxnId="{754E95E1-B628-4545-96F9-FB44472F1A31}">
      <dgm:prSet/>
      <dgm:spPr/>
      <dgm:t>
        <a:bodyPr/>
        <a:lstStyle/>
        <a:p>
          <a:endParaRPr lang="en-IN"/>
        </a:p>
      </dgm:t>
    </dgm:pt>
    <dgm:pt modelId="{871A6518-D744-492A-A3C7-7048236B6465}" type="sibTrans" cxnId="{754E95E1-B628-4545-96F9-FB44472F1A31}">
      <dgm:prSet/>
      <dgm:spPr/>
      <dgm:t>
        <a:bodyPr/>
        <a:lstStyle/>
        <a:p>
          <a:endParaRPr lang="en-IN"/>
        </a:p>
      </dgm:t>
    </dgm:pt>
    <dgm:pt modelId="{B11A8524-F4DB-4B0A-85BA-BC03E1EBF339}">
      <dgm:prSet phldrT="[Text]" custT="1"/>
      <dgm:spPr/>
      <dgm:t>
        <a:bodyPr/>
        <a:lstStyle/>
        <a:p>
          <a:pPr algn="just"/>
          <a:r>
            <a:rPr lang="en-US" sz="28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Ability to </a:t>
          </a:r>
          <a:r>
            <a:rPr lang="en-US" sz="2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continuously divide and develop</a:t>
          </a:r>
          <a:r>
            <a:rPr lang="en-US" sz="28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 into various other kinds of cells.</a:t>
          </a:r>
          <a:endParaRPr lang="en-IN" sz="28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imes New Roman" panose="02020603050405020304"/>
            <a:ea typeface="+mn-ea"/>
            <a:cs typeface="+mn-cs"/>
          </a:endParaRPr>
        </a:p>
      </dgm:t>
    </dgm:pt>
    <dgm:pt modelId="{1A0FBF57-8869-4E08-895F-BB978D7BEF6A}" type="parTrans" cxnId="{3082BAFC-A816-4DC5-8C39-03D19E19A773}">
      <dgm:prSet/>
      <dgm:spPr/>
      <dgm:t>
        <a:bodyPr/>
        <a:lstStyle/>
        <a:p>
          <a:endParaRPr lang="en-IN"/>
        </a:p>
      </dgm:t>
    </dgm:pt>
    <dgm:pt modelId="{22C17C9A-7257-491D-ACD3-525072FCD9B7}" type="sibTrans" cxnId="{3082BAFC-A816-4DC5-8C39-03D19E19A773}">
      <dgm:prSet/>
      <dgm:spPr/>
      <dgm:t>
        <a:bodyPr/>
        <a:lstStyle/>
        <a:p>
          <a:endParaRPr lang="en-IN"/>
        </a:p>
      </dgm:t>
    </dgm:pt>
    <dgm:pt modelId="{EB798107-6576-42E2-8036-17C79AB92009}">
      <dgm:prSet phldrT="[Text]" custT="1"/>
      <dgm:spPr/>
      <dgm:t>
        <a:bodyPr/>
        <a:lstStyle/>
        <a:p>
          <a:pPr algn="just"/>
          <a:r>
            <a:rPr lang="en-US" sz="2800" b="0" i="0" kern="1200" dirty="0">
              <a:solidFill>
                <a:schemeClr val="tx1"/>
              </a:solidFill>
            </a:rPr>
            <a:t>Stem cells offer great promise as therapy for a number of diseases.</a:t>
          </a:r>
          <a:endParaRPr lang="en-IN" sz="28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imes New Roman" panose="02020603050405020304"/>
            <a:ea typeface="+mn-ea"/>
            <a:cs typeface="+mn-cs"/>
          </a:endParaRPr>
        </a:p>
      </dgm:t>
    </dgm:pt>
    <dgm:pt modelId="{E8355674-B3BE-4269-8E31-75FD42AD3C1C}" type="parTrans" cxnId="{0A2CBD45-6922-4EF9-A54E-5E8943A8FB3D}">
      <dgm:prSet/>
      <dgm:spPr/>
      <dgm:t>
        <a:bodyPr/>
        <a:lstStyle/>
        <a:p>
          <a:endParaRPr lang="en-IN"/>
        </a:p>
      </dgm:t>
    </dgm:pt>
    <dgm:pt modelId="{0002A312-D2DC-4269-8734-E1FB6D8C979B}" type="sibTrans" cxnId="{0A2CBD45-6922-4EF9-A54E-5E8943A8FB3D}">
      <dgm:prSet/>
      <dgm:spPr/>
      <dgm:t>
        <a:bodyPr/>
        <a:lstStyle/>
        <a:p>
          <a:endParaRPr lang="en-IN"/>
        </a:p>
      </dgm:t>
    </dgm:pt>
    <dgm:pt modelId="{CF5908B0-0337-4BAA-B2F1-B4D3E686B51B}" type="pres">
      <dgm:prSet presAssocID="{A50FEFCF-1896-4873-8769-0ADACA2FBF44}" presName="linear" presStyleCnt="0">
        <dgm:presLayoutVars>
          <dgm:animLvl val="lvl"/>
          <dgm:resizeHandles val="exact"/>
        </dgm:presLayoutVars>
      </dgm:prSet>
      <dgm:spPr/>
    </dgm:pt>
    <dgm:pt modelId="{219ED50F-D6D8-4F69-ABEC-F01ECF57A2C8}" type="pres">
      <dgm:prSet presAssocID="{C3FF0F3A-FFC5-4654-B40C-59764320D88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7AD5654-27EE-4330-BC84-D8677C5BEF9D}" type="pres">
      <dgm:prSet presAssocID="{C3FF0F3A-FFC5-4654-B40C-59764320D884}" presName="childText" presStyleLbl="revTx" presStyleIdx="0" presStyleCnt="2" custScaleY="174130">
        <dgm:presLayoutVars>
          <dgm:bulletEnabled val="1"/>
        </dgm:presLayoutVars>
      </dgm:prSet>
      <dgm:spPr/>
    </dgm:pt>
    <dgm:pt modelId="{BA40A7E7-7CA5-4478-AB60-22947CA7291B}" type="pres">
      <dgm:prSet presAssocID="{B03032F4-0F9B-4E7C-BCA9-13D787430D0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7366ED5-3486-4669-9C4E-4D4EDF9AF460}" type="pres">
      <dgm:prSet presAssocID="{B03032F4-0F9B-4E7C-BCA9-13D787430D0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C1ED000-976E-4CFC-B331-8E5B6376A573}" srcId="{B03032F4-0F9B-4E7C-BCA9-13D787430D0E}" destId="{E0872991-D576-4786-904A-71C998F7F66F}" srcOrd="0" destOrd="0" parTransId="{B898A74E-954F-4B91-A374-A069F254CE5E}" sibTransId="{2369D656-3172-431A-B677-D6D7545ABF6E}"/>
    <dgm:cxn modelId="{BF0B612A-CD1C-4838-BC2E-5BF122580884}" type="presOf" srcId="{B03032F4-0F9B-4E7C-BCA9-13D787430D0E}" destId="{BA40A7E7-7CA5-4478-AB60-22947CA7291B}" srcOrd="0" destOrd="0" presId="urn:microsoft.com/office/officeart/2005/8/layout/vList2"/>
    <dgm:cxn modelId="{36777031-CAD9-4B78-A41D-8440616EFFAB}" type="presOf" srcId="{CA566BEC-5CBC-42D6-87F8-8A5DFF5F6C26}" destId="{B7AD5654-27EE-4330-BC84-D8677C5BEF9D}" srcOrd="0" destOrd="1" presId="urn:microsoft.com/office/officeart/2005/8/layout/vList2"/>
    <dgm:cxn modelId="{1308FF31-FB2D-4D93-84F1-CF5571ADCEB9}" type="presOf" srcId="{E2558F17-2D54-4F3A-BBF9-E209805E85A5}" destId="{B7AD5654-27EE-4330-BC84-D8677C5BEF9D}" srcOrd="0" destOrd="4" presId="urn:microsoft.com/office/officeart/2005/8/layout/vList2"/>
    <dgm:cxn modelId="{CC146C45-396B-4703-8AB2-F61F0333F1B7}" srcId="{C3FF0F3A-FFC5-4654-B40C-59764320D884}" destId="{C47A2C49-DA37-4F20-99DD-9DECB1F6ABA0}" srcOrd="0" destOrd="0" parTransId="{583A618F-CB9B-4777-A53B-1CE1F654A682}" sibTransId="{5194480C-0CE9-4DA6-BCE7-9C37050002C8}"/>
    <dgm:cxn modelId="{0A2CBD45-6922-4EF9-A54E-5E8943A8FB3D}" srcId="{C3FF0F3A-FFC5-4654-B40C-59764320D884}" destId="{EB798107-6576-42E2-8036-17C79AB92009}" srcOrd="3" destOrd="0" parTransId="{E8355674-B3BE-4269-8E31-75FD42AD3C1C}" sibTransId="{0002A312-D2DC-4269-8734-E1FB6D8C979B}"/>
    <dgm:cxn modelId="{A175CD53-3E35-4BA3-A181-45D38A94A5B7}" type="presOf" srcId="{C3FF0F3A-FFC5-4654-B40C-59764320D884}" destId="{219ED50F-D6D8-4F69-ABEC-F01ECF57A2C8}" srcOrd="0" destOrd="0" presId="urn:microsoft.com/office/officeart/2005/8/layout/vList2"/>
    <dgm:cxn modelId="{C1B1A15A-540C-4C79-80D5-73033C069106}" srcId="{C3FF0F3A-FFC5-4654-B40C-59764320D884}" destId="{CA566BEC-5CBC-42D6-87F8-8A5DFF5F6C26}" srcOrd="1" destOrd="0" parTransId="{2937D7FA-0301-4FC6-A943-AEC73D366A33}" sibTransId="{68AE384A-4D64-422C-A863-08C5C1D1E69F}"/>
    <dgm:cxn modelId="{E8AB1B7C-F9B0-416E-81BE-345E5CA35DEC}" srcId="{A50FEFCF-1896-4873-8769-0ADACA2FBF44}" destId="{C3FF0F3A-FFC5-4654-B40C-59764320D884}" srcOrd="0" destOrd="0" parTransId="{74770099-A731-44A2-9278-DC1378804915}" sibTransId="{6C0A3CF4-70DE-4A63-8092-F4D90F1D81CD}"/>
    <dgm:cxn modelId="{9B67C787-4DCB-4917-9E1B-F17120C590CB}" type="presOf" srcId="{C47A2C49-DA37-4F20-99DD-9DECB1F6ABA0}" destId="{B7AD5654-27EE-4330-BC84-D8677C5BEF9D}" srcOrd="0" destOrd="0" presId="urn:microsoft.com/office/officeart/2005/8/layout/vList2"/>
    <dgm:cxn modelId="{BCBC0CA3-52F1-49BC-8230-8341FF21D89D}" type="presOf" srcId="{EB798107-6576-42E2-8036-17C79AB92009}" destId="{B7AD5654-27EE-4330-BC84-D8677C5BEF9D}" srcOrd="0" destOrd="3" presId="urn:microsoft.com/office/officeart/2005/8/layout/vList2"/>
    <dgm:cxn modelId="{EF9BF3A3-A323-4D70-9F31-29FA4C1516B4}" type="presOf" srcId="{B11A8524-F4DB-4B0A-85BA-BC03E1EBF339}" destId="{B7AD5654-27EE-4330-BC84-D8677C5BEF9D}" srcOrd="0" destOrd="2" presId="urn:microsoft.com/office/officeart/2005/8/layout/vList2"/>
    <dgm:cxn modelId="{FC6895D4-B7C9-4546-B741-2242B413168E}" type="presOf" srcId="{A50FEFCF-1896-4873-8769-0ADACA2FBF44}" destId="{CF5908B0-0337-4BAA-B2F1-B4D3E686B51B}" srcOrd="0" destOrd="0" presId="urn:microsoft.com/office/officeart/2005/8/layout/vList2"/>
    <dgm:cxn modelId="{754E95E1-B628-4545-96F9-FB44472F1A31}" srcId="{C3FF0F3A-FFC5-4654-B40C-59764320D884}" destId="{E2558F17-2D54-4F3A-BBF9-E209805E85A5}" srcOrd="4" destOrd="0" parTransId="{589429D4-AA49-44B1-8FCD-79498E946E4C}" sibTransId="{871A6518-D744-492A-A3C7-7048236B6465}"/>
    <dgm:cxn modelId="{9E3920E5-1FE8-4CB1-A341-C4931B59EFBC}" type="presOf" srcId="{E0872991-D576-4786-904A-71C998F7F66F}" destId="{97366ED5-3486-4669-9C4E-4D4EDF9AF460}" srcOrd="0" destOrd="0" presId="urn:microsoft.com/office/officeart/2005/8/layout/vList2"/>
    <dgm:cxn modelId="{FA2E10EF-3644-42A3-857B-EFFAEA16A1EC}" srcId="{A50FEFCF-1896-4873-8769-0ADACA2FBF44}" destId="{B03032F4-0F9B-4E7C-BCA9-13D787430D0E}" srcOrd="1" destOrd="0" parTransId="{B62036F6-86E0-43A1-BE3C-D8163106008B}" sibTransId="{A592D6FA-8C10-4B3D-B768-D6F41326C977}"/>
    <dgm:cxn modelId="{3082BAFC-A816-4DC5-8C39-03D19E19A773}" srcId="{C3FF0F3A-FFC5-4654-B40C-59764320D884}" destId="{B11A8524-F4DB-4B0A-85BA-BC03E1EBF339}" srcOrd="2" destOrd="0" parTransId="{1A0FBF57-8869-4E08-895F-BB978D7BEF6A}" sibTransId="{22C17C9A-7257-491D-ACD3-525072FCD9B7}"/>
    <dgm:cxn modelId="{58801F93-65D2-4930-A413-31012D47F118}" type="presParOf" srcId="{CF5908B0-0337-4BAA-B2F1-B4D3E686B51B}" destId="{219ED50F-D6D8-4F69-ABEC-F01ECF57A2C8}" srcOrd="0" destOrd="0" presId="urn:microsoft.com/office/officeart/2005/8/layout/vList2"/>
    <dgm:cxn modelId="{8C957C3A-1A9B-4179-8898-AA61398C1132}" type="presParOf" srcId="{CF5908B0-0337-4BAA-B2F1-B4D3E686B51B}" destId="{B7AD5654-27EE-4330-BC84-D8677C5BEF9D}" srcOrd="1" destOrd="0" presId="urn:microsoft.com/office/officeart/2005/8/layout/vList2"/>
    <dgm:cxn modelId="{9BBFB6AE-8AD2-4F65-8ED6-0C708542EA0D}" type="presParOf" srcId="{CF5908B0-0337-4BAA-B2F1-B4D3E686B51B}" destId="{BA40A7E7-7CA5-4478-AB60-22947CA7291B}" srcOrd="2" destOrd="0" presId="urn:microsoft.com/office/officeart/2005/8/layout/vList2"/>
    <dgm:cxn modelId="{52190FEA-E680-48D0-9C42-F767F12DE52F}" type="presParOf" srcId="{CF5908B0-0337-4BAA-B2F1-B4D3E686B51B}" destId="{97366ED5-3486-4669-9C4E-4D4EDF9AF460}" srcOrd="3" destOrd="0" presId="urn:microsoft.com/office/officeart/2005/8/layout/vList2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927FCCA-8F04-441A-A000-B2999A4C8B0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209F6EB-0155-43DE-B6D2-C8F1D8BE23BA}">
      <dgm:prSet phldrT="[Text]" custT="1"/>
      <dgm:spPr/>
      <dgm:t>
        <a:bodyPr/>
        <a:lstStyle/>
        <a:p>
          <a:pPr algn="just"/>
          <a:r>
            <a:rPr lang="en-US" sz="4400" b="0" i="0" dirty="0"/>
            <a:t>Stem cells are different from other cells in the body in three ways:</a:t>
          </a:r>
          <a:endParaRPr lang="en-IN" sz="4400" dirty="0"/>
        </a:p>
      </dgm:t>
    </dgm:pt>
    <dgm:pt modelId="{17C5C0A3-76F9-48FF-8A87-60D0E16C0CFF}" type="parTrans" cxnId="{127030B4-C3D8-4CC5-B569-9E4CCFA4F915}">
      <dgm:prSet/>
      <dgm:spPr/>
      <dgm:t>
        <a:bodyPr/>
        <a:lstStyle/>
        <a:p>
          <a:endParaRPr lang="en-IN"/>
        </a:p>
      </dgm:t>
    </dgm:pt>
    <dgm:pt modelId="{311A6E5D-5B54-4953-BA4D-F1F478621342}" type="sibTrans" cxnId="{127030B4-C3D8-4CC5-B569-9E4CCFA4F915}">
      <dgm:prSet/>
      <dgm:spPr/>
      <dgm:t>
        <a:bodyPr/>
        <a:lstStyle/>
        <a:p>
          <a:endParaRPr lang="en-IN"/>
        </a:p>
      </dgm:t>
    </dgm:pt>
    <dgm:pt modelId="{B6069637-8860-4D99-872E-CFB9EB02CF2B}">
      <dgm:prSet phldrT="[Text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3600" b="1" i="0" dirty="0">
              <a:solidFill>
                <a:schemeClr val="bg2">
                  <a:lumMod val="50000"/>
                </a:schemeClr>
              </a:solidFill>
            </a:rPr>
            <a:t>Proliferation:</a:t>
          </a:r>
          <a:r>
            <a:rPr lang="en-US" sz="3600" b="0" i="0" dirty="0"/>
            <a:t> They can </a:t>
          </a:r>
          <a:r>
            <a:rPr lang="en-US" sz="3600" b="1" i="0" dirty="0"/>
            <a:t>divide and renew </a:t>
          </a:r>
          <a:r>
            <a:rPr lang="en-US" sz="3600" b="0" i="0" dirty="0"/>
            <a:t>themselves over a long time</a:t>
          </a:r>
          <a:endParaRPr lang="en-IN" sz="3600" dirty="0"/>
        </a:p>
      </dgm:t>
    </dgm:pt>
    <dgm:pt modelId="{D5438F6C-8551-416C-ADED-91DBA0AE3A8E}" type="parTrans" cxnId="{3EBB1739-A658-4A21-83DE-CCAD295F97BD}">
      <dgm:prSet/>
      <dgm:spPr/>
      <dgm:t>
        <a:bodyPr/>
        <a:lstStyle/>
        <a:p>
          <a:endParaRPr lang="en-IN"/>
        </a:p>
      </dgm:t>
    </dgm:pt>
    <dgm:pt modelId="{1C64EA29-5772-415C-BC98-8481B4BBD795}" type="sibTrans" cxnId="{3EBB1739-A658-4A21-83DE-CCAD295F97BD}">
      <dgm:prSet/>
      <dgm:spPr/>
      <dgm:t>
        <a:bodyPr/>
        <a:lstStyle/>
        <a:p>
          <a:endParaRPr lang="en-IN"/>
        </a:p>
      </dgm:t>
    </dgm:pt>
    <dgm:pt modelId="{5866692A-CD93-4791-8DB9-C45924DD7257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3600" b="1" i="0" dirty="0">
              <a:solidFill>
                <a:schemeClr val="bg2">
                  <a:lumMod val="50000"/>
                </a:schemeClr>
              </a:solidFill>
            </a:rPr>
            <a:t>Differentiation:</a:t>
          </a:r>
          <a:r>
            <a:rPr lang="en-US" sz="3600" b="1" i="0" dirty="0"/>
            <a:t> </a:t>
          </a:r>
          <a:r>
            <a:rPr lang="en-US" sz="3600" b="0" i="0" dirty="0"/>
            <a:t>They are </a:t>
          </a:r>
          <a:r>
            <a:rPr lang="en-US" sz="3600" b="1" i="0" dirty="0"/>
            <a:t>unspecialized</a:t>
          </a:r>
          <a:r>
            <a:rPr lang="en-US" sz="3600" b="0" i="0" dirty="0"/>
            <a:t>, so they cannot do specific functions in the body</a:t>
          </a:r>
        </a:p>
      </dgm:t>
    </dgm:pt>
    <dgm:pt modelId="{F0B22EA8-D5BB-417E-8436-478A0EBD5C3E}" type="parTrans" cxnId="{56D56A1F-E1DD-4B11-A74C-911F3748C267}">
      <dgm:prSet/>
      <dgm:spPr/>
      <dgm:t>
        <a:bodyPr/>
        <a:lstStyle/>
        <a:p>
          <a:endParaRPr lang="en-IN"/>
        </a:p>
      </dgm:t>
    </dgm:pt>
    <dgm:pt modelId="{9DE4864E-2AD2-4060-8F45-BB998D04B054}" type="sibTrans" cxnId="{56D56A1F-E1DD-4B11-A74C-911F3748C267}">
      <dgm:prSet/>
      <dgm:spPr/>
      <dgm:t>
        <a:bodyPr/>
        <a:lstStyle/>
        <a:p>
          <a:endParaRPr lang="en-IN"/>
        </a:p>
      </dgm:t>
    </dgm:pt>
    <dgm:pt modelId="{F7542780-AFAB-412B-991A-5DE790563FEF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3600" b="1" i="0" dirty="0">
              <a:solidFill>
                <a:schemeClr val="bg2">
                  <a:lumMod val="50000"/>
                </a:schemeClr>
              </a:solidFill>
            </a:rPr>
            <a:t>Plasticity:</a:t>
          </a:r>
          <a:r>
            <a:rPr lang="en-US" sz="3600" b="0" i="0" dirty="0"/>
            <a:t> They have the </a:t>
          </a:r>
          <a:r>
            <a:rPr lang="en-US" sz="3600" b="1" i="0" dirty="0"/>
            <a:t>potential to become specialized cells</a:t>
          </a:r>
          <a:r>
            <a:rPr lang="en-US" sz="3600" b="0" i="0" dirty="0"/>
            <a:t>, such as muscle cells, blood cells, and brain cells</a:t>
          </a:r>
        </a:p>
      </dgm:t>
    </dgm:pt>
    <dgm:pt modelId="{742B7882-EE8A-4D3E-AFAB-E5EC2B6ECE2B}" type="parTrans" cxnId="{34BC51E4-D95E-42EB-B822-D5DDB691A779}">
      <dgm:prSet/>
      <dgm:spPr/>
      <dgm:t>
        <a:bodyPr/>
        <a:lstStyle/>
        <a:p>
          <a:endParaRPr lang="en-IN"/>
        </a:p>
      </dgm:t>
    </dgm:pt>
    <dgm:pt modelId="{CDA506DE-6C9E-4A26-8B7F-B63ACB1FAC88}" type="sibTrans" cxnId="{34BC51E4-D95E-42EB-B822-D5DDB691A779}">
      <dgm:prSet/>
      <dgm:spPr/>
      <dgm:t>
        <a:bodyPr/>
        <a:lstStyle/>
        <a:p>
          <a:endParaRPr lang="en-IN"/>
        </a:p>
      </dgm:t>
    </dgm:pt>
    <dgm:pt modelId="{04B1948A-3B7B-4E26-B6A3-5D61C9AAD014}" type="pres">
      <dgm:prSet presAssocID="{A927FCCA-8F04-441A-A000-B2999A4C8B02}" presName="Name0" presStyleCnt="0">
        <dgm:presLayoutVars>
          <dgm:dir/>
          <dgm:animLvl val="lvl"/>
          <dgm:resizeHandles val="exact"/>
        </dgm:presLayoutVars>
      </dgm:prSet>
      <dgm:spPr/>
    </dgm:pt>
    <dgm:pt modelId="{07557E25-014F-42C4-AC91-9798B533C37B}" type="pres">
      <dgm:prSet presAssocID="{C209F6EB-0155-43DE-B6D2-C8F1D8BE23BA}" presName="composite" presStyleCnt="0"/>
      <dgm:spPr/>
    </dgm:pt>
    <dgm:pt modelId="{47126292-28F5-4EEB-BE5A-00ED93E4E084}" type="pres">
      <dgm:prSet presAssocID="{C209F6EB-0155-43DE-B6D2-C8F1D8BE23B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BAB75C0A-6B52-42D6-9087-A4B3A911909D}" type="pres">
      <dgm:prSet presAssocID="{C209F6EB-0155-43DE-B6D2-C8F1D8BE23BA}" presName="desTx" presStyleLbl="alignAccFollowNode1" presStyleIdx="0" presStyleCnt="1" custScaleY="103937" custLinFactNeighborY="1752">
        <dgm:presLayoutVars>
          <dgm:bulletEnabled val="1"/>
        </dgm:presLayoutVars>
      </dgm:prSet>
      <dgm:spPr/>
    </dgm:pt>
  </dgm:ptLst>
  <dgm:cxnLst>
    <dgm:cxn modelId="{56D56A1F-E1DD-4B11-A74C-911F3748C267}" srcId="{C209F6EB-0155-43DE-B6D2-C8F1D8BE23BA}" destId="{5866692A-CD93-4791-8DB9-C45924DD7257}" srcOrd="1" destOrd="0" parTransId="{F0B22EA8-D5BB-417E-8436-478A0EBD5C3E}" sibTransId="{9DE4864E-2AD2-4060-8F45-BB998D04B054}"/>
    <dgm:cxn modelId="{1532D732-7955-4044-8A50-587D54BE593C}" type="presOf" srcId="{A927FCCA-8F04-441A-A000-B2999A4C8B02}" destId="{04B1948A-3B7B-4E26-B6A3-5D61C9AAD014}" srcOrd="0" destOrd="0" presId="urn:microsoft.com/office/officeart/2005/8/layout/hList1"/>
    <dgm:cxn modelId="{3EBB1739-A658-4A21-83DE-CCAD295F97BD}" srcId="{C209F6EB-0155-43DE-B6D2-C8F1D8BE23BA}" destId="{B6069637-8860-4D99-872E-CFB9EB02CF2B}" srcOrd="0" destOrd="0" parTransId="{D5438F6C-8551-416C-ADED-91DBA0AE3A8E}" sibTransId="{1C64EA29-5772-415C-BC98-8481B4BBD795}"/>
    <dgm:cxn modelId="{7CAA65A8-4E59-4D5F-B205-9761995F3A35}" type="presOf" srcId="{C209F6EB-0155-43DE-B6D2-C8F1D8BE23BA}" destId="{47126292-28F5-4EEB-BE5A-00ED93E4E084}" srcOrd="0" destOrd="0" presId="urn:microsoft.com/office/officeart/2005/8/layout/hList1"/>
    <dgm:cxn modelId="{A7833AAA-81E5-4D9C-8787-054A74A4311B}" type="presOf" srcId="{F7542780-AFAB-412B-991A-5DE790563FEF}" destId="{BAB75C0A-6B52-42D6-9087-A4B3A911909D}" srcOrd="0" destOrd="2" presId="urn:microsoft.com/office/officeart/2005/8/layout/hList1"/>
    <dgm:cxn modelId="{133C9BAC-D7BB-4A4D-98BD-C8E909F68FC5}" type="presOf" srcId="{5866692A-CD93-4791-8DB9-C45924DD7257}" destId="{BAB75C0A-6B52-42D6-9087-A4B3A911909D}" srcOrd="0" destOrd="1" presId="urn:microsoft.com/office/officeart/2005/8/layout/hList1"/>
    <dgm:cxn modelId="{258BA7AF-7AF9-4427-AC2B-463851A36714}" type="presOf" srcId="{B6069637-8860-4D99-872E-CFB9EB02CF2B}" destId="{BAB75C0A-6B52-42D6-9087-A4B3A911909D}" srcOrd="0" destOrd="0" presId="urn:microsoft.com/office/officeart/2005/8/layout/hList1"/>
    <dgm:cxn modelId="{127030B4-C3D8-4CC5-B569-9E4CCFA4F915}" srcId="{A927FCCA-8F04-441A-A000-B2999A4C8B02}" destId="{C209F6EB-0155-43DE-B6D2-C8F1D8BE23BA}" srcOrd="0" destOrd="0" parTransId="{17C5C0A3-76F9-48FF-8A87-60D0E16C0CFF}" sibTransId="{311A6E5D-5B54-4953-BA4D-F1F478621342}"/>
    <dgm:cxn modelId="{34BC51E4-D95E-42EB-B822-D5DDB691A779}" srcId="{C209F6EB-0155-43DE-B6D2-C8F1D8BE23BA}" destId="{F7542780-AFAB-412B-991A-5DE790563FEF}" srcOrd="2" destOrd="0" parTransId="{742B7882-EE8A-4D3E-AFAB-E5EC2B6ECE2B}" sibTransId="{CDA506DE-6C9E-4A26-8B7F-B63ACB1FAC88}"/>
    <dgm:cxn modelId="{D9F596EF-4F94-444A-A56D-EB6206885B10}" type="presParOf" srcId="{04B1948A-3B7B-4E26-B6A3-5D61C9AAD014}" destId="{07557E25-014F-42C4-AC91-9798B533C37B}" srcOrd="0" destOrd="0" presId="urn:microsoft.com/office/officeart/2005/8/layout/hList1"/>
    <dgm:cxn modelId="{55577F31-359A-405F-BA16-08719D070427}" type="presParOf" srcId="{07557E25-014F-42C4-AC91-9798B533C37B}" destId="{47126292-28F5-4EEB-BE5A-00ED93E4E084}" srcOrd="0" destOrd="0" presId="urn:microsoft.com/office/officeart/2005/8/layout/hList1"/>
    <dgm:cxn modelId="{AD5ABC96-FB93-475E-A354-5F3C20226E28}" type="presParOf" srcId="{07557E25-014F-42C4-AC91-9798B533C37B}" destId="{BAB75C0A-6B52-42D6-9087-A4B3A911909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82A912E-D4F7-4E23-8B1F-4F7D765CFE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134E8DA-76D8-42DD-B45C-9EA916EDA897}">
      <dgm:prSet phldrT="[Text]" custT="1"/>
      <dgm:spPr/>
      <dgm:t>
        <a:bodyPr/>
        <a:lstStyle/>
        <a:p>
          <a:r>
            <a:rPr lang="en-US" sz="3200" b="1" i="0" dirty="0">
              <a:solidFill>
                <a:schemeClr val="bg1"/>
              </a:solidFill>
              <a:effectLst/>
              <a:latin typeface="+mj-lt"/>
            </a:rPr>
            <a:t>There are two major </a:t>
          </a:r>
          <a:r>
            <a:rPr lang="en-US" sz="3200" b="1" dirty="0">
              <a:latin typeface="+mj-lt"/>
            </a:rPr>
            <a:t>sources</a:t>
          </a:r>
          <a:r>
            <a:rPr lang="en-US" sz="3200" b="1" i="0" dirty="0">
              <a:solidFill>
                <a:schemeClr val="bg1"/>
              </a:solidFill>
              <a:effectLst/>
              <a:latin typeface="+mj-lt"/>
            </a:rPr>
            <a:t> of stem cells: </a:t>
          </a:r>
          <a:endParaRPr lang="en-IN" sz="3200" b="1" dirty="0">
            <a:solidFill>
              <a:schemeClr val="bg1"/>
            </a:solidFill>
            <a:latin typeface="+mj-lt"/>
          </a:endParaRPr>
        </a:p>
      </dgm:t>
    </dgm:pt>
    <dgm:pt modelId="{1AD97715-6185-4040-9B14-C5195725716D}" type="parTrans" cxnId="{0EDDDEC4-EE0A-4F3F-A2E1-904EE463FEA4}">
      <dgm:prSet/>
      <dgm:spPr/>
      <dgm:t>
        <a:bodyPr/>
        <a:lstStyle/>
        <a:p>
          <a:endParaRPr lang="en-IN" sz="1000">
            <a:latin typeface="+mn-lt"/>
          </a:endParaRPr>
        </a:p>
      </dgm:t>
    </dgm:pt>
    <dgm:pt modelId="{C9603928-65FB-4383-8373-3A4E2ECF36B3}" type="sibTrans" cxnId="{0EDDDEC4-EE0A-4F3F-A2E1-904EE463FEA4}">
      <dgm:prSet/>
      <dgm:spPr/>
      <dgm:t>
        <a:bodyPr/>
        <a:lstStyle/>
        <a:p>
          <a:endParaRPr lang="en-IN" sz="1000">
            <a:latin typeface="+mn-lt"/>
          </a:endParaRPr>
        </a:p>
      </dgm:t>
    </dgm:pt>
    <dgm:pt modelId="{039B9304-07B3-4B1B-B3AB-38DCEBB9DA1A}">
      <dgm:prSet phldrT="[Text]" custT="1"/>
      <dgm:spPr/>
      <dgm:t>
        <a:bodyPr/>
        <a:lstStyle/>
        <a:p>
          <a:pPr algn="just"/>
          <a:r>
            <a:rPr lang="en-US" sz="2800" b="1" i="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Embryonic stem cells </a:t>
          </a:r>
          <a:r>
            <a:rPr lang="en-US" sz="2800" b="0" i="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and </a:t>
          </a:r>
          <a:r>
            <a:rPr lang="en-US" sz="2800" b="1" dirty="0">
              <a:highlight>
                <a:srgbClr val="FFFF00"/>
              </a:highlight>
              <a:latin typeface="+mn-lt"/>
            </a:rPr>
            <a:t>adult</a:t>
          </a:r>
          <a:r>
            <a:rPr lang="en-US" sz="2800" b="1" i="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 stem cells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 are also called </a:t>
          </a:r>
          <a:r>
            <a:rPr lang="en-US" sz="2800" dirty="0">
              <a:latin typeface="+mn-lt"/>
            </a:rPr>
            <a:t>tissue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 stem cells.</a:t>
          </a:r>
          <a:endParaRPr lang="en-IN" sz="2800" dirty="0">
            <a:solidFill>
              <a:schemeClr val="bg1"/>
            </a:solidFill>
            <a:latin typeface="+mn-lt"/>
          </a:endParaRPr>
        </a:p>
      </dgm:t>
    </dgm:pt>
    <dgm:pt modelId="{95782058-1C07-4A47-B94B-97F283B8B0CE}" type="parTrans" cxnId="{EDC91B74-2E90-4760-8C8A-3946F98031C7}">
      <dgm:prSet/>
      <dgm:spPr/>
      <dgm:t>
        <a:bodyPr/>
        <a:lstStyle/>
        <a:p>
          <a:endParaRPr lang="en-IN" sz="1000">
            <a:latin typeface="+mn-lt"/>
          </a:endParaRPr>
        </a:p>
      </dgm:t>
    </dgm:pt>
    <dgm:pt modelId="{F8F72D1B-21E4-41D9-89B7-B0EA9B7B166E}" type="sibTrans" cxnId="{EDC91B74-2E90-4760-8C8A-3946F98031C7}">
      <dgm:prSet/>
      <dgm:spPr/>
      <dgm:t>
        <a:bodyPr/>
        <a:lstStyle/>
        <a:p>
          <a:endParaRPr lang="en-IN" sz="1000">
            <a:latin typeface="+mn-lt"/>
          </a:endParaRPr>
        </a:p>
      </dgm:t>
    </dgm:pt>
    <dgm:pt modelId="{8576071A-F103-48C2-993C-2C00D713987C}">
      <dgm:prSet phldrT="[Text]" custT="1"/>
      <dgm:spPr/>
      <dgm:t>
        <a:bodyPr/>
        <a:lstStyle/>
        <a:p>
          <a:pPr algn="just"/>
          <a:r>
            <a:rPr lang="en-US" sz="2800" b="1" i="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Embryonic stem (ES) cells</a:t>
          </a:r>
          <a:r>
            <a:rPr lang="en-US" sz="2800" b="0" i="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 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- </a:t>
          </a:r>
          <a:r>
            <a:rPr lang="en-US" sz="2800" b="0" i="0" u="sng" dirty="0">
              <a:solidFill>
                <a:srgbClr val="1A1A1A"/>
              </a:solidFill>
              <a:effectLst/>
              <a:latin typeface="+mn-lt"/>
            </a:rPr>
            <a:t>Derived from the inner cell mass of a  </a:t>
          </a:r>
          <a:r>
            <a:rPr lang="en-US" sz="2800" b="0" i="0" u="sng" dirty="0">
              <a:effectLst/>
              <a:latin typeface="+mn-lt"/>
            </a:rPr>
            <a:t>embryo</a:t>
          </a:r>
          <a:r>
            <a:rPr lang="en-US" sz="2800" b="0" i="0" u="sng" dirty="0">
              <a:solidFill>
                <a:srgbClr val="1A1A1A"/>
              </a:solidFill>
              <a:effectLst/>
              <a:latin typeface="+mn-lt"/>
            </a:rPr>
            <a:t> at a very early stage of development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, when it is composed of a hollow sphere of dividing cells (a </a:t>
          </a:r>
          <a:r>
            <a:rPr lang="en-US" sz="2800" b="0" i="0" u="sng" dirty="0">
              <a:solidFill>
                <a:srgbClr val="1A1A1A"/>
              </a:solidFill>
              <a:effectLst/>
              <a:latin typeface="+mn-lt"/>
            </a:rPr>
            <a:t>blastocyst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).</a:t>
          </a:r>
          <a:endParaRPr lang="en-IN" sz="2800" dirty="0">
            <a:solidFill>
              <a:schemeClr val="bg1"/>
            </a:solidFill>
            <a:latin typeface="+mn-lt"/>
          </a:endParaRPr>
        </a:p>
      </dgm:t>
    </dgm:pt>
    <dgm:pt modelId="{B06E65DD-F2C2-4FCF-A14E-8626317FDB10}" type="parTrans" cxnId="{0BF48B35-8701-4A69-AD8E-8E7D2F87FEFF}">
      <dgm:prSet/>
      <dgm:spPr/>
      <dgm:t>
        <a:bodyPr/>
        <a:lstStyle/>
        <a:p>
          <a:endParaRPr lang="en-IN" sz="1100">
            <a:latin typeface="+mn-lt"/>
          </a:endParaRPr>
        </a:p>
      </dgm:t>
    </dgm:pt>
    <dgm:pt modelId="{4ABB022F-0D9B-4B30-99D6-2E3EAF985F8B}" type="sibTrans" cxnId="{0BF48B35-8701-4A69-AD8E-8E7D2F87FEFF}">
      <dgm:prSet/>
      <dgm:spPr/>
      <dgm:t>
        <a:bodyPr/>
        <a:lstStyle/>
        <a:p>
          <a:endParaRPr lang="en-IN" sz="1100">
            <a:latin typeface="+mn-lt"/>
          </a:endParaRPr>
        </a:p>
      </dgm:t>
    </dgm:pt>
    <dgm:pt modelId="{1C275721-AF1A-4EEA-94BF-A95788384E55}">
      <dgm:prSet phldrT="[Text]" custT="1"/>
      <dgm:spPr/>
      <dgm:t>
        <a:bodyPr/>
        <a:lstStyle/>
        <a:p>
          <a:pPr algn="just"/>
          <a:r>
            <a:rPr lang="en-IN" sz="2800" b="1" i="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Adult stem cells</a:t>
          </a:r>
          <a:r>
            <a:rPr lang="en-IN" sz="2800" b="1" i="0" dirty="0">
              <a:solidFill>
                <a:srgbClr val="1A1A1A"/>
              </a:solidFill>
              <a:effectLst/>
              <a:latin typeface="+mn-lt"/>
            </a:rPr>
            <a:t>: 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Some tissues in the </a:t>
          </a:r>
          <a:r>
            <a:rPr lang="en-US" sz="2800" b="0" i="0" dirty="0">
              <a:effectLst/>
              <a:latin typeface="+mn-lt"/>
            </a:rPr>
            <a:t>adult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 body, such as the </a:t>
          </a:r>
          <a:r>
            <a:rPr lang="en-US" sz="2800" b="0" i="0" u="sng" dirty="0">
              <a:solidFill>
                <a:srgbClr val="1A1A1A"/>
              </a:solidFill>
              <a:effectLst/>
              <a:latin typeface="+mn-lt"/>
            </a:rPr>
            <a:t>epidermis of the skin, the lining of the </a:t>
          </a:r>
          <a:r>
            <a:rPr lang="en-US" sz="2800" b="0" i="0" u="sng" dirty="0">
              <a:effectLst/>
              <a:latin typeface="+mn-lt"/>
            </a:rPr>
            <a:t>small intestine</a:t>
          </a:r>
          <a:r>
            <a:rPr lang="en-US" sz="2800" b="0" i="0" u="sng" dirty="0">
              <a:solidFill>
                <a:srgbClr val="1A1A1A"/>
              </a:solidFill>
              <a:effectLst/>
              <a:latin typeface="+mn-lt"/>
            </a:rPr>
            <a:t>, and </a:t>
          </a:r>
          <a:r>
            <a:rPr lang="en-US" sz="2800" b="0" i="0" u="sng" dirty="0">
              <a:effectLst/>
              <a:latin typeface="+mn-lt"/>
            </a:rPr>
            <a:t>bone marrow</a:t>
          </a:r>
          <a:r>
            <a:rPr lang="en-US" sz="2800" b="0" i="0" u="sng" dirty="0">
              <a:solidFill>
                <a:srgbClr val="1A1A1A"/>
              </a:solidFill>
              <a:effectLst/>
              <a:latin typeface="+mn-lt"/>
            </a:rPr>
            <a:t>, undergo continuous cellular turnover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. </a:t>
          </a:r>
          <a:endParaRPr lang="en-IN" sz="2800" dirty="0">
            <a:solidFill>
              <a:schemeClr val="bg1"/>
            </a:solidFill>
            <a:latin typeface="+mn-lt"/>
          </a:endParaRPr>
        </a:p>
      </dgm:t>
    </dgm:pt>
    <dgm:pt modelId="{D1E46095-B496-4221-AE62-DF6A7E2A53EE}" type="parTrans" cxnId="{4615FCA0-920F-47B9-A4FB-99236311967D}">
      <dgm:prSet/>
      <dgm:spPr/>
      <dgm:t>
        <a:bodyPr/>
        <a:lstStyle/>
        <a:p>
          <a:endParaRPr lang="en-IN" sz="1400"/>
        </a:p>
      </dgm:t>
    </dgm:pt>
    <dgm:pt modelId="{B669542B-F9AB-4194-B44E-246272FD7035}" type="sibTrans" cxnId="{4615FCA0-920F-47B9-A4FB-99236311967D}">
      <dgm:prSet/>
      <dgm:spPr/>
      <dgm:t>
        <a:bodyPr/>
        <a:lstStyle/>
        <a:p>
          <a:endParaRPr lang="en-IN" sz="1400"/>
        </a:p>
      </dgm:t>
    </dgm:pt>
    <dgm:pt modelId="{80DF35C2-61D0-4FC9-8FDB-271D187081F9}">
      <dgm:prSet phldrT="[Text]" custT="1"/>
      <dgm:spPr/>
      <dgm:t>
        <a:bodyPr/>
        <a:lstStyle/>
        <a:p>
          <a:pPr algn="just"/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They contain stem cells, which persist indefinitely, and a much larger number of “transit amplifying cells,” which arise from the stem cells and divide a finite number of times until they become </a:t>
          </a:r>
          <a:r>
            <a:rPr lang="en-US" sz="2800" b="0" i="0" u="none" strike="noStrike" dirty="0">
              <a:effectLst/>
              <a:latin typeface="+mn-lt"/>
            </a:rPr>
            <a:t>differentiated.</a:t>
          </a:r>
          <a:endParaRPr lang="en-IN" sz="2800" dirty="0">
            <a:solidFill>
              <a:schemeClr val="bg1"/>
            </a:solidFill>
            <a:latin typeface="+mn-lt"/>
          </a:endParaRPr>
        </a:p>
      </dgm:t>
    </dgm:pt>
    <dgm:pt modelId="{9B142E5B-DB1C-445F-A301-649773078F11}" type="parTrans" cxnId="{D2AA9834-63B0-44E7-B60F-14EFAE2995A8}">
      <dgm:prSet/>
      <dgm:spPr/>
      <dgm:t>
        <a:bodyPr/>
        <a:lstStyle/>
        <a:p>
          <a:endParaRPr lang="en-IN"/>
        </a:p>
      </dgm:t>
    </dgm:pt>
    <dgm:pt modelId="{3DDEC2DA-A4B9-4839-ACAF-8E33DD694502}" type="sibTrans" cxnId="{D2AA9834-63B0-44E7-B60F-14EFAE2995A8}">
      <dgm:prSet/>
      <dgm:spPr/>
      <dgm:t>
        <a:bodyPr/>
        <a:lstStyle/>
        <a:p>
          <a:endParaRPr lang="en-IN"/>
        </a:p>
      </dgm:t>
    </dgm:pt>
    <dgm:pt modelId="{FEA0D737-7E24-4CF9-BB2A-44A3A789E9BB}" type="pres">
      <dgm:prSet presAssocID="{482A912E-D4F7-4E23-8B1F-4F7D765CFE73}" presName="linear" presStyleCnt="0">
        <dgm:presLayoutVars>
          <dgm:animLvl val="lvl"/>
          <dgm:resizeHandles val="exact"/>
        </dgm:presLayoutVars>
      </dgm:prSet>
      <dgm:spPr/>
    </dgm:pt>
    <dgm:pt modelId="{7BB138A1-2CD8-4D3D-A1FA-CA2A630CA3EB}" type="pres">
      <dgm:prSet presAssocID="{4134E8DA-76D8-42DD-B45C-9EA916EDA897}" presName="parentText" presStyleLbl="node1" presStyleIdx="0" presStyleCnt="1" custScaleY="156081">
        <dgm:presLayoutVars>
          <dgm:chMax val="0"/>
          <dgm:bulletEnabled val="1"/>
        </dgm:presLayoutVars>
      </dgm:prSet>
      <dgm:spPr/>
    </dgm:pt>
    <dgm:pt modelId="{EC5F56C7-8B50-4D11-B8D3-0CA216B89D67}" type="pres">
      <dgm:prSet presAssocID="{4134E8DA-76D8-42DD-B45C-9EA916EDA89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E97951B-EBA8-4B4C-9ADF-8AEF95420047}" type="presOf" srcId="{80DF35C2-61D0-4FC9-8FDB-271D187081F9}" destId="{EC5F56C7-8B50-4D11-B8D3-0CA216B89D67}" srcOrd="0" destOrd="3" presId="urn:microsoft.com/office/officeart/2005/8/layout/vList2"/>
    <dgm:cxn modelId="{BB04DD1D-59C1-4127-8734-3EA80F63D8FF}" type="presOf" srcId="{4134E8DA-76D8-42DD-B45C-9EA916EDA897}" destId="{7BB138A1-2CD8-4D3D-A1FA-CA2A630CA3EB}" srcOrd="0" destOrd="0" presId="urn:microsoft.com/office/officeart/2005/8/layout/vList2"/>
    <dgm:cxn modelId="{D2AA9834-63B0-44E7-B60F-14EFAE2995A8}" srcId="{1C275721-AF1A-4EEA-94BF-A95788384E55}" destId="{80DF35C2-61D0-4FC9-8FDB-271D187081F9}" srcOrd="0" destOrd="0" parTransId="{9B142E5B-DB1C-445F-A301-649773078F11}" sibTransId="{3DDEC2DA-A4B9-4839-ACAF-8E33DD694502}"/>
    <dgm:cxn modelId="{0BF48B35-8701-4A69-AD8E-8E7D2F87FEFF}" srcId="{039B9304-07B3-4B1B-B3AB-38DCEBB9DA1A}" destId="{8576071A-F103-48C2-993C-2C00D713987C}" srcOrd="0" destOrd="0" parTransId="{B06E65DD-F2C2-4FCF-A14E-8626317FDB10}" sibTransId="{4ABB022F-0D9B-4B30-99D6-2E3EAF985F8B}"/>
    <dgm:cxn modelId="{A9022D71-CB5E-46FE-8130-7701D9ABCC18}" type="presOf" srcId="{039B9304-07B3-4B1B-B3AB-38DCEBB9DA1A}" destId="{EC5F56C7-8B50-4D11-B8D3-0CA216B89D67}" srcOrd="0" destOrd="0" presId="urn:microsoft.com/office/officeart/2005/8/layout/vList2"/>
    <dgm:cxn modelId="{EDC91B74-2E90-4760-8C8A-3946F98031C7}" srcId="{4134E8DA-76D8-42DD-B45C-9EA916EDA897}" destId="{039B9304-07B3-4B1B-B3AB-38DCEBB9DA1A}" srcOrd="0" destOrd="0" parTransId="{95782058-1C07-4A47-B94B-97F283B8B0CE}" sibTransId="{F8F72D1B-21E4-41D9-89B7-B0EA9B7B166E}"/>
    <dgm:cxn modelId="{4615FCA0-920F-47B9-A4FB-99236311967D}" srcId="{039B9304-07B3-4B1B-B3AB-38DCEBB9DA1A}" destId="{1C275721-AF1A-4EEA-94BF-A95788384E55}" srcOrd="1" destOrd="0" parTransId="{D1E46095-B496-4221-AE62-DF6A7E2A53EE}" sibTransId="{B669542B-F9AB-4194-B44E-246272FD7035}"/>
    <dgm:cxn modelId="{59D2F3A8-6524-4ACB-AC6C-2F3E58115C94}" type="presOf" srcId="{8576071A-F103-48C2-993C-2C00D713987C}" destId="{EC5F56C7-8B50-4D11-B8D3-0CA216B89D67}" srcOrd="0" destOrd="1" presId="urn:microsoft.com/office/officeart/2005/8/layout/vList2"/>
    <dgm:cxn modelId="{0EDDDEC4-EE0A-4F3F-A2E1-904EE463FEA4}" srcId="{482A912E-D4F7-4E23-8B1F-4F7D765CFE73}" destId="{4134E8DA-76D8-42DD-B45C-9EA916EDA897}" srcOrd="0" destOrd="0" parTransId="{1AD97715-6185-4040-9B14-C5195725716D}" sibTransId="{C9603928-65FB-4383-8373-3A4E2ECF36B3}"/>
    <dgm:cxn modelId="{6966FCD0-847E-45B7-B3BA-A0C05479BDEB}" type="presOf" srcId="{1C275721-AF1A-4EEA-94BF-A95788384E55}" destId="{EC5F56C7-8B50-4D11-B8D3-0CA216B89D67}" srcOrd="0" destOrd="2" presId="urn:microsoft.com/office/officeart/2005/8/layout/vList2"/>
    <dgm:cxn modelId="{9A0A8CFF-92F8-46D4-93E5-4DD33629C781}" type="presOf" srcId="{482A912E-D4F7-4E23-8B1F-4F7D765CFE73}" destId="{FEA0D737-7E24-4CF9-BB2A-44A3A789E9BB}" srcOrd="0" destOrd="0" presId="urn:microsoft.com/office/officeart/2005/8/layout/vList2"/>
    <dgm:cxn modelId="{296C803F-C95A-47E0-A58B-8233CD7E0454}" type="presParOf" srcId="{FEA0D737-7E24-4CF9-BB2A-44A3A789E9BB}" destId="{7BB138A1-2CD8-4D3D-A1FA-CA2A630CA3EB}" srcOrd="0" destOrd="0" presId="urn:microsoft.com/office/officeart/2005/8/layout/vList2"/>
    <dgm:cxn modelId="{CCA0922F-0080-406B-9F73-7C04DCFD7746}" type="presParOf" srcId="{FEA0D737-7E24-4CF9-BB2A-44A3A789E9BB}" destId="{EC5F56C7-8B50-4D11-B8D3-0CA216B89D6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090BF22-10A5-4EEC-A16F-AF4D2E082AB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BFF1056-98FF-41B8-87F2-911CB608818D}">
      <dgm:prSet phldrT="[Text]" custT="1"/>
      <dgm:spPr/>
      <dgm:t>
        <a:bodyPr/>
        <a:lstStyle/>
        <a:p>
          <a:r>
            <a:rPr lang="en-IN" sz="3200" b="1" dirty="0">
              <a:solidFill>
                <a:schemeClr val="tx1"/>
              </a:solidFill>
              <a:highlight>
                <a:srgbClr val="FFFF00"/>
              </a:highlight>
              <a:latin typeface="+mj-lt"/>
            </a:rPr>
            <a:t>Types/ Forms of Stem Cells</a:t>
          </a:r>
          <a:endParaRPr lang="en-IN" sz="3200" dirty="0">
            <a:solidFill>
              <a:schemeClr val="tx1"/>
            </a:solidFill>
            <a:highlight>
              <a:srgbClr val="FFFF00"/>
            </a:highlight>
            <a:latin typeface="+mj-lt"/>
          </a:endParaRPr>
        </a:p>
      </dgm:t>
    </dgm:pt>
    <dgm:pt modelId="{A89FABC1-1E06-4689-B1D9-015BA5430691}" type="parTrans" cxnId="{AC0A3C9D-4F7E-4EA2-B978-10166BB94A07}">
      <dgm:prSet/>
      <dgm:spPr/>
      <dgm:t>
        <a:bodyPr/>
        <a:lstStyle/>
        <a:p>
          <a:endParaRPr lang="en-IN"/>
        </a:p>
      </dgm:t>
    </dgm:pt>
    <dgm:pt modelId="{4779A660-CBDB-4F41-B85F-8F87F77AEED9}" type="sibTrans" cxnId="{AC0A3C9D-4F7E-4EA2-B978-10166BB94A07}">
      <dgm:prSet/>
      <dgm:spPr/>
      <dgm:t>
        <a:bodyPr/>
        <a:lstStyle/>
        <a:p>
          <a:endParaRPr lang="en-IN"/>
        </a:p>
      </dgm:t>
    </dgm:pt>
    <dgm:pt modelId="{95616C2F-629F-430D-9E44-D91E8D6610D6}">
      <dgm:prSet phldrT="[Text]"/>
      <dgm:spPr/>
      <dgm:t>
        <a:bodyPr/>
        <a:lstStyle/>
        <a:p>
          <a:pPr algn="just"/>
          <a:r>
            <a:rPr lang="en-IN" b="1" dirty="0"/>
            <a:t>There are 5 major types:</a:t>
          </a:r>
        </a:p>
      </dgm:t>
    </dgm:pt>
    <dgm:pt modelId="{14D14502-3AD2-4F4C-883C-F0E0312F31B1}" type="parTrans" cxnId="{495CDD43-F566-4137-AFB5-D10A7A74B411}">
      <dgm:prSet/>
      <dgm:spPr/>
      <dgm:t>
        <a:bodyPr/>
        <a:lstStyle/>
        <a:p>
          <a:endParaRPr lang="en-IN"/>
        </a:p>
      </dgm:t>
    </dgm:pt>
    <dgm:pt modelId="{BC5D697A-86C5-4057-A4EB-2A11FBF4E684}" type="sibTrans" cxnId="{495CDD43-F566-4137-AFB5-D10A7A74B411}">
      <dgm:prSet/>
      <dgm:spPr/>
      <dgm:t>
        <a:bodyPr/>
        <a:lstStyle/>
        <a:p>
          <a:endParaRPr lang="en-IN"/>
        </a:p>
      </dgm:t>
    </dgm:pt>
    <dgm:pt modelId="{4361628C-00BA-439C-A509-95F0D811000D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i="0" u="sng" dirty="0">
              <a:solidFill>
                <a:schemeClr val="accent3">
                  <a:lumMod val="75000"/>
                </a:schemeClr>
              </a:solidFill>
            </a:rPr>
            <a:t>Pluripotent Stem Cells:</a:t>
          </a:r>
          <a:r>
            <a:rPr lang="en-US" b="1" i="0" u="sng" dirty="0"/>
            <a:t> </a:t>
          </a:r>
          <a:r>
            <a:rPr lang="en-US" b="0" i="0" dirty="0"/>
            <a:t>These are the cells from an early embryo (blastocyst 5-14 days) and can </a:t>
          </a:r>
          <a:r>
            <a:rPr lang="en-US" b="1" i="0" dirty="0"/>
            <a:t>differentiate into over 200 types of cell type</a:t>
          </a:r>
          <a:r>
            <a:rPr lang="en-US" b="0" i="0" dirty="0"/>
            <a:t>.</a:t>
          </a:r>
          <a:endParaRPr lang="en-IN" dirty="0"/>
        </a:p>
      </dgm:t>
    </dgm:pt>
    <dgm:pt modelId="{B5572106-F83B-4632-BF9A-3ADEA15A7637}" type="parTrans" cxnId="{8E407EEA-A6A0-43B4-A85C-A2874ABE8D94}">
      <dgm:prSet/>
      <dgm:spPr/>
      <dgm:t>
        <a:bodyPr/>
        <a:lstStyle/>
        <a:p>
          <a:endParaRPr lang="en-IN"/>
        </a:p>
      </dgm:t>
    </dgm:pt>
    <dgm:pt modelId="{F1A4C506-0B13-4904-9497-9BC3CB1F273D}" type="sibTrans" cxnId="{8E407EEA-A6A0-43B4-A85C-A2874ABE8D94}">
      <dgm:prSet/>
      <dgm:spPr/>
      <dgm:t>
        <a:bodyPr/>
        <a:lstStyle/>
        <a:p>
          <a:endParaRPr lang="en-IN"/>
        </a:p>
      </dgm:t>
    </dgm:pt>
    <dgm:pt modelId="{E48A897E-9730-4351-99A5-97D687F4A459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i="0" u="sng" dirty="0">
              <a:solidFill>
                <a:schemeClr val="accent3">
                  <a:lumMod val="75000"/>
                </a:schemeClr>
              </a:solidFill>
            </a:rPr>
            <a:t>Totipotent Stem Cells:</a:t>
          </a:r>
          <a:r>
            <a:rPr lang="en-US" b="1" i="0" u="sng" dirty="0"/>
            <a:t> </a:t>
          </a:r>
          <a:r>
            <a:rPr lang="en-US" b="0" i="0" dirty="0"/>
            <a:t>These can </a:t>
          </a:r>
          <a:r>
            <a:rPr lang="en-US" b="1" i="0" dirty="0"/>
            <a:t>differentiate into all possible types of cells</a:t>
          </a:r>
          <a:r>
            <a:rPr lang="en-US" b="0" i="0" dirty="0"/>
            <a:t>.</a:t>
          </a:r>
          <a:endParaRPr lang="en-IN" dirty="0"/>
        </a:p>
      </dgm:t>
    </dgm:pt>
    <dgm:pt modelId="{34E7E74E-97B3-42C3-A704-2CAF5376893B}" type="parTrans" cxnId="{96D577AF-0F3E-4905-8965-1440C463D3DE}">
      <dgm:prSet/>
      <dgm:spPr/>
      <dgm:t>
        <a:bodyPr/>
        <a:lstStyle/>
        <a:p>
          <a:endParaRPr lang="en-IN"/>
        </a:p>
      </dgm:t>
    </dgm:pt>
    <dgm:pt modelId="{1DE859E1-9D99-4531-93AC-6C08565134FF}" type="sibTrans" cxnId="{96D577AF-0F3E-4905-8965-1440C463D3DE}">
      <dgm:prSet/>
      <dgm:spPr/>
      <dgm:t>
        <a:bodyPr/>
        <a:lstStyle/>
        <a:p>
          <a:endParaRPr lang="en-IN"/>
        </a:p>
      </dgm:t>
    </dgm:pt>
    <dgm:pt modelId="{25418120-726E-4AF9-A69C-6DE0E196A9DE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dirty="0"/>
            <a:t>These types of cells are found in plants and in early embryos (1-3 days)</a:t>
          </a:r>
        </a:p>
      </dgm:t>
    </dgm:pt>
    <dgm:pt modelId="{5F67F20C-B997-462F-84B6-4949D8B2EF71}" type="parTrans" cxnId="{86240F3A-10CA-44B6-9B6E-C73BB24FE4D5}">
      <dgm:prSet/>
      <dgm:spPr/>
      <dgm:t>
        <a:bodyPr/>
        <a:lstStyle/>
        <a:p>
          <a:endParaRPr lang="en-IN"/>
        </a:p>
      </dgm:t>
    </dgm:pt>
    <dgm:pt modelId="{8DEBF504-5BFF-4BA1-8E49-C1AD5FD6D311}" type="sibTrans" cxnId="{86240F3A-10CA-44B6-9B6E-C73BB24FE4D5}">
      <dgm:prSet/>
      <dgm:spPr/>
      <dgm:t>
        <a:bodyPr/>
        <a:lstStyle/>
        <a:p>
          <a:endParaRPr lang="en-IN"/>
        </a:p>
      </dgm:t>
    </dgm:pt>
    <dgm:pt modelId="{0DEED3FF-A8A1-4DC0-BBD4-0F1EFFB5C4EA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dirty="0"/>
            <a:t>Each cell can form a complete organism.</a:t>
          </a:r>
        </a:p>
      </dgm:t>
    </dgm:pt>
    <dgm:pt modelId="{BDAB6106-B669-40F0-864D-B156A25E96F7}" type="parTrans" cxnId="{6DEA5D35-3CAD-4A0C-A4DA-991E62E214F9}">
      <dgm:prSet/>
      <dgm:spPr/>
      <dgm:t>
        <a:bodyPr/>
        <a:lstStyle/>
        <a:p>
          <a:endParaRPr lang="en-IN"/>
        </a:p>
      </dgm:t>
    </dgm:pt>
    <dgm:pt modelId="{2B0937DF-1045-4FD0-B84B-825AE56FB747}" type="sibTrans" cxnId="{6DEA5D35-3CAD-4A0C-A4DA-991E62E214F9}">
      <dgm:prSet/>
      <dgm:spPr/>
      <dgm:t>
        <a:bodyPr/>
        <a:lstStyle/>
        <a:p>
          <a:endParaRPr lang="en-IN"/>
        </a:p>
      </dgm:t>
    </dgm:pt>
    <dgm:pt modelId="{AE38E95F-009F-4F55-925B-2762FF6A7EE7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i="0" u="sng" dirty="0">
              <a:solidFill>
                <a:schemeClr val="accent3">
                  <a:lumMod val="75000"/>
                </a:schemeClr>
              </a:solidFill>
            </a:rPr>
            <a:t>Multipotent Stem Cells: </a:t>
          </a:r>
          <a:r>
            <a:rPr lang="en-US" b="0" i="0" dirty="0"/>
            <a:t>These </a:t>
          </a:r>
          <a:r>
            <a:rPr lang="en-US" b="1" i="0" dirty="0"/>
            <a:t>differentiate into a closely related cell type</a:t>
          </a:r>
          <a:r>
            <a:rPr lang="en-US" b="0" i="0" dirty="0"/>
            <a:t>. </a:t>
          </a:r>
          <a:endParaRPr lang="en-IN" dirty="0"/>
        </a:p>
      </dgm:t>
    </dgm:pt>
    <dgm:pt modelId="{A8F26A5B-216C-4A0D-80CA-5C344AA08C38}" type="parTrans" cxnId="{A9502DC2-AA8C-4A23-9C5E-21EB85DFAFA4}">
      <dgm:prSet/>
      <dgm:spPr/>
      <dgm:t>
        <a:bodyPr/>
        <a:lstStyle/>
        <a:p>
          <a:endParaRPr lang="en-IN"/>
        </a:p>
      </dgm:t>
    </dgm:pt>
    <dgm:pt modelId="{2180A5E0-D492-4A62-9E50-82105E5DC2A1}" type="sibTrans" cxnId="{A9502DC2-AA8C-4A23-9C5E-21EB85DFAFA4}">
      <dgm:prSet/>
      <dgm:spPr/>
      <dgm:t>
        <a:bodyPr/>
        <a:lstStyle/>
        <a:p>
          <a:endParaRPr lang="en-IN"/>
        </a:p>
      </dgm:t>
    </dgm:pt>
    <dgm:pt modelId="{68C373ED-D20F-49BD-9DC4-2880E0131032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e.g., the hematopoietic stem cells differentiate into red blood cells and white blood cells.</a:t>
          </a:r>
          <a:endParaRPr lang="en-IN" dirty="0"/>
        </a:p>
      </dgm:t>
    </dgm:pt>
    <dgm:pt modelId="{0BAE20D1-4022-4707-91B1-B7BE09FB9FF3}" type="parTrans" cxnId="{34D6871C-8A2C-4981-96C4-A03125381CB1}">
      <dgm:prSet/>
      <dgm:spPr/>
      <dgm:t>
        <a:bodyPr/>
        <a:lstStyle/>
        <a:p>
          <a:endParaRPr lang="en-IN"/>
        </a:p>
      </dgm:t>
    </dgm:pt>
    <dgm:pt modelId="{781CB09B-FFEA-4B98-806C-73A81BB56690}" type="sibTrans" cxnId="{34D6871C-8A2C-4981-96C4-A03125381CB1}">
      <dgm:prSet/>
      <dgm:spPr/>
      <dgm:t>
        <a:bodyPr/>
        <a:lstStyle/>
        <a:p>
          <a:endParaRPr lang="en-IN"/>
        </a:p>
      </dgm:t>
    </dgm:pt>
    <dgm:pt modelId="{BC551F49-29E7-4E9E-9AB4-AF1C2AD63E8B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i="0" u="sng" dirty="0">
              <a:solidFill>
                <a:schemeClr val="accent3">
                  <a:lumMod val="75000"/>
                </a:schemeClr>
              </a:solidFill>
            </a:rPr>
            <a:t>Unipotent Stem Cells: </a:t>
          </a:r>
          <a:r>
            <a:rPr lang="en-US" b="0" i="0" dirty="0"/>
            <a:t>They can </a:t>
          </a:r>
          <a:r>
            <a:rPr lang="en-US" b="1" i="0" dirty="0"/>
            <a:t>produce cells only of their own type</a:t>
          </a:r>
          <a:r>
            <a:rPr lang="en-US" b="0" i="0" dirty="0"/>
            <a:t>. Since they have the ability to renew themselves, they are known as unipotent stem cells. </a:t>
          </a:r>
          <a:endParaRPr lang="en-IN" dirty="0"/>
        </a:p>
      </dgm:t>
    </dgm:pt>
    <dgm:pt modelId="{4E347F53-9BE7-4BA7-9FFE-B82AD8D24A9F}" type="parTrans" cxnId="{DE476618-F746-40CB-952C-BCEFCD347C32}">
      <dgm:prSet/>
      <dgm:spPr/>
      <dgm:t>
        <a:bodyPr/>
        <a:lstStyle/>
        <a:p>
          <a:endParaRPr lang="en-IN"/>
        </a:p>
      </dgm:t>
    </dgm:pt>
    <dgm:pt modelId="{D99DC73E-D07F-4D57-A152-550E4192B3DA}" type="sibTrans" cxnId="{DE476618-F746-40CB-952C-BCEFCD347C32}">
      <dgm:prSet/>
      <dgm:spPr/>
      <dgm:t>
        <a:bodyPr/>
        <a:lstStyle/>
        <a:p>
          <a:endParaRPr lang="en-IN"/>
        </a:p>
      </dgm:t>
    </dgm:pt>
    <dgm:pt modelId="{123D5DA1-82B4-4C65-8719-E7579EEC6656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e.g., Muscle stem cells.</a:t>
          </a:r>
          <a:endParaRPr lang="en-IN" dirty="0"/>
        </a:p>
      </dgm:t>
    </dgm:pt>
    <dgm:pt modelId="{A49E956E-CA21-48C7-B6FD-8296F06498F3}" type="parTrans" cxnId="{FB27F8D1-6D8B-4D51-9E37-24D9B9613520}">
      <dgm:prSet/>
      <dgm:spPr/>
      <dgm:t>
        <a:bodyPr/>
        <a:lstStyle/>
        <a:p>
          <a:endParaRPr lang="en-IN"/>
        </a:p>
      </dgm:t>
    </dgm:pt>
    <dgm:pt modelId="{4BDBED00-1F83-48EC-A1D5-6E21E0BB3E55}" type="sibTrans" cxnId="{FB27F8D1-6D8B-4D51-9E37-24D9B9613520}">
      <dgm:prSet/>
      <dgm:spPr/>
      <dgm:t>
        <a:bodyPr/>
        <a:lstStyle/>
        <a:p>
          <a:endParaRPr lang="en-IN"/>
        </a:p>
      </dgm:t>
    </dgm:pt>
    <dgm:pt modelId="{F7911D18-E73E-4CD8-9E94-2370E8CA511D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i="0" u="sng" dirty="0">
              <a:solidFill>
                <a:schemeClr val="accent3">
                  <a:lumMod val="75000"/>
                </a:schemeClr>
              </a:solidFill>
            </a:rPr>
            <a:t>Oligopotent Stem Cells: </a:t>
          </a:r>
          <a:r>
            <a:rPr lang="en-US" b="0" i="0" dirty="0"/>
            <a:t>Adult lymphoid cells are oligopotent. They can </a:t>
          </a:r>
          <a:r>
            <a:rPr lang="en-US" b="1" i="0" dirty="0"/>
            <a:t>differentiate into a few different types of cells</a:t>
          </a:r>
          <a:r>
            <a:rPr lang="en-US" b="0" i="0" dirty="0"/>
            <a:t>.</a:t>
          </a:r>
          <a:endParaRPr lang="en-IN" dirty="0"/>
        </a:p>
      </dgm:t>
    </dgm:pt>
    <dgm:pt modelId="{659E2671-A172-4649-8147-8E80ABE03EE8}" type="parTrans" cxnId="{F60892FA-D7B5-4CAB-B956-E22ED862025B}">
      <dgm:prSet/>
      <dgm:spPr/>
      <dgm:t>
        <a:bodyPr/>
        <a:lstStyle/>
        <a:p>
          <a:endParaRPr lang="en-IN"/>
        </a:p>
      </dgm:t>
    </dgm:pt>
    <dgm:pt modelId="{142AB8EF-BC8B-4E74-BEFD-2660743D1C20}" type="sibTrans" cxnId="{F60892FA-D7B5-4CAB-B956-E22ED862025B}">
      <dgm:prSet/>
      <dgm:spPr/>
      <dgm:t>
        <a:bodyPr/>
        <a:lstStyle/>
        <a:p>
          <a:endParaRPr lang="en-IN"/>
        </a:p>
      </dgm:t>
    </dgm:pt>
    <dgm:pt modelId="{3BBC5BA5-F445-4A7C-9DC2-CDE980F1C7ED}" type="pres">
      <dgm:prSet presAssocID="{B090BF22-10A5-4EEC-A16F-AF4D2E082AB0}" presName="Name0" presStyleCnt="0">
        <dgm:presLayoutVars>
          <dgm:dir/>
          <dgm:animLvl val="lvl"/>
          <dgm:resizeHandles val="exact"/>
        </dgm:presLayoutVars>
      </dgm:prSet>
      <dgm:spPr/>
    </dgm:pt>
    <dgm:pt modelId="{0DAEE1DD-EF9A-4D9A-8D37-1D678A1513AE}" type="pres">
      <dgm:prSet presAssocID="{1BFF1056-98FF-41B8-87F2-911CB608818D}" presName="composite" presStyleCnt="0"/>
      <dgm:spPr/>
    </dgm:pt>
    <dgm:pt modelId="{8EC8ED31-D53F-49DD-9892-27EF793258D5}" type="pres">
      <dgm:prSet presAssocID="{1BFF1056-98FF-41B8-87F2-911CB608818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4B92DDE4-7C0D-47CD-8875-ECE9A9561D9E}" type="pres">
      <dgm:prSet presAssocID="{1BFF1056-98FF-41B8-87F2-911CB608818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B2DBD109-1083-4DCC-8736-1C8041177357}" type="presOf" srcId="{0DEED3FF-A8A1-4DC0-BBD4-0F1EFFB5C4EA}" destId="{4B92DDE4-7C0D-47CD-8875-ECE9A9561D9E}" srcOrd="0" destOrd="2" presId="urn:microsoft.com/office/officeart/2005/8/layout/hList1"/>
    <dgm:cxn modelId="{DE476618-F746-40CB-952C-BCEFCD347C32}" srcId="{95616C2F-629F-430D-9E44-D91E8D6610D6}" destId="{BC551F49-29E7-4E9E-9AB4-AF1C2AD63E8B}" srcOrd="4" destOrd="0" parTransId="{4E347F53-9BE7-4BA7-9FFE-B82AD8D24A9F}" sibTransId="{D99DC73E-D07F-4D57-A152-550E4192B3DA}"/>
    <dgm:cxn modelId="{34D6871C-8A2C-4981-96C4-A03125381CB1}" srcId="{AE38E95F-009F-4F55-925B-2762FF6A7EE7}" destId="{68C373ED-D20F-49BD-9DC4-2880E0131032}" srcOrd="0" destOrd="0" parTransId="{0BAE20D1-4022-4707-91B1-B7BE09FB9FF3}" sibTransId="{781CB09B-FFEA-4B98-806C-73A81BB56690}"/>
    <dgm:cxn modelId="{9439C332-014B-4933-AE33-C736502B2CCF}" type="presOf" srcId="{BC551F49-29E7-4E9E-9AB4-AF1C2AD63E8B}" destId="{4B92DDE4-7C0D-47CD-8875-ECE9A9561D9E}" srcOrd="0" destOrd="8" presId="urn:microsoft.com/office/officeart/2005/8/layout/hList1"/>
    <dgm:cxn modelId="{6DEA5D35-3CAD-4A0C-A4DA-991E62E214F9}" srcId="{E48A897E-9730-4351-99A5-97D687F4A459}" destId="{0DEED3FF-A8A1-4DC0-BBD4-0F1EFFB5C4EA}" srcOrd="0" destOrd="0" parTransId="{BDAB6106-B669-40F0-864D-B156A25E96F7}" sibTransId="{2B0937DF-1045-4FD0-B84B-825AE56FB747}"/>
    <dgm:cxn modelId="{86240F3A-10CA-44B6-9B6E-C73BB24FE4D5}" srcId="{E48A897E-9730-4351-99A5-97D687F4A459}" destId="{25418120-726E-4AF9-A69C-6DE0E196A9DE}" srcOrd="1" destOrd="0" parTransId="{5F67F20C-B997-462F-84B6-4949D8B2EF71}" sibTransId="{8DEBF504-5BFF-4BA1-8E49-C1AD5FD6D311}"/>
    <dgm:cxn modelId="{CC92C85F-7D43-4BB3-8C4A-FBA9A80B8BD4}" type="presOf" srcId="{95616C2F-629F-430D-9E44-D91E8D6610D6}" destId="{4B92DDE4-7C0D-47CD-8875-ECE9A9561D9E}" srcOrd="0" destOrd="0" presId="urn:microsoft.com/office/officeart/2005/8/layout/hList1"/>
    <dgm:cxn modelId="{495CDD43-F566-4137-AFB5-D10A7A74B411}" srcId="{1BFF1056-98FF-41B8-87F2-911CB608818D}" destId="{95616C2F-629F-430D-9E44-D91E8D6610D6}" srcOrd="0" destOrd="0" parTransId="{14D14502-3AD2-4F4C-883C-F0E0312F31B1}" sibTransId="{BC5D697A-86C5-4057-A4EB-2A11FBF4E684}"/>
    <dgm:cxn modelId="{1734B365-C3DB-459D-A9CC-9DA9509B547B}" type="presOf" srcId="{1BFF1056-98FF-41B8-87F2-911CB608818D}" destId="{8EC8ED31-D53F-49DD-9892-27EF793258D5}" srcOrd="0" destOrd="0" presId="urn:microsoft.com/office/officeart/2005/8/layout/hList1"/>
    <dgm:cxn modelId="{973BE249-2C85-415A-A237-BE0D78A88EFD}" type="presOf" srcId="{F7911D18-E73E-4CD8-9E94-2370E8CA511D}" destId="{4B92DDE4-7C0D-47CD-8875-ECE9A9561D9E}" srcOrd="0" destOrd="7" presId="urn:microsoft.com/office/officeart/2005/8/layout/hList1"/>
    <dgm:cxn modelId="{7C4D7488-9668-4C39-9191-C79A0512ED61}" type="presOf" srcId="{4361628C-00BA-439C-A509-95F0D811000D}" destId="{4B92DDE4-7C0D-47CD-8875-ECE9A9561D9E}" srcOrd="0" destOrd="4" presId="urn:microsoft.com/office/officeart/2005/8/layout/hList1"/>
    <dgm:cxn modelId="{E4423690-0DAA-498F-AD46-A9379F22D0F5}" type="presOf" srcId="{123D5DA1-82B4-4C65-8719-E7579EEC6656}" destId="{4B92DDE4-7C0D-47CD-8875-ECE9A9561D9E}" srcOrd="0" destOrd="9" presId="urn:microsoft.com/office/officeart/2005/8/layout/hList1"/>
    <dgm:cxn modelId="{AD464F9B-EDB3-43F1-A87B-7E67DD67685F}" type="presOf" srcId="{AE38E95F-009F-4F55-925B-2762FF6A7EE7}" destId="{4B92DDE4-7C0D-47CD-8875-ECE9A9561D9E}" srcOrd="0" destOrd="5" presId="urn:microsoft.com/office/officeart/2005/8/layout/hList1"/>
    <dgm:cxn modelId="{AC0A3C9D-4F7E-4EA2-B978-10166BB94A07}" srcId="{B090BF22-10A5-4EEC-A16F-AF4D2E082AB0}" destId="{1BFF1056-98FF-41B8-87F2-911CB608818D}" srcOrd="0" destOrd="0" parTransId="{A89FABC1-1E06-4689-B1D9-015BA5430691}" sibTransId="{4779A660-CBDB-4F41-B85F-8F87F77AEED9}"/>
    <dgm:cxn modelId="{96D577AF-0F3E-4905-8965-1440C463D3DE}" srcId="{95616C2F-629F-430D-9E44-D91E8D6610D6}" destId="{E48A897E-9730-4351-99A5-97D687F4A459}" srcOrd="0" destOrd="0" parTransId="{34E7E74E-97B3-42C3-A704-2CAF5376893B}" sibTransId="{1DE859E1-9D99-4531-93AC-6C08565134FF}"/>
    <dgm:cxn modelId="{2042BBB9-4E3A-4278-9B5B-23F31131F96D}" type="presOf" srcId="{E48A897E-9730-4351-99A5-97D687F4A459}" destId="{4B92DDE4-7C0D-47CD-8875-ECE9A9561D9E}" srcOrd="0" destOrd="1" presId="urn:microsoft.com/office/officeart/2005/8/layout/hList1"/>
    <dgm:cxn modelId="{751C7CBD-018F-4F4F-8916-E5DC9625DEDC}" type="presOf" srcId="{B090BF22-10A5-4EEC-A16F-AF4D2E082AB0}" destId="{3BBC5BA5-F445-4A7C-9DC2-CDE980F1C7ED}" srcOrd="0" destOrd="0" presId="urn:microsoft.com/office/officeart/2005/8/layout/hList1"/>
    <dgm:cxn modelId="{A9502DC2-AA8C-4A23-9C5E-21EB85DFAFA4}" srcId="{95616C2F-629F-430D-9E44-D91E8D6610D6}" destId="{AE38E95F-009F-4F55-925B-2762FF6A7EE7}" srcOrd="2" destOrd="0" parTransId="{A8F26A5B-216C-4A0D-80CA-5C344AA08C38}" sibTransId="{2180A5E0-D492-4A62-9E50-82105E5DC2A1}"/>
    <dgm:cxn modelId="{8BE44ECB-EBC2-4FDD-8A54-6CC9FEA8FC0F}" type="presOf" srcId="{25418120-726E-4AF9-A69C-6DE0E196A9DE}" destId="{4B92DDE4-7C0D-47CD-8875-ECE9A9561D9E}" srcOrd="0" destOrd="3" presId="urn:microsoft.com/office/officeart/2005/8/layout/hList1"/>
    <dgm:cxn modelId="{A859CFD1-A74A-4473-8E9F-88FF5775E76E}" type="presOf" srcId="{68C373ED-D20F-49BD-9DC4-2880E0131032}" destId="{4B92DDE4-7C0D-47CD-8875-ECE9A9561D9E}" srcOrd="0" destOrd="6" presId="urn:microsoft.com/office/officeart/2005/8/layout/hList1"/>
    <dgm:cxn modelId="{FB27F8D1-6D8B-4D51-9E37-24D9B9613520}" srcId="{BC551F49-29E7-4E9E-9AB4-AF1C2AD63E8B}" destId="{123D5DA1-82B4-4C65-8719-E7579EEC6656}" srcOrd="0" destOrd="0" parTransId="{A49E956E-CA21-48C7-B6FD-8296F06498F3}" sibTransId="{4BDBED00-1F83-48EC-A1D5-6E21E0BB3E55}"/>
    <dgm:cxn modelId="{8E407EEA-A6A0-43B4-A85C-A2874ABE8D94}" srcId="{95616C2F-629F-430D-9E44-D91E8D6610D6}" destId="{4361628C-00BA-439C-A509-95F0D811000D}" srcOrd="1" destOrd="0" parTransId="{B5572106-F83B-4632-BF9A-3ADEA15A7637}" sibTransId="{F1A4C506-0B13-4904-9497-9BC3CB1F273D}"/>
    <dgm:cxn modelId="{F60892FA-D7B5-4CAB-B956-E22ED862025B}" srcId="{95616C2F-629F-430D-9E44-D91E8D6610D6}" destId="{F7911D18-E73E-4CD8-9E94-2370E8CA511D}" srcOrd="3" destOrd="0" parTransId="{659E2671-A172-4649-8147-8E80ABE03EE8}" sibTransId="{142AB8EF-BC8B-4E74-BEFD-2660743D1C20}"/>
    <dgm:cxn modelId="{C5F8C9BF-BDDA-487F-9A5F-2C12DBBE442C}" type="presParOf" srcId="{3BBC5BA5-F445-4A7C-9DC2-CDE980F1C7ED}" destId="{0DAEE1DD-EF9A-4D9A-8D37-1D678A1513AE}" srcOrd="0" destOrd="0" presId="urn:microsoft.com/office/officeart/2005/8/layout/hList1"/>
    <dgm:cxn modelId="{3DBC6694-9FB4-4AC5-9771-1817526134EA}" type="presParOf" srcId="{0DAEE1DD-EF9A-4D9A-8D37-1D678A1513AE}" destId="{8EC8ED31-D53F-49DD-9892-27EF793258D5}" srcOrd="0" destOrd="0" presId="urn:microsoft.com/office/officeart/2005/8/layout/hList1"/>
    <dgm:cxn modelId="{596D8958-C75E-4492-AC6D-6AA0F400CDEC}" type="presParOf" srcId="{0DAEE1DD-EF9A-4D9A-8D37-1D678A1513AE}" destId="{4B92DDE4-7C0D-47CD-8875-ECE9A9561D9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630D2F8-E1C5-4604-BF44-E23B90D8587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74253FB-4564-40F3-BD9B-1946C47863DB}">
      <dgm:prSet phldrT="[Text]"/>
      <dgm:spPr/>
      <dgm:t>
        <a:bodyPr/>
        <a:lstStyle/>
        <a:p>
          <a:r>
            <a:rPr lang="en-IN" b="1" dirty="0">
              <a:solidFill>
                <a:schemeClr val="tx1"/>
              </a:solidFill>
              <a:highlight>
                <a:srgbClr val="FFFF00"/>
              </a:highlight>
            </a:rPr>
            <a:t>Application or uses of Stem Cell</a:t>
          </a:r>
          <a:endParaRPr lang="en-IN" dirty="0">
            <a:solidFill>
              <a:schemeClr val="tx1"/>
            </a:solidFill>
            <a:highlight>
              <a:srgbClr val="FFFF00"/>
            </a:highlight>
          </a:endParaRPr>
        </a:p>
      </dgm:t>
    </dgm:pt>
    <dgm:pt modelId="{9FBC2A3C-1390-4E1B-8CF0-A88078054E15}" type="parTrans" cxnId="{A74450A3-7300-4A3C-8AC3-336A46A0A9E2}">
      <dgm:prSet/>
      <dgm:spPr/>
      <dgm:t>
        <a:bodyPr/>
        <a:lstStyle/>
        <a:p>
          <a:endParaRPr lang="en-IN"/>
        </a:p>
      </dgm:t>
    </dgm:pt>
    <dgm:pt modelId="{7FCD91FB-302A-4413-8A3F-22EF565D1A01}" type="sibTrans" cxnId="{A74450A3-7300-4A3C-8AC3-336A46A0A9E2}">
      <dgm:prSet/>
      <dgm:spPr/>
      <dgm:t>
        <a:bodyPr/>
        <a:lstStyle/>
        <a:p>
          <a:endParaRPr lang="en-IN"/>
        </a:p>
      </dgm:t>
    </dgm:pt>
    <dgm:pt modelId="{78706904-B020-480A-AC4F-DBCA0E285F33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b="1" dirty="0">
              <a:solidFill>
                <a:schemeClr val="accent3">
                  <a:lumMod val="75000"/>
                </a:schemeClr>
              </a:solidFill>
            </a:rPr>
            <a:t>Basic research: </a:t>
          </a:r>
          <a:r>
            <a:rPr lang="en-IN" b="0" dirty="0"/>
            <a:t>Clarification of complex events that occur during human development and understanding molecular basis of cancer </a:t>
          </a:r>
        </a:p>
      </dgm:t>
    </dgm:pt>
    <dgm:pt modelId="{5624E43D-7AA1-4ACC-BA62-DBCFB9E067EA}" type="parTrans" cxnId="{633A8775-9409-479B-92E0-FCB6EBD939C7}">
      <dgm:prSet/>
      <dgm:spPr/>
      <dgm:t>
        <a:bodyPr/>
        <a:lstStyle/>
        <a:p>
          <a:endParaRPr lang="en-IN"/>
        </a:p>
      </dgm:t>
    </dgm:pt>
    <dgm:pt modelId="{5C86C162-1454-432B-8B6F-8296B4D5608A}" type="sibTrans" cxnId="{633A8775-9409-479B-92E0-FCB6EBD939C7}">
      <dgm:prSet/>
      <dgm:spPr/>
      <dgm:t>
        <a:bodyPr/>
        <a:lstStyle/>
        <a:p>
          <a:endParaRPr lang="en-IN"/>
        </a:p>
      </dgm:t>
    </dgm:pt>
    <dgm:pt modelId="{811E4AFD-10BE-4814-BFE3-F2ED540BF61D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b="1" dirty="0">
              <a:solidFill>
                <a:schemeClr val="accent3">
                  <a:lumMod val="75000"/>
                </a:schemeClr>
              </a:solidFill>
            </a:rPr>
            <a:t>Biotechnology (drug discovery and development): </a:t>
          </a:r>
          <a:r>
            <a:rPr lang="en-IN" b="0" dirty="0"/>
            <a:t>Stem cells can provide specific cell types </a:t>
          </a:r>
          <a:r>
            <a:rPr lang="en-IN" b="1" dirty="0"/>
            <a:t>to test new drugs</a:t>
          </a:r>
        </a:p>
      </dgm:t>
    </dgm:pt>
    <dgm:pt modelId="{AE671DFD-3166-4A57-9F7D-C76E67E221D6}" type="parTrans" cxnId="{DE9096C0-D381-4451-8B0E-3A9ACE0FCC02}">
      <dgm:prSet/>
      <dgm:spPr/>
      <dgm:t>
        <a:bodyPr/>
        <a:lstStyle/>
        <a:p>
          <a:endParaRPr lang="en-IN"/>
        </a:p>
      </dgm:t>
    </dgm:pt>
    <dgm:pt modelId="{EDD0B705-8B3D-4F4B-9B96-B10A8968618C}" type="sibTrans" cxnId="{DE9096C0-D381-4451-8B0E-3A9ACE0FCC02}">
      <dgm:prSet/>
      <dgm:spPr/>
      <dgm:t>
        <a:bodyPr/>
        <a:lstStyle/>
        <a:p>
          <a:endParaRPr lang="en-IN"/>
        </a:p>
      </dgm:t>
    </dgm:pt>
    <dgm:pt modelId="{D79416D1-3BE2-4E68-85F6-12957CA86858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endParaRPr lang="en-IN" b="0" dirty="0"/>
        </a:p>
      </dgm:t>
    </dgm:pt>
    <dgm:pt modelId="{F0571364-CEF7-42CC-B4E3-46FFE1159085}" type="parTrans" cxnId="{D7C70E93-4FA1-4FEC-B0C5-BB235DC01D4F}">
      <dgm:prSet/>
      <dgm:spPr/>
      <dgm:t>
        <a:bodyPr/>
        <a:lstStyle/>
        <a:p>
          <a:endParaRPr lang="en-IN"/>
        </a:p>
      </dgm:t>
    </dgm:pt>
    <dgm:pt modelId="{63C0DF6C-9938-4493-83C3-AEE6FB75725F}" type="sibTrans" cxnId="{D7C70E93-4FA1-4FEC-B0C5-BB235DC01D4F}">
      <dgm:prSet/>
      <dgm:spPr/>
      <dgm:t>
        <a:bodyPr/>
        <a:lstStyle/>
        <a:p>
          <a:endParaRPr lang="en-IN"/>
        </a:p>
      </dgm:t>
    </dgm:pt>
    <dgm:pt modelId="{8A149573-14F8-4806-872F-5A135053ED09}">
      <dgm:prSet phldrT="[Text]"/>
      <dgm:spPr/>
      <dgm:t>
        <a:bodyPr/>
        <a:lstStyle/>
        <a:p>
          <a:pPr algn="just"/>
          <a:r>
            <a:rPr lang="en-IN" b="1" i="0" dirty="0">
              <a:solidFill>
                <a:schemeClr val="accent3">
                  <a:lumMod val="75000"/>
                </a:schemeClr>
              </a:solidFill>
            </a:rPr>
            <a:t>Tissue Regeneration: </a:t>
          </a:r>
          <a:r>
            <a:rPr lang="en-US" b="0" i="0" dirty="0"/>
            <a:t>This is the most important application of stem cells. The stem cells can be used to </a:t>
          </a:r>
          <a:r>
            <a:rPr lang="en-US" b="1" i="0" dirty="0"/>
            <a:t>grow a specific type of tissue or organ. </a:t>
          </a:r>
          <a:endParaRPr lang="en-IN" b="1" dirty="0"/>
        </a:p>
      </dgm:t>
    </dgm:pt>
    <dgm:pt modelId="{2352265D-D182-49CC-94C7-19530AA428D7}" type="parTrans" cxnId="{7F85D33B-981E-434C-BA32-4CC2B88DEA7A}">
      <dgm:prSet/>
      <dgm:spPr/>
      <dgm:t>
        <a:bodyPr/>
        <a:lstStyle/>
        <a:p>
          <a:endParaRPr lang="en-IN"/>
        </a:p>
      </dgm:t>
    </dgm:pt>
    <dgm:pt modelId="{93348617-E9AD-49E9-9DE7-2BFBF7D82E4E}" type="sibTrans" cxnId="{7F85D33B-981E-434C-BA32-4CC2B88DEA7A}">
      <dgm:prSet/>
      <dgm:spPr/>
      <dgm:t>
        <a:bodyPr/>
        <a:lstStyle/>
        <a:p>
          <a:endParaRPr lang="en-IN"/>
        </a:p>
      </dgm:t>
    </dgm:pt>
    <dgm:pt modelId="{5C22B9AD-95F0-45DC-BCBC-86B4F593AF0E}">
      <dgm:prSet phldrT="[Text]"/>
      <dgm:spPr/>
      <dgm:t>
        <a:bodyPr/>
        <a:lstStyle/>
        <a:p>
          <a:pPr algn="just"/>
          <a:r>
            <a:rPr lang="en-US" b="0" i="0" dirty="0"/>
            <a:t>This can be </a:t>
          </a:r>
          <a:r>
            <a:rPr lang="en-US" b="1" i="0" dirty="0"/>
            <a:t>helpful in kidney and liver transplants</a:t>
          </a:r>
          <a:r>
            <a:rPr lang="en-US" b="0" i="0" dirty="0"/>
            <a:t>. </a:t>
          </a:r>
          <a:endParaRPr lang="en-IN" b="0" dirty="0"/>
        </a:p>
      </dgm:t>
    </dgm:pt>
    <dgm:pt modelId="{C8CDCD1A-5594-477D-8EBB-EA91393ACFD4}" type="parTrans" cxnId="{6A0C93DE-834A-4FD6-94C1-B7438D5C51FC}">
      <dgm:prSet/>
      <dgm:spPr/>
      <dgm:t>
        <a:bodyPr/>
        <a:lstStyle/>
        <a:p>
          <a:endParaRPr lang="en-IN"/>
        </a:p>
      </dgm:t>
    </dgm:pt>
    <dgm:pt modelId="{2B7DC280-A56C-4C89-B003-2BBC228C9649}" type="sibTrans" cxnId="{6A0C93DE-834A-4FD6-94C1-B7438D5C51FC}">
      <dgm:prSet/>
      <dgm:spPr/>
      <dgm:t>
        <a:bodyPr/>
        <a:lstStyle/>
        <a:p>
          <a:endParaRPr lang="en-IN"/>
        </a:p>
      </dgm:t>
    </dgm:pt>
    <dgm:pt modelId="{C965083D-DEE9-4C54-A99F-F9BFAEA47E54}">
      <dgm:prSet phldrT="[Text]"/>
      <dgm:spPr/>
      <dgm:t>
        <a:bodyPr/>
        <a:lstStyle/>
        <a:p>
          <a:pPr algn="just"/>
          <a:r>
            <a:rPr lang="en-US" b="0" i="0" dirty="0"/>
            <a:t>The doctors have already used the stem cells from beneath the epidermis to develop skin tissue that can </a:t>
          </a:r>
          <a:r>
            <a:rPr lang="en-US" b="1" i="0" dirty="0"/>
            <a:t>repair severe burns or other injuries by tissue grafting.</a:t>
          </a:r>
          <a:endParaRPr lang="en-IN" b="1" dirty="0"/>
        </a:p>
      </dgm:t>
    </dgm:pt>
    <dgm:pt modelId="{FC85CC72-6DB1-4DAF-9A67-831B1D547F8C}" type="parTrans" cxnId="{DBDEEABB-B921-4B06-9789-E3F38C875015}">
      <dgm:prSet/>
      <dgm:spPr/>
      <dgm:t>
        <a:bodyPr/>
        <a:lstStyle/>
        <a:p>
          <a:endParaRPr lang="en-IN"/>
        </a:p>
      </dgm:t>
    </dgm:pt>
    <dgm:pt modelId="{F9AAF9CF-DFEF-4BE3-AC19-7169847F9F6A}" type="sibTrans" cxnId="{DBDEEABB-B921-4B06-9789-E3F38C875015}">
      <dgm:prSet/>
      <dgm:spPr/>
      <dgm:t>
        <a:bodyPr/>
        <a:lstStyle/>
        <a:p>
          <a:endParaRPr lang="en-IN"/>
        </a:p>
      </dgm:t>
    </dgm:pt>
    <dgm:pt modelId="{97C71CA9-E813-49CB-8C55-BC6E1DF5C8CA}" type="pres">
      <dgm:prSet presAssocID="{9630D2F8-E1C5-4604-BF44-E23B90D85870}" presName="Name0" presStyleCnt="0">
        <dgm:presLayoutVars>
          <dgm:dir/>
          <dgm:animLvl val="lvl"/>
          <dgm:resizeHandles val="exact"/>
        </dgm:presLayoutVars>
      </dgm:prSet>
      <dgm:spPr/>
    </dgm:pt>
    <dgm:pt modelId="{CD1E81BE-3C07-49A8-84E9-AB310F90D840}" type="pres">
      <dgm:prSet presAssocID="{D74253FB-4564-40F3-BD9B-1946C47863DB}" presName="composite" presStyleCnt="0"/>
      <dgm:spPr/>
    </dgm:pt>
    <dgm:pt modelId="{72313C59-F9B9-4FB3-94A0-C1C1F6F072FF}" type="pres">
      <dgm:prSet presAssocID="{D74253FB-4564-40F3-BD9B-1946C47863DB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3F2A932-ED12-4FB3-A66A-6B21F5B91B53}" type="pres">
      <dgm:prSet presAssocID="{D74253FB-4564-40F3-BD9B-1946C47863DB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CEE1CE0F-1517-4084-B94C-45C6C6BFCD03}" type="presOf" srcId="{78706904-B020-480A-AC4F-DBCA0E285F33}" destId="{53F2A932-ED12-4FB3-A66A-6B21F5B91B53}" srcOrd="0" destOrd="0" presId="urn:microsoft.com/office/officeart/2005/8/layout/hList1"/>
    <dgm:cxn modelId="{FCDC0C17-F0FD-43DB-A516-DDDB7632BA70}" type="presOf" srcId="{C965083D-DEE9-4C54-A99F-F9BFAEA47E54}" destId="{53F2A932-ED12-4FB3-A66A-6B21F5B91B53}" srcOrd="0" destOrd="4" presId="urn:microsoft.com/office/officeart/2005/8/layout/hList1"/>
    <dgm:cxn modelId="{30985E19-E35F-4B57-ABEF-90AE61FE244F}" type="presOf" srcId="{8A149573-14F8-4806-872F-5A135053ED09}" destId="{53F2A932-ED12-4FB3-A66A-6B21F5B91B53}" srcOrd="0" destOrd="2" presId="urn:microsoft.com/office/officeart/2005/8/layout/hList1"/>
    <dgm:cxn modelId="{7F85D33B-981E-434C-BA32-4CC2B88DEA7A}" srcId="{D74253FB-4564-40F3-BD9B-1946C47863DB}" destId="{8A149573-14F8-4806-872F-5A135053ED09}" srcOrd="2" destOrd="0" parTransId="{2352265D-D182-49CC-94C7-19530AA428D7}" sibTransId="{93348617-E9AD-49E9-9DE7-2BFBF7D82E4E}"/>
    <dgm:cxn modelId="{0B84E63C-EF99-4B78-8977-576845BAE8AE}" type="presOf" srcId="{D74253FB-4564-40F3-BD9B-1946C47863DB}" destId="{72313C59-F9B9-4FB3-94A0-C1C1F6F072FF}" srcOrd="0" destOrd="0" presId="urn:microsoft.com/office/officeart/2005/8/layout/hList1"/>
    <dgm:cxn modelId="{4B7F5D61-7565-454B-8A7C-FD72AE88F86A}" type="presOf" srcId="{9630D2F8-E1C5-4604-BF44-E23B90D85870}" destId="{97C71CA9-E813-49CB-8C55-BC6E1DF5C8CA}" srcOrd="0" destOrd="0" presId="urn:microsoft.com/office/officeart/2005/8/layout/hList1"/>
    <dgm:cxn modelId="{633A8775-9409-479B-92E0-FCB6EBD939C7}" srcId="{D74253FB-4564-40F3-BD9B-1946C47863DB}" destId="{78706904-B020-480A-AC4F-DBCA0E285F33}" srcOrd="0" destOrd="0" parTransId="{5624E43D-7AA1-4ACC-BA62-DBCFB9E067EA}" sibTransId="{5C86C162-1454-432B-8B6F-8296B4D5608A}"/>
    <dgm:cxn modelId="{D7C70E93-4FA1-4FEC-B0C5-BB235DC01D4F}" srcId="{D74253FB-4564-40F3-BD9B-1946C47863DB}" destId="{D79416D1-3BE2-4E68-85F6-12957CA86858}" srcOrd="3" destOrd="0" parTransId="{F0571364-CEF7-42CC-B4E3-46FFE1159085}" sibTransId="{63C0DF6C-9938-4493-83C3-AEE6FB75725F}"/>
    <dgm:cxn modelId="{A74450A3-7300-4A3C-8AC3-336A46A0A9E2}" srcId="{9630D2F8-E1C5-4604-BF44-E23B90D85870}" destId="{D74253FB-4564-40F3-BD9B-1946C47863DB}" srcOrd="0" destOrd="0" parTransId="{9FBC2A3C-1390-4E1B-8CF0-A88078054E15}" sibTransId="{7FCD91FB-302A-4413-8A3F-22EF565D1A01}"/>
    <dgm:cxn modelId="{F7E734AB-A5B3-4B00-B3C2-977422FAEEB5}" type="presOf" srcId="{811E4AFD-10BE-4814-BFE3-F2ED540BF61D}" destId="{53F2A932-ED12-4FB3-A66A-6B21F5B91B53}" srcOrd="0" destOrd="1" presId="urn:microsoft.com/office/officeart/2005/8/layout/hList1"/>
    <dgm:cxn modelId="{2F5602AF-54DE-4C64-8CFF-91D966CA7587}" type="presOf" srcId="{5C22B9AD-95F0-45DC-BCBC-86B4F593AF0E}" destId="{53F2A932-ED12-4FB3-A66A-6B21F5B91B53}" srcOrd="0" destOrd="3" presId="urn:microsoft.com/office/officeart/2005/8/layout/hList1"/>
    <dgm:cxn modelId="{DBDEEABB-B921-4B06-9789-E3F38C875015}" srcId="{8A149573-14F8-4806-872F-5A135053ED09}" destId="{C965083D-DEE9-4C54-A99F-F9BFAEA47E54}" srcOrd="1" destOrd="0" parTransId="{FC85CC72-6DB1-4DAF-9A67-831B1D547F8C}" sibTransId="{F9AAF9CF-DFEF-4BE3-AC19-7169847F9F6A}"/>
    <dgm:cxn modelId="{DE9096C0-D381-4451-8B0E-3A9ACE0FCC02}" srcId="{D74253FB-4564-40F3-BD9B-1946C47863DB}" destId="{811E4AFD-10BE-4814-BFE3-F2ED540BF61D}" srcOrd="1" destOrd="0" parTransId="{AE671DFD-3166-4A57-9F7D-C76E67E221D6}" sibTransId="{EDD0B705-8B3D-4F4B-9B96-B10A8968618C}"/>
    <dgm:cxn modelId="{562503CD-C256-45B8-A7EC-11FF68DB307E}" type="presOf" srcId="{D79416D1-3BE2-4E68-85F6-12957CA86858}" destId="{53F2A932-ED12-4FB3-A66A-6B21F5B91B53}" srcOrd="0" destOrd="5" presId="urn:microsoft.com/office/officeart/2005/8/layout/hList1"/>
    <dgm:cxn modelId="{6A0C93DE-834A-4FD6-94C1-B7438D5C51FC}" srcId="{8A149573-14F8-4806-872F-5A135053ED09}" destId="{5C22B9AD-95F0-45DC-BCBC-86B4F593AF0E}" srcOrd="0" destOrd="0" parTransId="{C8CDCD1A-5594-477D-8EBB-EA91393ACFD4}" sibTransId="{2B7DC280-A56C-4C89-B003-2BBC228C9649}"/>
    <dgm:cxn modelId="{C3FE59AF-50B7-4EB3-8AFD-16A7466E3687}" type="presParOf" srcId="{97C71CA9-E813-49CB-8C55-BC6E1DF5C8CA}" destId="{CD1E81BE-3C07-49A8-84E9-AB310F90D840}" srcOrd="0" destOrd="0" presId="urn:microsoft.com/office/officeart/2005/8/layout/hList1"/>
    <dgm:cxn modelId="{20B6B7E5-7EA9-40FB-B258-A0188C73F7F7}" type="presParOf" srcId="{CD1E81BE-3C07-49A8-84E9-AB310F90D840}" destId="{72313C59-F9B9-4FB3-94A0-C1C1F6F072FF}" srcOrd="0" destOrd="0" presId="urn:microsoft.com/office/officeart/2005/8/layout/hList1"/>
    <dgm:cxn modelId="{3F7B3405-9F5C-4D92-BD1F-EA0A8F282D7C}" type="presParOf" srcId="{CD1E81BE-3C07-49A8-84E9-AB310F90D840}" destId="{53F2A932-ED12-4FB3-A66A-6B21F5B91B5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630D2F8-E1C5-4604-BF44-E23B90D8587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74253FB-4564-40F3-BD9B-1946C47863DB}">
      <dgm:prSet phldrT="[Text]"/>
      <dgm:spPr/>
      <dgm:t>
        <a:bodyPr/>
        <a:lstStyle/>
        <a:p>
          <a:r>
            <a:rPr lang="en-IN" b="1" dirty="0"/>
            <a:t>Application of Stem Cell</a:t>
          </a:r>
          <a:endParaRPr lang="en-IN" dirty="0"/>
        </a:p>
      </dgm:t>
    </dgm:pt>
    <dgm:pt modelId="{9FBC2A3C-1390-4E1B-8CF0-A88078054E15}" type="parTrans" cxnId="{A74450A3-7300-4A3C-8AC3-336A46A0A9E2}">
      <dgm:prSet/>
      <dgm:spPr/>
      <dgm:t>
        <a:bodyPr/>
        <a:lstStyle/>
        <a:p>
          <a:endParaRPr lang="en-IN"/>
        </a:p>
      </dgm:t>
    </dgm:pt>
    <dgm:pt modelId="{7FCD91FB-302A-4413-8A3F-22EF565D1A01}" type="sibTrans" cxnId="{A74450A3-7300-4A3C-8AC3-336A46A0A9E2}">
      <dgm:prSet/>
      <dgm:spPr/>
      <dgm:t>
        <a:bodyPr/>
        <a:lstStyle/>
        <a:p>
          <a:endParaRPr lang="en-IN"/>
        </a:p>
      </dgm:t>
    </dgm:pt>
    <dgm:pt modelId="{D79416D1-3BE2-4E68-85F6-12957CA86858}">
      <dgm:prSet phldrT="[Text]"/>
      <dgm:spPr/>
      <dgm:t>
        <a:bodyPr/>
        <a:lstStyle/>
        <a:p>
          <a:pPr algn="just"/>
          <a:r>
            <a:rPr lang="en-IN" b="1" i="0">
              <a:solidFill>
                <a:schemeClr val="accent3">
                  <a:lumMod val="75000"/>
                </a:schemeClr>
              </a:solidFill>
            </a:rPr>
            <a:t>Treatment of Brain Diseases: </a:t>
          </a:r>
          <a:r>
            <a:rPr lang="en-US" b="0" i="0"/>
            <a:t>Stem cells can also treat diseases such as Parkinson’s disease and Alzheimer’s. </a:t>
          </a:r>
          <a:endParaRPr lang="en-IN" b="0" dirty="0"/>
        </a:p>
      </dgm:t>
    </dgm:pt>
    <dgm:pt modelId="{F0571364-CEF7-42CC-B4E3-46FFE1159085}" type="parTrans" cxnId="{D7C70E93-4FA1-4FEC-B0C5-BB235DC01D4F}">
      <dgm:prSet/>
      <dgm:spPr/>
      <dgm:t>
        <a:bodyPr/>
        <a:lstStyle/>
        <a:p>
          <a:endParaRPr lang="en-IN"/>
        </a:p>
      </dgm:t>
    </dgm:pt>
    <dgm:pt modelId="{63C0DF6C-9938-4493-83C3-AEE6FB75725F}" type="sibTrans" cxnId="{D7C70E93-4FA1-4FEC-B0C5-BB235DC01D4F}">
      <dgm:prSet/>
      <dgm:spPr/>
      <dgm:t>
        <a:bodyPr/>
        <a:lstStyle/>
        <a:p>
          <a:endParaRPr lang="en-IN"/>
        </a:p>
      </dgm:t>
    </dgm:pt>
    <dgm:pt modelId="{9ED070BB-0094-4FE5-A84C-4CBD48070664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b="1">
              <a:solidFill>
                <a:schemeClr val="accent3">
                  <a:lumMod val="75000"/>
                </a:schemeClr>
              </a:solidFill>
            </a:rPr>
            <a:t>Cancer treatment: </a:t>
          </a:r>
          <a:r>
            <a:rPr lang="en-US" b="0"/>
            <a:t>They are applied especially to treat cancers, which require high-dose chemotherapy within the scope of medical care. </a:t>
          </a:r>
          <a:endParaRPr lang="en-IN" b="0" dirty="0"/>
        </a:p>
      </dgm:t>
    </dgm:pt>
    <dgm:pt modelId="{D497877D-2660-419B-BB84-93F652479F50}" type="parTrans" cxnId="{A9AFD202-A83A-472C-AB7F-9AFA9B3749A0}">
      <dgm:prSet/>
      <dgm:spPr/>
      <dgm:t>
        <a:bodyPr/>
        <a:lstStyle/>
        <a:p>
          <a:endParaRPr lang="en-IN"/>
        </a:p>
      </dgm:t>
    </dgm:pt>
    <dgm:pt modelId="{079285B8-14F0-4290-B97B-920D6A8E67C9}" type="sibTrans" cxnId="{A9AFD202-A83A-472C-AB7F-9AFA9B3749A0}">
      <dgm:prSet/>
      <dgm:spPr/>
      <dgm:t>
        <a:bodyPr/>
        <a:lstStyle/>
        <a:p>
          <a:endParaRPr lang="en-IN"/>
        </a:p>
      </dgm:t>
    </dgm:pt>
    <dgm:pt modelId="{D55F3491-4A3D-4503-9068-44ED2D093F98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dirty="0"/>
            <a:t>The patient’s own stem cells are extracted from bone marrow or peripheral blood prior to high-dose chemotherapy, stored temporarily and transplanted after the treatment in order to minimize the side effects of the aggressive chemotherapy and to support the regeneration of destroyed cells.</a:t>
          </a:r>
          <a:endParaRPr lang="en-IN" b="0" dirty="0"/>
        </a:p>
      </dgm:t>
    </dgm:pt>
    <dgm:pt modelId="{81523F8E-2977-4774-8D90-4BB1D53DB934}" type="parTrans" cxnId="{8B590296-BEAB-42EA-B544-4CD2238B14E5}">
      <dgm:prSet/>
      <dgm:spPr/>
      <dgm:t>
        <a:bodyPr/>
        <a:lstStyle/>
        <a:p>
          <a:endParaRPr lang="en-IN"/>
        </a:p>
      </dgm:t>
    </dgm:pt>
    <dgm:pt modelId="{7B5FDE59-EAC8-4163-9270-9CBBE3CF042D}" type="sibTrans" cxnId="{8B590296-BEAB-42EA-B544-4CD2238B14E5}">
      <dgm:prSet/>
      <dgm:spPr/>
      <dgm:t>
        <a:bodyPr/>
        <a:lstStyle/>
        <a:p>
          <a:endParaRPr lang="en-IN"/>
        </a:p>
      </dgm:t>
    </dgm:pt>
    <dgm:pt modelId="{20627568-C01C-4570-8C85-C1ABEF3092B6}">
      <dgm:prSet phldrT="[Text]"/>
      <dgm:spPr/>
      <dgm:t>
        <a:bodyPr/>
        <a:lstStyle/>
        <a:p>
          <a:pPr algn="just"/>
          <a:r>
            <a:rPr lang="en-US" b="0" i="0" dirty="0"/>
            <a:t>These can help to replenish the damaged brain cells. </a:t>
          </a:r>
          <a:endParaRPr lang="en-IN" b="0" dirty="0"/>
        </a:p>
      </dgm:t>
    </dgm:pt>
    <dgm:pt modelId="{CB73BE20-6E2B-4AB2-AA06-40B48520DA9C}" type="parTrans" cxnId="{8378A8A2-92F1-4617-A399-6CE3DDCEA630}">
      <dgm:prSet/>
      <dgm:spPr/>
      <dgm:t>
        <a:bodyPr/>
        <a:lstStyle/>
        <a:p>
          <a:endParaRPr lang="en-IN"/>
        </a:p>
      </dgm:t>
    </dgm:pt>
    <dgm:pt modelId="{BFA45BFF-55CD-4A14-BEB1-4E0158EF7A0E}" type="sibTrans" cxnId="{8378A8A2-92F1-4617-A399-6CE3DDCEA630}">
      <dgm:prSet/>
      <dgm:spPr/>
      <dgm:t>
        <a:bodyPr/>
        <a:lstStyle/>
        <a:p>
          <a:endParaRPr lang="en-IN"/>
        </a:p>
      </dgm:t>
    </dgm:pt>
    <dgm:pt modelId="{B0A6AB56-28A6-4851-A54E-7E0539697302}">
      <dgm:prSet phldrT="[Text]"/>
      <dgm:spPr/>
      <dgm:t>
        <a:bodyPr/>
        <a:lstStyle/>
        <a:p>
          <a:pPr algn="just"/>
          <a:r>
            <a:rPr lang="en-US" b="0" i="0" dirty="0"/>
            <a:t>Researchers have tried to differentiate embryonic stem cells into these types of cells and make it possible to treat diseases.</a:t>
          </a:r>
          <a:endParaRPr lang="en-IN" b="0" dirty="0"/>
        </a:p>
      </dgm:t>
    </dgm:pt>
    <dgm:pt modelId="{089E15EE-76EA-4920-B179-5EBDCE68A32F}" type="parTrans" cxnId="{4577187B-8448-4EDF-A0B4-9B8392888D74}">
      <dgm:prSet/>
      <dgm:spPr/>
      <dgm:t>
        <a:bodyPr/>
        <a:lstStyle/>
        <a:p>
          <a:endParaRPr lang="en-IN"/>
        </a:p>
      </dgm:t>
    </dgm:pt>
    <dgm:pt modelId="{1DE74EF5-65F8-4E46-AA35-29DDACCF2F0C}" type="sibTrans" cxnId="{4577187B-8448-4EDF-A0B4-9B8392888D74}">
      <dgm:prSet/>
      <dgm:spPr/>
      <dgm:t>
        <a:bodyPr/>
        <a:lstStyle/>
        <a:p>
          <a:endParaRPr lang="en-IN"/>
        </a:p>
      </dgm:t>
    </dgm:pt>
    <dgm:pt modelId="{97C71CA9-E813-49CB-8C55-BC6E1DF5C8CA}" type="pres">
      <dgm:prSet presAssocID="{9630D2F8-E1C5-4604-BF44-E23B90D85870}" presName="Name0" presStyleCnt="0">
        <dgm:presLayoutVars>
          <dgm:dir/>
          <dgm:animLvl val="lvl"/>
          <dgm:resizeHandles val="exact"/>
        </dgm:presLayoutVars>
      </dgm:prSet>
      <dgm:spPr/>
    </dgm:pt>
    <dgm:pt modelId="{CD1E81BE-3C07-49A8-84E9-AB310F90D840}" type="pres">
      <dgm:prSet presAssocID="{D74253FB-4564-40F3-BD9B-1946C47863DB}" presName="composite" presStyleCnt="0"/>
      <dgm:spPr/>
    </dgm:pt>
    <dgm:pt modelId="{72313C59-F9B9-4FB3-94A0-C1C1F6F072FF}" type="pres">
      <dgm:prSet presAssocID="{D74253FB-4564-40F3-BD9B-1946C47863DB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3F2A932-ED12-4FB3-A66A-6B21F5B91B53}" type="pres">
      <dgm:prSet presAssocID="{D74253FB-4564-40F3-BD9B-1946C47863DB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9AFD202-A83A-472C-AB7F-9AFA9B3749A0}" srcId="{D74253FB-4564-40F3-BD9B-1946C47863DB}" destId="{9ED070BB-0094-4FE5-A84C-4CBD48070664}" srcOrd="0" destOrd="0" parTransId="{D497877D-2660-419B-BB84-93F652479F50}" sibTransId="{079285B8-14F0-4290-B97B-920D6A8E67C9}"/>
    <dgm:cxn modelId="{8FD4AE10-F3A9-4E21-BC5F-3117407E045D}" type="presOf" srcId="{9ED070BB-0094-4FE5-A84C-4CBD48070664}" destId="{53F2A932-ED12-4FB3-A66A-6B21F5B91B53}" srcOrd="0" destOrd="0" presId="urn:microsoft.com/office/officeart/2005/8/layout/hList1"/>
    <dgm:cxn modelId="{0B84E63C-EF99-4B78-8977-576845BAE8AE}" type="presOf" srcId="{D74253FB-4564-40F3-BD9B-1946C47863DB}" destId="{72313C59-F9B9-4FB3-94A0-C1C1F6F072FF}" srcOrd="0" destOrd="0" presId="urn:microsoft.com/office/officeart/2005/8/layout/hList1"/>
    <dgm:cxn modelId="{69A0115D-EE7B-413E-97A0-2D18297037F9}" type="presOf" srcId="{B0A6AB56-28A6-4851-A54E-7E0539697302}" destId="{53F2A932-ED12-4FB3-A66A-6B21F5B91B53}" srcOrd="0" destOrd="4" presId="urn:microsoft.com/office/officeart/2005/8/layout/hList1"/>
    <dgm:cxn modelId="{4B7F5D61-7565-454B-8A7C-FD72AE88F86A}" type="presOf" srcId="{9630D2F8-E1C5-4604-BF44-E23B90D85870}" destId="{97C71CA9-E813-49CB-8C55-BC6E1DF5C8CA}" srcOrd="0" destOrd="0" presId="urn:microsoft.com/office/officeart/2005/8/layout/hList1"/>
    <dgm:cxn modelId="{CF1A2554-F1EA-4E58-B58D-5C707D6B1B52}" type="presOf" srcId="{D55F3491-4A3D-4503-9068-44ED2D093F98}" destId="{53F2A932-ED12-4FB3-A66A-6B21F5B91B53}" srcOrd="0" destOrd="1" presId="urn:microsoft.com/office/officeart/2005/8/layout/hList1"/>
    <dgm:cxn modelId="{4577187B-8448-4EDF-A0B4-9B8392888D74}" srcId="{D79416D1-3BE2-4E68-85F6-12957CA86858}" destId="{B0A6AB56-28A6-4851-A54E-7E0539697302}" srcOrd="1" destOrd="0" parTransId="{089E15EE-76EA-4920-B179-5EBDCE68A32F}" sibTransId="{1DE74EF5-65F8-4E46-AA35-29DDACCF2F0C}"/>
    <dgm:cxn modelId="{D7C70E93-4FA1-4FEC-B0C5-BB235DC01D4F}" srcId="{D74253FB-4564-40F3-BD9B-1946C47863DB}" destId="{D79416D1-3BE2-4E68-85F6-12957CA86858}" srcOrd="1" destOrd="0" parTransId="{F0571364-CEF7-42CC-B4E3-46FFE1159085}" sibTransId="{63C0DF6C-9938-4493-83C3-AEE6FB75725F}"/>
    <dgm:cxn modelId="{8B590296-BEAB-42EA-B544-4CD2238B14E5}" srcId="{9ED070BB-0094-4FE5-A84C-4CBD48070664}" destId="{D55F3491-4A3D-4503-9068-44ED2D093F98}" srcOrd="0" destOrd="0" parTransId="{81523F8E-2977-4774-8D90-4BB1D53DB934}" sibTransId="{7B5FDE59-EAC8-4163-9270-9CBBE3CF042D}"/>
    <dgm:cxn modelId="{C6CD399C-CA94-417F-8B3C-ECFCD46A8703}" type="presOf" srcId="{20627568-C01C-4570-8C85-C1ABEF3092B6}" destId="{53F2A932-ED12-4FB3-A66A-6B21F5B91B53}" srcOrd="0" destOrd="3" presId="urn:microsoft.com/office/officeart/2005/8/layout/hList1"/>
    <dgm:cxn modelId="{8378A8A2-92F1-4617-A399-6CE3DDCEA630}" srcId="{D79416D1-3BE2-4E68-85F6-12957CA86858}" destId="{20627568-C01C-4570-8C85-C1ABEF3092B6}" srcOrd="0" destOrd="0" parTransId="{CB73BE20-6E2B-4AB2-AA06-40B48520DA9C}" sibTransId="{BFA45BFF-55CD-4A14-BEB1-4E0158EF7A0E}"/>
    <dgm:cxn modelId="{A74450A3-7300-4A3C-8AC3-336A46A0A9E2}" srcId="{9630D2F8-E1C5-4604-BF44-E23B90D85870}" destId="{D74253FB-4564-40F3-BD9B-1946C47863DB}" srcOrd="0" destOrd="0" parTransId="{9FBC2A3C-1390-4E1B-8CF0-A88078054E15}" sibTransId="{7FCD91FB-302A-4413-8A3F-22EF565D1A01}"/>
    <dgm:cxn modelId="{2A24E5A6-C6DD-4C20-BAF8-3E4F2397E795}" type="presOf" srcId="{D79416D1-3BE2-4E68-85F6-12957CA86858}" destId="{53F2A932-ED12-4FB3-A66A-6B21F5B91B53}" srcOrd="0" destOrd="2" presId="urn:microsoft.com/office/officeart/2005/8/layout/hList1"/>
    <dgm:cxn modelId="{C3FE59AF-50B7-4EB3-8AFD-16A7466E3687}" type="presParOf" srcId="{97C71CA9-E813-49CB-8C55-BC6E1DF5C8CA}" destId="{CD1E81BE-3C07-49A8-84E9-AB310F90D840}" srcOrd="0" destOrd="0" presId="urn:microsoft.com/office/officeart/2005/8/layout/hList1"/>
    <dgm:cxn modelId="{20B6B7E5-7EA9-40FB-B258-A0188C73F7F7}" type="presParOf" srcId="{CD1E81BE-3C07-49A8-84E9-AB310F90D840}" destId="{72313C59-F9B9-4FB3-94A0-C1C1F6F072FF}" srcOrd="0" destOrd="0" presId="urn:microsoft.com/office/officeart/2005/8/layout/hList1"/>
    <dgm:cxn modelId="{3F7B3405-9F5C-4D92-BD1F-EA0A8F282D7C}" type="presParOf" srcId="{CD1E81BE-3C07-49A8-84E9-AB310F90D840}" destId="{53F2A932-ED12-4FB3-A66A-6B21F5B91B5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4905E82-D6E4-4959-A21C-F6FCD27FDB0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5ED741C-1523-4968-BC7D-1DFAD5F11376}">
      <dgm:prSet phldrT="[Text]" custT="1"/>
      <dgm:spPr/>
      <dgm:t>
        <a:bodyPr/>
        <a:lstStyle/>
        <a:p>
          <a:r>
            <a:rPr lang="en-US" sz="3200" b="1" i="0" dirty="0"/>
            <a:t>Areas of active research on stem cell biology</a:t>
          </a:r>
          <a:endParaRPr lang="en-IN" sz="3200" b="1" dirty="0"/>
        </a:p>
      </dgm:t>
    </dgm:pt>
    <dgm:pt modelId="{3CDF1078-5D3F-436A-A48F-F3C7C71F6731}" type="parTrans" cxnId="{46B9D0B0-3B69-4BF9-A4FD-23928465931E}">
      <dgm:prSet/>
      <dgm:spPr/>
      <dgm:t>
        <a:bodyPr/>
        <a:lstStyle/>
        <a:p>
          <a:endParaRPr lang="en-IN"/>
        </a:p>
      </dgm:t>
    </dgm:pt>
    <dgm:pt modelId="{EBC0E75B-3A5E-495F-8F63-66C46E346A5B}" type="sibTrans" cxnId="{46B9D0B0-3B69-4BF9-A4FD-23928465931E}">
      <dgm:prSet/>
      <dgm:spPr/>
      <dgm:t>
        <a:bodyPr/>
        <a:lstStyle/>
        <a:p>
          <a:endParaRPr lang="en-IN"/>
        </a:p>
      </dgm:t>
    </dgm:pt>
    <dgm:pt modelId="{0B823232-4F07-47E3-9C4D-DFC33914EBA0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Treating liver disease with stem cells that have been manipulated to become specialized liver cells</a:t>
          </a:r>
          <a:endParaRPr lang="en-IN" dirty="0"/>
        </a:p>
      </dgm:t>
    </dgm:pt>
    <dgm:pt modelId="{64D1E84D-7C4E-46FC-A9A6-F5F66EC5ADB4}" type="parTrans" cxnId="{365D563C-D0A9-49EB-8CA1-357CC93B7F0C}">
      <dgm:prSet/>
      <dgm:spPr/>
      <dgm:t>
        <a:bodyPr/>
        <a:lstStyle/>
        <a:p>
          <a:endParaRPr lang="en-IN"/>
        </a:p>
      </dgm:t>
    </dgm:pt>
    <dgm:pt modelId="{ABC6B2FF-1223-4EB2-A12D-6185C770231A}" type="sibTrans" cxnId="{365D563C-D0A9-49EB-8CA1-357CC93B7F0C}">
      <dgm:prSet/>
      <dgm:spPr/>
      <dgm:t>
        <a:bodyPr/>
        <a:lstStyle/>
        <a:p>
          <a:endParaRPr lang="en-IN"/>
        </a:p>
      </dgm:t>
    </dgm:pt>
    <dgm:pt modelId="{1DF388E2-F991-403C-8CF2-7F3C553F85DB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Creating stem cell-derived neurons for the study of motor neuron disease</a:t>
          </a:r>
        </a:p>
      </dgm:t>
    </dgm:pt>
    <dgm:pt modelId="{9D7D46E0-F74B-4920-8A5F-7C3280250DD9}" type="parTrans" cxnId="{335AE345-4879-40F4-B064-C82F35D1061F}">
      <dgm:prSet/>
      <dgm:spPr/>
      <dgm:t>
        <a:bodyPr/>
        <a:lstStyle/>
        <a:p>
          <a:endParaRPr lang="en-IN"/>
        </a:p>
      </dgm:t>
    </dgm:pt>
    <dgm:pt modelId="{ECAB7BB1-8CFB-45FA-B52C-600DCB4AE14A}" type="sibTrans" cxnId="{335AE345-4879-40F4-B064-C82F35D1061F}">
      <dgm:prSet/>
      <dgm:spPr/>
      <dgm:t>
        <a:bodyPr/>
        <a:lstStyle/>
        <a:p>
          <a:endParaRPr lang="en-IN"/>
        </a:p>
      </dgm:t>
    </dgm:pt>
    <dgm:pt modelId="{98BE5CEF-26E3-4E51-A79D-533EA5F7806E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Creating insulin-producing pancreatic beta cells for clinical trials in diabetes</a:t>
          </a:r>
        </a:p>
      </dgm:t>
    </dgm:pt>
    <dgm:pt modelId="{06EB4369-31F7-4BCC-A735-235B27C44F15}" type="parTrans" cxnId="{80D82EEC-0DC5-41E8-8C11-24AF14BC37D5}">
      <dgm:prSet/>
      <dgm:spPr/>
      <dgm:t>
        <a:bodyPr/>
        <a:lstStyle/>
        <a:p>
          <a:endParaRPr lang="en-IN"/>
        </a:p>
      </dgm:t>
    </dgm:pt>
    <dgm:pt modelId="{1EF0BC36-009A-4283-B497-D7AD9B0578AC}" type="sibTrans" cxnId="{80D82EEC-0DC5-41E8-8C11-24AF14BC37D5}">
      <dgm:prSet/>
      <dgm:spPr/>
      <dgm:t>
        <a:bodyPr/>
        <a:lstStyle/>
        <a:p>
          <a:endParaRPr lang="en-IN"/>
        </a:p>
      </dgm:t>
    </dgm:pt>
    <dgm:pt modelId="{3ABCD76F-C90E-40C1-88D0-1ED2699AFD65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Stimulating an anti-brain tumor immune response via manipulated stem cells</a:t>
          </a:r>
        </a:p>
      </dgm:t>
    </dgm:pt>
    <dgm:pt modelId="{6C6CC57D-8302-46F5-B094-BD70202FAE8D}" type="parTrans" cxnId="{332452B5-795A-457F-985F-450AEDB9ECAE}">
      <dgm:prSet/>
      <dgm:spPr/>
      <dgm:t>
        <a:bodyPr/>
        <a:lstStyle/>
        <a:p>
          <a:endParaRPr lang="en-IN"/>
        </a:p>
      </dgm:t>
    </dgm:pt>
    <dgm:pt modelId="{C4A0D76F-CD67-454D-BB54-F13689C723AC}" type="sibTrans" cxnId="{332452B5-795A-457F-985F-450AEDB9ECAE}">
      <dgm:prSet/>
      <dgm:spPr/>
      <dgm:t>
        <a:bodyPr/>
        <a:lstStyle/>
        <a:p>
          <a:endParaRPr lang="en-IN"/>
        </a:p>
      </dgm:t>
    </dgm:pt>
    <dgm:pt modelId="{51F61AF3-1364-43F2-81C3-0A335369F18D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Investigating the use of stem cells to study and treat Gaucher disease and parkinsonism</a:t>
          </a:r>
        </a:p>
      </dgm:t>
    </dgm:pt>
    <dgm:pt modelId="{74554DFD-0D9A-4D25-A84B-D319C2CD43DD}" type="parTrans" cxnId="{BFF3BE30-F9B0-4132-8D37-6CD10755D754}">
      <dgm:prSet/>
      <dgm:spPr/>
      <dgm:t>
        <a:bodyPr/>
        <a:lstStyle/>
        <a:p>
          <a:endParaRPr lang="en-IN"/>
        </a:p>
      </dgm:t>
    </dgm:pt>
    <dgm:pt modelId="{D8EA1FB3-D92C-4571-86D2-E9E313F16B90}" type="sibTrans" cxnId="{BFF3BE30-F9B0-4132-8D37-6CD10755D754}">
      <dgm:prSet/>
      <dgm:spPr/>
      <dgm:t>
        <a:bodyPr/>
        <a:lstStyle/>
        <a:p>
          <a:endParaRPr lang="en-IN"/>
        </a:p>
      </dgm:t>
    </dgm:pt>
    <dgm:pt modelId="{A59004C6-C053-42BA-9145-DF21E99B202F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Reprogramming tumor-specific immune cells from stem cells for cancer immunotherapy</a:t>
          </a:r>
        </a:p>
      </dgm:t>
    </dgm:pt>
    <dgm:pt modelId="{37FE02A1-CBC0-42B6-8871-F64E70277E9F}" type="parTrans" cxnId="{FF1A2300-25C3-45A8-BAB4-8E2C7F1C5DAD}">
      <dgm:prSet/>
      <dgm:spPr/>
      <dgm:t>
        <a:bodyPr/>
        <a:lstStyle/>
        <a:p>
          <a:endParaRPr lang="en-IN"/>
        </a:p>
      </dgm:t>
    </dgm:pt>
    <dgm:pt modelId="{F329E14B-C9ED-4A83-9D61-B476F39D4FEC}" type="sibTrans" cxnId="{FF1A2300-25C3-45A8-BAB4-8E2C7F1C5DAD}">
      <dgm:prSet/>
      <dgm:spPr/>
      <dgm:t>
        <a:bodyPr/>
        <a:lstStyle/>
        <a:p>
          <a:endParaRPr lang="en-IN"/>
        </a:p>
      </dgm:t>
    </dgm:pt>
    <dgm:pt modelId="{0029C200-49BC-498D-948C-D10A4D2E794F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Manipulating stem cells to become bone and cartilage</a:t>
          </a:r>
        </a:p>
      </dgm:t>
    </dgm:pt>
    <dgm:pt modelId="{5E8DF566-500A-409D-887C-47500AD540F4}" type="parTrans" cxnId="{C9F9974B-2480-474A-AA18-FB4119E22ADC}">
      <dgm:prSet/>
      <dgm:spPr/>
      <dgm:t>
        <a:bodyPr/>
        <a:lstStyle/>
        <a:p>
          <a:endParaRPr lang="en-IN"/>
        </a:p>
      </dgm:t>
    </dgm:pt>
    <dgm:pt modelId="{55F14656-B051-4203-8ACB-1AB897C15FEF}" type="sibTrans" cxnId="{C9F9974B-2480-474A-AA18-FB4119E22ADC}">
      <dgm:prSet/>
      <dgm:spPr/>
      <dgm:t>
        <a:bodyPr/>
        <a:lstStyle/>
        <a:p>
          <a:endParaRPr lang="en-IN"/>
        </a:p>
      </dgm:t>
    </dgm:pt>
    <dgm:pt modelId="{C561E6F5-B4DC-4A9F-B7E8-BB20DC94B783}" type="pres">
      <dgm:prSet presAssocID="{F4905E82-D6E4-4959-A21C-F6FCD27FDB02}" presName="Name0" presStyleCnt="0">
        <dgm:presLayoutVars>
          <dgm:dir/>
          <dgm:animLvl val="lvl"/>
          <dgm:resizeHandles val="exact"/>
        </dgm:presLayoutVars>
      </dgm:prSet>
      <dgm:spPr/>
    </dgm:pt>
    <dgm:pt modelId="{F213E903-C688-48C5-BF0E-BBA441EE6D8C}" type="pres">
      <dgm:prSet presAssocID="{35ED741C-1523-4968-BC7D-1DFAD5F11376}" presName="composite" presStyleCnt="0"/>
      <dgm:spPr/>
    </dgm:pt>
    <dgm:pt modelId="{69B19037-68EF-4C41-840A-F96EE90F19F5}" type="pres">
      <dgm:prSet presAssocID="{35ED741C-1523-4968-BC7D-1DFAD5F11376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6451CBCB-AFC6-41F7-82F2-327334F1985E}" type="pres">
      <dgm:prSet presAssocID="{35ED741C-1523-4968-BC7D-1DFAD5F11376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FF1A2300-25C3-45A8-BAB4-8E2C7F1C5DAD}" srcId="{35ED741C-1523-4968-BC7D-1DFAD5F11376}" destId="{A59004C6-C053-42BA-9145-DF21E99B202F}" srcOrd="5" destOrd="0" parTransId="{37FE02A1-CBC0-42B6-8871-F64E70277E9F}" sibTransId="{F329E14B-C9ED-4A83-9D61-B476F39D4FEC}"/>
    <dgm:cxn modelId="{9186FE06-35FE-4D76-A835-ED4954CC47C3}" type="presOf" srcId="{51F61AF3-1364-43F2-81C3-0A335369F18D}" destId="{6451CBCB-AFC6-41F7-82F2-327334F1985E}" srcOrd="0" destOrd="4" presId="urn:microsoft.com/office/officeart/2005/8/layout/hList1"/>
    <dgm:cxn modelId="{BFF3BE30-F9B0-4132-8D37-6CD10755D754}" srcId="{35ED741C-1523-4968-BC7D-1DFAD5F11376}" destId="{51F61AF3-1364-43F2-81C3-0A335369F18D}" srcOrd="4" destOrd="0" parTransId="{74554DFD-0D9A-4D25-A84B-D319C2CD43DD}" sibTransId="{D8EA1FB3-D92C-4571-86D2-E9E313F16B90}"/>
    <dgm:cxn modelId="{365D563C-D0A9-49EB-8CA1-357CC93B7F0C}" srcId="{35ED741C-1523-4968-BC7D-1DFAD5F11376}" destId="{0B823232-4F07-47E3-9C4D-DFC33914EBA0}" srcOrd="0" destOrd="0" parTransId="{64D1E84D-7C4E-46FC-A9A6-F5F66EC5ADB4}" sibTransId="{ABC6B2FF-1223-4EB2-A12D-6185C770231A}"/>
    <dgm:cxn modelId="{17C73B5E-63B6-4E8B-8587-444D3A6EC777}" type="presOf" srcId="{35ED741C-1523-4968-BC7D-1DFAD5F11376}" destId="{69B19037-68EF-4C41-840A-F96EE90F19F5}" srcOrd="0" destOrd="0" presId="urn:microsoft.com/office/officeart/2005/8/layout/hList1"/>
    <dgm:cxn modelId="{1A26B765-9829-45F9-BD8F-01B9E987D1D9}" type="presOf" srcId="{F4905E82-D6E4-4959-A21C-F6FCD27FDB02}" destId="{C561E6F5-B4DC-4A9F-B7E8-BB20DC94B783}" srcOrd="0" destOrd="0" presId="urn:microsoft.com/office/officeart/2005/8/layout/hList1"/>
    <dgm:cxn modelId="{335AE345-4879-40F4-B064-C82F35D1061F}" srcId="{35ED741C-1523-4968-BC7D-1DFAD5F11376}" destId="{1DF388E2-F991-403C-8CF2-7F3C553F85DB}" srcOrd="1" destOrd="0" parTransId="{9D7D46E0-F74B-4920-8A5F-7C3280250DD9}" sibTransId="{ECAB7BB1-8CFB-45FA-B52C-600DCB4AE14A}"/>
    <dgm:cxn modelId="{C9F9974B-2480-474A-AA18-FB4119E22ADC}" srcId="{35ED741C-1523-4968-BC7D-1DFAD5F11376}" destId="{0029C200-49BC-498D-948C-D10A4D2E794F}" srcOrd="6" destOrd="0" parTransId="{5E8DF566-500A-409D-887C-47500AD540F4}" sibTransId="{55F14656-B051-4203-8ACB-1AB897C15FEF}"/>
    <dgm:cxn modelId="{8439E478-C09C-4EB8-860F-0D01A32A1B74}" type="presOf" srcId="{3ABCD76F-C90E-40C1-88D0-1ED2699AFD65}" destId="{6451CBCB-AFC6-41F7-82F2-327334F1985E}" srcOrd="0" destOrd="3" presId="urn:microsoft.com/office/officeart/2005/8/layout/hList1"/>
    <dgm:cxn modelId="{43563786-A6A1-4128-AC3F-A6673A9BDF45}" type="presOf" srcId="{0B823232-4F07-47E3-9C4D-DFC33914EBA0}" destId="{6451CBCB-AFC6-41F7-82F2-327334F1985E}" srcOrd="0" destOrd="0" presId="urn:microsoft.com/office/officeart/2005/8/layout/hList1"/>
    <dgm:cxn modelId="{FFC6039C-C1B3-4479-B3B9-3A2AEE1B671B}" type="presOf" srcId="{A59004C6-C053-42BA-9145-DF21E99B202F}" destId="{6451CBCB-AFC6-41F7-82F2-327334F1985E}" srcOrd="0" destOrd="5" presId="urn:microsoft.com/office/officeart/2005/8/layout/hList1"/>
    <dgm:cxn modelId="{7A35CAAF-740C-44CC-A68E-009353E21201}" type="presOf" srcId="{1DF388E2-F991-403C-8CF2-7F3C553F85DB}" destId="{6451CBCB-AFC6-41F7-82F2-327334F1985E}" srcOrd="0" destOrd="1" presId="urn:microsoft.com/office/officeart/2005/8/layout/hList1"/>
    <dgm:cxn modelId="{46B9D0B0-3B69-4BF9-A4FD-23928465931E}" srcId="{F4905E82-D6E4-4959-A21C-F6FCD27FDB02}" destId="{35ED741C-1523-4968-BC7D-1DFAD5F11376}" srcOrd="0" destOrd="0" parTransId="{3CDF1078-5D3F-436A-A48F-F3C7C71F6731}" sibTransId="{EBC0E75B-3A5E-495F-8F63-66C46E346A5B}"/>
    <dgm:cxn modelId="{332452B5-795A-457F-985F-450AEDB9ECAE}" srcId="{35ED741C-1523-4968-BC7D-1DFAD5F11376}" destId="{3ABCD76F-C90E-40C1-88D0-1ED2699AFD65}" srcOrd="3" destOrd="0" parTransId="{6C6CC57D-8302-46F5-B094-BD70202FAE8D}" sibTransId="{C4A0D76F-CD67-454D-BB54-F13689C723AC}"/>
    <dgm:cxn modelId="{D67F9EB7-F190-4796-8A62-57FE78FB5596}" type="presOf" srcId="{0029C200-49BC-498D-948C-D10A4D2E794F}" destId="{6451CBCB-AFC6-41F7-82F2-327334F1985E}" srcOrd="0" destOrd="6" presId="urn:microsoft.com/office/officeart/2005/8/layout/hList1"/>
    <dgm:cxn modelId="{1AB29DD9-9873-4913-A978-D8977AEADA56}" type="presOf" srcId="{98BE5CEF-26E3-4E51-A79D-533EA5F7806E}" destId="{6451CBCB-AFC6-41F7-82F2-327334F1985E}" srcOrd="0" destOrd="2" presId="urn:microsoft.com/office/officeart/2005/8/layout/hList1"/>
    <dgm:cxn modelId="{80D82EEC-0DC5-41E8-8C11-24AF14BC37D5}" srcId="{35ED741C-1523-4968-BC7D-1DFAD5F11376}" destId="{98BE5CEF-26E3-4E51-A79D-533EA5F7806E}" srcOrd="2" destOrd="0" parTransId="{06EB4369-31F7-4BCC-A735-235B27C44F15}" sibTransId="{1EF0BC36-009A-4283-B497-D7AD9B0578AC}"/>
    <dgm:cxn modelId="{B91F4A2F-616C-4654-9E83-9DAEEE9A0B33}" type="presParOf" srcId="{C561E6F5-B4DC-4A9F-B7E8-BB20DC94B783}" destId="{F213E903-C688-48C5-BF0E-BBA441EE6D8C}" srcOrd="0" destOrd="0" presId="urn:microsoft.com/office/officeart/2005/8/layout/hList1"/>
    <dgm:cxn modelId="{A1F6523A-F970-45D2-A69A-81D772B5AA8C}" type="presParOf" srcId="{F213E903-C688-48C5-BF0E-BBA441EE6D8C}" destId="{69B19037-68EF-4C41-840A-F96EE90F19F5}" srcOrd="0" destOrd="0" presId="urn:microsoft.com/office/officeart/2005/8/layout/hList1"/>
    <dgm:cxn modelId="{B4990EC4-6EF8-4EF4-8579-91640FA0CC6A}" type="presParOf" srcId="{F213E903-C688-48C5-BF0E-BBA441EE6D8C}" destId="{6451CBCB-AFC6-41F7-82F2-327334F1985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4F7B4CE-4579-40F6-8970-C524894235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B749AEA-B916-4A2A-AF88-55FB0EC519A8}">
      <dgm:prSet phldrT="[Text]"/>
      <dgm:spPr/>
      <dgm:t>
        <a:bodyPr/>
        <a:lstStyle/>
        <a:p>
          <a:pPr algn="ctr"/>
          <a:r>
            <a:rPr lang="en-IN" b="1" dirty="0"/>
            <a:t>GOALS OF TISSUE ENGINEERING</a:t>
          </a:r>
          <a:endParaRPr lang="en-IN" dirty="0"/>
        </a:p>
      </dgm:t>
    </dgm:pt>
    <dgm:pt modelId="{C41741C6-AE83-4CA1-B9FF-1B14F9908B2F}" type="parTrans" cxnId="{7F3AAF30-E93B-412F-BCC0-3A5CBB4FA51A}">
      <dgm:prSet/>
      <dgm:spPr/>
      <dgm:t>
        <a:bodyPr/>
        <a:lstStyle/>
        <a:p>
          <a:endParaRPr lang="en-IN"/>
        </a:p>
      </dgm:t>
    </dgm:pt>
    <dgm:pt modelId="{08CE3458-F331-4F71-A67F-4903244377D3}" type="sibTrans" cxnId="{7F3AAF30-E93B-412F-BCC0-3A5CBB4FA51A}">
      <dgm:prSet/>
      <dgm:spPr/>
      <dgm:t>
        <a:bodyPr/>
        <a:lstStyle/>
        <a:p>
          <a:endParaRPr lang="en-IN"/>
        </a:p>
      </dgm:t>
    </dgm:pt>
    <dgm:pt modelId="{696B4563-655F-49C3-88FC-748A7132CBE0}" type="pres">
      <dgm:prSet presAssocID="{E4F7B4CE-4579-40F6-8970-C524894235F9}" presName="linear" presStyleCnt="0">
        <dgm:presLayoutVars>
          <dgm:animLvl val="lvl"/>
          <dgm:resizeHandles val="exact"/>
        </dgm:presLayoutVars>
      </dgm:prSet>
      <dgm:spPr/>
    </dgm:pt>
    <dgm:pt modelId="{C38424CE-F35B-4112-8C4F-0B14B1266DE2}" type="pres">
      <dgm:prSet presAssocID="{1B749AEA-B916-4A2A-AF88-55FB0EC519A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F3AAF30-E93B-412F-BCC0-3A5CBB4FA51A}" srcId="{E4F7B4CE-4579-40F6-8970-C524894235F9}" destId="{1B749AEA-B916-4A2A-AF88-55FB0EC519A8}" srcOrd="0" destOrd="0" parTransId="{C41741C6-AE83-4CA1-B9FF-1B14F9908B2F}" sibTransId="{08CE3458-F331-4F71-A67F-4903244377D3}"/>
    <dgm:cxn modelId="{5AF79774-6C6D-4C00-A349-6C46809F9F5A}" type="presOf" srcId="{1B749AEA-B916-4A2A-AF88-55FB0EC519A8}" destId="{C38424CE-F35B-4112-8C4F-0B14B1266DE2}" srcOrd="0" destOrd="0" presId="urn:microsoft.com/office/officeart/2005/8/layout/vList2"/>
    <dgm:cxn modelId="{620155D9-22B4-48AC-8152-6D32C02DB6E1}" type="presOf" srcId="{E4F7B4CE-4579-40F6-8970-C524894235F9}" destId="{696B4563-655F-49C3-88FC-748A7132CBE0}" srcOrd="0" destOrd="0" presId="urn:microsoft.com/office/officeart/2005/8/layout/vList2"/>
    <dgm:cxn modelId="{270F649E-3647-48D4-A875-965586760C8B}" type="presParOf" srcId="{696B4563-655F-49C3-88FC-748A7132CBE0}" destId="{C38424CE-F35B-4112-8C4F-0B14B1266D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5031754-9A62-44A0-AFE9-745336AB54A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864F940-E209-487F-A9A3-538A2D8AE15D}">
      <dgm:prSet phldrT="[Text]"/>
      <dgm:spPr/>
      <dgm:t>
        <a:bodyPr/>
        <a:lstStyle/>
        <a:p>
          <a:r>
            <a:rPr lang="en-IN" b="1" dirty="0"/>
            <a:t>Tools of Tissue Engineering</a:t>
          </a:r>
          <a:endParaRPr lang="en-IN" dirty="0"/>
        </a:p>
      </dgm:t>
    </dgm:pt>
    <dgm:pt modelId="{57BC19F3-FF46-4EB2-A3CD-887622DFE271}" type="parTrans" cxnId="{6E9CFA32-6FC3-494B-A952-C97FA166397F}">
      <dgm:prSet/>
      <dgm:spPr/>
      <dgm:t>
        <a:bodyPr/>
        <a:lstStyle/>
        <a:p>
          <a:endParaRPr lang="en-IN"/>
        </a:p>
      </dgm:t>
    </dgm:pt>
    <dgm:pt modelId="{4DF70621-6A45-4A2F-8C18-8805892E7238}" type="sibTrans" cxnId="{6E9CFA32-6FC3-494B-A952-C97FA166397F}">
      <dgm:prSet/>
      <dgm:spPr/>
      <dgm:t>
        <a:bodyPr/>
        <a:lstStyle/>
        <a:p>
          <a:endParaRPr lang="en-IN"/>
        </a:p>
      </dgm:t>
    </dgm:pt>
    <dgm:pt modelId="{D7702200-F085-4806-94D9-E667B159191C}">
      <dgm:prSet phldrT="[Text]"/>
      <dgm:spPr/>
      <dgm:t>
        <a:bodyPr/>
        <a:lstStyle/>
        <a:p>
          <a:pPr algn="just"/>
          <a:r>
            <a:rPr lang="en-IN" b="1" dirty="0"/>
            <a:t>Three tools of tissue engineering</a:t>
          </a:r>
          <a:endParaRPr lang="en-IN" dirty="0"/>
        </a:p>
      </dgm:t>
    </dgm:pt>
    <dgm:pt modelId="{082399F4-54FA-4F3C-A2EC-F10E6B386EBC}" type="parTrans" cxnId="{9A3CB959-84D4-4463-989F-5BB963BC8EFD}">
      <dgm:prSet/>
      <dgm:spPr/>
      <dgm:t>
        <a:bodyPr/>
        <a:lstStyle/>
        <a:p>
          <a:endParaRPr lang="en-IN"/>
        </a:p>
      </dgm:t>
    </dgm:pt>
    <dgm:pt modelId="{6ED4A369-FBC1-4089-9BE5-6EEE071F4320}" type="sibTrans" cxnId="{9A3CB959-84D4-4463-989F-5BB963BC8EFD}">
      <dgm:prSet/>
      <dgm:spPr/>
      <dgm:t>
        <a:bodyPr/>
        <a:lstStyle/>
        <a:p>
          <a:endParaRPr lang="en-IN"/>
        </a:p>
      </dgm:t>
    </dgm:pt>
    <dgm:pt modelId="{07352420-9CDE-4646-85D7-A5B550B2D116}">
      <dgm:prSet/>
      <dgm:spPr/>
      <dgm:t>
        <a:bodyPr/>
        <a:lstStyle/>
        <a:p>
          <a:pPr algn="just">
            <a:buFont typeface="+mj-lt"/>
            <a:buAutoNum type="arabicParenR"/>
          </a:pPr>
          <a:r>
            <a:rPr lang="en-IN" b="1" dirty="0"/>
            <a:t> Cell</a:t>
          </a:r>
        </a:p>
      </dgm:t>
    </dgm:pt>
    <dgm:pt modelId="{CF32748C-5B69-4ABC-A956-1B91B3172A33}" type="parTrans" cxnId="{B11FB727-2473-4D4D-AF30-F4688383F8BB}">
      <dgm:prSet/>
      <dgm:spPr/>
      <dgm:t>
        <a:bodyPr/>
        <a:lstStyle/>
        <a:p>
          <a:endParaRPr lang="en-IN"/>
        </a:p>
      </dgm:t>
    </dgm:pt>
    <dgm:pt modelId="{A6C63C5C-982E-481A-9BAC-89A601A793AB}" type="sibTrans" cxnId="{B11FB727-2473-4D4D-AF30-F4688383F8BB}">
      <dgm:prSet/>
      <dgm:spPr/>
      <dgm:t>
        <a:bodyPr/>
        <a:lstStyle/>
        <a:p>
          <a:endParaRPr lang="en-IN"/>
        </a:p>
      </dgm:t>
    </dgm:pt>
    <dgm:pt modelId="{FD66C673-D886-419C-A1C5-2E9342B89D91}">
      <dgm:prSet/>
      <dgm:spPr/>
      <dgm:t>
        <a:bodyPr/>
        <a:lstStyle/>
        <a:p>
          <a:pPr algn="just"/>
          <a:r>
            <a:rPr lang="en-IN" b="0" dirty="0"/>
            <a:t>Living part of the tissue</a:t>
          </a:r>
        </a:p>
      </dgm:t>
    </dgm:pt>
    <dgm:pt modelId="{41D9C151-FCBD-4F43-982A-9EA855F57C5E}" type="parTrans" cxnId="{80FB7BF7-2DE2-4FE6-89D5-7253FCB58B4F}">
      <dgm:prSet/>
      <dgm:spPr/>
      <dgm:t>
        <a:bodyPr/>
        <a:lstStyle/>
        <a:p>
          <a:endParaRPr lang="en-IN"/>
        </a:p>
      </dgm:t>
    </dgm:pt>
    <dgm:pt modelId="{E17E4FB5-3C5B-4720-A8EB-47744AD12BE6}" type="sibTrans" cxnId="{80FB7BF7-2DE2-4FE6-89D5-7253FCB58B4F}">
      <dgm:prSet/>
      <dgm:spPr/>
      <dgm:t>
        <a:bodyPr/>
        <a:lstStyle/>
        <a:p>
          <a:endParaRPr lang="en-IN"/>
        </a:p>
      </dgm:t>
    </dgm:pt>
    <dgm:pt modelId="{23E8B8FE-0006-4342-9C8B-F933B468D3FE}">
      <dgm:prSet/>
      <dgm:spPr/>
      <dgm:t>
        <a:bodyPr/>
        <a:lstStyle/>
        <a:p>
          <a:pPr algn="just"/>
          <a:r>
            <a:rPr lang="en-IN" b="0" dirty="0"/>
            <a:t>Produce proteins and provide functions of cell</a:t>
          </a:r>
        </a:p>
      </dgm:t>
    </dgm:pt>
    <dgm:pt modelId="{4372CB7A-9D5D-4A16-B405-FAC7670BF442}" type="parTrans" cxnId="{9ABFF911-B7F8-4DED-BF89-B33F6A31ECA0}">
      <dgm:prSet/>
      <dgm:spPr/>
      <dgm:t>
        <a:bodyPr/>
        <a:lstStyle/>
        <a:p>
          <a:endParaRPr lang="en-IN"/>
        </a:p>
      </dgm:t>
    </dgm:pt>
    <dgm:pt modelId="{3D13B6E4-4DEA-46C0-BDA4-D13274E260D9}" type="sibTrans" cxnId="{9ABFF911-B7F8-4DED-BF89-B33F6A31ECA0}">
      <dgm:prSet/>
      <dgm:spPr/>
      <dgm:t>
        <a:bodyPr/>
        <a:lstStyle/>
        <a:p>
          <a:endParaRPr lang="en-IN"/>
        </a:p>
      </dgm:t>
    </dgm:pt>
    <dgm:pt modelId="{3D532659-FC17-4B1E-B6ED-4B490B7C4BAF}">
      <dgm:prSet/>
      <dgm:spPr/>
      <dgm:t>
        <a:bodyPr/>
        <a:lstStyle/>
        <a:p>
          <a:pPr algn="just">
            <a:buFont typeface="+mj-lt"/>
            <a:buAutoNum type="arabicParenR"/>
          </a:pPr>
          <a:r>
            <a:rPr lang="en-IN" b="1" dirty="0"/>
            <a:t> Scaffold</a:t>
          </a:r>
        </a:p>
      </dgm:t>
    </dgm:pt>
    <dgm:pt modelId="{6AF95FE1-2E42-4C2E-94DA-8FFBEB9FBDD0}" type="parTrans" cxnId="{1B74E5C8-D254-41F0-86FC-437CC1E80A7B}">
      <dgm:prSet/>
      <dgm:spPr/>
      <dgm:t>
        <a:bodyPr/>
        <a:lstStyle/>
        <a:p>
          <a:endParaRPr lang="en-IN"/>
        </a:p>
      </dgm:t>
    </dgm:pt>
    <dgm:pt modelId="{65C19C65-EF6C-42F0-AAF4-A48453893FDE}" type="sibTrans" cxnId="{1B74E5C8-D254-41F0-86FC-437CC1E80A7B}">
      <dgm:prSet/>
      <dgm:spPr/>
      <dgm:t>
        <a:bodyPr/>
        <a:lstStyle/>
        <a:p>
          <a:endParaRPr lang="en-IN"/>
        </a:p>
      </dgm:t>
    </dgm:pt>
    <dgm:pt modelId="{BD150983-7B6B-48B7-A468-A8C2C216100C}">
      <dgm:prSet/>
      <dgm:spPr/>
      <dgm:t>
        <a:bodyPr/>
        <a:lstStyle/>
        <a:p>
          <a:pPr algn="just"/>
          <a:r>
            <a:rPr lang="en-IN" b="0" dirty="0"/>
            <a:t>Provides structural support and shape to construct</a:t>
          </a:r>
        </a:p>
      </dgm:t>
    </dgm:pt>
    <dgm:pt modelId="{64146202-0CFA-424F-A650-E519D4A1872D}" type="parTrans" cxnId="{255822B7-C705-467F-ADE3-A6DD827C456D}">
      <dgm:prSet/>
      <dgm:spPr/>
      <dgm:t>
        <a:bodyPr/>
        <a:lstStyle/>
        <a:p>
          <a:endParaRPr lang="en-IN"/>
        </a:p>
      </dgm:t>
    </dgm:pt>
    <dgm:pt modelId="{FF61E28D-7720-42C6-BB80-173AD234AC36}" type="sibTrans" cxnId="{255822B7-C705-467F-ADE3-A6DD827C456D}">
      <dgm:prSet/>
      <dgm:spPr/>
      <dgm:t>
        <a:bodyPr/>
        <a:lstStyle/>
        <a:p>
          <a:endParaRPr lang="en-IN"/>
        </a:p>
      </dgm:t>
    </dgm:pt>
    <dgm:pt modelId="{21538398-3F0E-4FA2-87EF-5211EDC987CD}">
      <dgm:prSet/>
      <dgm:spPr/>
      <dgm:t>
        <a:bodyPr/>
        <a:lstStyle/>
        <a:p>
          <a:pPr algn="just"/>
          <a:r>
            <a:rPr lang="en-IN" b="0" dirty="0"/>
            <a:t>Provide place for cell attachment and growth</a:t>
          </a:r>
        </a:p>
      </dgm:t>
    </dgm:pt>
    <dgm:pt modelId="{50F938CC-EC0B-4F2E-8AD3-33780822B42B}" type="parTrans" cxnId="{23C63965-1333-458E-A7C6-F19FFA272111}">
      <dgm:prSet/>
      <dgm:spPr/>
      <dgm:t>
        <a:bodyPr/>
        <a:lstStyle/>
        <a:p>
          <a:endParaRPr lang="en-IN"/>
        </a:p>
      </dgm:t>
    </dgm:pt>
    <dgm:pt modelId="{F1737431-F7F5-4892-A962-0010A3629516}" type="sibTrans" cxnId="{23C63965-1333-458E-A7C6-F19FFA272111}">
      <dgm:prSet/>
      <dgm:spPr/>
      <dgm:t>
        <a:bodyPr/>
        <a:lstStyle/>
        <a:p>
          <a:endParaRPr lang="en-IN"/>
        </a:p>
      </dgm:t>
    </dgm:pt>
    <dgm:pt modelId="{3BCA6C12-0AE4-431A-B9DA-C28D32DE1B3B}">
      <dgm:prSet/>
      <dgm:spPr/>
      <dgm:t>
        <a:bodyPr/>
        <a:lstStyle/>
        <a:p>
          <a:pPr algn="just"/>
          <a:r>
            <a:rPr lang="en-IN" b="0" dirty="0"/>
            <a:t>Usually biodegradable and biocompatible- polymers, ceramics, metals. </a:t>
          </a:r>
        </a:p>
      </dgm:t>
    </dgm:pt>
    <dgm:pt modelId="{709677F0-F0BD-4FB1-9C06-F31D1D5C4075}" type="parTrans" cxnId="{33BC218A-4C41-48EB-A3EF-3E70AF721784}">
      <dgm:prSet/>
      <dgm:spPr/>
      <dgm:t>
        <a:bodyPr/>
        <a:lstStyle/>
        <a:p>
          <a:endParaRPr lang="en-IN"/>
        </a:p>
      </dgm:t>
    </dgm:pt>
    <dgm:pt modelId="{9880C069-F8CD-4B3C-B38B-BC87F42C600C}" type="sibTrans" cxnId="{33BC218A-4C41-48EB-A3EF-3E70AF721784}">
      <dgm:prSet/>
      <dgm:spPr/>
      <dgm:t>
        <a:bodyPr/>
        <a:lstStyle/>
        <a:p>
          <a:endParaRPr lang="en-IN"/>
        </a:p>
      </dgm:t>
    </dgm:pt>
    <dgm:pt modelId="{BD525160-E9E8-4533-889F-B0487E7EE1D5}">
      <dgm:prSet/>
      <dgm:spPr/>
      <dgm:t>
        <a:bodyPr/>
        <a:lstStyle/>
        <a:p>
          <a:pPr algn="just">
            <a:buFont typeface="+mj-lt"/>
            <a:buAutoNum type="arabicParenR"/>
          </a:pPr>
          <a:r>
            <a:rPr lang="en-IN" b="1" dirty="0"/>
            <a:t> </a:t>
          </a:r>
          <a:r>
            <a:rPr lang="en-IN" b="1" dirty="0">
              <a:highlight>
                <a:srgbClr val="FFFF00"/>
              </a:highlight>
            </a:rPr>
            <a:t>Cell signalling- role of signalling molecules and e.gs</a:t>
          </a:r>
        </a:p>
      </dgm:t>
    </dgm:pt>
    <dgm:pt modelId="{C8A4DBC5-2627-479C-A131-704510F54AAF}" type="parTrans" cxnId="{C6ED1BC5-87D6-4D7B-A5D2-289F701EE430}">
      <dgm:prSet/>
      <dgm:spPr/>
      <dgm:t>
        <a:bodyPr/>
        <a:lstStyle/>
        <a:p>
          <a:endParaRPr lang="en-IN"/>
        </a:p>
      </dgm:t>
    </dgm:pt>
    <dgm:pt modelId="{D929FC32-FF60-415F-85A4-1F141DE956BA}" type="sibTrans" cxnId="{C6ED1BC5-87D6-4D7B-A5D2-289F701EE430}">
      <dgm:prSet/>
      <dgm:spPr/>
      <dgm:t>
        <a:bodyPr/>
        <a:lstStyle/>
        <a:p>
          <a:endParaRPr lang="en-IN"/>
        </a:p>
      </dgm:t>
    </dgm:pt>
    <dgm:pt modelId="{55463DA5-A0A6-40A6-9226-2A07E9280F68}">
      <dgm:prSet/>
      <dgm:spPr/>
      <dgm:t>
        <a:bodyPr/>
        <a:lstStyle/>
        <a:p>
          <a:pPr algn="just"/>
          <a:r>
            <a:rPr lang="en-IN" b="0" dirty="0"/>
            <a:t>Signals that tell the cell what to do</a:t>
          </a:r>
        </a:p>
      </dgm:t>
    </dgm:pt>
    <dgm:pt modelId="{2C841F7F-4D92-4349-A290-E99E8FBD9B36}" type="parTrans" cxnId="{445A6D44-1D6D-45AA-8350-F484A6EB3C50}">
      <dgm:prSet/>
      <dgm:spPr/>
      <dgm:t>
        <a:bodyPr/>
        <a:lstStyle/>
        <a:p>
          <a:endParaRPr lang="en-IN"/>
        </a:p>
      </dgm:t>
    </dgm:pt>
    <dgm:pt modelId="{B4B36A85-99E3-4C8A-BEFB-CEB70634CC86}" type="sibTrans" cxnId="{445A6D44-1D6D-45AA-8350-F484A6EB3C50}">
      <dgm:prSet/>
      <dgm:spPr/>
      <dgm:t>
        <a:bodyPr/>
        <a:lstStyle/>
        <a:p>
          <a:endParaRPr lang="en-IN"/>
        </a:p>
      </dgm:t>
    </dgm:pt>
    <dgm:pt modelId="{1DFD5E28-1DAB-45A1-B04B-E21190FD20C1}">
      <dgm:prSet/>
      <dgm:spPr/>
      <dgm:t>
        <a:bodyPr/>
        <a:lstStyle/>
        <a:p>
          <a:pPr algn="just"/>
          <a:r>
            <a:rPr lang="en-IN" b="0" dirty="0">
              <a:highlight>
                <a:srgbClr val="FFFF00"/>
              </a:highlight>
            </a:rPr>
            <a:t>Protein and mechanical stimulation</a:t>
          </a:r>
        </a:p>
      </dgm:t>
    </dgm:pt>
    <dgm:pt modelId="{35E7722A-1C7E-4361-B2C5-CE2F827ECE40}" type="parTrans" cxnId="{DEF60973-D0CF-4A2E-A806-C2D54D8CBAC1}">
      <dgm:prSet/>
      <dgm:spPr/>
      <dgm:t>
        <a:bodyPr/>
        <a:lstStyle/>
        <a:p>
          <a:endParaRPr lang="en-IN"/>
        </a:p>
      </dgm:t>
    </dgm:pt>
    <dgm:pt modelId="{7F428442-31D6-4D5C-AD72-7251CE6E01B6}" type="sibTrans" cxnId="{DEF60973-D0CF-4A2E-A806-C2D54D8CBAC1}">
      <dgm:prSet/>
      <dgm:spPr/>
      <dgm:t>
        <a:bodyPr/>
        <a:lstStyle/>
        <a:p>
          <a:endParaRPr lang="en-IN"/>
        </a:p>
      </dgm:t>
    </dgm:pt>
    <dgm:pt modelId="{CB7A4E21-DDF9-44F5-806E-5AB51F772406}">
      <dgm:prSet/>
      <dgm:spPr/>
      <dgm:t>
        <a:bodyPr/>
        <a:lstStyle/>
        <a:p>
          <a:pPr algn="just"/>
          <a:r>
            <a:rPr lang="en-IN" b="0" dirty="0">
              <a:highlight>
                <a:srgbClr val="FFFF00"/>
              </a:highlight>
            </a:rPr>
            <a:t>Growth factors, cytokinin's, </a:t>
          </a:r>
          <a:r>
            <a:rPr lang="en-IN" b="0" dirty="0" err="1">
              <a:highlight>
                <a:srgbClr val="FFFF00"/>
              </a:highlight>
            </a:rPr>
            <a:t>iRNAs</a:t>
          </a:r>
          <a:r>
            <a:rPr lang="en-IN" b="0" dirty="0">
              <a:highlight>
                <a:srgbClr val="FFFF00"/>
              </a:highlight>
            </a:rPr>
            <a:t>, hormones etc</a:t>
          </a:r>
        </a:p>
      </dgm:t>
    </dgm:pt>
    <dgm:pt modelId="{2C618A79-709A-4540-B9E3-DE43A69CB89B}" type="parTrans" cxnId="{6A9460C4-32F2-4250-82A6-295096D3571A}">
      <dgm:prSet/>
      <dgm:spPr/>
      <dgm:t>
        <a:bodyPr/>
        <a:lstStyle/>
        <a:p>
          <a:endParaRPr lang="en-IN"/>
        </a:p>
      </dgm:t>
    </dgm:pt>
    <dgm:pt modelId="{18A4B0A9-EF70-4692-929E-B48C5F98ED23}" type="sibTrans" cxnId="{6A9460C4-32F2-4250-82A6-295096D3571A}">
      <dgm:prSet/>
      <dgm:spPr/>
      <dgm:t>
        <a:bodyPr/>
        <a:lstStyle/>
        <a:p>
          <a:endParaRPr lang="en-IN"/>
        </a:p>
      </dgm:t>
    </dgm:pt>
    <dgm:pt modelId="{6E12B3EA-B941-4006-8FEA-ED1E0D72D1B7}" type="pres">
      <dgm:prSet presAssocID="{95031754-9A62-44A0-AFE9-745336AB54AA}" presName="Name0" presStyleCnt="0">
        <dgm:presLayoutVars>
          <dgm:dir/>
          <dgm:animLvl val="lvl"/>
          <dgm:resizeHandles val="exact"/>
        </dgm:presLayoutVars>
      </dgm:prSet>
      <dgm:spPr/>
    </dgm:pt>
    <dgm:pt modelId="{B3ECEE6F-A539-4C48-BA49-D1C731DEF69A}" type="pres">
      <dgm:prSet presAssocID="{7864F940-E209-487F-A9A3-538A2D8AE15D}" presName="composite" presStyleCnt="0"/>
      <dgm:spPr/>
    </dgm:pt>
    <dgm:pt modelId="{57F85DA0-0E89-4B9A-BFA1-75B4B877F177}" type="pres">
      <dgm:prSet presAssocID="{7864F940-E209-487F-A9A3-538A2D8AE15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40857014-B2FA-492B-ABDF-A25492475A95}" type="pres">
      <dgm:prSet presAssocID="{7864F940-E209-487F-A9A3-538A2D8AE15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E9302D06-AFEF-446E-AA45-89C4474901C5}" type="presOf" srcId="{FD66C673-D886-419C-A1C5-2E9342B89D91}" destId="{40857014-B2FA-492B-ABDF-A25492475A95}" srcOrd="0" destOrd="2" presId="urn:microsoft.com/office/officeart/2005/8/layout/hList1"/>
    <dgm:cxn modelId="{FB219B09-29C4-4E4C-8F02-94B6236DA02A}" type="presOf" srcId="{BD525160-E9E8-4533-889F-B0487E7EE1D5}" destId="{40857014-B2FA-492B-ABDF-A25492475A95}" srcOrd="0" destOrd="8" presId="urn:microsoft.com/office/officeart/2005/8/layout/hList1"/>
    <dgm:cxn modelId="{9ABFF911-B7F8-4DED-BF89-B33F6A31ECA0}" srcId="{07352420-9CDE-4646-85D7-A5B550B2D116}" destId="{23E8B8FE-0006-4342-9C8B-F933B468D3FE}" srcOrd="1" destOrd="0" parTransId="{4372CB7A-9D5D-4A16-B405-FAC7670BF442}" sibTransId="{3D13B6E4-4DEA-46C0-BDA4-D13274E260D9}"/>
    <dgm:cxn modelId="{58532C26-0C8B-4D49-94F0-35B03A157927}" type="presOf" srcId="{07352420-9CDE-4646-85D7-A5B550B2D116}" destId="{40857014-B2FA-492B-ABDF-A25492475A95}" srcOrd="0" destOrd="1" presId="urn:microsoft.com/office/officeart/2005/8/layout/hList1"/>
    <dgm:cxn modelId="{B11FB727-2473-4D4D-AF30-F4688383F8BB}" srcId="{7864F940-E209-487F-A9A3-538A2D8AE15D}" destId="{07352420-9CDE-4646-85D7-A5B550B2D116}" srcOrd="1" destOrd="0" parTransId="{CF32748C-5B69-4ABC-A956-1B91B3172A33}" sibTransId="{A6C63C5C-982E-481A-9BAC-89A601A793AB}"/>
    <dgm:cxn modelId="{A3A0502F-86B4-4226-AB7B-21AAE4A7FB8D}" type="presOf" srcId="{1DFD5E28-1DAB-45A1-B04B-E21190FD20C1}" destId="{40857014-B2FA-492B-ABDF-A25492475A95}" srcOrd="0" destOrd="10" presId="urn:microsoft.com/office/officeart/2005/8/layout/hList1"/>
    <dgm:cxn modelId="{6E9CFA32-6FC3-494B-A952-C97FA166397F}" srcId="{95031754-9A62-44A0-AFE9-745336AB54AA}" destId="{7864F940-E209-487F-A9A3-538A2D8AE15D}" srcOrd="0" destOrd="0" parTransId="{57BC19F3-FF46-4EB2-A3CD-887622DFE271}" sibTransId="{4DF70621-6A45-4A2F-8C18-8805892E7238}"/>
    <dgm:cxn modelId="{445A6D44-1D6D-45AA-8350-F484A6EB3C50}" srcId="{BD525160-E9E8-4533-889F-B0487E7EE1D5}" destId="{55463DA5-A0A6-40A6-9226-2A07E9280F68}" srcOrd="0" destOrd="0" parTransId="{2C841F7F-4D92-4349-A290-E99E8FBD9B36}" sibTransId="{B4B36A85-99E3-4C8A-BEFB-CEB70634CC86}"/>
    <dgm:cxn modelId="{23C63965-1333-458E-A7C6-F19FFA272111}" srcId="{3D532659-FC17-4B1E-B6ED-4B490B7C4BAF}" destId="{21538398-3F0E-4FA2-87EF-5211EDC987CD}" srcOrd="1" destOrd="0" parTransId="{50F938CC-EC0B-4F2E-8AD3-33780822B42B}" sibTransId="{F1737431-F7F5-4892-A962-0010A3629516}"/>
    <dgm:cxn modelId="{DEF60973-D0CF-4A2E-A806-C2D54D8CBAC1}" srcId="{BD525160-E9E8-4533-889F-B0487E7EE1D5}" destId="{1DFD5E28-1DAB-45A1-B04B-E21190FD20C1}" srcOrd="1" destOrd="0" parTransId="{35E7722A-1C7E-4361-B2C5-CE2F827ECE40}" sibTransId="{7F428442-31D6-4D5C-AD72-7251CE6E01B6}"/>
    <dgm:cxn modelId="{9A3CB959-84D4-4463-989F-5BB963BC8EFD}" srcId="{7864F940-E209-487F-A9A3-538A2D8AE15D}" destId="{D7702200-F085-4806-94D9-E667B159191C}" srcOrd="0" destOrd="0" parTransId="{082399F4-54FA-4F3C-A2EC-F10E6B386EBC}" sibTransId="{6ED4A369-FBC1-4089-9BE5-6EEE071F4320}"/>
    <dgm:cxn modelId="{F77E3085-D71B-46D2-B889-DE8F57E5F323}" type="presOf" srcId="{95031754-9A62-44A0-AFE9-745336AB54AA}" destId="{6E12B3EA-B941-4006-8FEA-ED1E0D72D1B7}" srcOrd="0" destOrd="0" presId="urn:microsoft.com/office/officeart/2005/8/layout/hList1"/>
    <dgm:cxn modelId="{33BC218A-4C41-48EB-A3EF-3E70AF721784}" srcId="{3D532659-FC17-4B1E-B6ED-4B490B7C4BAF}" destId="{3BCA6C12-0AE4-431A-B9DA-C28D32DE1B3B}" srcOrd="2" destOrd="0" parTransId="{709677F0-F0BD-4FB1-9C06-F31D1D5C4075}" sibTransId="{9880C069-F8CD-4B3C-B38B-BC87F42C600C}"/>
    <dgm:cxn modelId="{A671319C-3FAA-461F-8489-3EB38E71E940}" type="presOf" srcId="{CB7A4E21-DDF9-44F5-806E-5AB51F772406}" destId="{40857014-B2FA-492B-ABDF-A25492475A95}" srcOrd="0" destOrd="11" presId="urn:microsoft.com/office/officeart/2005/8/layout/hList1"/>
    <dgm:cxn modelId="{3EA4D4A3-FD6C-4268-9080-3C111DDDB545}" type="presOf" srcId="{BD150983-7B6B-48B7-A468-A8C2C216100C}" destId="{40857014-B2FA-492B-ABDF-A25492475A95}" srcOrd="0" destOrd="5" presId="urn:microsoft.com/office/officeart/2005/8/layout/hList1"/>
    <dgm:cxn modelId="{134540AB-E058-423E-9493-7F9F1F7EAFEF}" type="presOf" srcId="{7864F940-E209-487F-A9A3-538A2D8AE15D}" destId="{57F85DA0-0E89-4B9A-BFA1-75B4B877F177}" srcOrd="0" destOrd="0" presId="urn:microsoft.com/office/officeart/2005/8/layout/hList1"/>
    <dgm:cxn modelId="{3324BDB1-55B1-41DD-8726-668671470645}" type="presOf" srcId="{55463DA5-A0A6-40A6-9226-2A07E9280F68}" destId="{40857014-B2FA-492B-ABDF-A25492475A95}" srcOrd="0" destOrd="9" presId="urn:microsoft.com/office/officeart/2005/8/layout/hList1"/>
    <dgm:cxn modelId="{255822B7-C705-467F-ADE3-A6DD827C456D}" srcId="{3D532659-FC17-4B1E-B6ED-4B490B7C4BAF}" destId="{BD150983-7B6B-48B7-A468-A8C2C216100C}" srcOrd="0" destOrd="0" parTransId="{64146202-0CFA-424F-A650-E519D4A1872D}" sibTransId="{FF61E28D-7720-42C6-BB80-173AD234AC36}"/>
    <dgm:cxn modelId="{0860EEC1-5652-42CD-8C7E-D46C1E0E0509}" type="presOf" srcId="{3BCA6C12-0AE4-431A-B9DA-C28D32DE1B3B}" destId="{40857014-B2FA-492B-ABDF-A25492475A95}" srcOrd="0" destOrd="7" presId="urn:microsoft.com/office/officeart/2005/8/layout/hList1"/>
    <dgm:cxn modelId="{6A9460C4-32F2-4250-82A6-295096D3571A}" srcId="{BD525160-E9E8-4533-889F-B0487E7EE1D5}" destId="{CB7A4E21-DDF9-44F5-806E-5AB51F772406}" srcOrd="2" destOrd="0" parTransId="{2C618A79-709A-4540-B9E3-DE43A69CB89B}" sibTransId="{18A4B0A9-EF70-4692-929E-B48C5F98ED23}"/>
    <dgm:cxn modelId="{C6ED1BC5-87D6-4D7B-A5D2-289F701EE430}" srcId="{7864F940-E209-487F-A9A3-538A2D8AE15D}" destId="{BD525160-E9E8-4533-889F-B0487E7EE1D5}" srcOrd="3" destOrd="0" parTransId="{C8A4DBC5-2627-479C-A131-704510F54AAF}" sibTransId="{D929FC32-FF60-415F-85A4-1F141DE956BA}"/>
    <dgm:cxn modelId="{1B74E5C8-D254-41F0-86FC-437CC1E80A7B}" srcId="{7864F940-E209-487F-A9A3-538A2D8AE15D}" destId="{3D532659-FC17-4B1E-B6ED-4B490B7C4BAF}" srcOrd="2" destOrd="0" parTransId="{6AF95FE1-2E42-4C2E-94DA-8FFBEB9FBDD0}" sibTransId="{65C19C65-EF6C-42F0-AAF4-A48453893FDE}"/>
    <dgm:cxn modelId="{F4E64ADF-606A-4BB1-9CF7-E7C9AC3FD64D}" type="presOf" srcId="{21538398-3F0E-4FA2-87EF-5211EDC987CD}" destId="{40857014-B2FA-492B-ABDF-A25492475A95}" srcOrd="0" destOrd="6" presId="urn:microsoft.com/office/officeart/2005/8/layout/hList1"/>
    <dgm:cxn modelId="{086726E0-8760-4487-BAA5-86365792ABB9}" type="presOf" srcId="{D7702200-F085-4806-94D9-E667B159191C}" destId="{40857014-B2FA-492B-ABDF-A25492475A95}" srcOrd="0" destOrd="0" presId="urn:microsoft.com/office/officeart/2005/8/layout/hList1"/>
    <dgm:cxn modelId="{9AC437EA-ED3E-4770-9C7F-AD1E2E405305}" type="presOf" srcId="{3D532659-FC17-4B1E-B6ED-4B490B7C4BAF}" destId="{40857014-B2FA-492B-ABDF-A25492475A95}" srcOrd="0" destOrd="4" presId="urn:microsoft.com/office/officeart/2005/8/layout/hList1"/>
    <dgm:cxn modelId="{80FB7BF7-2DE2-4FE6-89D5-7253FCB58B4F}" srcId="{07352420-9CDE-4646-85D7-A5B550B2D116}" destId="{FD66C673-D886-419C-A1C5-2E9342B89D91}" srcOrd="0" destOrd="0" parTransId="{41D9C151-FCBD-4F43-982A-9EA855F57C5E}" sibTransId="{E17E4FB5-3C5B-4720-A8EB-47744AD12BE6}"/>
    <dgm:cxn modelId="{A9BEB3F9-C2D4-4E5F-AEE5-673A2C972140}" type="presOf" srcId="{23E8B8FE-0006-4342-9C8B-F933B468D3FE}" destId="{40857014-B2FA-492B-ABDF-A25492475A95}" srcOrd="0" destOrd="3" presId="urn:microsoft.com/office/officeart/2005/8/layout/hList1"/>
    <dgm:cxn modelId="{5A4B5B12-0FCA-4C42-8005-3CF077B0160C}" type="presParOf" srcId="{6E12B3EA-B941-4006-8FEA-ED1E0D72D1B7}" destId="{B3ECEE6F-A539-4C48-BA49-D1C731DEF69A}" srcOrd="0" destOrd="0" presId="urn:microsoft.com/office/officeart/2005/8/layout/hList1"/>
    <dgm:cxn modelId="{674FAB76-A4BF-447D-9C7F-393816BD45A4}" type="presParOf" srcId="{B3ECEE6F-A539-4C48-BA49-D1C731DEF69A}" destId="{57F85DA0-0E89-4B9A-BFA1-75B4B877F177}" srcOrd="0" destOrd="0" presId="urn:microsoft.com/office/officeart/2005/8/layout/hList1"/>
    <dgm:cxn modelId="{B602F2D7-0FAC-4BDC-9F14-2BE1F89BB27F}" type="presParOf" srcId="{B3ECEE6F-A539-4C48-BA49-D1C731DEF69A}" destId="{40857014-B2FA-492B-ABDF-A25492475A9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42CA8D4-6985-4596-8A9E-48FC8CBBD9C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18B52A2-240A-4B5D-8194-1FF7187B0D69}">
      <dgm:prSet phldrT="[Text]"/>
      <dgm:spPr/>
      <dgm:t>
        <a:bodyPr/>
        <a:lstStyle/>
        <a:p>
          <a:r>
            <a:rPr lang="en-IN" b="1" dirty="0">
              <a:solidFill>
                <a:schemeClr val="tx1"/>
              </a:solidFill>
              <a:highlight>
                <a:srgbClr val="FFFF00"/>
              </a:highlight>
            </a:rPr>
            <a:t>Steps/ process of Tissue Engineering- </a:t>
          </a:r>
          <a:r>
            <a:rPr lang="en-IN" b="1" dirty="0">
              <a:solidFill>
                <a:schemeClr val="tx1"/>
              </a:solidFill>
            </a:rPr>
            <a:t>to create biological tissues</a:t>
          </a:r>
        </a:p>
      </dgm:t>
    </dgm:pt>
    <dgm:pt modelId="{C70B8290-D51F-4C5D-A7A1-EC2316507119}" type="parTrans" cxnId="{6A05027C-11C3-48A1-9532-D9C694102933}">
      <dgm:prSet/>
      <dgm:spPr/>
      <dgm:t>
        <a:bodyPr/>
        <a:lstStyle/>
        <a:p>
          <a:endParaRPr lang="en-IN"/>
        </a:p>
      </dgm:t>
    </dgm:pt>
    <dgm:pt modelId="{E74643AA-D7F8-4BF3-8CD0-11EE96BB36EA}" type="sibTrans" cxnId="{6A05027C-11C3-48A1-9532-D9C694102933}">
      <dgm:prSet/>
      <dgm:spPr/>
      <dgm:t>
        <a:bodyPr/>
        <a:lstStyle/>
        <a:p>
          <a:endParaRPr lang="en-IN"/>
        </a:p>
      </dgm:t>
    </dgm:pt>
    <dgm:pt modelId="{A9CD041A-B390-4018-AE1D-0D3B31041779}">
      <dgm:prSet phldrT="[Text]"/>
      <dgm:spPr/>
      <dgm:t>
        <a:bodyPr/>
        <a:lstStyle/>
        <a:p>
          <a:pPr algn="just"/>
          <a:r>
            <a:rPr lang="en-IN" dirty="0"/>
            <a:t>Isolated cells (taken to the culture system</a:t>
          </a:r>
        </a:p>
      </dgm:t>
    </dgm:pt>
    <dgm:pt modelId="{8B7E11D9-B3A7-436B-9FA2-9F2DC6441432}" type="parTrans" cxnId="{49B83061-323A-4C4E-BCAD-28A40E0F16E8}">
      <dgm:prSet/>
      <dgm:spPr/>
      <dgm:t>
        <a:bodyPr/>
        <a:lstStyle/>
        <a:p>
          <a:endParaRPr lang="en-IN"/>
        </a:p>
      </dgm:t>
    </dgm:pt>
    <dgm:pt modelId="{6957B46C-2BB4-447B-96CF-AFA1E9CBAFD3}" type="sibTrans" cxnId="{49B83061-323A-4C4E-BCAD-28A40E0F16E8}">
      <dgm:prSet/>
      <dgm:spPr/>
      <dgm:t>
        <a:bodyPr/>
        <a:lstStyle/>
        <a:p>
          <a:endParaRPr lang="en-IN"/>
        </a:p>
      </dgm:t>
    </dgm:pt>
    <dgm:pt modelId="{10554771-0400-4025-B8D8-2F9FAAE220CE}">
      <dgm:prSet phldrT="[Text]"/>
      <dgm:spPr/>
      <dgm:t>
        <a:bodyPr/>
        <a:lstStyle/>
        <a:p>
          <a:pPr algn="just"/>
          <a:r>
            <a:rPr lang="en-IN" dirty="0"/>
            <a:t>Biomaterials are used for constructing scaffolds</a:t>
          </a:r>
        </a:p>
      </dgm:t>
    </dgm:pt>
    <dgm:pt modelId="{C76CD852-76EA-4052-8082-1D39D1A63CEF}" type="parTrans" cxnId="{E2355B28-F848-49D7-8235-8F4142EBC42D}">
      <dgm:prSet/>
      <dgm:spPr/>
      <dgm:t>
        <a:bodyPr/>
        <a:lstStyle/>
        <a:p>
          <a:endParaRPr lang="en-IN"/>
        </a:p>
      </dgm:t>
    </dgm:pt>
    <dgm:pt modelId="{2D26BE52-D64A-44B4-B3F3-7EBEE558A8EE}" type="sibTrans" cxnId="{E2355B28-F848-49D7-8235-8F4142EBC42D}">
      <dgm:prSet/>
      <dgm:spPr/>
      <dgm:t>
        <a:bodyPr/>
        <a:lstStyle/>
        <a:p>
          <a:endParaRPr lang="en-IN"/>
        </a:p>
      </dgm:t>
    </dgm:pt>
    <dgm:pt modelId="{63BFB6CD-0E96-4FD1-9EF8-A0692DBB2E7A}">
      <dgm:prSet phldrT="[Text]"/>
      <dgm:spPr/>
      <dgm:t>
        <a:bodyPr/>
        <a:lstStyle/>
        <a:p>
          <a:pPr algn="just"/>
          <a:r>
            <a:rPr lang="en-IN" dirty="0"/>
            <a:t>Scaffold fabrication</a:t>
          </a:r>
        </a:p>
      </dgm:t>
    </dgm:pt>
    <dgm:pt modelId="{C306A07B-4D7F-40F1-9B98-2077E2AD7BC4}" type="parTrans" cxnId="{04AB9EE1-D515-4DE0-94A5-D49C5A9578E2}">
      <dgm:prSet/>
      <dgm:spPr/>
      <dgm:t>
        <a:bodyPr/>
        <a:lstStyle/>
        <a:p>
          <a:endParaRPr lang="en-IN"/>
        </a:p>
      </dgm:t>
    </dgm:pt>
    <dgm:pt modelId="{2657A3A4-F922-4D9F-ADED-0032D0C0707B}" type="sibTrans" cxnId="{04AB9EE1-D515-4DE0-94A5-D49C5A9578E2}">
      <dgm:prSet/>
      <dgm:spPr/>
      <dgm:t>
        <a:bodyPr/>
        <a:lstStyle/>
        <a:p>
          <a:endParaRPr lang="en-IN"/>
        </a:p>
      </dgm:t>
    </dgm:pt>
    <dgm:pt modelId="{78C7D433-F75C-4069-A4E7-F5415FEEF3CE}">
      <dgm:prSet phldrT="[Text]"/>
      <dgm:spPr/>
      <dgm:t>
        <a:bodyPr/>
        <a:lstStyle/>
        <a:p>
          <a:pPr algn="just"/>
          <a:r>
            <a:rPr lang="en-IN" i="0" dirty="0"/>
            <a:t>Tissue culture is done either on petri dishes or bioreactors</a:t>
          </a:r>
          <a:endParaRPr lang="en-IN" dirty="0"/>
        </a:p>
      </dgm:t>
    </dgm:pt>
    <dgm:pt modelId="{142AB495-C937-45BD-89FB-707DFADA4C88}" type="parTrans" cxnId="{C7DF645E-2974-442B-AC08-31093B44112B}">
      <dgm:prSet/>
      <dgm:spPr/>
      <dgm:t>
        <a:bodyPr/>
        <a:lstStyle/>
        <a:p>
          <a:endParaRPr lang="en-IN"/>
        </a:p>
      </dgm:t>
    </dgm:pt>
    <dgm:pt modelId="{148B386F-15BA-496A-8C0E-8FEA20BF9F0A}" type="sibTrans" cxnId="{C7DF645E-2974-442B-AC08-31093B44112B}">
      <dgm:prSet/>
      <dgm:spPr/>
      <dgm:t>
        <a:bodyPr/>
        <a:lstStyle/>
        <a:p>
          <a:endParaRPr lang="en-IN"/>
        </a:p>
      </dgm:t>
    </dgm:pt>
    <dgm:pt modelId="{17765590-5FB4-4A1B-B040-0C8161331410}">
      <dgm:prSet phldrT="[Text]"/>
      <dgm:spPr/>
      <dgm:t>
        <a:bodyPr/>
        <a:lstStyle/>
        <a:p>
          <a:pPr algn="just"/>
          <a:r>
            <a:rPr lang="en-IN" dirty="0"/>
            <a:t>Cultivated to selective cell differentiation time</a:t>
          </a:r>
        </a:p>
      </dgm:t>
    </dgm:pt>
    <dgm:pt modelId="{5E51956F-015B-4F31-B2D5-057AF2ADB55E}" type="parTrans" cxnId="{B6D7BCC1-3B25-48DB-B328-0773B10E1CDC}">
      <dgm:prSet/>
      <dgm:spPr/>
      <dgm:t>
        <a:bodyPr/>
        <a:lstStyle/>
        <a:p>
          <a:endParaRPr lang="en-IN"/>
        </a:p>
      </dgm:t>
    </dgm:pt>
    <dgm:pt modelId="{C58AA44D-3D49-4780-BC9E-9C6E71A9FE03}" type="sibTrans" cxnId="{B6D7BCC1-3B25-48DB-B328-0773B10E1CDC}">
      <dgm:prSet/>
      <dgm:spPr/>
      <dgm:t>
        <a:bodyPr/>
        <a:lstStyle/>
        <a:p>
          <a:endParaRPr lang="en-IN"/>
        </a:p>
      </dgm:t>
    </dgm:pt>
    <dgm:pt modelId="{E8F206A5-6284-4CDF-A623-DDEBF0E44928}" type="pres">
      <dgm:prSet presAssocID="{F42CA8D4-6985-4596-8A9E-48FC8CBBD9C5}" presName="Name0" presStyleCnt="0">
        <dgm:presLayoutVars>
          <dgm:dir/>
          <dgm:animLvl val="lvl"/>
          <dgm:resizeHandles val="exact"/>
        </dgm:presLayoutVars>
      </dgm:prSet>
      <dgm:spPr/>
    </dgm:pt>
    <dgm:pt modelId="{288ACED9-2018-43CB-848F-B5924DCCB110}" type="pres">
      <dgm:prSet presAssocID="{518B52A2-240A-4B5D-8194-1FF7187B0D69}" presName="composite" presStyleCnt="0"/>
      <dgm:spPr/>
    </dgm:pt>
    <dgm:pt modelId="{E3E12EB1-133F-45FB-8D73-3F9F19735B2D}" type="pres">
      <dgm:prSet presAssocID="{518B52A2-240A-4B5D-8194-1FF7187B0D69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B0F2618-74D5-49AD-A0D2-EB2A3B7F2DF0}" type="pres">
      <dgm:prSet presAssocID="{518B52A2-240A-4B5D-8194-1FF7187B0D69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10CBF126-6825-42E1-8609-14A80713EE72}" type="presOf" srcId="{78C7D433-F75C-4069-A4E7-F5415FEEF3CE}" destId="{5B0F2618-74D5-49AD-A0D2-EB2A3B7F2DF0}" srcOrd="0" destOrd="4" presId="urn:microsoft.com/office/officeart/2005/8/layout/hList1"/>
    <dgm:cxn modelId="{E2355B28-F848-49D7-8235-8F4142EBC42D}" srcId="{518B52A2-240A-4B5D-8194-1FF7187B0D69}" destId="{10554771-0400-4025-B8D8-2F9FAAE220CE}" srcOrd="2" destOrd="0" parTransId="{C76CD852-76EA-4052-8082-1D39D1A63CEF}" sibTransId="{2D26BE52-D64A-44B4-B3F3-7EBEE558A8EE}"/>
    <dgm:cxn modelId="{C7DF645E-2974-442B-AC08-31093B44112B}" srcId="{518B52A2-240A-4B5D-8194-1FF7187B0D69}" destId="{78C7D433-F75C-4069-A4E7-F5415FEEF3CE}" srcOrd="4" destOrd="0" parTransId="{142AB495-C937-45BD-89FB-707DFADA4C88}" sibTransId="{148B386F-15BA-496A-8C0E-8FEA20BF9F0A}"/>
    <dgm:cxn modelId="{49B83061-323A-4C4E-BCAD-28A40E0F16E8}" srcId="{518B52A2-240A-4B5D-8194-1FF7187B0D69}" destId="{A9CD041A-B390-4018-AE1D-0D3B31041779}" srcOrd="0" destOrd="0" parTransId="{8B7E11D9-B3A7-436B-9FA2-9F2DC6441432}" sibTransId="{6957B46C-2BB4-447B-96CF-AFA1E9CBAFD3}"/>
    <dgm:cxn modelId="{CACE447B-1106-4839-89BF-0AB5007650CD}" type="presOf" srcId="{F42CA8D4-6985-4596-8A9E-48FC8CBBD9C5}" destId="{E8F206A5-6284-4CDF-A623-DDEBF0E44928}" srcOrd="0" destOrd="0" presId="urn:microsoft.com/office/officeart/2005/8/layout/hList1"/>
    <dgm:cxn modelId="{6A05027C-11C3-48A1-9532-D9C694102933}" srcId="{F42CA8D4-6985-4596-8A9E-48FC8CBBD9C5}" destId="{518B52A2-240A-4B5D-8194-1FF7187B0D69}" srcOrd="0" destOrd="0" parTransId="{C70B8290-D51F-4C5D-A7A1-EC2316507119}" sibTransId="{E74643AA-D7F8-4BF3-8CD0-11EE96BB36EA}"/>
    <dgm:cxn modelId="{C05C2D7C-7310-4B7F-B7FC-3B89E34486C4}" type="presOf" srcId="{17765590-5FB4-4A1B-B040-0C8161331410}" destId="{5B0F2618-74D5-49AD-A0D2-EB2A3B7F2DF0}" srcOrd="0" destOrd="1" presId="urn:microsoft.com/office/officeart/2005/8/layout/hList1"/>
    <dgm:cxn modelId="{9A644F86-FFAA-453F-BA0E-E3435045DC4B}" type="presOf" srcId="{10554771-0400-4025-B8D8-2F9FAAE220CE}" destId="{5B0F2618-74D5-49AD-A0D2-EB2A3B7F2DF0}" srcOrd="0" destOrd="2" presId="urn:microsoft.com/office/officeart/2005/8/layout/hList1"/>
    <dgm:cxn modelId="{7717F4BD-9341-49F7-8C01-6863794FCDD1}" type="presOf" srcId="{63BFB6CD-0E96-4FD1-9EF8-A0692DBB2E7A}" destId="{5B0F2618-74D5-49AD-A0D2-EB2A3B7F2DF0}" srcOrd="0" destOrd="3" presId="urn:microsoft.com/office/officeart/2005/8/layout/hList1"/>
    <dgm:cxn modelId="{B6D7BCC1-3B25-48DB-B328-0773B10E1CDC}" srcId="{518B52A2-240A-4B5D-8194-1FF7187B0D69}" destId="{17765590-5FB4-4A1B-B040-0C8161331410}" srcOrd="1" destOrd="0" parTransId="{5E51956F-015B-4F31-B2D5-057AF2ADB55E}" sibTransId="{C58AA44D-3D49-4780-BC9E-9C6E71A9FE03}"/>
    <dgm:cxn modelId="{2C6644C2-9CCF-4EBC-BAFE-DC479294FD69}" type="presOf" srcId="{518B52A2-240A-4B5D-8194-1FF7187B0D69}" destId="{E3E12EB1-133F-45FB-8D73-3F9F19735B2D}" srcOrd="0" destOrd="0" presId="urn:microsoft.com/office/officeart/2005/8/layout/hList1"/>
    <dgm:cxn modelId="{ED3514DD-D28A-4EF3-B3DF-38D3F73F6581}" type="presOf" srcId="{A9CD041A-B390-4018-AE1D-0D3B31041779}" destId="{5B0F2618-74D5-49AD-A0D2-EB2A3B7F2DF0}" srcOrd="0" destOrd="0" presId="urn:microsoft.com/office/officeart/2005/8/layout/hList1"/>
    <dgm:cxn modelId="{04AB9EE1-D515-4DE0-94A5-D49C5A9578E2}" srcId="{518B52A2-240A-4B5D-8194-1FF7187B0D69}" destId="{63BFB6CD-0E96-4FD1-9EF8-A0692DBB2E7A}" srcOrd="3" destOrd="0" parTransId="{C306A07B-4D7F-40F1-9B98-2077E2AD7BC4}" sibTransId="{2657A3A4-F922-4D9F-ADED-0032D0C0707B}"/>
    <dgm:cxn modelId="{F03D581F-E61C-42CB-929E-C721504F7234}" type="presParOf" srcId="{E8F206A5-6284-4CDF-A623-DDEBF0E44928}" destId="{288ACED9-2018-43CB-848F-B5924DCCB110}" srcOrd="0" destOrd="0" presId="urn:microsoft.com/office/officeart/2005/8/layout/hList1"/>
    <dgm:cxn modelId="{83A7773B-9D40-499D-8AA2-D2B8A8E9AFD0}" type="presParOf" srcId="{288ACED9-2018-43CB-848F-B5924DCCB110}" destId="{E3E12EB1-133F-45FB-8D73-3F9F19735B2D}" srcOrd="0" destOrd="0" presId="urn:microsoft.com/office/officeart/2005/8/layout/hList1"/>
    <dgm:cxn modelId="{AFFFB02C-25E2-45C8-8B91-282B0EE007ED}" type="presParOf" srcId="{288ACED9-2018-43CB-848F-B5924DCCB110}" destId="{5B0F2618-74D5-49AD-A0D2-EB2A3B7F2DF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B49C5063-3FAB-44B4-BC09-111B5EDED47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7A83137-5014-4E6C-A8FA-8B0A06CAC5CE}">
      <dgm:prSet phldrT="[Text]"/>
      <dgm:spPr/>
      <dgm:t>
        <a:bodyPr/>
        <a:lstStyle/>
        <a:p>
          <a:r>
            <a:rPr lang="en-US" b="1" dirty="0"/>
            <a:t>APPLICATIONS OF TISSUE ENGINEERING</a:t>
          </a:r>
          <a:endParaRPr lang="en-IN" dirty="0"/>
        </a:p>
      </dgm:t>
    </dgm:pt>
    <dgm:pt modelId="{4EE37938-C6D6-41D4-85DA-F4A1A3F7C8A9}" type="parTrans" cxnId="{E117BEAA-FF63-43F1-9DDF-DA741AAED76D}">
      <dgm:prSet/>
      <dgm:spPr/>
      <dgm:t>
        <a:bodyPr/>
        <a:lstStyle/>
        <a:p>
          <a:endParaRPr lang="en-IN"/>
        </a:p>
      </dgm:t>
    </dgm:pt>
    <dgm:pt modelId="{0B0E38E6-D909-47AF-9A7E-18D921161341}" type="sibTrans" cxnId="{E117BEAA-FF63-43F1-9DDF-DA741AAED76D}">
      <dgm:prSet/>
      <dgm:spPr/>
      <dgm:t>
        <a:bodyPr/>
        <a:lstStyle/>
        <a:p>
          <a:endParaRPr lang="en-IN"/>
        </a:p>
      </dgm:t>
    </dgm:pt>
    <dgm:pt modelId="{D3D269D8-6885-4998-B68F-CC6C47500909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dirty="0"/>
            <a:t>Replacing the old cell: </a:t>
          </a:r>
          <a:r>
            <a:rPr lang="en-US" b="0" dirty="0"/>
            <a:t>When there is damage in our body cells or organs we use tissue engineering techniques to overcome the damage by replacing the old cell.</a:t>
          </a:r>
          <a:endParaRPr lang="en-IN" b="0" dirty="0"/>
        </a:p>
      </dgm:t>
    </dgm:pt>
    <dgm:pt modelId="{A3C52F7B-E9B5-40E9-9CBB-64ED8C49CA98}" type="parTrans" cxnId="{FFD54A62-B31C-4B94-B31E-A14E734A053E}">
      <dgm:prSet/>
      <dgm:spPr/>
      <dgm:t>
        <a:bodyPr/>
        <a:lstStyle/>
        <a:p>
          <a:endParaRPr lang="en-IN"/>
        </a:p>
      </dgm:t>
    </dgm:pt>
    <dgm:pt modelId="{A69A9E25-4DDD-4820-BB3C-DF74754FA893}" type="sibTrans" cxnId="{FFD54A62-B31C-4B94-B31E-A14E734A053E}">
      <dgm:prSet/>
      <dgm:spPr/>
      <dgm:t>
        <a:bodyPr/>
        <a:lstStyle/>
        <a:p>
          <a:endParaRPr lang="en-IN"/>
        </a:p>
      </dgm:t>
    </dgm:pt>
    <dgm:pt modelId="{A9D44669-8E22-4C56-84E6-B3A78A045AC9}">
      <dgm:prSet/>
      <dgm:spPr/>
      <dgm:t>
        <a:bodyPr/>
        <a:lstStyle/>
        <a:p>
          <a:pPr algn="just"/>
          <a:r>
            <a:rPr lang="en-US" b="1" dirty="0"/>
            <a:t>Regenerative Medicines: </a:t>
          </a:r>
          <a:r>
            <a:rPr lang="en-US" b="0" dirty="0"/>
            <a:t>Regenerative medicines repair damaged tissues and organs. </a:t>
          </a:r>
        </a:p>
      </dgm:t>
    </dgm:pt>
    <dgm:pt modelId="{9DBA178E-506E-462C-B929-C83AA09DCD06}" type="parTrans" cxnId="{88CE126E-CE55-4FEF-8582-BAD7A5209A35}">
      <dgm:prSet/>
      <dgm:spPr/>
      <dgm:t>
        <a:bodyPr/>
        <a:lstStyle/>
        <a:p>
          <a:endParaRPr lang="en-IN"/>
        </a:p>
      </dgm:t>
    </dgm:pt>
    <dgm:pt modelId="{85D471E1-1119-4E00-9E72-8723CC1E3A8A}" type="sibTrans" cxnId="{88CE126E-CE55-4FEF-8582-BAD7A5209A35}">
      <dgm:prSet/>
      <dgm:spPr/>
      <dgm:t>
        <a:bodyPr/>
        <a:lstStyle/>
        <a:p>
          <a:endParaRPr lang="en-IN"/>
        </a:p>
      </dgm:t>
    </dgm:pt>
    <dgm:pt modelId="{4C488478-6183-43CD-AE74-A8B4B4633248}">
      <dgm:prSet/>
      <dgm:spPr/>
      <dgm:t>
        <a:bodyPr/>
        <a:lstStyle/>
        <a:p>
          <a:pPr algn="just"/>
          <a:r>
            <a:rPr lang="en-US" b="0" dirty="0"/>
            <a:t>They stimulate the body’s own repair mechanisms to heal previously irreparable tissues or organs. </a:t>
          </a:r>
        </a:p>
      </dgm:t>
    </dgm:pt>
    <dgm:pt modelId="{449DE110-583A-4E39-BA08-44C5E2255013}" type="parTrans" cxnId="{ABA3F387-96DF-43F7-8375-3344ECD8FF2C}">
      <dgm:prSet/>
      <dgm:spPr/>
    </dgm:pt>
    <dgm:pt modelId="{33A1D5C2-4F0B-4273-8401-7EE1ACF32D71}" type="sibTrans" cxnId="{ABA3F387-96DF-43F7-8375-3344ECD8FF2C}">
      <dgm:prSet/>
      <dgm:spPr/>
    </dgm:pt>
    <dgm:pt modelId="{7B0F57B5-EDB8-400C-A28B-77177A2E23D4}">
      <dgm:prSet/>
      <dgm:spPr/>
      <dgm:t>
        <a:bodyPr/>
        <a:lstStyle/>
        <a:p>
          <a:pPr algn="just"/>
          <a:r>
            <a:rPr lang="en-US" b="0" dirty="0"/>
            <a:t>If the body cannot heal itself, the tissues or organs can be grown in the laboratory and then implanted. </a:t>
          </a:r>
        </a:p>
      </dgm:t>
    </dgm:pt>
    <dgm:pt modelId="{C5F27729-FFE8-43BE-B7E7-9E033F0CB125}" type="parTrans" cxnId="{C0AEB091-BCE1-4992-89F1-24540C427024}">
      <dgm:prSet/>
      <dgm:spPr/>
    </dgm:pt>
    <dgm:pt modelId="{2E5CEAE5-2B1F-4BE3-B1EE-CAAA88EA9CA4}" type="sibTrans" cxnId="{C0AEB091-BCE1-4992-89F1-24540C427024}">
      <dgm:prSet/>
      <dgm:spPr/>
    </dgm:pt>
    <dgm:pt modelId="{4FDF87C5-AAC1-4020-B25B-F49C0BB24DD2}">
      <dgm:prSet/>
      <dgm:spPr/>
      <dgm:t>
        <a:bodyPr/>
        <a:lstStyle/>
        <a:p>
          <a:pPr algn="just"/>
          <a:r>
            <a:rPr lang="en-US" b="0" dirty="0"/>
            <a:t>Regenerative Medicine also involves the use of stem cells or progenitor cells obtained through directed differentiation</a:t>
          </a:r>
        </a:p>
      </dgm:t>
    </dgm:pt>
    <dgm:pt modelId="{1339D34C-8278-4422-8154-24F4FC76E3B4}" type="parTrans" cxnId="{38E0AE2E-AECD-4B17-B399-AF027F7622A5}">
      <dgm:prSet/>
      <dgm:spPr/>
    </dgm:pt>
    <dgm:pt modelId="{40AA3CAF-6338-44AD-8B25-2F3AF73664AA}" type="sibTrans" cxnId="{38E0AE2E-AECD-4B17-B399-AF027F7622A5}">
      <dgm:prSet/>
      <dgm:spPr/>
    </dgm:pt>
    <dgm:pt modelId="{FADB0804-6DCF-42B1-9BA0-A3A414B4380B}" type="pres">
      <dgm:prSet presAssocID="{B49C5063-3FAB-44B4-BC09-111B5EDED476}" presName="Name0" presStyleCnt="0">
        <dgm:presLayoutVars>
          <dgm:dir/>
          <dgm:animLvl val="lvl"/>
          <dgm:resizeHandles val="exact"/>
        </dgm:presLayoutVars>
      </dgm:prSet>
      <dgm:spPr/>
    </dgm:pt>
    <dgm:pt modelId="{A83D6FAA-C7C1-4940-81D7-C73BF57C7CB4}" type="pres">
      <dgm:prSet presAssocID="{27A83137-5014-4E6C-A8FA-8B0A06CAC5CE}" presName="composite" presStyleCnt="0"/>
      <dgm:spPr/>
    </dgm:pt>
    <dgm:pt modelId="{0C31AB2E-F6E8-44FA-821B-35088B3A1393}" type="pres">
      <dgm:prSet presAssocID="{27A83137-5014-4E6C-A8FA-8B0A06CAC5C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D034F1C-8C2C-4A7F-A41C-C728303EC3E5}" type="pres">
      <dgm:prSet presAssocID="{27A83137-5014-4E6C-A8FA-8B0A06CAC5CE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97F45608-E7B0-4026-8427-0BD738AB5DBB}" type="presOf" srcId="{4C488478-6183-43CD-AE74-A8B4B4633248}" destId="{5D034F1C-8C2C-4A7F-A41C-C728303EC3E5}" srcOrd="0" destOrd="2" presId="urn:microsoft.com/office/officeart/2005/8/layout/hList1"/>
    <dgm:cxn modelId="{A5F33723-33FB-4CEA-9089-EEE5A807720F}" type="presOf" srcId="{27A83137-5014-4E6C-A8FA-8B0A06CAC5CE}" destId="{0C31AB2E-F6E8-44FA-821B-35088B3A1393}" srcOrd="0" destOrd="0" presId="urn:microsoft.com/office/officeart/2005/8/layout/hList1"/>
    <dgm:cxn modelId="{38E0AE2E-AECD-4B17-B399-AF027F7622A5}" srcId="{A9D44669-8E22-4C56-84E6-B3A78A045AC9}" destId="{4FDF87C5-AAC1-4020-B25B-F49C0BB24DD2}" srcOrd="2" destOrd="0" parTransId="{1339D34C-8278-4422-8154-24F4FC76E3B4}" sibTransId="{40AA3CAF-6338-44AD-8B25-2F3AF73664AA}"/>
    <dgm:cxn modelId="{69242138-A961-4B62-BAEA-4E650F12E91E}" type="presOf" srcId="{D3D269D8-6885-4998-B68F-CC6C47500909}" destId="{5D034F1C-8C2C-4A7F-A41C-C728303EC3E5}" srcOrd="0" destOrd="0" presId="urn:microsoft.com/office/officeart/2005/8/layout/hList1"/>
    <dgm:cxn modelId="{FFD54A62-B31C-4B94-B31E-A14E734A053E}" srcId="{27A83137-5014-4E6C-A8FA-8B0A06CAC5CE}" destId="{D3D269D8-6885-4998-B68F-CC6C47500909}" srcOrd="0" destOrd="0" parTransId="{A3C52F7B-E9B5-40E9-9CBB-64ED8C49CA98}" sibTransId="{A69A9E25-4DDD-4820-BB3C-DF74754FA893}"/>
    <dgm:cxn modelId="{3741DA4A-08DE-489C-BC25-7F3917C83056}" type="presOf" srcId="{B49C5063-3FAB-44B4-BC09-111B5EDED476}" destId="{FADB0804-6DCF-42B1-9BA0-A3A414B4380B}" srcOrd="0" destOrd="0" presId="urn:microsoft.com/office/officeart/2005/8/layout/hList1"/>
    <dgm:cxn modelId="{88CE126E-CE55-4FEF-8582-BAD7A5209A35}" srcId="{27A83137-5014-4E6C-A8FA-8B0A06CAC5CE}" destId="{A9D44669-8E22-4C56-84E6-B3A78A045AC9}" srcOrd="1" destOrd="0" parTransId="{9DBA178E-506E-462C-B929-C83AA09DCD06}" sibTransId="{85D471E1-1119-4E00-9E72-8723CC1E3A8A}"/>
    <dgm:cxn modelId="{37D78656-F379-4F4D-AAD0-D8BB5AEF4460}" type="presOf" srcId="{4FDF87C5-AAC1-4020-B25B-F49C0BB24DD2}" destId="{5D034F1C-8C2C-4A7F-A41C-C728303EC3E5}" srcOrd="0" destOrd="4" presId="urn:microsoft.com/office/officeart/2005/8/layout/hList1"/>
    <dgm:cxn modelId="{F30E9A82-5B66-414E-B1DC-4A39BA9294C2}" type="presOf" srcId="{A9D44669-8E22-4C56-84E6-B3A78A045AC9}" destId="{5D034F1C-8C2C-4A7F-A41C-C728303EC3E5}" srcOrd="0" destOrd="1" presId="urn:microsoft.com/office/officeart/2005/8/layout/hList1"/>
    <dgm:cxn modelId="{ABA3F387-96DF-43F7-8375-3344ECD8FF2C}" srcId="{A9D44669-8E22-4C56-84E6-B3A78A045AC9}" destId="{4C488478-6183-43CD-AE74-A8B4B4633248}" srcOrd="0" destOrd="0" parTransId="{449DE110-583A-4E39-BA08-44C5E2255013}" sibTransId="{33A1D5C2-4F0B-4273-8401-7EE1ACF32D71}"/>
    <dgm:cxn modelId="{C0AEB091-BCE1-4992-89F1-24540C427024}" srcId="{A9D44669-8E22-4C56-84E6-B3A78A045AC9}" destId="{7B0F57B5-EDB8-400C-A28B-77177A2E23D4}" srcOrd="1" destOrd="0" parTransId="{C5F27729-FFE8-43BE-B7E7-9E033F0CB125}" sibTransId="{2E5CEAE5-2B1F-4BE3-B1EE-CAAA88EA9CA4}"/>
    <dgm:cxn modelId="{E117BEAA-FF63-43F1-9DDF-DA741AAED76D}" srcId="{B49C5063-3FAB-44B4-BC09-111B5EDED476}" destId="{27A83137-5014-4E6C-A8FA-8B0A06CAC5CE}" srcOrd="0" destOrd="0" parTransId="{4EE37938-C6D6-41D4-85DA-F4A1A3F7C8A9}" sibTransId="{0B0E38E6-D909-47AF-9A7E-18D921161341}"/>
    <dgm:cxn modelId="{AADA98C1-19FF-46EA-8524-0496A47CF5F1}" type="presOf" srcId="{7B0F57B5-EDB8-400C-A28B-77177A2E23D4}" destId="{5D034F1C-8C2C-4A7F-A41C-C728303EC3E5}" srcOrd="0" destOrd="3" presId="urn:microsoft.com/office/officeart/2005/8/layout/hList1"/>
    <dgm:cxn modelId="{F3D40C24-584A-4EAA-B1DA-F923EB258ADF}" type="presParOf" srcId="{FADB0804-6DCF-42B1-9BA0-A3A414B4380B}" destId="{A83D6FAA-C7C1-4940-81D7-C73BF57C7CB4}" srcOrd="0" destOrd="0" presId="urn:microsoft.com/office/officeart/2005/8/layout/hList1"/>
    <dgm:cxn modelId="{4FC3936E-C888-453A-9421-66845D07CEB9}" type="presParOf" srcId="{A83D6FAA-C7C1-4940-81D7-C73BF57C7CB4}" destId="{0C31AB2E-F6E8-44FA-821B-35088B3A1393}" srcOrd="0" destOrd="0" presId="urn:microsoft.com/office/officeart/2005/8/layout/hList1"/>
    <dgm:cxn modelId="{13525DFB-7711-4E03-A70E-BC3E1C944DF6}" type="presParOf" srcId="{A83D6FAA-C7C1-4940-81D7-C73BF57C7CB4}" destId="{5D034F1C-8C2C-4A7F-A41C-C728303EC3E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B49C5063-3FAB-44B4-BC09-111B5EDED47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7A83137-5014-4E6C-A8FA-8B0A06CAC5CE}">
      <dgm:prSet phldrT="[Text]"/>
      <dgm:spPr/>
      <dgm:t>
        <a:bodyPr/>
        <a:lstStyle/>
        <a:p>
          <a:r>
            <a:rPr lang="en-US" b="1" dirty="0"/>
            <a:t>APPLICATIONS OF TISSUE ENGINEERING</a:t>
          </a:r>
          <a:endParaRPr lang="en-IN" dirty="0"/>
        </a:p>
      </dgm:t>
    </dgm:pt>
    <dgm:pt modelId="{4EE37938-C6D6-41D4-85DA-F4A1A3F7C8A9}" type="parTrans" cxnId="{E117BEAA-FF63-43F1-9DDF-DA741AAED76D}">
      <dgm:prSet/>
      <dgm:spPr/>
      <dgm:t>
        <a:bodyPr/>
        <a:lstStyle/>
        <a:p>
          <a:endParaRPr lang="en-IN"/>
        </a:p>
      </dgm:t>
    </dgm:pt>
    <dgm:pt modelId="{0B0E38E6-D909-47AF-9A7E-18D921161341}" type="sibTrans" cxnId="{E117BEAA-FF63-43F1-9DDF-DA741AAED76D}">
      <dgm:prSet/>
      <dgm:spPr/>
      <dgm:t>
        <a:bodyPr/>
        <a:lstStyle/>
        <a:p>
          <a:endParaRPr lang="en-IN"/>
        </a:p>
      </dgm:t>
    </dgm:pt>
    <dgm:pt modelId="{96407132-F52D-4404-81BC-0B4833DC384D}">
      <dgm:prSet/>
      <dgm:spPr/>
      <dgm:t>
        <a:bodyPr/>
        <a:lstStyle/>
        <a:p>
          <a:pPr algn="just"/>
          <a:r>
            <a:rPr lang="en-US" b="1" dirty="0"/>
            <a:t>Therapeutic Cloning: </a:t>
          </a:r>
          <a:r>
            <a:rPr lang="en-US" b="0" dirty="0"/>
            <a:t>Bioartificial liver device, artificial pancreas, artificial bladders, and Cartilage. </a:t>
          </a:r>
        </a:p>
      </dgm:t>
    </dgm:pt>
    <dgm:pt modelId="{7A79F61A-060A-4E7E-9CA2-C6AD4701B827}" type="parTrans" cxnId="{E67693E7-4A44-4AF9-BE5C-0D719F6F111D}">
      <dgm:prSet/>
      <dgm:spPr/>
      <dgm:t>
        <a:bodyPr/>
        <a:lstStyle/>
        <a:p>
          <a:endParaRPr lang="en-IN"/>
        </a:p>
      </dgm:t>
    </dgm:pt>
    <dgm:pt modelId="{B758575C-8506-49F3-BF42-7A970AA485E4}" type="sibTrans" cxnId="{E67693E7-4A44-4AF9-BE5C-0D719F6F111D}">
      <dgm:prSet/>
      <dgm:spPr/>
      <dgm:t>
        <a:bodyPr/>
        <a:lstStyle/>
        <a:p>
          <a:endParaRPr lang="en-IN"/>
        </a:p>
      </dgm:t>
    </dgm:pt>
    <dgm:pt modelId="{1B059F5A-406D-4774-A425-FE044EAE604C}">
      <dgm:prSet/>
      <dgm:spPr/>
      <dgm:t>
        <a:bodyPr/>
        <a:lstStyle/>
        <a:p>
          <a:pPr algn="just"/>
          <a:r>
            <a:rPr lang="en-US" b="0" dirty="0"/>
            <a:t>There is a wide range of Tissue Engineered products or materials that are used to cure diseases in humans and save life.</a:t>
          </a:r>
        </a:p>
      </dgm:t>
    </dgm:pt>
    <dgm:pt modelId="{D2F64305-4547-490C-85B2-3938FDC41CC7}" type="parTrans" cxnId="{75AC0FDE-50DC-4311-BE50-281E3D1EFAA6}">
      <dgm:prSet/>
      <dgm:spPr/>
      <dgm:t>
        <a:bodyPr/>
        <a:lstStyle/>
        <a:p>
          <a:endParaRPr lang="en-IN"/>
        </a:p>
      </dgm:t>
    </dgm:pt>
    <dgm:pt modelId="{2D99AA84-A890-4190-A132-78CCD76199B9}" type="sibTrans" cxnId="{75AC0FDE-50DC-4311-BE50-281E3D1EFAA6}">
      <dgm:prSet/>
      <dgm:spPr/>
      <dgm:t>
        <a:bodyPr/>
        <a:lstStyle/>
        <a:p>
          <a:endParaRPr lang="en-IN"/>
        </a:p>
      </dgm:t>
    </dgm:pt>
    <dgm:pt modelId="{93D8FDD0-87B1-46B4-9F17-FCE722FB562B}">
      <dgm:prSet/>
      <dgm:spPr/>
      <dgm:t>
        <a:bodyPr/>
        <a:lstStyle/>
        <a:p>
          <a:pPr algn="just"/>
          <a:r>
            <a:rPr lang="en-US" b="1" dirty="0"/>
            <a:t>Even if Tissue Engineering is life-saving, it is expensive.</a:t>
          </a:r>
        </a:p>
      </dgm:t>
    </dgm:pt>
    <dgm:pt modelId="{F2D554F7-2830-40C3-B77F-D2FE8D3F588B}" type="parTrans" cxnId="{C9EA0876-8B26-4C5E-96FF-72C979EE7E04}">
      <dgm:prSet/>
      <dgm:spPr/>
      <dgm:t>
        <a:bodyPr/>
        <a:lstStyle/>
        <a:p>
          <a:endParaRPr lang="en-IN"/>
        </a:p>
      </dgm:t>
    </dgm:pt>
    <dgm:pt modelId="{902CFEEF-7FCC-4C23-B275-FD78FC4C5B27}" type="sibTrans" cxnId="{C9EA0876-8B26-4C5E-96FF-72C979EE7E04}">
      <dgm:prSet/>
      <dgm:spPr/>
      <dgm:t>
        <a:bodyPr/>
        <a:lstStyle/>
        <a:p>
          <a:endParaRPr lang="en-IN"/>
        </a:p>
      </dgm:t>
    </dgm:pt>
    <dgm:pt modelId="{1A4606A9-D88F-4283-84AB-A82301469FF5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dirty="0"/>
            <a:t>Organ Transplantation: </a:t>
          </a:r>
          <a:r>
            <a:rPr lang="en-US" b="0" dirty="0"/>
            <a:t>The transplantation of cells that perform a specific biochemical function (e.g. Artificial pancreas or Artificial liver).</a:t>
          </a:r>
          <a:r>
            <a:rPr lang="en-US" b="1" dirty="0"/>
            <a:t> </a:t>
          </a:r>
          <a:endParaRPr lang="en-US" b="0" dirty="0"/>
        </a:p>
      </dgm:t>
    </dgm:pt>
    <dgm:pt modelId="{C72C66C5-E379-4DCA-AF50-E5030AEC017D}" type="parTrans" cxnId="{868D7604-1BB4-434B-BD88-3DD41B8B2E46}">
      <dgm:prSet/>
      <dgm:spPr/>
      <dgm:t>
        <a:bodyPr/>
        <a:lstStyle/>
        <a:p>
          <a:endParaRPr lang="en-IN"/>
        </a:p>
      </dgm:t>
    </dgm:pt>
    <dgm:pt modelId="{78286ECF-017D-4CA7-BA99-46394387DB0D}" type="sibTrans" cxnId="{868D7604-1BB4-434B-BD88-3DD41B8B2E46}">
      <dgm:prSet/>
      <dgm:spPr/>
      <dgm:t>
        <a:bodyPr/>
        <a:lstStyle/>
        <a:p>
          <a:endParaRPr lang="en-IN"/>
        </a:p>
      </dgm:t>
    </dgm:pt>
    <dgm:pt modelId="{798CE5E5-0DB5-4918-BC72-931FB70C72C0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dirty="0"/>
            <a:t>Drug Discovery- </a:t>
          </a:r>
          <a:r>
            <a:rPr lang="en-US" b="0" dirty="0"/>
            <a:t>For effective drug screening, 3D cultures are introduced to analyze the effect of drug action</a:t>
          </a:r>
        </a:p>
      </dgm:t>
    </dgm:pt>
    <dgm:pt modelId="{B1283E77-5A3D-42CE-BCC0-93AC7EE76DB0}" type="parTrans" cxnId="{ED1EA9AE-E67A-4B6B-B07C-4B80F14C9353}">
      <dgm:prSet/>
      <dgm:spPr/>
      <dgm:t>
        <a:bodyPr/>
        <a:lstStyle/>
        <a:p>
          <a:endParaRPr lang="en-IN"/>
        </a:p>
      </dgm:t>
    </dgm:pt>
    <dgm:pt modelId="{5639F42D-1CA3-4D1E-8D36-34B1BD28D77B}" type="sibTrans" cxnId="{ED1EA9AE-E67A-4B6B-B07C-4B80F14C9353}">
      <dgm:prSet/>
      <dgm:spPr/>
      <dgm:t>
        <a:bodyPr/>
        <a:lstStyle/>
        <a:p>
          <a:endParaRPr lang="en-IN"/>
        </a:p>
      </dgm:t>
    </dgm:pt>
    <dgm:pt modelId="{FADB0804-6DCF-42B1-9BA0-A3A414B4380B}" type="pres">
      <dgm:prSet presAssocID="{B49C5063-3FAB-44B4-BC09-111B5EDED476}" presName="Name0" presStyleCnt="0">
        <dgm:presLayoutVars>
          <dgm:dir/>
          <dgm:animLvl val="lvl"/>
          <dgm:resizeHandles val="exact"/>
        </dgm:presLayoutVars>
      </dgm:prSet>
      <dgm:spPr/>
    </dgm:pt>
    <dgm:pt modelId="{A83D6FAA-C7C1-4940-81D7-C73BF57C7CB4}" type="pres">
      <dgm:prSet presAssocID="{27A83137-5014-4E6C-A8FA-8B0A06CAC5CE}" presName="composite" presStyleCnt="0"/>
      <dgm:spPr/>
    </dgm:pt>
    <dgm:pt modelId="{0C31AB2E-F6E8-44FA-821B-35088B3A1393}" type="pres">
      <dgm:prSet presAssocID="{27A83137-5014-4E6C-A8FA-8B0A06CAC5C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D034F1C-8C2C-4A7F-A41C-C728303EC3E5}" type="pres">
      <dgm:prSet presAssocID="{27A83137-5014-4E6C-A8FA-8B0A06CAC5CE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868D7604-1BB4-434B-BD88-3DD41B8B2E46}" srcId="{27A83137-5014-4E6C-A8FA-8B0A06CAC5CE}" destId="{1A4606A9-D88F-4283-84AB-A82301469FF5}" srcOrd="1" destOrd="0" parTransId="{C72C66C5-E379-4DCA-AF50-E5030AEC017D}" sibTransId="{78286ECF-017D-4CA7-BA99-46394387DB0D}"/>
    <dgm:cxn modelId="{A5F33723-33FB-4CEA-9089-EEE5A807720F}" type="presOf" srcId="{27A83137-5014-4E6C-A8FA-8B0A06CAC5CE}" destId="{0C31AB2E-F6E8-44FA-821B-35088B3A1393}" srcOrd="0" destOrd="0" presId="urn:microsoft.com/office/officeart/2005/8/layout/hList1"/>
    <dgm:cxn modelId="{3741DA4A-08DE-489C-BC25-7F3917C83056}" type="presOf" srcId="{B49C5063-3FAB-44B4-BC09-111B5EDED476}" destId="{FADB0804-6DCF-42B1-9BA0-A3A414B4380B}" srcOrd="0" destOrd="0" presId="urn:microsoft.com/office/officeart/2005/8/layout/hList1"/>
    <dgm:cxn modelId="{19047951-5A1A-4B51-89B4-3B4973FAF26D}" type="presOf" srcId="{798CE5E5-0DB5-4918-BC72-931FB70C72C0}" destId="{5D034F1C-8C2C-4A7F-A41C-C728303EC3E5}" srcOrd="0" destOrd="0" presId="urn:microsoft.com/office/officeart/2005/8/layout/hList1"/>
    <dgm:cxn modelId="{C9EA0876-8B26-4C5E-96FF-72C979EE7E04}" srcId="{27A83137-5014-4E6C-A8FA-8B0A06CAC5CE}" destId="{93D8FDD0-87B1-46B4-9F17-FCE722FB562B}" srcOrd="4" destOrd="0" parTransId="{F2D554F7-2830-40C3-B77F-D2FE8D3F588B}" sibTransId="{902CFEEF-7FCC-4C23-B275-FD78FC4C5B27}"/>
    <dgm:cxn modelId="{108DE583-9DED-4DBD-980F-5B105F369868}" type="presOf" srcId="{93D8FDD0-87B1-46B4-9F17-FCE722FB562B}" destId="{5D034F1C-8C2C-4A7F-A41C-C728303EC3E5}" srcOrd="0" destOrd="4" presId="urn:microsoft.com/office/officeart/2005/8/layout/hList1"/>
    <dgm:cxn modelId="{05DFD997-51C6-4F84-86EF-C8333D5EB6C5}" type="presOf" srcId="{1A4606A9-D88F-4283-84AB-A82301469FF5}" destId="{5D034F1C-8C2C-4A7F-A41C-C728303EC3E5}" srcOrd="0" destOrd="1" presId="urn:microsoft.com/office/officeart/2005/8/layout/hList1"/>
    <dgm:cxn modelId="{E117BEAA-FF63-43F1-9DDF-DA741AAED76D}" srcId="{B49C5063-3FAB-44B4-BC09-111B5EDED476}" destId="{27A83137-5014-4E6C-A8FA-8B0A06CAC5CE}" srcOrd="0" destOrd="0" parTransId="{4EE37938-C6D6-41D4-85DA-F4A1A3F7C8A9}" sibTransId="{0B0E38E6-D909-47AF-9A7E-18D921161341}"/>
    <dgm:cxn modelId="{ED1EA9AE-E67A-4B6B-B07C-4B80F14C9353}" srcId="{27A83137-5014-4E6C-A8FA-8B0A06CAC5CE}" destId="{798CE5E5-0DB5-4918-BC72-931FB70C72C0}" srcOrd="0" destOrd="0" parTransId="{B1283E77-5A3D-42CE-BCC0-93AC7EE76DB0}" sibTransId="{5639F42D-1CA3-4D1E-8D36-34B1BD28D77B}"/>
    <dgm:cxn modelId="{3A1A23BA-9D31-4858-8017-98910B5FDE69}" type="presOf" srcId="{1B059F5A-406D-4774-A425-FE044EAE604C}" destId="{5D034F1C-8C2C-4A7F-A41C-C728303EC3E5}" srcOrd="0" destOrd="3" presId="urn:microsoft.com/office/officeart/2005/8/layout/hList1"/>
    <dgm:cxn modelId="{75AC0FDE-50DC-4311-BE50-281E3D1EFAA6}" srcId="{27A83137-5014-4E6C-A8FA-8B0A06CAC5CE}" destId="{1B059F5A-406D-4774-A425-FE044EAE604C}" srcOrd="3" destOrd="0" parTransId="{D2F64305-4547-490C-85B2-3938FDC41CC7}" sibTransId="{2D99AA84-A890-4190-A132-78CCD76199B9}"/>
    <dgm:cxn modelId="{68C7DCE0-5D16-47C9-A3D1-722865B59C8F}" type="presOf" srcId="{96407132-F52D-4404-81BC-0B4833DC384D}" destId="{5D034F1C-8C2C-4A7F-A41C-C728303EC3E5}" srcOrd="0" destOrd="2" presId="urn:microsoft.com/office/officeart/2005/8/layout/hList1"/>
    <dgm:cxn modelId="{E67693E7-4A44-4AF9-BE5C-0D719F6F111D}" srcId="{27A83137-5014-4E6C-A8FA-8B0A06CAC5CE}" destId="{96407132-F52D-4404-81BC-0B4833DC384D}" srcOrd="2" destOrd="0" parTransId="{7A79F61A-060A-4E7E-9CA2-C6AD4701B827}" sibTransId="{B758575C-8506-49F3-BF42-7A970AA485E4}"/>
    <dgm:cxn modelId="{F3D40C24-584A-4EAA-B1DA-F923EB258ADF}" type="presParOf" srcId="{FADB0804-6DCF-42B1-9BA0-A3A414B4380B}" destId="{A83D6FAA-C7C1-4940-81D7-C73BF57C7CB4}" srcOrd="0" destOrd="0" presId="urn:microsoft.com/office/officeart/2005/8/layout/hList1"/>
    <dgm:cxn modelId="{4FC3936E-C888-453A-9421-66845D07CEB9}" type="presParOf" srcId="{A83D6FAA-C7C1-4940-81D7-C73BF57C7CB4}" destId="{0C31AB2E-F6E8-44FA-821B-35088B3A1393}" srcOrd="0" destOrd="0" presId="urn:microsoft.com/office/officeart/2005/8/layout/hList1"/>
    <dgm:cxn modelId="{13525DFB-7711-4E03-A70E-BC3E1C944DF6}" type="presParOf" srcId="{A83D6FAA-C7C1-4940-81D7-C73BF57C7CB4}" destId="{5D034F1C-8C2C-4A7F-A41C-C728303EC3E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279D31-59AA-4617-A2A0-AAEB8618BFDB}">
      <dsp:nvSpPr>
        <dsp:cNvPr id="0" name=""/>
        <dsp:cNvSpPr/>
      </dsp:nvSpPr>
      <dsp:spPr>
        <a:xfrm>
          <a:off x="0" y="639346"/>
          <a:ext cx="10949708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90C3F-EFB1-408B-BB2E-2C97B0095023}">
      <dsp:nvSpPr>
        <dsp:cNvPr id="0" name=""/>
        <dsp:cNvSpPr/>
      </dsp:nvSpPr>
      <dsp:spPr>
        <a:xfrm>
          <a:off x="547485" y="63706"/>
          <a:ext cx="7664795" cy="1151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11" tIns="0" rIns="289711" bIns="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kumimoji="0" lang="en-US" altLang="en-US" sz="39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Recombinant DNA Technology</a:t>
          </a:r>
          <a:endParaRPr lang="en-IN" sz="3900" kern="1200" dirty="0">
            <a:solidFill>
              <a:schemeClr val="bg1"/>
            </a:solidFill>
          </a:endParaRPr>
        </a:p>
      </dsp:txBody>
      <dsp:txXfrm>
        <a:off x="603686" y="119907"/>
        <a:ext cx="7552393" cy="1038878"/>
      </dsp:txXfrm>
    </dsp:sp>
    <dsp:sp modelId="{627F7D69-8DED-4F9C-82E2-25DAD4033FA9}">
      <dsp:nvSpPr>
        <dsp:cNvPr id="0" name=""/>
        <dsp:cNvSpPr/>
      </dsp:nvSpPr>
      <dsp:spPr>
        <a:xfrm>
          <a:off x="0" y="2408386"/>
          <a:ext cx="10949708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0F1676-2AF7-42A5-908B-0B0B808E6174}">
      <dsp:nvSpPr>
        <dsp:cNvPr id="0" name=""/>
        <dsp:cNvSpPr/>
      </dsp:nvSpPr>
      <dsp:spPr>
        <a:xfrm>
          <a:off x="547485" y="1832746"/>
          <a:ext cx="7664795" cy="1151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11" tIns="0" rIns="289711" bIns="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39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Stem Cell Biology</a:t>
          </a:r>
        </a:p>
      </dsp:txBody>
      <dsp:txXfrm>
        <a:off x="603686" y="1888947"/>
        <a:ext cx="7552393" cy="1038878"/>
      </dsp:txXfrm>
    </dsp:sp>
    <dsp:sp modelId="{ECD391B5-08BC-4BF6-940B-80E25DC0E1B5}">
      <dsp:nvSpPr>
        <dsp:cNvPr id="0" name=""/>
        <dsp:cNvSpPr/>
      </dsp:nvSpPr>
      <dsp:spPr>
        <a:xfrm>
          <a:off x="0" y="4177426"/>
          <a:ext cx="10949708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7951E-F709-4CEE-B7C2-08DFA4009EDB}">
      <dsp:nvSpPr>
        <dsp:cNvPr id="0" name=""/>
        <dsp:cNvSpPr/>
      </dsp:nvSpPr>
      <dsp:spPr>
        <a:xfrm>
          <a:off x="547485" y="3601786"/>
          <a:ext cx="7664795" cy="1151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11" tIns="0" rIns="289711" bIns="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39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Tissue Engineering</a:t>
          </a:r>
          <a:endParaRPr lang="en-IN" sz="3900" kern="1200" dirty="0">
            <a:solidFill>
              <a:schemeClr val="bg1"/>
            </a:solidFill>
          </a:endParaRPr>
        </a:p>
      </dsp:txBody>
      <dsp:txXfrm>
        <a:off x="603686" y="3657987"/>
        <a:ext cx="7552393" cy="10388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E639B-763F-4499-B3FE-7A5FA44C0ED1}">
      <dsp:nvSpPr>
        <dsp:cNvPr id="0" name=""/>
        <dsp:cNvSpPr/>
      </dsp:nvSpPr>
      <dsp:spPr>
        <a:xfrm>
          <a:off x="0" y="6318"/>
          <a:ext cx="7349764" cy="56171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423" tIns="1124712" rIns="570423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Recombinant DNA technology is the joining together of DNA molecules from two different species. 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Using Recombinant DNA technology, we can </a:t>
          </a:r>
          <a:r>
            <a:rPr lang="en-US" sz="2400" b="1" kern="1200" dirty="0"/>
            <a:t>isolate</a:t>
          </a:r>
          <a:r>
            <a:rPr lang="en-US" sz="2400" kern="1200" dirty="0"/>
            <a:t> and </a:t>
          </a:r>
          <a:r>
            <a:rPr lang="en-US" sz="2400" b="1" kern="1200" dirty="0"/>
            <a:t>clone</a:t>
          </a:r>
          <a:r>
            <a:rPr lang="en-US" sz="2400" kern="1200" dirty="0"/>
            <a:t> single copy of a gene into an indefinite number of copies, </a:t>
          </a:r>
          <a:r>
            <a:rPr lang="en-US" sz="2400" b="1" u="sng" kern="1200" dirty="0"/>
            <a:t>all identical</a:t>
          </a:r>
          <a:r>
            <a:rPr lang="en-US" sz="2400" kern="1200" dirty="0"/>
            <a:t>. 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These new combinations of genetic material or Recombinant DNA (rDNA) molecules are introduced into the host cells, where they propagate and multiply. 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e.g. Bacterial DNA +  human gene for insulin (INS gene- short arm of 11 </a:t>
          </a:r>
          <a:r>
            <a:rPr lang="en-US" sz="2400" kern="1200" dirty="0" err="1"/>
            <a:t>ch</a:t>
          </a:r>
          <a:r>
            <a:rPr lang="en-US" sz="2400" kern="1200" dirty="0"/>
            <a:t>)</a:t>
          </a:r>
        </a:p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100" kern="1200" dirty="0"/>
        </a:p>
      </dsp:txBody>
      <dsp:txXfrm>
        <a:off x="0" y="6318"/>
        <a:ext cx="7349764" cy="5617173"/>
      </dsp:txXfrm>
    </dsp:sp>
    <dsp:sp modelId="{1B5F1A4C-5200-48C6-93A3-9B120878DED1}">
      <dsp:nvSpPr>
        <dsp:cNvPr id="0" name=""/>
        <dsp:cNvSpPr/>
      </dsp:nvSpPr>
      <dsp:spPr>
        <a:xfrm>
          <a:off x="277119" y="293170"/>
          <a:ext cx="6998059" cy="793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463" tIns="0" rIns="194463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1" kern="1200" dirty="0"/>
            <a:t>Recombinant DNA Technology- </a:t>
          </a:r>
          <a:r>
            <a:rPr lang="en-IN" sz="3600" b="1" kern="1200" dirty="0">
              <a:solidFill>
                <a:schemeClr val="tx1"/>
              </a:solidFill>
              <a:highlight>
                <a:srgbClr val="FFFF00"/>
              </a:highlight>
            </a:rPr>
            <a:t>Steps&gt;&gt;&gt;&gt;&gt;&gt;&gt;&gt;&gt;</a:t>
          </a:r>
        </a:p>
      </dsp:txBody>
      <dsp:txXfrm>
        <a:off x="315844" y="331895"/>
        <a:ext cx="6920609" cy="715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14615F-85B8-4AEC-8AFF-10868C8905AF}">
      <dsp:nvSpPr>
        <dsp:cNvPr id="0" name=""/>
        <dsp:cNvSpPr/>
      </dsp:nvSpPr>
      <dsp:spPr>
        <a:xfrm>
          <a:off x="5668" y="609238"/>
          <a:ext cx="2899653" cy="1628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71120" rIns="199136" bIns="7112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Vector</a:t>
          </a:r>
          <a:r>
            <a:rPr lang="en-IN" sz="2800" kern="1200" dirty="0"/>
            <a:t>: A vehicle to transfer rDNA into the cells</a:t>
          </a:r>
        </a:p>
      </dsp:txBody>
      <dsp:txXfrm>
        <a:off x="5668" y="609238"/>
        <a:ext cx="2899653" cy="1628549"/>
      </dsp:txXfrm>
    </dsp:sp>
    <dsp:sp modelId="{A862B5F1-9B2D-42D6-876E-C9A3A5071C20}">
      <dsp:nvSpPr>
        <dsp:cNvPr id="0" name=""/>
        <dsp:cNvSpPr/>
      </dsp:nvSpPr>
      <dsp:spPr>
        <a:xfrm>
          <a:off x="2905322" y="151208"/>
          <a:ext cx="579930" cy="2544609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9E914-E498-46DA-85D4-55D73FAC4743}">
      <dsp:nvSpPr>
        <dsp:cNvPr id="0" name=""/>
        <dsp:cNvSpPr/>
      </dsp:nvSpPr>
      <dsp:spPr>
        <a:xfrm>
          <a:off x="3717225" y="151208"/>
          <a:ext cx="7887057" cy="25446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/>
            <a:t>The vectors help in carrying and integrating the desired gene. </a:t>
          </a:r>
          <a:endParaRPr lang="en-IN" sz="2800" kern="1200" dirty="0"/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/>
            <a:t>These form a very important vehicles that carry forward the desired gene into the host organism. </a:t>
          </a:r>
          <a:endParaRPr lang="en-IN" sz="2800" kern="1200" dirty="0"/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/>
            <a:t>Plasmids and bacteriophages are the most common vectors in recombinant DNA technology.</a:t>
          </a:r>
          <a:endParaRPr lang="en-IN" sz="2800" kern="1200" dirty="0"/>
        </a:p>
      </dsp:txBody>
      <dsp:txXfrm>
        <a:off x="3717225" y="151208"/>
        <a:ext cx="7887057" cy="2544609"/>
      </dsp:txXfrm>
    </dsp:sp>
    <dsp:sp modelId="{6023DF1F-5743-4398-8C49-D994544C9051}">
      <dsp:nvSpPr>
        <dsp:cNvPr id="0" name=""/>
        <dsp:cNvSpPr/>
      </dsp:nvSpPr>
      <dsp:spPr>
        <a:xfrm>
          <a:off x="5668" y="2796618"/>
          <a:ext cx="2899653" cy="124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71120" rIns="199136" bIns="7112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Restriction enzyme</a:t>
          </a:r>
          <a:r>
            <a:rPr lang="en-IN" sz="2800" kern="1200" dirty="0"/>
            <a:t>: Scissors to cut DNA</a:t>
          </a:r>
        </a:p>
      </dsp:txBody>
      <dsp:txXfrm>
        <a:off x="5668" y="2796618"/>
        <a:ext cx="2899653" cy="1247400"/>
      </dsp:txXfrm>
    </dsp:sp>
    <dsp:sp modelId="{4EE8DBBE-666B-4BD0-BAD0-9B5300D8B7B8}">
      <dsp:nvSpPr>
        <dsp:cNvPr id="0" name=""/>
        <dsp:cNvSpPr/>
      </dsp:nvSpPr>
      <dsp:spPr>
        <a:xfrm>
          <a:off x="2905322" y="2796618"/>
          <a:ext cx="579930" cy="1247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CCA839-E57D-414E-907C-F31733B16D79}">
      <dsp:nvSpPr>
        <dsp:cNvPr id="0" name=""/>
        <dsp:cNvSpPr/>
      </dsp:nvSpPr>
      <dsp:spPr>
        <a:xfrm>
          <a:off x="3717225" y="2796618"/>
          <a:ext cx="7887057" cy="1247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/>
            <a:t>Restriction enzymes </a:t>
          </a:r>
          <a:r>
            <a:rPr lang="en-US" sz="2800" kern="1200" dirty="0"/>
            <a:t>cut DNA molecules at specific DNA sequences called </a:t>
          </a:r>
          <a:r>
            <a:rPr lang="en-US" sz="2800" b="1" kern="1200" dirty="0"/>
            <a:t>restriction sites</a:t>
          </a:r>
          <a:endParaRPr lang="en-IN" sz="2800" kern="1200" dirty="0"/>
        </a:p>
      </dsp:txBody>
      <dsp:txXfrm>
        <a:off x="3717225" y="2796618"/>
        <a:ext cx="7887057" cy="1247400"/>
      </dsp:txXfrm>
    </dsp:sp>
    <dsp:sp modelId="{850D5C2D-E40C-4C7C-A80F-FCED9C41705A}">
      <dsp:nvSpPr>
        <dsp:cNvPr id="0" name=""/>
        <dsp:cNvSpPr/>
      </dsp:nvSpPr>
      <dsp:spPr>
        <a:xfrm>
          <a:off x="5668" y="4144818"/>
          <a:ext cx="2899653" cy="124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71120" rIns="199136" bIns="7112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DNA Ligase</a:t>
          </a:r>
          <a:r>
            <a:rPr lang="en-IN" sz="2800" kern="1200" dirty="0"/>
            <a:t>: Help to join DNA </a:t>
          </a:r>
        </a:p>
      </dsp:txBody>
      <dsp:txXfrm>
        <a:off x="5668" y="4144818"/>
        <a:ext cx="2899653" cy="1247400"/>
      </dsp:txXfrm>
    </dsp:sp>
    <dsp:sp modelId="{D6DBFF27-9A71-4DD2-8389-D862590CEC3C}">
      <dsp:nvSpPr>
        <dsp:cNvPr id="0" name=""/>
        <dsp:cNvSpPr/>
      </dsp:nvSpPr>
      <dsp:spPr>
        <a:xfrm>
          <a:off x="2905322" y="4144818"/>
          <a:ext cx="579930" cy="12474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591528-5180-485D-982F-3021839A3A9F}">
      <dsp:nvSpPr>
        <dsp:cNvPr id="0" name=""/>
        <dsp:cNvSpPr/>
      </dsp:nvSpPr>
      <dsp:spPr>
        <a:xfrm>
          <a:off x="3717225" y="4144818"/>
          <a:ext cx="7887057" cy="1247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/>
            <a:t>DNA ligase </a:t>
          </a:r>
          <a:r>
            <a:rPr lang="en-US" sz="2800" kern="1200" dirty="0"/>
            <a:t>is an enzyme that seals the bonds between DNA fragments</a:t>
          </a:r>
          <a:endParaRPr lang="en-IN" sz="2800" kern="1200" dirty="0"/>
        </a:p>
      </dsp:txBody>
      <dsp:txXfrm>
        <a:off x="3717225" y="4144818"/>
        <a:ext cx="7887057" cy="12474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4A06E-E2C7-43DB-AAFC-75A2D5D6C129}">
      <dsp:nvSpPr>
        <dsp:cNvPr id="0" name=""/>
        <dsp:cNvSpPr/>
      </dsp:nvSpPr>
      <dsp:spPr>
        <a:xfrm>
          <a:off x="0" y="0"/>
          <a:ext cx="8912506" cy="1065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kern="1200" dirty="0">
              <a:solidFill>
                <a:schemeClr val="tx1"/>
              </a:solidFill>
              <a:latin typeface="+mj-lt"/>
            </a:rPr>
            <a:t>Plasmids</a:t>
          </a:r>
        </a:p>
      </dsp:txBody>
      <dsp:txXfrm>
        <a:off x="0" y="0"/>
        <a:ext cx="8912506" cy="1065600"/>
      </dsp:txXfrm>
    </dsp:sp>
    <dsp:sp modelId="{65EAD1B0-3344-47FB-BBE4-F934A0D8A053}">
      <dsp:nvSpPr>
        <dsp:cNvPr id="0" name=""/>
        <dsp:cNvSpPr/>
      </dsp:nvSpPr>
      <dsp:spPr>
        <a:xfrm>
          <a:off x="0" y="932251"/>
          <a:ext cx="8912506" cy="5789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just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Plasmids are small circular double-stranded DNA molecules that replicate independently of the chromosomal DNA.</a:t>
          </a:r>
          <a:endParaRPr lang="en-IN" sz="3200" kern="1200" dirty="0"/>
        </a:p>
        <a:p>
          <a:pPr marL="571500" lvl="2" indent="-285750" algn="just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e.g. pUC18, pBR322</a:t>
          </a:r>
        </a:p>
        <a:p>
          <a:pPr marL="285750" lvl="1" indent="-285750" algn="just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Plasmids can be transferred from one bacterium to another.</a:t>
          </a:r>
          <a:endParaRPr lang="en-IN" sz="3200" kern="1200" dirty="0"/>
        </a:p>
        <a:p>
          <a:pPr marL="285750" lvl="1" indent="-285750" algn="just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A </a:t>
          </a:r>
          <a:r>
            <a:rPr lang="en-US" sz="32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Times New Roman" panose="02020603050405020304"/>
              <a:ea typeface="+mn-ea"/>
              <a:cs typeface="+mn-cs"/>
            </a:rPr>
            <a:t>vector</a:t>
          </a:r>
          <a:r>
            <a:rPr lang="en-US" sz="32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, is a DNA molecule (often plasmid or virus) that is used as a vehicle to carry a particular DNA segment into a host cell. </a:t>
          </a:r>
          <a:endParaRPr lang="en-IN" sz="32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imes New Roman" panose="02020603050405020304"/>
            <a:ea typeface="+mn-ea"/>
            <a:cs typeface="+mn-cs"/>
          </a:endParaRPr>
        </a:p>
        <a:p>
          <a:pPr marL="285750" lvl="1" indent="-285750" algn="just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highlight>
                <a:srgbClr val="FFFF00"/>
              </a:highlight>
              <a:latin typeface="Times New Roman" panose="02020603050405020304"/>
              <a:ea typeface="+mn-ea"/>
              <a:cs typeface="+mn-cs"/>
            </a:rPr>
            <a:t>Commonly used vectors- </a:t>
          </a:r>
          <a:r>
            <a:rPr lang="en-US" sz="32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plasmids (circular DNA molecules that originated from bacteria), viruses, and yeast cells.</a:t>
          </a:r>
          <a:endParaRPr lang="en-IN" sz="32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imes New Roman" panose="02020603050405020304"/>
            <a:ea typeface="+mn-ea"/>
            <a:cs typeface="+mn-cs"/>
          </a:endParaRPr>
        </a:p>
      </dsp:txBody>
      <dsp:txXfrm>
        <a:off x="0" y="932251"/>
        <a:ext cx="8912506" cy="57892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C4311-06E2-4528-B50D-63A403C1DDCF}">
      <dsp:nvSpPr>
        <dsp:cNvPr id="0" name=""/>
        <dsp:cNvSpPr/>
      </dsp:nvSpPr>
      <dsp:spPr>
        <a:xfrm>
          <a:off x="0" y="24571"/>
          <a:ext cx="7277215" cy="872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Restriction Enzymes</a:t>
          </a:r>
          <a:endParaRPr lang="en-IN" sz="4000" kern="1200" dirty="0"/>
        </a:p>
      </dsp:txBody>
      <dsp:txXfrm>
        <a:off x="0" y="24571"/>
        <a:ext cx="7277215" cy="872165"/>
      </dsp:txXfrm>
    </dsp:sp>
    <dsp:sp modelId="{29D33047-9625-4E37-B83D-5BD73F901534}">
      <dsp:nvSpPr>
        <dsp:cNvPr id="0" name=""/>
        <dsp:cNvSpPr/>
      </dsp:nvSpPr>
      <dsp:spPr>
        <a:xfrm>
          <a:off x="0" y="921309"/>
          <a:ext cx="7277215" cy="55339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/>
            <a:t>A restriction enzyme </a:t>
          </a:r>
          <a:r>
            <a:rPr lang="en-US" sz="2800" b="1" i="0" kern="1200" dirty="0">
              <a:highlight>
                <a:srgbClr val="FFFF00"/>
              </a:highlight>
            </a:rPr>
            <a:t>cleaves DNA sequences at sequence-specific sites, producing DNA fragments with a known sequence at each end</a:t>
          </a:r>
          <a:r>
            <a:rPr lang="en-US" sz="2800" b="0" i="0" kern="1200" dirty="0">
              <a:highlight>
                <a:srgbClr val="FFFF00"/>
              </a:highlight>
            </a:rPr>
            <a:t>.</a:t>
          </a:r>
          <a:endParaRPr lang="en-IN" sz="2800" kern="1200" dirty="0">
            <a:highlight>
              <a:srgbClr val="FFFF00"/>
            </a:highlight>
          </a:endParaRP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/>
            <a:t>They are named after the bacterium in which they are found </a:t>
          </a:r>
          <a:r>
            <a:rPr lang="en-US" sz="2800" b="0" i="0" kern="1200" dirty="0">
              <a:highlight>
                <a:srgbClr val="FFFF00"/>
              </a:highlight>
            </a:rPr>
            <a:t>e.g.</a:t>
          </a:r>
          <a:r>
            <a:rPr lang="en-US" sz="2800" b="0" i="0" kern="1200" dirty="0"/>
            <a:t> </a:t>
          </a:r>
          <a:r>
            <a:rPr lang="en-US" sz="2800" b="1" i="0" kern="1200" dirty="0">
              <a:highlight>
                <a:srgbClr val="FFFF00"/>
              </a:highlight>
            </a:rPr>
            <a:t>Hind I, Eco RI</a:t>
          </a:r>
          <a:endParaRPr lang="en-IN" sz="2800" b="1" kern="1200" dirty="0">
            <a:highlight>
              <a:srgbClr val="FFFF00"/>
            </a:highlight>
          </a:endParaRP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i="0" kern="1200" dirty="0"/>
            <a:t>These enzymes serve as </a:t>
          </a:r>
          <a:r>
            <a:rPr lang="en-US" sz="2800" b="1" i="0" kern="1200" dirty="0">
              <a:highlight>
                <a:srgbClr val="FFFF00"/>
              </a:highlight>
            </a:rPr>
            <a:t>molecular scissors </a:t>
          </a:r>
          <a:r>
            <a:rPr lang="en-US" sz="2800" b="1" i="0" kern="1200" dirty="0"/>
            <a:t>to cut DNA into defined fragments</a:t>
          </a:r>
          <a:endParaRPr lang="en-IN" sz="2800" b="1" kern="1200" dirty="0"/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/>
            <a:t>Each restriction enzyme: </a:t>
          </a:r>
          <a:r>
            <a:rPr lang="en-US" sz="2800" b="1" i="0" kern="1200" dirty="0"/>
            <a:t>Recognizes a specific base sequence in double-stranded DNA</a:t>
          </a:r>
          <a:endParaRPr lang="en-IN" sz="2800" b="1" kern="1200" dirty="0"/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/>
            <a:t>Splits the DNA at this site called the </a:t>
          </a:r>
          <a:r>
            <a:rPr lang="en-US" sz="2800" b="1" i="0" kern="1200" dirty="0"/>
            <a:t>restriction site </a:t>
          </a:r>
          <a:r>
            <a:rPr lang="en-US" sz="2800" b="0" i="0" kern="1200" dirty="0"/>
            <a:t>yielding restriction fragments.</a:t>
          </a:r>
          <a:endParaRPr lang="en-IN" sz="2800" b="1" kern="1200" dirty="0"/>
        </a:p>
      </dsp:txBody>
      <dsp:txXfrm>
        <a:off x="0" y="921309"/>
        <a:ext cx="7277215" cy="55339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72EA5-456B-4DBA-9A55-CADC10B9C792}">
      <dsp:nvSpPr>
        <dsp:cNvPr id="0" name=""/>
        <dsp:cNvSpPr/>
      </dsp:nvSpPr>
      <dsp:spPr>
        <a:xfrm>
          <a:off x="0" y="70190"/>
          <a:ext cx="797013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DNA Ligase</a:t>
          </a:r>
          <a:endParaRPr lang="en-IN" sz="3200" b="1" kern="1200" dirty="0"/>
        </a:p>
      </dsp:txBody>
      <dsp:txXfrm>
        <a:off x="0" y="70190"/>
        <a:ext cx="7970134" cy="864000"/>
      </dsp:txXfrm>
    </dsp:sp>
    <dsp:sp modelId="{75A8E579-15C1-438A-B4B7-65454792EE36}">
      <dsp:nvSpPr>
        <dsp:cNvPr id="0" name=""/>
        <dsp:cNvSpPr/>
      </dsp:nvSpPr>
      <dsp:spPr>
        <a:xfrm>
          <a:off x="0" y="1318282"/>
          <a:ext cx="7970134" cy="46939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 dirty="0">
              <a:highlight>
                <a:srgbClr val="FFFF00"/>
              </a:highlight>
            </a:rPr>
            <a:t>DNA ligases are the enzymes that are used to </a:t>
          </a:r>
          <a:r>
            <a:rPr lang="en-US" sz="3000" u="sng" kern="1200" dirty="0">
              <a:highlight>
                <a:srgbClr val="FFFF00"/>
              </a:highlight>
            </a:rPr>
            <a:t>join (ligate) DNA fragments</a:t>
          </a:r>
          <a:endParaRPr lang="en-IN" sz="3000" u="sng" kern="1200" dirty="0">
            <a:highlight>
              <a:srgbClr val="FFFF00"/>
            </a:highlight>
          </a:endParaRP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000" b="0" i="0" kern="1200" dirty="0"/>
            <a:t>The DNA ligase joins two DNA strands by forming a phosphodiester bond between them.</a:t>
          </a:r>
          <a:endParaRPr lang="en-IN" sz="3000" kern="1200" dirty="0"/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000" b="0" i="0" kern="1200" dirty="0"/>
            <a:t>It is known as a molecular glue.</a:t>
          </a: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000" b="0" i="0" kern="1200" dirty="0"/>
            <a:t>It is used to join genes of interest with the cloning vector.</a:t>
          </a: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000" b="0" i="0" kern="1200" dirty="0"/>
            <a:t>e.g. </a:t>
          </a:r>
          <a:r>
            <a:rPr lang="en-US" sz="3000" b="0" i="0" kern="1200" dirty="0">
              <a:highlight>
                <a:srgbClr val="FFFF00"/>
              </a:highlight>
            </a:rPr>
            <a:t>T4 DNA </a:t>
          </a:r>
          <a:r>
            <a:rPr lang="en-US" sz="3000" b="0" i="0" kern="1200" dirty="0"/>
            <a:t>ligase is used in rDNA technology.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3000" kern="1200" dirty="0"/>
        </a:p>
      </dsp:txBody>
      <dsp:txXfrm>
        <a:off x="0" y="1318282"/>
        <a:ext cx="7970134" cy="46939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213D7-077B-462B-8A18-646FEFFC6FDC}">
      <dsp:nvSpPr>
        <dsp:cNvPr id="0" name=""/>
        <dsp:cNvSpPr/>
      </dsp:nvSpPr>
      <dsp:spPr>
        <a:xfrm>
          <a:off x="0" y="873034"/>
          <a:ext cx="10530114" cy="529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7254" tIns="999744" rIns="817254" bIns="341376" numCol="1" spcCol="1270" anchor="t" anchorCtr="0">
          <a:noAutofit/>
        </a:bodyPr>
        <a:lstStyle/>
        <a:p>
          <a:pPr marL="285750" lvl="1" indent="-285750" algn="just" defTabSz="2133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4800" b="0" i="0" kern="1200" dirty="0"/>
            <a:t>The organism in which the gene of interest (with or without vector) is inserted and multiplied is known as the host organism.</a:t>
          </a:r>
          <a:endParaRPr lang="en-IN" sz="4800" kern="1200" dirty="0"/>
        </a:p>
        <a:p>
          <a:pPr marL="285750" lvl="1" indent="-285750" algn="just" defTabSz="2133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4800" b="0" i="1" kern="1200" dirty="0"/>
            <a:t>Escherichia coli </a:t>
          </a:r>
          <a:r>
            <a:rPr lang="en-US" sz="4800" b="0" i="0" kern="1200" dirty="0"/>
            <a:t>is commonly used for multiplication of various genes.</a:t>
          </a:r>
        </a:p>
      </dsp:txBody>
      <dsp:txXfrm>
        <a:off x="0" y="873034"/>
        <a:ext cx="10530114" cy="5292000"/>
      </dsp:txXfrm>
    </dsp:sp>
    <dsp:sp modelId="{8571FEE7-8639-4094-82EC-F5B6D3DCBE84}">
      <dsp:nvSpPr>
        <dsp:cNvPr id="0" name=""/>
        <dsp:cNvSpPr/>
      </dsp:nvSpPr>
      <dsp:spPr>
        <a:xfrm>
          <a:off x="526505" y="164554"/>
          <a:ext cx="7371079" cy="1416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609" tIns="0" rIns="278609" bIns="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b="1" i="0" kern="1200" dirty="0"/>
            <a:t>Host organism</a:t>
          </a:r>
          <a:endParaRPr lang="en-IN" sz="4800" kern="1200" dirty="0"/>
        </a:p>
      </dsp:txBody>
      <dsp:txXfrm>
        <a:off x="595675" y="233724"/>
        <a:ext cx="7232739" cy="12786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4588C-9238-4B85-8B70-25E996E0F0A0}">
      <dsp:nvSpPr>
        <dsp:cNvPr id="0" name=""/>
        <dsp:cNvSpPr/>
      </dsp:nvSpPr>
      <dsp:spPr>
        <a:xfrm rot="5400000">
          <a:off x="-128165" y="220098"/>
          <a:ext cx="854436" cy="5981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Step 1</a:t>
          </a:r>
          <a:endParaRPr lang="en-IN" sz="1700" kern="1200" dirty="0"/>
        </a:p>
      </dsp:txBody>
      <dsp:txXfrm rot="-5400000">
        <a:off x="1" y="390986"/>
        <a:ext cx="598105" cy="256331"/>
      </dsp:txXfrm>
    </dsp:sp>
    <dsp:sp modelId="{296D0FD8-E737-47D7-B7A7-FFC8AECBA80D}">
      <dsp:nvSpPr>
        <dsp:cNvPr id="0" name=""/>
        <dsp:cNvSpPr/>
      </dsp:nvSpPr>
      <dsp:spPr>
        <a:xfrm rot="5400000">
          <a:off x="5406251" y="-4775994"/>
          <a:ext cx="674946" cy="102912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The DNA fragment containing the gene sequence to be cloned (also known as the </a:t>
          </a:r>
          <a:r>
            <a:rPr lang="en-US" sz="2400" b="1" kern="1200" dirty="0"/>
            <a:t>gene of insert) is isolated</a:t>
          </a:r>
          <a:r>
            <a:rPr lang="en-US" sz="2200" b="1" kern="1200" dirty="0"/>
            <a:t>.</a:t>
          </a:r>
          <a:endParaRPr lang="en-IN" sz="2200" b="1" kern="1200" dirty="0"/>
        </a:p>
      </dsp:txBody>
      <dsp:txXfrm rot="-5400000">
        <a:off x="598105" y="65100"/>
        <a:ext cx="10258290" cy="609050"/>
      </dsp:txXfrm>
    </dsp:sp>
    <dsp:sp modelId="{ED24C93C-2F4D-4FBB-BB14-C59973A5E77E}">
      <dsp:nvSpPr>
        <dsp:cNvPr id="0" name=""/>
        <dsp:cNvSpPr/>
      </dsp:nvSpPr>
      <dsp:spPr>
        <a:xfrm rot="5400000">
          <a:off x="-128165" y="1116351"/>
          <a:ext cx="854436" cy="5981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Step 2</a:t>
          </a:r>
        </a:p>
      </dsp:txBody>
      <dsp:txXfrm rot="-5400000">
        <a:off x="1" y="1287239"/>
        <a:ext cx="598105" cy="256331"/>
      </dsp:txXfrm>
    </dsp:sp>
    <dsp:sp modelId="{6CFC74CC-9E40-4D75-B8D9-6FFB0546586F}">
      <dsp:nvSpPr>
        <dsp:cNvPr id="0" name=""/>
        <dsp:cNvSpPr/>
      </dsp:nvSpPr>
      <dsp:spPr>
        <a:xfrm rot="5400000">
          <a:off x="5354708" y="-3879741"/>
          <a:ext cx="778031" cy="102912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Cutting DNA with the help of restriction enzymes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Insert gene of interest into vector with the help of ligases</a:t>
          </a:r>
        </a:p>
      </dsp:txBody>
      <dsp:txXfrm rot="-5400000">
        <a:off x="598105" y="914842"/>
        <a:ext cx="10253258" cy="702071"/>
      </dsp:txXfrm>
    </dsp:sp>
    <dsp:sp modelId="{FAC1C74D-FF58-4EEA-89DD-16BE83070541}">
      <dsp:nvSpPr>
        <dsp:cNvPr id="0" name=""/>
        <dsp:cNvSpPr/>
      </dsp:nvSpPr>
      <dsp:spPr>
        <a:xfrm rot="5400000">
          <a:off x="-114714" y="2362885"/>
          <a:ext cx="854436" cy="5981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Step 3</a:t>
          </a:r>
        </a:p>
      </dsp:txBody>
      <dsp:txXfrm rot="-5400000">
        <a:off x="13452" y="2533773"/>
        <a:ext cx="598105" cy="256331"/>
      </dsp:txXfrm>
    </dsp:sp>
    <dsp:sp modelId="{9C7D10BC-3710-4E04-B422-F6A44306B1AE}">
      <dsp:nvSpPr>
        <dsp:cNvPr id="0" name=""/>
        <dsp:cNvSpPr/>
      </dsp:nvSpPr>
      <dsp:spPr>
        <a:xfrm rot="5400000">
          <a:off x="5004428" y="-2575608"/>
          <a:ext cx="1478592" cy="102912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highlight>
                <a:srgbClr val="FFFF00"/>
              </a:highlight>
            </a:rPr>
            <a:t>Transformation</a:t>
          </a:r>
          <a:r>
            <a:rPr lang="en-US" sz="2400" b="1" kern="1200" dirty="0"/>
            <a:t>:</a:t>
          </a:r>
          <a:r>
            <a:rPr lang="en-US" sz="2400" kern="1200" dirty="0"/>
            <a:t> Insertion of these DNA fragments into the host cell using a “vector” (carries DNA molecule). </a:t>
          </a:r>
          <a:r>
            <a:rPr lang="en-US" sz="2400" b="0" i="0" kern="1200" dirty="0">
              <a:solidFill>
                <a:srgbClr val="202124"/>
              </a:solidFill>
              <a:effectLst/>
              <a:latin typeface="Google Sans"/>
            </a:rPr>
            <a:t>The cells that take up the DNA are called transformants, and the ones that do not take the recombinant DNA are called non-transformants.</a:t>
          </a:r>
          <a:endParaRPr lang="en-IN" sz="2400" kern="1200" dirty="0"/>
        </a:p>
      </dsp:txBody>
      <dsp:txXfrm rot="-5400000">
        <a:off x="598106" y="1902893"/>
        <a:ext cx="10219059" cy="1334234"/>
      </dsp:txXfrm>
    </dsp:sp>
    <dsp:sp modelId="{5AD39683-48B4-41FE-B77A-3C24A4AB7C07}">
      <dsp:nvSpPr>
        <dsp:cNvPr id="0" name=""/>
        <dsp:cNvSpPr/>
      </dsp:nvSpPr>
      <dsp:spPr>
        <a:xfrm rot="5400000">
          <a:off x="-128165" y="3386597"/>
          <a:ext cx="854436" cy="5981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Step 4</a:t>
          </a:r>
        </a:p>
      </dsp:txBody>
      <dsp:txXfrm rot="-5400000">
        <a:off x="1" y="3557485"/>
        <a:ext cx="598105" cy="256331"/>
      </dsp:txXfrm>
    </dsp:sp>
    <dsp:sp modelId="{A923A3E8-F4F3-4C12-9320-F863299C9E36}">
      <dsp:nvSpPr>
        <dsp:cNvPr id="0" name=""/>
        <dsp:cNvSpPr/>
      </dsp:nvSpPr>
      <dsp:spPr>
        <a:xfrm rot="5400000">
          <a:off x="5389800" y="-1387335"/>
          <a:ext cx="707847" cy="102912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Selection:</a:t>
          </a:r>
          <a:r>
            <a:rPr lang="en-US" sz="2400" kern="1200" dirty="0"/>
            <a:t> Selection of the host cells carrying the rDNA molecule using a marker.</a:t>
          </a:r>
          <a:endParaRPr lang="en-IN" sz="2400" kern="1200" dirty="0"/>
        </a:p>
      </dsp:txBody>
      <dsp:txXfrm rot="-5400000">
        <a:off x="598105" y="3438914"/>
        <a:ext cx="10256684" cy="638739"/>
      </dsp:txXfrm>
    </dsp:sp>
    <dsp:sp modelId="{F9F94EF7-4C83-4514-B7F9-BC1E53152C21}">
      <dsp:nvSpPr>
        <dsp:cNvPr id="0" name=""/>
        <dsp:cNvSpPr/>
      </dsp:nvSpPr>
      <dsp:spPr>
        <a:xfrm rot="5400000">
          <a:off x="-128165" y="4256670"/>
          <a:ext cx="854436" cy="5981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Step 5</a:t>
          </a:r>
        </a:p>
      </dsp:txBody>
      <dsp:txXfrm rot="-5400000">
        <a:off x="1" y="4427558"/>
        <a:ext cx="598105" cy="256331"/>
      </dsp:txXfrm>
    </dsp:sp>
    <dsp:sp modelId="{93069893-F359-4D3B-853A-868FB49345A1}">
      <dsp:nvSpPr>
        <dsp:cNvPr id="0" name=""/>
        <dsp:cNvSpPr/>
      </dsp:nvSpPr>
      <dsp:spPr>
        <a:xfrm rot="5400000">
          <a:off x="5380889" y="-558406"/>
          <a:ext cx="725670" cy="102912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1" kern="1200" dirty="0"/>
            <a:t>Cloning of rDNA</a:t>
          </a:r>
          <a:r>
            <a:rPr lang="en-IN" sz="2400" kern="1200" dirty="0"/>
            <a:t>: </a:t>
          </a:r>
          <a:r>
            <a:rPr lang="en-US" sz="2400" kern="1200" dirty="0"/>
            <a:t>The rDNA molecules are generated when the vector self-replicates in the host cell.</a:t>
          </a:r>
          <a:endParaRPr lang="en-IN" sz="2400" kern="1200" dirty="0"/>
        </a:p>
      </dsp:txBody>
      <dsp:txXfrm rot="-5400000">
        <a:off x="598105" y="4259802"/>
        <a:ext cx="10255814" cy="654822"/>
      </dsp:txXfrm>
    </dsp:sp>
    <dsp:sp modelId="{897584BC-9423-42EC-AB24-27EEE6DB6927}">
      <dsp:nvSpPr>
        <dsp:cNvPr id="0" name=""/>
        <dsp:cNvSpPr/>
      </dsp:nvSpPr>
      <dsp:spPr>
        <a:xfrm rot="5400000">
          <a:off x="-128165" y="5041599"/>
          <a:ext cx="854436" cy="5981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Step 6</a:t>
          </a:r>
        </a:p>
      </dsp:txBody>
      <dsp:txXfrm rot="-5400000">
        <a:off x="1" y="5212487"/>
        <a:ext cx="598105" cy="256331"/>
      </dsp:txXfrm>
    </dsp:sp>
    <dsp:sp modelId="{67A7A9B7-5467-4502-B94A-8E04304A705E}">
      <dsp:nvSpPr>
        <dsp:cNvPr id="0" name=""/>
        <dsp:cNvSpPr/>
      </dsp:nvSpPr>
      <dsp:spPr>
        <a:xfrm rot="5400000">
          <a:off x="5553661" y="242978"/>
          <a:ext cx="380126" cy="102912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Isolation of rDNA or its product</a:t>
          </a:r>
        </a:p>
      </dsp:txBody>
      <dsp:txXfrm rot="-5400000">
        <a:off x="598105" y="5217090"/>
        <a:ext cx="10272682" cy="343014"/>
      </dsp:txXfrm>
    </dsp:sp>
    <dsp:sp modelId="{7311315D-F53A-4A43-9C34-E5EBA17CEE75}">
      <dsp:nvSpPr>
        <dsp:cNvPr id="0" name=""/>
        <dsp:cNvSpPr/>
      </dsp:nvSpPr>
      <dsp:spPr>
        <a:xfrm rot="5400000">
          <a:off x="-128165" y="5826528"/>
          <a:ext cx="854436" cy="59810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Step 7</a:t>
          </a:r>
        </a:p>
      </dsp:txBody>
      <dsp:txXfrm rot="-5400000">
        <a:off x="1" y="5997416"/>
        <a:ext cx="598105" cy="256331"/>
      </dsp:txXfrm>
    </dsp:sp>
    <dsp:sp modelId="{F6D6378E-7E51-4205-8156-5FF3901B3666}">
      <dsp:nvSpPr>
        <dsp:cNvPr id="0" name=""/>
        <dsp:cNvSpPr/>
      </dsp:nvSpPr>
      <dsp:spPr>
        <a:xfrm rot="5400000">
          <a:off x="5466032" y="830435"/>
          <a:ext cx="555383" cy="102912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1" kern="1200" dirty="0"/>
            <a:t>Testing</a:t>
          </a:r>
          <a:r>
            <a:rPr lang="en-IN" sz="2400" kern="1200" dirty="0"/>
            <a:t> of biological properties of gene of interest</a:t>
          </a:r>
        </a:p>
      </dsp:txBody>
      <dsp:txXfrm rot="-5400000">
        <a:off x="598105" y="5725474"/>
        <a:ext cx="10264126" cy="50115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D96DC-A5A0-4846-8B42-208C3D6B6B79}">
      <dsp:nvSpPr>
        <dsp:cNvPr id="0" name=""/>
        <dsp:cNvSpPr/>
      </dsp:nvSpPr>
      <dsp:spPr>
        <a:xfrm>
          <a:off x="0" y="889395"/>
          <a:ext cx="6023429" cy="5358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7485" tIns="1124712" rIns="46748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400" b="0" i="0" kern="1200" dirty="0"/>
            <a:t>For the production of vaccines like the </a:t>
          </a:r>
          <a:r>
            <a:rPr lang="en-US" sz="2400" b="1" i="0" kern="1200" dirty="0"/>
            <a:t>hepatitis B vaccine.</a:t>
          </a:r>
          <a:endParaRPr lang="en-IN" sz="2400" b="1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400" b="0" i="0" kern="1200" dirty="0"/>
            <a:t>Production of </a:t>
          </a:r>
          <a:r>
            <a:rPr lang="en-US" sz="2400" b="1" i="0" kern="1200" dirty="0"/>
            <a:t>transgenic plants with improved qualities like insect and drought resistance and nutritional enrichment</a:t>
          </a:r>
          <a:r>
            <a:rPr lang="en-US" sz="2400" b="0" i="0" kern="1200" dirty="0"/>
            <a:t>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400" b="0" i="0" kern="1200" dirty="0"/>
            <a:t>Therapeutic protein production like </a:t>
          </a:r>
          <a:r>
            <a:rPr lang="en-US" sz="2400" b="1" i="0" kern="1200" dirty="0"/>
            <a:t>insulin</a:t>
          </a:r>
          <a:r>
            <a:rPr lang="en-US" sz="2400" b="0" i="0" kern="1200" dirty="0"/>
            <a:t>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400" b="0" i="0" kern="1200" dirty="0"/>
            <a:t>Gene therapy in diseases like </a:t>
          </a:r>
          <a:r>
            <a:rPr lang="en-US" sz="2400" b="1" i="0" kern="1200" dirty="0"/>
            <a:t>cancer </a:t>
          </a:r>
          <a:r>
            <a:rPr lang="en-US" sz="2400" b="0" i="0" kern="1200" dirty="0"/>
            <a:t>etc.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400" b="0" i="0" kern="1200" dirty="0"/>
            <a:t>Production of </a:t>
          </a:r>
          <a:r>
            <a:rPr lang="en-US" sz="2400" b="1" i="0" kern="1200" dirty="0"/>
            <a:t>transgenic animals </a:t>
          </a:r>
          <a:r>
            <a:rPr lang="en-US" sz="2400" b="0" i="0" kern="1200" dirty="0"/>
            <a:t>with improved quality of milk and egg.</a:t>
          </a:r>
        </a:p>
      </dsp:txBody>
      <dsp:txXfrm>
        <a:off x="0" y="889395"/>
        <a:ext cx="6023429" cy="5358150"/>
      </dsp:txXfrm>
    </dsp:sp>
    <dsp:sp modelId="{345D279A-26B2-411F-ACE0-A62737E93569}">
      <dsp:nvSpPr>
        <dsp:cNvPr id="0" name=""/>
        <dsp:cNvSpPr/>
      </dsp:nvSpPr>
      <dsp:spPr>
        <a:xfrm>
          <a:off x="286759" y="10531"/>
          <a:ext cx="5735192" cy="16759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370" tIns="0" rIns="159370" bIns="0" numCol="1" spcCol="1270" anchor="ctr" anchorCtr="0">
          <a:noAutofit/>
        </a:bodyPr>
        <a:lstStyle/>
        <a:p>
          <a:pPr marL="0" lvl="0" indent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>
              <a:solidFill>
                <a:schemeClr val="tx1"/>
              </a:solidFill>
              <a:highlight>
                <a:srgbClr val="FFFF00"/>
              </a:highlight>
            </a:rPr>
            <a:t>Applications of recombinant DNA in genetic engineering are:</a:t>
          </a:r>
          <a:endParaRPr lang="en-IN" sz="3200" b="1" kern="1200" dirty="0">
            <a:solidFill>
              <a:schemeClr val="tx1"/>
            </a:solidFill>
            <a:highlight>
              <a:srgbClr val="FFFF00"/>
            </a:highlight>
          </a:endParaRPr>
        </a:p>
      </dsp:txBody>
      <dsp:txXfrm>
        <a:off x="368570" y="92342"/>
        <a:ext cx="5571570" cy="151228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84828-FA4D-4CAE-8A5D-9B4C11059257}">
      <dsp:nvSpPr>
        <dsp:cNvPr id="0" name=""/>
        <dsp:cNvSpPr/>
      </dsp:nvSpPr>
      <dsp:spPr>
        <a:xfrm>
          <a:off x="0" y="5227183"/>
          <a:ext cx="11082018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70E16C-9EC4-4899-AE74-514E6097F228}">
      <dsp:nvSpPr>
        <dsp:cNvPr id="0" name=""/>
        <dsp:cNvSpPr/>
      </dsp:nvSpPr>
      <dsp:spPr>
        <a:xfrm>
          <a:off x="0" y="3639263"/>
          <a:ext cx="11082018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EA6B82-895E-416E-9B96-E99C31D7D259}">
      <dsp:nvSpPr>
        <dsp:cNvPr id="0" name=""/>
        <dsp:cNvSpPr/>
      </dsp:nvSpPr>
      <dsp:spPr>
        <a:xfrm>
          <a:off x="0" y="900932"/>
          <a:ext cx="11082018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7E8D7E-5E8B-4482-8768-4319141B792A}">
      <dsp:nvSpPr>
        <dsp:cNvPr id="0" name=""/>
        <dsp:cNvSpPr/>
      </dsp:nvSpPr>
      <dsp:spPr>
        <a:xfrm>
          <a:off x="2881324" y="3207"/>
          <a:ext cx="8200693" cy="897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0" i="0" kern="1200" dirty="0"/>
            <a:t>Genetically modified crops</a:t>
          </a:r>
          <a:endParaRPr lang="en-IN" sz="2000" kern="1200" dirty="0"/>
        </a:p>
      </dsp:txBody>
      <dsp:txXfrm>
        <a:off x="2881324" y="3207"/>
        <a:ext cx="8200693" cy="897724"/>
      </dsp:txXfrm>
    </dsp:sp>
    <dsp:sp modelId="{9BEEC198-192C-4171-BBB3-5E54319BE25E}">
      <dsp:nvSpPr>
        <dsp:cNvPr id="0" name=""/>
        <dsp:cNvSpPr/>
      </dsp:nvSpPr>
      <dsp:spPr>
        <a:xfrm>
          <a:off x="0" y="3207"/>
          <a:ext cx="2881324" cy="89772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Agriculture:</a:t>
          </a:r>
        </a:p>
      </dsp:txBody>
      <dsp:txXfrm>
        <a:off x="43831" y="47038"/>
        <a:ext cx="2793662" cy="853893"/>
      </dsp:txXfrm>
    </dsp:sp>
    <dsp:sp modelId="{34560831-6299-4906-B228-BD3309CDF4D4}">
      <dsp:nvSpPr>
        <dsp:cNvPr id="0" name=""/>
        <dsp:cNvSpPr/>
      </dsp:nvSpPr>
      <dsp:spPr>
        <a:xfrm>
          <a:off x="0" y="900932"/>
          <a:ext cx="11082018" cy="1795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Resistance to diseases, insects and pests, herbicides, drought; metal toxicity tolerance; induction of male sterility for plant breeding purposes; and improvement of quality can be achieved through this recombinant DNA technology. </a:t>
          </a:r>
          <a:endParaRPr lang="en-IN" sz="2000" kern="1200" dirty="0"/>
        </a:p>
        <a:p>
          <a:pPr marL="457200" lvl="2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BT-cotton, resistant to bollworms; Herbicide or pesticide-resistant corn &amp; soybean</a:t>
          </a:r>
          <a:endParaRPr lang="en-IN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“Golden rice” with beta-carotene which is required to make vitamin A, helps to prevent blindness</a:t>
          </a:r>
          <a:endParaRPr lang="en-IN" sz="2000" kern="1200" dirty="0"/>
        </a:p>
      </dsp:txBody>
      <dsp:txXfrm>
        <a:off x="0" y="900932"/>
        <a:ext cx="11082018" cy="1795719"/>
      </dsp:txXfrm>
    </dsp:sp>
    <dsp:sp modelId="{E847FA96-7D3A-4A1D-B996-1F9A0FE20D2A}">
      <dsp:nvSpPr>
        <dsp:cNvPr id="0" name=""/>
        <dsp:cNvSpPr/>
      </dsp:nvSpPr>
      <dsp:spPr>
        <a:xfrm>
          <a:off x="2881324" y="2398697"/>
          <a:ext cx="8200693" cy="897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Large-scale production of human hormones and other proteins with therapeutic uses</a:t>
          </a:r>
          <a:endParaRPr lang="en-IN" sz="2000" kern="1200" dirty="0"/>
        </a:p>
      </dsp:txBody>
      <dsp:txXfrm>
        <a:off x="2881324" y="2398697"/>
        <a:ext cx="8200693" cy="897724"/>
      </dsp:txXfrm>
    </dsp:sp>
    <dsp:sp modelId="{57ED7A1A-7511-40CF-9214-F385ADC778EE}">
      <dsp:nvSpPr>
        <dsp:cNvPr id="0" name=""/>
        <dsp:cNvSpPr/>
      </dsp:nvSpPr>
      <dsp:spPr>
        <a:xfrm>
          <a:off x="0" y="2398697"/>
          <a:ext cx="2881324" cy="89772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Pharmacology:</a:t>
          </a:r>
        </a:p>
      </dsp:txBody>
      <dsp:txXfrm>
        <a:off x="43831" y="2442528"/>
        <a:ext cx="2793662" cy="853893"/>
      </dsp:txXfrm>
    </dsp:sp>
    <dsp:sp modelId="{13797363-BFA1-4C86-ABBB-C1AF63D25A76}">
      <dsp:nvSpPr>
        <dsp:cNvPr id="0" name=""/>
        <dsp:cNvSpPr/>
      </dsp:nvSpPr>
      <dsp:spPr>
        <a:xfrm>
          <a:off x="0" y="3296143"/>
          <a:ext cx="11082018" cy="645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Production of safer vaccines</a:t>
          </a:r>
          <a:endParaRPr lang="en-IN" sz="2000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A number of therapeutic gene products —insulin, interleukins, interferons, growth hormones, erythropoietin, and coagulation factor VIII—are now produced commercially from cloned genes</a:t>
          </a:r>
          <a:endParaRPr lang="en-IN" sz="2000" kern="1200" dirty="0"/>
        </a:p>
      </dsp:txBody>
      <dsp:txXfrm>
        <a:off x="0" y="3296143"/>
        <a:ext cx="11082018" cy="645309"/>
      </dsp:txXfrm>
    </dsp:sp>
    <dsp:sp modelId="{18A30376-562A-4D9E-A2AD-4A304B70055F}">
      <dsp:nvSpPr>
        <dsp:cNvPr id="0" name=""/>
        <dsp:cNvSpPr/>
      </dsp:nvSpPr>
      <dsp:spPr>
        <a:xfrm>
          <a:off x="2881324" y="4329458"/>
          <a:ext cx="8200693" cy="897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Production of antibiotics, hormones, vaccines and interferon</a:t>
          </a:r>
          <a:endParaRPr lang="en-IN" sz="2000" kern="1200" dirty="0"/>
        </a:p>
      </dsp:txBody>
      <dsp:txXfrm>
        <a:off x="2881324" y="4329458"/>
        <a:ext cx="8200693" cy="897724"/>
      </dsp:txXfrm>
    </dsp:sp>
    <dsp:sp modelId="{8134A313-AC0C-4870-8644-5E77D03FDFFC}">
      <dsp:nvSpPr>
        <dsp:cNvPr id="0" name=""/>
        <dsp:cNvSpPr/>
      </dsp:nvSpPr>
      <dsp:spPr>
        <a:xfrm>
          <a:off x="0" y="4329458"/>
          <a:ext cx="2881324" cy="89772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Medicine:</a:t>
          </a:r>
        </a:p>
      </dsp:txBody>
      <dsp:txXfrm>
        <a:off x="43831" y="4373289"/>
        <a:ext cx="2793662" cy="853893"/>
      </dsp:txXfrm>
    </dsp:sp>
    <dsp:sp modelId="{746077C3-0D99-4890-8543-B72A80839366}">
      <dsp:nvSpPr>
        <dsp:cNvPr id="0" name=""/>
        <dsp:cNvSpPr/>
      </dsp:nvSpPr>
      <dsp:spPr>
        <a:xfrm>
          <a:off x="0" y="5227183"/>
          <a:ext cx="11082018" cy="1251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Human Gene Therapy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Diagnosis of genetic disorders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Forensic Evidence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0" kern="1200" dirty="0"/>
            <a:t>Production of Antibiotics like </a:t>
          </a:r>
          <a:r>
            <a:rPr lang="en-IN" sz="2000" b="0" i="0" kern="1200" dirty="0"/>
            <a:t>Penicillium and Streptomyces</a:t>
          </a:r>
          <a:endParaRPr lang="en-IN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0" kern="1200" dirty="0"/>
            <a:t>Production of Hormone Insulin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000" b="0" kern="1200" dirty="0"/>
        </a:p>
      </dsp:txBody>
      <dsp:txXfrm>
        <a:off x="0" y="5227183"/>
        <a:ext cx="11082018" cy="125159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F93B7-480C-4CF8-B988-0D9E8198DE2E}">
      <dsp:nvSpPr>
        <dsp:cNvPr id="0" name=""/>
        <dsp:cNvSpPr/>
      </dsp:nvSpPr>
      <dsp:spPr>
        <a:xfrm>
          <a:off x="0" y="2100062"/>
          <a:ext cx="12029954" cy="3480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658" tIns="1353820" rIns="933658" bIns="312928" numCol="1" spcCol="1270" anchor="t" anchorCtr="0">
          <a:noAutofit/>
        </a:bodyPr>
        <a:lstStyle/>
        <a:p>
          <a:pPr marL="285750" lvl="1" indent="-285750" algn="just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400" b="0" i="0" kern="1200" dirty="0">
              <a:solidFill>
                <a:srgbClr val="4D5156"/>
              </a:solidFill>
              <a:effectLst/>
              <a:latin typeface="arial" panose="020B0604020202020204" pitchFamily="34" charset="0"/>
            </a:rPr>
            <a:t>It refers </a:t>
          </a:r>
          <a:r>
            <a:rPr lang="en-US" sz="4400" b="1" i="0" kern="1200" dirty="0">
              <a:solidFill>
                <a:srgbClr val="5F6368"/>
              </a:solidFill>
              <a:effectLst/>
              <a:latin typeface="arial" panose="020B0604020202020204" pitchFamily="34" charset="0"/>
            </a:rPr>
            <a:t>production of multiple copies of a particular gene by using techniques of genetic engineering</a:t>
          </a:r>
          <a:r>
            <a:rPr lang="en-US" sz="4400" b="0" i="0" kern="1200" dirty="0">
              <a:solidFill>
                <a:srgbClr val="4D5156"/>
              </a:solidFill>
              <a:effectLst/>
              <a:latin typeface="arial" panose="020B0604020202020204" pitchFamily="34" charset="0"/>
            </a:rPr>
            <a:t>.</a:t>
          </a:r>
          <a:endParaRPr lang="en-IN" sz="4400" kern="1200" dirty="0"/>
        </a:p>
      </dsp:txBody>
      <dsp:txXfrm>
        <a:off x="0" y="2100062"/>
        <a:ext cx="12029954" cy="3480750"/>
      </dsp:txXfrm>
    </dsp:sp>
    <dsp:sp modelId="{5C09686F-9E54-4772-9ED6-55E447506679}">
      <dsp:nvSpPr>
        <dsp:cNvPr id="0" name=""/>
        <dsp:cNvSpPr/>
      </dsp:nvSpPr>
      <dsp:spPr>
        <a:xfrm>
          <a:off x="601497" y="1140662"/>
          <a:ext cx="8420967" cy="191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293" tIns="0" rIns="318293" bIns="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b="1" i="0" kern="1200" dirty="0">
              <a:solidFill>
                <a:schemeClr val="tx1"/>
              </a:solidFill>
              <a:highlight>
                <a:srgbClr val="FFFF00"/>
              </a:highlight>
            </a:rPr>
            <a:t>Gene cloning and applications- long </a:t>
          </a:r>
          <a:endParaRPr lang="en-IN" sz="5400" b="1" kern="1200" dirty="0">
            <a:solidFill>
              <a:schemeClr val="tx1"/>
            </a:solidFill>
            <a:highlight>
              <a:srgbClr val="FFFF00"/>
            </a:highlight>
          </a:endParaRPr>
        </a:p>
      </dsp:txBody>
      <dsp:txXfrm>
        <a:off x="695165" y="1234330"/>
        <a:ext cx="8233631" cy="173146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F93B7-480C-4CF8-B988-0D9E8198DE2E}">
      <dsp:nvSpPr>
        <dsp:cNvPr id="0" name=""/>
        <dsp:cNvSpPr/>
      </dsp:nvSpPr>
      <dsp:spPr>
        <a:xfrm>
          <a:off x="0" y="464717"/>
          <a:ext cx="12029954" cy="624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658" tIns="645668" rIns="933658" bIns="220472" numCol="1" spcCol="1270" anchor="t" anchorCtr="0">
          <a:noAutofit/>
        </a:bodyPr>
        <a:lstStyle/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3100" kern="1200" dirty="0"/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0" i="0" kern="1200" dirty="0"/>
            <a:t>Gene therapy is a technique that involves the replacement of defective genes with healthy ones in order to treat genetic disorders. </a:t>
          </a:r>
          <a:endParaRPr lang="en-IN" sz="3100" kern="1200" dirty="0"/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100" b="0" i="0" kern="1200" dirty="0"/>
            <a:t>Application of Gene Therapy/ Gene cloning</a:t>
          </a:r>
          <a:endParaRPr lang="en-IN" sz="3100" kern="1200" dirty="0"/>
        </a:p>
        <a:p>
          <a:pPr marL="571500" lvl="2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3100" b="0" i="0" kern="1200" dirty="0"/>
            <a:t>It is used in the replacement of genes that cause medical ill-health</a:t>
          </a:r>
          <a:endParaRPr lang="en-IN" sz="3100" kern="1200" dirty="0"/>
        </a:p>
        <a:p>
          <a:pPr marL="571500" lvl="2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3100" b="0" i="0" kern="1200" dirty="0"/>
            <a:t>The method generally destroys the problem causing genes</a:t>
          </a:r>
        </a:p>
        <a:p>
          <a:pPr marL="571500" lvl="2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3100" b="0" i="0" kern="1200" dirty="0"/>
            <a:t>It helps the body to fight against diseases by adding genes to the human body</a:t>
          </a:r>
        </a:p>
        <a:p>
          <a:pPr marL="571500" lvl="2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3100" b="0" i="0" kern="1200" dirty="0"/>
            <a:t>This method is employed to treat diseases such as cancer, cystic fibrosis, etc.</a:t>
          </a:r>
        </a:p>
      </dsp:txBody>
      <dsp:txXfrm>
        <a:off x="0" y="464717"/>
        <a:ext cx="12029954" cy="6249600"/>
      </dsp:txXfrm>
    </dsp:sp>
    <dsp:sp modelId="{5C09686F-9E54-4772-9ED6-55E447506679}">
      <dsp:nvSpPr>
        <dsp:cNvPr id="0" name=""/>
        <dsp:cNvSpPr/>
      </dsp:nvSpPr>
      <dsp:spPr>
        <a:xfrm>
          <a:off x="601497" y="7157"/>
          <a:ext cx="8420967" cy="915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8293" tIns="0" rIns="3182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i="0" kern="1200" dirty="0">
              <a:solidFill>
                <a:schemeClr val="tx1"/>
              </a:solidFill>
              <a:highlight>
                <a:srgbClr val="C0C0C0"/>
              </a:highlight>
            </a:rPr>
            <a:t>Gene Therapy</a:t>
          </a:r>
          <a:endParaRPr lang="en-IN" sz="2800" b="1" kern="1200" dirty="0">
            <a:solidFill>
              <a:schemeClr val="tx1"/>
            </a:solidFill>
            <a:highlight>
              <a:srgbClr val="C0C0C0"/>
            </a:highlight>
          </a:endParaRPr>
        </a:p>
      </dsp:txBody>
      <dsp:txXfrm>
        <a:off x="646169" y="51829"/>
        <a:ext cx="8331623" cy="82577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ED50F-D6D8-4F69-ABEC-F01ECF57A2C8}">
      <dsp:nvSpPr>
        <dsp:cNvPr id="0" name=""/>
        <dsp:cNvSpPr/>
      </dsp:nvSpPr>
      <dsp:spPr>
        <a:xfrm>
          <a:off x="0" y="2232"/>
          <a:ext cx="6260910" cy="89852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just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 dirty="0"/>
        </a:p>
      </dsp:txBody>
      <dsp:txXfrm>
        <a:off x="4386" y="6618"/>
        <a:ext cx="6252138" cy="81080"/>
      </dsp:txXfrm>
    </dsp:sp>
    <dsp:sp modelId="{B7AD5654-27EE-4330-BC84-D8677C5BEF9D}">
      <dsp:nvSpPr>
        <dsp:cNvPr id="0" name=""/>
        <dsp:cNvSpPr/>
      </dsp:nvSpPr>
      <dsp:spPr>
        <a:xfrm>
          <a:off x="0" y="92085"/>
          <a:ext cx="6260910" cy="6321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84" tIns="35560" rIns="199136" bIns="35560" numCol="1" spcCol="1270" anchor="t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>
              <a:solidFill>
                <a:schemeClr val="tx1"/>
              </a:solidFill>
            </a:rPr>
            <a:t>A specific type of cell </a:t>
          </a:r>
          <a:r>
            <a:rPr lang="en-US" sz="2800" b="1" i="0" kern="1200" dirty="0">
              <a:solidFill>
                <a:schemeClr val="tx1"/>
              </a:solidFill>
            </a:rPr>
            <a:t>capable of evolving into many different types of specialized cells within the body</a:t>
          </a:r>
          <a:endParaRPr lang="en-IN" sz="2800" b="1" kern="1200" dirty="0"/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/>
            <a:t>They serve as a </a:t>
          </a:r>
          <a:r>
            <a:rPr lang="en-US" sz="2800" b="1" i="0" kern="1200" dirty="0"/>
            <a:t>repair system </a:t>
          </a:r>
          <a:r>
            <a:rPr lang="en-US" sz="2800" b="0" i="0" kern="1200" dirty="0"/>
            <a:t>for the body.</a:t>
          </a:r>
          <a:endParaRPr lang="en-IN" sz="2800" kern="1200" dirty="0"/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Ability to </a:t>
          </a:r>
          <a:r>
            <a:rPr lang="en-US" sz="2800" b="1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continuously divide and develop</a:t>
          </a:r>
          <a:r>
            <a:rPr lang="en-US" sz="28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/>
              <a:ea typeface="+mn-ea"/>
              <a:cs typeface="+mn-cs"/>
            </a:rPr>
            <a:t> into various other kinds of cells.</a:t>
          </a:r>
          <a:endParaRPr lang="en-IN" sz="28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imes New Roman" panose="02020603050405020304"/>
            <a:ea typeface="+mn-ea"/>
            <a:cs typeface="+mn-cs"/>
          </a:endParaRP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>
              <a:solidFill>
                <a:schemeClr val="tx1"/>
              </a:solidFill>
            </a:rPr>
            <a:t>Stem cells offer great promise as therapy for a number of diseases.</a:t>
          </a:r>
          <a:endParaRPr lang="en-IN" sz="2800" b="0" i="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Times New Roman" panose="02020603050405020304"/>
            <a:ea typeface="+mn-ea"/>
            <a:cs typeface="+mn-cs"/>
          </a:endParaRP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>
              <a:latin typeface="+mn-lt"/>
            </a:rPr>
            <a:t>Research on stem cells is going on, and it is believed that stem cell therapies can cure ailments like paralysis and Alzheimer’s as well. </a:t>
          </a:r>
          <a:endParaRPr lang="en-IN" sz="2800" kern="1200" dirty="0"/>
        </a:p>
      </dsp:txBody>
      <dsp:txXfrm>
        <a:off x="0" y="92085"/>
        <a:ext cx="6260910" cy="6321294"/>
      </dsp:txXfrm>
    </dsp:sp>
    <dsp:sp modelId="{BA40A7E7-7CA5-4478-AB60-22947CA7291B}">
      <dsp:nvSpPr>
        <dsp:cNvPr id="0" name=""/>
        <dsp:cNvSpPr/>
      </dsp:nvSpPr>
      <dsp:spPr>
        <a:xfrm>
          <a:off x="0" y="6413380"/>
          <a:ext cx="6260910" cy="89852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just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 dirty="0">
            <a:solidFill>
              <a:schemeClr val="tx1"/>
            </a:solidFill>
          </a:endParaRPr>
        </a:p>
      </dsp:txBody>
      <dsp:txXfrm>
        <a:off x="4386" y="6417766"/>
        <a:ext cx="6252138" cy="81080"/>
      </dsp:txXfrm>
    </dsp:sp>
    <dsp:sp modelId="{97366ED5-3486-4669-9C4E-4D4EDF9AF460}">
      <dsp:nvSpPr>
        <dsp:cNvPr id="0" name=""/>
        <dsp:cNvSpPr/>
      </dsp:nvSpPr>
      <dsp:spPr>
        <a:xfrm>
          <a:off x="0" y="6503232"/>
          <a:ext cx="6260910" cy="79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84" tIns="6350" rIns="35560" bIns="6350" numCol="1" spcCol="1270" anchor="t" anchorCtr="0">
          <a:noAutofit/>
        </a:bodyPr>
        <a:lstStyle/>
        <a:p>
          <a:pPr marL="57150" lvl="1" indent="-57150" algn="just" defTabSz="177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400" kern="1200" dirty="0"/>
        </a:p>
      </dsp:txBody>
      <dsp:txXfrm>
        <a:off x="0" y="6503232"/>
        <a:ext cx="6260910" cy="7948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26292-28F5-4EEB-BE5A-00ED93E4E084}">
      <dsp:nvSpPr>
        <dsp:cNvPr id="0" name=""/>
        <dsp:cNvSpPr/>
      </dsp:nvSpPr>
      <dsp:spPr>
        <a:xfrm>
          <a:off x="0" y="156724"/>
          <a:ext cx="10911114" cy="187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178816" rIns="312928" bIns="178816" numCol="1" spcCol="1270" anchor="ctr" anchorCtr="0">
          <a:noAutofit/>
        </a:bodyPr>
        <a:lstStyle/>
        <a:p>
          <a:pPr marL="0" lvl="0" indent="0" algn="just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0" i="0" kern="1200" dirty="0"/>
            <a:t>Stem cells are different from other cells in the body in three ways:</a:t>
          </a:r>
          <a:endParaRPr lang="en-IN" sz="4400" kern="1200" dirty="0"/>
        </a:p>
      </dsp:txBody>
      <dsp:txXfrm>
        <a:off x="0" y="156724"/>
        <a:ext cx="10911114" cy="1872000"/>
      </dsp:txXfrm>
    </dsp:sp>
    <dsp:sp modelId="{BAB75C0A-6B52-42D6-9087-A4B3A911909D}">
      <dsp:nvSpPr>
        <dsp:cNvPr id="0" name=""/>
        <dsp:cNvSpPr/>
      </dsp:nvSpPr>
      <dsp:spPr>
        <a:xfrm>
          <a:off x="0" y="2098579"/>
          <a:ext cx="10911114" cy="41441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256032" bIns="288036" numCol="1" spcCol="1270" anchor="t" anchorCtr="0">
          <a:noAutofit/>
        </a:bodyPr>
        <a:lstStyle/>
        <a:p>
          <a:pPr marL="285750" lvl="1" indent="-285750" algn="just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600" b="1" i="0" kern="1200" dirty="0">
              <a:solidFill>
                <a:schemeClr val="bg2">
                  <a:lumMod val="50000"/>
                </a:schemeClr>
              </a:solidFill>
            </a:rPr>
            <a:t>Proliferation:</a:t>
          </a:r>
          <a:r>
            <a:rPr lang="en-US" sz="3600" b="0" i="0" kern="1200" dirty="0"/>
            <a:t> They can </a:t>
          </a:r>
          <a:r>
            <a:rPr lang="en-US" sz="3600" b="1" i="0" kern="1200" dirty="0"/>
            <a:t>divide and renew </a:t>
          </a:r>
          <a:r>
            <a:rPr lang="en-US" sz="3600" b="0" i="0" kern="1200" dirty="0"/>
            <a:t>themselves over a long time</a:t>
          </a:r>
          <a:endParaRPr lang="en-IN" sz="3600" kern="1200" dirty="0"/>
        </a:p>
        <a:p>
          <a:pPr marL="285750" lvl="1" indent="-285750" algn="just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600" b="1" i="0" kern="1200" dirty="0">
              <a:solidFill>
                <a:schemeClr val="bg2">
                  <a:lumMod val="50000"/>
                </a:schemeClr>
              </a:solidFill>
            </a:rPr>
            <a:t>Differentiation:</a:t>
          </a:r>
          <a:r>
            <a:rPr lang="en-US" sz="3600" b="1" i="0" kern="1200" dirty="0"/>
            <a:t> </a:t>
          </a:r>
          <a:r>
            <a:rPr lang="en-US" sz="3600" b="0" i="0" kern="1200" dirty="0"/>
            <a:t>They are </a:t>
          </a:r>
          <a:r>
            <a:rPr lang="en-US" sz="3600" b="1" i="0" kern="1200" dirty="0"/>
            <a:t>unspecialized</a:t>
          </a:r>
          <a:r>
            <a:rPr lang="en-US" sz="3600" b="0" i="0" kern="1200" dirty="0"/>
            <a:t>, so they cannot do specific functions in the body</a:t>
          </a:r>
        </a:p>
        <a:p>
          <a:pPr marL="285750" lvl="1" indent="-285750" algn="just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3600" b="1" i="0" kern="1200" dirty="0">
              <a:solidFill>
                <a:schemeClr val="bg2">
                  <a:lumMod val="50000"/>
                </a:schemeClr>
              </a:solidFill>
            </a:rPr>
            <a:t>Plasticity:</a:t>
          </a:r>
          <a:r>
            <a:rPr lang="en-US" sz="3600" b="0" i="0" kern="1200" dirty="0"/>
            <a:t> They have the </a:t>
          </a:r>
          <a:r>
            <a:rPr lang="en-US" sz="3600" b="1" i="0" kern="1200" dirty="0"/>
            <a:t>potential to become specialized cells</a:t>
          </a:r>
          <a:r>
            <a:rPr lang="en-US" sz="3600" b="0" i="0" kern="1200" dirty="0"/>
            <a:t>, such as muscle cells, blood cells, and brain cells</a:t>
          </a:r>
        </a:p>
      </dsp:txBody>
      <dsp:txXfrm>
        <a:off x="0" y="2098579"/>
        <a:ext cx="10911114" cy="414414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138A1-2CD8-4D3D-A1FA-CA2A630CA3EB}">
      <dsp:nvSpPr>
        <dsp:cNvPr id="0" name=""/>
        <dsp:cNvSpPr/>
      </dsp:nvSpPr>
      <dsp:spPr>
        <a:xfrm>
          <a:off x="0" y="52871"/>
          <a:ext cx="10908145" cy="1519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>
              <a:solidFill>
                <a:schemeClr val="bg1"/>
              </a:solidFill>
              <a:effectLst/>
              <a:latin typeface="+mj-lt"/>
            </a:rPr>
            <a:t>There are two major </a:t>
          </a:r>
          <a:r>
            <a:rPr lang="en-US" sz="3200" b="1" kern="1200" dirty="0">
              <a:latin typeface="+mj-lt"/>
            </a:rPr>
            <a:t>sources</a:t>
          </a:r>
          <a:r>
            <a:rPr lang="en-US" sz="3200" b="1" i="0" kern="1200" dirty="0">
              <a:solidFill>
                <a:schemeClr val="bg1"/>
              </a:solidFill>
              <a:effectLst/>
              <a:latin typeface="+mj-lt"/>
            </a:rPr>
            <a:t> of stem cells: </a:t>
          </a:r>
          <a:endParaRPr lang="en-IN" sz="3200" b="1" kern="1200" dirty="0">
            <a:solidFill>
              <a:schemeClr val="bg1"/>
            </a:solidFill>
            <a:latin typeface="+mj-lt"/>
          </a:endParaRPr>
        </a:p>
      </dsp:txBody>
      <dsp:txXfrm>
        <a:off x="74169" y="127040"/>
        <a:ext cx="10759807" cy="1371016"/>
      </dsp:txXfrm>
    </dsp:sp>
    <dsp:sp modelId="{EC5F56C7-8B50-4D11-B8D3-0CA216B89D67}">
      <dsp:nvSpPr>
        <dsp:cNvPr id="0" name=""/>
        <dsp:cNvSpPr/>
      </dsp:nvSpPr>
      <dsp:spPr>
        <a:xfrm>
          <a:off x="0" y="1572225"/>
          <a:ext cx="10908145" cy="473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334" tIns="35560" rIns="199136" bIns="35560" numCol="1" spcCol="1270" anchor="t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i="0" kern="120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Embryonic stem cells </a:t>
          </a:r>
          <a:r>
            <a:rPr lang="en-US" sz="2800" b="0" i="0" kern="120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and </a:t>
          </a:r>
          <a:r>
            <a:rPr lang="en-US" sz="2800" b="1" kern="1200" dirty="0">
              <a:highlight>
                <a:srgbClr val="FFFF00"/>
              </a:highlight>
              <a:latin typeface="+mn-lt"/>
            </a:rPr>
            <a:t>adult</a:t>
          </a:r>
          <a:r>
            <a:rPr lang="en-US" sz="2800" b="1" i="0" kern="120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 stem cells</a:t>
          </a:r>
          <a:r>
            <a:rPr lang="en-US" sz="2800" b="0" i="0" kern="1200" dirty="0">
              <a:solidFill>
                <a:srgbClr val="1A1A1A"/>
              </a:solidFill>
              <a:effectLst/>
              <a:latin typeface="+mn-lt"/>
            </a:rPr>
            <a:t> are also called </a:t>
          </a:r>
          <a:r>
            <a:rPr lang="en-US" sz="2800" kern="1200" dirty="0">
              <a:latin typeface="+mn-lt"/>
            </a:rPr>
            <a:t>tissue</a:t>
          </a:r>
          <a:r>
            <a:rPr lang="en-US" sz="2800" b="0" i="0" kern="1200" dirty="0">
              <a:solidFill>
                <a:srgbClr val="1A1A1A"/>
              </a:solidFill>
              <a:effectLst/>
              <a:latin typeface="+mn-lt"/>
            </a:rPr>
            <a:t> stem cells.</a:t>
          </a:r>
          <a:endParaRPr lang="en-IN" sz="2800" kern="1200" dirty="0">
            <a:solidFill>
              <a:schemeClr val="bg1"/>
            </a:solidFill>
            <a:latin typeface="+mn-lt"/>
          </a:endParaRPr>
        </a:p>
        <a:p>
          <a:pPr marL="571500" lvl="2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i="0" kern="120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Embryonic stem (ES) cells</a:t>
          </a:r>
          <a:r>
            <a:rPr lang="en-US" sz="2800" b="0" i="0" kern="120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 </a:t>
          </a:r>
          <a:r>
            <a:rPr lang="en-US" sz="2800" b="0" i="0" kern="1200" dirty="0">
              <a:solidFill>
                <a:srgbClr val="1A1A1A"/>
              </a:solidFill>
              <a:effectLst/>
              <a:latin typeface="+mn-lt"/>
            </a:rPr>
            <a:t>- </a:t>
          </a:r>
          <a:r>
            <a:rPr lang="en-US" sz="2800" b="0" i="0" u="sng" kern="1200" dirty="0">
              <a:solidFill>
                <a:srgbClr val="1A1A1A"/>
              </a:solidFill>
              <a:effectLst/>
              <a:latin typeface="+mn-lt"/>
            </a:rPr>
            <a:t>Derived from the inner cell mass of a  </a:t>
          </a:r>
          <a:r>
            <a:rPr lang="en-US" sz="2800" b="0" i="0" u="sng" kern="1200" dirty="0">
              <a:effectLst/>
              <a:latin typeface="+mn-lt"/>
            </a:rPr>
            <a:t>embryo</a:t>
          </a:r>
          <a:r>
            <a:rPr lang="en-US" sz="2800" b="0" i="0" u="sng" kern="1200" dirty="0">
              <a:solidFill>
                <a:srgbClr val="1A1A1A"/>
              </a:solidFill>
              <a:effectLst/>
              <a:latin typeface="+mn-lt"/>
            </a:rPr>
            <a:t> at a very early stage of development</a:t>
          </a:r>
          <a:r>
            <a:rPr lang="en-US" sz="2800" b="0" i="0" kern="1200" dirty="0">
              <a:solidFill>
                <a:srgbClr val="1A1A1A"/>
              </a:solidFill>
              <a:effectLst/>
              <a:latin typeface="+mn-lt"/>
            </a:rPr>
            <a:t>, when it is composed of a hollow sphere of dividing cells (a </a:t>
          </a:r>
          <a:r>
            <a:rPr lang="en-US" sz="2800" b="0" i="0" u="sng" kern="1200" dirty="0">
              <a:solidFill>
                <a:srgbClr val="1A1A1A"/>
              </a:solidFill>
              <a:effectLst/>
              <a:latin typeface="+mn-lt"/>
            </a:rPr>
            <a:t>blastocyst</a:t>
          </a:r>
          <a:r>
            <a:rPr lang="en-US" sz="2800" b="0" i="0" kern="1200" dirty="0">
              <a:solidFill>
                <a:srgbClr val="1A1A1A"/>
              </a:solidFill>
              <a:effectLst/>
              <a:latin typeface="+mn-lt"/>
            </a:rPr>
            <a:t>).</a:t>
          </a:r>
          <a:endParaRPr lang="en-IN" sz="2800" kern="1200" dirty="0">
            <a:solidFill>
              <a:schemeClr val="bg1"/>
            </a:solidFill>
            <a:latin typeface="+mn-lt"/>
          </a:endParaRPr>
        </a:p>
        <a:p>
          <a:pPr marL="571500" lvl="2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800" b="1" i="0" kern="1200" dirty="0">
              <a:solidFill>
                <a:srgbClr val="1A1A1A"/>
              </a:solidFill>
              <a:effectLst/>
              <a:highlight>
                <a:srgbClr val="FFFF00"/>
              </a:highlight>
              <a:latin typeface="+mn-lt"/>
            </a:rPr>
            <a:t>Adult stem cells</a:t>
          </a:r>
          <a:r>
            <a:rPr lang="en-IN" sz="2800" b="1" i="0" kern="1200" dirty="0">
              <a:solidFill>
                <a:srgbClr val="1A1A1A"/>
              </a:solidFill>
              <a:effectLst/>
              <a:latin typeface="+mn-lt"/>
            </a:rPr>
            <a:t>: </a:t>
          </a:r>
          <a:r>
            <a:rPr lang="en-US" sz="2800" b="0" i="0" kern="1200" dirty="0">
              <a:solidFill>
                <a:srgbClr val="1A1A1A"/>
              </a:solidFill>
              <a:effectLst/>
              <a:latin typeface="+mn-lt"/>
            </a:rPr>
            <a:t>Some tissues in the </a:t>
          </a:r>
          <a:r>
            <a:rPr lang="en-US" sz="2800" b="0" i="0" kern="1200" dirty="0">
              <a:effectLst/>
              <a:latin typeface="+mn-lt"/>
            </a:rPr>
            <a:t>adult</a:t>
          </a:r>
          <a:r>
            <a:rPr lang="en-US" sz="2800" b="0" i="0" kern="1200" dirty="0">
              <a:solidFill>
                <a:srgbClr val="1A1A1A"/>
              </a:solidFill>
              <a:effectLst/>
              <a:latin typeface="+mn-lt"/>
            </a:rPr>
            <a:t> body, such as the </a:t>
          </a:r>
          <a:r>
            <a:rPr lang="en-US" sz="2800" b="0" i="0" u="sng" kern="1200" dirty="0">
              <a:solidFill>
                <a:srgbClr val="1A1A1A"/>
              </a:solidFill>
              <a:effectLst/>
              <a:latin typeface="+mn-lt"/>
            </a:rPr>
            <a:t>epidermis of the skin, the lining of the </a:t>
          </a:r>
          <a:r>
            <a:rPr lang="en-US" sz="2800" b="0" i="0" u="sng" kern="1200" dirty="0">
              <a:effectLst/>
              <a:latin typeface="+mn-lt"/>
            </a:rPr>
            <a:t>small intestine</a:t>
          </a:r>
          <a:r>
            <a:rPr lang="en-US" sz="2800" b="0" i="0" u="sng" kern="1200" dirty="0">
              <a:solidFill>
                <a:srgbClr val="1A1A1A"/>
              </a:solidFill>
              <a:effectLst/>
              <a:latin typeface="+mn-lt"/>
            </a:rPr>
            <a:t>, and </a:t>
          </a:r>
          <a:r>
            <a:rPr lang="en-US" sz="2800" b="0" i="0" u="sng" kern="1200" dirty="0">
              <a:effectLst/>
              <a:latin typeface="+mn-lt"/>
            </a:rPr>
            <a:t>bone marrow</a:t>
          </a:r>
          <a:r>
            <a:rPr lang="en-US" sz="2800" b="0" i="0" u="sng" kern="1200" dirty="0">
              <a:solidFill>
                <a:srgbClr val="1A1A1A"/>
              </a:solidFill>
              <a:effectLst/>
              <a:latin typeface="+mn-lt"/>
            </a:rPr>
            <a:t>, undergo continuous cellular turnover</a:t>
          </a:r>
          <a:r>
            <a:rPr lang="en-US" sz="2800" b="0" i="0" kern="1200" dirty="0">
              <a:solidFill>
                <a:srgbClr val="1A1A1A"/>
              </a:solidFill>
              <a:effectLst/>
              <a:latin typeface="+mn-lt"/>
            </a:rPr>
            <a:t>. </a:t>
          </a:r>
          <a:endParaRPr lang="en-IN" sz="2800" kern="1200" dirty="0">
            <a:solidFill>
              <a:schemeClr val="bg1"/>
            </a:solidFill>
            <a:latin typeface="+mn-lt"/>
          </a:endParaRPr>
        </a:p>
        <a:p>
          <a:pPr marL="857250" lvl="3" indent="-285750" algn="just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>
              <a:solidFill>
                <a:srgbClr val="1A1A1A"/>
              </a:solidFill>
              <a:effectLst/>
              <a:latin typeface="+mn-lt"/>
            </a:rPr>
            <a:t>They contain stem cells, which persist indefinitely, and a much larger number of “transit amplifying cells,” which arise from the stem cells and divide a finite number of times until they become </a:t>
          </a:r>
          <a:r>
            <a:rPr lang="en-US" sz="2800" b="0" i="0" u="none" strike="noStrike" kern="1200" dirty="0">
              <a:effectLst/>
              <a:latin typeface="+mn-lt"/>
            </a:rPr>
            <a:t>differentiated.</a:t>
          </a:r>
          <a:endParaRPr lang="en-IN" sz="2800" kern="1200" dirty="0">
            <a:solidFill>
              <a:schemeClr val="bg1"/>
            </a:solidFill>
            <a:latin typeface="+mn-lt"/>
          </a:endParaRPr>
        </a:p>
      </dsp:txBody>
      <dsp:txXfrm>
        <a:off x="0" y="1572225"/>
        <a:ext cx="10908145" cy="473616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8ED31-D53F-49DD-9892-27EF793258D5}">
      <dsp:nvSpPr>
        <dsp:cNvPr id="0" name=""/>
        <dsp:cNvSpPr/>
      </dsp:nvSpPr>
      <dsp:spPr>
        <a:xfrm>
          <a:off x="0" y="7337"/>
          <a:ext cx="12049759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  <a:highlight>
                <a:srgbClr val="FFFF00"/>
              </a:highlight>
              <a:latin typeface="+mj-lt"/>
            </a:rPr>
            <a:t>Types/ Forms of Stem Cells</a:t>
          </a:r>
          <a:endParaRPr lang="en-IN" sz="3200" kern="1200" dirty="0">
            <a:solidFill>
              <a:schemeClr val="tx1"/>
            </a:solidFill>
            <a:highlight>
              <a:srgbClr val="FFFF00"/>
            </a:highlight>
            <a:latin typeface="+mj-lt"/>
          </a:endParaRPr>
        </a:p>
      </dsp:txBody>
      <dsp:txXfrm>
        <a:off x="0" y="7337"/>
        <a:ext cx="12049759" cy="777600"/>
      </dsp:txXfrm>
    </dsp:sp>
    <dsp:sp modelId="{4B92DDE4-7C0D-47CD-8875-ECE9A9561D9E}">
      <dsp:nvSpPr>
        <dsp:cNvPr id="0" name=""/>
        <dsp:cNvSpPr/>
      </dsp:nvSpPr>
      <dsp:spPr>
        <a:xfrm>
          <a:off x="0" y="784937"/>
          <a:ext cx="12049759" cy="5929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700" b="1" kern="1200" dirty="0"/>
            <a:t>There are 5 major types:</a:t>
          </a:r>
        </a:p>
        <a:p>
          <a:pPr marL="457200" lvl="2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b="1" i="0" u="sng" kern="1200" dirty="0">
              <a:solidFill>
                <a:schemeClr val="accent3">
                  <a:lumMod val="75000"/>
                </a:schemeClr>
              </a:solidFill>
            </a:rPr>
            <a:t>Totipotent Stem Cells:</a:t>
          </a:r>
          <a:r>
            <a:rPr lang="en-US" sz="2700" b="1" i="0" u="sng" kern="1200" dirty="0"/>
            <a:t> </a:t>
          </a:r>
          <a:r>
            <a:rPr lang="en-US" sz="2700" b="0" i="0" kern="1200" dirty="0"/>
            <a:t>These can </a:t>
          </a:r>
          <a:r>
            <a:rPr lang="en-US" sz="2700" b="1" i="0" kern="1200" dirty="0"/>
            <a:t>differentiate into all possible types of cells</a:t>
          </a:r>
          <a:r>
            <a:rPr lang="en-US" sz="2700" b="0" i="0" kern="1200" dirty="0"/>
            <a:t>.</a:t>
          </a:r>
          <a:endParaRPr lang="en-IN" sz="2700" kern="1200" dirty="0"/>
        </a:p>
        <a:p>
          <a:pPr marL="685800" lvl="3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700" kern="1200" dirty="0"/>
            <a:t>Each cell can form a complete organism.</a:t>
          </a:r>
        </a:p>
        <a:p>
          <a:pPr marL="685800" lvl="3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700" kern="1200" dirty="0"/>
            <a:t>These types of cells are found in plants and in early embryos (1-3 days)</a:t>
          </a:r>
        </a:p>
        <a:p>
          <a:pPr marL="457200" lvl="2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b="1" i="0" u="sng" kern="1200" dirty="0">
              <a:solidFill>
                <a:schemeClr val="accent3">
                  <a:lumMod val="75000"/>
                </a:schemeClr>
              </a:solidFill>
            </a:rPr>
            <a:t>Pluripotent Stem Cells:</a:t>
          </a:r>
          <a:r>
            <a:rPr lang="en-US" sz="2700" b="1" i="0" u="sng" kern="1200" dirty="0"/>
            <a:t> </a:t>
          </a:r>
          <a:r>
            <a:rPr lang="en-US" sz="2700" b="0" i="0" kern="1200" dirty="0"/>
            <a:t>These are the cells from an early embryo (blastocyst 5-14 days) and can </a:t>
          </a:r>
          <a:r>
            <a:rPr lang="en-US" sz="2700" b="1" i="0" kern="1200" dirty="0"/>
            <a:t>differentiate into over 200 types of cell type</a:t>
          </a:r>
          <a:r>
            <a:rPr lang="en-US" sz="2700" b="0" i="0" kern="1200" dirty="0"/>
            <a:t>.</a:t>
          </a:r>
          <a:endParaRPr lang="en-IN" sz="2700" kern="1200" dirty="0"/>
        </a:p>
        <a:p>
          <a:pPr marL="457200" lvl="2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b="1" i="0" u="sng" kern="1200" dirty="0">
              <a:solidFill>
                <a:schemeClr val="accent3">
                  <a:lumMod val="75000"/>
                </a:schemeClr>
              </a:solidFill>
            </a:rPr>
            <a:t>Multipotent Stem Cells: </a:t>
          </a:r>
          <a:r>
            <a:rPr lang="en-US" sz="2700" b="0" i="0" kern="1200" dirty="0"/>
            <a:t>These </a:t>
          </a:r>
          <a:r>
            <a:rPr lang="en-US" sz="2700" b="1" i="0" kern="1200" dirty="0"/>
            <a:t>differentiate into a closely related cell type</a:t>
          </a:r>
          <a:r>
            <a:rPr lang="en-US" sz="2700" b="0" i="0" kern="1200" dirty="0"/>
            <a:t>. </a:t>
          </a:r>
          <a:endParaRPr lang="en-IN" sz="2700" kern="1200" dirty="0"/>
        </a:p>
        <a:p>
          <a:pPr marL="685800" lvl="3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b="0" i="0" kern="1200" dirty="0"/>
            <a:t>e.g., the hematopoietic stem cells differentiate into red blood cells and white blood cells.</a:t>
          </a:r>
          <a:endParaRPr lang="en-IN" sz="2700" kern="1200" dirty="0"/>
        </a:p>
        <a:p>
          <a:pPr marL="457200" lvl="2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b="1" i="0" u="sng" kern="1200" dirty="0">
              <a:solidFill>
                <a:schemeClr val="accent3">
                  <a:lumMod val="75000"/>
                </a:schemeClr>
              </a:solidFill>
            </a:rPr>
            <a:t>Oligopotent Stem Cells: </a:t>
          </a:r>
          <a:r>
            <a:rPr lang="en-US" sz="2700" b="0" i="0" kern="1200" dirty="0"/>
            <a:t>Adult lymphoid cells are oligopotent. They can </a:t>
          </a:r>
          <a:r>
            <a:rPr lang="en-US" sz="2700" b="1" i="0" kern="1200" dirty="0"/>
            <a:t>differentiate into a few different types of cells</a:t>
          </a:r>
          <a:r>
            <a:rPr lang="en-US" sz="2700" b="0" i="0" kern="1200" dirty="0"/>
            <a:t>.</a:t>
          </a:r>
          <a:endParaRPr lang="en-IN" sz="2700" kern="1200" dirty="0"/>
        </a:p>
        <a:p>
          <a:pPr marL="457200" lvl="2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b="1" i="0" u="sng" kern="1200" dirty="0">
              <a:solidFill>
                <a:schemeClr val="accent3">
                  <a:lumMod val="75000"/>
                </a:schemeClr>
              </a:solidFill>
            </a:rPr>
            <a:t>Unipotent Stem Cells: </a:t>
          </a:r>
          <a:r>
            <a:rPr lang="en-US" sz="2700" b="0" i="0" kern="1200" dirty="0"/>
            <a:t>They can </a:t>
          </a:r>
          <a:r>
            <a:rPr lang="en-US" sz="2700" b="1" i="0" kern="1200" dirty="0"/>
            <a:t>produce cells only of their own type</a:t>
          </a:r>
          <a:r>
            <a:rPr lang="en-US" sz="2700" b="0" i="0" kern="1200" dirty="0"/>
            <a:t>. Since they have the ability to renew themselves, they are known as unipotent stem cells. </a:t>
          </a:r>
          <a:endParaRPr lang="en-IN" sz="2700" kern="1200" dirty="0"/>
        </a:p>
        <a:p>
          <a:pPr marL="685800" lvl="3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700" b="0" i="0" kern="1200" dirty="0"/>
            <a:t>e.g., Muscle stem cells.</a:t>
          </a:r>
          <a:endParaRPr lang="en-IN" sz="2700" kern="1200" dirty="0"/>
        </a:p>
      </dsp:txBody>
      <dsp:txXfrm>
        <a:off x="0" y="784937"/>
        <a:ext cx="12049759" cy="592919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13C59-F9B9-4FB3-94A0-C1C1F6F072FF}">
      <dsp:nvSpPr>
        <dsp:cNvPr id="0" name=""/>
        <dsp:cNvSpPr/>
      </dsp:nvSpPr>
      <dsp:spPr>
        <a:xfrm>
          <a:off x="0" y="29498"/>
          <a:ext cx="12080240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1" kern="1200" dirty="0">
              <a:solidFill>
                <a:schemeClr val="tx1"/>
              </a:solidFill>
              <a:highlight>
                <a:srgbClr val="FFFF00"/>
              </a:highlight>
            </a:rPr>
            <a:t>Application or uses of Stem Cell</a:t>
          </a:r>
          <a:endParaRPr lang="en-IN" sz="3100" kern="1200" dirty="0">
            <a:solidFill>
              <a:schemeClr val="tx1"/>
            </a:solidFill>
            <a:highlight>
              <a:srgbClr val="FFFF00"/>
            </a:highlight>
          </a:endParaRPr>
        </a:p>
      </dsp:txBody>
      <dsp:txXfrm>
        <a:off x="0" y="29498"/>
        <a:ext cx="12080240" cy="892800"/>
      </dsp:txXfrm>
    </dsp:sp>
    <dsp:sp modelId="{53F2A932-ED12-4FB3-A66A-6B21F5B91B53}">
      <dsp:nvSpPr>
        <dsp:cNvPr id="0" name=""/>
        <dsp:cNvSpPr/>
      </dsp:nvSpPr>
      <dsp:spPr>
        <a:xfrm>
          <a:off x="0" y="922298"/>
          <a:ext cx="12080240" cy="57864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3100" b="1" kern="1200" dirty="0">
              <a:solidFill>
                <a:schemeClr val="accent3">
                  <a:lumMod val="75000"/>
                </a:schemeClr>
              </a:solidFill>
            </a:rPr>
            <a:t>Basic research: </a:t>
          </a:r>
          <a:r>
            <a:rPr lang="en-IN" sz="3100" b="0" kern="1200" dirty="0"/>
            <a:t>Clarification of complex events that occur during human development and understanding molecular basis of cancer </a:t>
          </a:r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3100" b="1" kern="1200" dirty="0">
              <a:solidFill>
                <a:schemeClr val="accent3">
                  <a:lumMod val="75000"/>
                </a:schemeClr>
              </a:solidFill>
            </a:rPr>
            <a:t>Biotechnology (drug discovery and development): </a:t>
          </a:r>
          <a:r>
            <a:rPr lang="en-IN" sz="3100" b="0" kern="1200" dirty="0"/>
            <a:t>Stem cells can provide specific cell types </a:t>
          </a:r>
          <a:r>
            <a:rPr lang="en-IN" sz="3100" b="1" kern="1200" dirty="0"/>
            <a:t>to test new drugs</a:t>
          </a:r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100" b="1" i="0" kern="1200" dirty="0">
              <a:solidFill>
                <a:schemeClr val="accent3">
                  <a:lumMod val="75000"/>
                </a:schemeClr>
              </a:solidFill>
            </a:rPr>
            <a:t>Tissue Regeneration: </a:t>
          </a:r>
          <a:r>
            <a:rPr lang="en-US" sz="3100" b="0" i="0" kern="1200" dirty="0"/>
            <a:t>This is the most important application of stem cells. The stem cells can be used to </a:t>
          </a:r>
          <a:r>
            <a:rPr lang="en-US" sz="3100" b="1" i="0" kern="1200" dirty="0"/>
            <a:t>grow a specific type of tissue or organ. </a:t>
          </a:r>
          <a:endParaRPr lang="en-IN" sz="3100" b="1" kern="1200" dirty="0"/>
        </a:p>
        <a:p>
          <a:pPr marL="571500" lvl="2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0" i="0" kern="1200" dirty="0"/>
            <a:t>This can be </a:t>
          </a:r>
          <a:r>
            <a:rPr lang="en-US" sz="3100" b="1" i="0" kern="1200" dirty="0"/>
            <a:t>helpful in kidney and liver transplants</a:t>
          </a:r>
          <a:r>
            <a:rPr lang="en-US" sz="3100" b="0" i="0" kern="1200" dirty="0"/>
            <a:t>. </a:t>
          </a:r>
          <a:endParaRPr lang="en-IN" sz="3100" b="0" kern="1200" dirty="0"/>
        </a:p>
        <a:p>
          <a:pPr marL="571500" lvl="2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0" i="0" kern="1200" dirty="0"/>
            <a:t>The doctors have already used the stem cells from beneath the epidermis to develop skin tissue that can </a:t>
          </a:r>
          <a:r>
            <a:rPr lang="en-US" sz="3100" b="1" i="0" kern="1200" dirty="0"/>
            <a:t>repair severe burns or other injuries by tissue grafting.</a:t>
          </a:r>
          <a:endParaRPr lang="en-IN" sz="3100" b="1" kern="1200" dirty="0"/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IN" sz="3100" b="0" kern="1200" dirty="0"/>
        </a:p>
      </dsp:txBody>
      <dsp:txXfrm>
        <a:off x="0" y="922298"/>
        <a:ext cx="12080240" cy="578646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13C59-F9B9-4FB3-94A0-C1C1F6F072FF}">
      <dsp:nvSpPr>
        <dsp:cNvPr id="0" name=""/>
        <dsp:cNvSpPr/>
      </dsp:nvSpPr>
      <dsp:spPr>
        <a:xfrm>
          <a:off x="0" y="14991"/>
          <a:ext cx="10929257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 dirty="0"/>
            <a:t>Application of Stem Cell</a:t>
          </a:r>
          <a:endParaRPr lang="en-IN" sz="2900" kern="1200" dirty="0"/>
        </a:p>
      </dsp:txBody>
      <dsp:txXfrm>
        <a:off x="0" y="14991"/>
        <a:ext cx="10929257" cy="835200"/>
      </dsp:txXfrm>
    </dsp:sp>
    <dsp:sp modelId="{53F2A932-ED12-4FB3-A66A-6B21F5B91B53}">
      <dsp:nvSpPr>
        <dsp:cNvPr id="0" name=""/>
        <dsp:cNvSpPr/>
      </dsp:nvSpPr>
      <dsp:spPr>
        <a:xfrm>
          <a:off x="0" y="850191"/>
          <a:ext cx="10929257" cy="5731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900" b="1" kern="1200">
              <a:solidFill>
                <a:schemeClr val="accent3">
                  <a:lumMod val="75000"/>
                </a:schemeClr>
              </a:solidFill>
            </a:rPr>
            <a:t>Cancer treatment: </a:t>
          </a:r>
          <a:r>
            <a:rPr lang="en-US" sz="2900" b="0" kern="1200"/>
            <a:t>They are applied especially to treat cancers, which require high-dose chemotherapy within the scope of medical care. </a:t>
          </a:r>
          <a:endParaRPr lang="en-IN" sz="2900" b="0" kern="1200" dirty="0"/>
        </a:p>
        <a:p>
          <a:pPr marL="571500" lvl="2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900" b="0" kern="1200" dirty="0"/>
            <a:t>The patient’s own stem cells are extracted from bone marrow or peripheral blood prior to high-dose chemotherapy, stored temporarily and transplanted after the treatment in order to minimize the side effects of the aggressive chemotherapy and to support the regeneration of destroyed cells.</a:t>
          </a:r>
          <a:endParaRPr lang="en-IN" sz="2900" b="0" kern="1200" dirty="0"/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900" b="1" i="0" kern="1200">
              <a:solidFill>
                <a:schemeClr val="accent3">
                  <a:lumMod val="75000"/>
                </a:schemeClr>
              </a:solidFill>
            </a:rPr>
            <a:t>Treatment of Brain Diseases: </a:t>
          </a:r>
          <a:r>
            <a:rPr lang="en-US" sz="2900" b="0" i="0" kern="1200"/>
            <a:t>Stem cells can also treat diseases such as Parkinson’s disease and Alzheimer’s. </a:t>
          </a:r>
          <a:endParaRPr lang="en-IN" sz="2900" b="0" kern="1200" dirty="0"/>
        </a:p>
        <a:p>
          <a:pPr marL="571500" lvl="2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0" i="0" kern="1200" dirty="0"/>
            <a:t>These can help to replenish the damaged brain cells. </a:t>
          </a:r>
          <a:endParaRPr lang="en-IN" sz="2900" b="0" kern="1200" dirty="0"/>
        </a:p>
        <a:p>
          <a:pPr marL="571500" lvl="2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0" i="0" kern="1200" dirty="0"/>
            <a:t>Researchers have tried to differentiate embryonic stem cells into these types of cells and make it possible to treat diseases.</a:t>
          </a:r>
          <a:endParaRPr lang="en-IN" sz="2900" b="0" kern="1200" dirty="0"/>
        </a:p>
      </dsp:txBody>
      <dsp:txXfrm>
        <a:off x="0" y="850191"/>
        <a:ext cx="10929257" cy="573156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B19037-68EF-4C41-840A-F96EE90F19F5}">
      <dsp:nvSpPr>
        <dsp:cNvPr id="0" name=""/>
        <dsp:cNvSpPr/>
      </dsp:nvSpPr>
      <dsp:spPr>
        <a:xfrm>
          <a:off x="0" y="9094"/>
          <a:ext cx="10852728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/>
            <a:t>Areas of active research on stem cell biology</a:t>
          </a:r>
          <a:endParaRPr lang="en-IN" sz="3200" b="1" kern="1200" dirty="0"/>
        </a:p>
      </dsp:txBody>
      <dsp:txXfrm>
        <a:off x="0" y="9094"/>
        <a:ext cx="10852728" cy="835200"/>
      </dsp:txXfrm>
    </dsp:sp>
    <dsp:sp modelId="{6451CBCB-AFC6-41F7-82F2-327334F1985E}">
      <dsp:nvSpPr>
        <dsp:cNvPr id="0" name=""/>
        <dsp:cNvSpPr/>
      </dsp:nvSpPr>
      <dsp:spPr>
        <a:xfrm>
          <a:off x="0" y="844294"/>
          <a:ext cx="10852728" cy="5731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900" b="0" i="0" kern="1200" dirty="0"/>
            <a:t>Treating liver disease with stem cells that have been manipulated to become specialized liver cells</a:t>
          </a:r>
          <a:endParaRPr lang="en-IN" sz="2900" kern="1200" dirty="0"/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900" b="0" i="0" kern="1200" dirty="0"/>
            <a:t>Creating stem cell-derived neurons for the study of motor neuron disease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900" b="0" i="0" kern="1200" dirty="0"/>
            <a:t>Creating insulin-producing pancreatic beta cells for clinical trials in diabetes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900" b="0" i="0" kern="1200" dirty="0"/>
            <a:t>Stimulating an anti-brain tumor immune response via manipulated stem cells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900" b="0" i="0" kern="1200" dirty="0"/>
            <a:t>Investigating the use of stem cells to study and treat Gaucher disease and parkinsonism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900" b="0" i="0" kern="1200" dirty="0"/>
            <a:t>Reprogramming tumor-specific immune cells from stem cells for cancer immunotherapy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900" b="0" i="0" kern="1200" dirty="0"/>
            <a:t>Manipulating stem cells to become bone and cartilage</a:t>
          </a:r>
        </a:p>
      </dsp:txBody>
      <dsp:txXfrm>
        <a:off x="0" y="844294"/>
        <a:ext cx="10852728" cy="573156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424CE-F35B-4112-8C4F-0B14B1266DE2}">
      <dsp:nvSpPr>
        <dsp:cNvPr id="0" name=""/>
        <dsp:cNvSpPr/>
      </dsp:nvSpPr>
      <dsp:spPr>
        <a:xfrm>
          <a:off x="0" y="4414"/>
          <a:ext cx="10704286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GOALS OF TISSUE ENGINEERING</a:t>
          </a:r>
          <a:endParaRPr lang="en-IN" sz="2800" kern="1200" dirty="0"/>
        </a:p>
      </dsp:txBody>
      <dsp:txXfrm>
        <a:off x="31984" y="36398"/>
        <a:ext cx="10640318" cy="591232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F85DA0-0E89-4B9A-BFA1-75B4B877F177}">
      <dsp:nvSpPr>
        <dsp:cNvPr id="0" name=""/>
        <dsp:cNvSpPr/>
      </dsp:nvSpPr>
      <dsp:spPr>
        <a:xfrm>
          <a:off x="0" y="275957"/>
          <a:ext cx="6981372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Tools of Tissue Engineering</a:t>
          </a:r>
          <a:endParaRPr lang="en-IN" sz="2400" kern="1200" dirty="0"/>
        </a:p>
      </dsp:txBody>
      <dsp:txXfrm>
        <a:off x="0" y="275957"/>
        <a:ext cx="6981372" cy="691200"/>
      </dsp:txXfrm>
    </dsp:sp>
    <dsp:sp modelId="{40857014-B2FA-492B-ABDF-A25492475A95}">
      <dsp:nvSpPr>
        <dsp:cNvPr id="0" name=""/>
        <dsp:cNvSpPr/>
      </dsp:nvSpPr>
      <dsp:spPr>
        <a:xfrm>
          <a:off x="0" y="967157"/>
          <a:ext cx="6981372" cy="54021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1" kern="1200" dirty="0"/>
            <a:t>Three tools of tissue engineering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IN" sz="2400" b="1" kern="1200" dirty="0"/>
            <a:t> Cell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kern="1200" dirty="0"/>
            <a:t>Living part of the tissue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kern="1200" dirty="0"/>
            <a:t>Produce proteins and provide functions of cell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IN" sz="2400" b="1" kern="1200" dirty="0"/>
            <a:t> Scaffold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kern="1200" dirty="0"/>
            <a:t>Provides structural support and shape to construct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kern="1200" dirty="0"/>
            <a:t>Provide place for cell attachment and growth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kern="1200" dirty="0"/>
            <a:t>Usually biodegradable and biocompatible- polymers, ceramics, metals. 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IN" sz="2400" b="1" kern="1200" dirty="0"/>
            <a:t> </a:t>
          </a:r>
          <a:r>
            <a:rPr lang="en-IN" sz="2400" b="1" kern="1200" dirty="0">
              <a:highlight>
                <a:srgbClr val="FFFF00"/>
              </a:highlight>
            </a:rPr>
            <a:t>Cell signalling- role of signalling molecules and e.gs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kern="1200" dirty="0"/>
            <a:t>Signals that tell the cell what to do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kern="1200" dirty="0">
              <a:highlight>
                <a:srgbClr val="FFFF00"/>
              </a:highlight>
            </a:rPr>
            <a:t>Protein and mechanical stimulation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0" kern="1200" dirty="0">
              <a:highlight>
                <a:srgbClr val="FFFF00"/>
              </a:highlight>
            </a:rPr>
            <a:t>Growth factors, cytokinin's, </a:t>
          </a:r>
          <a:r>
            <a:rPr lang="en-IN" sz="2400" b="0" kern="1200" dirty="0" err="1">
              <a:highlight>
                <a:srgbClr val="FFFF00"/>
              </a:highlight>
            </a:rPr>
            <a:t>iRNAs</a:t>
          </a:r>
          <a:r>
            <a:rPr lang="en-IN" sz="2400" b="0" kern="1200" dirty="0">
              <a:highlight>
                <a:srgbClr val="FFFF00"/>
              </a:highlight>
            </a:rPr>
            <a:t>, hormones etc</a:t>
          </a:r>
        </a:p>
      </dsp:txBody>
      <dsp:txXfrm>
        <a:off x="0" y="967157"/>
        <a:ext cx="6981372" cy="540216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12EB1-133F-45FB-8D73-3F9F19735B2D}">
      <dsp:nvSpPr>
        <dsp:cNvPr id="0" name=""/>
        <dsp:cNvSpPr/>
      </dsp:nvSpPr>
      <dsp:spPr>
        <a:xfrm>
          <a:off x="0" y="88102"/>
          <a:ext cx="5870392" cy="16208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1" kern="1200" dirty="0">
              <a:solidFill>
                <a:schemeClr val="tx1"/>
              </a:solidFill>
              <a:highlight>
                <a:srgbClr val="FFFF00"/>
              </a:highlight>
            </a:rPr>
            <a:t>Steps/ process of Tissue Engineering- </a:t>
          </a:r>
          <a:r>
            <a:rPr lang="en-IN" sz="3400" b="1" kern="1200" dirty="0">
              <a:solidFill>
                <a:schemeClr val="tx1"/>
              </a:solidFill>
            </a:rPr>
            <a:t>to create biological tissues</a:t>
          </a:r>
        </a:p>
      </dsp:txBody>
      <dsp:txXfrm>
        <a:off x="0" y="88102"/>
        <a:ext cx="5870392" cy="1620898"/>
      </dsp:txXfrm>
    </dsp:sp>
    <dsp:sp modelId="{5B0F2618-74D5-49AD-A0D2-EB2A3B7F2DF0}">
      <dsp:nvSpPr>
        <dsp:cNvPr id="0" name=""/>
        <dsp:cNvSpPr/>
      </dsp:nvSpPr>
      <dsp:spPr>
        <a:xfrm>
          <a:off x="0" y="1709000"/>
          <a:ext cx="5870392" cy="48531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400" kern="1200" dirty="0"/>
            <a:t>Isolated cells (taken to the culture system</a:t>
          </a:r>
        </a:p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400" kern="1200" dirty="0"/>
            <a:t>Cultivated to selective cell differentiation time</a:t>
          </a:r>
        </a:p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400" kern="1200" dirty="0"/>
            <a:t>Biomaterials are used for constructing scaffolds</a:t>
          </a:r>
        </a:p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400" kern="1200" dirty="0"/>
            <a:t>Scaffold fabrication</a:t>
          </a:r>
        </a:p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400" i="0" kern="1200" dirty="0"/>
            <a:t>Tissue culture is done either on petri dishes or bioreactors</a:t>
          </a:r>
          <a:endParaRPr lang="en-IN" sz="3400" kern="1200" dirty="0"/>
        </a:p>
      </dsp:txBody>
      <dsp:txXfrm>
        <a:off x="0" y="1709000"/>
        <a:ext cx="5870392" cy="485316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1AB2E-F6E8-44FA-821B-35088B3A1393}">
      <dsp:nvSpPr>
        <dsp:cNvPr id="0" name=""/>
        <dsp:cNvSpPr/>
      </dsp:nvSpPr>
      <dsp:spPr>
        <a:xfrm>
          <a:off x="0" y="40227"/>
          <a:ext cx="6741887" cy="9314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APPLICATIONS OF TISSUE ENGINEERING</a:t>
          </a:r>
          <a:endParaRPr lang="en-IN" sz="2600" kern="1200" dirty="0"/>
        </a:p>
      </dsp:txBody>
      <dsp:txXfrm>
        <a:off x="0" y="40227"/>
        <a:ext cx="6741887" cy="931420"/>
      </dsp:txXfrm>
    </dsp:sp>
    <dsp:sp modelId="{5D034F1C-8C2C-4A7F-A41C-C728303EC3E5}">
      <dsp:nvSpPr>
        <dsp:cNvPr id="0" name=""/>
        <dsp:cNvSpPr/>
      </dsp:nvSpPr>
      <dsp:spPr>
        <a:xfrm>
          <a:off x="0" y="971647"/>
          <a:ext cx="6741887" cy="5709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b="1" kern="1200" dirty="0"/>
            <a:t>Replacing the old cell: </a:t>
          </a:r>
          <a:r>
            <a:rPr lang="en-US" sz="2600" b="0" kern="1200" dirty="0"/>
            <a:t>When there is damage in our body cells or organs we use tissue engineering techniques to overcome the damage by replacing the old cell.</a:t>
          </a:r>
          <a:endParaRPr lang="en-IN" sz="2600" b="0" kern="1200" dirty="0"/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kern="1200" dirty="0"/>
            <a:t>Regenerative Medicines: </a:t>
          </a:r>
          <a:r>
            <a:rPr lang="en-US" sz="2600" b="0" kern="1200" dirty="0"/>
            <a:t>Regenerative medicines repair damaged tissues and organs. 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kern="1200" dirty="0"/>
            <a:t>They stimulate the body’s own repair mechanisms to heal previously irreparable tissues or organs. 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kern="1200" dirty="0"/>
            <a:t>If the body cannot heal itself, the tissues or organs can be grown in the laboratory and then implanted. 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kern="1200" dirty="0"/>
            <a:t>Regenerative Medicine also involves the use of stem cells or progenitor cells obtained through directed differentiation</a:t>
          </a:r>
        </a:p>
      </dsp:txBody>
      <dsp:txXfrm>
        <a:off x="0" y="971647"/>
        <a:ext cx="6741887" cy="570960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1AB2E-F6E8-44FA-821B-35088B3A1393}">
      <dsp:nvSpPr>
        <dsp:cNvPr id="0" name=""/>
        <dsp:cNvSpPr/>
      </dsp:nvSpPr>
      <dsp:spPr>
        <a:xfrm>
          <a:off x="0" y="95594"/>
          <a:ext cx="5196113" cy="8646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APPLICATIONS OF TISSUE ENGINEERING</a:t>
          </a:r>
          <a:endParaRPr lang="en-IN" sz="2400" kern="1200" dirty="0"/>
        </a:p>
      </dsp:txBody>
      <dsp:txXfrm>
        <a:off x="0" y="95594"/>
        <a:ext cx="5196113" cy="864605"/>
      </dsp:txXfrm>
    </dsp:sp>
    <dsp:sp modelId="{5D034F1C-8C2C-4A7F-A41C-C728303EC3E5}">
      <dsp:nvSpPr>
        <dsp:cNvPr id="0" name=""/>
        <dsp:cNvSpPr/>
      </dsp:nvSpPr>
      <dsp:spPr>
        <a:xfrm>
          <a:off x="0" y="960200"/>
          <a:ext cx="5196113" cy="5665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b="1" kern="1200" dirty="0"/>
            <a:t>Drug Discovery- </a:t>
          </a:r>
          <a:r>
            <a:rPr lang="en-US" sz="2400" b="0" kern="1200" dirty="0"/>
            <a:t>For effective drug screening, 3D cultures are introduced to analyze the effect of drug action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b="1" kern="1200" dirty="0"/>
            <a:t>Organ Transplantation: </a:t>
          </a:r>
          <a:r>
            <a:rPr lang="en-US" sz="2400" b="0" kern="1200" dirty="0"/>
            <a:t>The transplantation of cells that perform a specific biochemical function (e.g. Artificial pancreas or Artificial liver).</a:t>
          </a:r>
          <a:r>
            <a:rPr lang="en-US" sz="2400" b="1" kern="1200" dirty="0"/>
            <a:t> </a:t>
          </a:r>
          <a:endParaRPr lang="en-US" sz="2400" b="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Therapeutic Cloning: </a:t>
          </a:r>
          <a:r>
            <a:rPr lang="en-US" sz="2400" b="0" kern="1200" dirty="0"/>
            <a:t>Bioartificial liver device, artificial pancreas, artificial bladders, and Cartilage. 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There is a wide range of Tissue Engineered products or materials that are used to cure diseases in humans and save life.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Even if Tissue Engineering is life-saving, it is expensive.</a:t>
          </a:r>
        </a:p>
      </dsp:txBody>
      <dsp:txXfrm>
        <a:off x="0" y="960200"/>
        <a:ext cx="5196113" cy="5665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89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byjus.com/biology/tools-recombinant-dna-technology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2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diagramLayout" Target="../diagrams/layout5.xml"/><Relationship Id="rId7" Type="http://schemas.openxmlformats.org/officeDocument/2006/relationships/image" Target="../media/image13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8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diagramLayout" Target="../diagrams/layout21.xml"/><Relationship Id="rId7" Type="http://schemas.openxmlformats.org/officeDocument/2006/relationships/image" Target="../media/image24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26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27.pn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331938"/>
              </p:ext>
            </p:extLst>
          </p:nvPr>
        </p:nvGraphicFramePr>
        <p:xfrm>
          <a:off x="350879" y="334844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79" y="334844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This is a logo of chandigarh University" title="chandigarh university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604322" y="1463040"/>
            <a:ext cx="8126357" cy="364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UNIVERSITY INSTITUTE OF SCIENCES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Academic Unit V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Biology For Engineers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23SZT148</a:t>
            </a: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19647" y="507711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Recombinant </a:t>
            </a:r>
            <a:b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DNA Technology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8557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268903-1B32-8E17-0FCA-5E42EA28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EE537D9-53C2-8D3A-FCF2-3817856517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0375937"/>
              </p:ext>
            </p:extLst>
          </p:nvPr>
        </p:nvGraphicFramePr>
        <p:xfrm>
          <a:off x="895928" y="817033"/>
          <a:ext cx="10949708" cy="5223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981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A225-0C39-41B8-8156-52FA829B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27" y="921373"/>
            <a:ext cx="6056313" cy="715962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Course Outcome 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774966-ABEE-421A-86C4-FF2E9BD06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50047"/>
              </p:ext>
            </p:extLst>
          </p:nvPr>
        </p:nvGraphicFramePr>
        <p:xfrm>
          <a:off x="628650" y="1748790"/>
          <a:ext cx="6793327" cy="4336096"/>
        </p:xfrm>
        <a:graphic>
          <a:graphicData uri="http://schemas.openxmlformats.org/drawingml/2006/table">
            <a:tbl>
              <a:tblPr/>
              <a:tblGrid>
                <a:gridCol w="10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1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Number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 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the biological concepts from an engineering perspective.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artificial systems mimicking human action.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the basic of genetics that helps to identify and formulate problems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569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knowledge of measurement system, biomedical recording system and biosensors to excel in areas such as entrepreneurship, medicine, government, and education.</a:t>
                      </a:r>
                    </a:p>
                  </a:txBody>
                  <a:tcPr marL="114300" marR="1143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375">
                <a:tc>
                  <a:txBody>
                    <a:bodyPr/>
                    <a:lstStyle/>
                    <a:p>
                      <a:pPr marR="5397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CO5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Integrate biological principles for developing next generation technologies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74846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95C3D83-8F2E-42AB-9062-CA4D5D042D8B}"/>
              </a:ext>
            </a:extLst>
          </p:cNvPr>
          <p:cNvSpPr/>
          <p:nvPr/>
        </p:nvSpPr>
        <p:spPr>
          <a:xfrm>
            <a:off x="8169275" y="5022850"/>
            <a:ext cx="3300413" cy="67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be covered in this lecture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EE6DA7-3F8E-46CE-A5B7-337A4278EAE8}"/>
              </a:ext>
            </a:extLst>
          </p:cNvPr>
          <p:cNvCxnSpPr>
            <a:cxnSpLocks/>
          </p:cNvCxnSpPr>
          <p:nvPr/>
        </p:nvCxnSpPr>
        <p:spPr>
          <a:xfrm flipV="1">
            <a:off x="5889171" y="5359400"/>
            <a:ext cx="2122375" cy="336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1" name="Rectangle 9">
            <a:extLst>
              <a:ext uri="{FF2B5EF4-FFF2-40B4-BE49-F238E27FC236}">
                <a16:creationId xmlns:a16="http://schemas.microsoft.com/office/drawing/2014/main" id="{7D66934D-516E-4810-AFFC-286DF459E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6442" y="5830435"/>
            <a:ext cx="47577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/>
            <a:r>
              <a:rPr lang="en-US" sz="1200" dirty="0">
                <a:hlinkClick r:id="rId2"/>
              </a:rPr>
              <a:t>https://byjus.com/biology/tools-recombinant-dna-technology/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2C3D93-BD98-4C3E-83EC-BA125ECA1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5" y="5219700"/>
            <a:ext cx="428625" cy="1638300"/>
          </a:xfrm>
          <a:prstGeom prst="rect">
            <a:avLst/>
          </a:prstGeom>
        </p:spPr>
      </p:pic>
      <p:pic>
        <p:nvPicPr>
          <p:cNvPr id="5" name="Content Placeholder 7" descr="1.png">
            <a:extLst>
              <a:ext uri="{FF2B5EF4-FFF2-40B4-BE49-F238E27FC236}">
                <a16:creationId xmlns:a16="http://schemas.microsoft.com/office/drawing/2014/main" id="{1A156068-8A59-FDC1-FE16-B3694A407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620" y="1759676"/>
            <a:ext cx="4339380" cy="3081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AAAA-1DAB-4779-A8F8-3B8B853C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49" y="187577"/>
            <a:ext cx="10018712" cy="964649"/>
          </a:xfrm>
        </p:spPr>
        <p:txBody>
          <a:bodyPr/>
          <a:lstStyle/>
          <a:p>
            <a:pPr algn="ctr">
              <a:defRPr/>
            </a:pP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SYLLABUS</a:t>
            </a:r>
            <a:endParaRPr lang="en-IN" dirty="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F2A3BAA2-2588-43A9-8606-0FB507D225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133B9873-0D72-4F00-B232-68A50C2F664D}"/>
              </a:ext>
            </a:extLst>
          </p:cNvPr>
          <p:cNvGraphicFramePr>
            <a:graphicFrameLocks noGrp="1"/>
          </p:cNvGraphicFramePr>
          <p:nvPr/>
        </p:nvGraphicFramePr>
        <p:xfrm>
          <a:off x="901382" y="1109245"/>
          <a:ext cx="10485247" cy="5006939"/>
        </p:xfrm>
        <a:graphic>
          <a:graphicData uri="http://schemas.openxmlformats.org/drawingml/2006/table">
            <a:tbl>
              <a:tblPr/>
              <a:tblGrid>
                <a:gridCol w="237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1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Unit-3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Bio Medical Instrumentation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Contact Hours: 15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0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1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Electrical stimulus and biophysical activity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2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Biomedical recording system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3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Tissue Engineering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 </a:t>
                      </a:r>
                      <a:endParaRPr kumimoji="0" lang="en-I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endParaRPr kumimoji="0" lang="en-US" altLang="en-US" sz="1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Electrical stimulus and biophysical activity: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Patient, electrical shock and hazards, leakage current, Electrical activity of heart (ECG), Electrical activity of brain (EEG),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Electrorentinogram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(ERG), Electro-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occologram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(EOG), Electromyogram (EMG).</a:t>
                      </a:r>
                      <a:endParaRPr lang="en-IN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Biomedical recording systems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:  Basic Recording system, General consideration for signal conditioners Preamplifiers, Differential Amplifier, Isolation Amplifier,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Vectorcardiograph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, Phonocardiograph,  Other biomedical records, Patient isolation, and accident prevention.</a:t>
                      </a:r>
                    </a:p>
                    <a:p>
                      <a:pPr algn="just"/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/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Tissue Engineering: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Recombinant DNA technology, Stem cell biology &amp; Tissue Engineering.</a:t>
                      </a:r>
                      <a:endParaRPr kumimoji="0" lang="en-I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6743DF-A2AA-40B4-9D51-6578F86F6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5" y="5219700"/>
            <a:ext cx="428625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F78F-FE31-4602-962F-AF0650079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803" y="8189"/>
            <a:ext cx="10668000" cy="99329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Recombinant  DNA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87ED1-765C-43BE-9B03-E727509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B83F6-5B34-E6E4-B788-84D8A6136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657" y="1605088"/>
            <a:ext cx="11047415" cy="3978966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Production of </a:t>
            </a:r>
            <a:r>
              <a:rPr lang="en-US" sz="2800" b="1" i="0" dirty="0">
                <a:solidFill>
                  <a:srgbClr val="202124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unique DNA molecule by joining together two or more DNA fragments </a:t>
            </a:r>
            <a:r>
              <a:rPr lang="en-US" sz="28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(not normally associated with each other).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DNA fragments are usually derived from different biological sources.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recombined DNA molecule is inserted into a host organism to produce new genetic combinations that are of </a:t>
            </a:r>
            <a:r>
              <a:rPr lang="en-US" sz="2800" b="1" i="0" dirty="0">
                <a:solidFill>
                  <a:srgbClr val="202124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value to science, medicine, agriculture, and industry.</a:t>
            </a:r>
            <a:endParaRPr lang="en-IN" sz="2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2943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A07EB5-5762-43CD-A37A-0258A90C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DA7C113-304B-4631-B5F8-5103F81760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9226684"/>
              </p:ext>
            </p:extLst>
          </p:nvPr>
        </p:nvGraphicFramePr>
        <p:xfrm>
          <a:off x="0" y="-168430"/>
          <a:ext cx="7349764" cy="5623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a) Mention the role of vectors in recombinant DNA technology. Give any two  examples (b) With the help of diagrammatic representation only, show the  steps of recombinant DNA technology.">
            <a:extLst>
              <a:ext uri="{FF2B5EF4-FFF2-40B4-BE49-F238E27FC236}">
                <a16:creationId xmlns:a16="http://schemas.microsoft.com/office/drawing/2014/main" id="{99A5EE5C-ADC0-0F6A-03C8-5A97A8FD5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845" y="-101916"/>
            <a:ext cx="4421355" cy="6959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umulin U, ULTRALENTE | Smithsonian Institution">
            <a:extLst>
              <a:ext uri="{FF2B5EF4-FFF2-40B4-BE49-F238E27FC236}">
                <a16:creationId xmlns:a16="http://schemas.microsoft.com/office/drawing/2014/main" id="{22EA4780-D342-711B-C254-AE8AEEF47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142" y="4948237"/>
            <a:ext cx="3453583" cy="190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04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FE7542-12C0-7252-38DA-D9184A35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a) Mention the role of vectors in recombinant DNA technology. Give any two  examples (b) With the help of diagrammatic representation only, show the  steps of recombinant DNA technology.">
            <a:extLst>
              <a:ext uri="{FF2B5EF4-FFF2-40B4-BE49-F238E27FC236}">
                <a16:creationId xmlns:a16="http://schemas.microsoft.com/office/drawing/2014/main" id="{2DE9367D-4BD7-7539-0740-2FB447A9F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081" y="136525"/>
            <a:ext cx="8971280" cy="6959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1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702B66-2AC2-17E5-FF74-D3255E17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FB96CF6-E719-66E7-4CE3-859E9626AC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951004"/>
              </p:ext>
            </p:extLst>
          </p:nvPr>
        </p:nvGraphicFramePr>
        <p:xfrm>
          <a:off x="168389" y="1110340"/>
          <a:ext cx="11609952" cy="5543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F1E1D362-A19C-9F77-8713-2C67B69D7C0E}"/>
              </a:ext>
            </a:extLst>
          </p:cNvPr>
          <p:cNvGrpSpPr/>
          <p:nvPr/>
        </p:nvGrpSpPr>
        <p:grpSpPr>
          <a:xfrm>
            <a:off x="783771" y="157721"/>
            <a:ext cx="10994570" cy="952619"/>
            <a:chOff x="0" y="240"/>
            <a:chExt cx="2839720" cy="1034382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132BE683-2B96-E9C5-8507-EBF0801CCFDF}"/>
                </a:ext>
              </a:extLst>
            </p:cNvPr>
            <p:cNvSpPr/>
            <p:nvPr/>
          </p:nvSpPr>
          <p:spPr>
            <a:xfrm>
              <a:off x="0" y="240"/>
              <a:ext cx="2839720" cy="1034382"/>
            </a:xfrm>
            <a:prstGeom prst="round2SameRect">
              <a:avLst>
                <a:gd name="adj1" fmla="val 16670"/>
                <a:gd name="adj2" fmla="val 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Rectangle: Top Corners Rounded 4">
              <a:extLst>
                <a:ext uri="{FF2B5EF4-FFF2-40B4-BE49-F238E27FC236}">
                  <a16:creationId xmlns:a16="http://schemas.microsoft.com/office/drawing/2014/main" id="{2BA6567A-8192-F9F3-4B9C-8D94D908BFA9}"/>
                </a:ext>
              </a:extLst>
            </p:cNvPr>
            <p:cNvSpPr txBox="1"/>
            <p:nvPr/>
          </p:nvSpPr>
          <p:spPr>
            <a:xfrm>
              <a:off x="50503" y="50743"/>
              <a:ext cx="2738714" cy="9838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b="1" kern="1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Tools used in Recombinant DNA technology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161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898151-496B-8CC3-8F7F-D2CDA2EE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9C91918-FBF9-E82D-8210-A0D481EB73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5233110"/>
              </p:ext>
            </p:extLst>
          </p:nvPr>
        </p:nvGraphicFramePr>
        <p:xfrm>
          <a:off x="0" y="0"/>
          <a:ext cx="8912506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Plasmid - Wikipedia">
            <a:extLst>
              <a:ext uri="{FF2B5EF4-FFF2-40B4-BE49-F238E27FC236}">
                <a16:creationId xmlns:a16="http://schemas.microsoft.com/office/drawing/2014/main" id="{50E67ACD-9147-FF4D-5319-6C86EEA28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590" y="1757817"/>
            <a:ext cx="3257410" cy="152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1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F9E4D5-B2D5-E52B-9C9F-F057E665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2B7F5DB-6508-2E0B-7859-1119ABE582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7785534"/>
              </p:ext>
            </p:extLst>
          </p:nvPr>
        </p:nvGraphicFramePr>
        <p:xfrm>
          <a:off x="217103" y="83683"/>
          <a:ext cx="7277215" cy="6455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4" name="Picture 4" descr="Molecular Scissors | Editing the Code of Life">
            <a:extLst>
              <a:ext uri="{FF2B5EF4-FFF2-40B4-BE49-F238E27FC236}">
                <a16:creationId xmlns:a16="http://schemas.microsoft.com/office/drawing/2014/main" id="{20A6F2B4-ACBF-C471-52B7-FA60A89CE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318" y="209982"/>
            <a:ext cx="4699290" cy="3551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hat are Restriction Enzymes? - LabMal Academy">
            <a:extLst>
              <a:ext uri="{FF2B5EF4-FFF2-40B4-BE49-F238E27FC236}">
                <a16:creationId xmlns:a16="http://schemas.microsoft.com/office/drawing/2014/main" id="{4A048362-310E-5A99-E3B2-EDDBAC3EB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878" y="4849732"/>
            <a:ext cx="27622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15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E4DF8B-BCBF-3988-4273-6988FF65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A1F21F2-E638-A4D1-F1F7-46610D3070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3049081"/>
              </p:ext>
            </p:extLst>
          </p:nvPr>
        </p:nvGraphicFramePr>
        <p:xfrm>
          <a:off x="47392" y="0"/>
          <a:ext cx="7970134" cy="6161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 descr="Ligase hi-res stock photography and images - Alamy">
            <a:extLst>
              <a:ext uri="{FF2B5EF4-FFF2-40B4-BE49-F238E27FC236}">
                <a16:creationId xmlns:a16="http://schemas.microsoft.com/office/drawing/2014/main" id="{280E352C-EAD8-B245-048D-7EFBCC7C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683" y="1219199"/>
            <a:ext cx="3980477" cy="42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35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556D77-D7B9-93F8-A239-FE0DF9F4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3EA9131-D642-FE1E-E452-89AE08AB65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6862537"/>
              </p:ext>
            </p:extLst>
          </p:nvPr>
        </p:nvGraphicFramePr>
        <p:xfrm>
          <a:off x="823686" y="136525"/>
          <a:ext cx="10530114" cy="6329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713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37F7CC-ECFA-3D81-FBB0-AB8B33C2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A0F766B-2B78-49E7-7F82-9A3669BDF5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430277"/>
              </p:ext>
            </p:extLst>
          </p:nvPr>
        </p:nvGraphicFramePr>
        <p:xfrm>
          <a:off x="651328" y="634235"/>
          <a:ext cx="10889344" cy="6584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D8669F3-88AB-0517-6619-132B31A99A08}"/>
              </a:ext>
            </a:extLst>
          </p:cNvPr>
          <p:cNvGrpSpPr/>
          <p:nvPr/>
        </p:nvGrpSpPr>
        <p:grpSpPr>
          <a:xfrm>
            <a:off x="2669147" y="0"/>
            <a:ext cx="7154647" cy="560880"/>
            <a:chOff x="362879" y="152399"/>
            <a:chExt cx="7154647" cy="56088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A92512E-E998-A2CF-B666-313A281BF4C1}"/>
                </a:ext>
              </a:extLst>
            </p:cNvPr>
            <p:cNvSpPr/>
            <p:nvPr/>
          </p:nvSpPr>
          <p:spPr>
            <a:xfrm>
              <a:off x="362879" y="152399"/>
              <a:ext cx="7154647" cy="5608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2A5675B2-A2DF-97AB-CD9C-43F9D6F65A7F}"/>
                </a:ext>
              </a:extLst>
            </p:cNvPr>
            <p:cNvSpPr txBox="1"/>
            <p:nvPr/>
          </p:nvSpPr>
          <p:spPr>
            <a:xfrm>
              <a:off x="390259" y="179779"/>
              <a:ext cx="7099887" cy="506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99020" tIns="0" rIns="199020" bIns="0" numCol="1" spcCol="1270" anchor="ctr" anchorCtr="0">
              <a:noAutofit/>
            </a:bodyPr>
            <a:lstStyle/>
            <a:p>
              <a:pPr marL="0" lvl="0" indent="0" algn="just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i="0" kern="1200" dirty="0">
                  <a:solidFill>
                    <a:schemeClr val="tx1"/>
                  </a:solidFill>
                  <a:highlight>
                    <a:srgbClr val="FFFF00"/>
                  </a:highlight>
                </a:rPr>
                <a:t>Steps/stages for Recombinant DNA Technology</a:t>
              </a:r>
              <a:endParaRPr lang="en-IN" sz="2400" b="1" kern="1200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208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21286" y="1861457"/>
            <a:ext cx="4950851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70373" y="1284513"/>
            <a:ext cx="3369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Production of an Insulin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861CEE4-DA08-F0EF-F783-FFF7D2FB8C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7169613"/>
              </p:ext>
            </p:extLst>
          </p:nvPr>
        </p:nvGraphicFramePr>
        <p:xfrm>
          <a:off x="769258" y="316894"/>
          <a:ext cx="6023429" cy="6258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344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C5E69E-676C-2363-6594-04BE350C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F425BB3-6704-A945-8CB1-BD0687165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1674635"/>
              </p:ext>
            </p:extLst>
          </p:nvPr>
        </p:nvGraphicFramePr>
        <p:xfrm>
          <a:off x="736602" y="67945"/>
          <a:ext cx="11082018" cy="6481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5912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2B4710-6303-5619-30B4-C2744538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B3F90A8-95D0-D5C8-5B43-0D8A42F33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4062615"/>
              </p:ext>
            </p:extLst>
          </p:nvPr>
        </p:nvGraphicFramePr>
        <p:xfrm>
          <a:off x="162046" y="136525"/>
          <a:ext cx="12029954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58ADE81-E66A-9B5C-C571-B550CAA76130}"/>
              </a:ext>
            </a:extLst>
          </p:cNvPr>
          <p:cNvSpPr txBox="1"/>
          <p:nvPr/>
        </p:nvSpPr>
        <p:spPr>
          <a:xfrm>
            <a:off x="4846320" y="6169580"/>
            <a:ext cx="333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E.g. insulin gene cloning for long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2650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2B4710-6303-5619-30B4-C2744538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B3F90A8-95D0-D5C8-5B43-0D8A42F33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7559667"/>
              </p:ext>
            </p:extLst>
          </p:nvPr>
        </p:nvGraphicFramePr>
        <p:xfrm>
          <a:off x="162046" y="136525"/>
          <a:ext cx="12029954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215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F905-3E37-9E5A-6791-B7F470F0B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1667" y="914400"/>
            <a:ext cx="8525920" cy="2710525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3">
                    <a:lumMod val="75000"/>
                  </a:schemeClr>
                </a:solidFill>
                <a:effectLst/>
                <a:latin typeface="Georgia" panose="02040502050405020303" pitchFamily="18" charset="0"/>
              </a:rPr>
              <a:t>Stem Cell Biology</a:t>
            </a:r>
            <a:br>
              <a:rPr lang="en-IN" b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AE399-5767-828E-9E6A-925B4E12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13142-6388-0C55-9365-840C9609C079}"/>
              </a:ext>
            </a:extLst>
          </p:cNvPr>
          <p:cNvSpPr txBox="1"/>
          <p:nvPr/>
        </p:nvSpPr>
        <p:spPr>
          <a:xfrm>
            <a:off x="2438914" y="5259695"/>
            <a:ext cx="80602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2400" b="0" i="0" dirty="0">
                <a:solidFill>
                  <a:schemeClr val="tx1"/>
                </a:solidFill>
                <a:latin typeface="+mn-lt"/>
              </a:rPr>
              <a:t>Stem cells are one of most fascinating areas of biology today</a:t>
            </a:r>
            <a:endParaRPr lang="en-IN" sz="2400" dirty="0"/>
          </a:p>
        </p:txBody>
      </p:sp>
      <p:pic>
        <p:nvPicPr>
          <p:cNvPr id="6" name="Picture 2" descr="Stem cell and bone marrow transplants | Macmillan Cancer Support">
            <a:extLst>
              <a:ext uri="{FF2B5EF4-FFF2-40B4-BE49-F238E27FC236}">
                <a16:creationId xmlns:a16="http://schemas.microsoft.com/office/drawing/2014/main" id="{58BB9CC8-1840-B1FB-FA8F-DE819E830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732" y="0"/>
            <a:ext cx="5131267" cy="484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85573E-B339-5030-3226-ABB4224BF9A0}"/>
              </a:ext>
            </a:extLst>
          </p:cNvPr>
          <p:cNvSpPr txBox="1"/>
          <p:nvPr/>
        </p:nvSpPr>
        <p:spPr>
          <a:xfrm>
            <a:off x="3012440" y="6171684"/>
            <a:ext cx="7726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Bone marrow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 spongy substance found in the center of the bones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33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4EAFFB-45F0-D41F-676E-75F5221EA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4481B3D-CDB2-D70D-49D3-2C4C997A68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9041064"/>
              </p:ext>
            </p:extLst>
          </p:nvPr>
        </p:nvGraphicFramePr>
        <p:xfrm>
          <a:off x="135096" y="930439"/>
          <a:ext cx="6260910" cy="658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8C7372D-ABDC-1B10-36D5-CBEEA78CC0DF}"/>
              </a:ext>
            </a:extLst>
          </p:cNvPr>
          <p:cNvSpPr txBox="1"/>
          <p:nvPr/>
        </p:nvSpPr>
        <p:spPr>
          <a:xfrm>
            <a:off x="1206662" y="284108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3600" b="1" dirty="0">
                <a:solidFill>
                  <a:schemeClr val="tx1"/>
                </a:solidFill>
                <a:highlight>
                  <a:srgbClr val="FFFF00"/>
                </a:highlight>
              </a:rPr>
              <a:t>Stem Cells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718FF4-A59A-B41E-73CB-393305B50E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7164" y="591429"/>
            <a:ext cx="5070764" cy="58509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93BB8C-A509-B946-C461-0D9CC43DD9FD}"/>
              </a:ext>
            </a:extLst>
          </p:cNvPr>
          <p:cNvSpPr txBox="1"/>
          <p:nvPr/>
        </p:nvSpPr>
        <p:spPr>
          <a:xfrm>
            <a:off x="8148320" y="1085334"/>
            <a:ext cx="2661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0" dirty="0">
                <a:solidFill>
                  <a:srgbClr val="040C28"/>
                </a:solidFill>
                <a:effectLst/>
                <a:latin typeface="Google Sans"/>
              </a:rPr>
              <a:t>Gibco media and supplements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51731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665A18-1E79-726C-5FE1-D77FFF7E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8768662-9C0B-6040-66F8-B2D30B63D2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9215189"/>
              </p:ext>
            </p:extLst>
          </p:nvPr>
        </p:nvGraphicFramePr>
        <p:xfrm>
          <a:off x="780143" y="136525"/>
          <a:ext cx="10911114" cy="6329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5284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B9D542-8C49-067A-9EAE-64DA08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69C7444-77B0-F9EE-ECBE-BD09A82BBE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538957"/>
              </p:ext>
            </p:extLst>
          </p:nvPr>
        </p:nvGraphicFramePr>
        <p:xfrm>
          <a:off x="812800" y="288924"/>
          <a:ext cx="10908145" cy="6361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788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6943" t="8646" r="5233" b="31175"/>
          <a:stretch/>
        </p:blipFill>
        <p:spPr>
          <a:xfrm>
            <a:off x="888472" y="308381"/>
            <a:ext cx="10678094" cy="473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3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34EF2-6681-4EB6-41FC-991F49A0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D94C05B-991B-AAA5-BE1C-3AB36571CB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972464"/>
              </p:ext>
            </p:extLst>
          </p:nvPr>
        </p:nvGraphicFramePr>
        <p:xfrm>
          <a:off x="142240" y="0"/>
          <a:ext cx="12049759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018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9A590D-4EBC-130B-5FBF-76B649AB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E9A6B41-3B85-F619-1A32-A3482A8B62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1578954"/>
              </p:ext>
            </p:extLst>
          </p:nvPr>
        </p:nvGraphicFramePr>
        <p:xfrm>
          <a:off x="111760" y="0"/>
          <a:ext cx="12080240" cy="673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192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067541-C4AF-3CEF-DE51-D4958FC5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0FEAF32-319E-DAB9-7CB5-C28330376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723567"/>
              </p:ext>
            </p:extLst>
          </p:nvPr>
        </p:nvGraphicFramePr>
        <p:xfrm>
          <a:off x="838199" y="124732"/>
          <a:ext cx="10929257" cy="65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603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96DC1D-B731-9F4E-3EC2-02D0DE7A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1CAD06E-2F51-A547-F1BB-F45B3D98E7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562789"/>
              </p:ext>
            </p:extLst>
          </p:nvPr>
        </p:nvGraphicFramePr>
        <p:xfrm>
          <a:off x="838200" y="136525"/>
          <a:ext cx="10852728" cy="658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152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F7D-E9F1-137A-61EB-7BB2F788C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9220"/>
            <a:ext cx="9144000" cy="1250723"/>
          </a:xfrm>
        </p:spPr>
        <p:txBody>
          <a:bodyPr/>
          <a:lstStyle/>
          <a:p>
            <a:r>
              <a:rPr kumimoji="0" lang="en-US" altLang="en-US" sz="6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Tissue Engineering</a:t>
            </a:r>
            <a:endParaRPr lang="en-IN" b="1" dirty="0">
              <a:solidFill>
                <a:schemeClr val="accent3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456EF-5C20-6D78-988A-D0F307A7B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3237"/>
            <a:ext cx="7609840" cy="475185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An interdisciplinary field that </a:t>
            </a:r>
            <a:r>
              <a:rPr lang="en-US" sz="3200" b="1" dirty="0">
                <a:solidFill>
                  <a:srgbClr val="FF0000"/>
                </a:solidFill>
              </a:rPr>
              <a:t>applies the principles of engineering and life sciences</a:t>
            </a:r>
            <a:r>
              <a:rPr lang="en-US" sz="3200" b="1" dirty="0"/>
              <a:t> toward the </a:t>
            </a:r>
            <a:r>
              <a:rPr lang="en-US" sz="3200" b="1" dirty="0">
                <a:solidFill>
                  <a:srgbClr val="FF0000"/>
                </a:solidFill>
              </a:rPr>
              <a:t>development of biological substitutes </a:t>
            </a:r>
            <a:r>
              <a:rPr lang="en-US" sz="3200" b="1" dirty="0"/>
              <a:t>that restore, maintain, or improve tissue functions or a whole organ.</a:t>
            </a:r>
          </a:p>
          <a:p>
            <a:pPr algn="just"/>
            <a:endParaRPr lang="en-US" sz="3200" b="1" dirty="0"/>
          </a:p>
          <a:p>
            <a:pPr algn="just"/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19F61-4197-66EF-767D-9D80854D1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72DFF-E2C7-9D42-4419-2A74AC4F7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37118" y="2255387"/>
            <a:ext cx="4290163" cy="3787550"/>
          </a:xfrm>
          <a:prstGeom prst="rect">
            <a:avLst/>
          </a:prstGeom>
        </p:spPr>
      </p:pic>
      <p:pic>
        <p:nvPicPr>
          <p:cNvPr id="1026" name="Picture 2" descr="WHAT'S THE DIFFERENCE BETWEEN REGENERATIVE MEDICINE AND TISSUE ENGINEERING?  - RegenerVate">
            <a:extLst>
              <a:ext uri="{FF2B5EF4-FFF2-40B4-BE49-F238E27FC236}">
                <a16:creationId xmlns:a16="http://schemas.microsoft.com/office/drawing/2014/main" id="{11998525-81AF-298E-581B-D4DB7041A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19574" y="4480735"/>
            <a:ext cx="3165490" cy="224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A66DA5-1D58-D430-4041-B52D8A178A1F}"/>
              </a:ext>
            </a:extLst>
          </p:cNvPr>
          <p:cNvSpPr txBox="1"/>
          <p:nvPr/>
        </p:nvSpPr>
        <p:spPr>
          <a:xfrm>
            <a:off x="5204921" y="5000940"/>
            <a:ext cx="19850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800" b="1" dirty="0"/>
              <a:t>Tissue engineering utilizes living cells as engineering materials. 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23520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A07EB5-5762-43CD-A37A-0258A90C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02D89-0AE4-FF45-133F-74BC81DD892A}"/>
              </a:ext>
            </a:extLst>
          </p:cNvPr>
          <p:cNvSpPr txBox="1"/>
          <p:nvPr/>
        </p:nvSpPr>
        <p:spPr>
          <a:xfrm>
            <a:off x="424303" y="1751068"/>
            <a:ext cx="420984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sz="2800" b="0" i="0" dirty="0">
                <a:solidFill>
                  <a:srgbClr val="4D51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biomaterial</a:t>
            </a:r>
            <a:r>
              <a:rPr lang="en-US" sz="280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is a substance </a:t>
            </a:r>
            <a:r>
              <a:rPr lang="en-US" sz="2800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that has been engineered to interact with biological systems for a medical purpose</a:t>
            </a:r>
            <a:r>
              <a:rPr lang="en-US" sz="280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, either a therapeutic or a diagnostic one.</a:t>
            </a:r>
            <a:endParaRPr lang="en-IN" sz="2800" dirty="0"/>
          </a:p>
        </p:txBody>
      </p:sp>
      <p:pic>
        <p:nvPicPr>
          <p:cNvPr id="2050" name="Picture 2" descr="Common Biomaterials Question.">
            <a:extLst>
              <a:ext uri="{FF2B5EF4-FFF2-40B4-BE49-F238E27FC236}">
                <a16:creationId xmlns:a16="http://schemas.microsoft.com/office/drawing/2014/main" id="{FF37503E-72D7-B33D-B0B7-4C0D2F6A3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694" y="671332"/>
            <a:ext cx="6497306" cy="5774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25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ED984F-5A98-00DB-CF46-F64C9D64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8E929F-B6CA-BF57-B679-4D991BF52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6" y="816430"/>
            <a:ext cx="10439399" cy="5905046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978E620-1EC3-8150-A1B1-6377D3826C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907016"/>
              </p:ext>
            </p:extLst>
          </p:nvPr>
        </p:nvGraphicFramePr>
        <p:xfrm>
          <a:off x="1019627" y="43542"/>
          <a:ext cx="10704286" cy="664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2203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7FBB22-A57A-9120-440B-82ECF8CF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41D13C-D7BE-D5F7-8D0D-C79CA5CE31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5763904"/>
              </p:ext>
            </p:extLst>
          </p:nvPr>
        </p:nvGraphicFramePr>
        <p:xfrm>
          <a:off x="747486" y="76200"/>
          <a:ext cx="6981372" cy="6645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Innovative Strategies for Tissue Engineering | IntechOpen">
            <a:extLst>
              <a:ext uri="{FF2B5EF4-FFF2-40B4-BE49-F238E27FC236}">
                <a16:creationId xmlns:a16="http://schemas.microsoft.com/office/drawing/2014/main" id="{A3985217-3A36-889C-CB61-94CB8D1EDD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61" t="10159" r="14869" b="14603"/>
          <a:stretch/>
        </p:blipFill>
        <p:spPr bwMode="auto">
          <a:xfrm>
            <a:off x="7612604" y="1351098"/>
            <a:ext cx="4487660" cy="395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31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257E4F-5167-9737-6743-0B3002B6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CB342-4FC0-5537-F9F6-07E053250A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50" b="6915"/>
          <a:stretch/>
        </p:blipFill>
        <p:spPr>
          <a:xfrm>
            <a:off x="5880827" y="426074"/>
            <a:ext cx="6217840" cy="6295401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6068566-63FA-1A15-F159-11CFFBFD82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9500182"/>
              </p:ext>
            </p:extLst>
          </p:nvPr>
        </p:nvGraphicFramePr>
        <p:xfrm>
          <a:off x="10435" y="0"/>
          <a:ext cx="5870392" cy="6650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448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BBCB5D-A33F-0894-9859-61563F79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32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75C629C-6428-F814-D825-2A19D03A01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6542908"/>
              </p:ext>
            </p:extLst>
          </p:nvPr>
        </p:nvGraphicFramePr>
        <p:xfrm>
          <a:off x="856342" y="0"/>
          <a:ext cx="6741887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Steps involved in bone tissue engineering. Mesenchymal cells are... |  Download Scientific Diagram">
            <a:extLst>
              <a:ext uri="{FF2B5EF4-FFF2-40B4-BE49-F238E27FC236}">
                <a16:creationId xmlns:a16="http://schemas.microsoft.com/office/drawing/2014/main" id="{5FB970E9-2464-B49F-506F-F60AA28BD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928" y="229632"/>
            <a:ext cx="4433215" cy="6198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51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9FC86-FC61-780D-A672-6B178A76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B32FCA0-099E-A610-437B-3E4D574E8C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1069250"/>
              </p:ext>
            </p:extLst>
          </p:nvPr>
        </p:nvGraphicFramePr>
        <p:xfrm>
          <a:off x="747487" y="65313"/>
          <a:ext cx="5196113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Hydrogel based tissue engineering and its future applications in  personalized disease modeling and regenerative therapy | Beni-Suef  University Journal of Basic and Applied Sciences | Full Text">
            <a:extLst>
              <a:ext uri="{FF2B5EF4-FFF2-40B4-BE49-F238E27FC236}">
                <a16:creationId xmlns:a16="http://schemas.microsoft.com/office/drawing/2014/main" id="{E7CEFE64-690B-E9AC-163D-C50724C02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25966"/>
            <a:ext cx="6008915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78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32456"/>
          <a:stretch/>
        </p:blipFill>
        <p:spPr>
          <a:xfrm>
            <a:off x="997475" y="578735"/>
            <a:ext cx="10484611" cy="5810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C.B.Powar</a:t>
            </a:r>
            <a:r>
              <a:rPr lang="en-US" dirty="0"/>
              <a:t>, 2010.Cell Biology.5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Ed,Himalyan</a:t>
            </a:r>
            <a:r>
              <a:rPr lang="en-US" dirty="0"/>
              <a:t> Publishing House.</a:t>
            </a:r>
          </a:p>
          <a:p>
            <a:pPr algn="just"/>
            <a:r>
              <a:rPr lang="en-US" dirty="0"/>
              <a:t>Sandhu, </a:t>
            </a:r>
            <a:r>
              <a:rPr lang="en-US" dirty="0" err="1"/>
              <a:t>Sardul</a:t>
            </a:r>
            <a:r>
              <a:rPr lang="en-US" dirty="0"/>
              <a:t> Singh. Recombinant DNA Technology. India: I.K. International Publishing House Pvt. Limited, 2013. John G. Webster 1998. </a:t>
            </a:r>
          </a:p>
          <a:p>
            <a:pPr algn="just"/>
            <a:r>
              <a:rPr lang="en-US" dirty="0"/>
              <a:t>Principles of Tissue Engineering. Switzerland: Elsevier Science, 2000.</a:t>
            </a:r>
          </a:p>
          <a:p>
            <a:pPr algn="just"/>
            <a:r>
              <a:rPr lang="en-US" dirty="0"/>
              <a:t>Jeremy M. Berg, John L. </a:t>
            </a:r>
            <a:r>
              <a:rPr lang="en-US" dirty="0" err="1"/>
              <a:t>Tymoczko</a:t>
            </a:r>
            <a:r>
              <a:rPr lang="en-US" dirty="0"/>
              <a:t> and </a:t>
            </a:r>
            <a:r>
              <a:rPr lang="en-US" dirty="0" err="1"/>
              <a:t>Lubert</a:t>
            </a:r>
            <a:r>
              <a:rPr lang="en-US" dirty="0"/>
              <a:t> </a:t>
            </a:r>
            <a:r>
              <a:rPr lang="en-US" dirty="0" err="1"/>
              <a:t>Stryer</a:t>
            </a:r>
            <a:r>
              <a:rPr lang="en-US" dirty="0"/>
              <a:t>. 2006. “Biochemistry,” 6th Ed. W.H. Freeman and Co.  Ltd.</a:t>
            </a:r>
          </a:p>
          <a:p>
            <a:pPr algn="just"/>
            <a:r>
              <a:rPr lang="en-US" dirty="0"/>
              <a:t>Robert Weaver. 2012 “Molecular Biology,” 5th Edition, </a:t>
            </a:r>
            <a:r>
              <a:rPr lang="en-US" dirty="0" err="1"/>
              <a:t>MCGraw</a:t>
            </a:r>
            <a:r>
              <a:rPr lang="en-US" dirty="0"/>
              <a:t>-Hill. </a:t>
            </a:r>
          </a:p>
          <a:p>
            <a:pPr algn="just"/>
            <a:r>
              <a:rPr lang="en-US" dirty="0"/>
              <a:t>Concepts and Applications of Stem Cell Biology: A Guide for Students. Germany: Springer International Publishing, 2020.</a:t>
            </a:r>
          </a:p>
          <a:p>
            <a:pPr algn="just"/>
            <a:r>
              <a:rPr lang="en-US" dirty="0"/>
              <a:t>Martin Alexander, 1994 “Biodegradation and Bioremediation,” Academic Press. </a:t>
            </a:r>
          </a:p>
          <a:p>
            <a:endParaRPr lang="en-US" dirty="0"/>
          </a:p>
          <a:p>
            <a:endParaRPr lang="en-IN" sz="2400" dirty="0"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4312">
        <p:fade/>
      </p:transition>
    </mc:Choice>
    <mc:Fallback xmlns="">
      <p:transition spd="med" advTm="24312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C59F10-0469-41D9-A47C-F060815B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40A539-1310-4D21-9FC1-E792ADB6FF91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bg2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F7F0C1-FE0E-4E84-A272-84F7546F2642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D00CC3-55E7-4469-98E5-1A8A78152859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9CF1A8-335C-4318-A62F-D8B26CCFE9EA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9D7ACC-7173-4DA8-AD85-0F4CC72A567A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CEF22BB-5CC6-4042-B1A9-67C1E7A75123}"/>
              </a:ext>
            </a:extLst>
          </p:cNvPr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9" name="Diamond 6">
            <a:extLst>
              <a:ext uri="{FF2B5EF4-FFF2-40B4-BE49-F238E27FC236}">
                <a16:creationId xmlns:a16="http://schemas.microsoft.com/office/drawing/2014/main" id="{746AE031-6D5F-4A9E-AE33-411F488922CC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10" name="Diamond 6">
            <a:extLst>
              <a:ext uri="{FF2B5EF4-FFF2-40B4-BE49-F238E27FC236}">
                <a16:creationId xmlns:a16="http://schemas.microsoft.com/office/drawing/2014/main" id="{CBC164E6-23F9-4682-84A0-3D4F5573EDDD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2987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12039</TotalTime>
  <Words>2614</Words>
  <Application>Microsoft Office PowerPoint</Application>
  <PresentationFormat>Widescreen</PresentationFormat>
  <Paragraphs>273</Paragraphs>
  <Slides>36</Slides>
  <Notes>2</Notes>
  <HiddenSlides>0</HiddenSlides>
  <MMClips>0</MMClips>
  <ScaleCrop>false</ScaleCrop>
  <HeadingPairs>
    <vt:vector size="10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  <vt:variant>
        <vt:lpstr>Custom Shows</vt:lpstr>
      </vt:variant>
      <vt:variant>
        <vt:i4>1</vt:i4>
      </vt:variant>
    </vt:vector>
  </HeadingPairs>
  <TitlesOfParts>
    <vt:vector size="51" baseType="lpstr">
      <vt:lpstr>Arial</vt:lpstr>
      <vt:lpstr>Arial</vt:lpstr>
      <vt:lpstr>Calibri</vt:lpstr>
      <vt:lpstr>Calibri Light</vt:lpstr>
      <vt:lpstr>Casper</vt:lpstr>
      <vt:lpstr>Franklin Gothic Book</vt:lpstr>
      <vt:lpstr>Georgia</vt:lpstr>
      <vt:lpstr>Google Sans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PowerPoint Presentation</vt:lpstr>
      <vt:lpstr>Course Outcome </vt:lpstr>
      <vt:lpstr>SYLLABUS</vt:lpstr>
      <vt:lpstr>Recombinant  DNA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Stem Cell Biology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Tissue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   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Neena Thakur</cp:lastModifiedBy>
  <cp:revision>693</cp:revision>
  <dcterms:created xsi:type="dcterms:W3CDTF">2019-01-09T10:33:58Z</dcterms:created>
  <dcterms:modified xsi:type="dcterms:W3CDTF">2023-11-16T09:23:27Z</dcterms:modified>
</cp:coreProperties>
</file>