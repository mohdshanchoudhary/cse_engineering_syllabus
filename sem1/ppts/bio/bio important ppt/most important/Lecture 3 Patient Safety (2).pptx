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8"/>
  </p:notesMasterIdLst>
  <p:handoutMasterIdLst>
    <p:handoutMasterId r:id="rId19"/>
  </p:handoutMasterIdLst>
  <p:sldIdLst>
    <p:sldId id="375" r:id="rId3"/>
    <p:sldId id="381" r:id="rId4"/>
    <p:sldId id="403" r:id="rId5"/>
    <p:sldId id="384" r:id="rId6"/>
    <p:sldId id="404" r:id="rId7"/>
    <p:sldId id="385" r:id="rId8"/>
    <p:sldId id="387" r:id="rId9"/>
    <p:sldId id="388" r:id="rId10"/>
    <p:sldId id="389" r:id="rId11"/>
    <p:sldId id="390" r:id="rId12"/>
    <p:sldId id="406" r:id="rId13"/>
    <p:sldId id="410" r:id="rId14"/>
    <p:sldId id="408" r:id="rId15"/>
    <p:sldId id="411" r:id="rId16"/>
    <p:sldId id="383" r:id="rId17"/>
  </p:sldIdLst>
  <p:sldSz cx="12192000" cy="6858000"/>
  <p:notesSz cx="6858000" cy="9144000"/>
  <p:custShowLst>
    <p:custShow name="Custom Show 1" id="0">
      <p:sldLst/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inder Kaur" userId="89161a673412ba18" providerId="LiveId" clId="{CD61423F-A174-4C56-94AC-6BA3B8041460}"/>
    <pc:docChg chg="modSld">
      <pc:chgData name="Devinder Kaur" userId="89161a673412ba18" providerId="LiveId" clId="{CD61423F-A174-4C56-94AC-6BA3B8041460}" dt="2022-04-27T08:58:28.991" v="53" actId="20577"/>
      <pc:docMkLst>
        <pc:docMk/>
      </pc:docMkLst>
      <pc:sldChg chg="modSp mod">
        <pc:chgData name="Devinder Kaur" userId="89161a673412ba18" providerId="LiveId" clId="{CD61423F-A174-4C56-94AC-6BA3B8041460}" dt="2022-04-27T08:50:49.245" v="45" actId="1038"/>
        <pc:sldMkLst>
          <pc:docMk/>
          <pc:sldMk cId="692539763" sldId="387"/>
        </pc:sldMkLst>
        <pc:picChg chg="mod">
          <ac:chgData name="Devinder Kaur" userId="89161a673412ba18" providerId="LiveId" clId="{CD61423F-A174-4C56-94AC-6BA3B8041460}" dt="2022-04-27T08:50:38.639" v="4" actId="14100"/>
          <ac:picMkLst>
            <pc:docMk/>
            <pc:sldMk cId="692539763" sldId="387"/>
            <ac:picMk id="4" creationId="{943C422C-7DCF-4CDE-8DB4-DCB700EF6C2D}"/>
          </ac:picMkLst>
        </pc:picChg>
        <pc:picChg chg="mod">
          <ac:chgData name="Devinder Kaur" userId="89161a673412ba18" providerId="LiveId" clId="{CD61423F-A174-4C56-94AC-6BA3B8041460}" dt="2022-04-27T08:50:49.245" v="45" actId="1038"/>
          <ac:picMkLst>
            <pc:docMk/>
            <pc:sldMk cId="692539763" sldId="387"/>
            <ac:picMk id="6" creationId="{B18EEBEA-7242-4CDD-A97F-7A42F457E74D}"/>
          </ac:picMkLst>
        </pc:picChg>
      </pc:sldChg>
      <pc:sldChg chg="modSp mod">
        <pc:chgData name="Devinder Kaur" userId="89161a673412ba18" providerId="LiveId" clId="{CD61423F-A174-4C56-94AC-6BA3B8041460}" dt="2022-04-27T08:54:36.404" v="47" actId="123"/>
        <pc:sldMkLst>
          <pc:docMk/>
          <pc:sldMk cId="1313070046" sldId="396"/>
        </pc:sldMkLst>
        <pc:graphicFrameChg chg="mod">
          <ac:chgData name="Devinder Kaur" userId="89161a673412ba18" providerId="LiveId" clId="{CD61423F-A174-4C56-94AC-6BA3B8041460}" dt="2022-04-27T08:54:36.404" v="47" actId="123"/>
          <ac:graphicFrameMkLst>
            <pc:docMk/>
            <pc:sldMk cId="1313070046" sldId="396"/>
            <ac:graphicFrameMk id="3" creationId="{273C431B-5468-4211-AD4C-1B3956D54282}"/>
          </ac:graphicFrameMkLst>
        </pc:graphicFrameChg>
      </pc:sldChg>
      <pc:sldChg chg="modSp">
        <pc:chgData name="Devinder Kaur" userId="89161a673412ba18" providerId="LiveId" clId="{CD61423F-A174-4C56-94AC-6BA3B8041460}" dt="2022-04-27T08:57:06.184" v="49" actId="113"/>
        <pc:sldMkLst>
          <pc:docMk/>
          <pc:sldMk cId="4007365547" sldId="398"/>
        </pc:sldMkLst>
        <pc:graphicFrameChg chg="mod">
          <ac:chgData name="Devinder Kaur" userId="89161a673412ba18" providerId="LiveId" clId="{CD61423F-A174-4C56-94AC-6BA3B8041460}" dt="2022-04-27T08:57:06.184" v="49" actId="113"/>
          <ac:graphicFrameMkLst>
            <pc:docMk/>
            <pc:sldMk cId="4007365547" sldId="398"/>
            <ac:graphicFrameMk id="3" creationId="{F74DEBA2-BCD2-42E8-9CFF-5B20122A5600}"/>
          </ac:graphicFrameMkLst>
        </pc:graphicFrameChg>
      </pc:sldChg>
      <pc:sldChg chg="modSp mod">
        <pc:chgData name="Devinder Kaur" userId="89161a673412ba18" providerId="LiveId" clId="{CD61423F-A174-4C56-94AC-6BA3B8041460}" dt="2022-04-27T08:58:28.991" v="53" actId="20577"/>
        <pc:sldMkLst>
          <pc:docMk/>
          <pc:sldMk cId="2485348420" sldId="402"/>
        </pc:sldMkLst>
        <pc:graphicFrameChg chg="mod">
          <ac:chgData name="Devinder Kaur" userId="89161a673412ba18" providerId="LiveId" clId="{CD61423F-A174-4C56-94AC-6BA3B8041460}" dt="2022-04-27T08:58:28.991" v="53" actId="20577"/>
          <ac:graphicFrameMkLst>
            <pc:docMk/>
            <pc:sldMk cId="2485348420" sldId="402"/>
            <ac:graphicFrameMk id="3" creationId="{23E94FE8-C503-44C8-9FAE-495F2E0BE4FE}"/>
          </ac:graphicFrameMkLst>
        </pc:graphicFrameChg>
      </pc:sldChg>
    </pc:docChg>
  </pc:docChgLst>
  <pc:docChgLst>
    <pc:chgData name="Devinder Kaur" userId="89161a673412ba18" providerId="LiveId" clId="{D437EBD6-E7C5-4692-824E-7A0E4B4620EA}"/>
    <pc:docChg chg="undo redo custSel addSld delSld modSld sldOrd">
      <pc:chgData name="Devinder Kaur" userId="89161a673412ba18" providerId="LiveId" clId="{D437EBD6-E7C5-4692-824E-7A0E4B4620EA}" dt="2022-01-05T05:00:09.847" v="2573" actId="47"/>
      <pc:docMkLst>
        <pc:docMk/>
      </pc:docMkLst>
      <pc:sldChg chg="modSp mod">
        <pc:chgData name="Devinder Kaur" userId="89161a673412ba18" providerId="LiveId" clId="{D437EBD6-E7C5-4692-824E-7A0E4B4620EA}" dt="2022-01-04T18:32:02.581" v="2485" actId="555"/>
        <pc:sldMkLst>
          <pc:docMk/>
          <pc:sldMk cId="2656501266" sldId="279"/>
        </pc:sldMkLst>
        <pc:spChg chg="mod">
          <ac:chgData name="Devinder Kaur" userId="89161a673412ba18" providerId="LiveId" clId="{D437EBD6-E7C5-4692-824E-7A0E4B4620EA}" dt="2022-01-04T18:31:37.353" v="2482" actId="20577"/>
          <ac:spMkLst>
            <pc:docMk/>
            <pc:sldMk cId="2656501266" sldId="279"/>
            <ac:spMk id="2" creationId="{00000000-0000-0000-0000-000000000000}"/>
          </ac:spMkLst>
        </pc:spChg>
        <pc:grpChg chg="mod">
          <ac:chgData name="Devinder Kaur" userId="89161a673412ba18" providerId="LiveId" clId="{D437EBD6-E7C5-4692-824E-7A0E4B4620EA}" dt="2022-01-04T18:32:02.581" v="2485" actId="555"/>
          <ac:grpSpMkLst>
            <pc:docMk/>
            <pc:sldMk cId="2656501266" sldId="279"/>
            <ac:grpSpMk id="29" creationId="{00000000-0000-0000-0000-000000000000}"/>
          </ac:grpSpMkLst>
        </pc:grpChg>
      </pc:sldChg>
      <pc:sldChg chg="del">
        <pc:chgData name="Devinder Kaur" userId="89161a673412ba18" providerId="LiveId" clId="{D437EBD6-E7C5-4692-824E-7A0E4B4620EA}" dt="2022-01-04T10:33:20.325" v="2175" actId="47"/>
        <pc:sldMkLst>
          <pc:docMk/>
          <pc:sldMk cId="2266207558" sldId="281"/>
        </pc:sldMkLst>
      </pc:sldChg>
      <pc:sldChg chg="del">
        <pc:chgData name="Devinder Kaur" userId="89161a673412ba18" providerId="LiveId" clId="{D437EBD6-E7C5-4692-824E-7A0E4B4620EA}" dt="2022-01-04T18:30:25.022" v="2417" actId="47"/>
        <pc:sldMkLst>
          <pc:docMk/>
          <pc:sldMk cId="3916463999" sldId="282"/>
        </pc:sldMkLst>
      </pc:sldChg>
      <pc:sldChg chg="del">
        <pc:chgData name="Devinder Kaur" userId="89161a673412ba18" providerId="LiveId" clId="{D437EBD6-E7C5-4692-824E-7A0E4B4620EA}" dt="2022-01-04T18:30:52.337" v="2422" actId="47"/>
        <pc:sldMkLst>
          <pc:docMk/>
          <pc:sldMk cId="2420312683" sldId="283"/>
        </pc:sldMkLst>
      </pc:sldChg>
      <pc:sldChg chg="del">
        <pc:chgData name="Devinder Kaur" userId="89161a673412ba18" providerId="LiveId" clId="{D437EBD6-E7C5-4692-824E-7A0E4B4620EA}" dt="2022-01-04T18:30:40.857" v="2418" actId="47"/>
        <pc:sldMkLst>
          <pc:docMk/>
          <pc:sldMk cId="1115974807" sldId="284"/>
        </pc:sldMkLst>
      </pc:sldChg>
      <pc:sldChg chg="del">
        <pc:chgData name="Devinder Kaur" userId="89161a673412ba18" providerId="LiveId" clId="{D437EBD6-E7C5-4692-824E-7A0E4B4620EA}" dt="2022-01-04T18:30:49.034" v="2421" actId="47"/>
        <pc:sldMkLst>
          <pc:docMk/>
          <pc:sldMk cId="2596675317" sldId="285"/>
        </pc:sldMkLst>
      </pc:sldChg>
      <pc:sldChg chg="del">
        <pc:chgData name="Devinder Kaur" userId="89161a673412ba18" providerId="LiveId" clId="{D437EBD6-E7C5-4692-824E-7A0E4B4620EA}" dt="2022-01-04T18:30:46.194" v="2420" actId="47"/>
        <pc:sldMkLst>
          <pc:docMk/>
          <pc:sldMk cId="3676534844" sldId="286"/>
        </pc:sldMkLst>
      </pc:sldChg>
      <pc:sldChg chg="del">
        <pc:chgData name="Devinder Kaur" userId="89161a673412ba18" providerId="LiveId" clId="{D437EBD6-E7C5-4692-824E-7A0E4B4620EA}" dt="2022-01-04T18:30:43.635" v="2419" actId="47"/>
        <pc:sldMkLst>
          <pc:docMk/>
          <pc:sldMk cId="1284689878" sldId="287"/>
        </pc:sldMkLst>
      </pc:sldChg>
      <pc:sldChg chg="modSp mod">
        <pc:chgData name="Devinder Kaur" userId="89161a673412ba18" providerId="LiveId" clId="{D437EBD6-E7C5-4692-824E-7A0E4B4620EA}" dt="2022-01-03T09:47:48.134" v="669"/>
        <pc:sldMkLst>
          <pc:docMk/>
          <pc:sldMk cId="1352780058" sldId="384"/>
        </pc:sldMkLst>
        <pc:graphicFrameChg chg="mod">
          <ac:chgData name="Devinder Kaur" userId="89161a673412ba18" providerId="LiveId" clId="{D437EBD6-E7C5-4692-824E-7A0E4B4620EA}" dt="2022-01-03T09:47:48.134" v="669"/>
          <ac:graphicFrameMkLst>
            <pc:docMk/>
            <pc:sldMk cId="1352780058" sldId="384"/>
            <ac:graphicFrameMk id="4" creationId="{BA2DF5AD-DBB8-4F6C-A2AE-E0273C0BE5C7}"/>
          </ac:graphicFrameMkLst>
        </pc:graphicFrameChg>
      </pc:sldChg>
      <pc:sldChg chg="del">
        <pc:chgData name="Devinder Kaur" userId="89161a673412ba18" providerId="LiveId" clId="{D437EBD6-E7C5-4692-824E-7A0E4B4620EA}" dt="2022-01-03T09:43:23.980" v="525" actId="47"/>
        <pc:sldMkLst>
          <pc:docMk/>
          <pc:sldMk cId="896460617" sldId="388"/>
        </pc:sldMkLst>
      </pc:sldChg>
      <pc:sldChg chg="addSp delSp modSp new del mod">
        <pc:chgData name="Devinder Kaur" userId="89161a673412ba18" providerId="LiveId" clId="{D437EBD6-E7C5-4692-824E-7A0E4B4620EA}" dt="2022-01-03T09:43:37.711" v="529" actId="47"/>
        <pc:sldMkLst>
          <pc:docMk/>
          <pc:sldMk cId="1005587946" sldId="389"/>
        </pc:sldMkLst>
        <pc:graphicFrameChg chg="add mod modGraphic">
          <ac:chgData name="Devinder Kaur" userId="89161a673412ba18" providerId="LiveId" clId="{D437EBD6-E7C5-4692-824E-7A0E4B4620EA}" dt="2021-12-30T08:28:13.232" v="66" actId="255"/>
          <ac:graphicFrameMkLst>
            <pc:docMk/>
            <pc:sldMk cId="1005587946" sldId="389"/>
            <ac:graphicFrameMk id="3" creationId="{FD50DDDD-2A18-410C-B43D-C970B7C23D64}"/>
          </ac:graphicFrameMkLst>
        </pc:graphicFrameChg>
        <pc:picChg chg="add mod">
          <ac:chgData name="Devinder Kaur" userId="89161a673412ba18" providerId="LiveId" clId="{D437EBD6-E7C5-4692-824E-7A0E4B4620EA}" dt="2021-12-30T08:29:19.507" v="74" actId="14100"/>
          <ac:picMkLst>
            <pc:docMk/>
            <pc:sldMk cId="1005587946" sldId="389"/>
            <ac:picMk id="4" creationId="{B9A9EF9B-D591-4B17-97E5-3CF98E258875}"/>
          </ac:picMkLst>
        </pc:picChg>
        <pc:picChg chg="add del mod">
          <ac:chgData name="Devinder Kaur" userId="89161a673412ba18" providerId="LiveId" clId="{D437EBD6-E7C5-4692-824E-7A0E4B4620EA}" dt="2021-12-30T08:28:54.294" v="68" actId="478"/>
          <ac:picMkLst>
            <pc:docMk/>
            <pc:sldMk cId="1005587946" sldId="389"/>
            <ac:picMk id="5" creationId="{7E771E45-5504-4FA3-A9A6-6443EEA07344}"/>
          </ac:picMkLst>
        </pc:picChg>
        <pc:picChg chg="add mod">
          <ac:chgData name="Devinder Kaur" userId="89161a673412ba18" providerId="LiveId" clId="{D437EBD6-E7C5-4692-824E-7A0E4B4620EA}" dt="2021-12-30T08:29:07.555" v="72" actId="14100"/>
          <ac:picMkLst>
            <pc:docMk/>
            <pc:sldMk cId="1005587946" sldId="389"/>
            <ac:picMk id="14338" creationId="{F07C730A-5497-4113-BDA3-9CEE57402CB6}"/>
          </ac:picMkLst>
        </pc:picChg>
      </pc:sldChg>
      <pc:sldChg chg="addSp modSp new del mod">
        <pc:chgData name="Devinder Kaur" userId="89161a673412ba18" providerId="LiveId" clId="{D437EBD6-E7C5-4692-824E-7A0E4B4620EA}" dt="2022-01-03T09:43:35.323" v="528" actId="47"/>
        <pc:sldMkLst>
          <pc:docMk/>
          <pc:sldMk cId="3600950664" sldId="390"/>
        </pc:sldMkLst>
        <pc:graphicFrameChg chg="add mod modGraphic">
          <ac:chgData name="Devinder Kaur" userId="89161a673412ba18" providerId="LiveId" clId="{D437EBD6-E7C5-4692-824E-7A0E4B4620EA}" dt="2021-12-30T08:58:53.666" v="130"/>
          <ac:graphicFrameMkLst>
            <pc:docMk/>
            <pc:sldMk cId="3600950664" sldId="390"/>
            <ac:graphicFrameMk id="3" creationId="{F57FD9B7-0F4A-45EF-94EB-A6DE0B794308}"/>
          </ac:graphicFrameMkLst>
        </pc:graphicFrameChg>
        <pc:picChg chg="add mod ord modCrop">
          <ac:chgData name="Devinder Kaur" userId="89161a673412ba18" providerId="LiveId" clId="{D437EBD6-E7C5-4692-824E-7A0E4B4620EA}" dt="2021-12-30T08:58:18.495" v="114" actId="1037"/>
          <ac:picMkLst>
            <pc:docMk/>
            <pc:sldMk cId="3600950664" sldId="390"/>
            <ac:picMk id="4" creationId="{D76ACF92-A6A6-4E5F-BF32-F9E9F8750DE2}"/>
          </ac:picMkLst>
        </pc:picChg>
      </pc:sldChg>
      <pc:sldChg chg="addSp modSp new del mod">
        <pc:chgData name="Devinder Kaur" userId="89161a673412ba18" providerId="LiveId" clId="{D437EBD6-E7C5-4692-824E-7A0E4B4620EA}" dt="2022-01-03T09:43:32.047" v="527" actId="47"/>
        <pc:sldMkLst>
          <pc:docMk/>
          <pc:sldMk cId="208273545" sldId="391"/>
        </pc:sldMkLst>
        <pc:graphicFrameChg chg="add mod modGraphic">
          <ac:chgData name="Devinder Kaur" userId="89161a673412ba18" providerId="LiveId" clId="{D437EBD6-E7C5-4692-824E-7A0E4B4620EA}" dt="2021-12-30T09:03:48.499" v="164" actId="123"/>
          <ac:graphicFrameMkLst>
            <pc:docMk/>
            <pc:sldMk cId="208273545" sldId="391"/>
            <ac:graphicFrameMk id="3" creationId="{25FC42D7-E1DD-4852-AEFC-A9922461DB76}"/>
          </ac:graphicFrameMkLst>
        </pc:graphicFrameChg>
        <pc:picChg chg="add mod modCrop">
          <ac:chgData name="Devinder Kaur" userId="89161a673412ba18" providerId="LiveId" clId="{D437EBD6-E7C5-4692-824E-7A0E4B4620EA}" dt="2021-12-30T09:04:24.739" v="171" actId="14100"/>
          <ac:picMkLst>
            <pc:docMk/>
            <pc:sldMk cId="208273545" sldId="391"/>
            <ac:picMk id="4" creationId="{C408C4D2-45C1-466D-AEB8-DF1A6ADECF38}"/>
          </ac:picMkLst>
        </pc:picChg>
      </pc:sldChg>
      <pc:sldChg chg="addSp modSp new del mod">
        <pc:chgData name="Devinder Kaur" userId="89161a673412ba18" providerId="LiveId" clId="{D437EBD6-E7C5-4692-824E-7A0E4B4620EA}" dt="2022-01-03T09:43:29.928" v="526" actId="47"/>
        <pc:sldMkLst>
          <pc:docMk/>
          <pc:sldMk cId="2401993180" sldId="392"/>
        </pc:sldMkLst>
        <pc:graphicFrameChg chg="add mod modGraphic">
          <ac:chgData name="Devinder Kaur" userId="89161a673412ba18" providerId="LiveId" clId="{D437EBD6-E7C5-4692-824E-7A0E4B4620EA}" dt="2021-12-30T09:10:18.861" v="204" actId="1076"/>
          <ac:graphicFrameMkLst>
            <pc:docMk/>
            <pc:sldMk cId="2401993180" sldId="392"/>
            <ac:graphicFrameMk id="3" creationId="{8A4068DC-F96E-4A5D-B32C-43FEC767AD9F}"/>
          </ac:graphicFrameMkLst>
        </pc:graphicFrameChg>
      </pc:sldChg>
      <pc:sldChg chg="addSp modSp new mod">
        <pc:chgData name="Devinder Kaur" userId="89161a673412ba18" providerId="LiveId" clId="{D437EBD6-E7C5-4692-824E-7A0E4B4620EA}" dt="2022-01-03T09:45:17.769" v="556"/>
        <pc:sldMkLst>
          <pc:docMk/>
          <pc:sldMk cId="2192094936" sldId="393"/>
        </pc:sldMkLst>
        <pc:graphicFrameChg chg="add mod modGraphic">
          <ac:chgData name="Devinder Kaur" userId="89161a673412ba18" providerId="LiveId" clId="{D437EBD6-E7C5-4692-824E-7A0E4B4620EA}" dt="2022-01-03T09:45:17.769" v="556"/>
          <ac:graphicFrameMkLst>
            <pc:docMk/>
            <pc:sldMk cId="2192094936" sldId="393"/>
            <ac:graphicFrameMk id="3" creationId="{8B632F35-A765-4989-BCDD-57B050D390F5}"/>
          </ac:graphicFrameMkLst>
        </pc:graphicFrameChg>
      </pc:sldChg>
      <pc:sldChg chg="addSp modSp new mod">
        <pc:chgData name="Devinder Kaur" userId="89161a673412ba18" providerId="LiveId" clId="{D437EBD6-E7C5-4692-824E-7A0E4B4620EA}" dt="2022-01-03T09:40:27.117" v="513" actId="20577"/>
        <pc:sldMkLst>
          <pc:docMk/>
          <pc:sldMk cId="3614230884" sldId="394"/>
        </pc:sldMkLst>
        <pc:graphicFrameChg chg="add mod modGraphic">
          <ac:chgData name="Devinder Kaur" userId="89161a673412ba18" providerId="LiveId" clId="{D437EBD6-E7C5-4692-824E-7A0E4B4620EA}" dt="2022-01-03T09:40:27.117" v="513" actId="20577"/>
          <ac:graphicFrameMkLst>
            <pc:docMk/>
            <pc:sldMk cId="3614230884" sldId="394"/>
            <ac:graphicFrameMk id="3" creationId="{778D9B96-086E-47D6-9D5B-2BCE27CBD1AF}"/>
          </ac:graphicFrameMkLst>
        </pc:graphicFrameChg>
      </pc:sldChg>
      <pc:sldChg chg="addSp modSp new mod">
        <pc:chgData name="Devinder Kaur" userId="89161a673412ba18" providerId="LiveId" clId="{D437EBD6-E7C5-4692-824E-7A0E4B4620EA}" dt="2021-12-30T10:16:19.820" v="298" actId="1035"/>
        <pc:sldMkLst>
          <pc:docMk/>
          <pc:sldMk cId="147918492" sldId="395"/>
        </pc:sldMkLst>
        <pc:graphicFrameChg chg="add mod modGraphic">
          <ac:chgData name="Devinder Kaur" userId="89161a673412ba18" providerId="LiveId" clId="{D437EBD6-E7C5-4692-824E-7A0E4B4620EA}" dt="2021-12-30T10:16:19.820" v="298" actId="1035"/>
          <ac:graphicFrameMkLst>
            <pc:docMk/>
            <pc:sldMk cId="147918492" sldId="395"/>
            <ac:graphicFrameMk id="3" creationId="{C96A5D8C-11DF-4E6F-9234-C4E7326F1221}"/>
          </ac:graphicFrameMkLst>
        </pc:graphicFrameChg>
      </pc:sldChg>
      <pc:sldChg chg="addSp delSp modSp new mod">
        <pc:chgData name="Devinder Kaur" userId="89161a673412ba18" providerId="LiveId" clId="{D437EBD6-E7C5-4692-824E-7A0E4B4620EA}" dt="2022-01-03T09:44:10.780" v="540"/>
        <pc:sldMkLst>
          <pc:docMk/>
          <pc:sldMk cId="3856306075" sldId="396"/>
        </pc:sldMkLst>
        <pc:spChg chg="add del mod">
          <ac:chgData name="Devinder Kaur" userId="89161a673412ba18" providerId="LiveId" clId="{D437EBD6-E7C5-4692-824E-7A0E4B4620EA}" dt="2021-12-30T10:24:01.802" v="325" actId="478"/>
          <ac:spMkLst>
            <pc:docMk/>
            <pc:sldMk cId="3856306075" sldId="396"/>
            <ac:spMk id="5" creationId="{86434215-6313-4C5C-9DB1-0BBA885F018D}"/>
          </ac:spMkLst>
        </pc:spChg>
        <pc:spChg chg="add del mod">
          <ac:chgData name="Devinder Kaur" userId="89161a673412ba18" providerId="LiveId" clId="{D437EBD6-E7C5-4692-824E-7A0E4B4620EA}" dt="2021-12-30T10:28:15.448" v="376" actId="478"/>
          <ac:spMkLst>
            <pc:docMk/>
            <pc:sldMk cId="3856306075" sldId="396"/>
            <ac:spMk id="7" creationId="{DBDC87F2-D3A4-4EFE-A303-52BFF1E262ED}"/>
          </ac:spMkLst>
        </pc:spChg>
        <pc:graphicFrameChg chg="add mod modGraphic">
          <ac:chgData name="Devinder Kaur" userId="89161a673412ba18" providerId="LiveId" clId="{D437EBD6-E7C5-4692-824E-7A0E4B4620EA}" dt="2022-01-03T09:44:10.780" v="540"/>
          <ac:graphicFrameMkLst>
            <pc:docMk/>
            <pc:sldMk cId="3856306075" sldId="396"/>
            <ac:graphicFrameMk id="3" creationId="{5EF03876-09FB-4960-BCF6-D28322A76EBC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09:37:35.159" v="2142" actId="113"/>
        <pc:sldMkLst>
          <pc:docMk/>
          <pc:sldMk cId="3167315709" sldId="397"/>
        </pc:sldMkLst>
        <pc:graphicFrameChg chg="add mod modGraphic">
          <ac:chgData name="Devinder Kaur" userId="89161a673412ba18" providerId="LiveId" clId="{D437EBD6-E7C5-4692-824E-7A0E4B4620EA}" dt="2022-01-04T09:37:35.159" v="2142" actId="113"/>
          <ac:graphicFrameMkLst>
            <pc:docMk/>
            <pc:sldMk cId="3167315709" sldId="397"/>
            <ac:graphicFrameMk id="3" creationId="{3275FE63-40A9-447D-A8F0-CBC20D437BF6}"/>
          </ac:graphicFrameMkLst>
        </pc:graphicFrameChg>
      </pc:sldChg>
      <pc:sldChg chg="addSp modSp new mod">
        <pc:chgData name="Devinder Kaur" userId="89161a673412ba18" providerId="LiveId" clId="{D437EBD6-E7C5-4692-824E-7A0E4B4620EA}" dt="2022-01-03T09:43:12.535" v="524"/>
        <pc:sldMkLst>
          <pc:docMk/>
          <pc:sldMk cId="3639549269" sldId="398"/>
        </pc:sldMkLst>
        <pc:graphicFrameChg chg="add mod modGraphic">
          <ac:chgData name="Devinder Kaur" userId="89161a673412ba18" providerId="LiveId" clId="{D437EBD6-E7C5-4692-824E-7A0E4B4620EA}" dt="2022-01-03T09:43:12.535" v="524"/>
          <ac:graphicFrameMkLst>
            <pc:docMk/>
            <pc:sldMk cId="3639549269" sldId="398"/>
            <ac:graphicFrameMk id="3" creationId="{0DFF9344-92F7-4682-9AF5-F049576651F7}"/>
          </ac:graphicFrameMkLst>
        </pc:graphicFrameChg>
      </pc:sldChg>
      <pc:sldChg chg="addSp delSp modSp new mod modNotesTx">
        <pc:chgData name="Devinder Kaur" userId="89161a673412ba18" providerId="LiveId" clId="{D437EBD6-E7C5-4692-824E-7A0E4B4620EA}" dt="2022-01-03T09:56:10.487" v="714" actId="1032"/>
        <pc:sldMkLst>
          <pc:docMk/>
          <pc:sldMk cId="464625897" sldId="399"/>
        </pc:sldMkLst>
        <pc:graphicFrameChg chg="add mod modGraphic">
          <ac:chgData name="Devinder Kaur" userId="89161a673412ba18" providerId="LiveId" clId="{D437EBD6-E7C5-4692-824E-7A0E4B4620EA}" dt="2022-01-03T09:53:27.258" v="707" actId="14100"/>
          <ac:graphicFrameMkLst>
            <pc:docMk/>
            <pc:sldMk cId="464625897" sldId="399"/>
            <ac:graphicFrameMk id="3" creationId="{FA13A556-8E4F-4A65-9846-1F148285D800}"/>
          </ac:graphicFrameMkLst>
        </pc:graphicFrameChg>
        <pc:graphicFrameChg chg="add del modGraphic">
          <ac:chgData name="Devinder Kaur" userId="89161a673412ba18" providerId="LiveId" clId="{D437EBD6-E7C5-4692-824E-7A0E4B4620EA}" dt="2022-01-03T09:56:10.487" v="714" actId="1032"/>
          <ac:graphicFrameMkLst>
            <pc:docMk/>
            <pc:sldMk cId="464625897" sldId="399"/>
            <ac:graphicFrameMk id="4" creationId="{AF9DCAC7-6D9D-4AAD-A92F-50152F4B65A8}"/>
          </ac:graphicFrameMkLst>
        </pc:graphicFrameChg>
      </pc:sldChg>
      <pc:sldChg chg="addSp modSp new mod modNotesTx">
        <pc:chgData name="Devinder Kaur" userId="89161a673412ba18" providerId="LiveId" clId="{D437EBD6-E7C5-4692-824E-7A0E4B4620EA}" dt="2022-01-03T10:39:33.414" v="912" actId="255"/>
        <pc:sldMkLst>
          <pc:docMk/>
          <pc:sldMk cId="227521108" sldId="400"/>
        </pc:sldMkLst>
        <pc:graphicFrameChg chg="add mod modGraphic">
          <ac:chgData name="Devinder Kaur" userId="89161a673412ba18" providerId="LiveId" clId="{D437EBD6-E7C5-4692-824E-7A0E4B4620EA}" dt="2022-01-03T10:39:33.414" v="912" actId="255"/>
          <ac:graphicFrameMkLst>
            <pc:docMk/>
            <pc:sldMk cId="227521108" sldId="400"/>
            <ac:graphicFrameMk id="3" creationId="{0A75EF0A-0EE4-46B0-B346-E4FF073F4FA7}"/>
          </ac:graphicFrameMkLst>
        </pc:graphicFrameChg>
      </pc:sldChg>
      <pc:sldChg chg="addSp modSp new mod">
        <pc:chgData name="Devinder Kaur" userId="89161a673412ba18" providerId="LiveId" clId="{D437EBD6-E7C5-4692-824E-7A0E4B4620EA}" dt="2022-01-03T10:12:57.619" v="802" actId="14100"/>
        <pc:sldMkLst>
          <pc:docMk/>
          <pc:sldMk cId="2249148143" sldId="401"/>
        </pc:sldMkLst>
        <pc:graphicFrameChg chg="add mod modGraphic">
          <ac:chgData name="Devinder Kaur" userId="89161a673412ba18" providerId="LiveId" clId="{D437EBD6-E7C5-4692-824E-7A0E4B4620EA}" dt="2022-01-03T10:12:57.619" v="802" actId="14100"/>
          <ac:graphicFrameMkLst>
            <pc:docMk/>
            <pc:sldMk cId="2249148143" sldId="401"/>
            <ac:graphicFrameMk id="3" creationId="{EA430766-A82E-4BAC-BEBF-83AB9FBE8243}"/>
          </ac:graphicFrameMkLst>
        </pc:graphicFrameChg>
      </pc:sldChg>
      <pc:sldChg chg="addSp modSp new mod">
        <pc:chgData name="Devinder Kaur" userId="89161a673412ba18" providerId="LiveId" clId="{D437EBD6-E7C5-4692-824E-7A0E4B4620EA}" dt="2022-01-03T10:37:37.963" v="907"/>
        <pc:sldMkLst>
          <pc:docMk/>
          <pc:sldMk cId="896897458" sldId="402"/>
        </pc:sldMkLst>
        <pc:graphicFrameChg chg="add mod modGraphic">
          <ac:chgData name="Devinder Kaur" userId="89161a673412ba18" providerId="LiveId" clId="{D437EBD6-E7C5-4692-824E-7A0E4B4620EA}" dt="2022-01-03T10:37:37.963" v="907"/>
          <ac:graphicFrameMkLst>
            <pc:docMk/>
            <pc:sldMk cId="896897458" sldId="402"/>
            <ac:graphicFrameMk id="3" creationId="{82A99B5D-4B56-47E4-97F6-CF7642479297}"/>
          </ac:graphicFrameMkLst>
        </pc:graphicFrameChg>
      </pc:sldChg>
      <pc:sldChg chg="addSp modSp new mod modNotesTx">
        <pc:chgData name="Devinder Kaur" userId="89161a673412ba18" providerId="LiveId" clId="{D437EBD6-E7C5-4692-824E-7A0E4B4620EA}" dt="2022-01-03T10:50:20.282" v="944" actId="20577"/>
        <pc:sldMkLst>
          <pc:docMk/>
          <pc:sldMk cId="370510280" sldId="403"/>
        </pc:sldMkLst>
        <pc:graphicFrameChg chg="add mod modGraphic">
          <ac:chgData name="Devinder Kaur" userId="89161a673412ba18" providerId="LiveId" clId="{D437EBD6-E7C5-4692-824E-7A0E4B4620EA}" dt="2022-01-03T10:50:20.282" v="944" actId="20577"/>
          <ac:graphicFrameMkLst>
            <pc:docMk/>
            <pc:sldMk cId="370510280" sldId="403"/>
            <ac:graphicFrameMk id="3" creationId="{43BAFD15-DD9F-49A5-A0DE-4E81A575A22F}"/>
          </ac:graphicFrameMkLst>
        </pc:graphicFrameChg>
      </pc:sldChg>
      <pc:sldChg chg="addSp modSp new mod modNotesTx">
        <pc:chgData name="Devinder Kaur" userId="89161a673412ba18" providerId="LiveId" clId="{D437EBD6-E7C5-4692-824E-7A0E4B4620EA}" dt="2022-01-05T04:58:45.633" v="2570" actId="403"/>
        <pc:sldMkLst>
          <pc:docMk/>
          <pc:sldMk cId="1758255484" sldId="404"/>
        </pc:sldMkLst>
        <pc:graphicFrameChg chg="add mod modGraphic">
          <ac:chgData name="Devinder Kaur" userId="89161a673412ba18" providerId="LiveId" clId="{D437EBD6-E7C5-4692-824E-7A0E4B4620EA}" dt="2022-01-05T04:58:45.633" v="2570" actId="403"/>
          <ac:graphicFrameMkLst>
            <pc:docMk/>
            <pc:sldMk cId="1758255484" sldId="404"/>
            <ac:graphicFrameMk id="3" creationId="{8A0FCFD4-6670-41BA-9D3D-3BF049E75FED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05:09:38.414" v="1014" actId="1036"/>
        <pc:sldMkLst>
          <pc:docMk/>
          <pc:sldMk cId="1064749569" sldId="405"/>
        </pc:sldMkLst>
        <pc:graphicFrameChg chg="add mod modGraphic">
          <ac:chgData name="Devinder Kaur" userId="89161a673412ba18" providerId="LiveId" clId="{D437EBD6-E7C5-4692-824E-7A0E4B4620EA}" dt="2022-01-04T05:09:38.414" v="1014" actId="1036"/>
          <ac:graphicFrameMkLst>
            <pc:docMk/>
            <pc:sldMk cId="1064749569" sldId="405"/>
            <ac:graphicFrameMk id="3" creationId="{6FA20453-F70D-427A-BE72-6C1FBBAE2422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05:27:07.268" v="1170" actId="255"/>
        <pc:sldMkLst>
          <pc:docMk/>
          <pc:sldMk cId="58233747" sldId="406"/>
        </pc:sldMkLst>
        <pc:graphicFrameChg chg="add mod modGraphic">
          <ac:chgData name="Devinder Kaur" userId="89161a673412ba18" providerId="LiveId" clId="{D437EBD6-E7C5-4692-824E-7A0E4B4620EA}" dt="2022-01-04T05:27:07.268" v="1170" actId="255"/>
          <ac:graphicFrameMkLst>
            <pc:docMk/>
            <pc:sldMk cId="58233747" sldId="406"/>
            <ac:graphicFrameMk id="3" creationId="{5FE0A920-CC80-4EB4-95E3-71140833B511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42:21.794" v="2528"/>
        <pc:sldMkLst>
          <pc:docMk/>
          <pc:sldMk cId="3711753767" sldId="407"/>
        </pc:sldMkLst>
        <pc:graphicFrameChg chg="add mod modGraphic">
          <ac:chgData name="Devinder Kaur" userId="89161a673412ba18" providerId="LiveId" clId="{D437EBD6-E7C5-4692-824E-7A0E4B4620EA}" dt="2022-01-04T18:42:21.794" v="2528"/>
          <ac:graphicFrameMkLst>
            <pc:docMk/>
            <pc:sldMk cId="3711753767" sldId="407"/>
            <ac:graphicFrameMk id="3" creationId="{E54F643D-F193-471D-84EE-E2CCBB190C8B}"/>
          </ac:graphicFrameMkLst>
        </pc:graphicFrameChg>
      </pc:sldChg>
      <pc:sldChg chg="addSp delSp modSp new mod">
        <pc:chgData name="Devinder Kaur" userId="89161a673412ba18" providerId="LiveId" clId="{D437EBD6-E7C5-4692-824E-7A0E4B4620EA}" dt="2022-01-04T18:43:47.710" v="2549"/>
        <pc:sldMkLst>
          <pc:docMk/>
          <pc:sldMk cId="2023502325" sldId="408"/>
        </pc:sldMkLst>
        <pc:graphicFrameChg chg="add mod modGraphic">
          <ac:chgData name="Devinder Kaur" userId="89161a673412ba18" providerId="LiveId" clId="{D437EBD6-E7C5-4692-824E-7A0E4B4620EA}" dt="2022-01-04T18:43:47.710" v="2549"/>
          <ac:graphicFrameMkLst>
            <pc:docMk/>
            <pc:sldMk cId="2023502325" sldId="408"/>
            <ac:graphicFrameMk id="3" creationId="{C9BC80E6-6A9D-4F6F-9413-7F6D8A58175F}"/>
          </ac:graphicFrameMkLst>
        </pc:graphicFrameChg>
        <pc:picChg chg="add del">
          <ac:chgData name="Devinder Kaur" userId="89161a673412ba18" providerId="LiveId" clId="{D437EBD6-E7C5-4692-824E-7A0E4B4620EA}" dt="2022-01-04T07:07:59.220" v="1552" actId="478"/>
          <ac:picMkLst>
            <pc:docMk/>
            <pc:sldMk cId="2023502325" sldId="408"/>
            <ac:picMk id="4" creationId="{D8A7A39E-7B25-4AB1-A8DE-CEA077CDEF6F}"/>
          </ac:picMkLst>
        </pc:picChg>
        <pc:picChg chg="add del mod">
          <ac:chgData name="Devinder Kaur" userId="89161a673412ba18" providerId="LiveId" clId="{D437EBD6-E7C5-4692-824E-7A0E4B4620EA}" dt="2022-01-04T07:15:03.778" v="1859" actId="478"/>
          <ac:picMkLst>
            <pc:docMk/>
            <pc:sldMk cId="2023502325" sldId="408"/>
            <ac:picMk id="5" creationId="{0E9055B2-077F-47BF-A957-40E530405595}"/>
          </ac:picMkLst>
        </pc:picChg>
      </pc:sldChg>
      <pc:sldChg chg="new del">
        <pc:chgData name="Devinder Kaur" userId="89161a673412ba18" providerId="LiveId" clId="{D437EBD6-E7C5-4692-824E-7A0E4B4620EA}" dt="2022-01-04T05:35:55.408" v="1211" actId="680"/>
        <pc:sldMkLst>
          <pc:docMk/>
          <pc:sldMk cId="1622905182" sldId="409"/>
        </pc:sldMkLst>
      </pc:sldChg>
      <pc:sldChg chg="modSp new mod">
        <pc:chgData name="Devinder Kaur" userId="89161a673412ba18" providerId="LiveId" clId="{D437EBD6-E7C5-4692-824E-7A0E4B4620EA}" dt="2022-01-04T18:34:11.558" v="2513" actId="14100"/>
        <pc:sldMkLst>
          <pc:docMk/>
          <pc:sldMk cId="4053061567" sldId="409"/>
        </pc:sldMkLst>
        <pc:spChg chg="mod">
          <ac:chgData name="Devinder Kaur" userId="89161a673412ba18" providerId="LiveId" clId="{D437EBD6-E7C5-4692-824E-7A0E4B4620EA}" dt="2022-01-04T05:38:21.574" v="1248" actId="14100"/>
          <ac:spMkLst>
            <pc:docMk/>
            <pc:sldMk cId="4053061567" sldId="409"/>
            <ac:spMk id="2" creationId="{7D11C330-CF8C-476A-86FB-980644B47AD6}"/>
          </ac:spMkLst>
        </pc:spChg>
        <pc:spChg chg="mod">
          <ac:chgData name="Devinder Kaur" userId="89161a673412ba18" providerId="LiveId" clId="{D437EBD6-E7C5-4692-824E-7A0E4B4620EA}" dt="2022-01-04T18:34:11.558" v="2513" actId="14100"/>
          <ac:spMkLst>
            <pc:docMk/>
            <pc:sldMk cId="4053061567" sldId="409"/>
            <ac:spMk id="3" creationId="{7091DE2F-9396-40F7-8441-3F7E82C9F023}"/>
          </ac:spMkLst>
        </pc:spChg>
      </pc:sldChg>
      <pc:sldChg chg="modSp new mod">
        <pc:chgData name="Devinder Kaur" userId="89161a673412ba18" providerId="LiveId" clId="{D437EBD6-E7C5-4692-824E-7A0E4B4620EA}" dt="2022-01-04T05:40:47.750" v="1280" actId="14100"/>
        <pc:sldMkLst>
          <pc:docMk/>
          <pc:sldMk cId="2337382951" sldId="410"/>
        </pc:sldMkLst>
        <pc:spChg chg="mod">
          <ac:chgData name="Devinder Kaur" userId="89161a673412ba18" providerId="LiveId" clId="{D437EBD6-E7C5-4692-824E-7A0E4B4620EA}" dt="2022-01-04T05:40:42.559" v="1279" actId="14100"/>
          <ac:spMkLst>
            <pc:docMk/>
            <pc:sldMk cId="2337382951" sldId="410"/>
            <ac:spMk id="2" creationId="{75DF2864-D4E4-4DA8-BC6E-A8C255929A8D}"/>
          </ac:spMkLst>
        </pc:spChg>
        <pc:spChg chg="mod">
          <ac:chgData name="Devinder Kaur" userId="89161a673412ba18" providerId="LiveId" clId="{D437EBD6-E7C5-4692-824E-7A0E4B4620EA}" dt="2022-01-04T05:40:47.750" v="1280" actId="14100"/>
          <ac:spMkLst>
            <pc:docMk/>
            <pc:sldMk cId="2337382951" sldId="410"/>
            <ac:spMk id="3" creationId="{5D6D8C70-B24F-4276-A3F1-20A30D6FF537}"/>
          </ac:spMkLst>
        </pc:spChg>
      </pc:sldChg>
      <pc:sldChg chg="modSp add del mod">
        <pc:chgData name="Devinder Kaur" userId="89161a673412ba18" providerId="LiveId" clId="{D437EBD6-E7C5-4692-824E-7A0E4B4620EA}" dt="2022-01-05T05:00:09.847" v="2573" actId="47"/>
        <pc:sldMkLst>
          <pc:docMk/>
          <pc:sldMk cId="1136771063" sldId="411"/>
        </pc:sldMkLst>
        <pc:spChg chg="mod">
          <ac:chgData name="Devinder Kaur" userId="89161a673412ba18" providerId="LiveId" clId="{D437EBD6-E7C5-4692-824E-7A0E4B4620EA}" dt="2022-01-04T18:37:20.842" v="2516" actId="20577"/>
          <ac:spMkLst>
            <pc:docMk/>
            <pc:sldMk cId="1136771063" sldId="411"/>
            <ac:spMk id="3" creationId="{4811D856-3C8C-4D6C-8911-404843A25A83}"/>
          </ac:spMkLst>
        </pc:spChg>
      </pc:sldChg>
      <pc:sldChg chg="delSp modSp new del mod">
        <pc:chgData name="Devinder Kaur" userId="89161a673412ba18" providerId="LiveId" clId="{D437EBD6-E7C5-4692-824E-7A0E4B4620EA}" dt="2022-01-04T18:34:21.445" v="2514" actId="2696"/>
        <pc:sldMkLst>
          <pc:docMk/>
          <pc:sldMk cId="3669953272" sldId="411"/>
        </pc:sldMkLst>
        <pc:spChg chg="del mod">
          <ac:chgData name="Devinder Kaur" userId="89161a673412ba18" providerId="LiveId" clId="{D437EBD6-E7C5-4692-824E-7A0E4B4620EA}" dt="2022-01-04T18:07:13.444" v="2287" actId="478"/>
          <ac:spMkLst>
            <pc:docMk/>
            <pc:sldMk cId="3669953272" sldId="411"/>
            <ac:spMk id="2" creationId="{B604E40A-43FE-4B8C-A135-608DC066CA66}"/>
          </ac:spMkLst>
        </pc:spChg>
        <pc:spChg chg="mod">
          <ac:chgData name="Devinder Kaur" userId="89161a673412ba18" providerId="LiveId" clId="{D437EBD6-E7C5-4692-824E-7A0E4B4620EA}" dt="2022-01-04T18:33:49.535" v="2508" actId="21"/>
          <ac:spMkLst>
            <pc:docMk/>
            <pc:sldMk cId="3669953272" sldId="411"/>
            <ac:spMk id="3" creationId="{4811D856-3C8C-4D6C-8911-404843A25A83}"/>
          </ac:spMkLst>
        </pc:spChg>
      </pc:sldChg>
      <pc:sldChg chg="addSp modSp new mod">
        <pc:chgData name="Devinder Kaur" userId="89161a673412ba18" providerId="LiveId" clId="{D437EBD6-E7C5-4692-824E-7A0E4B4620EA}" dt="2022-01-04T09:24:56.202" v="2086"/>
        <pc:sldMkLst>
          <pc:docMk/>
          <pc:sldMk cId="1345359177" sldId="412"/>
        </pc:sldMkLst>
        <pc:graphicFrameChg chg="add mod modGraphic">
          <ac:chgData name="Devinder Kaur" userId="89161a673412ba18" providerId="LiveId" clId="{D437EBD6-E7C5-4692-824E-7A0E4B4620EA}" dt="2022-01-04T09:24:56.202" v="2086"/>
          <ac:graphicFrameMkLst>
            <pc:docMk/>
            <pc:sldMk cId="1345359177" sldId="412"/>
            <ac:graphicFrameMk id="3" creationId="{91FB0732-0B5F-46B8-961B-558C53D446B4}"/>
          </ac:graphicFrameMkLst>
        </pc:graphicFrameChg>
      </pc:sldChg>
      <pc:sldChg chg="addSp modSp new mod ord">
        <pc:chgData name="Devinder Kaur" userId="89161a673412ba18" providerId="LiveId" clId="{D437EBD6-E7C5-4692-824E-7A0E4B4620EA}" dt="2022-01-05T04:59:21.737" v="2572" actId="403"/>
        <pc:sldMkLst>
          <pc:docMk/>
          <pc:sldMk cId="1399851306" sldId="413"/>
        </pc:sldMkLst>
        <pc:graphicFrameChg chg="add mod modGraphic">
          <ac:chgData name="Devinder Kaur" userId="89161a673412ba18" providerId="LiveId" clId="{D437EBD6-E7C5-4692-824E-7A0E4B4620EA}" dt="2022-01-05T04:59:21.737" v="2572" actId="403"/>
          <ac:graphicFrameMkLst>
            <pc:docMk/>
            <pc:sldMk cId="1399851306" sldId="413"/>
            <ac:graphicFrameMk id="3" creationId="{B0D304A0-7530-44FB-89C0-2D473262C5A0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0:32:56.223" v="2174" actId="122"/>
        <pc:sldMkLst>
          <pc:docMk/>
          <pc:sldMk cId="4063930908" sldId="414"/>
        </pc:sldMkLst>
        <pc:graphicFrameChg chg="add mod modGraphic">
          <ac:chgData name="Devinder Kaur" userId="89161a673412ba18" providerId="LiveId" clId="{D437EBD6-E7C5-4692-824E-7A0E4B4620EA}" dt="2022-01-04T10:32:56.223" v="2174" actId="122"/>
          <ac:graphicFrameMkLst>
            <pc:docMk/>
            <pc:sldMk cId="4063930908" sldId="414"/>
            <ac:graphicFrameMk id="3" creationId="{6D024CEA-69A2-4FB9-8156-CDDB63F89750}"/>
          </ac:graphicFrameMkLst>
        </pc:graphicFrameChg>
      </pc:sldChg>
      <pc:sldChg chg="addSp modSp new del mod">
        <pc:chgData name="Devinder Kaur" userId="89161a673412ba18" providerId="LiveId" clId="{D437EBD6-E7C5-4692-824E-7A0E4B4620EA}" dt="2022-01-04T18:30:19.046" v="2416" actId="47"/>
        <pc:sldMkLst>
          <pc:docMk/>
          <pc:sldMk cId="2899828015" sldId="415"/>
        </pc:sldMkLst>
        <pc:graphicFrameChg chg="add modGraphic">
          <ac:chgData name="Devinder Kaur" userId="89161a673412ba18" providerId="LiveId" clId="{D437EBD6-E7C5-4692-824E-7A0E4B4620EA}" dt="2022-01-04T10:29:31.465" v="2157" actId="1032"/>
          <ac:graphicFrameMkLst>
            <pc:docMk/>
            <pc:sldMk cId="2899828015" sldId="415"/>
            <ac:graphicFrameMk id="3" creationId="{8BFCCA66-FB13-40C4-940A-3BB9F84C453E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01:55.639" v="2227" actId="179"/>
        <pc:sldMkLst>
          <pc:docMk/>
          <pc:sldMk cId="3648166895" sldId="416"/>
        </pc:sldMkLst>
        <pc:graphicFrameChg chg="add mod modGraphic">
          <ac:chgData name="Devinder Kaur" userId="89161a673412ba18" providerId="LiveId" clId="{D437EBD6-E7C5-4692-824E-7A0E4B4620EA}" dt="2022-01-04T18:01:55.639" v="2227" actId="179"/>
          <ac:graphicFrameMkLst>
            <pc:docMk/>
            <pc:sldMk cId="3648166895" sldId="416"/>
            <ac:graphicFrameMk id="3" creationId="{DF6E36CB-AA92-4E01-ACA0-C986140179A1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24:20.393" v="2375" actId="403"/>
        <pc:sldMkLst>
          <pc:docMk/>
          <pc:sldMk cId="3035489821" sldId="417"/>
        </pc:sldMkLst>
        <pc:graphicFrameChg chg="add mod modGraphic">
          <ac:chgData name="Devinder Kaur" userId="89161a673412ba18" providerId="LiveId" clId="{D437EBD6-E7C5-4692-824E-7A0E4B4620EA}" dt="2022-01-04T18:24:20.393" v="2375" actId="403"/>
          <ac:graphicFrameMkLst>
            <pc:docMk/>
            <pc:sldMk cId="3035489821" sldId="417"/>
            <ac:graphicFrameMk id="3" creationId="{FAFD3B51-EA03-42EE-BB0B-64BFF2EFA7F1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06:00.623" v="2277" actId="122"/>
        <pc:sldMkLst>
          <pc:docMk/>
          <pc:sldMk cId="1377215463" sldId="418"/>
        </pc:sldMkLst>
        <pc:graphicFrameChg chg="add mod modGraphic">
          <ac:chgData name="Devinder Kaur" userId="89161a673412ba18" providerId="LiveId" clId="{D437EBD6-E7C5-4692-824E-7A0E4B4620EA}" dt="2022-01-04T18:06:00.623" v="2277" actId="122"/>
          <ac:graphicFrameMkLst>
            <pc:docMk/>
            <pc:sldMk cId="1377215463" sldId="418"/>
            <ac:graphicFrameMk id="3" creationId="{5A3FAA10-4350-4CB5-8FE4-8BE89AD633EC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14:30.712" v="2350" actId="20577"/>
        <pc:sldMkLst>
          <pc:docMk/>
          <pc:sldMk cId="1261589088" sldId="419"/>
        </pc:sldMkLst>
        <pc:graphicFrameChg chg="add mod modGraphic">
          <ac:chgData name="Devinder Kaur" userId="89161a673412ba18" providerId="LiveId" clId="{D437EBD6-E7C5-4692-824E-7A0E4B4620EA}" dt="2022-01-04T18:14:30.712" v="2350" actId="20577"/>
          <ac:graphicFrameMkLst>
            <pc:docMk/>
            <pc:sldMk cId="1261589088" sldId="419"/>
            <ac:graphicFrameMk id="3" creationId="{E7630C35-14AA-4A26-87FB-180C984DF3CF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30:08.903" v="2415" actId="14100"/>
        <pc:sldMkLst>
          <pc:docMk/>
          <pc:sldMk cId="3063314571" sldId="420"/>
        </pc:sldMkLst>
        <pc:graphicFrameChg chg="add mod modGraphic">
          <ac:chgData name="Devinder Kaur" userId="89161a673412ba18" providerId="LiveId" clId="{D437EBD6-E7C5-4692-824E-7A0E4B4620EA}" dt="2022-01-04T18:30:08.903" v="2415" actId="14100"/>
          <ac:graphicFrameMkLst>
            <pc:docMk/>
            <pc:sldMk cId="3063314571" sldId="420"/>
            <ac:graphicFrameMk id="3" creationId="{7989309E-54AD-4213-8FFD-3146D82E0B90}"/>
          </ac:graphicFrameMkLst>
        </pc:graphicFrameChg>
      </pc:sldChg>
      <pc:sldChg chg="modSp new mod">
        <pc:chgData name="Devinder Kaur" userId="89161a673412ba18" providerId="LiveId" clId="{D437EBD6-E7C5-4692-824E-7A0E4B4620EA}" dt="2022-01-04T18:33:24.705" v="2507" actId="14100"/>
        <pc:sldMkLst>
          <pc:docMk/>
          <pc:sldMk cId="927496232" sldId="421"/>
        </pc:sldMkLst>
        <pc:spChg chg="mod">
          <ac:chgData name="Devinder Kaur" userId="89161a673412ba18" providerId="LiveId" clId="{D437EBD6-E7C5-4692-824E-7A0E4B4620EA}" dt="2022-01-04T18:32:50.440" v="2500" actId="404"/>
          <ac:spMkLst>
            <pc:docMk/>
            <pc:sldMk cId="927496232" sldId="421"/>
            <ac:spMk id="2" creationId="{1F9F77DD-C0BC-4EE3-9ADD-063E95141D8A}"/>
          </ac:spMkLst>
        </pc:spChg>
        <pc:spChg chg="mod">
          <ac:chgData name="Devinder Kaur" userId="89161a673412ba18" providerId="LiveId" clId="{D437EBD6-E7C5-4692-824E-7A0E4B4620EA}" dt="2022-01-04T18:33:24.705" v="2507" actId="14100"/>
          <ac:spMkLst>
            <pc:docMk/>
            <pc:sldMk cId="927496232" sldId="421"/>
            <ac:spMk id="3" creationId="{A426A7D0-CF40-451E-9A6A-13D96547E957}"/>
          </ac:spMkLst>
        </pc:spChg>
      </pc:sldChg>
      <pc:sldChg chg="addSp modSp new mod">
        <pc:chgData name="Devinder Kaur" userId="89161a673412ba18" providerId="LiveId" clId="{D437EBD6-E7C5-4692-824E-7A0E4B4620EA}" dt="2022-01-04T18:46:36.912" v="2563" actId="14100"/>
        <pc:sldMkLst>
          <pc:docMk/>
          <pc:sldMk cId="879633862" sldId="422"/>
        </pc:sldMkLst>
        <pc:graphicFrameChg chg="add mod modGraphic">
          <ac:chgData name="Devinder Kaur" userId="89161a673412ba18" providerId="LiveId" clId="{D437EBD6-E7C5-4692-824E-7A0E4B4620EA}" dt="2022-01-04T18:46:36.912" v="2563" actId="14100"/>
          <ac:graphicFrameMkLst>
            <pc:docMk/>
            <pc:sldMk cId="879633862" sldId="422"/>
            <ac:graphicFrameMk id="3" creationId="{DDB33DA9-E0FE-4177-9226-C10C36093CDA}"/>
          </ac:graphicFrameMkLst>
        </pc:graphicFrameChg>
      </pc:sldChg>
    </pc:docChg>
  </pc:docChgLst>
  <pc:docChgLst>
    <pc:chgData name="Devinder Kaur" userId="89161a673412ba18" providerId="LiveId" clId="{EE7D6AD1-C6CD-4CDA-AF43-E90B02E8A2A3}"/>
    <pc:docChg chg="delSld modSld">
      <pc:chgData name="Devinder Kaur" userId="89161a673412ba18" providerId="LiveId" clId="{EE7D6AD1-C6CD-4CDA-AF43-E90B02E8A2A3}" dt="2022-11-24T08:58:22.007" v="1" actId="113"/>
      <pc:docMkLst>
        <pc:docMk/>
      </pc:docMkLst>
      <pc:sldChg chg="del">
        <pc:chgData name="Devinder Kaur" userId="89161a673412ba18" providerId="LiveId" clId="{EE7D6AD1-C6CD-4CDA-AF43-E90B02E8A2A3}" dt="2022-11-24T08:57:14.467" v="0" actId="47"/>
        <pc:sldMkLst>
          <pc:docMk/>
          <pc:sldMk cId="0" sldId="382"/>
        </pc:sldMkLst>
      </pc:sldChg>
      <pc:sldChg chg="modSp">
        <pc:chgData name="Devinder Kaur" userId="89161a673412ba18" providerId="LiveId" clId="{EE7D6AD1-C6CD-4CDA-AF43-E90B02E8A2A3}" dt="2022-11-24T08:58:22.007" v="1" actId="113"/>
        <pc:sldMkLst>
          <pc:docMk/>
          <pc:sldMk cId="667601327" sldId="401"/>
        </pc:sldMkLst>
        <pc:graphicFrameChg chg="mod">
          <ac:chgData name="Devinder Kaur" userId="89161a673412ba18" providerId="LiveId" clId="{EE7D6AD1-C6CD-4CDA-AF43-E90B02E8A2A3}" dt="2022-11-24T08:58:22.007" v="1" actId="113"/>
          <ac:graphicFrameMkLst>
            <pc:docMk/>
            <pc:sldMk cId="667601327" sldId="401"/>
            <ac:graphicFrameMk id="3" creationId="{9E6617EC-9517-480A-B2A5-587D32E041BC}"/>
          </ac:graphicFrameMkLst>
        </pc:graphicFrameChg>
      </pc:sldChg>
    </pc:docChg>
  </pc:docChgLst>
  <pc:docChgLst>
    <pc:chgData name="Devinder Kaur" userId="89161a673412ba18" providerId="LiveId" clId="{E1B0F1BB-378F-4DFC-AC36-6AE11FF45CD9}"/>
    <pc:docChg chg="undo custSel addSld delSld modSld sldOrd">
      <pc:chgData name="Devinder Kaur" userId="89161a673412ba18" providerId="LiveId" clId="{E1B0F1BB-378F-4DFC-AC36-6AE11FF45CD9}" dt="2023-01-03T08:12:40.330" v="271"/>
      <pc:docMkLst>
        <pc:docMk/>
      </pc:docMkLst>
      <pc:sldChg chg="modSp mod">
        <pc:chgData name="Devinder Kaur" userId="89161a673412ba18" providerId="LiveId" clId="{E1B0F1BB-378F-4DFC-AC36-6AE11FF45CD9}" dt="2022-12-20T06:48:50.158" v="14" actId="6549"/>
        <pc:sldMkLst>
          <pc:docMk/>
          <pc:sldMk cId="2629433958" sldId="384"/>
        </pc:sldMkLst>
        <pc:spChg chg="mod">
          <ac:chgData name="Devinder Kaur" userId="89161a673412ba18" providerId="LiveId" clId="{E1B0F1BB-378F-4DFC-AC36-6AE11FF45CD9}" dt="2022-12-20T06:48:50.158" v="14" actId="6549"/>
          <ac:spMkLst>
            <pc:docMk/>
            <pc:sldMk cId="2629433958" sldId="384"/>
            <ac:spMk id="3" creationId="{434A52C3-43CE-43F4-AD4D-FCD6D294DA3A}"/>
          </ac:spMkLst>
        </pc:spChg>
      </pc:sldChg>
      <pc:sldChg chg="del">
        <pc:chgData name="Devinder Kaur" userId="89161a673412ba18" providerId="LiveId" clId="{E1B0F1BB-378F-4DFC-AC36-6AE11FF45CD9}" dt="2022-12-20T06:49:20.530" v="15" actId="47"/>
        <pc:sldMkLst>
          <pc:docMk/>
          <pc:sldMk cId="2607301225" sldId="386"/>
        </pc:sldMkLst>
      </pc:sldChg>
      <pc:sldChg chg="del">
        <pc:chgData name="Devinder Kaur" userId="89161a673412ba18" providerId="LiveId" clId="{E1B0F1BB-378F-4DFC-AC36-6AE11FF45CD9}" dt="2022-12-12T04:31:25.231" v="2" actId="47"/>
        <pc:sldMkLst>
          <pc:docMk/>
          <pc:sldMk cId="130353146" sldId="391"/>
        </pc:sldMkLst>
      </pc:sldChg>
      <pc:sldChg chg="del">
        <pc:chgData name="Devinder Kaur" userId="89161a673412ba18" providerId="LiveId" clId="{E1B0F1BB-378F-4DFC-AC36-6AE11FF45CD9}" dt="2022-12-12T04:32:20.210" v="3" actId="47"/>
        <pc:sldMkLst>
          <pc:docMk/>
          <pc:sldMk cId="1828547960" sldId="392"/>
        </pc:sldMkLst>
      </pc:sldChg>
      <pc:sldChg chg="del">
        <pc:chgData name="Devinder Kaur" userId="89161a673412ba18" providerId="LiveId" clId="{E1B0F1BB-378F-4DFC-AC36-6AE11FF45CD9}" dt="2022-12-12T04:32:24.181" v="4" actId="47"/>
        <pc:sldMkLst>
          <pc:docMk/>
          <pc:sldMk cId="1352032531" sldId="393"/>
        </pc:sldMkLst>
      </pc:sldChg>
      <pc:sldChg chg="del">
        <pc:chgData name="Devinder Kaur" userId="89161a673412ba18" providerId="LiveId" clId="{E1B0F1BB-378F-4DFC-AC36-6AE11FF45CD9}" dt="2022-12-12T04:32:33.939" v="7" actId="47"/>
        <pc:sldMkLst>
          <pc:docMk/>
          <pc:sldMk cId="2850401586" sldId="394"/>
        </pc:sldMkLst>
      </pc:sldChg>
      <pc:sldChg chg="del">
        <pc:chgData name="Devinder Kaur" userId="89161a673412ba18" providerId="LiveId" clId="{E1B0F1BB-378F-4DFC-AC36-6AE11FF45CD9}" dt="2022-12-12T04:32:25.981" v="5" actId="47"/>
        <pc:sldMkLst>
          <pc:docMk/>
          <pc:sldMk cId="1147785466" sldId="395"/>
        </pc:sldMkLst>
      </pc:sldChg>
      <pc:sldChg chg="del">
        <pc:chgData name="Devinder Kaur" userId="89161a673412ba18" providerId="LiveId" clId="{E1B0F1BB-378F-4DFC-AC36-6AE11FF45CD9}" dt="2022-12-12T04:32:27.609" v="6" actId="47"/>
        <pc:sldMkLst>
          <pc:docMk/>
          <pc:sldMk cId="1313070046" sldId="396"/>
        </pc:sldMkLst>
      </pc:sldChg>
      <pc:sldChg chg="del">
        <pc:chgData name="Devinder Kaur" userId="89161a673412ba18" providerId="LiveId" clId="{E1B0F1BB-378F-4DFC-AC36-6AE11FF45CD9}" dt="2022-12-12T04:32:36.774" v="8" actId="47"/>
        <pc:sldMkLst>
          <pc:docMk/>
          <pc:sldMk cId="2745923664" sldId="397"/>
        </pc:sldMkLst>
      </pc:sldChg>
      <pc:sldChg chg="del">
        <pc:chgData name="Devinder Kaur" userId="89161a673412ba18" providerId="LiveId" clId="{E1B0F1BB-378F-4DFC-AC36-6AE11FF45CD9}" dt="2022-12-12T04:32:38.811" v="9" actId="47"/>
        <pc:sldMkLst>
          <pc:docMk/>
          <pc:sldMk cId="4007365547" sldId="398"/>
        </pc:sldMkLst>
      </pc:sldChg>
      <pc:sldChg chg="del">
        <pc:chgData name="Devinder Kaur" userId="89161a673412ba18" providerId="LiveId" clId="{E1B0F1BB-378F-4DFC-AC36-6AE11FF45CD9}" dt="2022-12-12T04:32:41.184" v="10" actId="47"/>
        <pc:sldMkLst>
          <pc:docMk/>
          <pc:sldMk cId="4044185337" sldId="399"/>
        </pc:sldMkLst>
      </pc:sldChg>
      <pc:sldChg chg="del">
        <pc:chgData name="Devinder Kaur" userId="89161a673412ba18" providerId="LiveId" clId="{E1B0F1BB-378F-4DFC-AC36-6AE11FF45CD9}" dt="2022-12-12T04:32:43.496" v="11" actId="47"/>
        <pc:sldMkLst>
          <pc:docMk/>
          <pc:sldMk cId="1491382384" sldId="400"/>
        </pc:sldMkLst>
      </pc:sldChg>
      <pc:sldChg chg="del">
        <pc:chgData name="Devinder Kaur" userId="89161a673412ba18" providerId="LiveId" clId="{E1B0F1BB-378F-4DFC-AC36-6AE11FF45CD9}" dt="2022-12-12T04:32:45.041" v="12" actId="47"/>
        <pc:sldMkLst>
          <pc:docMk/>
          <pc:sldMk cId="667601327" sldId="401"/>
        </pc:sldMkLst>
      </pc:sldChg>
      <pc:sldChg chg="del">
        <pc:chgData name="Devinder Kaur" userId="89161a673412ba18" providerId="LiveId" clId="{E1B0F1BB-378F-4DFC-AC36-6AE11FF45CD9}" dt="2022-12-12T04:32:46.675" v="13" actId="47"/>
        <pc:sldMkLst>
          <pc:docMk/>
          <pc:sldMk cId="2485348420" sldId="402"/>
        </pc:sldMkLst>
      </pc:sldChg>
      <pc:sldChg chg="ord">
        <pc:chgData name="Devinder Kaur" userId="89161a673412ba18" providerId="LiveId" clId="{E1B0F1BB-378F-4DFC-AC36-6AE11FF45CD9}" dt="2022-12-12T04:26:02.677" v="1"/>
        <pc:sldMkLst>
          <pc:docMk/>
          <pc:sldMk cId="2009044222" sldId="404"/>
        </pc:sldMkLst>
      </pc:sldChg>
      <pc:sldChg chg="modSp">
        <pc:chgData name="Devinder Kaur" userId="89161a673412ba18" providerId="LiveId" clId="{E1B0F1BB-378F-4DFC-AC36-6AE11FF45CD9}" dt="2022-12-20T06:53:04.986" v="36" actId="20577"/>
        <pc:sldMkLst>
          <pc:docMk/>
          <pc:sldMk cId="410068883" sldId="407"/>
        </pc:sldMkLst>
        <pc:graphicFrameChg chg="mod">
          <ac:chgData name="Devinder Kaur" userId="89161a673412ba18" providerId="LiveId" clId="{E1B0F1BB-378F-4DFC-AC36-6AE11FF45CD9}" dt="2022-12-20T06:53:04.986" v="36" actId="20577"/>
          <ac:graphicFrameMkLst>
            <pc:docMk/>
            <pc:sldMk cId="410068883" sldId="407"/>
            <ac:graphicFrameMk id="3" creationId="{A9643CD8-F2FA-4D94-9877-73CE28316AD4}"/>
          </ac:graphicFrameMkLst>
        </pc:graphicFrameChg>
      </pc:sldChg>
      <pc:sldChg chg="delSp modSp add del mod ord">
        <pc:chgData name="Devinder Kaur" userId="89161a673412ba18" providerId="LiveId" clId="{E1B0F1BB-378F-4DFC-AC36-6AE11FF45CD9}" dt="2022-12-20T07:11:35.445" v="212"/>
        <pc:sldMkLst>
          <pc:docMk/>
          <pc:sldMk cId="1564978313" sldId="408"/>
        </pc:sldMkLst>
        <pc:graphicFrameChg chg="mod">
          <ac:chgData name="Devinder Kaur" userId="89161a673412ba18" providerId="LiveId" clId="{E1B0F1BB-378F-4DFC-AC36-6AE11FF45CD9}" dt="2022-12-20T07:04:00.978" v="81" actId="113"/>
          <ac:graphicFrameMkLst>
            <pc:docMk/>
            <pc:sldMk cId="1564978313" sldId="408"/>
            <ac:graphicFrameMk id="3" creationId="{FD9583F2-F0E9-40C9-8342-D12BE91E5ACE}"/>
          </ac:graphicFrameMkLst>
        </pc:graphicFrameChg>
        <pc:picChg chg="del">
          <ac:chgData name="Devinder Kaur" userId="89161a673412ba18" providerId="LiveId" clId="{E1B0F1BB-378F-4DFC-AC36-6AE11FF45CD9}" dt="2022-12-20T07:03:48.791" v="79" actId="478"/>
          <ac:picMkLst>
            <pc:docMk/>
            <pc:sldMk cId="1564978313" sldId="408"/>
            <ac:picMk id="6" creationId="{EE40EC0D-62C7-4E1A-81C6-1A4B83B79908}"/>
          </ac:picMkLst>
        </pc:picChg>
      </pc:sldChg>
      <pc:sldChg chg="addSp modSp mod">
        <pc:chgData name="Devinder Kaur" userId="89161a673412ba18" providerId="LiveId" clId="{E1B0F1BB-378F-4DFC-AC36-6AE11FF45CD9}" dt="2022-12-20T07:02:13.179" v="77" actId="14100"/>
        <pc:sldMkLst>
          <pc:docMk/>
          <pc:sldMk cId="3248160990" sldId="409"/>
        </pc:sldMkLst>
        <pc:graphicFrameChg chg="mod">
          <ac:chgData name="Devinder Kaur" userId="89161a673412ba18" providerId="LiveId" clId="{E1B0F1BB-378F-4DFC-AC36-6AE11FF45CD9}" dt="2022-12-20T07:02:13.179" v="77" actId="14100"/>
          <ac:graphicFrameMkLst>
            <pc:docMk/>
            <pc:sldMk cId="3248160990" sldId="409"/>
            <ac:graphicFrameMk id="3" creationId="{A430482E-24EB-4DC5-885E-DD5AC080B71F}"/>
          </ac:graphicFrameMkLst>
        </pc:graphicFrameChg>
        <pc:picChg chg="add mod">
          <ac:chgData name="Devinder Kaur" userId="89161a673412ba18" providerId="LiveId" clId="{E1B0F1BB-378F-4DFC-AC36-6AE11FF45CD9}" dt="2022-12-20T07:01:33.415" v="76" actId="14100"/>
          <ac:picMkLst>
            <pc:docMk/>
            <pc:sldMk cId="3248160990" sldId="409"/>
            <ac:picMk id="4" creationId="{067FC6A9-E278-735E-DC06-1959F7FD4A34}"/>
          </ac:picMkLst>
        </pc:picChg>
      </pc:sldChg>
      <pc:sldChg chg="addSp modSp new mod">
        <pc:chgData name="Devinder Kaur" userId="89161a673412ba18" providerId="LiveId" clId="{E1B0F1BB-378F-4DFC-AC36-6AE11FF45CD9}" dt="2023-01-03T08:12:40.330" v="271"/>
        <pc:sldMkLst>
          <pc:docMk/>
          <pc:sldMk cId="1658314907" sldId="410"/>
        </pc:sldMkLst>
        <pc:graphicFrameChg chg="add mod modGraphic">
          <ac:chgData name="Devinder Kaur" userId="89161a673412ba18" providerId="LiveId" clId="{E1B0F1BB-378F-4DFC-AC36-6AE11FF45CD9}" dt="2023-01-03T08:12:40.330" v="271"/>
          <ac:graphicFrameMkLst>
            <pc:docMk/>
            <pc:sldMk cId="1658314907" sldId="410"/>
            <ac:graphicFrameMk id="3" creationId="{9AFB51FF-998D-4DE4-427C-0DC6F31D6A02}"/>
          </ac:graphicFrameMkLst>
        </pc:graphicFrameChg>
      </pc:sldChg>
      <pc:sldChg chg="addSp modSp new mod">
        <pc:chgData name="Devinder Kaur" userId="89161a673412ba18" providerId="LiveId" clId="{E1B0F1BB-378F-4DFC-AC36-6AE11FF45CD9}" dt="2022-12-20T07:22:23.765" v="244" actId="20577"/>
        <pc:sldMkLst>
          <pc:docMk/>
          <pc:sldMk cId="4199456291" sldId="411"/>
        </pc:sldMkLst>
        <pc:graphicFrameChg chg="add mod modGraphic">
          <ac:chgData name="Devinder Kaur" userId="89161a673412ba18" providerId="LiveId" clId="{E1B0F1BB-378F-4DFC-AC36-6AE11FF45CD9}" dt="2022-12-20T07:22:23.765" v="244" actId="20577"/>
          <ac:graphicFrameMkLst>
            <pc:docMk/>
            <pc:sldMk cId="4199456291" sldId="411"/>
            <ac:graphicFrameMk id="3" creationId="{58476AED-4099-71EF-54FF-40EF5E406977}"/>
          </ac:graphicFrameMkLst>
        </pc:graphicFrameChg>
      </pc:sldChg>
    </pc:docChg>
  </pc:docChgLst>
  <pc:docChgLst>
    <pc:chgData name="Devinder Kaur" userId="89161a673412ba18" providerId="LiveId" clId="{222FDA9D-10A7-4C58-9841-160FE12D7982}"/>
    <pc:docChg chg="undo custSel addSld delSld modSld">
      <pc:chgData name="Devinder Kaur" userId="89161a673412ba18" providerId="LiveId" clId="{222FDA9D-10A7-4C58-9841-160FE12D7982}" dt="2022-01-05T09:43:37.068" v="1483" actId="313"/>
      <pc:docMkLst>
        <pc:docMk/>
      </pc:docMkLst>
      <pc:sldChg chg="modSp del mod">
        <pc:chgData name="Devinder Kaur" userId="89161a673412ba18" providerId="LiveId" clId="{222FDA9D-10A7-4C58-9841-160FE12D7982}" dt="2022-01-05T06:52:16.823" v="47" actId="47"/>
        <pc:sldMkLst>
          <pc:docMk/>
          <pc:sldMk cId="2656501266" sldId="279"/>
        </pc:sldMkLst>
        <pc:spChg chg="mod">
          <ac:chgData name="Devinder Kaur" userId="89161a673412ba18" providerId="LiveId" clId="{222FDA9D-10A7-4C58-9841-160FE12D7982}" dt="2022-01-05T06:51:25.110" v="42" actId="20577"/>
          <ac:spMkLst>
            <pc:docMk/>
            <pc:sldMk cId="2656501266" sldId="279"/>
            <ac:spMk id="2" creationId="{00000000-0000-0000-0000-000000000000}"/>
          </ac:spMkLst>
        </pc:spChg>
      </pc:sldChg>
      <pc:sldChg chg="new del">
        <pc:chgData name="Devinder Kaur" userId="89161a673412ba18" providerId="LiveId" clId="{222FDA9D-10A7-4C58-9841-160FE12D7982}" dt="2022-01-05T06:52:05.636" v="44" actId="680"/>
        <pc:sldMkLst>
          <pc:docMk/>
          <pc:sldMk cId="383669805" sldId="383"/>
        </pc:sldMkLst>
      </pc:sldChg>
      <pc:sldChg chg="addSp modSp new">
        <pc:chgData name="Devinder Kaur" userId="89161a673412ba18" providerId="LiveId" clId="{222FDA9D-10A7-4C58-9841-160FE12D7982}" dt="2022-01-05T06:52:10.023" v="46"/>
        <pc:sldMkLst>
          <pc:docMk/>
          <pc:sldMk cId="2429871484" sldId="383"/>
        </pc:sldMkLst>
        <pc:spChg chg="add mod">
          <ac:chgData name="Devinder Kaur" userId="89161a673412ba18" providerId="LiveId" clId="{222FDA9D-10A7-4C58-9841-160FE12D7982}" dt="2022-01-05T06:52:10.023" v="46"/>
          <ac:spMkLst>
            <pc:docMk/>
            <pc:sldMk cId="2429871484" sldId="383"/>
            <ac:spMk id="3" creationId="{E540A539-1310-4D21-9FC1-E792ADB6FF91}"/>
          </ac:spMkLst>
        </pc:spChg>
        <pc:spChg chg="add mod">
          <ac:chgData name="Devinder Kaur" userId="89161a673412ba18" providerId="LiveId" clId="{222FDA9D-10A7-4C58-9841-160FE12D7982}" dt="2022-01-05T06:52:10.023" v="46"/>
          <ac:spMkLst>
            <pc:docMk/>
            <pc:sldMk cId="2429871484" sldId="383"/>
            <ac:spMk id="8" creationId="{BCEF22BB-5CC6-4042-B1A9-67C1E7A75123}"/>
          </ac:spMkLst>
        </pc:spChg>
        <pc:spChg chg="add mod">
          <ac:chgData name="Devinder Kaur" userId="89161a673412ba18" providerId="LiveId" clId="{222FDA9D-10A7-4C58-9841-160FE12D7982}" dt="2022-01-05T06:52:10.023" v="46"/>
          <ac:spMkLst>
            <pc:docMk/>
            <pc:sldMk cId="2429871484" sldId="383"/>
            <ac:spMk id="9" creationId="{746AE031-6D5F-4A9E-AE33-411F488922CC}"/>
          </ac:spMkLst>
        </pc:spChg>
        <pc:spChg chg="add mod">
          <ac:chgData name="Devinder Kaur" userId="89161a673412ba18" providerId="LiveId" clId="{222FDA9D-10A7-4C58-9841-160FE12D7982}" dt="2022-01-05T06:52:10.023" v="46"/>
          <ac:spMkLst>
            <pc:docMk/>
            <pc:sldMk cId="2429871484" sldId="383"/>
            <ac:spMk id="10" creationId="{CBC164E6-23F9-4682-84A0-3D4F5573EDDD}"/>
          </ac:spMkLst>
        </pc:spChg>
        <pc:spChg chg="add mod">
          <ac:chgData name="Devinder Kaur" userId="89161a673412ba18" providerId="LiveId" clId="{222FDA9D-10A7-4C58-9841-160FE12D7982}" dt="2022-01-05T06:52:10.023" v="46"/>
          <ac:spMkLst>
            <pc:docMk/>
            <pc:sldMk cId="2429871484" sldId="383"/>
            <ac:spMk id="11" creationId="{5ECBBCFC-6EFA-430C-8ADF-F43ABC59DEC6}"/>
          </ac:spMkLst>
        </pc:spChg>
        <pc:cxnChg chg="add mod">
          <ac:chgData name="Devinder Kaur" userId="89161a673412ba18" providerId="LiveId" clId="{222FDA9D-10A7-4C58-9841-160FE12D7982}" dt="2022-01-05T06:52:10.023" v="46"/>
          <ac:cxnSpMkLst>
            <pc:docMk/>
            <pc:sldMk cId="2429871484" sldId="383"/>
            <ac:cxnSpMk id="4" creationId="{ACF7F0C1-FE0E-4E84-A272-84F7546F2642}"/>
          </ac:cxnSpMkLst>
        </pc:cxnChg>
        <pc:cxnChg chg="add mod">
          <ac:chgData name="Devinder Kaur" userId="89161a673412ba18" providerId="LiveId" clId="{222FDA9D-10A7-4C58-9841-160FE12D7982}" dt="2022-01-05T06:52:10.023" v="46"/>
          <ac:cxnSpMkLst>
            <pc:docMk/>
            <pc:sldMk cId="2429871484" sldId="383"/>
            <ac:cxnSpMk id="5" creationId="{9DD00CC3-55E7-4469-98E5-1A8A78152859}"/>
          </ac:cxnSpMkLst>
        </pc:cxnChg>
        <pc:cxnChg chg="add mod">
          <ac:chgData name="Devinder Kaur" userId="89161a673412ba18" providerId="LiveId" clId="{222FDA9D-10A7-4C58-9841-160FE12D7982}" dt="2022-01-05T06:52:10.023" v="46"/>
          <ac:cxnSpMkLst>
            <pc:docMk/>
            <pc:sldMk cId="2429871484" sldId="383"/>
            <ac:cxnSpMk id="6" creationId="{BB9CF1A8-335C-4318-A62F-D8B26CCFE9EA}"/>
          </ac:cxnSpMkLst>
        </pc:cxnChg>
        <pc:cxnChg chg="add mod">
          <ac:chgData name="Devinder Kaur" userId="89161a673412ba18" providerId="LiveId" clId="{222FDA9D-10A7-4C58-9841-160FE12D7982}" dt="2022-01-05T06:52:10.023" v="46"/>
          <ac:cxnSpMkLst>
            <pc:docMk/>
            <pc:sldMk cId="2429871484" sldId="383"/>
            <ac:cxnSpMk id="7" creationId="{C29D7ACC-7173-4DA8-AD85-0F4CC72A567A}"/>
          </ac:cxnSpMkLst>
        </pc:cxn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4261642514" sldId="383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352780058" sldId="384"/>
        </pc:sldMkLst>
      </pc:sldChg>
      <pc:sldChg chg="modSp new mod">
        <pc:chgData name="Devinder Kaur" userId="89161a673412ba18" providerId="LiveId" clId="{222FDA9D-10A7-4C58-9841-160FE12D7982}" dt="2022-01-05T06:54:22.704" v="85"/>
        <pc:sldMkLst>
          <pc:docMk/>
          <pc:sldMk cId="2629433958" sldId="384"/>
        </pc:sldMkLst>
        <pc:spChg chg="mod">
          <ac:chgData name="Devinder Kaur" userId="89161a673412ba18" providerId="LiveId" clId="{222FDA9D-10A7-4C58-9841-160FE12D7982}" dt="2022-01-05T06:54:22.704" v="85"/>
          <ac:spMkLst>
            <pc:docMk/>
            <pc:sldMk cId="2629433958" sldId="384"/>
            <ac:spMk id="2" creationId="{5D9BF78F-FE31-4602-962F-AF0650079619}"/>
          </ac:spMkLst>
        </pc:spChg>
        <pc:spChg chg="mod">
          <ac:chgData name="Devinder Kaur" userId="89161a673412ba18" providerId="LiveId" clId="{222FDA9D-10A7-4C58-9841-160FE12D7982}" dt="2022-01-05T06:54:19.393" v="83" actId="113"/>
          <ac:spMkLst>
            <pc:docMk/>
            <pc:sldMk cId="2629433958" sldId="384"/>
            <ac:spMk id="3" creationId="{434A52C3-43CE-43F4-AD4D-FCD6D294DA3A}"/>
          </ac:spMkLst>
        </pc:spChg>
      </pc:sldChg>
      <pc:sldChg chg="addSp modSp new mod">
        <pc:chgData name="Devinder Kaur" userId="89161a673412ba18" providerId="LiveId" clId="{222FDA9D-10A7-4C58-9841-160FE12D7982}" dt="2022-01-05T07:01:13.500" v="137" actId="1036"/>
        <pc:sldMkLst>
          <pc:docMk/>
          <pc:sldMk cId="3586755785" sldId="385"/>
        </pc:sldMkLst>
        <pc:graphicFrameChg chg="add mod modGraphic">
          <ac:chgData name="Devinder Kaur" userId="89161a673412ba18" providerId="LiveId" clId="{222FDA9D-10A7-4C58-9841-160FE12D7982}" dt="2022-01-05T07:00:57.483" v="123" actId="14100"/>
          <ac:graphicFrameMkLst>
            <pc:docMk/>
            <pc:sldMk cId="3586755785" sldId="385"/>
            <ac:graphicFrameMk id="3" creationId="{23DACFA7-04F1-4493-9B15-1F0D3FCF0780}"/>
          </ac:graphicFrameMkLst>
        </pc:graphicFrameChg>
        <pc:picChg chg="add mod">
          <ac:chgData name="Devinder Kaur" userId="89161a673412ba18" providerId="LiveId" clId="{222FDA9D-10A7-4C58-9841-160FE12D7982}" dt="2022-01-05T07:01:13.500" v="137" actId="1036"/>
          <ac:picMkLst>
            <pc:docMk/>
            <pc:sldMk cId="3586755785" sldId="385"/>
            <ac:picMk id="4" creationId="{A4874F09-7F57-4263-AD79-68878C41ABDB}"/>
          </ac:picMkLst>
        </pc:pic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2548413660" sldId="386"/>
        </pc:sldMkLst>
      </pc:sldChg>
      <pc:sldChg chg="addSp modSp new mod">
        <pc:chgData name="Devinder Kaur" userId="89161a673412ba18" providerId="LiveId" clId="{222FDA9D-10A7-4C58-9841-160FE12D7982}" dt="2022-01-05T07:03:13.932" v="168" actId="20577"/>
        <pc:sldMkLst>
          <pc:docMk/>
          <pc:sldMk cId="2607301225" sldId="386"/>
        </pc:sldMkLst>
        <pc:graphicFrameChg chg="add mod modGraphic">
          <ac:chgData name="Devinder Kaur" userId="89161a673412ba18" providerId="LiveId" clId="{222FDA9D-10A7-4C58-9841-160FE12D7982}" dt="2022-01-05T07:03:13.932" v="168" actId="20577"/>
          <ac:graphicFrameMkLst>
            <pc:docMk/>
            <pc:sldMk cId="2607301225" sldId="386"/>
            <ac:graphicFrameMk id="3" creationId="{D6937E8C-5F82-4730-9D14-557A79ED1780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687752180" sldId="387"/>
        </pc:sldMkLst>
      </pc:sldChg>
      <pc:sldChg chg="addSp modSp new mod">
        <pc:chgData name="Devinder Kaur" userId="89161a673412ba18" providerId="LiveId" clId="{222FDA9D-10A7-4C58-9841-160FE12D7982}" dt="2022-01-05T07:07:12.872" v="217" actId="14100"/>
        <pc:sldMkLst>
          <pc:docMk/>
          <pc:sldMk cId="692539763" sldId="387"/>
        </pc:sldMkLst>
        <pc:picChg chg="add mod modCrop">
          <ac:chgData name="Devinder Kaur" userId="89161a673412ba18" providerId="LiveId" clId="{222FDA9D-10A7-4C58-9841-160FE12D7982}" dt="2022-01-05T07:05:03.105" v="184" actId="1076"/>
          <ac:picMkLst>
            <pc:docMk/>
            <pc:sldMk cId="692539763" sldId="387"/>
            <ac:picMk id="3" creationId="{2C0D1286-638A-4419-835C-0E0CA7C1CB81}"/>
          </ac:picMkLst>
        </pc:picChg>
        <pc:picChg chg="add mod modCrop">
          <ac:chgData name="Devinder Kaur" userId="89161a673412ba18" providerId="LiveId" clId="{222FDA9D-10A7-4C58-9841-160FE12D7982}" dt="2022-01-05T07:07:12.872" v="217" actId="14100"/>
          <ac:picMkLst>
            <pc:docMk/>
            <pc:sldMk cId="692539763" sldId="387"/>
            <ac:picMk id="4" creationId="{943C422C-7DCF-4CDE-8DB4-DCB700EF6C2D}"/>
          </ac:picMkLst>
        </pc:picChg>
        <pc:picChg chg="add mod modCrop">
          <ac:chgData name="Devinder Kaur" userId="89161a673412ba18" providerId="LiveId" clId="{222FDA9D-10A7-4C58-9841-160FE12D7982}" dt="2022-01-05T07:06:58.381" v="213" actId="14100"/>
          <ac:picMkLst>
            <pc:docMk/>
            <pc:sldMk cId="692539763" sldId="387"/>
            <ac:picMk id="5" creationId="{239A7812-341F-4FD8-9B1D-07BA3A275266}"/>
          </ac:picMkLst>
        </pc:picChg>
        <pc:picChg chg="add mod modCrop">
          <ac:chgData name="Devinder Kaur" userId="89161a673412ba18" providerId="LiveId" clId="{222FDA9D-10A7-4C58-9841-160FE12D7982}" dt="2022-01-05T07:07:04.667" v="214" actId="14100"/>
          <ac:picMkLst>
            <pc:docMk/>
            <pc:sldMk cId="692539763" sldId="387"/>
            <ac:picMk id="6" creationId="{B18EEBEA-7242-4CDD-A97F-7A42F457E74D}"/>
          </ac:picMkLst>
        </pc:picChg>
      </pc:sldChg>
      <pc:sldChg chg="addSp modSp new mod">
        <pc:chgData name="Devinder Kaur" userId="89161a673412ba18" providerId="LiveId" clId="{222FDA9D-10A7-4C58-9841-160FE12D7982}" dt="2022-01-05T07:12:31.172" v="355" actId="14100"/>
        <pc:sldMkLst>
          <pc:docMk/>
          <pc:sldMk cId="245409264" sldId="388"/>
        </pc:sldMkLst>
        <pc:graphicFrameChg chg="add mod modGraphic">
          <ac:chgData name="Devinder Kaur" userId="89161a673412ba18" providerId="LiveId" clId="{222FDA9D-10A7-4C58-9841-160FE12D7982}" dt="2022-01-05T07:12:31.172" v="355" actId="14100"/>
          <ac:graphicFrameMkLst>
            <pc:docMk/>
            <pc:sldMk cId="245409264" sldId="388"/>
            <ac:graphicFrameMk id="3" creationId="{58350B1B-8BA8-4B5E-A2A2-759698FD0627}"/>
          </ac:graphicFrameMkLst>
        </pc:graphicFrameChg>
      </pc:sldChg>
      <pc:sldChg chg="addSp delSp modSp new mod">
        <pc:chgData name="Devinder Kaur" userId="89161a673412ba18" providerId="LiveId" clId="{222FDA9D-10A7-4C58-9841-160FE12D7982}" dt="2022-01-05T07:26:13.952" v="450" actId="313"/>
        <pc:sldMkLst>
          <pc:docMk/>
          <pc:sldMk cId="3255266913" sldId="389"/>
        </pc:sldMkLst>
        <pc:graphicFrameChg chg="add mod modGraphic">
          <ac:chgData name="Devinder Kaur" userId="89161a673412ba18" providerId="LiveId" clId="{222FDA9D-10A7-4C58-9841-160FE12D7982}" dt="2022-01-05T07:26:13.952" v="450" actId="313"/>
          <ac:graphicFrameMkLst>
            <pc:docMk/>
            <pc:sldMk cId="3255266913" sldId="389"/>
            <ac:graphicFrameMk id="3" creationId="{072D128E-61E6-404C-870C-99C2D3080631}"/>
          </ac:graphicFrameMkLst>
        </pc:graphicFrameChg>
        <pc:picChg chg="add del mod">
          <ac:chgData name="Devinder Kaur" userId="89161a673412ba18" providerId="LiveId" clId="{222FDA9D-10A7-4C58-9841-160FE12D7982}" dt="2022-01-05T07:23:00.173" v="436" actId="478"/>
          <ac:picMkLst>
            <pc:docMk/>
            <pc:sldMk cId="3255266913" sldId="389"/>
            <ac:picMk id="4" creationId="{770BFB0E-8025-4562-B5B9-50423397A93A}"/>
          </ac:picMkLst>
        </pc:picChg>
      </pc:sldChg>
      <pc:sldChg chg="addSp delSp modSp new mod">
        <pc:chgData name="Devinder Kaur" userId="89161a673412ba18" providerId="LiveId" clId="{222FDA9D-10A7-4C58-9841-160FE12D7982}" dt="2022-01-05T07:34:38.623" v="680" actId="255"/>
        <pc:sldMkLst>
          <pc:docMk/>
          <pc:sldMk cId="175309336" sldId="390"/>
        </pc:sldMkLst>
        <pc:graphicFrameChg chg="add mod modGraphic">
          <ac:chgData name="Devinder Kaur" userId="89161a673412ba18" providerId="LiveId" clId="{222FDA9D-10A7-4C58-9841-160FE12D7982}" dt="2022-01-05T07:34:38.623" v="680" actId="255"/>
          <ac:graphicFrameMkLst>
            <pc:docMk/>
            <pc:sldMk cId="175309336" sldId="390"/>
            <ac:graphicFrameMk id="4" creationId="{4D096293-99EA-484A-870C-9ECD39ADCA03}"/>
          </ac:graphicFrameMkLst>
        </pc:graphicFrameChg>
        <pc:picChg chg="add del mod">
          <ac:chgData name="Devinder Kaur" userId="89161a673412ba18" providerId="LiveId" clId="{222FDA9D-10A7-4C58-9841-160FE12D7982}" dt="2022-01-05T07:30:39.091" v="628" actId="478"/>
          <ac:picMkLst>
            <pc:docMk/>
            <pc:sldMk cId="175309336" sldId="390"/>
            <ac:picMk id="3" creationId="{4E4E57BB-AB58-412D-8DBE-3E70ED4FC183}"/>
          </ac:picMkLst>
        </pc:picChg>
      </pc:sldChg>
      <pc:sldChg chg="addSp modSp new mod">
        <pc:chgData name="Devinder Kaur" userId="89161a673412ba18" providerId="LiveId" clId="{222FDA9D-10A7-4C58-9841-160FE12D7982}" dt="2022-01-05T07:37:08.874" v="711" actId="20577"/>
        <pc:sldMkLst>
          <pc:docMk/>
          <pc:sldMk cId="130353146" sldId="391"/>
        </pc:sldMkLst>
        <pc:graphicFrameChg chg="add mod modGraphic">
          <ac:chgData name="Devinder Kaur" userId="89161a673412ba18" providerId="LiveId" clId="{222FDA9D-10A7-4C58-9841-160FE12D7982}" dt="2022-01-05T07:37:08.874" v="711" actId="20577"/>
          <ac:graphicFrameMkLst>
            <pc:docMk/>
            <pc:sldMk cId="130353146" sldId="391"/>
            <ac:graphicFrameMk id="3" creationId="{8E6ADBC7-E838-4CF1-869C-9D757376DB60}"/>
          </ac:graphicFrameMkLst>
        </pc:graphicFrameChg>
      </pc:sldChg>
      <pc:sldChg chg="addSp modSp new mod">
        <pc:chgData name="Devinder Kaur" userId="89161a673412ba18" providerId="LiveId" clId="{222FDA9D-10A7-4C58-9841-160FE12D7982}" dt="2022-01-05T07:39:10.406" v="762" actId="20577"/>
        <pc:sldMkLst>
          <pc:docMk/>
          <pc:sldMk cId="1828547960" sldId="392"/>
        </pc:sldMkLst>
        <pc:graphicFrameChg chg="add mod modGraphic">
          <ac:chgData name="Devinder Kaur" userId="89161a673412ba18" providerId="LiveId" clId="{222FDA9D-10A7-4C58-9841-160FE12D7982}" dt="2022-01-05T07:39:10.406" v="762" actId="20577"/>
          <ac:graphicFrameMkLst>
            <pc:docMk/>
            <pc:sldMk cId="1828547960" sldId="392"/>
            <ac:graphicFrameMk id="3" creationId="{AB25D867-FB23-4645-82D7-A3CBDBB79F19}"/>
          </ac:graphicFrameMkLst>
        </pc:graphicFrameChg>
      </pc:sldChg>
      <pc:sldChg chg="addSp modSp new mod">
        <pc:chgData name="Devinder Kaur" userId="89161a673412ba18" providerId="LiveId" clId="{222FDA9D-10A7-4C58-9841-160FE12D7982}" dt="2022-01-05T07:41:43.395" v="817" actId="20577"/>
        <pc:sldMkLst>
          <pc:docMk/>
          <pc:sldMk cId="1352032531" sldId="393"/>
        </pc:sldMkLst>
        <pc:graphicFrameChg chg="add mod modGraphic">
          <ac:chgData name="Devinder Kaur" userId="89161a673412ba18" providerId="LiveId" clId="{222FDA9D-10A7-4C58-9841-160FE12D7982}" dt="2022-01-05T07:41:43.395" v="817" actId="20577"/>
          <ac:graphicFrameMkLst>
            <pc:docMk/>
            <pc:sldMk cId="1352032531" sldId="393"/>
            <ac:graphicFrameMk id="3" creationId="{2686F1F7-1032-42E1-AA5D-3AFB26EB0CD1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2192094936" sldId="393"/>
        </pc:sldMkLst>
      </pc:sldChg>
      <pc:sldChg chg="addSp modSp new mod">
        <pc:chgData name="Devinder Kaur" userId="89161a673412ba18" providerId="LiveId" clId="{222FDA9D-10A7-4C58-9841-160FE12D7982}" dt="2022-01-05T09:30:42.618" v="1249" actId="123"/>
        <pc:sldMkLst>
          <pc:docMk/>
          <pc:sldMk cId="2850401586" sldId="394"/>
        </pc:sldMkLst>
        <pc:graphicFrameChg chg="add mod modGraphic">
          <ac:chgData name="Devinder Kaur" userId="89161a673412ba18" providerId="LiveId" clId="{222FDA9D-10A7-4C58-9841-160FE12D7982}" dt="2022-01-05T09:30:42.618" v="1249" actId="123"/>
          <ac:graphicFrameMkLst>
            <pc:docMk/>
            <pc:sldMk cId="2850401586" sldId="394"/>
            <ac:graphicFrameMk id="3" creationId="{6DD29CA0-7A6C-451C-91BD-EAB18D19BC43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614230884" sldId="394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47918492" sldId="395"/>
        </pc:sldMkLst>
      </pc:sldChg>
      <pc:sldChg chg="addSp modSp new mod">
        <pc:chgData name="Devinder Kaur" userId="89161a673412ba18" providerId="LiveId" clId="{222FDA9D-10A7-4C58-9841-160FE12D7982}" dt="2022-01-05T07:44:08.159" v="872" actId="20577"/>
        <pc:sldMkLst>
          <pc:docMk/>
          <pc:sldMk cId="1147785466" sldId="395"/>
        </pc:sldMkLst>
        <pc:graphicFrameChg chg="add mod modGraphic">
          <ac:chgData name="Devinder Kaur" userId="89161a673412ba18" providerId="LiveId" clId="{222FDA9D-10A7-4C58-9841-160FE12D7982}" dt="2022-01-05T07:44:08.159" v="872" actId="20577"/>
          <ac:graphicFrameMkLst>
            <pc:docMk/>
            <pc:sldMk cId="1147785466" sldId="395"/>
            <ac:graphicFrameMk id="3" creationId="{3FE03738-34BB-4E03-8263-C4F894644160}"/>
          </ac:graphicFrameMkLst>
        </pc:graphicFrameChg>
      </pc:sldChg>
      <pc:sldChg chg="addSp modSp new mod">
        <pc:chgData name="Devinder Kaur" userId="89161a673412ba18" providerId="LiveId" clId="{222FDA9D-10A7-4C58-9841-160FE12D7982}" dt="2022-01-05T07:47:13.574" v="947" actId="179"/>
        <pc:sldMkLst>
          <pc:docMk/>
          <pc:sldMk cId="1313070046" sldId="396"/>
        </pc:sldMkLst>
        <pc:graphicFrameChg chg="add mod modGraphic">
          <ac:chgData name="Devinder Kaur" userId="89161a673412ba18" providerId="LiveId" clId="{222FDA9D-10A7-4C58-9841-160FE12D7982}" dt="2022-01-05T07:47:13.574" v="947" actId="179"/>
          <ac:graphicFrameMkLst>
            <pc:docMk/>
            <pc:sldMk cId="1313070046" sldId="396"/>
            <ac:graphicFrameMk id="3" creationId="{273C431B-5468-4211-AD4C-1B3956D54282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856306075" sldId="396"/>
        </pc:sldMkLst>
      </pc:sldChg>
      <pc:sldChg chg="addSp modSp new mod">
        <pc:chgData name="Devinder Kaur" userId="89161a673412ba18" providerId="LiveId" clId="{222FDA9D-10A7-4C58-9841-160FE12D7982}" dt="2022-01-05T07:49:41.385" v="1007" actId="14100"/>
        <pc:sldMkLst>
          <pc:docMk/>
          <pc:sldMk cId="2745923664" sldId="397"/>
        </pc:sldMkLst>
        <pc:graphicFrameChg chg="add mod modGraphic">
          <ac:chgData name="Devinder Kaur" userId="89161a673412ba18" providerId="LiveId" clId="{222FDA9D-10A7-4C58-9841-160FE12D7982}" dt="2022-01-05T07:49:41.385" v="1007" actId="14100"/>
          <ac:graphicFrameMkLst>
            <pc:docMk/>
            <pc:sldMk cId="2745923664" sldId="397"/>
            <ac:graphicFrameMk id="3" creationId="{8CDF7A45-138A-4B2C-8D7A-996870E9CAD4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167315709" sldId="397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639549269" sldId="398"/>
        </pc:sldMkLst>
      </pc:sldChg>
      <pc:sldChg chg="addSp modSp new mod">
        <pc:chgData name="Devinder Kaur" userId="89161a673412ba18" providerId="LiveId" clId="{222FDA9D-10A7-4C58-9841-160FE12D7982}" dt="2022-01-05T09:43:37.068" v="1483" actId="313"/>
        <pc:sldMkLst>
          <pc:docMk/>
          <pc:sldMk cId="4007365547" sldId="398"/>
        </pc:sldMkLst>
        <pc:graphicFrameChg chg="add mod modGraphic">
          <ac:chgData name="Devinder Kaur" userId="89161a673412ba18" providerId="LiveId" clId="{222FDA9D-10A7-4C58-9841-160FE12D7982}" dt="2022-01-05T09:43:37.068" v="1483" actId="313"/>
          <ac:graphicFrameMkLst>
            <pc:docMk/>
            <pc:sldMk cId="4007365547" sldId="398"/>
            <ac:graphicFrameMk id="3" creationId="{F74DEBA2-BCD2-42E8-9CFF-5B20122A5600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464625897" sldId="399"/>
        </pc:sldMkLst>
      </pc:sldChg>
      <pc:sldChg chg="addSp modSp new mod">
        <pc:chgData name="Devinder Kaur" userId="89161a673412ba18" providerId="LiveId" clId="{222FDA9D-10A7-4C58-9841-160FE12D7982}" dt="2022-01-05T07:52:44.862" v="1086" actId="20577"/>
        <pc:sldMkLst>
          <pc:docMk/>
          <pc:sldMk cId="4044185337" sldId="399"/>
        </pc:sldMkLst>
        <pc:graphicFrameChg chg="add mod modGraphic">
          <ac:chgData name="Devinder Kaur" userId="89161a673412ba18" providerId="LiveId" clId="{222FDA9D-10A7-4C58-9841-160FE12D7982}" dt="2022-01-05T07:52:44.862" v="1086" actId="20577"/>
          <ac:graphicFrameMkLst>
            <pc:docMk/>
            <pc:sldMk cId="4044185337" sldId="399"/>
            <ac:graphicFrameMk id="3" creationId="{2632A1E8-4856-437E-AF89-05606C2DDB0B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227521108" sldId="400"/>
        </pc:sldMkLst>
      </pc:sldChg>
      <pc:sldChg chg="addSp modSp new mod">
        <pc:chgData name="Devinder Kaur" userId="89161a673412ba18" providerId="LiveId" clId="{222FDA9D-10A7-4C58-9841-160FE12D7982}" dt="2022-01-05T07:54:40.039" v="1116" actId="1076"/>
        <pc:sldMkLst>
          <pc:docMk/>
          <pc:sldMk cId="1491382384" sldId="400"/>
        </pc:sldMkLst>
        <pc:graphicFrameChg chg="add mod modGraphic">
          <ac:chgData name="Devinder Kaur" userId="89161a673412ba18" providerId="LiveId" clId="{222FDA9D-10A7-4C58-9841-160FE12D7982}" dt="2022-01-05T07:54:40.039" v="1116" actId="1076"/>
          <ac:graphicFrameMkLst>
            <pc:docMk/>
            <pc:sldMk cId="1491382384" sldId="400"/>
            <ac:graphicFrameMk id="3" creationId="{7E28047B-A1CE-4299-A409-39D7961D445B}"/>
          </ac:graphicFrameMkLst>
        </pc:graphicFrameChg>
      </pc:sldChg>
      <pc:sldChg chg="addSp modSp new mod">
        <pc:chgData name="Devinder Kaur" userId="89161a673412ba18" providerId="LiveId" clId="{222FDA9D-10A7-4C58-9841-160FE12D7982}" dt="2022-01-05T09:38:15.053" v="1372" actId="1036"/>
        <pc:sldMkLst>
          <pc:docMk/>
          <pc:sldMk cId="667601327" sldId="401"/>
        </pc:sldMkLst>
        <pc:graphicFrameChg chg="add mod modGraphic">
          <ac:chgData name="Devinder Kaur" userId="89161a673412ba18" providerId="LiveId" clId="{222FDA9D-10A7-4C58-9841-160FE12D7982}" dt="2022-01-05T09:38:15.053" v="1372" actId="1036"/>
          <ac:graphicFrameMkLst>
            <pc:docMk/>
            <pc:sldMk cId="667601327" sldId="401"/>
            <ac:graphicFrameMk id="3" creationId="{9E6617EC-9517-480A-B2A5-587D32E041BC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2249148143" sldId="401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896897458" sldId="402"/>
        </pc:sldMkLst>
      </pc:sldChg>
      <pc:sldChg chg="addSp modSp new mod">
        <pc:chgData name="Devinder Kaur" userId="89161a673412ba18" providerId="LiveId" clId="{222FDA9D-10A7-4C58-9841-160FE12D7982}" dt="2022-01-05T07:59:43.743" v="1186" actId="20577"/>
        <pc:sldMkLst>
          <pc:docMk/>
          <pc:sldMk cId="2485348420" sldId="402"/>
        </pc:sldMkLst>
        <pc:graphicFrameChg chg="add mod modGraphic">
          <ac:chgData name="Devinder Kaur" userId="89161a673412ba18" providerId="LiveId" clId="{222FDA9D-10A7-4C58-9841-160FE12D7982}" dt="2022-01-05T07:59:43.743" v="1186" actId="20577"/>
          <ac:graphicFrameMkLst>
            <pc:docMk/>
            <pc:sldMk cId="2485348420" sldId="402"/>
            <ac:graphicFrameMk id="3" creationId="{23E94FE8-C503-44C8-9FAE-495F2E0BE4FE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70510280" sldId="403"/>
        </pc:sldMkLst>
      </pc:sldChg>
      <pc:sldChg chg="addSp modSp new add del mod">
        <pc:chgData name="Devinder Kaur" userId="89161a673412ba18" providerId="LiveId" clId="{222FDA9D-10A7-4C58-9841-160FE12D7982}" dt="2022-01-05T08:05:04.950" v="1201" actId="47"/>
        <pc:sldMkLst>
          <pc:docMk/>
          <pc:sldMk cId="1676154577" sldId="403"/>
        </pc:sldMkLst>
        <pc:graphicFrameChg chg="add mod modGraphic">
          <ac:chgData name="Devinder Kaur" userId="89161a673412ba18" providerId="LiveId" clId="{222FDA9D-10A7-4C58-9841-160FE12D7982}" dt="2022-01-05T08:03:31.724" v="1192"/>
          <ac:graphicFrameMkLst>
            <pc:docMk/>
            <pc:sldMk cId="1676154577" sldId="403"/>
            <ac:graphicFrameMk id="3" creationId="{BFE0F2A1-9C83-488D-8D64-A321B012DE16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758255484" sldId="404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064749569" sldId="405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58233747" sldId="406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711753767" sldId="407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2023502325" sldId="408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4053061567" sldId="409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2337382951" sldId="410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345359177" sldId="412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399851306" sldId="413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4063930908" sldId="414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648166895" sldId="416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035489821" sldId="417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377215463" sldId="418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261589088" sldId="419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063314571" sldId="420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927496232" sldId="421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879633862" sldId="422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901316891" sldId="423"/>
        </pc:sldMkLst>
      </pc:sldChg>
      <pc:sldMasterChg chg="delSldLayout">
        <pc:chgData name="Devinder Kaur" userId="89161a673412ba18" providerId="LiveId" clId="{222FDA9D-10A7-4C58-9841-160FE12D7982}" dt="2022-01-05T06:52:16.823" v="47" actId="47"/>
        <pc:sldMasterMkLst>
          <pc:docMk/>
          <pc:sldMasterMk cId="3333391393" sldId="2147483674"/>
        </pc:sldMasterMkLst>
        <pc:sldLayoutChg chg="del">
          <pc:chgData name="Devinder Kaur" userId="89161a673412ba18" providerId="LiveId" clId="{222FDA9D-10A7-4C58-9841-160FE12D7982}" dt="2022-01-05T06:52:16.823" v="47" actId="47"/>
          <pc:sldLayoutMkLst>
            <pc:docMk/>
            <pc:sldMasterMk cId="3333391393" sldId="2147483674"/>
            <pc:sldLayoutMk cId="2106835372" sldId="2147483701"/>
          </pc:sldLayoutMkLst>
        </pc:sldLayoutChg>
      </pc:sldMasterChg>
    </pc:docChg>
  </pc:docChgLst>
  <pc:docChgLst>
    <pc:chgData name="Devinder Kaur" userId="89161a673412ba18" providerId="LiveId" clId="{658CF78F-C1B8-43B0-B5CC-4B8B4BF7E711}"/>
    <pc:docChg chg="undo custSel addSld delSld modSld">
      <pc:chgData name="Devinder Kaur" userId="89161a673412ba18" providerId="LiveId" clId="{658CF78F-C1B8-43B0-B5CC-4B8B4BF7E711}" dt="2022-01-05T06:36:33.254" v="61" actId="1035"/>
      <pc:docMkLst>
        <pc:docMk/>
      </pc:docMkLst>
      <pc:sldChg chg="modSp">
        <pc:chgData name="Devinder Kaur" userId="89161a673412ba18" providerId="LiveId" clId="{658CF78F-C1B8-43B0-B5CC-4B8B4BF7E711}" dt="2022-01-05T06:33:34.961" v="40"/>
        <pc:sldMkLst>
          <pc:docMk/>
          <pc:sldMk cId="1377215463" sldId="418"/>
        </pc:sldMkLst>
        <pc:graphicFrameChg chg="mod">
          <ac:chgData name="Devinder Kaur" userId="89161a673412ba18" providerId="LiveId" clId="{658CF78F-C1B8-43B0-B5CC-4B8B4BF7E711}" dt="2022-01-05T06:33:34.961" v="40"/>
          <ac:graphicFrameMkLst>
            <pc:docMk/>
            <pc:sldMk cId="1377215463" sldId="418"/>
            <ac:graphicFrameMk id="3" creationId="{5A3FAA10-4350-4CB5-8FE4-8BE89AD633EC}"/>
          </ac:graphicFrameMkLst>
        </pc:graphicFrameChg>
      </pc:sldChg>
      <pc:sldChg chg="addSp modSp new mod">
        <pc:chgData name="Devinder Kaur" userId="89161a673412ba18" providerId="LiveId" clId="{658CF78F-C1B8-43B0-B5CC-4B8B4BF7E711}" dt="2022-01-05T06:36:33.254" v="61" actId="1035"/>
        <pc:sldMkLst>
          <pc:docMk/>
          <pc:sldMk cId="1901316891" sldId="423"/>
        </pc:sldMkLst>
        <pc:graphicFrameChg chg="add mod modGraphic">
          <ac:chgData name="Devinder Kaur" userId="89161a673412ba18" providerId="LiveId" clId="{658CF78F-C1B8-43B0-B5CC-4B8B4BF7E711}" dt="2022-01-05T06:36:33.254" v="61" actId="1035"/>
          <ac:graphicFrameMkLst>
            <pc:docMk/>
            <pc:sldMk cId="1901316891" sldId="423"/>
            <ac:graphicFrameMk id="3" creationId="{81109A30-C6C3-489E-83F0-04AB36B628D3}"/>
          </ac:graphicFrameMkLst>
        </pc:graphicFrameChg>
      </pc:sldChg>
      <pc:sldChg chg="new del">
        <pc:chgData name="Devinder Kaur" userId="89161a673412ba18" providerId="LiveId" clId="{658CF78F-C1B8-43B0-B5CC-4B8B4BF7E711}" dt="2022-01-05T06:30:48.647" v="11" actId="680"/>
        <pc:sldMkLst>
          <pc:docMk/>
          <pc:sldMk cId="3168310971" sldId="42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3CEEAC-B71A-40B9-B9E6-3920D28AD6E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7B7F53A-A130-430E-BD54-F1DD11F4BF95}">
      <dgm:prSet phldrT="[Text]" custT="1"/>
      <dgm:spPr/>
      <dgm:t>
        <a:bodyPr/>
        <a:lstStyle/>
        <a:p>
          <a:r>
            <a:rPr lang="en-IN" sz="3600" b="1" dirty="0"/>
            <a:t>Danger to Patients</a:t>
          </a:r>
        </a:p>
      </dgm:t>
    </dgm:pt>
    <dgm:pt modelId="{55A73F67-AD4A-46DE-AC16-B8B55270EDD1}" type="parTrans" cxnId="{F2AC45F8-DE9C-488E-BB29-8945DFFDB034}">
      <dgm:prSet/>
      <dgm:spPr/>
      <dgm:t>
        <a:bodyPr/>
        <a:lstStyle/>
        <a:p>
          <a:endParaRPr lang="en-IN"/>
        </a:p>
      </dgm:t>
    </dgm:pt>
    <dgm:pt modelId="{B5E4E653-2411-4B33-843F-3C7CB6772313}" type="sibTrans" cxnId="{F2AC45F8-DE9C-488E-BB29-8945DFFDB034}">
      <dgm:prSet/>
      <dgm:spPr/>
      <dgm:t>
        <a:bodyPr/>
        <a:lstStyle/>
        <a:p>
          <a:endParaRPr lang="en-IN"/>
        </a:p>
      </dgm:t>
    </dgm:pt>
    <dgm:pt modelId="{0310CC2D-3AF8-48A4-8319-B3F3D020586F}">
      <dgm:prSet phldrT="[Text]"/>
      <dgm:spPr/>
      <dgm:t>
        <a:bodyPr/>
        <a:lstStyle/>
        <a:p>
          <a:pPr algn="just"/>
          <a:r>
            <a:rPr lang="en-US" dirty="0"/>
            <a:t>In a clinical environment patient is exposed to various risks, more than a typical workplace or at home</a:t>
          </a:r>
          <a:endParaRPr lang="en-IN" dirty="0"/>
        </a:p>
      </dgm:t>
    </dgm:pt>
    <dgm:pt modelId="{BAEE6531-A318-434D-B4C4-5B49741B5343}" type="parTrans" cxnId="{8C9196EF-6DE3-453D-B25C-87AE2B223326}">
      <dgm:prSet/>
      <dgm:spPr/>
      <dgm:t>
        <a:bodyPr/>
        <a:lstStyle/>
        <a:p>
          <a:endParaRPr lang="en-IN"/>
        </a:p>
      </dgm:t>
    </dgm:pt>
    <dgm:pt modelId="{9E35103B-5C28-4848-AE09-807FE408CD4E}" type="sibTrans" cxnId="{8C9196EF-6DE3-453D-B25C-87AE2B223326}">
      <dgm:prSet/>
      <dgm:spPr/>
      <dgm:t>
        <a:bodyPr/>
        <a:lstStyle/>
        <a:p>
          <a:endParaRPr lang="en-IN"/>
        </a:p>
      </dgm:t>
    </dgm:pt>
    <dgm:pt modelId="{5A91DE7D-8452-40A7-B50F-9DD2B2F69BCD}">
      <dgm:prSet phldrT="[Text]"/>
      <dgm:spPr/>
      <dgm:t>
        <a:bodyPr/>
        <a:lstStyle/>
        <a:p>
          <a:pPr algn="just"/>
          <a:r>
            <a:rPr lang="en-US" dirty="0"/>
            <a:t>Frequent invasive (blood) operations</a:t>
          </a:r>
          <a:endParaRPr lang="en-IN" dirty="0"/>
        </a:p>
      </dgm:t>
    </dgm:pt>
    <dgm:pt modelId="{245906D4-8A7C-45E9-8911-CD4815318E3E}" type="parTrans" cxnId="{B5FF8F0F-1AAA-4F85-9B1B-CE325FEDD5CD}">
      <dgm:prSet/>
      <dgm:spPr/>
      <dgm:t>
        <a:bodyPr/>
        <a:lstStyle/>
        <a:p>
          <a:endParaRPr lang="en-IN"/>
        </a:p>
      </dgm:t>
    </dgm:pt>
    <dgm:pt modelId="{92505886-93AF-4F45-BC63-F4FF0D11A339}" type="sibTrans" cxnId="{B5FF8F0F-1AAA-4F85-9B1B-CE325FEDD5CD}">
      <dgm:prSet/>
      <dgm:spPr/>
      <dgm:t>
        <a:bodyPr/>
        <a:lstStyle/>
        <a:p>
          <a:endParaRPr lang="en-IN"/>
        </a:p>
      </dgm:t>
    </dgm:pt>
    <dgm:pt modelId="{32EC6766-34D2-46AA-A0D0-62FF50DC660A}">
      <dgm:prSet phldrT="[Text]"/>
      <dgm:spPr/>
      <dgm:t>
        <a:bodyPr/>
        <a:lstStyle/>
        <a:p>
          <a:pPr algn="just"/>
          <a:r>
            <a:rPr lang="en-US" dirty="0"/>
            <a:t>Penetration through skin or mucous membranes</a:t>
          </a:r>
          <a:endParaRPr lang="en-IN" dirty="0"/>
        </a:p>
      </dgm:t>
    </dgm:pt>
    <dgm:pt modelId="{F70EE220-F430-4989-A1FB-723598461862}" type="parTrans" cxnId="{9694AD52-57E5-4DD3-B0CB-C6137B2AD911}">
      <dgm:prSet/>
      <dgm:spPr/>
      <dgm:t>
        <a:bodyPr/>
        <a:lstStyle/>
        <a:p>
          <a:endParaRPr lang="en-IN"/>
        </a:p>
      </dgm:t>
    </dgm:pt>
    <dgm:pt modelId="{BCFAE06F-200C-4189-A9DE-E6052B2A45E1}" type="sibTrans" cxnId="{9694AD52-57E5-4DD3-B0CB-C6137B2AD911}">
      <dgm:prSet/>
      <dgm:spPr/>
      <dgm:t>
        <a:bodyPr/>
        <a:lstStyle/>
        <a:p>
          <a:endParaRPr lang="en-IN"/>
        </a:p>
      </dgm:t>
    </dgm:pt>
    <dgm:pt modelId="{87A267CC-BF8F-4CB8-AD81-1C46721371AD}">
      <dgm:prSet phldrT="[Text]"/>
      <dgm:spPr/>
      <dgm:t>
        <a:bodyPr/>
        <a:lstStyle/>
        <a:p>
          <a:pPr algn="just"/>
          <a:r>
            <a:rPr lang="en-US" dirty="0"/>
            <a:t>Presence of potentially hazardous chemicals and substances - anesthetics, medicines, medical gases</a:t>
          </a:r>
          <a:endParaRPr lang="en-IN" dirty="0"/>
        </a:p>
      </dgm:t>
    </dgm:pt>
    <dgm:pt modelId="{00E6F453-F3CF-4864-B5FF-43475C5EB82B}" type="parTrans" cxnId="{FD24DB42-80F2-417E-9947-31A0294D7AB3}">
      <dgm:prSet/>
      <dgm:spPr/>
      <dgm:t>
        <a:bodyPr/>
        <a:lstStyle/>
        <a:p>
          <a:endParaRPr lang="en-IN"/>
        </a:p>
      </dgm:t>
    </dgm:pt>
    <dgm:pt modelId="{431BA941-EB2A-48F7-B35A-BF8EFAA63663}" type="sibTrans" cxnId="{FD24DB42-80F2-417E-9947-31A0294D7AB3}">
      <dgm:prSet/>
      <dgm:spPr/>
      <dgm:t>
        <a:bodyPr/>
        <a:lstStyle/>
        <a:p>
          <a:endParaRPr lang="en-IN"/>
        </a:p>
      </dgm:t>
    </dgm:pt>
    <dgm:pt modelId="{5540915A-DB41-4364-910E-54F767B1FAD6}">
      <dgm:prSet phldrT="[Text]"/>
      <dgm:spPr/>
      <dgm:t>
        <a:bodyPr/>
        <a:lstStyle/>
        <a:p>
          <a:pPr algn="just"/>
          <a:r>
            <a:rPr lang="en-US" dirty="0"/>
            <a:t>Sources of infection - particularly "hospital infection"</a:t>
          </a:r>
          <a:endParaRPr lang="en-IN" dirty="0"/>
        </a:p>
      </dgm:t>
    </dgm:pt>
    <dgm:pt modelId="{7EA1537E-91CF-46B9-977F-AB5B31E23DE7}" type="parTrans" cxnId="{28DDBA32-36B8-496B-8891-439EF2A46006}">
      <dgm:prSet/>
      <dgm:spPr/>
      <dgm:t>
        <a:bodyPr/>
        <a:lstStyle/>
        <a:p>
          <a:endParaRPr lang="en-IN"/>
        </a:p>
      </dgm:t>
    </dgm:pt>
    <dgm:pt modelId="{96B9E6F0-62BF-4328-BB1E-5A254A8BA486}" type="sibTrans" cxnId="{28DDBA32-36B8-496B-8891-439EF2A46006}">
      <dgm:prSet/>
      <dgm:spPr/>
      <dgm:t>
        <a:bodyPr/>
        <a:lstStyle/>
        <a:p>
          <a:endParaRPr lang="en-IN"/>
        </a:p>
      </dgm:t>
    </dgm:pt>
    <dgm:pt modelId="{B449641A-D865-4123-8F3F-B90A056FC965}">
      <dgm:prSet phldrT="[Text]"/>
      <dgm:spPr/>
      <dgm:t>
        <a:bodyPr/>
        <a:lstStyle/>
        <a:p>
          <a:pPr algn="just"/>
          <a:r>
            <a:rPr lang="en-US" dirty="0"/>
            <a:t>Various sources of energy that penetrate into or through the patient: current, voltage, ionizing and non-ionizing radiation, sound and ultrasound, electric and magnetic field, UV radiation, lasers, microwave radiation, mechanical stress, etc.</a:t>
          </a:r>
          <a:endParaRPr lang="en-IN" dirty="0"/>
        </a:p>
      </dgm:t>
    </dgm:pt>
    <dgm:pt modelId="{8D4E477B-2235-4C19-AB65-073239BACBB2}" type="parTrans" cxnId="{1E365446-66A8-4253-98ED-4D4D7655D2B1}">
      <dgm:prSet/>
      <dgm:spPr/>
      <dgm:t>
        <a:bodyPr/>
        <a:lstStyle/>
        <a:p>
          <a:endParaRPr lang="en-IN"/>
        </a:p>
      </dgm:t>
    </dgm:pt>
    <dgm:pt modelId="{D992073F-D96E-4044-816D-52D944138213}" type="sibTrans" cxnId="{1E365446-66A8-4253-98ED-4D4D7655D2B1}">
      <dgm:prSet/>
      <dgm:spPr/>
      <dgm:t>
        <a:bodyPr/>
        <a:lstStyle/>
        <a:p>
          <a:endParaRPr lang="en-IN"/>
        </a:p>
      </dgm:t>
    </dgm:pt>
    <dgm:pt modelId="{A37CAD15-97EB-458F-9687-9DFB5553289B}" type="pres">
      <dgm:prSet presAssocID="{753CEEAC-B71A-40B9-B9E6-3920D28AD6EA}" presName="linear" presStyleCnt="0">
        <dgm:presLayoutVars>
          <dgm:dir/>
          <dgm:animLvl val="lvl"/>
          <dgm:resizeHandles val="exact"/>
        </dgm:presLayoutVars>
      </dgm:prSet>
      <dgm:spPr/>
    </dgm:pt>
    <dgm:pt modelId="{E9221422-75C0-4D09-87BE-BFB3ED06E0F9}" type="pres">
      <dgm:prSet presAssocID="{17B7F53A-A130-430E-BD54-F1DD11F4BF95}" presName="parentLin" presStyleCnt="0"/>
      <dgm:spPr/>
    </dgm:pt>
    <dgm:pt modelId="{B7FA8D11-30A1-467F-9D08-8F79989F33F5}" type="pres">
      <dgm:prSet presAssocID="{17B7F53A-A130-430E-BD54-F1DD11F4BF95}" presName="parentLeftMargin" presStyleLbl="node1" presStyleIdx="0" presStyleCnt="1"/>
      <dgm:spPr/>
    </dgm:pt>
    <dgm:pt modelId="{1B5F1A4C-5200-48C6-93A3-9B120878DED1}" type="pres">
      <dgm:prSet presAssocID="{17B7F53A-A130-430E-BD54-F1DD11F4BF9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C26A603C-1668-48E4-9C95-20CB61A849C8}" type="pres">
      <dgm:prSet presAssocID="{17B7F53A-A130-430E-BD54-F1DD11F4BF95}" presName="negativeSpace" presStyleCnt="0"/>
      <dgm:spPr/>
    </dgm:pt>
    <dgm:pt modelId="{ADEE639B-763F-4499-B3FE-7A5FA44C0ED1}" type="pres">
      <dgm:prSet presAssocID="{17B7F53A-A130-430E-BD54-F1DD11F4BF95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B5FF8F0F-1AAA-4F85-9B1B-CE325FEDD5CD}" srcId="{0310CC2D-3AF8-48A4-8319-B3F3D020586F}" destId="{5A91DE7D-8452-40A7-B50F-9DD2B2F69BCD}" srcOrd="0" destOrd="0" parTransId="{245906D4-8A7C-45E9-8911-CD4815318E3E}" sibTransId="{92505886-93AF-4F45-BC63-F4FF0D11A339}"/>
    <dgm:cxn modelId="{E4A16F20-19C8-43DE-883B-3C802F782B54}" type="presOf" srcId="{87A267CC-BF8F-4CB8-AD81-1C46721371AD}" destId="{ADEE639B-763F-4499-B3FE-7A5FA44C0ED1}" srcOrd="0" destOrd="3" presId="urn:microsoft.com/office/officeart/2005/8/layout/list1"/>
    <dgm:cxn modelId="{28DDBA32-36B8-496B-8891-439EF2A46006}" srcId="{0310CC2D-3AF8-48A4-8319-B3F3D020586F}" destId="{5540915A-DB41-4364-910E-54F767B1FAD6}" srcOrd="3" destOrd="0" parTransId="{7EA1537E-91CF-46B9-977F-AB5B31E23DE7}" sibTransId="{96B9E6F0-62BF-4328-BB1E-5A254A8BA486}"/>
    <dgm:cxn modelId="{DF64DF61-65AF-4466-A0D8-B5CD452DF789}" type="presOf" srcId="{17B7F53A-A130-430E-BD54-F1DD11F4BF95}" destId="{B7FA8D11-30A1-467F-9D08-8F79989F33F5}" srcOrd="0" destOrd="0" presId="urn:microsoft.com/office/officeart/2005/8/layout/list1"/>
    <dgm:cxn modelId="{FD24DB42-80F2-417E-9947-31A0294D7AB3}" srcId="{0310CC2D-3AF8-48A4-8319-B3F3D020586F}" destId="{87A267CC-BF8F-4CB8-AD81-1C46721371AD}" srcOrd="2" destOrd="0" parTransId="{00E6F453-F3CF-4864-B5FF-43475C5EB82B}" sibTransId="{431BA941-EB2A-48F7-B35A-BF8EFAA63663}"/>
    <dgm:cxn modelId="{1E365446-66A8-4253-98ED-4D4D7655D2B1}" srcId="{0310CC2D-3AF8-48A4-8319-B3F3D020586F}" destId="{B449641A-D865-4123-8F3F-B90A056FC965}" srcOrd="4" destOrd="0" parTransId="{8D4E477B-2235-4C19-AB65-073239BACBB2}" sibTransId="{D992073F-D96E-4044-816D-52D944138213}"/>
    <dgm:cxn modelId="{9694AD52-57E5-4DD3-B0CB-C6137B2AD911}" srcId="{0310CC2D-3AF8-48A4-8319-B3F3D020586F}" destId="{32EC6766-34D2-46AA-A0D0-62FF50DC660A}" srcOrd="1" destOrd="0" parTransId="{F70EE220-F430-4989-A1FB-723598461862}" sibTransId="{BCFAE06F-200C-4189-A9DE-E6052B2A45E1}"/>
    <dgm:cxn modelId="{2191727B-0A16-4248-A8D4-8CDA541E3939}" type="presOf" srcId="{32EC6766-34D2-46AA-A0D0-62FF50DC660A}" destId="{ADEE639B-763F-4499-B3FE-7A5FA44C0ED1}" srcOrd="0" destOrd="2" presId="urn:microsoft.com/office/officeart/2005/8/layout/list1"/>
    <dgm:cxn modelId="{D0DD2997-B3E8-4E70-861B-4981D44618A6}" type="presOf" srcId="{B449641A-D865-4123-8F3F-B90A056FC965}" destId="{ADEE639B-763F-4499-B3FE-7A5FA44C0ED1}" srcOrd="0" destOrd="5" presId="urn:microsoft.com/office/officeart/2005/8/layout/list1"/>
    <dgm:cxn modelId="{84CFD99A-D828-4279-85EA-08044C2A40E6}" type="presOf" srcId="{753CEEAC-B71A-40B9-B9E6-3920D28AD6EA}" destId="{A37CAD15-97EB-458F-9687-9DFB5553289B}" srcOrd="0" destOrd="0" presId="urn:microsoft.com/office/officeart/2005/8/layout/list1"/>
    <dgm:cxn modelId="{6A8605A2-4C3E-4DB5-8251-9E519DD30E26}" type="presOf" srcId="{0310CC2D-3AF8-48A4-8319-B3F3D020586F}" destId="{ADEE639B-763F-4499-B3FE-7A5FA44C0ED1}" srcOrd="0" destOrd="0" presId="urn:microsoft.com/office/officeart/2005/8/layout/list1"/>
    <dgm:cxn modelId="{310CA8B6-1202-471A-877C-029894517913}" type="presOf" srcId="{5A91DE7D-8452-40A7-B50F-9DD2B2F69BCD}" destId="{ADEE639B-763F-4499-B3FE-7A5FA44C0ED1}" srcOrd="0" destOrd="1" presId="urn:microsoft.com/office/officeart/2005/8/layout/list1"/>
    <dgm:cxn modelId="{2991A7BD-C12A-4C51-8C5B-E9BE471AA7D5}" type="presOf" srcId="{5540915A-DB41-4364-910E-54F767B1FAD6}" destId="{ADEE639B-763F-4499-B3FE-7A5FA44C0ED1}" srcOrd="0" destOrd="4" presId="urn:microsoft.com/office/officeart/2005/8/layout/list1"/>
    <dgm:cxn modelId="{AA7060E0-DD29-4576-BE9B-EAF4D168C339}" type="presOf" srcId="{17B7F53A-A130-430E-BD54-F1DD11F4BF95}" destId="{1B5F1A4C-5200-48C6-93A3-9B120878DED1}" srcOrd="1" destOrd="0" presId="urn:microsoft.com/office/officeart/2005/8/layout/list1"/>
    <dgm:cxn modelId="{8C9196EF-6DE3-453D-B25C-87AE2B223326}" srcId="{17B7F53A-A130-430E-BD54-F1DD11F4BF95}" destId="{0310CC2D-3AF8-48A4-8319-B3F3D020586F}" srcOrd="0" destOrd="0" parTransId="{BAEE6531-A318-434D-B4C4-5B49741B5343}" sibTransId="{9E35103B-5C28-4848-AE09-807FE408CD4E}"/>
    <dgm:cxn modelId="{F2AC45F8-DE9C-488E-BB29-8945DFFDB034}" srcId="{753CEEAC-B71A-40B9-B9E6-3920D28AD6EA}" destId="{17B7F53A-A130-430E-BD54-F1DD11F4BF95}" srcOrd="0" destOrd="0" parTransId="{55A73F67-AD4A-46DE-AC16-B8B55270EDD1}" sibTransId="{B5E4E653-2411-4B33-843F-3C7CB6772313}"/>
    <dgm:cxn modelId="{D08B6048-32AA-42EA-AC77-568C15C574CB}" type="presParOf" srcId="{A37CAD15-97EB-458F-9687-9DFB5553289B}" destId="{E9221422-75C0-4D09-87BE-BFB3ED06E0F9}" srcOrd="0" destOrd="0" presId="urn:microsoft.com/office/officeart/2005/8/layout/list1"/>
    <dgm:cxn modelId="{86815FB9-C045-4067-839B-ABAD286BFB5C}" type="presParOf" srcId="{E9221422-75C0-4D09-87BE-BFB3ED06E0F9}" destId="{B7FA8D11-30A1-467F-9D08-8F79989F33F5}" srcOrd="0" destOrd="0" presId="urn:microsoft.com/office/officeart/2005/8/layout/list1"/>
    <dgm:cxn modelId="{B58D42A5-CD02-4A92-A058-30D278628714}" type="presParOf" srcId="{E9221422-75C0-4D09-87BE-BFB3ED06E0F9}" destId="{1B5F1A4C-5200-48C6-93A3-9B120878DED1}" srcOrd="1" destOrd="0" presId="urn:microsoft.com/office/officeart/2005/8/layout/list1"/>
    <dgm:cxn modelId="{4AC1A526-7AA1-45C2-8EC5-1F7490B29821}" type="presParOf" srcId="{A37CAD15-97EB-458F-9687-9DFB5553289B}" destId="{C26A603C-1668-48E4-9C95-20CB61A849C8}" srcOrd="1" destOrd="0" presId="urn:microsoft.com/office/officeart/2005/8/layout/list1"/>
    <dgm:cxn modelId="{058DFCD3-CDF8-47B9-A0D5-3DB610DF1C52}" type="presParOf" srcId="{A37CAD15-97EB-458F-9687-9DFB5553289B}" destId="{ADEE639B-763F-4499-B3FE-7A5FA44C0ED1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AC8A75-7DAA-4587-A4D8-C4751D9052DB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0F5B8AF-50E3-4B69-907B-D8DB1C5F0E35}">
      <dgm:prSet phldrT="[Text]" custT="1"/>
      <dgm:spPr/>
      <dgm:t>
        <a:bodyPr/>
        <a:lstStyle/>
        <a:p>
          <a:r>
            <a:rPr lang="en-IN" sz="5400" b="0" i="0" dirty="0"/>
            <a:t>WHAT IS SAFETY</a:t>
          </a:r>
          <a:endParaRPr lang="en-IN" sz="5400" dirty="0"/>
        </a:p>
      </dgm:t>
    </dgm:pt>
    <dgm:pt modelId="{BF35569B-6091-4908-B766-FA03A22E0190}" type="parTrans" cxnId="{0E3F1CB4-5BF5-4C4A-9483-1F2A8EF924D5}">
      <dgm:prSet/>
      <dgm:spPr/>
      <dgm:t>
        <a:bodyPr/>
        <a:lstStyle/>
        <a:p>
          <a:endParaRPr lang="en-IN"/>
        </a:p>
      </dgm:t>
    </dgm:pt>
    <dgm:pt modelId="{C9DFBE99-E8D2-49FE-AB90-478AC62ABCC9}" type="sibTrans" cxnId="{0E3F1CB4-5BF5-4C4A-9483-1F2A8EF924D5}">
      <dgm:prSet/>
      <dgm:spPr/>
      <dgm:t>
        <a:bodyPr/>
        <a:lstStyle/>
        <a:p>
          <a:endParaRPr lang="en-IN"/>
        </a:p>
      </dgm:t>
    </dgm:pt>
    <dgm:pt modelId="{DE06DD2F-3427-41F2-828C-9A0B6C56469F}">
      <dgm:prSet phldrT="[Text]" custT="1"/>
      <dgm:spPr/>
      <dgm:t>
        <a:bodyPr/>
        <a:lstStyle/>
        <a:p>
          <a:r>
            <a:rPr lang="en-US" sz="3200" b="0" i="0" dirty="0"/>
            <a:t>S – Sense the error</a:t>
          </a:r>
          <a:endParaRPr lang="en-IN" sz="3200" dirty="0"/>
        </a:p>
      </dgm:t>
    </dgm:pt>
    <dgm:pt modelId="{08DD07F5-57AD-447F-82F1-0A40B3ABDC8E}" type="parTrans" cxnId="{96657245-1A35-45CE-BE00-8B3A8CC0756D}">
      <dgm:prSet/>
      <dgm:spPr/>
      <dgm:t>
        <a:bodyPr/>
        <a:lstStyle/>
        <a:p>
          <a:endParaRPr lang="en-IN"/>
        </a:p>
      </dgm:t>
    </dgm:pt>
    <dgm:pt modelId="{D5D27B58-C7D7-4C7F-B8DB-7E6649523B7A}" type="sibTrans" cxnId="{96657245-1A35-45CE-BE00-8B3A8CC0756D}">
      <dgm:prSet/>
      <dgm:spPr/>
      <dgm:t>
        <a:bodyPr/>
        <a:lstStyle/>
        <a:p>
          <a:endParaRPr lang="en-IN"/>
        </a:p>
      </dgm:t>
    </dgm:pt>
    <dgm:pt modelId="{8526BCF8-B565-452C-8276-3069A83BA109}">
      <dgm:prSet phldrT="[Text]" custT="1"/>
      <dgm:spPr/>
      <dgm:t>
        <a:bodyPr/>
        <a:lstStyle/>
        <a:p>
          <a:r>
            <a:rPr lang="en-US" sz="3200" b="0" i="0" dirty="0"/>
            <a:t>A – Act to prevent it</a:t>
          </a:r>
          <a:endParaRPr lang="en-IN" sz="3200" dirty="0"/>
        </a:p>
      </dgm:t>
    </dgm:pt>
    <dgm:pt modelId="{1A336CC5-A686-4409-A5D4-B58EF2DEB79B}" type="parTrans" cxnId="{22C0F0DF-819B-4B54-8A90-F8F406CB62DD}">
      <dgm:prSet/>
      <dgm:spPr/>
      <dgm:t>
        <a:bodyPr/>
        <a:lstStyle/>
        <a:p>
          <a:endParaRPr lang="en-IN"/>
        </a:p>
      </dgm:t>
    </dgm:pt>
    <dgm:pt modelId="{36D65BF1-6724-454B-BA84-95BDA295DAA8}" type="sibTrans" cxnId="{22C0F0DF-819B-4B54-8A90-F8F406CB62DD}">
      <dgm:prSet/>
      <dgm:spPr/>
      <dgm:t>
        <a:bodyPr/>
        <a:lstStyle/>
        <a:p>
          <a:endParaRPr lang="en-IN"/>
        </a:p>
      </dgm:t>
    </dgm:pt>
    <dgm:pt modelId="{BAE933BF-7ED8-4BF3-A8BA-F434F763C2D8}">
      <dgm:prSet phldrT="[Text]" custT="1"/>
      <dgm:spPr/>
      <dgm:t>
        <a:bodyPr/>
        <a:lstStyle/>
        <a:p>
          <a:r>
            <a:rPr lang="en-US" sz="3200" b="0" i="0" dirty="0"/>
            <a:t>F – Follow Safety Guidelines</a:t>
          </a:r>
          <a:endParaRPr lang="en-IN" sz="3200" dirty="0"/>
        </a:p>
      </dgm:t>
    </dgm:pt>
    <dgm:pt modelId="{3BF51989-0A37-4783-9312-AB463D713879}" type="parTrans" cxnId="{2CE80CF0-4E35-4F1D-A289-6806EC7856F5}">
      <dgm:prSet/>
      <dgm:spPr/>
      <dgm:t>
        <a:bodyPr/>
        <a:lstStyle/>
        <a:p>
          <a:endParaRPr lang="en-IN"/>
        </a:p>
      </dgm:t>
    </dgm:pt>
    <dgm:pt modelId="{4F6CCBD3-A54E-431C-B5CC-4662DE8C240E}" type="sibTrans" cxnId="{2CE80CF0-4E35-4F1D-A289-6806EC7856F5}">
      <dgm:prSet/>
      <dgm:spPr/>
      <dgm:t>
        <a:bodyPr/>
        <a:lstStyle/>
        <a:p>
          <a:endParaRPr lang="en-IN"/>
        </a:p>
      </dgm:t>
    </dgm:pt>
    <dgm:pt modelId="{88155AB1-28E2-4DAF-84A6-A9D2C47F0037}">
      <dgm:prSet phldrT="[Text]" custT="1"/>
      <dgm:spPr/>
      <dgm:t>
        <a:bodyPr/>
        <a:lstStyle/>
        <a:p>
          <a:r>
            <a:rPr lang="en-US" sz="3200" b="0" i="0" dirty="0"/>
            <a:t>E – Enquire into accidents/Deaths</a:t>
          </a:r>
          <a:endParaRPr lang="en-IN" sz="3200" dirty="0"/>
        </a:p>
      </dgm:t>
    </dgm:pt>
    <dgm:pt modelId="{38B482B8-E406-47A5-A86F-34EA1E283731}" type="parTrans" cxnId="{07B59C36-DE5B-458F-9489-55536AD363EF}">
      <dgm:prSet/>
      <dgm:spPr/>
      <dgm:t>
        <a:bodyPr/>
        <a:lstStyle/>
        <a:p>
          <a:endParaRPr lang="en-IN"/>
        </a:p>
      </dgm:t>
    </dgm:pt>
    <dgm:pt modelId="{E11A9E7F-AFEC-4EF2-BC07-0569F398069E}" type="sibTrans" cxnId="{07B59C36-DE5B-458F-9489-55536AD363EF}">
      <dgm:prSet/>
      <dgm:spPr/>
      <dgm:t>
        <a:bodyPr/>
        <a:lstStyle/>
        <a:p>
          <a:endParaRPr lang="en-IN"/>
        </a:p>
      </dgm:t>
    </dgm:pt>
    <dgm:pt modelId="{4F985342-EA87-4231-A398-D2D5962BFA98}">
      <dgm:prSet phldrT="[Text]" custT="1"/>
      <dgm:spPr/>
      <dgm:t>
        <a:bodyPr/>
        <a:lstStyle/>
        <a:p>
          <a:r>
            <a:rPr lang="en-US" sz="3200" b="0" i="0" dirty="0"/>
            <a:t>T – Take appropriate remedial measure</a:t>
          </a:r>
          <a:endParaRPr lang="en-IN" sz="3200" dirty="0"/>
        </a:p>
      </dgm:t>
    </dgm:pt>
    <dgm:pt modelId="{976FCB1B-0503-413F-A438-EF97263FFE65}" type="parTrans" cxnId="{A09D7F59-AE87-4C9B-9CD0-DA309B0E3932}">
      <dgm:prSet/>
      <dgm:spPr/>
      <dgm:t>
        <a:bodyPr/>
        <a:lstStyle/>
        <a:p>
          <a:endParaRPr lang="en-IN"/>
        </a:p>
      </dgm:t>
    </dgm:pt>
    <dgm:pt modelId="{48B4CA63-3C88-4E3D-AC51-30778B942CCC}" type="sibTrans" cxnId="{A09D7F59-AE87-4C9B-9CD0-DA309B0E3932}">
      <dgm:prSet/>
      <dgm:spPr/>
      <dgm:t>
        <a:bodyPr/>
        <a:lstStyle/>
        <a:p>
          <a:endParaRPr lang="en-IN"/>
        </a:p>
      </dgm:t>
    </dgm:pt>
    <dgm:pt modelId="{9ACC966E-9FC9-4ABF-AF3E-B09143E0F299}">
      <dgm:prSet phldrT="[Text]" custT="1"/>
      <dgm:spPr/>
      <dgm:t>
        <a:bodyPr/>
        <a:lstStyle/>
        <a:p>
          <a:r>
            <a:rPr lang="en-US" sz="3200" b="0" i="0" dirty="0"/>
            <a:t>Y – Your responsibility</a:t>
          </a:r>
          <a:endParaRPr lang="en-IN" sz="3200" dirty="0"/>
        </a:p>
      </dgm:t>
    </dgm:pt>
    <dgm:pt modelId="{2C636AC2-D247-484B-A8B8-3E870688F78B}" type="parTrans" cxnId="{06FAE3AC-3F38-4A3C-94A2-E969AB0076CE}">
      <dgm:prSet/>
      <dgm:spPr/>
      <dgm:t>
        <a:bodyPr/>
        <a:lstStyle/>
        <a:p>
          <a:endParaRPr lang="en-IN"/>
        </a:p>
      </dgm:t>
    </dgm:pt>
    <dgm:pt modelId="{36215AB1-9DA2-4152-9633-A5EB3E2A68CF}" type="sibTrans" cxnId="{06FAE3AC-3F38-4A3C-94A2-E969AB0076CE}">
      <dgm:prSet/>
      <dgm:spPr/>
      <dgm:t>
        <a:bodyPr/>
        <a:lstStyle/>
        <a:p>
          <a:endParaRPr lang="en-IN"/>
        </a:p>
      </dgm:t>
    </dgm:pt>
    <dgm:pt modelId="{EA3DEE34-4E14-49D3-8B32-F55C97D1DD6A}" type="pres">
      <dgm:prSet presAssocID="{49AC8A75-7DAA-4587-A4D8-C4751D9052DB}" presName="Name0" presStyleCnt="0">
        <dgm:presLayoutVars>
          <dgm:dir/>
          <dgm:animLvl val="lvl"/>
          <dgm:resizeHandles val="exact"/>
        </dgm:presLayoutVars>
      </dgm:prSet>
      <dgm:spPr/>
    </dgm:pt>
    <dgm:pt modelId="{12E9334E-4569-48C0-AFA6-A14918106D49}" type="pres">
      <dgm:prSet presAssocID="{F0F5B8AF-50E3-4B69-907B-D8DB1C5F0E35}" presName="composite" presStyleCnt="0"/>
      <dgm:spPr/>
    </dgm:pt>
    <dgm:pt modelId="{59FAC728-AB78-4BFA-997A-F9B9E89053E1}" type="pres">
      <dgm:prSet presAssocID="{F0F5B8AF-50E3-4B69-907B-D8DB1C5F0E35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F35F6EBD-3DBE-4A8C-B2BF-EA4DECD87D08}" type="pres">
      <dgm:prSet presAssocID="{F0F5B8AF-50E3-4B69-907B-D8DB1C5F0E35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C1D2CC0E-D0B6-407F-8844-8748CF0595B8}" type="presOf" srcId="{8526BCF8-B565-452C-8276-3069A83BA109}" destId="{F35F6EBD-3DBE-4A8C-B2BF-EA4DECD87D08}" srcOrd="0" destOrd="1" presId="urn:microsoft.com/office/officeart/2005/8/layout/hList1"/>
    <dgm:cxn modelId="{A658A735-3462-4CFD-9B50-75B525D3E5B0}" type="presOf" srcId="{BAE933BF-7ED8-4BF3-A8BA-F434F763C2D8}" destId="{F35F6EBD-3DBE-4A8C-B2BF-EA4DECD87D08}" srcOrd="0" destOrd="2" presId="urn:microsoft.com/office/officeart/2005/8/layout/hList1"/>
    <dgm:cxn modelId="{07B59C36-DE5B-458F-9489-55536AD363EF}" srcId="{F0F5B8AF-50E3-4B69-907B-D8DB1C5F0E35}" destId="{88155AB1-28E2-4DAF-84A6-A9D2C47F0037}" srcOrd="3" destOrd="0" parTransId="{38B482B8-E406-47A5-A86F-34EA1E283731}" sibTransId="{E11A9E7F-AFEC-4EF2-BC07-0569F398069E}"/>
    <dgm:cxn modelId="{7228C943-59BF-458F-AEE7-0D44AB995AA8}" type="presOf" srcId="{DE06DD2F-3427-41F2-828C-9A0B6C56469F}" destId="{F35F6EBD-3DBE-4A8C-B2BF-EA4DECD87D08}" srcOrd="0" destOrd="0" presId="urn:microsoft.com/office/officeart/2005/8/layout/hList1"/>
    <dgm:cxn modelId="{96657245-1A35-45CE-BE00-8B3A8CC0756D}" srcId="{F0F5B8AF-50E3-4B69-907B-D8DB1C5F0E35}" destId="{DE06DD2F-3427-41F2-828C-9A0B6C56469F}" srcOrd="0" destOrd="0" parTransId="{08DD07F5-57AD-447F-82F1-0A40B3ABDC8E}" sibTransId="{D5D27B58-C7D7-4C7F-B8DB-7E6649523B7A}"/>
    <dgm:cxn modelId="{AF49604E-ADEE-4B89-8DDF-853B0FB28176}" type="presOf" srcId="{49AC8A75-7DAA-4587-A4D8-C4751D9052DB}" destId="{EA3DEE34-4E14-49D3-8B32-F55C97D1DD6A}" srcOrd="0" destOrd="0" presId="urn:microsoft.com/office/officeart/2005/8/layout/hList1"/>
    <dgm:cxn modelId="{A09D7F59-AE87-4C9B-9CD0-DA309B0E3932}" srcId="{F0F5B8AF-50E3-4B69-907B-D8DB1C5F0E35}" destId="{4F985342-EA87-4231-A398-D2D5962BFA98}" srcOrd="4" destOrd="0" parTransId="{976FCB1B-0503-413F-A438-EF97263FFE65}" sibTransId="{48B4CA63-3C88-4E3D-AC51-30778B942CCC}"/>
    <dgm:cxn modelId="{56AA659B-F447-4C24-B0F9-8C356AD45227}" type="presOf" srcId="{4F985342-EA87-4231-A398-D2D5962BFA98}" destId="{F35F6EBD-3DBE-4A8C-B2BF-EA4DECD87D08}" srcOrd="0" destOrd="4" presId="urn:microsoft.com/office/officeart/2005/8/layout/hList1"/>
    <dgm:cxn modelId="{FE2F6B9C-D071-45AB-A708-5A2FE3F58FBD}" type="presOf" srcId="{F0F5B8AF-50E3-4B69-907B-D8DB1C5F0E35}" destId="{59FAC728-AB78-4BFA-997A-F9B9E89053E1}" srcOrd="0" destOrd="0" presId="urn:microsoft.com/office/officeart/2005/8/layout/hList1"/>
    <dgm:cxn modelId="{06FAE3AC-3F38-4A3C-94A2-E969AB0076CE}" srcId="{F0F5B8AF-50E3-4B69-907B-D8DB1C5F0E35}" destId="{9ACC966E-9FC9-4ABF-AF3E-B09143E0F299}" srcOrd="5" destOrd="0" parTransId="{2C636AC2-D247-484B-A8B8-3E870688F78B}" sibTransId="{36215AB1-9DA2-4152-9633-A5EB3E2A68CF}"/>
    <dgm:cxn modelId="{7FDFDDB2-740E-4053-8934-C15CA4BF3515}" type="presOf" srcId="{9ACC966E-9FC9-4ABF-AF3E-B09143E0F299}" destId="{F35F6EBD-3DBE-4A8C-B2BF-EA4DECD87D08}" srcOrd="0" destOrd="5" presId="urn:microsoft.com/office/officeart/2005/8/layout/hList1"/>
    <dgm:cxn modelId="{0E3F1CB4-5BF5-4C4A-9483-1F2A8EF924D5}" srcId="{49AC8A75-7DAA-4587-A4D8-C4751D9052DB}" destId="{F0F5B8AF-50E3-4B69-907B-D8DB1C5F0E35}" srcOrd="0" destOrd="0" parTransId="{BF35569B-6091-4908-B766-FA03A22E0190}" sibTransId="{C9DFBE99-E8D2-49FE-AB90-478AC62ABCC9}"/>
    <dgm:cxn modelId="{22C0F0DF-819B-4B54-8A90-F8F406CB62DD}" srcId="{F0F5B8AF-50E3-4B69-907B-D8DB1C5F0E35}" destId="{8526BCF8-B565-452C-8276-3069A83BA109}" srcOrd="1" destOrd="0" parTransId="{1A336CC5-A686-4409-A5D4-B58EF2DEB79B}" sibTransId="{36D65BF1-6724-454B-BA84-95BDA295DAA8}"/>
    <dgm:cxn modelId="{2CE80CF0-4E35-4F1D-A289-6806EC7856F5}" srcId="{F0F5B8AF-50E3-4B69-907B-D8DB1C5F0E35}" destId="{BAE933BF-7ED8-4BF3-A8BA-F434F763C2D8}" srcOrd="2" destOrd="0" parTransId="{3BF51989-0A37-4783-9312-AB463D713879}" sibTransId="{4F6CCBD3-A54E-431C-B5CC-4662DE8C240E}"/>
    <dgm:cxn modelId="{F3C1A9FA-C913-4184-8C04-52AB776839F3}" type="presOf" srcId="{88155AB1-28E2-4DAF-84A6-A9D2C47F0037}" destId="{F35F6EBD-3DBE-4A8C-B2BF-EA4DECD87D08}" srcOrd="0" destOrd="3" presId="urn:microsoft.com/office/officeart/2005/8/layout/hList1"/>
    <dgm:cxn modelId="{C7DC22C8-CDDE-44EF-9B1A-D3408EA37BB6}" type="presParOf" srcId="{EA3DEE34-4E14-49D3-8B32-F55C97D1DD6A}" destId="{12E9334E-4569-48C0-AFA6-A14918106D49}" srcOrd="0" destOrd="0" presId="urn:microsoft.com/office/officeart/2005/8/layout/hList1"/>
    <dgm:cxn modelId="{99617771-36A9-49A4-A507-49F7A9C9B018}" type="presParOf" srcId="{12E9334E-4569-48C0-AFA6-A14918106D49}" destId="{59FAC728-AB78-4BFA-997A-F9B9E89053E1}" srcOrd="0" destOrd="0" presId="urn:microsoft.com/office/officeart/2005/8/layout/hList1"/>
    <dgm:cxn modelId="{537E78A8-4368-4969-B7A9-3A4D7361F365}" type="presParOf" srcId="{12E9334E-4569-48C0-AFA6-A14918106D49}" destId="{F35F6EBD-3DBE-4A8C-B2BF-EA4DECD87D0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916F11A-E865-45B8-9160-06A2A5A87FE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87B087C-8ABA-4B5E-AE90-97AA1D300092}">
      <dgm:prSet phldrT="[Text]" custT="1"/>
      <dgm:spPr/>
      <dgm:t>
        <a:bodyPr/>
        <a:lstStyle/>
        <a:p>
          <a:r>
            <a:rPr lang="en-IN" sz="2800" b="1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PATIENT SAFETY</a:t>
          </a:r>
          <a:endParaRPr lang="en-IN" sz="28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gm:t>
    </dgm:pt>
    <dgm:pt modelId="{6BBD708A-A66A-4193-9ADC-E833C0D61E26}" type="parTrans" cxnId="{8BB0728B-1FA9-4331-A741-F25BE6453051}">
      <dgm:prSet/>
      <dgm:spPr/>
      <dgm:t>
        <a:bodyPr/>
        <a:lstStyle/>
        <a:p>
          <a:endParaRPr lang="en-IN"/>
        </a:p>
      </dgm:t>
    </dgm:pt>
    <dgm:pt modelId="{BCF0665B-B092-40BB-B6EE-623192D3AEC7}" type="sibTrans" cxnId="{8BB0728B-1FA9-4331-A741-F25BE6453051}">
      <dgm:prSet/>
      <dgm:spPr/>
      <dgm:t>
        <a:bodyPr/>
        <a:lstStyle/>
        <a:p>
          <a:endParaRPr lang="en-IN"/>
        </a:p>
      </dgm:t>
    </dgm:pt>
    <dgm:pt modelId="{88012412-1B92-4AD1-8873-4C1B3D6CB9DB}">
      <dgm:prSet phldrT="[Text]" custT="1"/>
      <dgm:spPr/>
      <dgm:t>
        <a:bodyPr/>
        <a:lstStyle/>
        <a:p>
          <a:pPr algn="just"/>
          <a:r>
            <a:rPr lang="en-US" sz="2700" b="0" i="0" dirty="0"/>
            <a:t>Patient safety “the prevention of harm to patients’’.</a:t>
          </a:r>
          <a:endParaRPr lang="en-IN" sz="2700" dirty="0"/>
        </a:p>
      </dgm:t>
    </dgm:pt>
    <dgm:pt modelId="{FFE0984B-B29E-4F9E-B084-FED31972B391}" type="parTrans" cxnId="{9CC87FCD-B50C-42C1-A551-0E357A7BD4CE}">
      <dgm:prSet/>
      <dgm:spPr/>
      <dgm:t>
        <a:bodyPr/>
        <a:lstStyle/>
        <a:p>
          <a:endParaRPr lang="en-IN"/>
        </a:p>
      </dgm:t>
    </dgm:pt>
    <dgm:pt modelId="{7F4CBAD7-6880-4CB8-8643-53CCD7E3D6BF}" type="sibTrans" cxnId="{9CC87FCD-B50C-42C1-A551-0E357A7BD4CE}">
      <dgm:prSet/>
      <dgm:spPr/>
      <dgm:t>
        <a:bodyPr/>
        <a:lstStyle/>
        <a:p>
          <a:endParaRPr lang="en-IN"/>
        </a:p>
      </dgm:t>
    </dgm:pt>
    <dgm:pt modelId="{C74F8ABD-F77E-41C3-9B41-FB42384D6A71}">
      <dgm:prSet phldrT="[Text]"/>
      <dgm:spPr/>
      <dgm:t>
        <a:bodyPr/>
        <a:lstStyle/>
        <a:p>
          <a:pPr algn="l"/>
          <a:endParaRPr lang="en-IN" sz="2600" dirty="0"/>
        </a:p>
      </dgm:t>
    </dgm:pt>
    <dgm:pt modelId="{1E70064C-EFAF-445F-B80F-88321637020B}" type="parTrans" cxnId="{827408BA-ECCE-4D5C-A280-40F1703F98E5}">
      <dgm:prSet/>
      <dgm:spPr/>
      <dgm:t>
        <a:bodyPr/>
        <a:lstStyle/>
        <a:p>
          <a:endParaRPr lang="en-IN"/>
        </a:p>
      </dgm:t>
    </dgm:pt>
    <dgm:pt modelId="{4EC2A6BB-A0F1-4FBC-B10E-1D7D52A96760}" type="sibTrans" cxnId="{827408BA-ECCE-4D5C-A280-40F1703F98E5}">
      <dgm:prSet/>
      <dgm:spPr/>
      <dgm:t>
        <a:bodyPr/>
        <a:lstStyle/>
        <a:p>
          <a:endParaRPr lang="en-IN"/>
        </a:p>
      </dgm:t>
    </dgm:pt>
    <dgm:pt modelId="{84A192C1-7AE9-4A85-B039-54C546A00B99}">
      <dgm:prSet phldrT="[Text]" custT="1"/>
      <dgm:spPr/>
      <dgm:t>
        <a:bodyPr/>
        <a:lstStyle/>
        <a:p>
          <a:pPr algn="just"/>
          <a:r>
            <a:rPr lang="en-US" sz="2700" b="0" i="0" dirty="0"/>
            <a:t>Improving Patient Safety means reducing patient harm.</a:t>
          </a:r>
          <a:endParaRPr lang="en-IN" sz="2700" dirty="0"/>
        </a:p>
      </dgm:t>
    </dgm:pt>
    <dgm:pt modelId="{E598652A-667C-435E-833B-89BCA6AE4B8B}" type="parTrans" cxnId="{5733489E-5C39-48F6-9686-45BED62A085F}">
      <dgm:prSet/>
      <dgm:spPr/>
      <dgm:t>
        <a:bodyPr/>
        <a:lstStyle/>
        <a:p>
          <a:endParaRPr lang="en-IN"/>
        </a:p>
      </dgm:t>
    </dgm:pt>
    <dgm:pt modelId="{6257B9E6-2C20-4006-AB97-D60F52601663}" type="sibTrans" cxnId="{5733489E-5C39-48F6-9686-45BED62A085F}">
      <dgm:prSet/>
      <dgm:spPr/>
      <dgm:t>
        <a:bodyPr/>
        <a:lstStyle/>
        <a:p>
          <a:endParaRPr lang="en-IN"/>
        </a:p>
      </dgm:t>
    </dgm:pt>
    <dgm:pt modelId="{108A7950-2E79-4076-9986-D2AB29E9EB49}">
      <dgm:prSet phldrT="[Text]" custT="1"/>
      <dgm:spPr/>
      <dgm:t>
        <a:bodyPr/>
        <a:lstStyle/>
        <a:p>
          <a:pPr algn="just"/>
          <a:r>
            <a:rPr lang="en-US" sz="2700" b="0" i="0" dirty="0"/>
            <a:t>Hospitals were founded to give care to those who need it and to keep patients safe is their moral duty</a:t>
          </a:r>
          <a:endParaRPr lang="en-IN" sz="2700" dirty="0"/>
        </a:p>
      </dgm:t>
    </dgm:pt>
    <dgm:pt modelId="{6394F5C3-1824-46F6-9096-94211EEF53FE}" type="parTrans" cxnId="{BF1BE6EB-5804-42A5-A565-954AB08FA942}">
      <dgm:prSet/>
      <dgm:spPr/>
      <dgm:t>
        <a:bodyPr/>
        <a:lstStyle/>
        <a:p>
          <a:endParaRPr lang="en-IN"/>
        </a:p>
      </dgm:t>
    </dgm:pt>
    <dgm:pt modelId="{AC41EB44-2E22-44B5-AB1D-C038E7ECCC40}" type="sibTrans" cxnId="{BF1BE6EB-5804-42A5-A565-954AB08FA942}">
      <dgm:prSet/>
      <dgm:spPr/>
      <dgm:t>
        <a:bodyPr/>
        <a:lstStyle/>
        <a:p>
          <a:endParaRPr lang="en-IN"/>
        </a:p>
      </dgm:t>
    </dgm:pt>
    <dgm:pt modelId="{8DB7A883-95B2-4364-97F2-EC62D0861083}" type="pres">
      <dgm:prSet presAssocID="{1916F11A-E865-45B8-9160-06A2A5A87FE5}" presName="linear" presStyleCnt="0">
        <dgm:presLayoutVars>
          <dgm:dir/>
          <dgm:animLvl val="lvl"/>
          <dgm:resizeHandles val="exact"/>
        </dgm:presLayoutVars>
      </dgm:prSet>
      <dgm:spPr/>
    </dgm:pt>
    <dgm:pt modelId="{30E5FC77-7AF1-4918-B941-88EF69198ACA}" type="pres">
      <dgm:prSet presAssocID="{987B087C-8ABA-4B5E-AE90-97AA1D300092}" presName="parentLin" presStyleCnt="0"/>
      <dgm:spPr/>
    </dgm:pt>
    <dgm:pt modelId="{255B0F6B-3B79-4A57-A968-212467F7655C}" type="pres">
      <dgm:prSet presAssocID="{987B087C-8ABA-4B5E-AE90-97AA1D300092}" presName="parentLeftMargin" presStyleLbl="node1" presStyleIdx="0" presStyleCnt="1"/>
      <dgm:spPr/>
    </dgm:pt>
    <dgm:pt modelId="{E15131BC-A671-4178-9619-A6C7E77DBC04}" type="pres">
      <dgm:prSet presAssocID="{987B087C-8ABA-4B5E-AE90-97AA1D300092}" presName="parentText" presStyleLbl="node1" presStyleIdx="0" presStyleCnt="1" custScaleX="714460" custScaleY="34187">
        <dgm:presLayoutVars>
          <dgm:chMax val="0"/>
          <dgm:bulletEnabled val="1"/>
        </dgm:presLayoutVars>
      </dgm:prSet>
      <dgm:spPr/>
    </dgm:pt>
    <dgm:pt modelId="{5C9D273C-6C53-4EB2-B7B1-F3D49C5ED801}" type="pres">
      <dgm:prSet presAssocID="{987B087C-8ABA-4B5E-AE90-97AA1D300092}" presName="negativeSpace" presStyleCnt="0"/>
      <dgm:spPr/>
    </dgm:pt>
    <dgm:pt modelId="{4BBE272E-25FB-492E-8315-2A958F91BEB8}" type="pres">
      <dgm:prSet presAssocID="{987B087C-8ABA-4B5E-AE90-97AA1D300092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ED0ABF01-B10D-4C23-91B3-C3EFA2A02555}" type="presOf" srcId="{88012412-1B92-4AD1-8873-4C1B3D6CB9DB}" destId="{4BBE272E-25FB-492E-8315-2A958F91BEB8}" srcOrd="0" destOrd="0" presId="urn:microsoft.com/office/officeart/2005/8/layout/list1"/>
    <dgm:cxn modelId="{7FD2EE0D-E46E-4D5F-BD20-8D93EC0B09F4}" type="presOf" srcId="{108A7950-2E79-4076-9986-D2AB29E9EB49}" destId="{4BBE272E-25FB-492E-8315-2A958F91BEB8}" srcOrd="0" destOrd="2" presId="urn:microsoft.com/office/officeart/2005/8/layout/list1"/>
    <dgm:cxn modelId="{9E6F083C-67E7-47B3-8698-C584F6B6298E}" type="presOf" srcId="{987B087C-8ABA-4B5E-AE90-97AA1D300092}" destId="{255B0F6B-3B79-4A57-A968-212467F7655C}" srcOrd="0" destOrd="0" presId="urn:microsoft.com/office/officeart/2005/8/layout/list1"/>
    <dgm:cxn modelId="{9DE00563-727E-449D-A7B8-389C7EF5C465}" type="presOf" srcId="{C74F8ABD-F77E-41C3-9B41-FB42384D6A71}" destId="{4BBE272E-25FB-492E-8315-2A958F91BEB8}" srcOrd="0" destOrd="3" presId="urn:microsoft.com/office/officeart/2005/8/layout/list1"/>
    <dgm:cxn modelId="{EADEB07F-E70E-4A04-A0F1-6D1370B05E7F}" type="presOf" srcId="{1916F11A-E865-45B8-9160-06A2A5A87FE5}" destId="{8DB7A883-95B2-4364-97F2-EC62D0861083}" srcOrd="0" destOrd="0" presId="urn:microsoft.com/office/officeart/2005/8/layout/list1"/>
    <dgm:cxn modelId="{8BB0728B-1FA9-4331-A741-F25BE6453051}" srcId="{1916F11A-E865-45B8-9160-06A2A5A87FE5}" destId="{987B087C-8ABA-4B5E-AE90-97AA1D300092}" srcOrd="0" destOrd="0" parTransId="{6BBD708A-A66A-4193-9ADC-E833C0D61E26}" sibTransId="{BCF0665B-B092-40BB-B6EE-623192D3AEC7}"/>
    <dgm:cxn modelId="{5733489E-5C39-48F6-9686-45BED62A085F}" srcId="{987B087C-8ABA-4B5E-AE90-97AA1D300092}" destId="{84A192C1-7AE9-4A85-B039-54C546A00B99}" srcOrd="1" destOrd="0" parTransId="{E598652A-667C-435E-833B-89BCA6AE4B8B}" sibTransId="{6257B9E6-2C20-4006-AB97-D60F52601663}"/>
    <dgm:cxn modelId="{9B1CC0AB-8A05-4747-9097-5D6EBA3ADDFA}" type="presOf" srcId="{987B087C-8ABA-4B5E-AE90-97AA1D300092}" destId="{E15131BC-A671-4178-9619-A6C7E77DBC04}" srcOrd="1" destOrd="0" presId="urn:microsoft.com/office/officeart/2005/8/layout/list1"/>
    <dgm:cxn modelId="{39A783B1-087C-4C49-8D44-07669377A4AE}" type="presOf" srcId="{84A192C1-7AE9-4A85-B039-54C546A00B99}" destId="{4BBE272E-25FB-492E-8315-2A958F91BEB8}" srcOrd="0" destOrd="1" presId="urn:microsoft.com/office/officeart/2005/8/layout/list1"/>
    <dgm:cxn modelId="{827408BA-ECCE-4D5C-A280-40F1703F98E5}" srcId="{987B087C-8ABA-4B5E-AE90-97AA1D300092}" destId="{C74F8ABD-F77E-41C3-9B41-FB42384D6A71}" srcOrd="3" destOrd="0" parTransId="{1E70064C-EFAF-445F-B80F-88321637020B}" sibTransId="{4EC2A6BB-A0F1-4FBC-B10E-1D7D52A96760}"/>
    <dgm:cxn modelId="{9CC87FCD-B50C-42C1-A551-0E357A7BD4CE}" srcId="{987B087C-8ABA-4B5E-AE90-97AA1D300092}" destId="{88012412-1B92-4AD1-8873-4C1B3D6CB9DB}" srcOrd="0" destOrd="0" parTransId="{FFE0984B-B29E-4F9E-B084-FED31972B391}" sibTransId="{7F4CBAD7-6880-4CB8-8643-53CCD7E3D6BF}"/>
    <dgm:cxn modelId="{BF1BE6EB-5804-42A5-A565-954AB08FA942}" srcId="{987B087C-8ABA-4B5E-AE90-97AA1D300092}" destId="{108A7950-2E79-4076-9986-D2AB29E9EB49}" srcOrd="2" destOrd="0" parTransId="{6394F5C3-1824-46F6-9096-94211EEF53FE}" sibTransId="{AC41EB44-2E22-44B5-AB1D-C038E7ECCC40}"/>
    <dgm:cxn modelId="{4AEEA64A-C545-4659-B2F2-E5C29F8CE115}" type="presParOf" srcId="{8DB7A883-95B2-4364-97F2-EC62D0861083}" destId="{30E5FC77-7AF1-4918-B941-88EF69198ACA}" srcOrd="0" destOrd="0" presId="urn:microsoft.com/office/officeart/2005/8/layout/list1"/>
    <dgm:cxn modelId="{CB226EC4-6990-4C9F-960E-0BAD3F27B5E0}" type="presParOf" srcId="{30E5FC77-7AF1-4918-B941-88EF69198ACA}" destId="{255B0F6B-3B79-4A57-A968-212467F7655C}" srcOrd="0" destOrd="0" presId="urn:microsoft.com/office/officeart/2005/8/layout/list1"/>
    <dgm:cxn modelId="{FEBF7AA5-DD12-4A48-91E3-2DDE643B7663}" type="presParOf" srcId="{30E5FC77-7AF1-4918-B941-88EF69198ACA}" destId="{E15131BC-A671-4178-9619-A6C7E77DBC04}" srcOrd="1" destOrd="0" presId="urn:microsoft.com/office/officeart/2005/8/layout/list1"/>
    <dgm:cxn modelId="{61789A7E-9FD9-4777-BE39-862CE998C5CE}" type="presParOf" srcId="{8DB7A883-95B2-4364-97F2-EC62D0861083}" destId="{5C9D273C-6C53-4EB2-B7B1-F3D49C5ED801}" srcOrd="1" destOrd="0" presId="urn:microsoft.com/office/officeart/2005/8/layout/list1"/>
    <dgm:cxn modelId="{14751053-19B1-4396-9CAC-A46461A26ABF}" type="presParOf" srcId="{8DB7A883-95B2-4364-97F2-EC62D0861083}" destId="{4BBE272E-25FB-492E-8315-2A958F91BEB8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D18383-E241-4AD8-843C-E85ECFCD64C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D960F35-398E-4818-921D-C3D69434C6C4}">
      <dgm:prSet phldrT="[Text]"/>
      <dgm:spPr/>
      <dgm:t>
        <a:bodyPr/>
        <a:lstStyle/>
        <a:p>
          <a:pPr algn="just"/>
          <a:r>
            <a:rPr lang="en-US" dirty="0"/>
            <a:t>Principle of Patient Safety</a:t>
          </a:r>
          <a:endParaRPr lang="en-IN" dirty="0"/>
        </a:p>
      </dgm:t>
    </dgm:pt>
    <dgm:pt modelId="{5FBC40F2-9555-4C28-ACC9-DB519413AA46}" type="parTrans" cxnId="{EDC26881-B0CB-476D-8000-8F692E01CBCC}">
      <dgm:prSet/>
      <dgm:spPr/>
      <dgm:t>
        <a:bodyPr/>
        <a:lstStyle/>
        <a:p>
          <a:pPr algn="just"/>
          <a:endParaRPr lang="en-IN"/>
        </a:p>
      </dgm:t>
    </dgm:pt>
    <dgm:pt modelId="{AB3265B3-1AE6-4F15-805D-6EB81E54F6EC}" type="sibTrans" cxnId="{EDC26881-B0CB-476D-8000-8F692E01CBCC}">
      <dgm:prSet/>
      <dgm:spPr/>
      <dgm:t>
        <a:bodyPr/>
        <a:lstStyle/>
        <a:p>
          <a:pPr algn="just"/>
          <a:endParaRPr lang="en-IN"/>
        </a:p>
      </dgm:t>
    </dgm:pt>
    <dgm:pt modelId="{106FD998-41B1-4895-B1DD-5C1B2BD18F74}">
      <dgm:prSet phldrT="[Text]"/>
      <dgm:spPr/>
      <dgm:t>
        <a:bodyPr/>
        <a:lstStyle/>
        <a:p>
          <a:pPr algn="just"/>
          <a:r>
            <a:rPr lang="en-US" b="0" i="0" dirty="0"/>
            <a:t>Proper identification of patient and matching to their care elements</a:t>
          </a:r>
          <a:endParaRPr lang="en-IN" dirty="0"/>
        </a:p>
      </dgm:t>
    </dgm:pt>
    <dgm:pt modelId="{15227F15-6E05-4A6D-ACB5-97191AF971E7}" type="parTrans" cxnId="{F1B24FD6-2A77-4912-A2EC-E487C452B1FA}">
      <dgm:prSet/>
      <dgm:spPr/>
      <dgm:t>
        <a:bodyPr/>
        <a:lstStyle/>
        <a:p>
          <a:pPr algn="just"/>
          <a:endParaRPr lang="en-IN"/>
        </a:p>
      </dgm:t>
    </dgm:pt>
    <dgm:pt modelId="{3BF32316-5A27-4FA3-86BC-FF675C8BCC45}" type="sibTrans" cxnId="{F1B24FD6-2A77-4912-A2EC-E487C452B1FA}">
      <dgm:prSet/>
      <dgm:spPr/>
      <dgm:t>
        <a:bodyPr/>
        <a:lstStyle/>
        <a:p>
          <a:pPr algn="just"/>
          <a:endParaRPr lang="en-IN"/>
        </a:p>
      </dgm:t>
    </dgm:pt>
    <dgm:pt modelId="{F45977F7-BAC3-4743-843F-FE234848B127}">
      <dgm:prSet phldrT="[Text]"/>
      <dgm:spPr/>
      <dgm:t>
        <a:bodyPr/>
        <a:lstStyle/>
        <a:p>
          <a:pPr algn="just"/>
          <a:r>
            <a:rPr lang="en-US" b="0" i="0" dirty="0"/>
            <a:t>Prevention of patient hand over error and safety during transition</a:t>
          </a:r>
          <a:endParaRPr lang="en-IN" dirty="0"/>
        </a:p>
      </dgm:t>
    </dgm:pt>
    <dgm:pt modelId="{26418F5B-C84B-4BEC-ADDD-181EF2C85EEB}" type="parTrans" cxnId="{86891ABE-E55C-4C98-A83C-944A4D6565FA}">
      <dgm:prSet/>
      <dgm:spPr/>
      <dgm:t>
        <a:bodyPr/>
        <a:lstStyle/>
        <a:p>
          <a:pPr algn="just"/>
          <a:endParaRPr lang="en-IN"/>
        </a:p>
      </dgm:t>
    </dgm:pt>
    <dgm:pt modelId="{4E2A4292-8A35-4B13-813E-819D9163E996}" type="sibTrans" cxnId="{86891ABE-E55C-4C98-A83C-944A4D6565FA}">
      <dgm:prSet/>
      <dgm:spPr/>
      <dgm:t>
        <a:bodyPr/>
        <a:lstStyle/>
        <a:p>
          <a:pPr algn="just"/>
          <a:endParaRPr lang="en-IN"/>
        </a:p>
      </dgm:t>
    </dgm:pt>
    <dgm:pt modelId="{874EC550-C442-499E-BB55-3CB27CA82A4F}">
      <dgm:prSet phldrT="[Text]"/>
      <dgm:spPr/>
      <dgm:t>
        <a:bodyPr/>
        <a:lstStyle/>
        <a:p>
          <a:pPr algn="just"/>
          <a:r>
            <a:rPr lang="en-US" b="0" i="0" dirty="0"/>
            <a:t>Assessing medical accuracy while giving care to a patient</a:t>
          </a:r>
          <a:endParaRPr lang="en-IN" dirty="0"/>
        </a:p>
      </dgm:t>
    </dgm:pt>
    <dgm:pt modelId="{44C0B86C-010D-4621-AE36-93C511B573AC}" type="parTrans" cxnId="{5987510A-6989-4483-B01B-4902C00B7D71}">
      <dgm:prSet/>
      <dgm:spPr/>
      <dgm:t>
        <a:bodyPr/>
        <a:lstStyle/>
        <a:p>
          <a:pPr algn="just"/>
          <a:endParaRPr lang="en-IN"/>
        </a:p>
      </dgm:t>
    </dgm:pt>
    <dgm:pt modelId="{CA3A8444-BB59-447E-9132-8091875BFC84}" type="sibTrans" cxnId="{5987510A-6989-4483-B01B-4902C00B7D71}">
      <dgm:prSet/>
      <dgm:spPr/>
      <dgm:t>
        <a:bodyPr/>
        <a:lstStyle/>
        <a:p>
          <a:pPr algn="just"/>
          <a:endParaRPr lang="en-IN"/>
        </a:p>
      </dgm:t>
    </dgm:pt>
    <dgm:pt modelId="{3996B916-79F4-49E5-9DF6-7C36BF45F4E5}">
      <dgm:prSet phldrT="[Text]"/>
      <dgm:spPr/>
      <dgm:t>
        <a:bodyPr/>
        <a:lstStyle/>
        <a:p>
          <a:pPr algn="just"/>
          <a:r>
            <a:rPr lang="en-US" b="0" i="0" dirty="0"/>
            <a:t>Performance of correct procedure at correct body site</a:t>
          </a:r>
          <a:endParaRPr lang="en-IN" dirty="0"/>
        </a:p>
      </dgm:t>
    </dgm:pt>
    <dgm:pt modelId="{0B34DF19-AC00-43B6-8DFE-0D6655C46C82}" type="parTrans" cxnId="{8EA77D79-3B3D-47F9-8A3E-3ACD06A0609A}">
      <dgm:prSet/>
      <dgm:spPr/>
      <dgm:t>
        <a:bodyPr/>
        <a:lstStyle/>
        <a:p>
          <a:pPr algn="just"/>
          <a:endParaRPr lang="en-IN"/>
        </a:p>
      </dgm:t>
    </dgm:pt>
    <dgm:pt modelId="{BFDE4B42-5DF9-4833-8F55-8E39EE96A041}" type="sibTrans" cxnId="{8EA77D79-3B3D-47F9-8A3E-3ACD06A0609A}">
      <dgm:prSet/>
      <dgm:spPr/>
      <dgm:t>
        <a:bodyPr/>
        <a:lstStyle/>
        <a:p>
          <a:pPr algn="just"/>
          <a:endParaRPr lang="en-IN"/>
        </a:p>
      </dgm:t>
    </dgm:pt>
    <dgm:pt modelId="{D2AE2C2D-E29A-4D61-9F2F-C58F329E459A}">
      <dgm:prSet phldrT="[Text]"/>
      <dgm:spPr/>
      <dgm:t>
        <a:bodyPr/>
        <a:lstStyle/>
        <a:p>
          <a:pPr algn="just"/>
          <a:r>
            <a:rPr lang="en-US" b="0" i="0" dirty="0"/>
            <a:t>Take appropriate precautionary measures to avoid infection</a:t>
          </a:r>
          <a:endParaRPr lang="en-IN" dirty="0"/>
        </a:p>
      </dgm:t>
    </dgm:pt>
    <dgm:pt modelId="{1FDD6F95-A9E8-4784-9DB1-5D3B1D019896}" type="parTrans" cxnId="{05AE479E-4660-45BC-B1DA-26E9B9B0235D}">
      <dgm:prSet/>
      <dgm:spPr/>
      <dgm:t>
        <a:bodyPr/>
        <a:lstStyle/>
        <a:p>
          <a:pPr algn="just"/>
          <a:endParaRPr lang="en-IN"/>
        </a:p>
      </dgm:t>
    </dgm:pt>
    <dgm:pt modelId="{3E534DEE-0759-4C9D-978E-DF6EDCCBE1E4}" type="sibTrans" cxnId="{05AE479E-4660-45BC-B1DA-26E9B9B0235D}">
      <dgm:prSet/>
      <dgm:spPr/>
      <dgm:t>
        <a:bodyPr/>
        <a:lstStyle/>
        <a:p>
          <a:pPr algn="just"/>
          <a:endParaRPr lang="en-IN"/>
        </a:p>
      </dgm:t>
    </dgm:pt>
    <dgm:pt modelId="{8622467B-5D3B-4296-9788-C47CCA91CD58}" type="pres">
      <dgm:prSet presAssocID="{75D18383-E241-4AD8-843C-E85ECFCD64C1}" presName="linear" presStyleCnt="0">
        <dgm:presLayoutVars>
          <dgm:dir/>
          <dgm:animLvl val="lvl"/>
          <dgm:resizeHandles val="exact"/>
        </dgm:presLayoutVars>
      </dgm:prSet>
      <dgm:spPr/>
    </dgm:pt>
    <dgm:pt modelId="{55AC4A08-23B4-436E-87F3-A7799677E429}" type="pres">
      <dgm:prSet presAssocID="{9D960F35-398E-4818-921D-C3D69434C6C4}" presName="parentLin" presStyleCnt="0"/>
      <dgm:spPr/>
    </dgm:pt>
    <dgm:pt modelId="{BD4D223D-4FB2-4108-873E-944DAC7C094B}" type="pres">
      <dgm:prSet presAssocID="{9D960F35-398E-4818-921D-C3D69434C6C4}" presName="parentLeftMargin" presStyleLbl="node1" presStyleIdx="0" presStyleCnt="1"/>
      <dgm:spPr/>
    </dgm:pt>
    <dgm:pt modelId="{A030165A-F0AF-4C49-96C1-EFE3BD0572C4}" type="pres">
      <dgm:prSet presAssocID="{9D960F35-398E-4818-921D-C3D69434C6C4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C780883D-59F3-4442-865B-06EE2DD64042}" type="pres">
      <dgm:prSet presAssocID="{9D960F35-398E-4818-921D-C3D69434C6C4}" presName="negativeSpace" presStyleCnt="0"/>
      <dgm:spPr/>
    </dgm:pt>
    <dgm:pt modelId="{3F8AD3D4-8164-49F0-87AE-8D999460E912}" type="pres">
      <dgm:prSet presAssocID="{9D960F35-398E-4818-921D-C3D69434C6C4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F3AA4401-18DB-472F-87BA-9E9E1B15EEFE}" type="presOf" srcId="{874EC550-C442-499E-BB55-3CB27CA82A4F}" destId="{3F8AD3D4-8164-49F0-87AE-8D999460E912}" srcOrd="0" destOrd="2" presId="urn:microsoft.com/office/officeart/2005/8/layout/list1"/>
    <dgm:cxn modelId="{5987510A-6989-4483-B01B-4902C00B7D71}" srcId="{9D960F35-398E-4818-921D-C3D69434C6C4}" destId="{874EC550-C442-499E-BB55-3CB27CA82A4F}" srcOrd="2" destOrd="0" parTransId="{44C0B86C-010D-4621-AE36-93C511B573AC}" sibTransId="{CA3A8444-BB59-447E-9132-8091875BFC84}"/>
    <dgm:cxn modelId="{8C6DD335-4F07-494F-81A2-FE8EE0C59203}" type="presOf" srcId="{3996B916-79F4-49E5-9DF6-7C36BF45F4E5}" destId="{3F8AD3D4-8164-49F0-87AE-8D999460E912}" srcOrd="0" destOrd="3" presId="urn:microsoft.com/office/officeart/2005/8/layout/list1"/>
    <dgm:cxn modelId="{8B6E3163-46E0-47E2-89D3-23A1C5AB0E50}" type="presOf" srcId="{9D960F35-398E-4818-921D-C3D69434C6C4}" destId="{BD4D223D-4FB2-4108-873E-944DAC7C094B}" srcOrd="0" destOrd="0" presId="urn:microsoft.com/office/officeart/2005/8/layout/list1"/>
    <dgm:cxn modelId="{8EA77D79-3B3D-47F9-8A3E-3ACD06A0609A}" srcId="{9D960F35-398E-4818-921D-C3D69434C6C4}" destId="{3996B916-79F4-49E5-9DF6-7C36BF45F4E5}" srcOrd="3" destOrd="0" parTransId="{0B34DF19-AC00-43B6-8DFE-0D6655C46C82}" sibTransId="{BFDE4B42-5DF9-4833-8F55-8E39EE96A041}"/>
    <dgm:cxn modelId="{EDC26881-B0CB-476D-8000-8F692E01CBCC}" srcId="{75D18383-E241-4AD8-843C-E85ECFCD64C1}" destId="{9D960F35-398E-4818-921D-C3D69434C6C4}" srcOrd="0" destOrd="0" parTransId="{5FBC40F2-9555-4C28-ACC9-DB519413AA46}" sibTransId="{AB3265B3-1AE6-4F15-805D-6EB81E54F6EC}"/>
    <dgm:cxn modelId="{51F6C39A-6B75-42F4-B97D-DB58CF736556}" type="presOf" srcId="{75D18383-E241-4AD8-843C-E85ECFCD64C1}" destId="{8622467B-5D3B-4296-9788-C47CCA91CD58}" srcOrd="0" destOrd="0" presId="urn:microsoft.com/office/officeart/2005/8/layout/list1"/>
    <dgm:cxn modelId="{05AE479E-4660-45BC-B1DA-26E9B9B0235D}" srcId="{9D960F35-398E-4818-921D-C3D69434C6C4}" destId="{D2AE2C2D-E29A-4D61-9F2F-C58F329E459A}" srcOrd="4" destOrd="0" parTransId="{1FDD6F95-A9E8-4784-9DB1-5D3B1D019896}" sibTransId="{3E534DEE-0759-4C9D-978E-DF6EDCCBE1E4}"/>
    <dgm:cxn modelId="{C10403AE-816A-45D4-8AB0-1AE6278D88FF}" type="presOf" srcId="{D2AE2C2D-E29A-4D61-9F2F-C58F329E459A}" destId="{3F8AD3D4-8164-49F0-87AE-8D999460E912}" srcOrd="0" destOrd="4" presId="urn:microsoft.com/office/officeart/2005/8/layout/list1"/>
    <dgm:cxn modelId="{86891ABE-E55C-4C98-A83C-944A4D6565FA}" srcId="{9D960F35-398E-4818-921D-C3D69434C6C4}" destId="{F45977F7-BAC3-4743-843F-FE234848B127}" srcOrd="1" destOrd="0" parTransId="{26418F5B-C84B-4BEC-ADDD-181EF2C85EEB}" sibTransId="{4E2A4292-8A35-4B13-813E-819D9163E996}"/>
    <dgm:cxn modelId="{F1B24FD6-2A77-4912-A2EC-E487C452B1FA}" srcId="{9D960F35-398E-4818-921D-C3D69434C6C4}" destId="{106FD998-41B1-4895-B1DD-5C1B2BD18F74}" srcOrd="0" destOrd="0" parTransId="{15227F15-6E05-4A6D-ACB5-97191AF971E7}" sibTransId="{3BF32316-5A27-4FA3-86BC-FF675C8BCC45}"/>
    <dgm:cxn modelId="{AB363DD8-DF3A-4814-B103-0930205C64F6}" type="presOf" srcId="{9D960F35-398E-4818-921D-C3D69434C6C4}" destId="{A030165A-F0AF-4C49-96C1-EFE3BD0572C4}" srcOrd="1" destOrd="0" presId="urn:microsoft.com/office/officeart/2005/8/layout/list1"/>
    <dgm:cxn modelId="{D15B86D8-9E77-4E64-85D2-9405F7E3A2C5}" type="presOf" srcId="{F45977F7-BAC3-4743-843F-FE234848B127}" destId="{3F8AD3D4-8164-49F0-87AE-8D999460E912}" srcOrd="0" destOrd="1" presId="urn:microsoft.com/office/officeart/2005/8/layout/list1"/>
    <dgm:cxn modelId="{3BD068E3-43DF-4021-BF78-502983474575}" type="presOf" srcId="{106FD998-41B1-4895-B1DD-5C1B2BD18F74}" destId="{3F8AD3D4-8164-49F0-87AE-8D999460E912}" srcOrd="0" destOrd="0" presId="urn:microsoft.com/office/officeart/2005/8/layout/list1"/>
    <dgm:cxn modelId="{B39B5931-8452-4AA5-859E-178D165367A5}" type="presParOf" srcId="{8622467B-5D3B-4296-9788-C47CCA91CD58}" destId="{55AC4A08-23B4-436E-87F3-A7799677E429}" srcOrd="0" destOrd="0" presId="urn:microsoft.com/office/officeart/2005/8/layout/list1"/>
    <dgm:cxn modelId="{F28B41DF-1C89-484B-9485-EA5230A9AEF6}" type="presParOf" srcId="{55AC4A08-23B4-436E-87F3-A7799677E429}" destId="{BD4D223D-4FB2-4108-873E-944DAC7C094B}" srcOrd="0" destOrd="0" presId="urn:microsoft.com/office/officeart/2005/8/layout/list1"/>
    <dgm:cxn modelId="{D6A4C7CA-3907-4F9A-8996-097471243D97}" type="presParOf" srcId="{55AC4A08-23B4-436E-87F3-A7799677E429}" destId="{A030165A-F0AF-4C49-96C1-EFE3BD0572C4}" srcOrd="1" destOrd="0" presId="urn:microsoft.com/office/officeart/2005/8/layout/list1"/>
    <dgm:cxn modelId="{2483D801-B353-4957-8631-2B514F18A34F}" type="presParOf" srcId="{8622467B-5D3B-4296-9788-C47CCA91CD58}" destId="{C780883D-59F3-4442-865B-06EE2DD64042}" srcOrd="1" destOrd="0" presId="urn:microsoft.com/office/officeart/2005/8/layout/list1"/>
    <dgm:cxn modelId="{B6314A52-B6FA-41C5-8B12-CF6660A94B2E}" type="presParOf" srcId="{8622467B-5D3B-4296-9788-C47CCA91CD58}" destId="{3F8AD3D4-8164-49F0-87AE-8D999460E912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CA587D3-92AA-4D4D-A69F-63BA7428C79C}" type="doc">
      <dgm:prSet loTypeId="urn:microsoft.com/office/officeart/2005/8/layout/radial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7A786F1-8BCB-44CD-8CBB-140A3E855BBD}">
      <dgm:prSet phldrT="[Text]" custT="1"/>
      <dgm:spPr/>
      <dgm:t>
        <a:bodyPr/>
        <a:lstStyle/>
        <a:p>
          <a:r>
            <a:rPr lang="en-US" sz="4800" dirty="0"/>
            <a:t>Patient Safety</a:t>
          </a:r>
          <a:endParaRPr lang="en-IN" sz="4800" dirty="0"/>
        </a:p>
      </dgm:t>
    </dgm:pt>
    <dgm:pt modelId="{E8D998CB-0C8A-4DF4-994E-B9519F8DEB75}" type="parTrans" cxnId="{3EBA2842-FB05-4923-9032-C975AD1A2298}">
      <dgm:prSet/>
      <dgm:spPr/>
      <dgm:t>
        <a:bodyPr/>
        <a:lstStyle/>
        <a:p>
          <a:endParaRPr lang="en-IN"/>
        </a:p>
      </dgm:t>
    </dgm:pt>
    <dgm:pt modelId="{21425B72-D38A-47D0-925A-D2F17E139260}" type="sibTrans" cxnId="{3EBA2842-FB05-4923-9032-C975AD1A2298}">
      <dgm:prSet/>
      <dgm:spPr/>
      <dgm:t>
        <a:bodyPr/>
        <a:lstStyle/>
        <a:p>
          <a:endParaRPr lang="en-IN"/>
        </a:p>
      </dgm:t>
    </dgm:pt>
    <dgm:pt modelId="{ED8BB5AA-FB8B-43EA-92AC-4B15DD0ED846}">
      <dgm:prSet phldrT="[Text]" custT="1"/>
      <dgm:spPr/>
      <dgm:t>
        <a:bodyPr/>
        <a:lstStyle/>
        <a:p>
          <a:r>
            <a:rPr lang="en-US" sz="1800" dirty="0"/>
            <a:t>Medical Safety</a:t>
          </a:r>
          <a:endParaRPr lang="en-IN" sz="1800" dirty="0"/>
        </a:p>
      </dgm:t>
    </dgm:pt>
    <dgm:pt modelId="{DED5FDB0-E56E-4EDD-B75E-D4D56261670F}" type="parTrans" cxnId="{3DB460F7-1822-4B07-A1EF-DE8E1AD92510}">
      <dgm:prSet/>
      <dgm:spPr/>
      <dgm:t>
        <a:bodyPr/>
        <a:lstStyle/>
        <a:p>
          <a:endParaRPr lang="en-IN"/>
        </a:p>
      </dgm:t>
    </dgm:pt>
    <dgm:pt modelId="{BB04A817-F34B-4116-95D6-E9601B2C19E9}" type="sibTrans" cxnId="{3DB460F7-1822-4B07-A1EF-DE8E1AD92510}">
      <dgm:prSet/>
      <dgm:spPr/>
      <dgm:t>
        <a:bodyPr/>
        <a:lstStyle/>
        <a:p>
          <a:endParaRPr lang="en-IN"/>
        </a:p>
      </dgm:t>
    </dgm:pt>
    <dgm:pt modelId="{B57CFB2F-7D9E-45E2-90FD-CE207CE4B4A3}">
      <dgm:prSet phldrT="[Text]" custT="1"/>
      <dgm:spPr/>
      <dgm:t>
        <a:bodyPr/>
        <a:lstStyle/>
        <a:p>
          <a:r>
            <a:rPr lang="en-US" sz="1800" dirty="0"/>
            <a:t>Surgical Safety</a:t>
          </a:r>
          <a:endParaRPr lang="en-IN" sz="1800" dirty="0"/>
        </a:p>
      </dgm:t>
    </dgm:pt>
    <dgm:pt modelId="{58228A81-C553-467D-8739-2BE34B783BA0}" type="parTrans" cxnId="{2FD4AE8E-E4CD-4267-9266-A157E3750677}">
      <dgm:prSet/>
      <dgm:spPr/>
      <dgm:t>
        <a:bodyPr/>
        <a:lstStyle/>
        <a:p>
          <a:endParaRPr lang="en-IN"/>
        </a:p>
      </dgm:t>
    </dgm:pt>
    <dgm:pt modelId="{CEAAC319-5D3C-40FA-B0C8-A88032D0AD4A}" type="sibTrans" cxnId="{2FD4AE8E-E4CD-4267-9266-A157E3750677}">
      <dgm:prSet/>
      <dgm:spPr/>
      <dgm:t>
        <a:bodyPr/>
        <a:lstStyle/>
        <a:p>
          <a:endParaRPr lang="en-IN"/>
        </a:p>
      </dgm:t>
    </dgm:pt>
    <dgm:pt modelId="{D150CCFB-ECB0-4F18-9133-27DE74B808FC}">
      <dgm:prSet phldrT="[Text]" custT="1"/>
      <dgm:spPr/>
      <dgm:t>
        <a:bodyPr/>
        <a:lstStyle/>
        <a:p>
          <a:r>
            <a:rPr lang="en-US" sz="1800" dirty="0"/>
            <a:t>Electrical Safety</a:t>
          </a:r>
          <a:endParaRPr lang="en-IN" sz="1800" dirty="0"/>
        </a:p>
      </dgm:t>
    </dgm:pt>
    <dgm:pt modelId="{32CBC104-A761-4525-9A9C-9611E2E3ABBD}" type="parTrans" cxnId="{E86BCE0C-D490-4D7D-AFC7-A7F9692F1ED2}">
      <dgm:prSet/>
      <dgm:spPr/>
      <dgm:t>
        <a:bodyPr/>
        <a:lstStyle/>
        <a:p>
          <a:endParaRPr lang="en-IN"/>
        </a:p>
      </dgm:t>
    </dgm:pt>
    <dgm:pt modelId="{C81034E9-6AC5-427E-8601-B8B575052526}" type="sibTrans" cxnId="{E86BCE0C-D490-4D7D-AFC7-A7F9692F1ED2}">
      <dgm:prSet/>
      <dgm:spPr/>
      <dgm:t>
        <a:bodyPr/>
        <a:lstStyle/>
        <a:p>
          <a:endParaRPr lang="en-IN"/>
        </a:p>
      </dgm:t>
    </dgm:pt>
    <dgm:pt modelId="{3210E4F3-BF39-4E3A-9458-7EB06E9A8AEB}">
      <dgm:prSet phldrT="[Text]" custT="1"/>
      <dgm:spPr/>
      <dgm:t>
        <a:bodyPr/>
        <a:lstStyle/>
        <a:p>
          <a:r>
            <a:rPr lang="en-US" sz="1800" dirty="0"/>
            <a:t>Laboratory Safety</a:t>
          </a:r>
          <a:endParaRPr lang="en-IN" sz="1800" dirty="0"/>
        </a:p>
      </dgm:t>
    </dgm:pt>
    <dgm:pt modelId="{741F88E9-82C4-4A24-93C1-C9FB32ECDC8E}" type="parTrans" cxnId="{4404152C-192E-4A9A-8A67-2583E13924D7}">
      <dgm:prSet/>
      <dgm:spPr/>
      <dgm:t>
        <a:bodyPr/>
        <a:lstStyle/>
        <a:p>
          <a:endParaRPr lang="en-IN"/>
        </a:p>
      </dgm:t>
    </dgm:pt>
    <dgm:pt modelId="{11385EAF-FEFA-424C-A3AB-0B901D5758F9}" type="sibTrans" cxnId="{4404152C-192E-4A9A-8A67-2583E13924D7}">
      <dgm:prSet/>
      <dgm:spPr/>
      <dgm:t>
        <a:bodyPr/>
        <a:lstStyle/>
        <a:p>
          <a:endParaRPr lang="en-IN"/>
        </a:p>
      </dgm:t>
    </dgm:pt>
    <dgm:pt modelId="{E8D01A19-FA5F-4320-956B-326A58A91227}">
      <dgm:prSet phldrT="[Text]" custT="1"/>
      <dgm:spPr/>
      <dgm:t>
        <a:bodyPr/>
        <a:lstStyle/>
        <a:p>
          <a:r>
            <a:rPr lang="en-US" sz="1800" dirty="0"/>
            <a:t>Sanitation Infection Control</a:t>
          </a:r>
          <a:endParaRPr lang="en-IN" sz="1800" dirty="0"/>
        </a:p>
      </dgm:t>
    </dgm:pt>
    <dgm:pt modelId="{FFC6167D-1B2B-4965-9E8B-C3E37628ECD4}" type="parTrans" cxnId="{0A4DA575-2A57-44BF-AC2D-75129BF93DDC}">
      <dgm:prSet/>
      <dgm:spPr/>
      <dgm:t>
        <a:bodyPr/>
        <a:lstStyle/>
        <a:p>
          <a:endParaRPr lang="en-IN"/>
        </a:p>
      </dgm:t>
    </dgm:pt>
    <dgm:pt modelId="{7B07007B-00B8-4D7A-8863-FA38A533E96F}" type="sibTrans" cxnId="{0A4DA575-2A57-44BF-AC2D-75129BF93DDC}">
      <dgm:prSet/>
      <dgm:spPr/>
      <dgm:t>
        <a:bodyPr/>
        <a:lstStyle/>
        <a:p>
          <a:endParaRPr lang="en-IN"/>
        </a:p>
      </dgm:t>
    </dgm:pt>
    <dgm:pt modelId="{8426DFAB-05F4-4315-8BE8-A9C5414ACB93}">
      <dgm:prSet phldrT="[Text]" custT="1"/>
      <dgm:spPr/>
      <dgm:t>
        <a:bodyPr/>
        <a:lstStyle/>
        <a:p>
          <a:r>
            <a:rPr lang="en-US" sz="1800" dirty="0"/>
            <a:t>Blood Safety</a:t>
          </a:r>
          <a:endParaRPr lang="en-IN" sz="1800" dirty="0"/>
        </a:p>
      </dgm:t>
    </dgm:pt>
    <dgm:pt modelId="{14A23BF4-DFA5-45FA-9576-92005855036B}" type="parTrans" cxnId="{319F7D1F-2C56-4AAF-B72A-7A9B916E1C6E}">
      <dgm:prSet/>
      <dgm:spPr/>
      <dgm:t>
        <a:bodyPr/>
        <a:lstStyle/>
        <a:p>
          <a:endParaRPr lang="en-IN"/>
        </a:p>
      </dgm:t>
    </dgm:pt>
    <dgm:pt modelId="{D7D44B43-2777-4BEA-977B-B9BB057F3CD6}" type="sibTrans" cxnId="{319F7D1F-2C56-4AAF-B72A-7A9B916E1C6E}">
      <dgm:prSet/>
      <dgm:spPr/>
      <dgm:t>
        <a:bodyPr/>
        <a:lstStyle/>
        <a:p>
          <a:endParaRPr lang="en-IN"/>
        </a:p>
      </dgm:t>
    </dgm:pt>
    <dgm:pt modelId="{7ED5ACEE-A03D-4897-AA8C-3DDC6B319195}">
      <dgm:prSet phldrT="[Text]" custT="1"/>
      <dgm:spPr/>
      <dgm:t>
        <a:bodyPr/>
        <a:lstStyle/>
        <a:p>
          <a:r>
            <a:rPr lang="en-US" sz="1800" dirty="0"/>
            <a:t>Equipment Installation Safety</a:t>
          </a:r>
          <a:endParaRPr lang="en-IN" sz="1800" dirty="0"/>
        </a:p>
      </dgm:t>
    </dgm:pt>
    <dgm:pt modelId="{6FA59787-9996-4F0B-A83D-7C8BAB50148D}" type="parTrans" cxnId="{DE86FA9E-3FE7-4D8E-9DD9-65E12CF3BA46}">
      <dgm:prSet/>
      <dgm:spPr/>
      <dgm:t>
        <a:bodyPr/>
        <a:lstStyle/>
        <a:p>
          <a:endParaRPr lang="en-IN"/>
        </a:p>
      </dgm:t>
    </dgm:pt>
    <dgm:pt modelId="{378D9797-5058-48E0-A2CE-9DC9FB55639C}" type="sibTrans" cxnId="{DE86FA9E-3FE7-4D8E-9DD9-65E12CF3BA46}">
      <dgm:prSet/>
      <dgm:spPr/>
      <dgm:t>
        <a:bodyPr/>
        <a:lstStyle/>
        <a:p>
          <a:endParaRPr lang="en-IN"/>
        </a:p>
      </dgm:t>
    </dgm:pt>
    <dgm:pt modelId="{0DC94AA6-0619-476C-8EEB-76F782655B4A}">
      <dgm:prSet phldrT="[Text]" custT="1"/>
      <dgm:spPr/>
      <dgm:t>
        <a:bodyPr/>
        <a:lstStyle/>
        <a:p>
          <a:pPr marL="0" indent="0"/>
          <a:r>
            <a:rPr lang="en-US" sz="1700" dirty="0"/>
            <a:t>Environmental Safety</a:t>
          </a:r>
          <a:endParaRPr lang="en-IN" sz="1700" dirty="0"/>
        </a:p>
      </dgm:t>
    </dgm:pt>
    <dgm:pt modelId="{AD507C24-29DE-4D08-B6BE-5B795A1CA577}" type="parTrans" cxnId="{8A479D69-BEE2-4937-A95C-2B1AC97BE970}">
      <dgm:prSet/>
      <dgm:spPr/>
      <dgm:t>
        <a:bodyPr/>
        <a:lstStyle/>
        <a:p>
          <a:endParaRPr lang="en-IN"/>
        </a:p>
      </dgm:t>
    </dgm:pt>
    <dgm:pt modelId="{32FC5208-995C-4AA5-8DD2-BBBC8DC3CADD}" type="sibTrans" cxnId="{8A479D69-BEE2-4937-A95C-2B1AC97BE970}">
      <dgm:prSet/>
      <dgm:spPr/>
      <dgm:t>
        <a:bodyPr/>
        <a:lstStyle/>
        <a:p>
          <a:endParaRPr lang="en-IN"/>
        </a:p>
      </dgm:t>
    </dgm:pt>
    <dgm:pt modelId="{A30CC61D-D5EE-4FFF-B5F5-2094F007EBDB}" type="pres">
      <dgm:prSet presAssocID="{DCA587D3-92AA-4D4D-A69F-63BA7428C79C}" presName="composite" presStyleCnt="0">
        <dgm:presLayoutVars>
          <dgm:chMax val="1"/>
          <dgm:dir/>
          <dgm:resizeHandles val="exact"/>
        </dgm:presLayoutVars>
      </dgm:prSet>
      <dgm:spPr/>
    </dgm:pt>
    <dgm:pt modelId="{399A6133-5A3F-49E6-A990-5A16D69212BD}" type="pres">
      <dgm:prSet presAssocID="{DCA587D3-92AA-4D4D-A69F-63BA7428C79C}" presName="radial" presStyleCnt="0">
        <dgm:presLayoutVars>
          <dgm:animLvl val="ctr"/>
        </dgm:presLayoutVars>
      </dgm:prSet>
      <dgm:spPr/>
    </dgm:pt>
    <dgm:pt modelId="{9B39B683-8476-4761-8D74-F543C22160F6}" type="pres">
      <dgm:prSet presAssocID="{17A786F1-8BCB-44CD-8CBB-140A3E855BBD}" presName="centerShape" presStyleLbl="vennNode1" presStyleIdx="0" presStyleCnt="9"/>
      <dgm:spPr/>
    </dgm:pt>
    <dgm:pt modelId="{7FAB1239-69D0-46F3-841A-D43CE0576398}" type="pres">
      <dgm:prSet presAssocID="{ED8BB5AA-FB8B-43EA-92AC-4B15DD0ED846}" presName="node" presStyleLbl="vennNode1" presStyleIdx="1" presStyleCnt="9" custRadScaleRad="101727" custRadScaleInc="-1827">
        <dgm:presLayoutVars>
          <dgm:bulletEnabled val="1"/>
        </dgm:presLayoutVars>
      </dgm:prSet>
      <dgm:spPr/>
    </dgm:pt>
    <dgm:pt modelId="{80092E26-09C0-4A28-9C01-3980D6E69003}" type="pres">
      <dgm:prSet presAssocID="{B57CFB2F-7D9E-45E2-90FD-CE207CE4B4A3}" presName="node" presStyleLbl="vennNode1" presStyleIdx="2" presStyleCnt="9" custRadScaleRad="100206" custRadScaleInc="-2854">
        <dgm:presLayoutVars>
          <dgm:bulletEnabled val="1"/>
        </dgm:presLayoutVars>
      </dgm:prSet>
      <dgm:spPr/>
    </dgm:pt>
    <dgm:pt modelId="{AF18959E-E85F-4EFF-A9D0-1CD5725945C2}" type="pres">
      <dgm:prSet presAssocID="{D150CCFB-ECB0-4F18-9133-27DE74B808FC}" presName="node" presStyleLbl="vennNode1" presStyleIdx="3" presStyleCnt="9" custRadScaleRad="98556" custRadScaleInc="-2217">
        <dgm:presLayoutVars>
          <dgm:bulletEnabled val="1"/>
        </dgm:presLayoutVars>
      </dgm:prSet>
      <dgm:spPr/>
    </dgm:pt>
    <dgm:pt modelId="{B3A2ED2C-B6AA-41BC-8A6A-FFFF5847E2AA}" type="pres">
      <dgm:prSet presAssocID="{3210E4F3-BF39-4E3A-9458-7EB06E9A8AEB}" presName="node" presStyleLbl="vennNode1" presStyleIdx="4" presStyleCnt="9" custRadScaleRad="97754" custRadScaleInc="-236">
        <dgm:presLayoutVars>
          <dgm:bulletEnabled val="1"/>
        </dgm:presLayoutVars>
      </dgm:prSet>
      <dgm:spPr/>
    </dgm:pt>
    <dgm:pt modelId="{6560F91B-D820-4D6F-A46D-ED2CD8CA34C9}" type="pres">
      <dgm:prSet presAssocID="{E8D01A19-FA5F-4320-956B-326A58A91227}" presName="node" presStyleLbl="vennNode1" presStyleIdx="5" presStyleCnt="9" custRadScaleRad="98295" custRadScaleInc="1890">
        <dgm:presLayoutVars>
          <dgm:bulletEnabled val="1"/>
        </dgm:presLayoutVars>
      </dgm:prSet>
      <dgm:spPr/>
    </dgm:pt>
    <dgm:pt modelId="{0CCA4AC1-9639-42BE-8253-FA18E07295C4}" type="pres">
      <dgm:prSet presAssocID="{8426DFAB-05F4-4315-8BE8-A9C5414ACB93}" presName="node" presStyleLbl="vennNode1" presStyleIdx="6" presStyleCnt="9" custRadScaleRad="99843" custRadScaleInc="2863">
        <dgm:presLayoutVars>
          <dgm:bulletEnabled val="1"/>
        </dgm:presLayoutVars>
      </dgm:prSet>
      <dgm:spPr/>
    </dgm:pt>
    <dgm:pt modelId="{D6289A10-3248-4085-A2AC-1C6F1BA648E6}" type="pres">
      <dgm:prSet presAssocID="{7ED5ACEE-A03D-4897-AA8C-3DDC6B319195}" presName="node" presStyleLbl="vennNode1" presStyleIdx="7" presStyleCnt="9" custRadScaleRad="100015" custRadScaleInc="2185">
        <dgm:presLayoutVars>
          <dgm:bulletEnabled val="1"/>
        </dgm:presLayoutVars>
      </dgm:prSet>
      <dgm:spPr/>
    </dgm:pt>
    <dgm:pt modelId="{2A7BF843-37D2-4345-9140-4FA9704E8FD0}" type="pres">
      <dgm:prSet presAssocID="{0DC94AA6-0619-476C-8EEB-76F782655B4A}" presName="node" presStyleLbl="vennNode1" presStyleIdx="8" presStyleCnt="9">
        <dgm:presLayoutVars>
          <dgm:bulletEnabled val="1"/>
        </dgm:presLayoutVars>
      </dgm:prSet>
      <dgm:spPr/>
    </dgm:pt>
  </dgm:ptLst>
  <dgm:cxnLst>
    <dgm:cxn modelId="{DB40C20C-04AD-44E9-98F3-399A1762B71B}" type="presOf" srcId="{DCA587D3-92AA-4D4D-A69F-63BA7428C79C}" destId="{A30CC61D-D5EE-4FFF-B5F5-2094F007EBDB}" srcOrd="0" destOrd="0" presId="urn:microsoft.com/office/officeart/2005/8/layout/radial3"/>
    <dgm:cxn modelId="{E86BCE0C-D490-4D7D-AFC7-A7F9692F1ED2}" srcId="{17A786F1-8BCB-44CD-8CBB-140A3E855BBD}" destId="{D150CCFB-ECB0-4F18-9133-27DE74B808FC}" srcOrd="2" destOrd="0" parTransId="{32CBC104-A761-4525-9A9C-9611E2E3ABBD}" sibTransId="{C81034E9-6AC5-427E-8601-B8B575052526}"/>
    <dgm:cxn modelId="{319F7D1F-2C56-4AAF-B72A-7A9B916E1C6E}" srcId="{17A786F1-8BCB-44CD-8CBB-140A3E855BBD}" destId="{8426DFAB-05F4-4315-8BE8-A9C5414ACB93}" srcOrd="5" destOrd="0" parTransId="{14A23BF4-DFA5-45FA-9576-92005855036B}" sibTransId="{D7D44B43-2777-4BEA-977B-B9BB057F3CD6}"/>
    <dgm:cxn modelId="{DB663F23-9DB3-4CAB-8E23-688621DCD968}" type="presOf" srcId="{ED8BB5AA-FB8B-43EA-92AC-4B15DD0ED846}" destId="{7FAB1239-69D0-46F3-841A-D43CE0576398}" srcOrd="0" destOrd="0" presId="urn:microsoft.com/office/officeart/2005/8/layout/radial3"/>
    <dgm:cxn modelId="{4404152C-192E-4A9A-8A67-2583E13924D7}" srcId="{17A786F1-8BCB-44CD-8CBB-140A3E855BBD}" destId="{3210E4F3-BF39-4E3A-9458-7EB06E9A8AEB}" srcOrd="3" destOrd="0" parTransId="{741F88E9-82C4-4A24-93C1-C9FB32ECDC8E}" sibTransId="{11385EAF-FEFA-424C-A3AB-0B901D5758F9}"/>
    <dgm:cxn modelId="{4526AA3A-70B1-46CF-9441-5B228444FB62}" type="presOf" srcId="{17A786F1-8BCB-44CD-8CBB-140A3E855BBD}" destId="{9B39B683-8476-4761-8D74-F543C22160F6}" srcOrd="0" destOrd="0" presId="urn:microsoft.com/office/officeart/2005/8/layout/radial3"/>
    <dgm:cxn modelId="{2AA4F55F-4247-4A64-BEBF-147678908A7A}" type="presOf" srcId="{8426DFAB-05F4-4315-8BE8-A9C5414ACB93}" destId="{0CCA4AC1-9639-42BE-8253-FA18E07295C4}" srcOrd="0" destOrd="0" presId="urn:microsoft.com/office/officeart/2005/8/layout/radial3"/>
    <dgm:cxn modelId="{3EBA2842-FB05-4923-9032-C975AD1A2298}" srcId="{DCA587D3-92AA-4D4D-A69F-63BA7428C79C}" destId="{17A786F1-8BCB-44CD-8CBB-140A3E855BBD}" srcOrd="0" destOrd="0" parTransId="{E8D998CB-0C8A-4DF4-994E-B9519F8DEB75}" sibTransId="{21425B72-D38A-47D0-925A-D2F17E139260}"/>
    <dgm:cxn modelId="{1AD57A45-8F3C-4D00-8C9A-27AC88B210F7}" type="presOf" srcId="{B57CFB2F-7D9E-45E2-90FD-CE207CE4B4A3}" destId="{80092E26-09C0-4A28-9C01-3980D6E69003}" srcOrd="0" destOrd="0" presId="urn:microsoft.com/office/officeart/2005/8/layout/radial3"/>
    <dgm:cxn modelId="{8A479D69-BEE2-4937-A95C-2B1AC97BE970}" srcId="{17A786F1-8BCB-44CD-8CBB-140A3E855BBD}" destId="{0DC94AA6-0619-476C-8EEB-76F782655B4A}" srcOrd="7" destOrd="0" parTransId="{AD507C24-29DE-4D08-B6BE-5B795A1CA577}" sibTransId="{32FC5208-995C-4AA5-8DD2-BBBC8DC3CADD}"/>
    <dgm:cxn modelId="{5691584A-C3D6-46DE-B2AA-36EF63DA36E0}" type="presOf" srcId="{3210E4F3-BF39-4E3A-9458-7EB06E9A8AEB}" destId="{B3A2ED2C-B6AA-41BC-8A6A-FFFF5847E2AA}" srcOrd="0" destOrd="0" presId="urn:microsoft.com/office/officeart/2005/8/layout/radial3"/>
    <dgm:cxn modelId="{36D17251-906A-418A-BD30-1FF311A923DE}" type="presOf" srcId="{E8D01A19-FA5F-4320-956B-326A58A91227}" destId="{6560F91B-D820-4D6F-A46D-ED2CD8CA34C9}" srcOrd="0" destOrd="0" presId="urn:microsoft.com/office/officeart/2005/8/layout/radial3"/>
    <dgm:cxn modelId="{83B99A52-8AAE-4153-B925-F46EDBA57B6C}" type="presOf" srcId="{D150CCFB-ECB0-4F18-9133-27DE74B808FC}" destId="{AF18959E-E85F-4EFF-A9D0-1CD5725945C2}" srcOrd="0" destOrd="0" presId="urn:microsoft.com/office/officeart/2005/8/layout/radial3"/>
    <dgm:cxn modelId="{0A4DA575-2A57-44BF-AC2D-75129BF93DDC}" srcId="{17A786F1-8BCB-44CD-8CBB-140A3E855BBD}" destId="{E8D01A19-FA5F-4320-956B-326A58A91227}" srcOrd="4" destOrd="0" parTransId="{FFC6167D-1B2B-4965-9E8B-C3E37628ECD4}" sibTransId="{7B07007B-00B8-4D7A-8863-FA38A533E96F}"/>
    <dgm:cxn modelId="{54C91159-5CD3-4BD8-8FE5-73FCD808D369}" type="presOf" srcId="{0DC94AA6-0619-476C-8EEB-76F782655B4A}" destId="{2A7BF843-37D2-4345-9140-4FA9704E8FD0}" srcOrd="0" destOrd="0" presId="urn:microsoft.com/office/officeart/2005/8/layout/radial3"/>
    <dgm:cxn modelId="{74F50D7B-7538-4D9D-AD66-7EAF53BFF60A}" type="presOf" srcId="{7ED5ACEE-A03D-4897-AA8C-3DDC6B319195}" destId="{D6289A10-3248-4085-A2AC-1C6F1BA648E6}" srcOrd="0" destOrd="0" presId="urn:microsoft.com/office/officeart/2005/8/layout/radial3"/>
    <dgm:cxn modelId="{2FD4AE8E-E4CD-4267-9266-A157E3750677}" srcId="{17A786F1-8BCB-44CD-8CBB-140A3E855BBD}" destId="{B57CFB2F-7D9E-45E2-90FD-CE207CE4B4A3}" srcOrd="1" destOrd="0" parTransId="{58228A81-C553-467D-8739-2BE34B783BA0}" sibTransId="{CEAAC319-5D3C-40FA-B0C8-A88032D0AD4A}"/>
    <dgm:cxn modelId="{DE86FA9E-3FE7-4D8E-9DD9-65E12CF3BA46}" srcId="{17A786F1-8BCB-44CD-8CBB-140A3E855BBD}" destId="{7ED5ACEE-A03D-4897-AA8C-3DDC6B319195}" srcOrd="6" destOrd="0" parTransId="{6FA59787-9996-4F0B-A83D-7C8BAB50148D}" sibTransId="{378D9797-5058-48E0-A2CE-9DC9FB55639C}"/>
    <dgm:cxn modelId="{3DB460F7-1822-4B07-A1EF-DE8E1AD92510}" srcId="{17A786F1-8BCB-44CD-8CBB-140A3E855BBD}" destId="{ED8BB5AA-FB8B-43EA-92AC-4B15DD0ED846}" srcOrd="0" destOrd="0" parTransId="{DED5FDB0-E56E-4EDD-B75E-D4D56261670F}" sibTransId="{BB04A817-F34B-4116-95D6-E9601B2C19E9}"/>
    <dgm:cxn modelId="{E4402F4A-F8EA-49B1-B200-0366CD2D08F0}" type="presParOf" srcId="{A30CC61D-D5EE-4FFF-B5F5-2094F007EBDB}" destId="{399A6133-5A3F-49E6-A990-5A16D69212BD}" srcOrd="0" destOrd="0" presId="urn:microsoft.com/office/officeart/2005/8/layout/radial3"/>
    <dgm:cxn modelId="{D97E2A5E-FD5C-423E-8FCF-F1454DFBE2B7}" type="presParOf" srcId="{399A6133-5A3F-49E6-A990-5A16D69212BD}" destId="{9B39B683-8476-4761-8D74-F543C22160F6}" srcOrd="0" destOrd="0" presId="urn:microsoft.com/office/officeart/2005/8/layout/radial3"/>
    <dgm:cxn modelId="{6FF11DA2-64A0-45F2-AEBB-4B8CAA48DFE2}" type="presParOf" srcId="{399A6133-5A3F-49E6-A990-5A16D69212BD}" destId="{7FAB1239-69D0-46F3-841A-D43CE0576398}" srcOrd="1" destOrd="0" presId="urn:microsoft.com/office/officeart/2005/8/layout/radial3"/>
    <dgm:cxn modelId="{22496502-8CF7-499B-B612-19747A2D96F8}" type="presParOf" srcId="{399A6133-5A3F-49E6-A990-5A16D69212BD}" destId="{80092E26-09C0-4A28-9C01-3980D6E69003}" srcOrd="2" destOrd="0" presId="urn:microsoft.com/office/officeart/2005/8/layout/radial3"/>
    <dgm:cxn modelId="{9F824253-8FCC-4FA7-97AE-2DFBD0610185}" type="presParOf" srcId="{399A6133-5A3F-49E6-A990-5A16D69212BD}" destId="{AF18959E-E85F-4EFF-A9D0-1CD5725945C2}" srcOrd="3" destOrd="0" presId="urn:microsoft.com/office/officeart/2005/8/layout/radial3"/>
    <dgm:cxn modelId="{CB0D16A0-0280-44D0-A5B6-95D8A77F91F2}" type="presParOf" srcId="{399A6133-5A3F-49E6-A990-5A16D69212BD}" destId="{B3A2ED2C-B6AA-41BC-8A6A-FFFF5847E2AA}" srcOrd="4" destOrd="0" presId="urn:microsoft.com/office/officeart/2005/8/layout/radial3"/>
    <dgm:cxn modelId="{F7B9F12D-468C-44EB-9E60-D2CC6B39B98C}" type="presParOf" srcId="{399A6133-5A3F-49E6-A990-5A16D69212BD}" destId="{6560F91B-D820-4D6F-A46D-ED2CD8CA34C9}" srcOrd="5" destOrd="0" presId="urn:microsoft.com/office/officeart/2005/8/layout/radial3"/>
    <dgm:cxn modelId="{31B94279-1475-46B3-A8F3-89F73728A06A}" type="presParOf" srcId="{399A6133-5A3F-49E6-A990-5A16D69212BD}" destId="{0CCA4AC1-9639-42BE-8253-FA18E07295C4}" srcOrd="6" destOrd="0" presId="urn:microsoft.com/office/officeart/2005/8/layout/radial3"/>
    <dgm:cxn modelId="{80038A83-5D85-4E25-8DD9-C0AC80CEDC92}" type="presParOf" srcId="{399A6133-5A3F-49E6-A990-5A16D69212BD}" destId="{D6289A10-3248-4085-A2AC-1C6F1BA648E6}" srcOrd="7" destOrd="0" presId="urn:microsoft.com/office/officeart/2005/8/layout/radial3"/>
    <dgm:cxn modelId="{AB3B2987-F642-421F-B8C0-D675BEEF4D74}" type="presParOf" srcId="{399A6133-5A3F-49E6-A990-5A16D69212BD}" destId="{2A7BF843-37D2-4345-9140-4FA9704E8FD0}" srcOrd="8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DB62D96-4856-4C1D-8702-EE88186AD32C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DDC9558-5C3F-4631-B853-07A923E6777F}">
      <dgm:prSet phldrT="[Text]"/>
      <dgm:spPr/>
      <dgm:t>
        <a:bodyPr/>
        <a:lstStyle/>
        <a:p>
          <a:pPr algn="just"/>
          <a:r>
            <a:rPr lang="en-GB" altLang="en-US" u="sng" dirty="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Electrical Current:</a:t>
          </a:r>
          <a:endParaRPr lang="en-IN" dirty="0">
            <a:solidFill>
              <a:schemeClr val="tx1"/>
            </a:solidFill>
            <a:latin typeface="+mn-lt"/>
          </a:endParaRPr>
        </a:p>
      </dgm:t>
    </dgm:pt>
    <dgm:pt modelId="{774C81D0-0076-4987-B22C-BBB7CCCF9760}" type="parTrans" cxnId="{4A39FCD3-E65F-4B55-8D16-DBAD895EE213}">
      <dgm:prSet/>
      <dgm:spPr/>
      <dgm:t>
        <a:bodyPr/>
        <a:lstStyle/>
        <a:p>
          <a:pPr algn="just"/>
          <a:endParaRPr lang="en-IN">
            <a:solidFill>
              <a:schemeClr val="tx1"/>
            </a:solidFill>
            <a:latin typeface="+mn-lt"/>
          </a:endParaRPr>
        </a:p>
      </dgm:t>
    </dgm:pt>
    <dgm:pt modelId="{4BB1E2FE-2E7D-493C-8837-11F6019AF283}" type="sibTrans" cxnId="{4A39FCD3-E65F-4B55-8D16-DBAD895EE213}">
      <dgm:prSet/>
      <dgm:spPr/>
      <dgm:t>
        <a:bodyPr/>
        <a:lstStyle/>
        <a:p>
          <a:pPr algn="just"/>
          <a:endParaRPr lang="en-IN">
            <a:solidFill>
              <a:schemeClr val="tx1"/>
            </a:solidFill>
            <a:latin typeface="+mn-lt"/>
          </a:endParaRPr>
        </a:p>
      </dgm:t>
    </dgm:pt>
    <dgm:pt modelId="{399651A9-3808-49EC-A0B6-AD0463665ED0}">
      <dgm:prSet/>
      <dgm:spPr/>
      <dgm:t>
        <a:bodyPr/>
        <a:lstStyle/>
        <a:p>
          <a:pPr algn="ctr"/>
          <a:r>
            <a:rPr lang="en-GB" b="1" dirty="0">
              <a:solidFill>
                <a:schemeClr val="bg1"/>
              </a:solidFill>
              <a:latin typeface="+mn-lt"/>
              <a:ea typeface="Montserrat" charset="0"/>
              <a:cs typeface="Montserrat" charset="0"/>
            </a:rPr>
            <a:t>Electrical Current</a:t>
          </a:r>
          <a:endParaRPr lang="en-GB" altLang="en-US" dirty="0">
            <a:solidFill>
              <a:schemeClr val="tx1"/>
            </a:solidFill>
            <a:latin typeface="+mn-lt"/>
            <a:ea typeface="Montserrat" charset="0"/>
            <a:cs typeface="Montserrat" charset="0"/>
          </a:endParaRPr>
        </a:p>
      </dgm:t>
    </dgm:pt>
    <dgm:pt modelId="{A7F8911F-7463-4818-B4C1-3528815D1DF1}" type="parTrans" cxnId="{BB82F2EA-33BD-4E24-A8A9-EED97AC3B6BA}">
      <dgm:prSet/>
      <dgm:spPr/>
      <dgm:t>
        <a:bodyPr/>
        <a:lstStyle/>
        <a:p>
          <a:pPr algn="just"/>
          <a:endParaRPr lang="en-IN">
            <a:solidFill>
              <a:schemeClr val="tx1"/>
            </a:solidFill>
            <a:latin typeface="+mn-lt"/>
          </a:endParaRPr>
        </a:p>
      </dgm:t>
    </dgm:pt>
    <dgm:pt modelId="{4020957D-E69F-4644-813D-904632E9C41E}" type="sibTrans" cxnId="{BB82F2EA-33BD-4E24-A8A9-EED97AC3B6BA}">
      <dgm:prSet/>
      <dgm:spPr/>
      <dgm:t>
        <a:bodyPr/>
        <a:lstStyle/>
        <a:p>
          <a:pPr algn="just"/>
          <a:endParaRPr lang="en-IN">
            <a:solidFill>
              <a:schemeClr val="tx1"/>
            </a:solidFill>
            <a:latin typeface="+mn-lt"/>
          </a:endParaRPr>
        </a:p>
      </dgm:t>
    </dgm:pt>
    <dgm:pt modelId="{F22A342C-DEAF-41E5-9DB9-5D2D8B9F0BF8}">
      <dgm:prSet/>
      <dgm:spPr/>
      <dgm:t>
        <a:bodyPr/>
        <a:lstStyle/>
        <a:p>
          <a:pPr algn="just"/>
          <a:r>
            <a:rPr lang="en-GB" altLang="en-US" dirty="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Requires a closed circuit</a:t>
          </a:r>
        </a:p>
      </dgm:t>
    </dgm:pt>
    <dgm:pt modelId="{35DE7EA7-CCB5-4103-926D-08F56DE1DCBE}" type="parTrans" cxnId="{62400086-ECC9-4729-9A5E-3BF92E15F26D}">
      <dgm:prSet/>
      <dgm:spPr/>
      <dgm:t>
        <a:bodyPr/>
        <a:lstStyle/>
        <a:p>
          <a:pPr algn="just"/>
          <a:endParaRPr lang="en-IN">
            <a:solidFill>
              <a:schemeClr val="tx1"/>
            </a:solidFill>
            <a:latin typeface="+mn-lt"/>
          </a:endParaRPr>
        </a:p>
      </dgm:t>
    </dgm:pt>
    <dgm:pt modelId="{C8AD6E3B-027C-42C7-A6D4-BE1C196C717B}" type="sibTrans" cxnId="{62400086-ECC9-4729-9A5E-3BF92E15F26D}">
      <dgm:prSet/>
      <dgm:spPr/>
      <dgm:t>
        <a:bodyPr/>
        <a:lstStyle/>
        <a:p>
          <a:pPr algn="just"/>
          <a:endParaRPr lang="en-IN">
            <a:solidFill>
              <a:schemeClr val="tx1"/>
            </a:solidFill>
            <a:latin typeface="+mn-lt"/>
          </a:endParaRPr>
        </a:p>
      </dgm:t>
    </dgm:pt>
    <dgm:pt modelId="{16A51284-D64C-4295-9380-EFBB18ADD49D}">
      <dgm:prSet/>
      <dgm:spPr/>
      <dgm:t>
        <a:bodyPr/>
        <a:lstStyle/>
        <a:p>
          <a:pPr algn="just"/>
          <a:r>
            <a:rPr lang="en-GB" altLang="en-US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Follows the path of least resistance (much like water)</a:t>
          </a:r>
          <a:endParaRPr lang="en-GB" altLang="en-US" dirty="0">
            <a:solidFill>
              <a:schemeClr val="tx1"/>
            </a:solidFill>
            <a:latin typeface="+mn-lt"/>
            <a:ea typeface="Montserrat" charset="0"/>
            <a:cs typeface="Montserrat" charset="0"/>
          </a:endParaRPr>
        </a:p>
      </dgm:t>
    </dgm:pt>
    <dgm:pt modelId="{F9BD786A-F73D-4E83-B540-BB08C7155E03}" type="parTrans" cxnId="{4DEC8427-4207-4687-B0A0-0C89F38C928C}">
      <dgm:prSet/>
      <dgm:spPr/>
      <dgm:t>
        <a:bodyPr/>
        <a:lstStyle/>
        <a:p>
          <a:pPr algn="just"/>
          <a:endParaRPr lang="en-IN">
            <a:solidFill>
              <a:schemeClr val="tx1"/>
            </a:solidFill>
            <a:latin typeface="+mn-lt"/>
          </a:endParaRPr>
        </a:p>
      </dgm:t>
    </dgm:pt>
    <dgm:pt modelId="{394ACEF2-7741-4AD7-9EB8-BCAAB52BCBDB}" type="sibTrans" cxnId="{4DEC8427-4207-4687-B0A0-0C89F38C928C}">
      <dgm:prSet/>
      <dgm:spPr/>
      <dgm:t>
        <a:bodyPr/>
        <a:lstStyle/>
        <a:p>
          <a:pPr algn="just"/>
          <a:endParaRPr lang="en-IN">
            <a:solidFill>
              <a:schemeClr val="tx1"/>
            </a:solidFill>
            <a:latin typeface="+mn-lt"/>
          </a:endParaRPr>
        </a:p>
      </dgm:t>
    </dgm:pt>
    <dgm:pt modelId="{A234918A-2C1B-4256-9A9C-E11F27E8FF1B}">
      <dgm:prSet/>
      <dgm:spPr/>
      <dgm:t>
        <a:bodyPr/>
        <a:lstStyle/>
        <a:p>
          <a:pPr algn="just"/>
          <a:r>
            <a:rPr lang="en-GB" altLang="en-US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Electrical (functional) currents form an integral part during monitoring, treatment and diagnosis of patients</a:t>
          </a:r>
          <a:endParaRPr lang="en-GB" altLang="en-US" dirty="0">
            <a:solidFill>
              <a:schemeClr val="tx1"/>
            </a:solidFill>
            <a:latin typeface="+mn-lt"/>
            <a:ea typeface="Montserrat" charset="0"/>
            <a:cs typeface="Montserrat" charset="0"/>
          </a:endParaRPr>
        </a:p>
      </dgm:t>
    </dgm:pt>
    <dgm:pt modelId="{A4FFD34F-D083-4D1C-BB55-F5753B20D7C1}" type="parTrans" cxnId="{92263548-8FE3-4EC4-82E4-D5D7380ADF58}">
      <dgm:prSet/>
      <dgm:spPr/>
      <dgm:t>
        <a:bodyPr/>
        <a:lstStyle/>
        <a:p>
          <a:pPr algn="just"/>
          <a:endParaRPr lang="en-IN">
            <a:solidFill>
              <a:schemeClr val="tx1"/>
            </a:solidFill>
            <a:latin typeface="+mn-lt"/>
          </a:endParaRPr>
        </a:p>
      </dgm:t>
    </dgm:pt>
    <dgm:pt modelId="{86F82188-261B-49B3-B050-A902F1EF959E}" type="sibTrans" cxnId="{92263548-8FE3-4EC4-82E4-D5D7380ADF58}">
      <dgm:prSet/>
      <dgm:spPr/>
      <dgm:t>
        <a:bodyPr/>
        <a:lstStyle/>
        <a:p>
          <a:pPr algn="just"/>
          <a:endParaRPr lang="en-IN">
            <a:solidFill>
              <a:schemeClr val="tx1"/>
            </a:solidFill>
            <a:latin typeface="+mn-lt"/>
          </a:endParaRPr>
        </a:p>
      </dgm:t>
    </dgm:pt>
    <dgm:pt modelId="{76F66FB2-AAB5-41F0-9094-0A78395CB18C}">
      <dgm:prSet/>
      <dgm:spPr/>
      <dgm:t>
        <a:bodyPr/>
        <a:lstStyle/>
        <a:p>
          <a:pPr algn="just"/>
          <a:r>
            <a:rPr lang="en-GB" altLang="en-US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But can cause </a:t>
          </a:r>
          <a:r>
            <a:rPr lang="en-GB" altLang="en-US" u="sng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injury</a:t>
          </a:r>
          <a:r>
            <a:rPr lang="en-GB" altLang="en-US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 or even result in </a:t>
          </a:r>
          <a:r>
            <a:rPr lang="en-GB" altLang="en-US" u="sng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death</a:t>
          </a:r>
          <a:r>
            <a:rPr lang="en-GB" altLang="en-US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 as a result of muscle stimulation, tissue burns or trigger other events (e.g., ignition of pure oxygen)</a:t>
          </a:r>
          <a:endParaRPr lang="en-GB" altLang="en-US" u="sng" dirty="0">
            <a:solidFill>
              <a:schemeClr val="tx1"/>
            </a:solidFill>
            <a:latin typeface="+mn-lt"/>
            <a:ea typeface="Montserrat" charset="0"/>
            <a:cs typeface="Montserrat" charset="0"/>
          </a:endParaRPr>
        </a:p>
      </dgm:t>
    </dgm:pt>
    <dgm:pt modelId="{2CDDDA1E-AFB0-4E48-AC9A-25DD8A4A5465}" type="parTrans" cxnId="{D364B7B0-F0DF-4924-82AE-85777E468DB4}">
      <dgm:prSet/>
      <dgm:spPr/>
      <dgm:t>
        <a:bodyPr/>
        <a:lstStyle/>
        <a:p>
          <a:pPr algn="just"/>
          <a:endParaRPr lang="en-IN">
            <a:solidFill>
              <a:schemeClr val="tx1"/>
            </a:solidFill>
            <a:latin typeface="+mn-lt"/>
          </a:endParaRPr>
        </a:p>
      </dgm:t>
    </dgm:pt>
    <dgm:pt modelId="{2914FD74-69F7-4C98-9D0F-3C378B34F59F}" type="sibTrans" cxnId="{D364B7B0-F0DF-4924-82AE-85777E468DB4}">
      <dgm:prSet/>
      <dgm:spPr/>
      <dgm:t>
        <a:bodyPr/>
        <a:lstStyle/>
        <a:p>
          <a:pPr algn="just"/>
          <a:endParaRPr lang="en-IN">
            <a:solidFill>
              <a:schemeClr val="tx1"/>
            </a:solidFill>
            <a:latin typeface="+mn-lt"/>
          </a:endParaRPr>
        </a:p>
      </dgm:t>
    </dgm:pt>
    <dgm:pt modelId="{F0682583-80FE-4942-9CA6-78E68D889012}">
      <dgm:prSet/>
      <dgm:spPr/>
      <dgm:t>
        <a:bodyPr/>
        <a:lstStyle/>
        <a:p>
          <a:pPr algn="just"/>
          <a:r>
            <a:rPr lang="en-GB" altLang="en-US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Risk of (non-functional) electrical leakage is relatively small but always present.</a:t>
          </a:r>
          <a:endParaRPr lang="en-GB" altLang="en-US" dirty="0">
            <a:solidFill>
              <a:schemeClr val="tx1"/>
            </a:solidFill>
            <a:latin typeface="+mn-lt"/>
            <a:ea typeface="Montserrat" charset="0"/>
            <a:cs typeface="Montserrat" charset="0"/>
          </a:endParaRPr>
        </a:p>
      </dgm:t>
    </dgm:pt>
    <dgm:pt modelId="{14F5C14C-6A7C-4AA2-AF9B-FE55DC6B5E3E}" type="parTrans" cxnId="{90383774-8A07-425F-A5E4-DB9CD3D2935A}">
      <dgm:prSet/>
      <dgm:spPr/>
      <dgm:t>
        <a:bodyPr/>
        <a:lstStyle/>
        <a:p>
          <a:pPr algn="just"/>
          <a:endParaRPr lang="en-IN">
            <a:solidFill>
              <a:schemeClr val="tx1"/>
            </a:solidFill>
            <a:latin typeface="+mn-lt"/>
          </a:endParaRPr>
        </a:p>
      </dgm:t>
    </dgm:pt>
    <dgm:pt modelId="{0E73BCAE-147C-4F3C-AE2C-AE0BEECA42BD}" type="sibTrans" cxnId="{90383774-8A07-425F-A5E4-DB9CD3D2935A}">
      <dgm:prSet/>
      <dgm:spPr/>
      <dgm:t>
        <a:bodyPr/>
        <a:lstStyle/>
        <a:p>
          <a:pPr algn="just"/>
          <a:endParaRPr lang="en-IN">
            <a:solidFill>
              <a:schemeClr val="tx1"/>
            </a:solidFill>
            <a:latin typeface="+mn-lt"/>
          </a:endParaRPr>
        </a:p>
      </dgm:t>
    </dgm:pt>
    <dgm:pt modelId="{74CEAFAE-C305-47E9-BF5B-5CADF3D23CD1}">
      <dgm:prSet/>
      <dgm:spPr/>
      <dgm:t>
        <a:bodyPr/>
        <a:lstStyle/>
        <a:p>
          <a:pPr algn="just"/>
          <a:r>
            <a:rPr lang="en-GB" altLang="en-US" dirty="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Life saver in defibrillators (functional current)</a:t>
          </a:r>
        </a:p>
      </dgm:t>
    </dgm:pt>
    <dgm:pt modelId="{45B196F8-CC5C-4C9D-92BA-A321A2E8279E}" type="parTrans" cxnId="{D4CC15AE-F0C7-472B-A651-9922248E86F4}">
      <dgm:prSet/>
      <dgm:spPr/>
      <dgm:t>
        <a:bodyPr/>
        <a:lstStyle/>
        <a:p>
          <a:pPr algn="just"/>
          <a:endParaRPr lang="en-IN">
            <a:solidFill>
              <a:schemeClr val="tx1"/>
            </a:solidFill>
            <a:latin typeface="+mn-lt"/>
          </a:endParaRPr>
        </a:p>
      </dgm:t>
    </dgm:pt>
    <dgm:pt modelId="{F900C766-A83D-4FE7-A874-0FEB9C1C981C}" type="sibTrans" cxnId="{D4CC15AE-F0C7-472B-A651-9922248E86F4}">
      <dgm:prSet/>
      <dgm:spPr/>
      <dgm:t>
        <a:bodyPr/>
        <a:lstStyle/>
        <a:p>
          <a:pPr algn="just"/>
          <a:endParaRPr lang="en-IN">
            <a:solidFill>
              <a:schemeClr val="tx1"/>
            </a:solidFill>
            <a:latin typeface="+mn-lt"/>
          </a:endParaRPr>
        </a:p>
      </dgm:t>
    </dgm:pt>
    <dgm:pt modelId="{5884B387-DCB1-487E-A8D0-98ACCD622A6C}">
      <dgm:prSet phldrT="[Text]"/>
      <dgm:spPr/>
      <dgm:t>
        <a:bodyPr/>
        <a:lstStyle/>
        <a:p>
          <a:pPr algn="ctr"/>
          <a:r>
            <a:rPr lang="en-GB" b="1" dirty="0">
              <a:solidFill>
                <a:schemeClr val="bg1"/>
              </a:solidFill>
              <a:latin typeface="+mn-lt"/>
              <a:ea typeface="Montserrat" charset="0"/>
              <a:cs typeface="Montserrat" charset="0"/>
            </a:rPr>
            <a:t>Preventative Maintenance </a:t>
          </a:r>
          <a:endParaRPr lang="en-GB" altLang="en-US" dirty="0">
            <a:solidFill>
              <a:schemeClr val="tx1"/>
            </a:solidFill>
            <a:latin typeface="+mn-lt"/>
            <a:ea typeface="Montserrat" charset="0"/>
            <a:cs typeface="Montserrat" charset="0"/>
          </a:endParaRPr>
        </a:p>
      </dgm:t>
    </dgm:pt>
    <dgm:pt modelId="{DFF193C1-A447-4F3D-84CC-9D999315B63A}" type="parTrans" cxnId="{7FD493C0-E468-42ED-B854-FA6C3C9797E1}">
      <dgm:prSet/>
      <dgm:spPr/>
      <dgm:t>
        <a:bodyPr/>
        <a:lstStyle/>
        <a:p>
          <a:endParaRPr lang="en-IN"/>
        </a:p>
      </dgm:t>
    </dgm:pt>
    <dgm:pt modelId="{38B55E9B-B927-430B-BA20-446AAF1CCE1B}" type="sibTrans" cxnId="{7FD493C0-E468-42ED-B854-FA6C3C9797E1}">
      <dgm:prSet/>
      <dgm:spPr/>
      <dgm:t>
        <a:bodyPr/>
        <a:lstStyle/>
        <a:p>
          <a:endParaRPr lang="en-IN"/>
        </a:p>
      </dgm:t>
    </dgm:pt>
    <dgm:pt modelId="{0B7FAA59-09AA-4FD8-B4C3-B66CC1787793}">
      <dgm:prSet phldrT="[Text]"/>
      <dgm:spPr/>
      <dgm:t>
        <a:bodyPr/>
        <a:lstStyle/>
        <a:p>
          <a:pPr algn="just"/>
          <a:r>
            <a:rPr lang="en-GB" altLang="en-US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Objective is to prevent or find potential faults</a:t>
          </a:r>
          <a:endParaRPr lang="en-GB" altLang="en-US" dirty="0">
            <a:solidFill>
              <a:schemeClr val="tx1"/>
            </a:solidFill>
            <a:latin typeface="+mn-lt"/>
            <a:ea typeface="Montserrat" charset="0"/>
            <a:cs typeface="Montserrat" charset="0"/>
          </a:endParaRPr>
        </a:p>
      </dgm:t>
    </dgm:pt>
    <dgm:pt modelId="{B0A23FED-1B7A-4C44-9516-AC8BFDFEA601}" type="parTrans" cxnId="{30129082-D54B-40B1-B1F1-53124A381C53}">
      <dgm:prSet/>
      <dgm:spPr/>
      <dgm:t>
        <a:bodyPr/>
        <a:lstStyle/>
        <a:p>
          <a:endParaRPr lang="en-IN"/>
        </a:p>
      </dgm:t>
    </dgm:pt>
    <dgm:pt modelId="{98663347-8546-47D8-ADDC-D06846ABFA95}" type="sibTrans" cxnId="{30129082-D54B-40B1-B1F1-53124A381C53}">
      <dgm:prSet/>
      <dgm:spPr/>
      <dgm:t>
        <a:bodyPr/>
        <a:lstStyle/>
        <a:p>
          <a:endParaRPr lang="en-IN"/>
        </a:p>
      </dgm:t>
    </dgm:pt>
    <dgm:pt modelId="{9F5ADC20-A3EE-4E53-BD4D-18BA167CE3EE}">
      <dgm:prSet/>
      <dgm:spPr/>
      <dgm:t>
        <a:bodyPr/>
        <a:lstStyle/>
        <a:p>
          <a:r>
            <a:rPr lang="en-GB" altLang="en-US" dirty="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Visual Inspection</a:t>
          </a:r>
        </a:p>
      </dgm:t>
    </dgm:pt>
    <dgm:pt modelId="{26B403A8-0EA7-42A5-B4B2-493CB326EA83}" type="parTrans" cxnId="{E397412E-97F3-4253-BEAB-0092A3F32AE2}">
      <dgm:prSet/>
      <dgm:spPr/>
      <dgm:t>
        <a:bodyPr/>
        <a:lstStyle/>
        <a:p>
          <a:endParaRPr lang="en-IN"/>
        </a:p>
      </dgm:t>
    </dgm:pt>
    <dgm:pt modelId="{CE842CBF-27EA-414D-A787-4910B8143199}" type="sibTrans" cxnId="{E397412E-97F3-4253-BEAB-0092A3F32AE2}">
      <dgm:prSet/>
      <dgm:spPr/>
      <dgm:t>
        <a:bodyPr/>
        <a:lstStyle/>
        <a:p>
          <a:endParaRPr lang="en-IN"/>
        </a:p>
      </dgm:t>
    </dgm:pt>
    <dgm:pt modelId="{B178B53C-FCE3-4B38-BE6B-E9711D6565D9}">
      <dgm:prSet/>
      <dgm:spPr/>
      <dgm:t>
        <a:bodyPr/>
        <a:lstStyle/>
        <a:p>
          <a:r>
            <a:rPr lang="en-GB" altLang="en-US" dirty="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Testing means of protection</a:t>
          </a:r>
        </a:p>
      </dgm:t>
    </dgm:pt>
    <dgm:pt modelId="{617B230C-A884-4D3C-A1D0-FB565D2E127C}" type="parTrans" cxnId="{822BE1EF-AE7F-4AEC-B615-114B5311B728}">
      <dgm:prSet/>
      <dgm:spPr/>
      <dgm:t>
        <a:bodyPr/>
        <a:lstStyle/>
        <a:p>
          <a:endParaRPr lang="en-IN"/>
        </a:p>
      </dgm:t>
    </dgm:pt>
    <dgm:pt modelId="{7037B003-AE65-4BB6-908A-18C1FF99F47C}" type="sibTrans" cxnId="{822BE1EF-AE7F-4AEC-B615-114B5311B728}">
      <dgm:prSet/>
      <dgm:spPr/>
      <dgm:t>
        <a:bodyPr/>
        <a:lstStyle/>
        <a:p>
          <a:endParaRPr lang="en-IN"/>
        </a:p>
      </dgm:t>
    </dgm:pt>
    <dgm:pt modelId="{378B3DD3-81BC-4DC9-9C22-2DBB27B16F29}">
      <dgm:prSet/>
      <dgm:spPr/>
      <dgm:t>
        <a:bodyPr/>
        <a:lstStyle/>
        <a:p>
          <a:r>
            <a:rPr lang="en-US" altLang="en-US" dirty="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Line cord</a:t>
          </a:r>
          <a:endParaRPr lang="en-GB" altLang="en-US" dirty="0">
            <a:solidFill>
              <a:schemeClr val="tx1"/>
            </a:solidFill>
            <a:latin typeface="+mn-lt"/>
            <a:ea typeface="Montserrat" charset="0"/>
            <a:cs typeface="Montserrat" charset="0"/>
          </a:endParaRPr>
        </a:p>
      </dgm:t>
    </dgm:pt>
    <dgm:pt modelId="{1AA58737-42EE-4608-AAB1-1BF6A5F3D30D}" type="parTrans" cxnId="{7243117A-8BA2-4276-9FBA-B1A705E376A0}">
      <dgm:prSet/>
      <dgm:spPr/>
      <dgm:t>
        <a:bodyPr/>
        <a:lstStyle/>
        <a:p>
          <a:endParaRPr lang="en-IN"/>
        </a:p>
      </dgm:t>
    </dgm:pt>
    <dgm:pt modelId="{055543CC-65B9-4506-84FF-8CA57A54ABE8}" type="sibTrans" cxnId="{7243117A-8BA2-4276-9FBA-B1A705E376A0}">
      <dgm:prSet/>
      <dgm:spPr/>
      <dgm:t>
        <a:bodyPr/>
        <a:lstStyle/>
        <a:p>
          <a:endParaRPr lang="en-IN"/>
        </a:p>
      </dgm:t>
    </dgm:pt>
    <dgm:pt modelId="{3B9465D3-D97E-4148-A613-522F2F16FD36}">
      <dgm:prSet/>
      <dgm:spPr/>
      <dgm:t>
        <a:bodyPr/>
        <a:lstStyle/>
        <a:p>
          <a:r>
            <a:rPr lang="en-GB" altLang="en-US" dirty="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Ground continuity</a:t>
          </a:r>
        </a:p>
      </dgm:t>
    </dgm:pt>
    <dgm:pt modelId="{A8F75381-805B-474A-B717-432170E82704}" type="parTrans" cxnId="{146387E1-613E-4F9D-9415-7F6ABA78A449}">
      <dgm:prSet/>
      <dgm:spPr/>
      <dgm:t>
        <a:bodyPr/>
        <a:lstStyle/>
        <a:p>
          <a:endParaRPr lang="en-IN"/>
        </a:p>
      </dgm:t>
    </dgm:pt>
    <dgm:pt modelId="{9051D423-96F3-48BD-8BD9-AECFC5EEB64D}" type="sibTrans" cxnId="{146387E1-613E-4F9D-9415-7F6ABA78A449}">
      <dgm:prSet/>
      <dgm:spPr/>
      <dgm:t>
        <a:bodyPr/>
        <a:lstStyle/>
        <a:p>
          <a:endParaRPr lang="en-IN"/>
        </a:p>
      </dgm:t>
    </dgm:pt>
    <dgm:pt modelId="{7885021F-B41E-4B46-B337-34D36AAD5F75}">
      <dgm:prSet/>
      <dgm:spPr/>
      <dgm:t>
        <a:bodyPr/>
        <a:lstStyle/>
        <a:p>
          <a:r>
            <a:rPr lang="en-GB" altLang="en-US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Insulation</a:t>
          </a:r>
          <a:endParaRPr lang="en-GB" altLang="en-US" dirty="0">
            <a:solidFill>
              <a:schemeClr val="tx1"/>
            </a:solidFill>
            <a:latin typeface="+mn-lt"/>
            <a:ea typeface="Montserrat" charset="0"/>
            <a:cs typeface="Montserrat" charset="0"/>
          </a:endParaRPr>
        </a:p>
      </dgm:t>
    </dgm:pt>
    <dgm:pt modelId="{AA48A604-A994-4430-BD7B-7A350F29F4DD}" type="parTrans" cxnId="{4E3196AB-39FC-49F7-A8C9-8D20B2306F79}">
      <dgm:prSet/>
      <dgm:spPr/>
      <dgm:t>
        <a:bodyPr/>
        <a:lstStyle/>
        <a:p>
          <a:endParaRPr lang="en-IN"/>
        </a:p>
      </dgm:t>
    </dgm:pt>
    <dgm:pt modelId="{63FFD480-897F-4F98-AEC9-1F7BDD4C4B78}" type="sibTrans" cxnId="{4E3196AB-39FC-49F7-A8C9-8D20B2306F79}">
      <dgm:prSet/>
      <dgm:spPr/>
      <dgm:t>
        <a:bodyPr/>
        <a:lstStyle/>
        <a:p>
          <a:endParaRPr lang="en-IN"/>
        </a:p>
      </dgm:t>
    </dgm:pt>
    <dgm:pt modelId="{599F7806-71C3-40E0-938D-A16A9C6566EF}">
      <dgm:prSet/>
      <dgm:spPr/>
      <dgm:t>
        <a:bodyPr/>
        <a:lstStyle/>
        <a:p>
          <a:r>
            <a:rPr lang="en-GB" altLang="en-US" dirty="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Leakage currents </a:t>
          </a:r>
        </a:p>
      </dgm:t>
    </dgm:pt>
    <dgm:pt modelId="{7E905175-4B4F-44F0-A40C-E5B8B6F8C66E}" type="parTrans" cxnId="{14E01BFA-DDF4-487F-80F6-76E25557F17C}">
      <dgm:prSet/>
      <dgm:spPr/>
      <dgm:t>
        <a:bodyPr/>
        <a:lstStyle/>
        <a:p>
          <a:endParaRPr lang="en-IN"/>
        </a:p>
      </dgm:t>
    </dgm:pt>
    <dgm:pt modelId="{B94F74DE-47AF-4427-A22F-357B14FFF996}" type="sibTrans" cxnId="{14E01BFA-DDF4-487F-80F6-76E25557F17C}">
      <dgm:prSet/>
      <dgm:spPr/>
      <dgm:t>
        <a:bodyPr/>
        <a:lstStyle/>
        <a:p>
          <a:endParaRPr lang="en-IN"/>
        </a:p>
      </dgm:t>
    </dgm:pt>
    <dgm:pt modelId="{5B8B635E-7321-4B56-9FDC-5119B2F553C0}">
      <dgm:prSet/>
      <dgm:spPr/>
      <dgm:t>
        <a:bodyPr/>
        <a:lstStyle/>
        <a:p>
          <a:r>
            <a:rPr lang="en-GB" altLang="en-US" dirty="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Performance testing </a:t>
          </a:r>
        </a:p>
      </dgm:t>
    </dgm:pt>
    <dgm:pt modelId="{46316BAA-904F-4D0E-83EA-B323D7A9A947}" type="parTrans" cxnId="{FAB3BDCE-EC6F-45B0-B169-E88108E94E73}">
      <dgm:prSet/>
      <dgm:spPr/>
      <dgm:t>
        <a:bodyPr/>
        <a:lstStyle/>
        <a:p>
          <a:endParaRPr lang="en-IN"/>
        </a:p>
      </dgm:t>
    </dgm:pt>
    <dgm:pt modelId="{3852F420-C9AA-452B-B953-F8C53CACF388}" type="sibTrans" cxnId="{FAB3BDCE-EC6F-45B0-B169-E88108E94E73}">
      <dgm:prSet/>
      <dgm:spPr/>
      <dgm:t>
        <a:bodyPr/>
        <a:lstStyle/>
        <a:p>
          <a:endParaRPr lang="en-IN"/>
        </a:p>
      </dgm:t>
    </dgm:pt>
    <dgm:pt modelId="{0475B503-9AA4-43FF-A43F-92F9F1FE8328}">
      <dgm:prSet/>
      <dgm:spPr/>
      <dgm:t>
        <a:bodyPr/>
        <a:lstStyle/>
        <a:p>
          <a:r>
            <a:rPr lang="en-US" altLang="en-US" dirty="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Data capture and management</a:t>
          </a:r>
          <a:endParaRPr lang="en-IN"/>
        </a:p>
      </dgm:t>
    </dgm:pt>
    <dgm:pt modelId="{6365E967-6CDD-4459-A2FD-7B2644747449}" type="parTrans" cxnId="{6F62656B-7E30-4BD0-A203-FF5E7FBDFA02}">
      <dgm:prSet/>
      <dgm:spPr/>
      <dgm:t>
        <a:bodyPr/>
        <a:lstStyle/>
        <a:p>
          <a:endParaRPr lang="en-IN"/>
        </a:p>
      </dgm:t>
    </dgm:pt>
    <dgm:pt modelId="{0A8E550B-B190-45E7-87C8-2D9E161270B1}" type="sibTrans" cxnId="{6F62656B-7E30-4BD0-A203-FF5E7FBDFA02}">
      <dgm:prSet/>
      <dgm:spPr/>
      <dgm:t>
        <a:bodyPr/>
        <a:lstStyle/>
        <a:p>
          <a:endParaRPr lang="en-IN"/>
        </a:p>
      </dgm:t>
    </dgm:pt>
    <dgm:pt modelId="{F3FD6BD3-56C3-4C55-BED6-32209D50372F}" type="pres">
      <dgm:prSet presAssocID="{7DB62D96-4856-4C1D-8702-EE88186AD32C}" presName="Name0" presStyleCnt="0">
        <dgm:presLayoutVars>
          <dgm:dir/>
          <dgm:animLvl val="lvl"/>
          <dgm:resizeHandles val="exact"/>
        </dgm:presLayoutVars>
      </dgm:prSet>
      <dgm:spPr/>
    </dgm:pt>
    <dgm:pt modelId="{3A7CA039-691C-4B78-8F91-0E4B3E654E49}" type="pres">
      <dgm:prSet presAssocID="{399651A9-3808-49EC-A0B6-AD0463665ED0}" presName="composite" presStyleCnt="0"/>
      <dgm:spPr/>
    </dgm:pt>
    <dgm:pt modelId="{2B480E1C-A398-4C3B-ACE9-2BDD9DB7A701}" type="pres">
      <dgm:prSet presAssocID="{399651A9-3808-49EC-A0B6-AD0463665ED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1A3364B6-24F5-444A-89DB-6C59E25B4AFE}" type="pres">
      <dgm:prSet presAssocID="{399651A9-3808-49EC-A0B6-AD0463665ED0}" presName="desTx" presStyleLbl="alignAccFollowNode1" presStyleIdx="0" presStyleCnt="2">
        <dgm:presLayoutVars>
          <dgm:bulletEnabled val="1"/>
        </dgm:presLayoutVars>
      </dgm:prSet>
      <dgm:spPr/>
    </dgm:pt>
    <dgm:pt modelId="{3C6CC99F-848C-4D4D-A4EE-F81605D99662}" type="pres">
      <dgm:prSet presAssocID="{4020957D-E69F-4644-813D-904632E9C41E}" presName="space" presStyleCnt="0"/>
      <dgm:spPr/>
    </dgm:pt>
    <dgm:pt modelId="{11AB24E8-CFA7-45FA-9B98-A8126186F18C}" type="pres">
      <dgm:prSet presAssocID="{5884B387-DCB1-487E-A8D0-98ACCD622A6C}" presName="composite" presStyleCnt="0"/>
      <dgm:spPr/>
    </dgm:pt>
    <dgm:pt modelId="{74ABB3F7-023D-4470-808F-F47686E2F9B3}" type="pres">
      <dgm:prSet presAssocID="{5884B387-DCB1-487E-A8D0-98ACCD622A6C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92F71E35-B144-4511-B5C4-BA344451C3E2}" type="pres">
      <dgm:prSet presAssocID="{5884B387-DCB1-487E-A8D0-98ACCD622A6C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5B88D1D-AB5D-4F25-BDB5-FCD896AC10B7}" type="presOf" srcId="{76F66FB2-AAB5-41F0-9094-0A78395CB18C}" destId="{1A3364B6-24F5-444A-89DB-6C59E25B4AFE}" srcOrd="0" destOrd="4" presId="urn:microsoft.com/office/officeart/2005/8/layout/hList1"/>
    <dgm:cxn modelId="{4DEC8427-4207-4687-B0A0-0C89F38C928C}" srcId="{DDDC9558-5C3F-4631-B853-07A923E6777F}" destId="{16A51284-D64C-4295-9380-EFBB18ADD49D}" srcOrd="1" destOrd="0" parTransId="{F9BD786A-F73D-4E83-B540-BB08C7155E03}" sibTransId="{394ACEF2-7741-4AD7-9EB8-BCAAB52BCBDB}"/>
    <dgm:cxn modelId="{E397412E-97F3-4253-BEAB-0092A3F32AE2}" srcId="{0B7FAA59-09AA-4FD8-B4C3-B66CC1787793}" destId="{9F5ADC20-A3EE-4E53-BD4D-18BA167CE3EE}" srcOrd="0" destOrd="0" parTransId="{26B403A8-0EA7-42A5-B4B2-493CB326EA83}" sibTransId="{CE842CBF-27EA-414D-A787-4910B8143199}"/>
    <dgm:cxn modelId="{29EF4136-A5F7-4A0B-88AB-7CB5F87C4E6D}" type="presOf" srcId="{16A51284-D64C-4295-9380-EFBB18ADD49D}" destId="{1A3364B6-24F5-444A-89DB-6C59E25B4AFE}" srcOrd="0" destOrd="2" presId="urn:microsoft.com/office/officeart/2005/8/layout/hList1"/>
    <dgm:cxn modelId="{A3F27C3B-F6DF-4A77-BD23-3354BDE218D1}" type="presOf" srcId="{0475B503-9AA4-43FF-A43F-92F9F1FE8328}" destId="{92F71E35-B144-4511-B5C4-BA344451C3E2}" srcOrd="0" destOrd="8" presId="urn:microsoft.com/office/officeart/2005/8/layout/hList1"/>
    <dgm:cxn modelId="{A9495A5F-F9F6-49F5-B1AA-86DFBB50DBE3}" type="presOf" srcId="{F22A342C-DEAF-41E5-9DB9-5D2D8B9F0BF8}" destId="{1A3364B6-24F5-444A-89DB-6C59E25B4AFE}" srcOrd="0" destOrd="1" presId="urn:microsoft.com/office/officeart/2005/8/layout/hList1"/>
    <dgm:cxn modelId="{92263548-8FE3-4EC4-82E4-D5D7380ADF58}" srcId="{DDDC9558-5C3F-4631-B853-07A923E6777F}" destId="{A234918A-2C1B-4256-9A9C-E11F27E8FF1B}" srcOrd="2" destOrd="0" parTransId="{A4FFD34F-D083-4D1C-BB55-F5753B20D7C1}" sibTransId="{86F82188-261B-49B3-B050-A902F1EF959E}"/>
    <dgm:cxn modelId="{6F62656B-7E30-4BD0-A203-FF5E7FBDFA02}" srcId="{0B7FAA59-09AA-4FD8-B4C3-B66CC1787793}" destId="{0475B503-9AA4-43FF-A43F-92F9F1FE8328}" srcOrd="2" destOrd="0" parTransId="{6365E967-6CDD-4459-A2FD-7B2644747449}" sibTransId="{0A8E550B-B190-45E7-87C8-2D9E161270B1}"/>
    <dgm:cxn modelId="{90383774-8A07-425F-A5E4-DB9CD3D2935A}" srcId="{399651A9-3808-49EC-A0B6-AD0463665ED0}" destId="{F0682583-80FE-4942-9CA6-78E68D889012}" srcOrd="2" destOrd="0" parTransId="{14F5C14C-6A7C-4AA2-AF9B-FE55DC6B5E3E}" sibTransId="{0E73BCAE-147C-4F3C-AE2C-AE0BEECA42BD}"/>
    <dgm:cxn modelId="{7243117A-8BA2-4276-9FBA-B1A705E376A0}" srcId="{B178B53C-FCE3-4B38-BE6B-E9711D6565D9}" destId="{378B3DD3-81BC-4DC9-9C22-2DBB27B16F29}" srcOrd="0" destOrd="0" parTransId="{1AA58737-42EE-4608-AAB1-1BF6A5F3D30D}" sibTransId="{055543CC-65B9-4506-84FF-8CA57A54ABE8}"/>
    <dgm:cxn modelId="{30129082-D54B-40B1-B1F1-53124A381C53}" srcId="{5884B387-DCB1-487E-A8D0-98ACCD622A6C}" destId="{0B7FAA59-09AA-4FD8-B4C3-B66CC1787793}" srcOrd="0" destOrd="0" parTransId="{B0A23FED-1B7A-4C44-9516-AC8BFDFEA601}" sibTransId="{98663347-8546-47D8-ADDC-D06846ABFA95}"/>
    <dgm:cxn modelId="{62400086-ECC9-4729-9A5E-3BF92E15F26D}" srcId="{DDDC9558-5C3F-4631-B853-07A923E6777F}" destId="{F22A342C-DEAF-41E5-9DB9-5D2D8B9F0BF8}" srcOrd="0" destOrd="0" parTransId="{35DE7EA7-CCB5-4103-926D-08F56DE1DCBE}" sibTransId="{C8AD6E3B-027C-42C7-A6D4-BE1C196C717B}"/>
    <dgm:cxn modelId="{07740B88-4CCD-463F-92F4-903EB2994CA0}" type="presOf" srcId="{74CEAFAE-C305-47E9-BF5B-5CADF3D23CD1}" destId="{1A3364B6-24F5-444A-89DB-6C59E25B4AFE}" srcOrd="0" destOrd="6" presId="urn:microsoft.com/office/officeart/2005/8/layout/hList1"/>
    <dgm:cxn modelId="{77F415AA-F0CA-4C7C-941C-52F732C4F299}" type="presOf" srcId="{7885021F-B41E-4B46-B337-34D36AAD5F75}" destId="{92F71E35-B144-4511-B5C4-BA344451C3E2}" srcOrd="0" destOrd="5" presId="urn:microsoft.com/office/officeart/2005/8/layout/hList1"/>
    <dgm:cxn modelId="{4E3196AB-39FC-49F7-A8C9-8D20B2306F79}" srcId="{B178B53C-FCE3-4B38-BE6B-E9711D6565D9}" destId="{7885021F-B41E-4B46-B337-34D36AAD5F75}" srcOrd="2" destOrd="0" parTransId="{AA48A604-A994-4430-BD7B-7A350F29F4DD}" sibTransId="{63FFD480-897F-4F98-AEC9-1F7BDD4C4B78}"/>
    <dgm:cxn modelId="{D4CC15AE-F0C7-472B-A651-9922248E86F4}" srcId="{399651A9-3808-49EC-A0B6-AD0463665ED0}" destId="{74CEAFAE-C305-47E9-BF5B-5CADF3D23CD1}" srcOrd="3" destOrd="0" parTransId="{45B196F8-CC5C-4C9D-92BA-A321A2E8279E}" sibTransId="{F900C766-A83D-4FE7-A874-0FEB9C1C981C}"/>
    <dgm:cxn modelId="{D364B7B0-F0DF-4924-82AE-85777E468DB4}" srcId="{399651A9-3808-49EC-A0B6-AD0463665ED0}" destId="{76F66FB2-AAB5-41F0-9094-0A78395CB18C}" srcOrd="1" destOrd="0" parTransId="{2CDDDA1E-AFB0-4E48-AC9A-25DD8A4A5465}" sibTransId="{2914FD74-69F7-4C98-9D0F-3C378B34F59F}"/>
    <dgm:cxn modelId="{359BF4B6-F965-44D8-8D83-5611BE89599E}" type="presOf" srcId="{A234918A-2C1B-4256-9A9C-E11F27E8FF1B}" destId="{1A3364B6-24F5-444A-89DB-6C59E25B4AFE}" srcOrd="0" destOrd="3" presId="urn:microsoft.com/office/officeart/2005/8/layout/hList1"/>
    <dgm:cxn modelId="{15E519B8-12A2-4451-8F63-19D6A8855114}" type="presOf" srcId="{5B8B635E-7321-4B56-9FDC-5119B2F553C0}" destId="{92F71E35-B144-4511-B5C4-BA344451C3E2}" srcOrd="0" destOrd="7" presId="urn:microsoft.com/office/officeart/2005/8/layout/hList1"/>
    <dgm:cxn modelId="{E60B89BE-8271-4891-9189-06D730BB3DA4}" type="presOf" srcId="{F0682583-80FE-4942-9CA6-78E68D889012}" destId="{1A3364B6-24F5-444A-89DB-6C59E25B4AFE}" srcOrd="0" destOrd="5" presId="urn:microsoft.com/office/officeart/2005/8/layout/hList1"/>
    <dgm:cxn modelId="{7FD493C0-E468-42ED-B854-FA6C3C9797E1}" srcId="{7DB62D96-4856-4C1D-8702-EE88186AD32C}" destId="{5884B387-DCB1-487E-A8D0-98ACCD622A6C}" srcOrd="1" destOrd="0" parTransId="{DFF193C1-A447-4F3D-84CC-9D999315B63A}" sibTransId="{38B55E9B-B927-430B-BA20-446AAF1CCE1B}"/>
    <dgm:cxn modelId="{FAB3BDCE-EC6F-45B0-B169-E88108E94E73}" srcId="{B178B53C-FCE3-4B38-BE6B-E9711D6565D9}" destId="{5B8B635E-7321-4B56-9FDC-5119B2F553C0}" srcOrd="4" destOrd="0" parTransId="{46316BAA-904F-4D0E-83EA-B323D7A9A947}" sibTransId="{3852F420-C9AA-452B-B953-F8C53CACF388}"/>
    <dgm:cxn modelId="{26639BD1-B15A-4452-BA79-BE45F8077D2A}" type="presOf" srcId="{378B3DD3-81BC-4DC9-9C22-2DBB27B16F29}" destId="{92F71E35-B144-4511-B5C4-BA344451C3E2}" srcOrd="0" destOrd="3" presId="urn:microsoft.com/office/officeart/2005/8/layout/hList1"/>
    <dgm:cxn modelId="{D96ABFD1-90DD-4F6A-AC3C-1DAABC252574}" type="presOf" srcId="{B178B53C-FCE3-4B38-BE6B-E9711D6565D9}" destId="{92F71E35-B144-4511-B5C4-BA344451C3E2}" srcOrd="0" destOrd="2" presId="urn:microsoft.com/office/officeart/2005/8/layout/hList1"/>
    <dgm:cxn modelId="{CED737D2-5912-42F3-81B3-FCF80043CFBF}" type="presOf" srcId="{0B7FAA59-09AA-4FD8-B4C3-B66CC1787793}" destId="{92F71E35-B144-4511-B5C4-BA344451C3E2}" srcOrd="0" destOrd="0" presId="urn:microsoft.com/office/officeart/2005/8/layout/hList1"/>
    <dgm:cxn modelId="{4A39FCD3-E65F-4B55-8D16-DBAD895EE213}" srcId="{399651A9-3808-49EC-A0B6-AD0463665ED0}" destId="{DDDC9558-5C3F-4631-B853-07A923E6777F}" srcOrd="0" destOrd="0" parTransId="{774C81D0-0076-4987-B22C-BBB7CCCF9760}" sibTransId="{4BB1E2FE-2E7D-493C-8837-11F6019AF283}"/>
    <dgm:cxn modelId="{E0E687D6-2593-46B2-9939-5FE905C3BD0E}" type="presOf" srcId="{DDDC9558-5C3F-4631-B853-07A923E6777F}" destId="{1A3364B6-24F5-444A-89DB-6C59E25B4AFE}" srcOrd="0" destOrd="0" presId="urn:microsoft.com/office/officeart/2005/8/layout/hList1"/>
    <dgm:cxn modelId="{07603AD9-AF82-4AD7-B540-85D84CBE39AE}" type="presOf" srcId="{5884B387-DCB1-487E-A8D0-98ACCD622A6C}" destId="{74ABB3F7-023D-4470-808F-F47686E2F9B3}" srcOrd="0" destOrd="0" presId="urn:microsoft.com/office/officeart/2005/8/layout/hList1"/>
    <dgm:cxn modelId="{BD9289DC-B894-4537-B17D-6C51712DEFA4}" type="presOf" srcId="{7DB62D96-4856-4C1D-8702-EE88186AD32C}" destId="{F3FD6BD3-56C3-4C55-BED6-32209D50372F}" srcOrd="0" destOrd="0" presId="urn:microsoft.com/office/officeart/2005/8/layout/hList1"/>
    <dgm:cxn modelId="{146387E1-613E-4F9D-9415-7F6ABA78A449}" srcId="{B178B53C-FCE3-4B38-BE6B-E9711D6565D9}" destId="{3B9465D3-D97E-4148-A613-522F2F16FD36}" srcOrd="1" destOrd="0" parTransId="{A8F75381-805B-474A-B717-432170E82704}" sibTransId="{9051D423-96F3-48BD-8BD9-AECFC5EEB64D}"/>
    <dgm:cxn modelId="{BB82F2EA-33BD-4E24-A8A9-EED97AC3B6BA}" srcId="{7DB62D96-4856-4C1D-8702-EE88186AD32C}" destId="{399651A9-3808-49EC-A0B6-AD0463665ED0}" srcOrd="0" destOrd="0" parTransId="{A7F8911F-7463-4818-B4C1-3528815D1DF1}" sibTransId="{4020957D-E69F-4644-813D-904632E9C41E}"/>
    <dgm:cxn modelId="{822BE1EF-AE7F-4AEC-B615-114B5311B728}" srcId="{0B7FAA59-09AA-4FD8-B4C3-B66CC1787793}" destId="{B178B53C-FCE3-4B38-BE6B-E9711D6565D9}" srcOrd="1" destOrd="0" parTransId="{617B230C-A884-4D3C-A1D0-FB565D2E127C}" sibTransId="{7037B003-AE65-4BB6-908A-18C1FF99F47C}"/>
    <dgm:cxn modelId="{0A586FF0-79BF-4C81-BBEB-C253790EF6A7}" type="presOf" srcId="{599F7806-71C3-40E0-938D-A16A9C6566EF}" destId="{92F71E35-B144-4511-B5C4-BA344451C3E2}" srcOrd="0" destOrd="6" presId="urn:microsoft.com/office/officeart/2005/8/layout/hList1"/>
    <dgm:cxn modelId="{858FAFF4-C5C3-4560-9F48-2C5BFCA53AD3}" type="presOf" srcId="{9F5ADC20-A3EE-4E53-BD4D-18BA167CE3EE}" destId="{92F71E35-B144-4511-B5C4-BA344451C3E2}" srcOrd="0" destOrd="1" presId="urn:microsoft.com/office/officeart/2005/8/layout/hList1"/>
    <dgm:cxn modelId="{48EE38F7-CD34-4E66-B20F-8A518E68EC89}" type="presOf" srcId="{399651A9-3808-49EC-A0B6-AD0463665ED0}" destId="{2B480E1C-A398-4C3B-ACE9-2BDD9DB7A701}" srcOrd="0" destOrd="0" presId="urn:microsoft.com/office/officeart/2005/8/layout/hList1"/>
    <dgm:cxn modelId="{14E01BFA-DDF4-487F-80F6-76E25557F17C}" srcId="{B178B53C-FCE3-4B38-BE6B-E9711D6565D9}" destId="{599F7806-71C3-40E0-938D-A16A9C6566EF}" srcOrd="3" destOrd="0" parTransId="{7E905175-4B4F-44F0-A40C-E5B8B6F8C66E}" sibTransId="{B94F74DE-47AF-4427-A22F-357B14FFF996}"/>
    <dgm:cxn modelId="{401ACAFC-BF1B-484C-988F-8A9319772F89}" type="presOf" srcId="{3B9465D3-D97E-4148-A613-522F2F16FD36}" destId="{92F71E35-B144-4511-B5C4-BA344451C3E2}" srcOrd="0" destOrd="4" presId="urn:microsoft.com/office/officeart/2005/8/layout/hList1"/>
    <dgm:cxn modelId="{57C119A1-3589-402C-955B-B7FBE4FD6CDC}" type="presParOf" srcId="{F3FD6BD3-56C3-4C55-BED6-32209D50372F}" destId="{3A7CA039-691C-4B78-8F91-0E4B3E654E49}" srcOrd="0" destOrd="0" presId="urn:microsoft.com/office/officeart/2005/8/layout/hList1"/>
    <dgm:cxn modelId="{9257D34D-B361-47D4-B964-B68AE2B90728}" type="presParOf" srcId="{3A7CA039-691C-4B78-8F91-0E4B3E654E49}" destId="{2B480E1C-A398-4C3B-ACE9-2BDD9DB7A701}" srcOrd="0" destOrd="0" presId="urn:microsoft.com/office/officeart/2005/8/layout/hList1"/>
    <dgm:cxn modelId="{034F9092-EDF5-49E8-8627-91EC8873CA42}" type="presParOf" srcId="{3A7CA039-691C-4B78-8F91-0E4B3E654E49}" destId="{1A3364B6-24F5-444A-89DB-6C59E25B4AFE}" srcOrd="1" destOrd="0" presId="urn:microsoft.com/office/officeart/2005/8/layout/hList1"/>
    <dgm:cxn modelId="{1939452C-83BD-4143-8A94-191859EE88EC}" type="presParOf" srcId="{F3FD6BD3-56C3-4C55-BED6-32209D50372F}" destId="{3C6CC99F-848C-4D4D-A4EE-F81605D99662}" srcOrd="1" destOrd="0" presId="urn:microsoft.com/office/officeart/2005/8/layout/hList1"/>
    <dgm:cxn modelId="{D4846865-C4D8-4CD3-BF3E-18CEB885E8BD}" type="presParOf" srcId="{F3FD6BD3-56C3-4C55-BED6-32209D50372F}" destId="{11AB24E8-CFA7-45FA-9B98-A8126186F18C}" srcOrd="2" destOrd="0" presId="urn:microsoft.com/office/officeart/2005/8/layout/hList1"/>
    <dgm:cxn modelId="{79C74ECF-86B6-4FC2-9A90-18F5E8072576}" type="presParOf" srcId="{11AB24E8-CFA7-45FA-9B98-A8126186F18C}" destId="{74ABB3F7-023D-4470-808F-F47686E2F9B3}" srcOrd="0" destOrd="0" presId="urn:microsoft.com/office/officeart/2005/8/layout/hList1"/>
    <dgm:cxn modelId="{E5736CAA-9807-482D-9589-3E3DD81C3A35}" type="presParOf" srcId="{11AB24E8-CFA7-45FA-9B98-A8126186F18C}" destId="{92F71E35-B144-4511-B5C4-BA344451C3E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13CFB90-2893-4780-8F3C-85D1EC44686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69F71A9-90B5-4C45-B070-B9507C97D6CC}">
      <dgm:prSet phldrT="[Text]" custT="1"/>
      <dgm:spPr/>
      <dgm:t>
        <a:bodyPr/>
        <a:lstStyle/>
        <a:p>
          <a:r>
            <a:rPr lang="en-IN" sz="2800" b="1" i="0" dirty="0">
              <a:solidFill>
                <a:schemeClr val="tx1"/>
              </a:solidFill>
              <a:highlight>
                <a:srgbClr val="FFFF00"/>
              </a:highlight>
            </a:rPr>
            <a:t>Safety measures for- Electrical Shock Hazards</a:t>
          </a:r>
          <a:endParaRPr lang="en-IN" sz="2800" b="1" dirty="0">
            <a:solidFill>
              <a:schemeClr val="tx1"/>
            </a:solidFill>
            <a:highlight>
              <a:srgbClr val="FFFF00"/>
            </a:highlight>
          </a:endParaRPr>
        </a:p>
      </dgm:t>
    </dgm:pt>
    <dgm:pt modelId="{AC289625-6317-47D5-827D-D38B2654A22D}" type="parTrans" cxnId="{C8D85C89-60A2-42F1-921C-8D0B3035E631}">
      <dgm:prSet/>
      <dgm:spPr/>
      <dgm:t>
        <a:bodyPr/>
        <a:lstStyle/>
        <a:p>
          <a:endParaRPr lang="en-IN"/>
        </a:p>
      </dgm:t>
    </dgm:pt>
    <dgm:pt modelId="{E76F2798-74CA-4EF0-B490-76441FB1B16F}" type="sibTrans" cxnId="{C8D85C89-60A2-42F1-921C-8D0B3035E631}">
      <dgm:prSet/>
      <dgm:spPr/>
      <dgm:t>
        <a:bodyPr/>
        <a:lstStyle/>
        <a:p>
          <a:endParaRPr lang="en-IN"/>
        </a:p>
      </dgm:t>
    </dgm:pt>
    <dgm:pt modelId="{8689B4CC-D237-465F-B058-094BDE7D36AC}">
      <dgm:prSet custT="1"/>
      <dgm:spPr/>
      <dgm:t>
        <a:bodyPr/>
        <a:lstStyle/>
        <a:p>
          <a:pPr algn="just"/>
          <a:r>
            <a:rPr lang="en-US" sz="2200" b="0" i="0" dirty="0"/>
            <a:t>The </a:t>
          </a:r>
          <a:r>
            <a:rPr lang="en-US" sz="2200" b="1" i="0" u="sng" dirty="0"/>
            <a:t>severity and effects </a:t>
          </a:r>
          <a:r>
            <a:rPr lang="en-US" sz="2200" b="0" i="0" dirty="0"/>
            <a:t>of an electrical shock depend on a number of factors, such as the </a:t>
          </a:r>
          <a:r>
            <a:rPr lang="en-US" sz="2200" b="1" i="0" u="sng" dirty="0"/>
            <a:t>pathway through the body, the amount of current, the length of time of the exposure, and whether the skin is wet or dry</a:t>
          </a:r>
          <a:r>
            <a:rPr lang="en-US" sz="2200" b="0" i="0" u="sng" dirty="0"/>
            <a:t>. </a:t>
          </a:r>
          <a:r>
            <a:rPr lang="en-US" sz="2200" b="0" i="0" dirty="0"/>
            <a:t> Water is a great conductor of electricity, allowing current to flow more easily in wet conditions and through wet skin.</a:t>
          </a:r>
        </a:p>
      </dgm:t>
    </dgm:pt>
    <dgm:pt modelId="{5527C2AA-E34C-4BF2-A3B8-1D746A750F80}" type="parTrans" cxnId="{B07718F7-E77F-4EB2-9384-0F58C4D25BFB}">
      <dgm:prSet/>
      <dgm:spPr/>
      <dgm:t>
        <a:bodyPr/>
        <a:lstStyle/>
        <a:p>
          <a:endParaRPr lang="en-IN"/>
        </a:p>
      </dgm:t>
    </dgm:pt>
    <dgm:pt modelId="{2C210E99-3476-4BE2-9A42-666437AF9C69}" type="sibTrans" cxnId="{B07718F7-E77F-4EB2-9384-0F58C4D25BFB}">
      <dgm:prSet/>
      <dgm:spPr/>
      <dgm:t>
        <a:bodyPr/>
        <a:lstStyle/>
        <a:p>
          <a:endParaRPr lang="en-IN"/>
        </a:p>
      </dgm:t>
    </dgm:pt>
    <dgm:pt modelId="{090B9570-80CC-4EE6-A370-71CC162123D1}">
      <dgm:prSet custT="1"/>
      <dgm:spPr/>
      <dgm:t>
        <a:bodyPr/>
        <a:lstStyle/>
        <a:p>
          <a:pPr algn="just"/>
          <a:r>
            <a:rPr lang="en-US" sz="2200" b="0" i="0" dirty="0"/>
            <a:t>The effect of the shock may range from a slight tingle to severe burns to cardiac arrest. </a:t>
          </a:r>
        </a:p>
      </dgm:t>
    </dgm:pt>
    <dgm:pt modelId="{BF0476CE-D932-453C-960C-AD3B51677CB5}" type="parTrans" cxnId="{F4491083-4E79-4BD5-9103-CC5AD5BBFFE8}">
      <dgm:prSet/>
      <dgm:spPr/>
      <dgm:t>
        <a:bodyPr/>
        <a:lstStyle/>
        <a:p>
          <a:endParaRPr lang="en-IN"/>
        </a:p>
      </dgm:t>
    </dgm:pt>
    <dgm:pt modelId="{FD6C721A-905E-4CAC-8B8E-4A8FA5891131}" type="sibTrans" cxnId="{F4491083-4E79-4BD5-9103-CC5AD5BBFFE8}">
      <dgm:prSet/>
      <dgm:spPr/>
      <dgm:t>
        <a:bodyPr/>
        <a:lstStyle/>
        <a:p>
          <a:endParaRPr lang="en-IN"/>
        </a:p>
      </dgm:t>
    </dgm:pt>
    <dgm:pt modelId="{11F11615-05B3-4560-830D-3E98728286FC}">
      <dgm:prSet phldrT="[Text]" custT="1"/>
      <dgm:spPr/>
      <dgm:t>
        <a:bodyPr/>
        <a:lstStyle/>
        <a:p>
          <a:pPr algn="just"/>
          <a:r>
            <a:rPr lang="en-US" sz="2200" b="1" i="0" dirty="0"/>
            <a:t>Electrical shock occurs when the body becomes part of the electric circuit</a:t>
          </a:r>
          <a:r>
            <a:rPr lang="en-US" sz="2200" b="0" i="0" dirty="0"/>
            <a:t>, either when an individual comes in contact with both wires of an electrical circuit, one wire of an energized circuit and the ground, or a metallic part that has become energized by contact with an electrical conductor.</a:t>
          </a:r>
          <a:endParaRPr lang="en-IN" sz="2200" b="1" dirty="0"/>
        </a:p>
      </dgm:t>
    </dgm:pt>
    <dgm:pt modelId="{ED465C4B-FC8D-4F6C-852A-CD12E882F753}" type="parTrans" cxnId="{11F1B25C-8ABC-4F43-A9DB-6BB22A2EAB83}">
      <dgm:prSet/>
      <dgm:spPr/>
      <dgm:t>
        <a:bodyPr/>
        <a:lstStyle/>
        <a:p>
          <a:endParaRPr lang="en-IN"/>
        </a:p>
      </dgm:t>
    </dgm:pt>
    <dgm:pt modelId="{501B5123-D606-4EBD-88E6-1C5238CED5AA}" type="sibTrans" cxnId="{11F1B25C-8ABC-4F43-A9DB-6BB22A2EAB83}">
      <dgm:prSet/>
      <dgm:spPr/>
      <dgm:t>
        <a:bodyPr/>
        <a:lstStyle/>
        <a:p>
          <a:endParaRPr lang="en-IN"/>
        </a:p>
      </dgm:t>
    </dgm:pt>
    <dgm:pt modelId="{7B94190A-8C7A-4B4C-8A02-A66BABE02C6E}">
      <dgm:prSet custT="1"/>
      <dgm:spPr/>
      <dgm:t>
        <a:bodyPr/>
        <a:lstStyle/>
        <a:p>
          <a:pPr algn="just"/>
          <a:r>
            <a:rPr lang="en-US" sz="2200" b="0" i="0" dirty="0"/>
            <a:t>Potential places where this can happen include:</a:t>
          </a:r>
        </a:p>
      </dgm:t>
    </dgm:pt>
    <dgm:pt modelId="{3DD91E47-4364-42DE-B1A0-95D9187AA026}" type="parTrans" cxnId="{F87F5C6E-2036-4890-8B91-ADD94F861D49}">
      <dgm:prSet/>
      <dgm:spPr/>
      <dgm:t>
        <a:bodyPr/>
        <a:lstStyle/>
        <a:p>
          <a:endParaRPr lang="en-IN"/>
        </a:p>
      </dgm:t>
    </dgm:pt>
    <dgm:pt modelId="{E6BB6B06-277B-4586-AB24-245A581BA1EA}" type="sibTrans" cxnId="{F87F5C6E-2036-4890-8B91-ADD94F861D49}">
      <dgm:prSet/>
      <dgm:spPr/>
      <dgm:t>
        <a:bodyPr/>
        <a:lstStyle/>
        <a:p>
          <a:endParaRPr lang="en-IN"/>
        </a:p>
      </dgm:t>
    </dgm:pt>
    <dgm:pt modelId="{4136E9C1-C58A-41CC-BAB5-8C9A5F06B6FC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IN" sz="2200" b="0" i="0" dirty="0"/>
            <a:t>Panel boards and switchboards</a:t>
          </a:r>
        </a:p>
      </dgm:t>
    </dgm:pt>
    <dgm:pt modelId="{C40A7C86-C2C1-4089-BF8E-A267F75E99F3}" type="parTrans" cxnId="{77B55993-400C-4CCC-8C32-B65BDE719CBA}">
      <dgm:prSet/>
      <dgm:spPr/>
      <dgm:t>
        <a:bodyPr/>
        <a:lstStyle/>
        <a:p>
          <a:endParaRPr lang="en-IN"/>
        </a:p>
      </dgm:t>
    </dgm:pt>
    <dgm:pt modelId="{175CE706-794D-441B-8689-9CB61DBCF2CF}" type="sibTrans" cxnId="{77B55993-400C-4CCC-8C32-B65BDE719CBA}">
      <dgm:prSet/>
      <dgm:spPr/>
      <dgm:t>
        <a:bodyPr/>
        <a:lstStyle/>
        <a:p>
          <a:endParaRPr lang="en-IN"/>
        </a:p>
      </dgm:t>
    </dgm:pt>
    <dgm:pt modelId="{61A53B5D-A584-4AC6-B88F-BD4BCD7B8C0E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IN" sz="2200" b="0" i="0" dirty="0"/>
            <a:t>Motor control </a:t>
          </a:r>
          <a:r>
            <a:rPr lang="en-IN" sz="2200" b="0" i="0" dirty="0" err="1"/>
            <a:t>centers</a:t>
          </a:r>
          <a:endParaRPr lang="en-IN" sz="2200" b="0" i="0" dirty="0"/>
        </a:p>
      </dgm:t>
    </dgm:pt>
    <dgm:pt modelId="{5D1CD7B6-72A8-492E-8634-6E04976D98F5}" type="parTrans" cxnId="{1C22D1C9-6234-4B1F-8BD2-27710A707E8D}">
      <dgm:prSet/>
      <dgm:spPr/>
      <dgm:t>
        <a:bodyPr/>
        <a:lstStyle/>
        <a:p>
          <a:endParaRPr lang="en-IN"/>
        </a:p>
      </dgm:t>
    </dgm:pt>
    <dgm:pt modelId="{6E28E2A3-597C-42DA-923F-8997BA734F7B}" type="sibTrans" cxnId="{1C22D1C9-6234-4B1F-8BD2-27710A707E8D}">
      <dgm:prSet/>
      <dgm:spPr/>
      <dgm:t>
        <a:bodyPr/>
        <a:lstStyle/>
        <a:p>
          <a:endParaRPr lang="en-IN"/>
        </a:p>
      </dgm:t>
    </dgm:pt>
    <dgm:pt modelId="{491EADE5-B6BF-4C30-9BD2-106C28CE0920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IN" sz="2200" b="0" i="0" dirty="0"/>
            <a:t> Metal-clad switchgear</a:t>
          </a:r>
        </a:p>
      </dgm:t>
    </dgm:pt>
    <dgm:pt modelId="{CCCBAB66-33E4-4497-A45C-68415CDBB6E2}" type="parTrans" cxnId="{6F77861B-35AE-45E5-B18C-5B4883DD2365}">
      <dgm:prSet/>
      <dgm:spPr/>
      <dgm:t>
        <a:bodyPr/>
        <a:lstStyle/>
        <a:p>
          <a:endParaRPr lang="en-IN"/>
        </a:p>
      </dgm:t>
    </dgm:pt>
    <dgm:pt modelId="{3B995B1D-23B3-4C57-AC16-F39CAEA5AA37}" type="sibTrans" cxnId="{6F77861B-35AE-45E5-B18C-5B4883DD2365}">
      <dgm:prSet/>
      <dgm:spPr/>
      <dgm:t>
        <a:bodyPr/>
        <a:lstStyle/>
        <a:p>
          <a:endParaRPr lang="en-IN"/>
        </a:p>
      </dgm:t>
    </dgm:pt>
    <dgm:pt modelId="{8B88B180-F30A-4F67-A2CF-B2EDC6AAC65A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IN" sz="2200" b="0" i="0" dirty="0"/>
            <a:t>Transformers</a:t>
          </a:r>
        </a:p>
      </dgm:t>
    </dgm:pt>
    <dgm:pt modelId="{BF684103-6F9E-4605-9783-E185A0CB47E3}" type="parTrans" cxnId="{11C25E0C-5344-4B7F-B3A9-A55145F9A620}">
      <dgm:prSet/>
      <dgm:spPr/>
      <dgm:t>
        <a:bodyPr/>
        <a:lstStyle/>
        <a:p>
          <a:endParaRPr lang="en-IN"/>
        </a:p>
      </dgm:t>
    </dgm:pt>
    <dgm:pt modelId="{91BB5C25-EE58-46B1-96C7-CB7BB413E060}" type="sibTrans" cxnId="{11C25E0C-5344-4B7F-B3A9-A55145F9A620}">
      <dgm:prSet/>
      <dgm:spPr/>
      <dgm:t>
        <a:bodyPr/>
        <a:lstStyle/>
        <a:p>
          <a:endParaRPr lang="en-IN"/>
        </a:p>
      </dgm:t>
    </dgm:pt>
    <dgm:pt modelId="{81B3968B-7C35-4165-9DC1-BAC6F772E34F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2200" b="0" i="0" dirty="0"/>
            <a:t>Motor starters and drive cabinets</a:t>
          </a:r>
        </a:p>
      </dgm:t>
    </dgm:pt>
    <dgm:pt modelId="{E7DA9DC4-B2E7-4D79-A914-D0C96085C4F8}" type="parTrans" cxnId="{C3787774-5DBD-4BBC-8CC5-16465987ADD9}">
      <dgm:prSet/>
      <dgm:spPr/>
      <dgm:t>
        <a:bodyPr/>
        <a:lstStyle/>
        <a:p>
          <a:endParaRPr lang="en-IN"/>
        </a:p>
      </dgm:t>
    </dgm:pt>
    <dgm:pt modelId="{8E1D2E01-8BB6-48E1-9FDA-B57573C27A0B}" type="sibTrans" cxnId="{C3787774-5DBD-4BBC-8CC5-16465987ADD9}">
      <dgm:prSet/>
      <dgm:spPr/>
      <dgm:t>
        <a:bodyPr/>
        <a:lstStyle/>
        <a:p>
          <a:endParaRPr lang="en-IN"/>
        </a:p>
      </dgm:t>
    </dgm:pt>
    <dgm:pt modelId="{3F9C6B00-D7BA-4429-85E2-3410B075C107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IN" sz="2200" b="0" i="0" dirty="0"/>
            <a:t>Fused disconnects</a:t>
          </a:r>
        </a:p>
      </dgm:t>
    </dgm:pt>
    <dgm:pt modelId="{9558BDE0-AFFD-4C37-AD3B-CDE4CECD3386}" type="parTrans" cxnId="{3627C911-BB27-49FF-A9E1-0991D8899F56}">
      <dgm:prSet/>
      <dgm:spPr/>
      <dgm:t>
        <a:bodyPr/>
        <a:lstStyle/>
        <a:p>
          <a:endParaRPr lang="en-IN"/>
        </a:p>
      </dgm:t>
    </dgm:pt>
    <dgm:pt modelId="{0E021CEC-60EC-4EBA-8240-2C2000527139}" type="sibTrans" cxnId="{3627C911-BB27-49FF-A9E1-0991D8899F56}">
      <dgm:prSet/>
      <dgm:spPr/>
      <dgm:t>
        <a:bodyPr/>
        <a:lstStyle/>
        <a:p>
          <a:endParaRPr lang="en-IN"/>
        </a:p>
      </dgm:t>
    </dgm:pt>
    <dgm:pt modelId="{D6C34766-1836-4A0F-889F-50F9D2E25872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2200" b="0" i="0" dirty="0"/>
            <a:t>Any place that can have equipment failure</a:t>
          </a:r>
        </a:p>
      </dgm:t>
    </dgm:pt>
    <dgm:pt modelId="{DCA1CDA5-912A-44FD-9785-211B79B521EE}" type="parTrans" cxnId="{A064B7F8-24CF-41F9-B897-4CE9CE7CE57B}">
      <dgm:prSet/>
      <dgm:spPr/>
      <dgm:t>
        <a:bodyPr/>
        <a:lstStyle/>
        <a:p>
          <a:endParaRPr lang="en-IN"/>
        </a:p>
      </dgm:t>
    </dgm:pt>
    <dgm:pt modelId="{8A907F53-71C7-4BA9-958A-AE245D312C05}" type="sibTrans" cxnId="{A064B7F8-24CF-41F9-B897-4CE9CE7CE57B}">
      <dgm:prSet/>
      <dgm:spPr/>
      <dgm:t>
        <a:bodyPr/>
        <a:lstStyle/>
        <a:p>
          <a:endParaRPr lang="en-IN"/>
        </a:p>
      </dgm:t>
    </dgm:pt>
    <dgm:pt modelId="{FED4CB4A-81BF-41E8-933A-68E51E795C31}" type="pres">
      <dgm:prSet presAssocID="{013CFB90-2893-4780-8F3C-85D1EC446866}" presName="Name0" presStyleCnt="0">
        <dgm:presLayoutVars>
          <dgm:dir/>
          <dgm:animLvl val="lvl"/>
          <dgm:resizeHandles val="exact"/>
        </dgm:presLayoutVars>
      </dgm:prSet>
      <dgm:spPr/>
    </dgm:pt>
    <dgm:pt modelId="{3349EAD1-C9F5-44D5-8F56-9D727A6A2C7A}" type="pres">
      <dgm:prSet presAssocID="{869F71A9-90B5-4C45-B070-B9507C97D6CC}" presName="composite" presStyleCnt="0"/>
      <dgm:spPr/>
    </dgm:pt>
    <dgm:pt modelId="{061D7674-ED81-40EE-84B0-B6AA952F5424}" type="pres">
      <dgm:prSet presAssocID="{869F71A9-90B5-4C45-B070-B9507C97D6CC}" presName="parTx" presStyleLbl="alignNode1" presStyleIdx="0" presStyleCnt="1" custScaleY="104023" custLinFactNeighborY="-40095">
        <dgm:presLayoutVars>
          <dgm:chMax val="0"/>
          <dgm:chPref val="0"/>
          <dgm:bulletEnabled val="1"/>
        </dgm:presLayoutVars>
      </dgm:prSet>
      <dgm:spPr/>
    </dgm:pt>
    <dgm:pt modelId="{D5F7E5A6-924A-433F-91B4-6B6F3F34E102}" type="pres">
      <dgm:prSet presAssocID="{869F71A9-90B5-4C45-B070-B9507C97D6CC}" presName="desTx" presStyleLbl="alignAccFollowNode1" presStyleIdx="0" presStyleCnt="1" custScaleY="100000">
        <dgm:presLayoutVars>
          <dgm:bulletEnabled val="1"/>
        </dgm:presLayoutVars>
      </dgm:prSet>
      <dgm:spPr/>
    </dgm:pt>
  </dgm:ptLst>
  <dgm:cxnLst>
    <dgm:cxn modelId="{11C25E0C-5344-4B7F-B3A9-A55145F9A620}" srcId="{7B94190A-8C7A-4B4C-8A02-A66BABE02C6E}" destId="{8B88B180-F30A-4F67-A2CF-B2EDC6AAC65A}" srcOrd="3" destOrd="0" parTransId="{BF684103-6F9E-4605-9783-E185A0CB47E3}" sibTransId="{91BB5C25-EE58-46B1-96C7-CB7BB413E060}"/>
    <dgm:cxn modelId="{3627C911-BB27-49FF-A9E1-0991D8899F56}" srcId="{7B94190A-8C7A-4B4C-8A02-A66BABE02C6E}" destId="{3F9C6B00-D7BA-4429-85E2-3410B075C107}" srcOrd="5" destOrd="0" parTransId="{9558BDE0-AFFD-4C37-AD3B-CDE4CECD3386}" sibTransId="{0E021CEC-60EC-4EBA-8240-2C2000527139}"/>
    <dgm:cxn modelId="{3F554512-E7B7-4D23-8DD4-29ED445ACC76}" type="presOf" srcId="{61A53B5D-A584-4AC6-B88F-BD4BCD7B8C0E}" destId="{D5F7E5A6-924A-433F-91B4-6B6F3F34E102}" srcOrd="0" destOrd="5" presId="urn:microsoft.com/office/officeart/2005/8/layout/hList1"/>
    <dgm:cxn modelId="{A7E53715-8320-4254-932D-863BD56DB718}" type="presOf" srcId="{4136E9C1-C58A-41CC-BAB5-8C9A5F06B6FC}" destId="{D5F7E5A6-924A-433F-91B4-6B6F3F34E102}" srcOrd="0" destOrd="4" presId="urn:microsoft.com/office/officeart/2005/8/layout/hList1"/>
    <dgm:cxn modelId="{6F77861B-35AE-45E5-B18C-5B4883DD2365}" srcId="{7B94190A-8C7A-4B4C-8A02-A66BABE02C6E}" destId="{491EADE5-B6BF-4C30-9BD2-106C28CE0920}" srcOrd="2" destOrd="0" parTransId="{CCCBAB66-33E4-4497-A45C-68415CDBB6E2}" sibTransId="{3B995B1D-23B3-4C57-AC16-F39CAEA5AA37}"/>
    <dgm:cxn modelId="{80EB9D28-FB56-4F84-BEED-01997C810C20}" type="presOf" srcId="{3F9C6B00-D7BA-4429-85E2-3410B075C107}" destId="{D5F7E5A6-924A-433F-91B4-6B6F3F34E102}" srcOrd="0" destOrd="9" presId="urn:microsoft.com/office/officeart/2005/8/layout/hList1"/>
    <dgm:cxn modelId="{D1717C36-53AA-434E-96F9-40C9C1912292}" type="presOf" srcId="{D6C34766-1836-4A0F-889F-50F9D2E25872}" destId="{D5F7E5A6-924A-433F-91B4-6B6F3F34E102}" srcOrd="0" destOrd="10" presId="urn:microsoft.com/office/officeart/2005/8/layout/hList1"/>
    <dgm:cxn modelId="{71619C3C-7D70-4BF3-80E9-C19EE5B6ABDB}" type="presOf" srcId="{8689B4CC-D237-465F-B058-094BDE7D36AC}" destId="{D5F7E5A6-924A-433F-91B4-6B6F3F34E102}" srcOrd="0" destOrd="1" presId="urn:microsoft.com/office/officeart/2005/8/layout/hList1"/>
    <dgm:cxn modelId="{11F1B25C-8ABC-4F43-A9DB-6BB22A2EAB83}" srcId="{869F71A9-90B5-4C45-B070-B9507C97D6CC}" destId="{11F11615-05B3-4560-830D-3E98728286FC}" srcOrd="0" destOrd="0" parTransId="{ED465C4B-FC8D-4F6C-852A-CD12E882F753}" sibTransId="{501B5123-D606-4EBD-88E6-1C5238CED5AA}"/>
    <dgm:cxn modelId="{18953769-01CC-4EAA-A80C-E2516510A80A}" type="presOf" srcId="{090B9570-80CC-4EE6-A370-71CC162123D1}" destId="{D5F7E5A6-924A-433F-91B4-6B6F3F34E102}" srcOrd="0" destOrd="2" presId="urn:microsoft.com/office/officeart/2005/8/layout/hList1"/>
    <dgm:cxn modelId="{F87F5C6E-2036-4890-8B91-ADD94F861D49}" srcId="{869F71A9-90B5-4C45-B070-B9507C97D6CC}" destId="{7B94190A-8C7A-4B4C-8A02-A66BABE02C6E}" srcOrd="3" destOrd="0" parTransId="{3DD91E47-4364-42DE-B1A0-95D9187AA026}" sibTransId="{E6BB6B06-277B-4586-AB24-245A581BA1EA}"/>
    <dgm:cxn modelId="{15BB1B73-E2A4-4AA4-AE69-B0E8365377DD}" type="presOf" srcId="{11F11615-05B3-4560-830D-3E98728286FC}" destId="{D5F7E5A6-924A-433F-91B4-6B6F3F34E102}" srcOrd="0" destOrd="0" presId="urn:microsoft.com/office/officeart/2005/8/layout/hList1"/>
    <dgm:cxn modelId="{C3787774-5DBD-4BBC-8CC5-16465987ADD9}" srcId="{7B94190A-8C7A-4B4C-8A02-A66BABE02C6E}" destId="{81B3968B-7C35-4165-9DC1-BAC6F772E34F}" srcOrd="4" destOrd="0" parTransId="{E7DA9DC4-B2E7-4D79-A914-D0C96085C4F8}" sibTransId="{8E1D2E01-8BB6-48E1-9FDA-B57573C27A0B}"/>
    <dgm:cxn modelId="{F4491083-4E79-4BD5-9103-CC5AD5BBFFE8}" srcId="{869F71A9-90B5-4C45-B070-B9507C97D6CC}" destId="{090B9570-80CC-4EE6-A370-71CC162123D1}" srcOrd="2" destOrd="0" parTransId="{BF0476CE-D932-453C-960C-AD3B51677CB5}" sibTransId="{FD6C721A-905E-4CAC-8B8E-4A8FA5891131}"/>
    <dgm:cxn modelId="{C8D85C89-60A2-42F1-921C-8D0B3035E631}" srcId="{013CFB90-2893-4780-8F3C-85D1EC446866}" destId="{869F71A9-90B5-4C45-B070-B9507C97D6CC}" srcOrd="0" destOrd="0" parTransId="{AC289625-6317-47D5-827D-D38B2654A22D}" sibTransId="{E76F2798-74CA-4EF0-B490-76441FB1B16F}"/>
    <dgm:cxn modelId="{77B55993-400C-4CCC-8C32-B65BDE719CBA}" srcId="{7B94190A-8C7A-4B4C-8A02-A66BABE02C6E}" destId="{4136E9C1-C58A-41CC-BAB5-8C9A5F06B6FC}" srcOrd="0" destOrd="0" parTransId="{C40A7C86-C2C1-4089-BF8E-A267F75E99F3}" sibTransId="{175CE706-794D-441B-8689-9CB61DBCF2CF}"/>
    <dgm:cxn modelId="{1D89D1B7-B16A-4EF1-817A-2D50A898CBDA}" type="presOf" srcId="{8B88B180-F30A-4F67-A2CF-B2EDC6AAC65A}" destId="{D5F7E5A6-924A-433F-91B4-6B6F3F34E102}" srcOrd="0" destOrd="7" presId="urn:microsoft.com/office/officeart/2005/8/layout/hList1"/>
    <dgm:cxn modelId="{B68CE1BC-DBF2-40E5-B744-D2B850438E52}" type="presOf" srcId="{869F71A9-90B5-4C45-B070-B9507C97D6CC}" destId="{061D7674-ED81-40EE-84B0-B6AA952F5424}" srcOrd="0" destOrd="0" presId="urn:microsoft.com/office/officeart/2005/8/layout/hList1"/>
    <dgm:cxn modelId="{F6AE11C3-5FC4-406A-9AB3-840F1E74D87E}" type="presOf" srcId="{7B94190A-8C7A-4B4C-8A02-A66BABE02C6E}" destId="{D5F7E5A6-924A-433F-91B4-6B6F3F34E102}" srcOrd="0" destOrd="3" presId="urn:microsoft.com/office/officeart/2005/8/layout/hList1"/>
    <dgm:cxn modelId="{1C22D1C9-6234-4B1F-8BD2-27710A707E8D}" srcId="{7B94190A-8C7A-4B4C-8A02-A66BABE02C6E}" destId="{61A53B5D-A584-4AC6-B88F-BD4BCD7B8C0E}" srcOrd="1" destOrd="0" parTransId="{5D1CD7B6-72A8-492E-8634-6E04976D98F5}" sibTransId="{6E28E2A3-597C-42DA-923F-8997BA734F7B}"/>
    <dgm:cxn modelId="{79093CD1-E9C3-48D9-A2E1-5204757F3E3D}" type="presOf" srcId="{81B3968B-7C35-4165-9DC1-BAC6F772E34F}" destId="{D5F7E5A6-924A-433F-91B4-6B6F3F34E102}" srcOrd="0" destOrd="8" presId="urn:microsoft.com/office/officeart/2005/8/layout/hList1"/>
    <dgm:cxn modelId="{153627E0-C07D-4D6A-9367-3C87777F3359}" type="presOf" srcId="{013CFB90-2893-4780-8F3C-85D1EC446866}" destId="{FED4CB4A-81BF-41E8-933A-68E51E795C31}" srcOrd="0" destOrd="0" presId="urn:microsoft.com/office/officeart/2005/8/layout/hList1"/>
    <dgm:cxn modelId="{9B1993E8-BD03-4B02-8530-F13BDE53A8B4}" type="presOf" srcId="{491EADE5-B6BF-4C30-9BD2-106C28CE0920}" destId="{D5F7E5A6-924A-433F-91B4-6B6F3F34E102}" srcOrd="0" destOrd="6" presId="urn:microsoft.com/office/officeart/2005/8/layout/hList1"/>
    <dgm:cxn modelId="{B07718F7-E77F-4EB2-9384-0F58C4D25BFB}" srcId="{869F71A9-90B5-4C45-B070-B9507C97D6CC}" destId="{8689B4CC-D237-465F-B058-094BDE7D36AC}" srcOrd="1" destOrd="0" parTransId="{5527C2AA-E34C-4BF2-A3B8-1D746A750F80}" sibTransId="{2C210E99-3476-4BE2-9A42-666437AF9C69}"/>
    <dgm:cxn modelId="{A064B7F8-24CF-41F9-B897-4CE9CE7CE57B}" srcId="{7B94190A-8C7A-4B4C-8A02-A66BABE02C6E}" destId="{D6C34766-1836-4A0F-889F-50F9D2E25872}" srcOrd="6" destOrd="0" parTransId="{DCA1CDA5-912A-44FD-9785-211B79B521EE}" sibTransId="{8A907F53-71C7-4BA9-958A-AE245D312C05}"/>
    <dgm:cxn modelId="{9E210E01-82B2-498A-8FE4-EDFE5731B8BF}" type="presParOf" srcId="{FED4CB4A-81BF-41E8-933A-68E51E795C31}" destId="{3349EAD1-C9F5-44D5-8F56-9D727A6A2C7A}" srcOrd="0" destOrd="0" presId="urn:microsoft.com/office/officeart/2005/8/layout/hList1"/>
    <dgm:cxn modelId="{C74BB060-62AB-4412-9C0B-A20D87BA27C0}" type="presParOf" srcId="{3349EAD1-C9F5-44D5-8F56-9D727A6A2C7A}" destId="{061D7674-ED81-40EE-84B0-B6AA952F5424}" srcOrd="0" destOrd="0" presId="urn:microsoft.com/office/officeart/2005/8/layout/hList1"/>
    <dgm:cxn modelId="{02B36E3A-CFC3-4DCA-AAEE-B54878C38763}" type="presParOf" srcId="{3349EAD1-C9F5-44D5-8F56-9D727A6A2C7A}" destId="{D5F7E5A6-924A-433F-91B4-6B6F3F34E10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13CFB90-2893-4780-8F3C-85D1EC44686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69F71A9-90B5-4C45-B070-B9507C97D6CC}">
      <dgm:prSet phldrT="[Text]"/>
      <dgm:spPr/>
      <dgm:t>
        <a:bodyPr/>
        <a:lstStyle/>
        <a:p>
          <a:r>
            <a:rPr lang="en-IN" b="1" i="0" dirty="0">
              <a:solidFill>
                <a:schemeClr val="tx1"/>
              </a:solidFill>
              <a:highlight>
                <a:srgbClr val="FFFF00"/>
              </a:highlight>
            </a:rPr>
            <a:t>Electrical Shock Hazards</a:t>
          </a:r>
          <a:endParaRPr lang="en-IN" b="1" dirty="0">
            <a:solidFill>
              <a:schemeClr val="tx1"/>
            </a:solidFill>
            <a:highlight>
              <a:srgbClr val="FFFF00"/>
            </a:highlight>
          </a:endParaRPr>
        </a:p>
      </dgm:t>
    </dgm:pt>
    <dgm:pt modelId="{AC289625-6317-47D5-827D-D38B2654A22D}" type="parTrans" cxnId="{C8D85C89-60A2-42F1-921C-8D0B3035E631}">
      <dgm:prSet/>
      <dgm:spPr/>
      <dgm:t>
        <a:bodyPr/>
        <a:lstStyle/>
        <a:p>
          <a:endParaRPr lang="en-IN"/>
        </a:p>
      </dgm:t>
    </dgm:pt>
    <dgm:pt modelId="{E76F2798-74CA-4EF0-B490-76441FB1B16F}" type="sibTrans" cxnId="{C8D85C89-60A2-42F1-921C-8D0B3035E631}">
      <dgm:prSet/>
      <dgm:spPr/>
      <dgm:t>
        <a:bodyPr/>
        <a:lstStyle/>
        <a:p>
          <a:endParaRPr lang="en-IN"/>
        </a:p>
      </dgm:t>
    </dgm:pt>
    <dgm:pt modelId="{C2540F68-150A-4038-8208-A08738575467}">
      <dgm:prSet phldrT="[Text]"/>
      <dgm:spPr/>
      <dgm:t>
        <a:bodyPr/>
        <a:lstStyle/>
        <a:p>
          <a:pPr algn="just"/>
          <a:r>
            <a:rPr lang="en-US" dirty="0"/>
            <a:t>Body (tissue) becoming a part of an electrical circuit</a:t>
          </a:r>
          <a:endParaRPr lang="en-IN" dirty="0"/>
        </a:p>
      </dgm:t>
    </dgm:pt>
    <dgm:pt modelId="{A9347ED0-590C-43A5-8BFD-5E6490B0DA38}" type="parTrans" cxnId="{6651B0EF-6C69-40F2-9A75-AC2626172CF2}">
      <dgm:prSet/>
      <dgm:spPr/>
      <dgm:t>
        <a:bodyPr/>
        <a:lstStyle/>
        <a:p>
          <a:endParaRPr lang="en-IN"/>
        </a:p>
      </dgm:t>
    </dgm:pt>
    <dgm:pt modelId="{D70025DD-D762-4A49-AC30-79962F931E8D}" type="sibTrans" cxnId="{6651B0EF-6C69-40F2-9A75-AC2626172CF2}">
      <dgm:prSet/>
      <dgm:spPr/>
      <dgm:t>
        <a:bodyPr/>
        <a:lstStyle/>
        <a:p>
          <a:endParaRPr lang="en-IN"/>
        </a:p>
      </dgm:t>
    </dgm:pt>
    <dgm:pt modelId="{A2110D6D-79FD-4F19-99AF-6002FB361837}">
      <dgm:prSet phldrT="[Text]"/>
      <dgm:spPr/>
      <dgm:t>
        <a:bodyPr/>
        <a:lstStyle/>
        <a:p>
          <a:pPr algn="just"/>
          <a:r>
            <a:rPr lang="en-US" dirty="0"/>
            <a:t>The amount of electricity often depends on the ratio of voltage present</a:t>
          </a:r>
          <a:endParaRPr lang="en-IN" dirty="0"/>
        </a:p>
      </dgm:t>
    </dgm:pt>
    <dgm:pt modelId="{9BB8336D-F052-4F30-8FD7-3B1DA495EEE2}" type="parTrans" cxnId="{D4DD5AA1-8639-4953-8DA2-C64BD771E49F}">
      <dgm:prSet/>
      <dgm:spPr/>
      <dgm:t>
        <a:bodyPr/>
        <a:lstStyle/>
        <a:p>
          <a:endParaRPr lang="en-IN"/>
        </a:p>
      </dgm:t>
    </dgm:pt>
    <dgm:pt modelId="{41BF5C9A-1DF8-40F7-B8CC-91D95BF184A7}" type="sibTrans" cxnId="{D4DD5AA1-8639-4953-8DA2-C64BD771E49F}">
      <dgm:prSet/>
      <dgm:spPr/>
      <dgm:t>
        <a:bodyPr/>
        <a:lstStyle/>
        <a:p>
          <a:endParaRPr lang="en-IN"/>
        </a:p>
      </dgm:t>
    </dgm:pt>
    <dgm:pt modelId="{78BCCE01-CC9D-4C27-90BB-273518BA8581}">
      <dgm:prSet phldrT="[Text]"/>
      <dgm:spPr/>
      <dgm:t>
        <a:bodyPr/>
        <a:lstStyle/>
        <a:p>
          <a:pPr algn="just"/>
          <a:r>
            <a:rPr lang="en-US" dirty="0"/>
            <a:t>The consequence of current flow:</a:t>
          </a:r>
          <a:endParaRPr lang="en-IN" dirty="0"/>
        </a:p>
      </dgm:t>
    </dgm:pt>
    <dgm:pt modelId="{CF0E4756-5B13-4CC9-BBE4-1CAC2655CB86}" type="parTrans" cxnId="{2D7731C6-CCE9-4F1A-9846-460771B25B9A}">
      <dgm:prSet/>
      <dgm:spPr/>
      <dgm:t>
        <a:bodyPr/>
        <a:lstStyle/>
        <a:p>
          <a:endParaRPr lang="en-IN"/>
        </a:p>
      </dgm:t>
    </dgm:pt>
    <dgm:pt modelId="{EA9AEA25-B99C-4346-91B0-58282D73F387}" type="sibTrans" cxnId="{2D7731C6-CCE9-4F1A-9846-460771B25B9A}">
      <dgm:prSet/>
      <dgm:spPr/>
      <dgm:t>
        <a:bodyPr/>
        <a:lstStyle/>
        <a:p>
          <a:endParaRPr lang="en-IN"/>
        </a:p>
      </dgm:t>
    </dgm:pt>
    <dgm:pt modelId="{5DA70E9B-FF55-4E57-8A53-F8D1C5CD8250}">
      <dgm:prSet phldrT="[Text]"/>
      <dgm:spPr/>
      <dgm:t>
        <a:bodyPr/>
        <a:lstStyle/>
        <a:p>
          <a:pPr algn="just"/>
          <a:r>
            <a:rPr lang="en-US" dirty="0"/>
            <a:t>Electric stimulation of excitable tissue (nerve and muscle)</a:t>
          </a:r>
          <a:endParaRPr lang="en-IN" dirty="0"/>
        </a:p>
      </dgm:t>
    </dgm:pt>
    <dgm:pt modelId="{75BD7926-9644-453A-AAD5-30C7EF7CA462}" type="parTrans" cxnId="{310BAF16-66E2-4FAF-B223-8504C714457A}">
      <dgm:prSet/>
      <dgm:spPr/>
      <dgm:t>
        <a:bodyPr/>
        <a:lstStyle/>
        <a:p>
          <a:endParaRPr lang="en-IN"/>
        </a:p>
      </dgm:t>
    </dgm:pt>
    <dgm:pt modelId="{0050424D-18D0-4C84-A51C-BF3E7AA6424A}" type="sibTrans" cxnId="{310BAF16-66E2-4FAF-B223-8504C714457A}">
      <dgm:prSet/>
      <dgm:spPr/>
      <dgm:t>
        <a:bodyPr/>
        <a:lstStyle/>
        <a:p>
          <a:endParaRPr lang="en-IN"/>
        </a:p>
      </dgm:t>
    </dgm:pt>
    <dgm:pt modelId="{60A7552E-936F-4FF3-B4E2-1AD275D182F0}">
      <dgm:prSet phldrT="[Text]"/>
      <dgm:spPr/>
      <dgm:t>
        <a:bodyPr/>
        <a:lstStyle/>
        <a:p>
          <a:pPr algn="just"/>
          <a:r>
            <a:rPr lang="en-US" dirty="0"/>
            <a:t>Heating of tissues (a result of tissue resistance)</a:t>
          </a:r>
          <a:endParaRPr lang="en-IN" dirty="0"/>
        </a:p>
      </dgm:t>
    </dgm:pt>
    <dgm:pt modelId="{DF20724E-F18D-4940-9E93-857CF7BE62D2}" type="parTrans" cxnId="{3DA69337-24D0-4782-AA18-BC6F6CE70482}">
      <dgm:prSet/>
      <dgm:spPr/>
      <dgm:t>
        <a:bodyPr/>
        <a:lstStyle/>
        <a:p>
          <a:endParaRPr lang="en-IN"/>
        </a:p>
      </dgm:t>
    </dgm:pt>
    <dgm:pt modelId="{8420B88A-F360-4EB5-9FDE-433D02E1CF14}" type="sibTrans" cxnId="{3DA69337-24D0-4782-AA18-BC6F6CE70482}">
      <dgm:prSet/>
      <dgm:spPr/>
      <dgm:t>
        <a:bodyPr/>
        <a:lstStyle/>
        <a:p>
          <a:endParaRPr lang="en-IN"/>
        </a:p>
      </dgm:t>
    </dgm:pt>
    <dgm:pt modelId="{C67031E6-5F93-40E0-A373-C3A36FFE3808}">
      <dgm:prSet phldrT="[Text]"/>
      <dgm:spPr/>
      <dgm:t>
        <a:bodyPr/>
        <a:lstStyle/>
        <a:p>
          <a:pPr algn="just"/>
          <a:r>
            <a:rPr lang="en-US" dirty="0"/>
            <a:t>Electrochemical burns and tissue damage for DC current and very high voltage </a:t>
          </a:r>
          <a:endParaRPr lang="en-IN" dirty="0"/>
        </a:p>
      </dgm:t>
    </dgm:pt>
    <dgm:pt modelId="{50B65E37-A64C-4CE6-BC91-974D1B417031}" type="parTrans" cxnId="{76216245-B8F9-4F68-9719-C55AE4373C4F}">
      <dgm:prSet/>
      <dgm:spPr/>
      <dgm:t>
        <a:bodyPr/>
        <a:lstStyle/>
        <a:p>
          <a:endParaRPr lang="en-IN"/>
        </a:p>
      </dgm:t>
    </dgm:pt>
    <dgm:pt modelId="{A4585B72-26FC-476F-8E44-F7226598BF81}" type="sibTrans" cxnId="{76216245-B8F9-4F68-9719-C55AE4373C4F}">
      <dgm:prSet/>
      <dgm:spPr/>
      <dgm:t>
        <a:bodyPr/>
        <a:lstStyle/>
        <a:p>
          <a:endParaRPr lang="en-IN"/>
        </a:p>
      </dgm:t>
    </dgm:pt>
    <dgm:pt modelId="{27A23C05-FF62-481F-9382-728A319B4498}">
      <dgm:prSet phldrT="[Text]"/>
      <dgm:spPr/>
      <dgm:t>
        <a:bodyPr/>
        <a:lstStyle/>
        <a:p>
          <a:pPr algn="just"/>
          <a:r>
            <a:rPr lang="en-US" dirty="0"/>
            <a:t>Before placing the electrodes the skin should be dry.</a:t>
          </a:r>
          <a:endParaRPr lang="en-IN" dirty="0"/>
        </a:p>
      </dgm:t>
    </dgm:pt>
    <dgm:pt modelId="{2E91E0F7-9C1F-4CD2-8739-089B68E5EEFC}" type="parTrans" cxnId="{F6FDB173-2526-4F44-8047-D9BA00A3EADD}">
      <dgm:prSet/>
      <dgm:spPr/>
      <dgm:t>
        <a:bodyPr/>
        <a:lstStyle/>
        <a:p>
          <a:endParaRPr lang="en-IN"/>
        </a:p>
      </dgm:t>
    </dgm:pt>
    <dgm:pt modelId="{DBBB6A26-E891-48C4-B1B1-11D4D88E3AA2}" type="sibTrans" cxnId="{F6FDB173-2526-4F44-8047-D9BA00A3EADD}">
      <dgm:prSet/>
      <dgm:spPr/>
      <dgm:t>
        <a:bodyPr/>
        <a:lstStyle/>
        <a:p>
          <a:endParaRPr lang="en-IN"/>
        </a:p>
      </dgm:t>
    </dgm:pt>
    <dgm:pt modelId="{FED4CB4A-81BF-41E8-933A-68E51E795C31}" type="pres">
      <dgm:prSet presAssocID="{013CFB90-2893-4780-8F3C-85D1EC446866}" presName="Name0" presStyleCnt="0">
        <dgm:presLayoutVars>
          <dgm:dir/>
          <dgm:animLvl val="lvl"/>
          <dgm:resizeHandles val="exact"/>
        </dgm:presLayoutVars>
      </dgm:prSet>
      <dgm:spPr/>
    </dgm:pt>
    <dgm:pt modelId="{3349EAD1-C9F5-44D5-8F56-9D727A6A2C7A}" type="pres">
      <dgm:prSet presAssocID="{869F71A9-90B5-4C45-B070-B9507C97D6CC}" presName="composite" presStyleCnt="0"/>
      <dgm:spPr/>
    </dgm:pt>
    <dgm:pt modelId="{061D7674-ED81-40EE-84B0-B6AA952F5424}" type="pres">
      <dgm:prSet presAssocID="{869F71A9-90B5-4C45-B070-B9507C97D6CC}" presName="parTx" presStyleLbl="alignNode1" presStyleIdx="0" presStyleCnt="1" custLinFactNeighborX="8420" custLinFactNeighborY="-13635">
        <dgm:presLayoutVars>
          <dgm:chMax val="0"/>
          <dgm:chPref val="0"/>
          <dgm:bulletEnabled val="1"/>
        </dgm:presLayoutVars>
      </dgm:prSet>
      <dgm:spPr/>
    </dgm:pt>
    <dgm:pt modelId="{D5F7E5A6-924A-433F-91B4-6B6F3F34E102}" type="pres">
      <dgm:prSet presAssocID="{869F71A9-90B5-4C45-B070-B9507C97D6CC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310BAF16-66E2-4FAF-B223-8504C714457A}" srcId="{78BCCE01-CC9D-4C27-90BB-273518BA8581}" destId="{5DA70E9B-FF55-4E57-8A53-F8D1C5CD8250}" srcOrd="0" destOrd="0" parTransId="{75BD7926-9644-453A-AAD5-30C7EF7CA462}" sibTransId="{0050424D-18D0-4C84-A51C-BF3E7AA6424A}"/>
    <dgm:cxn modelId="{3EAC1D19-0ECF-4BBC-924D-E8989EEB47AE}" type="presOf" srcId="{5DA70E9B-FF55-4E57-8A53-F8D1C5CD8250}" destId="{D5F7E5A6-924A-433F-91B4-6B6F3F34E102}" srcOrd="0" destOrd="4" presId="urn:microsoft.com/office/officeart/2005/8/layout/hList1"/>
    <dgm:cxn modelId="{C36BD233-DF10-4DCB-8D8A-6D11B047F60B}" type="presOf" srcId="{78BCCE01-CC9D-4C27-90BB-273518BA8581}" destId="{D5F7E5A6-924A-433F-91B4-6B6F3F34E102}" srcOrd="0" destOrd="3" presId="urn:microsoft.com/office/officeart/2005/8/layout/hList1"/>
    <dgm:cxn modelId="{3DA69337-24D0-4782-AA18-BC6F6CE70482}" srcId="{78BCCE01-CC9D-4C27-90BB-273518BA8581}" destId="{60A7552E-936F-4FF3-B4E2-1AD275D182F0}" srcOrd="1" destOrd="0" parTransId="{DF20724E-F18D-4940-9E93-857CF7BE62D2}" sibTransId="{8420B88A-F360-4EB5-9FDE-433D02E1CF14}"/>
    <dgm:cxn modelId="{39912144-4DB3-4897-9FD6-39E87CF51822}" type="presOf" srcId="{A2110D6D-79FD-4F19-99AF-6002FB361837}" destId="{D5F7E5A6-924A-433F-91B4-6B6F3F34E102}" srcOrd="0" destOrd="1" presId="urn:microsoft.com/office/officeart/2005/8/layout/hList1"/>
    <dgm:cxn modelId="{0EB55D65-6717-4762-9359-DD300774DF6E}" type="presOf" srcId="{27A23C05-FF62-481F-9382-728A319B4498}" destId="{D5F7E5A6-924A-433F-91B4-6B6F3F34E102}" srcOrd="0" destOrd="2" presId="urn:microsoft.com/office/officeart/2005/8/layout/hList1"/>
    <dgm:cxn modelId="{76216245-B8F9-4F68-9719-C55AE4373C4F}" srcId="{78BCCE01-CC9D-4C27-90BB-273518BA8581}" destId="{C67031E6-5F93-40E0-A373-C3A36FFE3808}" srcOrd="2" destOrd="0" parTransId="{50B65E37-A64C-4CE6-BC91-974D1B417031}" sibTransId="{A4585B72-26FC-476F-8E44-F7226598BF81}"/>
    <dgm:cxn modelId="{F6FDB173-2526-4F44-8047-D9BA00A3EADD}" srcId="{869F71A9-90B5-4C45-B070-B9507C97D6CC}" destId="{27A23C05-FF62-481F-9382-728A319B4498}" srcOrd="2" destOrd="0" parTransId="{2E91E0F7-9C1F-4CD2-8739-089B68E5EEFC}" sibTransId="{DBBB6A26-E891-48C4-B1B1-11D4D88E3AA2}"/>
    <dgm:cxn modelId="{C8D85C89-60A2-42F1-921C-8D0B3035E631}" srcId="{013CFB90-2893-4780-8F3C-85D1EC446866}" destId="{869F71A9-90B5-4C45-B070-B9507C97D6CC}" srcOrd="0" destOrd="0" parTransId="{AC289625-6317-47D5-827D-D38B2654A22D}" sibTransId="{E76F2798-74CA-4EF0-B490-76441FB1B16F}"/>
    <dgm:cxn modelId="{6569FD8D-749A-4F07-B431-DC32A95951E3}" type="presOf" srcId="{60A7552E-936F-4FF3-B4E2-1AD275D182F0}" destId="{D5F7E5A6-924A-433F-91B4-6B6F3F34E102}" srcOrd="0" destOrd="5" presId="urn:microsoft.com/office/officeart/2005/8/layout/hList1"/>
    <dgm:cxn modelId="{D4DD5AA1-8639-4953-8DA2-C64BD771E49F}" srcId="{869F71A9-90B5-4C45-B070-B9507C97D6CC}" destId="{A2110D6D-79FD-4F19-99AF-6002FB361837}" srcOrd="1" destOrd="0" parTransId="{9BB8336D-F052-4F30-8FD7-3B1DA495EEE2}" sibTransId="{41BF5C9A-1DF8-40F7-B8CC-91D95BF184A7}"/>
    <dgm:cxn modelId="{FBD186A6-7789-4F8F-92CC-F2A1C2246A2A}" type="presOf" srcId="{C67031E6-5F93-40E0-A373-C3A36FFE3808}" destId="{D5F7E5A6-924A-433F-91B4-6B6F3F34E102}" srcOrd="0" destOrd="6" presId="urn:microsoft.com/office/officeart/2005/8/layout/hList1"/>
    <dgm:cxn modelId="{B68CE1BC-DBF2-40E5-B744-D2B850438E52}" type="presOf" srcId="{869F71A9-90B5-4C45-B070-B9507C97D6CC}" destId="{061D7674-ED81-40EE-84B0-B6AA952F5424}" srcOrd="0" destOrd="0" presId="urn:microsoft.com/office/officeart/2005/8/layout/hList1"/>
    <dgm:cxn modelId="{2D7731C6-CCE9-4F1A-9846-460771B25B9A}" srcId="{869F71A9-90B5-4C45-B070-B9507C97D6CC}" destId="{78BCCE01-CC9D-4C27-90BB-273518BA8581}" srcOrd="3" destOrd="0" parTransId="{CF0E4756-5B13-4CC9-BBE4-1CAC2655CB86}" sibTransId="{EA9AEA25-B99C-4346-91B0-58282D73F387}"/>
    <dgm:cxn modelId="{7F5DC2D9-BC7A-4AED-A6EE-B6CBD1E9593F}" type="presOf" srcId="{C2540F68-150A-4038-8208-A08738575467}" destId="{D5F7E5A6-924A-433F-91B4-6B6F3F34E102}" srcOrd="0" destOrd="0" presId="urn:microsoft.com/office/officeart/2005/8/layout/hList1"/>
    <dgm:cxn modelId="{153627E0-C07D-4D6A-9367-3C87777F3359}" type="presOf" srcId="{013CFB90-2893-4780-8F3C-85D1EC446866}" destId="{FED4CB4A-81BF-41E8-933A-68E51E795C31}" srcOrd="0" destOrd="0" presId="urn:microsoft.com/office/officeart/2005/8/layout/hList1"/>
    <dgm:cxn modelId="{6651B0EF-6C69-40F2-9A75-AC2626172CF2}" srcId="{869F71A9-90B5-4C45-B070-B9507C97D6CC}" destId="{C2540F68-150A-4038-8208-A08738575467}" srcOrd="0" destOrd="0" parTransId="{A9347ED0-590C-43A5-8BFD-5E6490B0DA38}" sibTransId="{D70025DD-D762-4A49-AC30-79962F931E8D}"/>
    <dgm:cxn modelId="{9E210E01-82B2-498A-8FE4-EDFE5731B8BF}" type="presParOf" srcId="{FED4CB4A-81BF-41E8-933A-68E51E795C31}" destId="{3349EAD1-C9F5-44D5-8F56-9D727A6A2C7A}" srcOrd="0" destOrd="0" presId="urn:microsoft.com/office/officeart/2005/8/layout/hList1"/>
    <dgm:cxn modelId="{C74BB060-62AB-4412-9C0B-A20D87BA27C0}" type="presParOf" srcId="{3349EAD1-C9F5-44D5-8F56-9D727A6A2C7A}" destId="{061D7674-ED81-40EE-84B0-B6AA952F5424}" srcOrd="0" destOrd="0" presId="urn:microsoft.com/office/officeart/2005/8/layout/hList1"/>
    <dgm:cxn modelId="{02B36E3A-CFC3-4DCA-AAEE-B54878C38763}" type="presParOf" srcId="{3349EAD1-C9F5-44D5-8F56-9D727A6A2C7A}" destId="{D5F7E5A6-924A-433F-91B4-6B6F3F34E10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406315E-ED50-4456-A072-3D7735857A2B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BCA3AFE-6F46-497C-81A6-4032E8BFB0C4}">
      <dgm:prSet phldrT="[Text]"/>
      <dgm:spPr/>
      <dgm:t>
        <a:bodyPr/>
        <a:lstStyle/>
        <a:p>
          <a:r>
            <a:rPr lang="en-US" b="1" dirty="0"/>
            <a:t>Patient isolation</a:t>
          </a:r>
          <a:endParaRPr lang="en-IN" dirty="0"/>
        </a:p>
      </dgm:t>
    </dgm:pt>
    <dgm:pt modelId="{C7E3107B-1571-44B8-94B2-D98014FCA55B}" type="parTrans" cxnId="{1584EA9F-CA26-44AE-8D42-C866E3ADCBC6}">
      <dgm:prSet/>
      <dgm:spPr/>
      <dgm:t>
        <a:bodyPr/>
        <a:lstStyle/>
        <a:p>
          <a:endParaRPr lang="en-IN"/>
        </a:p>
      </dgm:t>
    </dgm:pt>
    <dgm:pt modelId="{C34D32B9-C6E8-4D96-9102-19A0CCE083CB}" type="sibTrans" cxnId="{1584EA9F-CA26-44AE-8D42-C866E3ADCBC6}">
      <dgm:prSet/>
      <dgm:spPr/>
      <dgm:t>
        <a:bodyPr/>
        <a:lstStyle/>
        <a:p>
          <a:endParaRPr lang="en-IN"/>
        </a:p>
      </dgm:t>
    </dgm:pt>
    <dgm:pt modelId="{23A61A9C-B6DD-4198-8C13-F90D83C9631B}">
      <dgm:prSet phldrT="[Text]"/>
      <dgm:spPr/>
      <dgm:t>
        <a:bodyPr/>
        <a:lstStyle/>
        <a:p>
          <a:pPr algn="just">
            <a:buNone/>
          </a:pPr>
          <a:r>
            <a:rPr lang="en-US" dirty="0">
              <a:latin typeface="+mn-lt"/>
            </a:rPr>
            <a:t>Following </a:t>
          </a:r>
          <a:r>
            <a:rPr lang="en-US" dirty="0">
              <a:highlight>
                <a:srgbClr val="FFFF00"/>
              </a:highlight>
              <a:latin typeface="+mn-lt"/>
            </a:rPr>
            <a:t>instructions should be followed if person comes in contact with electric shock;</a:t>
          </a:r>
          <a:endParaRPr lang="en-IN" dirty="0">
            <a:highlight>
              <a:srgbClr val="FFFF00"/>
            </a:highlight>
            <a:latin typeface="+mn-lt"/>
          </a:endParaRPr>
        </a:p>
      </dgm:t>
    </dgm:pt>
    <dgm:pt modelId="{9DE1B485-0701-4CA7-89D8-32E30AF07E25}" type="parTrans" cxnId="{BB57E2B9-CB97-48AE-B650-F2417CF171D9}">
      <dgm:prSet/>
      <dgm:spPr/>
      <dgm:t>
        <a:bodyPr/>
        <a:lstStyle/>
        <a:p>
          <a:endParaRPr lang="en-IN"/>
        </a:p>
      </dgm:t>
    </dgm:pt>
    <dgm:pt modelId="{CCDEC173-C6EA-40F6-AB4B-8C31709E3EA0}" type="sibTrans" cxnId="{BB57E2B9-CB97-48AE-B650-F2417CF171D9}">
      <dgm:prSet/>
      <dgm:spPr/>
      <dgm:t>
        <a:bodyPr/>
        <a:lstStyle/>
        <a:p>
          <a:endParaRPr lang="en-IN"/>
        </a:p>
      </dgm:t>
    </dgm:pt>
    <dgm:pt modelId="{C2F4C8AC-892C-4866-AEC0-6A56198452CF}">
      <dgm:prSet/>
      <dgm:spPr/>
      <dgm:t>
        <a:bodyPr/>
        <a:lstStyle/>
        <a:p>
          <a:pPr algn="just"/>
          <a:r>
            <a:rPr lang="en-US" b="0" i="0" dirty="0">
              <a:effectLst/>
              <a:latin typeface="+mn-lt"/>
            </a:rPr>
            <a:t>To turn off power.</a:t>
          </a:r>
        </a:p>
      </dgm:t>
    </dgm:pt>
    <dgm:pt modelId="{C1996D8D-90C5-4F08-AA5A-484A2C939AE2}" type="parTrans" cxnId="{15C6805F-33C9-41D3-A1B5-BD677C677B9B}">
      <dgm:prSet/>
      <dgm:spPr/>
      <dgm:t>
        <a:bodyPr/>
        <a:lstStyle/>
        <a:p>
          <a:endParaRPr lang="en-IN"/>
        </a:p>
      </dgm:t>
    </dgm:pt>
    <dgm:pt modelId="{F47DCA35-F23A-4F96-A752-37F729032E44}" type="sibTrans" cxnId="{15C6805F-33C9-41D3-A1B5-BD677C677B9B}">
      <dgm:prSet/>
      <dgm:spPr/>
      <dgm:t>
        <a:bodyPr/>
        <a:lstStyle/>
        <a:p>
          <a:endParaRPr lang="en-IN"/>
        </a:p>
      </dgm:t>
    </dgm:pt>
    <dgm:pt modelId="{D9F45CEB-2870-4B48-BAD6-4713AF07EEEC}">
      <dgm:prSet/>
      <dgm:spPr/>
      <dgm:t>
        <a:bodyPr/>
        <a:lstStyle/>
        <a:p>
          <a:pPr algn="just"/>
          <a:r>
            <a:rPr lang="en-US" b="0" i="0" dirty="0">
              <a:effectLst/>
              <a:latin typeface="+mn-lt"/>
            </a:rPr>
            <a:t>Unplug an appliance if plug is undamaged or shut off power via circuit breaker, fuse box, or outside switch.</a:t>
          </a:r>
        </a:p>
      </dgm:t>
    </dgm:pt>
    <dgm:pt modelId="{07F72C50-AABC-46BC-BDA1-3944D9E097E8}" type="parTrans" cxnId="{7CCC4534-7D0C-4FD4-A9FA-B6BECD42189B}">
      <dgm:prSet/>
      <dgm:spPr/>
      <dgm:t>
        <a:bodyPr/>
        <a:lstStyle/>
        <a:p>
          <a:endParaRPr lang="en-IN"/>
        </a:p>
      </dgm:t>
    </dgm:pt>
    <dgm:pt modelId="{76DD8EB5-F513-4288-A010-6D2987C999F7}" type="sibTrans" cxnId="{7CCC4534-7D0C-4FD4-A9FA-B6BECD42189B}">
      <dgm:prSet/>
      <dgm:spPr/>
      <dgm:t>
        <a:bodyPr/>
        <a:lstStyle/>
        <a:p>
          <a:endParaRPr lang="en-IN"/>
        </a:p>
      </dgm:t>
    </dgm:pt>
    <dgm:pt modelId="{0F6C9F50-B455-4051-A3B7-FE9526E3A142}">
      <dgm:prSet/>
      <dgm:spPr/>
      <dgm:t>
        <a:bodyPr/>
        <a:lstStyle/>
        <a:p>
          <a:pPr algn="just"/>
          <a:r>
            <a:rPr lang="en-US" b="0" i="0" u="sng" dirty="0">
              <a:effectLst/>
              <a:latin typeface="+mn-lt"/>
            </a:rPr>
            <a:t>If you can't turn off power:</a:t>
          </a:r>
        </a:p>
      </dgm:t>
    </dgm:pt>
    <dgm:pt modelId="{4B9B38CB-0758-4D3A-A27E-FF3378758B6A}" type="parTrans" cxnId="{133A2009-2F98-4F50-BD3E-19F1F22F770D}">
      <dgm:prSet/>
      <dgm:spPr/>
      <dgm:t>
        <a:bodyPr/>
        <a:lstStyle/>
        <a:p>
          <a:endParaRPr lang="en-IN"/>
        </a:p>
      </dgm:t>
    </dgm:pt>
    <dgm:pt modelId="{99118965-4B7C-44DB-8B48-0A6D02681B81}" type="sibTrans" cxnId="{133A2009-2F98-4F50-BD3E-19F1F22F770D}">
      <dgm:prSet/>
      <dgm:spPr/>
      <dgm:t>
        <a:bodyPr/>
        <a:lstStyle/>
        <a:p>
          <a:endParaRPr lang="en-IN"/>
        </a:p>
      </dgm:t>
    </dgm:pt>
    <dgm:pt modelId="{DAB5C9F8-47EC-489B-8CB3-082485F8EFE3}">
      <dgm:prSet/>
      <dgm:spPr/>
      <dgm:t>
        <a:bodyPr/>
        <a:lstStyle/>
        <a:p>
          <a:pPr algn="just"/>
          <a:r>
            <a:rPr lang="en-US" b="0" i="0">
              <a:effectLst/>
              <a:latin typeface="+mn-lt"/>
            </a:rPr>
            <a:t>Stand on something dry and non-conductive, such as dry newspapers, telephone book, or wooden board.</a:t>
          </a:r>
          <a:endParaRPr lang="en-US" b="0" i="0" dirty="0">
            <a:effectLst/>
            <a:latin typeface="+mn-lt"/>
          </a:endParaRPr>
        </a:p>
      </dgm:t>
    </dgm:pt>
    <dgm:pt modelId="{6FDA2A22-F599-435D-9B2F-F6DE23E0A94D}" type="parTrans" cxnId="{932B28C2-9681-4428-A026-63788249E46E}">
      <dgm:prSet/>
      <dgm:spPr/>
      <dgm:t>
        <a:bodyPr/>
        <a:lstStyle/>
        <a:p>
          <a:endParaRPr lang="en-IN"/>
        </a:p>
      </dgm:t>
    </dgm:pt>
    <dgm:pt modelId="{BD4BBC97-D27C-4B46-98F8-3A63F9B4AA6D}" type="sibTrans" cxnId="{932B28C2-9681-4428-A026-63788249E46E}">
      <dgm:prSet/>
      <dgm:spPr/>
      <dgm:t>
        <a:bodyPr/>
        <a:lstStyle/>
        <a:p>
          <a:endParaRPr lang="en-IN"/>
        </a:p>
      </dgm:t>
    </dgm:pt>
    <dgm:pt modelId="{FB984F15-35BB-4F98-B478-584966E1F75E}">
      <dgm:prSet/>
      <dgm:spPr/>
      <dgm:t>
        <a:bodyPr/>
        <a:lstStyle/>
        <a:p>
          <a:pPr algn="just"/>
          <a:r>
            <a:rPr lang="en-US" b="0" i="0" dirty="0">
              <a:effectLst/>
              <a:latin typeface="+mn-lt"/>
            </a:rPr>
            <a:t>Try to separate the person from current using non-conductive object such as wooden or plastic broom handle, chair, or rubber doormat.</a:t>
          </a:r>
        </a:p>
      </dgm:t>
    </dgm:pt>
    <dgm:pt modelId="{0ADE1F6C-389F-4437-898F-DF6B50103790}" type="parTrans" cxnId="{0880F783-F62D-4681-8B80-6DC8C01BE3F8}">
      <dgm:prSet/>
      <dgm:spPr/>
      <dgm:t>
        <a:bodyPr/>
        <a:lstStyle/>
        <a:p>
          <a:endParaRPr lang="en-IN"/>
        </a:p>
      </dgm:t>
    </dgm:pt>
    <dgm:pt modelId="{3CAC71B7-16D8-421E-BD39-DFB345D52D76}" type="sibTrans" cxnId="{0880F783-F62D-4681-8B80-6DC8C01BE3F8}">
      <dgm:prSet/>
      <dgm:spPr/>
      <dgm:t>
        <a:bodyPr/>
        <a:lstStyle/>
        <a:p>
          <a:endParaRPr lang="en-IN"/>
        </a:p>
      </dgm:t>
    </dgm:pt>
    <dgm:pt modelId="{3879E6FD-CC0E-4DCF-BEFD-8AD855427DF2}">
      <dgm:prSet/>
      <dgm:spPr/>
      <dgm:t>
        <a:bodyPr/>
        <a:lstStyle/>
        <a:p>
          <a:pPr algn="just"/>
          <a:r>
            <a:rPr lang="en-US" b="0" i="0" u="sng" dirty="0">
              <a:effectLst/>
              <a:latin typeface="+mn-lt"/>
            </a:rPr>
            <a:t>If high voltage lines are involved:</a:t>
          </a:r>
        </a:p>
      </dgm:t>
    </dgm:pt>
    <dgm:pt modelId="{9B4A752A-ACE2-4D19-BFD8-4E968F25AC95}" type="parTrans" cxnId="{A763C23A-E3CA-44E7-91D9-74BD8F7BC6D4}">
      <dgm:prSet/>
      <dgm:spPr/>
      <dgm:t>
        <a:bodyPr/>
        <a:lstStyle/>
        <a:p>
          <a:endParaRPr lang="en-IN"/>
        </a:p>
      </dgm:t>
    </dgm:pt>
    <dgm:pt modelId="{F9E3165E-3AAB-43E3-A23B-6ADA37865BCB}" type="sibTrans" cxnId="{A763C23A-E3CA-44E7-91D9-74BD8F7BC6D4}">
      <dgm:prSet/>
      <dgm:spPr/>
      <dgm:t>
        <a:bodyPr/>
        <a:lstStyle/>
        <a:p>
          <a:endParaRPr lang="en-IN"/>
        </a:p>
      </dgm:t>
    </dgm:pt>
    <dgm:pt modelId="{A73370BA-BFB9-4929-814B-54BBD386F1EE}">
      <dgm:prSet/>
      <dgm:spPr/>
      <dgm:t>
        <a:bodyPr/>
        <a:lstStyle/>
        <a:p>
          <a:pPr algn="just"/>
          <a:r>
            <a:rPr lang="en-US" b="0" i="0">
              <a:effectLst/>
              <a:latin typeface="+mn-lt"/>
            </a:rPr>
            <a:t>The local power company must shut them off.</a:t>
          </a:r>
          <a:endParaRPr lang="en-US" b="0" i="0" dirty="0">
            <a:effectLst/>
            <a:latin typeface="+mn-lt"/>
          </a:endParaRPr>
        </a:p>
      </dgm:t>
    </dgm:pt>
    <dgm:pt modelId="{653A55BB-83F5-4CDB-A88C-CEF65E50B5DF}" type="parTrans" cxnId="{88A2085C-0536-484C-A385-93890772DA43}">
      <dgm:prSet/>
      <dgm:spPr/>
      <dgm:t>
        <a:bodyPr/>
        <a:lstStyle/>
        <a:p>
          <a:endParaRPr lang="en-IN"/>
        </a:p>
      </dgm:t>
    </dgm:pt>
    <dgm:pt modelId="{276688DF-61E7-4D03-8344-399DAED28688}" type="sibTrans" cxnId="{88A2085C-0536-484C-A385-93890772DA43}">
      <dgm:prSet/>
      <dgm:spPr/>
      <dgm:t>
        <a:bodyPr/>
        <a:lstStyle/>
        <a:p>
          <a:endParaRPr lang="en-IN"/>
        </a:p>
      </dgm:t>
    </dgm:pt>
    <dgm:pt modelId="{0F0BD305-AF7B-4C99-B427-DE5DA2D0EF82}">
      <dgm:prSet/>
      <dgm:spPr/>
      <dgm:t>
        <a:bodyPr/>
        <a:lstStyle/>
        <a:p>
          <a:pPr algn="just"/>
          <a:r>
            <a:rPr lang="en-US" b="0" i="0" dirty="0">
              <a:effectLst/>
              <a:latin typeface="+mn-lt"/>
            </a:rPr>
            <a:t>Do not try to separate the person from current if you feel a tingling sensation in your legs and lower body. Hop on one foot to a safe place where you can wait for lines to be disconnected.</a:t>
          </a:r>
        </a:p>
      </dgm:t>
    </dgm:pt>
    <dgm:pt modelId="{7829EB61-FE07-4675-881A-8A9BAA7EF65F}" type="parTrans" cxnId="{B73EAD05-0C8C-4471-8540-D9F9A7B5D72C}">
      <dgm:prSet/>
      <dgm:spPr/>
      <dgm:t>
        <a:bodyPr/>
        <a:lstStyle/>
        <a:p>
          <a:endParaRPr lang="en-IN"/>
        </a:p>
      </dgm:t>
    </dgm:pt>
    <dgm:pt modelId="{A63A6FDD-7BC5-46A5-A82B-9E7A8188BB6B}" type="sibTrans" cxnId="{B73EAD05-0C8C-4471-8540-D9F9A7B5D72C}">
      <dgm:prSet/>
      <dgm:spPr/>
      <dgm:t>
        <a:bodyPr/>
        <a:lstStyle/>
        <a:p>
          <a:endParaRPr lang="en-IN"/>
        </a:p>
      </dgm:t>
    </dgm:pt>
    <dgm:pt modelId="{D2ADAFA7-A00E-4B2F-84FF-14EE6E94B13E}" type="pres">
      <dgm:prSet presAssocID="{2406315E-ED50-4456-A072-3D7735857A2B}" presName="Name0" presStyleCnt="0">
        <dgm:presLayoutVars>
          <dgm:dir/>
          <dgm:animLvl val="lvl"/>
          <dgm:resizeHandles val="exact"/>
        </dgm:presLayoutVars>
      </dgm:prSet>
      <dgm:spPr/>
    </dgm:pt>
    <dgm:pt modelId="{65C9F6D9-DAD8-4164-96CB-6B046A5C621C}" type="pres">
      <dgm:prSet presAssocID="{6BCA3AFE-6F46-497C-81A6-4032E8BFB0C4}" presName="composite" presStyleCnt="0"/>
      <dgm:spPr/>
    </dgm:pt>
    <dgm:pt modelId="{6DCA9EE5-13E4-49E9-814F-621C67CAE6F5}" type="pres">
      <dgm:prSet presAssocID="{6BCA3AFE-6F46-497C-81A6-4032E8BFB0C4}" presName="parTx" presStyleLbl="alignNode1" presStyleIdx="0" presStyleCnt="1" custLinFactNeighborX="353" custLinFactNeighborY="-5590">
        <dgm:presLayoutVars>
          <dgm:chMax val="0"/>
          <dgm:chPref val="0"/>
          <dgm:bulletEnabled val="1"/>
        </dgm:presLayoutVars>
      </dgm:prSet>
      <dgm:spPr/>
    </dgm:pt>
    <dgm:pt modelId="{930FD1A4-D657-4FCD-9FDB-1FCF46B10848}" type="pres">
      <dgm:prSet presAssocID="{6BCA3AFE-6F46-497C-81A6-4032E8BFB0C4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B73EAD05-0C8C-4471-8540-D9F9A7B5D72C}" srcId="{6BCA3AFE-6F46-497C-81A6-4032E8BFB0C4}" destId="{0F0BD305-AF7B-4C99-B427-DE5DA2D0EF82}" srcOrd="8" destOrd="0" parTransId="{7829EB61-FE07-4675-881A-8A9BAA7EF65F}" sibTransId="{A63A6FDD-7BC5-46A5-A82B-9E7A8188BB6B}"/>
    <dgm:cxn modelId="{133A2009-2F98-4F50-BD3E-19F1F22F770D}" srcId="{6BCA3AFE-6F46-497C-81A6-4032E8BFB0C4}" destId="{0F6C9F50-B455-4051-A3B7-FE9526E3A142}" srcOrd="3" destOrd="0" parTransId="{4B9B38CB-0758-4D3A-A27E-FF3378758B6A}" sibTransId="{99118965-4B7C-44DB-8B48-0A6D02681B81}"/>
    <dgm:cxn modelId="{648DC11D-2860-41E7-8601-ACC29C8E17FC}" type="presOf" srcId="{DAB5C9F8-47EC-489B-8CB3-082485F8EFE3}" destId="{930FD1A4-D657-4FCD-9FDB-1FCF46B10848}" srcOrd="0" destOrd="4" presId="urn:microsoft.com/office/officeart/2005/8/layout/hList1"/>
    <dgm:cxn modelId="{9EC94326-34BF-4376-A7F6-441218C92FA1}" type="presOf" srcId="{6BCA3AFE-6F46-497C-81A6-4032E8BFB0C4}" destId="{6DCA9EE5-13E4-49E9-814F-621C67CAE6F5}" srcOrd="0" destOrd="0" presId="urn:microsoft.com/office/officeart/2005/8/layout/hList1"/>
    <dgm:cxn modelId="{7CCC4534-7D0C-4FD4-A9FA-B6BECD42189B}" srcId="{6BCA3AFE-6F46-497C-81A6-4032E8BFB0C4}" destId="{D9F45CEB-2870-4B48-BAD6-4713AF07EEEC}" srcOrd="2" destOrd="0" parTransId="{07F72C50-AABC-46BC-BDA1-3944D9E097E8}" sibTransId="{76DD8EB5-F513-4288-A010-6D2987C999F7}"/>
    <dgm:cxn modelId="{A763C23A-E3CA-44E7-91D9-74BD8F7BC6D4}" srcId="{6BCA3AFE-6F46-497C-81A6-4032E8BFB0C4}" destId="{3879E6FD-CC0E-4DCF-BEFD-8AD855427DF2}" srcOrd="6" destOrd="0" parTransId="{9B4A752A-ACE2-4D19-BFD8-4E968F25AC95}" sibTransId="{F9E3165E-3AAB-43E3-A23B-6ADA37865BCB}"/>
    <dgm:cxn modelId="{AC1F2F40-2AC9-4259-91F9-B65CE69BC4F8}" type="presOf" srcId="{D9F45CEB-2870-4B48-BAD6-4713AF07EEEC}" destId="{930FD1A4-D657-4FCD-9FDB-1FCF46B10848}" srcOrd="0" destOrd="2" presId="urn:microsoft.com/office/officeart/2005/8/layout/hList1"/>
    <dgm:cxn modelId="{4C6D695B-B440-4B49-AF1D-F68D04333EE8}" type="presOf" srcId="{23A61A9C-B6DD-4198-8C13-F90D83C9631B}" destId="{930FD1A4-D657-4FCD-9FDB-1FCF46B10848}" srcOrd="0" destOrd="0" presId="urn:microsoft.com/office/officeart/2005/8/layout/hList1"/>
    <dgm:cxn modelId="{88A2085C-0536-484C-A385-93890772DA43}" srcId="{6BCA3AFE-6F46-497C-81A6-4032E8BFB0C4}" destId="{A73370BA-BFB9-4929-814B-54BBD386F1EE}" srcOrd="7" destOrd="0" parTransId="{653A55BB-83F5-4CDB-A88C-CEF65E50B5DF}" sibTransId="{276688DF-61E7-4D03-8344-399DAED28688}"/>
    <dgm:cxn modelId="{15C6805F-33C9-41D3-A1B5-BD677C677B9B}" srcId="{6BCA3AFE-6F46-497C-81A6-4032E8BFB0C4}" destId="{C2F4C8AC-892C-4866-AEC0-6A56198452CF}" srcOrd="1" destOrd="0" parTransId="{C1996D8D-90C5-4F08-AA5A-484A2C939AE2}" sibTransId="{F47DCA35-F23A-4F96-A752-37F729032E44}"/>
    <dgm:cxn modelId="{A5AAD06A-D0C6-4CED-966A-8BA2BB6BB500}" type="presOf" srcId="{A73370BA-BFB9-4929-814B-54BBD386F1EE}" destId="{930FD1A4-D657-4FCD-9FDB-1FCF46B10848}" srcOrd="0" destOrd="7" presId="urn:microsoft.com/office/officeart/2005/8/layout/hList1"/>
    <dgm:cxn modelId="{C721AE4B-FB71-4A7B-9981-1158C80BD224}" type="presOf" srcId="{C2F4C8AC-892C-4866-AEC0-6A56198452CF}" destId="{930FD1A4-D657-4FCD-9FDB-1FCF46B10848}" srcOrd="0" destOrd="1" presId="urn:microsoft.com/office/officeart/2005/8/layout/hList1"/>
    <dgm:cxn modelId="{6115C66B-ECC7-4B63-A52B-B850E3096B38}" type="presOf" srcId="{0F0BD305-AF7B-4C99-B427-DE5DA2D0EF82}" destId="{930FD1A4-D657-4FCD-9FDB-1FCF46B10848}" srcOrd="0" destOrd="8" presId="urn:microsoft.com/office/officeart/2005/8/layout/hList1"/>
    <dgm:cxn modelId="{DE96A36E-E473-47CD-BD39-D28E97E2901F}" type="presOf" srcId="{3879E6FD-CC0E-4DCF-BEFD-8AD855427DF2}" destId="{930FD1A4-D657-4FCD-9FDB-1FCF46B10848}" srcOrd="0" destOrd="6" presId="urn:microsoft.com/office/officeart/2005/8/layout/hList1"/>
    <dgm:cxn modelId="{80951170-02B5-447B-B49D-170148CA091C}" type="presOf" srcId="{2406315E-ED50-4456-A072-3D7735857A2B}" destId="{D2ADAFA7-A00E-4B2F-84FF-14EE6E94B13E}" srcOrd="0" destOrd="0" presId="urn:microsoft.com/office/officeart/2005/8/layout/hList1"/>
    <dgm:cxn modelId="{0880F783-F62D-4681-8B80-6DC8C01BE3F8}" srcId="{6BCA3AFE-6F46-497C-81A6-4032E8BFB0C4}" destId="{FB984F15-35BB-4F98-B478-584966E1F75E}" srcOrd="5" destOrd="0" parTransId="{0ADE1F6C-389F-4437-898F-DF6B50103790}" sibTransId="{3CAC71B7-16D8-421E-BD39-DFB345D52D76}"/>
    <dgm:cxn modelId="{631ED58F-3600-4127-AA98-D034BCA9AEDC}" type="presOf" srcId="{FB984F15-35BB-4F98-B478-584966E1F75E}" destId="{930FD1A4-D657-4FCD-9FDB-1FCF46B10848}" srcOrd="0" destOrd="5" presId="urn:microsoft.com/office/officeart/2005/8/layout/hList1"/>
    <dgm:cxn modelId="{1584EA9F-CA26-44AE-8D42-C866E3ADCBC6}" srcId="{2406315E-ED50-4456-A072-3D7735857A2B}" destId="{6BCA3AFE-6F46-497C-81A6-4032E8BFB0C4}" srcOrd="0" destOrd="0" parTransId="{C7E3107B-1571-44B8-94B2-D98014FCA55B}" sibTransId="{C34D32B9-C6E8-4D96-9102-19A0CCE083CB}"/>
    <dgm:cxn modelId="{BB57E2B9-CB97-48AE-B650-F2417CF171D9}" srcId="{6BCA3AFE-6F46-497C-81A6-4032E8BFB0C4}" destId="{23A61A9C-B6DD-4198-8C13-F90D83C9631B}" srcOrd="0" destOrd="0" parTransId="{9DE1B485-0701-4CA7-89D8-32E30AF07E25}" sibTransId="{CCDEC173-C6EA-40F6-AB4B-8C31709E3EA0}"/>
    <dgm:cxn modelId="{932B28C2-9681-4428-A026-63788249E46E}" srcId="{6BCA3AFE-6F46-497C-81A6-4032E8BFB0C4}" destId="{DAB5C9F8-47EC-489B-8CB3-082485F8EFE3}" srcOrd="4" destOrd="0" parTransId="{6FDA2A22-F599-435D-9B2F-F6DE23E0A94D}" sibTransId="{BD4BBC97-D27C-4B46-98F8-3A63F9B4AA6D}"/>
    <dgm:cxn modelId="{72260ECE-9D4A-441D-B7F8-E9454529ECA2}" type="presOf" srcId="{0F6C9F50-B455-4051-A3B7-FE9526E3A142}" destId="{930FD1A4-D657-4FCD-9FDB-1FCF46B10848}" srcOrd="0" destOrd="3" presId="urn:microsoft.com/office/officeart/2005/8/layout/hList1"/>
    <dgm:cxn modelId="{705B63F2-A25E-402B-AEAE-107C0091A555}" type="presParOf" srcId="{D2ADAFA7-A00E-4B2F-84FF-14EE6E94B13E}" destId="{65C9F6D9-DAD8-4164-96CB-6B046A5C621C}" srcOrd="0" destOrd="0" presId="urn:microsoft.com/office/officeart/2005/8/layout/hList1"/>
    <dgm:cxn modelId="{0BE9BD2B-2F93-4F9D-8E4E-8799586891E6}" type="presParOf" srcId="{65C9F6D9-DAD8-4164-96CB-6B046A5C621C}" destId="{6DCA9EE5-13E4-49E9-814F-621C67CAE6F5}" srcOrd="0" destOrd="0" presId="urn:microsoft.com/office/officeart/2005/8/layout/hList1"/>
    <dgm:cxn modelId="{228F5CC1-3642-4EDB-B796-CD4CCCD0A60E}" type="presParOf" srcId="{65C9F6D9-DAD8-4164-96CB-6B046A5C621C}" destId="{930FD1A4-D657-4FCD-9FDB-1FCF46B1084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EE639B-763F-4499-B3FE-7A5FA44C0ED1}">
      <dsp:nvSpPr>
        <dsp:cNvPr id="0" name=""/>
        <dsp:cNvSpPr/>
      </dsp:nvSpPr>
      <dsp:spPr>
        <a:xfrm>
          <a:off x="0" y="537124"/>
          <a:ext cx="10851707" cy="5953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213" tIns="624840" rIns="842213" bIns="213360" numCol="1" spcCol="1270" anchor="t" anchorCtr="0">
          <a:noAutofit/>
        </a:bodyPr>
        <a:lstStyle/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In a clinical environment patient is exposed to various risks, more than a typical workplace or at home</a:t>
          </a:r>
          <a:endParaRPr lang="en-IN" sz="3000" kern="1200" dirty="0"/>
        </a:p>
        <a:p>
          <a:pPr marL="571500" lvl="2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Frequent invasive (blood) operations</a:t>
          </a:r>
          <a:endParaRPr lang="en-IN" sz="3000" kern="1200" dirty="0"/>
        </a:p>
        <a:p>
          <a:pPr marL="571500" lvl="2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Penetration through skin or mucous membranes</a:t>
          </a:r>
          <a:endParaRPr lang="en-IN" sz="3000" kern="1200" dirty="0"/>
        </a:p>
        <a:p>
          <a:pPr marL="571500" lvl="2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Presence of potentially hazardous chemicals and substances - anesthetics, medicines, medical gases</a:t>
          </a:r>
          <a:endParaRPr lang="en-IN" sz="3000" kern="1200" dirty="0"/>
        </a:p>
        <a:p>
          <a:pPr marL="571500" lvl="2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Sources of infection - particularly "hospital infection"</a:t>
          </a:r>
          <a:endParaRPr lang="en-IN" sz="3000" kern="1200" dirty="0"/>
        </a:p>
        <a:p>
          <a:pPr marL="571500" lvl="2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Various sources of energy that penetrate into or through the patient: current, voltage, ionizing and non-ionizing radiation, sound and ultrasound, electric and magnetic field, UV radiation, lasers, microwave radiation, mechanical stress, etc.</a:t>
          </a:r>
          <a:endParaRPr lang="en-IN" sz="3000" kern="1200" dirty="0"/>
        </a:p>
      </dsp:txBody>
      <dsp:txXfrm>
        <a:off x="0" y="537124"/>
        <a:ext cx="10851707" cy="5953500"/>
      </dsp:txXfrm>
    </dsp:sp>
    <dsp:sp modelId="{1B5F1A4C-5200-48C6-93A3-9B120878DED1}">
      <dsp:nvSpPr>
        <dsp:cNvPr id="0" name=""/>
        <dsp:cNvSpPr/>
      </dsp:nvSpPr>
      <dsp:spPr>
        <a:xfrm>
          <a:off x="542585" y="94324"/>
          <a:ext cx="7596194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118" tIns="0" rIns="287118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b="1" kern="1200" dirty="0"/>
            <a:t>Danger to Patients</a:t>
          </a:r>
        </a:p>
      </dsp:txBody>
      <dsp:txXfrm>
        <a:off x="585816" y="137555"/>
        <a:ext cx="7509732" cy="7991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FAC728-AB78-4BFA-997A-F9B9E89053E1}">
      <dsp:nvSpPr>
        <dsp:cNvPr id="0" name=""/>
        <dsp:cNvSpPr/>
      </dsp:nvSpPr>
      <dsp:spPr>
        <a:xfrm>
          <a:off x="0" y="648576"/>
          <a:ext cx="7227569" cy="1872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4048" tIns="219456" rIns="384048" bIns="219456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400" b="0" i="0" kern="1200" dirty="0"/>
            <a:t>WHAT IS SAFETY</a:t>
          </a:r>
          <a:endParaRPr lang="en-IN" sz="5400" kern="1200" dirty="0"/>
        </a:p>
      </dsp:txBody>
      <dsp:txXfrm>
        <a:off x="0" y="648576"/>
        <a:ext cx="7227569" cy="1872000"/>
      </dsp:txXfrm>
    </dsp:sp>
    <dsp:sp modelId="{F35F6EBD-3DBE-4A8C-B2BF-EA4DECD87D08}">
      <dsp:nvSpPr>
        <dsp:cNvPr id="0" name=""/>
        <dsp:cNvSpPr/>
      </dsp:nvSpPr>
      <dsp:spPr>
        <a:xfrm>
          <a:off x="0" y="2520576"/>
          <a:ext cx="7227569" cy="33008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 dirty="0"/>
            <a:t>S – Sense the error</a:t>
          </a:r>
          <a:endParaRPr lang="en-IN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 dirty="0"/>
            <a:t>A – Act to prevent it</a:t>
          </a:r>
          <a:endParaRPr lang="en-IN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 dirty="0"/>
            <a:t>F – Follow Safety Guidelines</a:t>
          </a:r>
          <a:endParaRPr lang="en-IN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 dirty="0"/>
            <a:t>E – Enquire into accidents/Deaths</a:t>
          </a:r>
          <a:endParaRPr lang="en-IN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 dirty="0"/>
            <a:t>T – Take appropriate remedial measure</a:t>
          </a:r>
          <a:endParaRPr lang="en-IN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 dirty="0"/>
            <a:t>Y – Your responsibility</a:t>
          </a:r>
          <a:endParaRPr lang="en-IN" sz="3200" kern="1200" dirty="0"/>
        </a:p>
      </dsp:txBody>
      <dsp:txXfrm>
        <a:off x="0" y="2520576"/>
        <a:ext cx="7227569" cy="33008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BE272E-25FB-492E-8315-2A958F91BEB8}">
      <dsp:nvSpPr>
        <dsp:cNvPr id="0" name=""/>
        <dsp:cNvSpPr/>
      </dsp:nvSpPr>
      <dsp:spPr>
        <a:xfrm>
          <a:off x="0" y="1551334"/>
          <a:ext cx="11021060" cy="352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5357" tIns="1332992" rIns="855357" bIns="192024" numCol="1" spcCol="1270" anchor="t" anchorCtr="0">
          <a:noAutofit/>
        </a:bodyPr>
        <a:lstStyle/>
        <a:p>
          <a:pPr marL="228600" lvl="1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 dirty="0"/>
            <a:t>Patient safety “the prevention of harm to patients’’.</a:t>
          </a:r>
          <a:endParaRPr lang="en-IN" sz="2700" kern="1200" dirty="0"/>
        </a:p>
        <a:p>
          <a:pPr marL="228600" lvl="1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 dirty="0"/>
            <a:t>Improving Patient Safety means reducing patient harm.</a:t>
          </a:r>
          <a:endParaRPr lang="en-IN" sz="2700" kern="1200" dirty="0"/>
        </a:p>
        <a:p>
          <a:pPr marL="228600" lvl="1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 dirty="0"/>
            <a:t>Hospitals were founded to give care to those who need it and to keep patients safe is their moral duty</a:t>
          </a:r>
          <a:endParaRPr lang="en-IN" sz="27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600" kern="1200" dirty="0"/>
        </a:p>
      </dsp:txBody>
      <dsp:txXfrm>
        <a:off x="0" y="1551334"/>
        <a:ext cx="11021060" cy="3528000"/>
      </dsp:txXfrm>
    </dsp:sp>
    <dsp:sp modelId="{E15131BC-A671-4178-9619-A6C7E77DBC04}">
      <dsp:nvSpPr>
        <dsp:cNvPr id="0" name=""/>
        <dsp:cNvSpPr/>
      </dsp:nvSpPr>
      <dsp:spPr>
        <a:xfrm>
          <a:off x="108972" y="1850086"/>
          <a:ext cx="10899947" cy="645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599" tIns="0" rIns="291599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i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PATIENT SAFETY</a:t>
          </a:r>
          <a:endParaRPr lang="en-IN" sz="2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sp:txBody>
      <dsp:txXfrm>
        <a:off x="140502" y="1881616"/>
        <a:ext cx="10836887" cy="5828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8AD3D4-8164-49F0-87AE-8D999460E912}">
      <dsp:nvSpPr>
        <dsp:cNvPr id="0" name=""/>
        <dsp:cNvSpPr/>
      </dsp:nvSpPr>
      <dsp:spPr>
        <a:xfrm>
          <a:off x="0" y="574024"/>
          <a:ext cx="10900410" cy="5953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5993" tIns="728980" rIns="845993" bIns="248920" numCol="1" spcCol="1270" anchor="t" anchorCtr="0">
          <a:noAutofit/>
        </a:bodyPr>
        <a:lstStyle/>
        <a:p>
          <a:pPr marL="285750" lvl="1" indent="-285750" algn="just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b="0" i="0" kern="1200" dirty="0"/>
            <a:t>Proper identification of patient and matching to their care elements</a:t>
          </a:r>
          <a:endParaRPr lang="en-IN" sz="3500" kern="1200" dirty="0"/>
        </a:p>
        <a:p>
          <a:pPr marL="285750" lvl="1" indent="-285750" algn="just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b="0" i="0" kern="1200" dirty="0"/>
            <a:t>Prevention of patient hand over error and safety during transition</a:t>
          </a:r>
          <a:endParaRPr lang="en-IN" sz="3500" kern="1200" dirty="0"/>
        </a:p>
        <a:p>
          <a:pPr marL="285750" lvl="1" indent="-285750" algn="just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b="0" i="0" kern="1200" dirty="0"/>
            <a:t>Assessing medical accuracy while giving care to a patient</a:t>
          </a:r>
          <a:endParaRPr lang="en-IN" sz="3500" kern="1200" dirty="0"/>
        </a:p>
        <a:p>
          <a:pPr marL="285750" lvl="1" indent="-285750" algn="just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b="0" i="0" kern="1200" dirty="0"/>
            <a:t>Performance of correct procedure at correct body site</a:t>
          </a:r>
          <a:endParaRPr lang="en-IN" sz="3500" kern="1200" dirty="0"/>
        </a:p>
        <a:p>
          <a:pPr marL="285750" lvl="1" indent="-285750" algn="just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b="0" i="0" kern="1200" dirty="0"/>
            <a:t>Take appropriate precautionary measures to avoid infection</a:t>
          </a:r>
          <a:endParaRPr lang="en-IN" sz="3500" kern="1200" dirty="0"/>
        </a:p>
      </dsp:txBody>
      <dsp:txXfrm>
        <a:off x="0" y="574024"/>
        <a:ext cx="10900410" cy="5953500"/>
      </dsp:txXfrm>
    </dsp:sp>
    <dsp:sp modelId="{A030165A-F0AF-4C49-96C1-EFE3BD0572C4}">
      <dsp:nvSpPr>
        <dsp:cNvPr id="0" name=""/>
        <dsp:cNvSpPr/>
      </dsp:nvSpPr>
      <dsp:spPr>
        <a:xfrm>
          <a:off x="545020" y="57424"/>
          <a:ext cx="7630287" cy="1033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407" tIns="0" rIns="288407" bIns="0" numCol="1" spcCol="1270" anchor="ctr" anchorCtr="0">
          <a:noAutofit/>
        </a:bodyPr>
        <a:lstStyle/>
        <a:p>
          <a:pPr marL="0" lvl="0" indent="0" algn="just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Principle of Patient Safety</a:t>
          </a:r>
          <a:endParaRPr lang="en-IN" sz="3500" kern="1200" dirty="0"/>
        </a:p>
      </dsp:txBody>
      <dsp:txXfrm>
        <a:off x="595457" y="107861"/>
        <a:ext cx="7529413" cy="9323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39B683-8476-4761-8D74-F543C22160F6}">
      <dsp:nvSpPr>
        <dsp:cNvPr id="0" name=""/>
        <dsp:cNvSpPr/>
      </dsp:nvSpPr>
      <dsp:spPr>
        <a:xfrm>
          <a:off x="4187626" y="1526976"/>
          <a:ext cx="3804046" cy="380404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Patient Safety</a:t>
          </a:r>
          <a:endParaRPr lang="en-IN" sz="4800" kern="1200" dirty="0"/>
        </a:p>
      </dsp:txBody>
      <dsp:txXfrm>
        <a:off x="4744716" y="2084066"/>
        <a:ext cx="2689866" cy="2689866"/>
      </dsp:txXfrm>
    </dsp:sp>
    <dsp:sp modelId="{7FAB1239-69D0-46F3-841A-D43CE0576398}">
      <dsp:nvSpPr>
        <dsp:cNvPr id="0" name=""/>
        <dsp:cNvSpPr/>
      </dsp:nvSpPr>
      <dsp:spPr>
        <a:xfrm>
          <a:off x="5102478" y="0"/>
          <a:ext cx="1902023" cy="190202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Medical Safety</a:t>
          </a:r>
          <a:endParaRPr lang="en-IN" sz="1800" kern="1200" dirty="0"/>
        </a:p>
      </dsp:txBody>
      <dsp:txXfrm>
        <a:off x="5381023" y="278545"/>
        <a:ext cx="1344933" cy="1344933"/>
      </dsp:txXfrm>
    </dsp:sp>
    <dsp:sp modelId="{80092E26-09C0-4A28-9C01-3980D6E69003}">
      <dsp:nvSpPr>
        <dsp:cNvPr id="0" name=""/>
        <dsp:cNvSpPr/>
      </dsp:nvSpPr>
      <dsp:spPr>
        <a:xfrm>
          <a:off x="6854185" y="683755"/>
          <a:ext cx="1902023" cy="190202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Surgical Safety</a:t>
          </a:r>
          <a:endParaRPr lang="en-IN" sz="1800" kern="1200" dirty="0"/>
        </a:p>
      </dsp:txBody>
      <dsp:txXfrm>
        <a:off x="7132730" y="962300"/>
        <a:ext cx="1344933" cy="1344933"/>
      </dsp:txXfrm>
    </dsp:sp>
    <dsp:sp modelId="{AF18959E-E85F-4EFF-A9D0-1CD5725945C2}">
      <dsp:nvSpPr>
        <dsp:cNvPr id="0" name=""/>
        <dsp:cNvSpPr/>
      </dsp:nvSpPr>
      <dsp:spPr>
        <a:xfrm>
          <a:off x="7579805" y="2435477"/>
          <a:ext cx="1902023" cy="190202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Electrical Safety</a:t>
          </a:r>
          <a:endParaRPr lang="en-IN" sz="1800" kern="1200" dirty="0"/>
        </a:p>
      </dsp:txBody>
      <dsp:txXfrm>
        <a:off x="7858350" y="2714022"/>
        <a:ext cx="1344933" cy="1344933"/>
      </dsp:txXfrm>
    </dsp:sp>
    <dsp:sp modelId="{B3A2ED2C-B6AA-41BC-8A6A-FFFF5847E2AA}">
      <dsp:nvSpPr>
        <dsp:cNvPr id="0" name=""/>
        <dsp:cNvSpPr/>
      </dsp:nvSpPr>
      <dsp:spPr>
        <a:xfrm>
          <a:off x="6854187" y="4187189"/>
          <a:ext cx="1902023" cy="190202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Laboratory Safety</a:t>
          </a:r>
          <a:endParaRPr lang="en-IN" sz="1800" kern="1200" dirty="0"/>
        </a:p>
      </dsp:txBody>
      <dsp:txXfrm>
        <a:off x="7132732" y="4465734"/>
        <a:ext cx="1344933" cy="1344933"/>
      </dsp:txXfrm>
    </dsp:sp>
    <dsp:sp modelId="{6560F91B-D820-4D6F-A46D-ED2CD8CA34C9}">
      <dsp:nvSpPr>
        <dsp:cNvPr id="0" name=""/>
        <dsp:cNvSpPr/>
      </dsp:nvSpPr>
      <dsp:spPr>
        <a:xfrm>
          <a:off x="5102493" y="4912791"/>
          <a:ext cx="1902023" cy="190202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Sanitation Infection Control</a:t>
          </a:r>
          <a:endParaRPr lang="en-IN" sz="1800" kern="1200" dirty="0"/>
        </a:p>
      </dsp:txBody>
      <dsp:txXfrm>
        <a:off x="5381038" y="5191336"/>
        <a:ext cx="1344933" cy="1344933"/>
      </dsp:txXfrm>
    </dsp:sp>
    <dsp:sp modelId="{0CCA4AC1-9639-42BE-8253-FA18E07295C4}">
      <dsp:nvSpPr>
        <dsp:cNvPr id="0" name=""/>
        <dsp:cNvSpPr/>
      </dsp:nvSpPr>
      <dsp:spPr>
        <a:xfrm>
          <a:off x="3350784" y="4187194"/>
          <a:ext cx="1902023" cy="190202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Blood Safety</a:t>
          </a:r>
          <a:endParaRPr lang="en-IN" sz="1800" kern="1200" dirty="0"/>
        </a:p>
      </dsp:txBody>
      <dsp:txXfrm>
        <a:off x="3629329" y="4465739"/>
        <a:ext cx="1344933" cy="1344933"/>
      </dsp:txXfrm>
    </dsp:sp>
    <dsp:sp modelId="{D6289A10-3248-4085-A2AC-1C6F1BA648E6}">
      <dsp:nvSpPr>
        <dsp:cNvPr id="0" name=""/>
        <dsp:cNvSpPr/>
      </dsp:nvSpPr>
      <dsp:spPr>
        <a:xfrm>
          <a:off x="2661322" y="2435471"/>
          <a:ext cx="1902023" cy="190202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Equipment Installation Safety</a:t>
          </a:r>
          <a:endParaRPr lang="en-IN" sz="1800" kern="1200" dirty="0"/>
        </a:p>
      </dsp:txBody>
      <dsp:txXfrm>
        <a:off x="2939867" y="2714016"/>
        <a:ext cx="1344933" cy="1344933"/>
      </dsp:txXfrm>
    </dsp:sp>
    <dsp:sp modelId="{2A7BF843-37D2-4345-9140-4FA9704E8FD0}">
      <dsp:nvSpPr>
        <dsp:cNvPr id="0" name=""/>
        <dsp:cNvSpPr/>
      </dsp:nvSpPr>
      <dsp:spPr>
        <a:xfrm>
          <a:off x="3386916" y="726266"/>
          <a:ext cx="1902023" cy="190202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Environmental Safety</a:t>
          </a:r>
          <a:endParaRPr lang="en-IN" sz="1700" kern="1200" dirty="0"/>
        </a:p>
      </dsp:txBody>
      <dsp:txXfrm>
        <a:off x="3665461" y="1004811"/>
        <a:ext cx="1344933" cy="134493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480E1C-A398-4C3B-ACE9-2BDD9DB7A701}">
      <dsp:nvSpPr>
        <dsp:cNvPr id="0" name=""/>
        <dsp:cNvSpPr/>
      </dsp:nvSpPr>
      <dsp:spPr>
        <a:xfrm>
          <a:off x="53" y="183335"/>
          <a:ext cx="5098444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>
              <a:solidFill>
                <a:schemeClr val="bg1"/>
              </a:solidFill>
              <a:latin typeface="+mn-lt"/>
              <a:ea typeface="Montserrat" charset="0"/>
              <a:cs typeface="Montserrat" charset="0"/>
            </a:rPr>
            <a:t>Electrical Current</a:t>
          </a:r>
          <a:endParaRPr lang="en-GB" altLang="en-US" sz="2300" kern="1200" dirty="0">
            <a:solidFill>
              <a:schemeClr val="tx1"/>
            </a:solidFill>
            <a:latin typeface="+mn-lt"/>
            <a:ea typeface="Montserrat" charset="0"/>
            <a:cs typeface="Montserrat" charset="0"/>
          </a:endParaRPr>
        </a:p>
      </dsp:txBody>
      <dsp:txXfrm>
        <a:off x="53" y="183335"/>
        <a:ext cx="5098444" cy="662400"/>
      </dsp:txXfrm>
    </dsp:sp>
    <dsp:sp modelId="{1A3364B6-24F5-444A-89DB-6C59E25B4AFE}">
      <dsp:nvSpPr>
        <dsp:cNvPr id="0" name=""/>
        <dsp:cNvSpPr/>
      </dsp:nvSpPr>
      <dsp:spPr>
        <a:xfrm>
          <a:off x="53" y="845735"/>
          <a:ext cx="5098444" cy="55558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300" u="sng" kern="1200" dirty="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Electrical Current:</a:t>
          </a:r>
          <a:endParaRPr lang="en-IN" sz="2300" kern="1200" dirty="0">
            <a:solidFill>
              <a:schemeClr val="tx1"/>
            </a:solidFill>
            <a:latin typeface="+mn-lt"/>
          </a:endParaRPr>
        </a:p>
        <a:p>
          <a:pPr marL="457200" lvl="2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300" kern="1200" dirty="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Requires a closed circuit</a:t>
          </a:r>
        </a:p>
        <a:p>
          <a:pPr marL="457200" lvl="2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300" kern="120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Follows the path of least resistance (much like water)</a:t>
          </a:r>
          <a:endParaRPr lang="en-GB" altLang="en-US" sz="2300" kern="1200" dirty="0">
            <a:solidFill>
              <a:schemeClr val="tx1"/>
            </a:solidFill>
            <a:latin typeface="+mn-lt"/>
            <a:ea typeface="Montserrat" charset="0"/>
            <a:cs typeface="Montserrat" charset="0"/>
          </a:endParaRPr>
        </a:p>
        <a:p>
          <a:pPr marL="457200" lvl="2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300" kern="120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Electrical (functional) currents form an integral part during monitoring, treatment and diagnosis of patients</a:t>
          </a:r>
          <a:endParaRPr lang="en-GB" altLang="en-US" sz="2300" kern="1200" dirty="0">
            <a:solidFill>
              <a:schemeClr val="tx1"/>
            </a:solidFill>
            <a:latin typeface="+mn-lt"/>
            <a:ea typeface="Montserrat" charset="0"/>
            <a:cs typeface="Montserrat" charset="0"/>
          </a:endParaRPr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300" kern="120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But can cause </a:t>
          </a:r>
          <a:r>
            <a:rPr lang="en-GB" altLang="en-US" sz="2300" u="sng" kern="120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injury</a:t>
          </a:r>
          <a:r>
            <a:rPr lang="en-GB" altLang="en-US" sz="2300" kern="120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 or even result in </a:t>
          </a:r>
          <a:r>
            <a:rPr lang="en-GB" altLang="en-US" sz="2300" u="sng" kern="120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death</a:t>
          </a:r>
          <a:r>
            <a:rPr lang="en-GB" altLang="en-US" sz="2300" kern="120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 as a result of muscle stimulation, tissue burns or trigger other events (e.g., ignition of pure oxygen)</a:t>
          </a:r>
          <a:endParaRPr lang="en-GB" altLang="en-US" sz="2300" u="sng" kern="1200" dirty="0">
            <a:solidFill>
              <a:schemeClr val="tx1"/>
            </a:solidFill>
            <a:latin typeface="+mn-lt"/>
            <a:ea typeface="Montserrat" charset="0"/>
            <a:cs typeface="Montserrat" charset="0"/>
          </a:endParaRPr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300" kern="120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Risk of (non-functional) electrical leakage is relatively small but always present.</a:t>
          </a:r>
          <a:endParaRPr lang="en-GB" altLang="en-US" sz="2300" kern="1200" dirty="0">
            <a:solidFill>
              <a:schemeClr val="tx1"/>
            </a:solidFill>
            <a:latin typeface="+mn-lt"/>
            <a:ea typeface="Montserrat" charset="0"/>
            <a:cs typeface="Montserrat" charset="0"/>
          </a:endParaRPr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300" kern="1200" dirty="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Life saver in defibrillators (functional current)</a:t>
          </a:r>
        </a:p>
      </dsp:txBody>
      <dsp:txXfrm>
        <a:off x="53" y="845735"/>
        <a:ext cx="5098444" cy="5555879"/>
      </dsp:txXfrm>
    </dsp:sp>
    <dsp:sp modelId="{74ABB3F7-023D-4470-808F-F47686E2F9B3}">
      <dsp:nvSpPr>
        <dsp:cNvPr id="0" name=""/>
        <dsp:cNvSpPr/>
      </dsp:nvSpPr>
      <dsp:spPr>
        <a:xfrm>
          <a:off x="5812279" y="183335"/>
          <a:ext cx="5098444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>
              <a:solidFill>
                <a:schemeClr val="bg1"/>
              </a:solidFill>
              <a:latin typeface="+mn-lt"/>
              <a:ea typeface="Montserrat" charset="0"/>
              <a:cs typeface="Montserrat" charset="0"/>
            </a:rPr>
            <a:t>Preventative Maintenance </a:t>
          </a:r>
          <a:endParaRPr lang="en-GB" altLang="en-US" sz="2300" kern="1200" dirty="0">
            <a:solidFill>
              <a:schemeClr val="tx1"/>
            </a:solidFill>
            <a:latin typeface="+mn-lt"/>
            <a:ea typeface="Montserrat" charset="0"/>
            <a:cs typeface="Montserrat" charset="0"/>
          </a:endParaRPr>
        </a:p>
      </dsp:txBody>
      <dsp:txXfrm>
        <a:off x="5812279" y="183335"/>
        <a:ext cx="5098444" cy="662400"/>
      </dsp:txXfrm>
    </dsp:sp>
    <dsp:sp modelId="{92F71E35-B144-4511-B5C4-BA344451C3E2}">
      <dsp:nvSpPr>
        <dsp:cNvPr id="0" name=""/>
        <dsp:cNvSpPr/>
      </dsp:nvSpPr>
      <dsp:spPr>
        <a:xfrm>
          <a:off x="5812279" y="845735"/>
          <a:ext cx="5098444" cy="55558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300" kern="120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Objective is to prevent or find potential faults</a:t>
          </a:r>
          <a:endParaRPr lang="en-GB" altLang="en-US" sz="2300" kern="1200" dirty="0">
            <a:solidFill>
              <a:schemeClr val="tx1"/>
            </a:solidFill>
            <a:latin typeface="+mn-lt"/>
            <a:ea typeface="Montserrat" charset="0"/>
            <a:cs typeface="Montserrat" charset="0"/>
          </a:endParaRP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300" kern="1200" dirty="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Visual Inspection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300" kern="1200" dirty="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Testing means of protection</a:t>
          </a:r>
        </a:p>
        <a:p>
          <a:pPr marL="685800" lvl="3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300" kern="1200" dirty="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Line cord</a:t>
          </a:r>
          <a:endParaRPr lang="en-GB" altLang="en-US" sz="2300" kern="1200" dirty="0">
            <a:solidFill>
              <a:schemeClr val="tx1"/>
            </a:solidFill>
            <a:latin typeface="+mn-lt"/>
            <a:ea typeface="Montserrat" charset="0"/>
            <a:cs typeface="Montserrat" charset="0"/>
          </a:endParaRPr>
        </a:p>
        <a:p>
          <a:pPr marL="685800" lvl="3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300" kern="1200" dirty="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Ground continuity</a:t>
          </a:r>
        </a:p>
        <a:p>
          <a:pPr marL="685800" lvl="3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300" kern="120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Insulation</a:t>
          </a:r>
          <a:endParaRPr lang="en-GB" altLang="en-US" sz="2300" kern="1200" dirty="0">
            <a:solidFill>
              <a:schemeClr val="tx1"/>
            </a:solidFill>
            <a:latin typeface="+mn-lt"/>
            <a:ea typeface="Montserrat" charset="0"/>
            <a:cs typeface="Montserrat" charset="0"/>
          </a:endParaRPr>
        </a:p>
        <a:p>
          <a:pPr marL="685800" lvl="3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300" kern="1200" dirty="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Leakage currents </a:t>
          </a:r>
        </a:p>
        <a:p>
          <a:pPr marL="685800" lvl="3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300" kern="1200" dirty="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Performance testing 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300" kern="1200" dirty="0">
              <a:solidFill>
                <a:schemeClr val="tx1"/>
              </a:solidFill>
              <a:latin typeface="+mn-lt"/>
              <a:ea typeface="Montserrat" charset="0"/>
              <a:cs typeface="Montserrat" charset="0"/>
            </a:rPr>
            <a:t>Data capture and management</a:t>
          </a:r>
          <a:endParaRPr lang="en-IN" sz="2300" kern="1200"/>
        </a:p>
      </dsp:txBody>
      <dsp:txXfrm>
        <a:off x="5812279" y="845735"/>
        <a:ext cx="5098444" cy="555587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1D7674-ED81-40EE-84B0-B6AA952F5424}">
      <dsp:nvSpPr>
        <dsp:cNvPr id="0" name=""/>
        <dsp:cNvSpPr/>
      </dsp:nvSpPr>
      <dsp:spPr>
        <a:xfrm>
          <a:off x="0" y="0"/>
          <a:ext cx="12112101" cy="12882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i="0" kern="1200" dirty="0">
              <a:solidFill>
                <a:schemeClr val="tx1"/>
              </a:solidFill>
              <a:highlight>
                <a:srgbClr val="FFFF00"/>
              </a:highlight>
            </a:rPr>
            <a:t>Safety measures for- Electrical Shock Hazards</a:t>
          </a:r>
          <a:endParaRPr lang="en-IN" sz="2800" b="1" kern="1200" dirty="0">
            <a:solidFill>
              <a:schemeClr val="tx1"/>
            </a:solidFill>
            <a:highlight>
              <a:srgbClr val="FFFF00"/>
            </a:highlight>
          </a:endParaRPr>
        </a:p>
      </dsp:txBody>
      <dsp:txXfrm>
        <a:off x="0" y="0"/>
        <a:ext cx="12112101" cy="1288220"/>
      </dsp:txXfrm>
    </dsp:sp>
    <dsp:sp modelId="{D5F7E5A6-924A-433F-91B4-6B6F3F34E102}">
      <dsp:nvSpPr>
        <dsp:cNvPr id="0" name=""/>
        <dsp:cNvSpPr/>
      </dsp:nvSpPr>
      <dsp:spPr>
        <a:xfrm>
          <a:off x="0" y="1271411"/>
          <a:ext cx="12112101" cy="54419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i="0" kern="1200" dirty="0"/>
            <a:t>Electrical shock occurs when the body becomes part of the electric circuit</a:t>
          </a:r>
          <a:r>
            <a:rPr lang="en-US" sz="2200" b="0" i="0" kern="1200" dirty="0"/>
            <a:t>, either when an individual comes in contact with both wires of an electrical circuit, one wire of an energized circuit and the ground, or a metallic part that has become energized by contact with an electrical conductor.</a:t>
          </a:r>
          <a:endParaRPr lang="en-IN" sz="2200" b="1" kern="1200" dirty="0"/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dirty="0"/>
            <a:t>The </a:t>
          </a:r>
          <a:r>
            <a:rPr lang="en-US" sz="2200" b="1" i="0" u="sng" kern="1200" dirty="0"/>
            <a:t>severity and effects </a:t>
          </a:r>
          <a:r>
            <a:rPr lang="en-US" sz="2200" b="0" i="0" kern="1200" dirty="0"/>
            <a:t>of an electrical shock depend on a number of factors, such as the </a:t>
          </a:r>
          <a:r>
            <a:rPr lang="en-US" sz="2200" b="1" i="0" u="sng" kern="1200" dirty="0"/>
            <a:t>pathway through the body, the amount of current, the length of time of the exposure, and whether the skin is wet or dry</a:t>
          </a:r>
          <a:r>
            <a:rPr lang="en-US" sz="2200" b="0" i="0" u="sng" kern="1200" dirty="0"/>
            <a:t>. </a:t>
          </a:r>
          <a:r>
            <a:rPr lang="en-US" sz="2200" b="0" i="0" kern="1200" dirty="0"/>
            <a:t> Water is a great conductor of electricity, allowing current to flow more easily in wet conditions and through wet skin.</a:t>
          </a:r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dirty="0"/>
            <a:t>The effect of the shock may range from a slight tingle to severe burns to cardiac arrest. </a:t>
          </a:r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dirty="0"/>
            <a:t>Potential places where this can happen include:</a:t>
          </a:r>
        </a:p>
        <a:p>
          <a:pPr marL="457200" lvl="2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200" b="0" i="0" kern="1200" dirty="0"/>
            <a:t>Panel boards and switchboards</a:t>
          </a:r>
        </a:p>
        <a:p>
          <a:pPr marL="457200" lvl="2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200" b="0" i="0" kern="1200" dirty="0"/>
            <a:t>Motor control </a:t>
          </a:r>
          <a:r>
            <a:rPr lang="en-IN" sz="2200" b="0" i="0" kern="1200" dirty="0" err="1"/>
            <a:t>centers</a:t>
          </a:r>
          <a:endParaRPr lang="en-IN" sz="2200" b="0" i="0" kern="1200" dirty="0"/>
        </a:p>
        <a:p>
          <a:pPr marL="457200" lvl="2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200" b="0" i="0" kern="1200" dirty="0"/>
            <a:t> Metal-clad switchgear</a:t>
          </a:r>
        </a:p>
        <a:p>
          <a:pPr marL="457200" lvl="2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200" b="0" i="0" kern="1200" dirty="0"/>
            <a:t>Transformers</a:t>
          </a:r>
        </a:p>
        <a:p>
          <a:pPr marL="457200" lvl="2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b="0" i="0" kern="1200" dirty="0"/>
            <a:t>Motor starters and drive cabinets</a:t>
          </a:r>
        </a:p>
        <a:p>
          <a:pPr marL="457200" lvl="2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200" b="0" i="0" kern="1200" dirty="0"/>
            <a:t>Fused disconnects</a:t>
          </a:r>
        </a:p>
        <a:p>
          <a:pPr marL="457200" lvl="2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b="0" i="0" kern="1200" dirty="0"/>
            <a:t>Any place that can have equipment failure</a:t>
          </a:r>
        </a:p>
      </dsp:txBody>
      <dsp:txXfrm>
        <a:off x="0" y="1271411"/>
        <a:ext cx="12112101" cy="54419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1D7674-ED81-40EE-84B0-B6AA952F5424}">
      <dsp:nvSpPr>
        <dsp:cNvPr id="0" name=""/>
        <dsp:cNvSpPr/>
      </dsp:nvSpPr>
      <dsp:spPr>
        <a:xfrm>
          <a:off x="0" y="0"/>
          <a:ext cx="10997837" cy="1008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920" tIns="142240" rIns="248920" bIns="14224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b="1" i="0" kern="1200" dirty="0">
              <a:solidFill>
                <a:schemeClr val="tx1"/>
              </a:solidFill>
              <a:highlight>
                <a:srgbClr val="FFFF00"/>
              </a:highlight>
            </a:rPr>
            <a:t>Electrical Shock Hazards</a:t>
          </a:r>
          <a:endParaRPr lang="en-IN" sz="3500" b="1" kern="1200" dirty="0">
            <a:solidFill>
              <a:schemeClr val="tx1"/>
            </a:solidFill>
            <a:highlight>
              <a:srgbClr val="FFFF00"/>
            </a:highlight>
          </a:endParaRPr>
        </a:p>
      </dsp:txBody>
      <dsp:txXfrm>
        <a:off x="0" y="0"/>
        <a:ext cx="10997837" cy="1008000"/>
      </dsp:txXfrm>
    </dsp:sp>
    <dsp:sp modelId="{D5F7E5A6-924A-433F-91B4-6B6F3F34E102}">
      <dsp:nvSpPr>
        <dsp:cNvPr id="0" name=""/>
        <dsp:cNvSpPr/>
      </dsp:nvSpPr>
      <dsp:spPr>
        <a:xfrm>
          <a:off x="0" y="1030250"/>
          <a:ext cx="10997837" cy="55723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248920" bIns="280035" numCol="1" spcCol="1270" anchor="t" anchorCtr="0">
          <a:noAutofit/>
        </a:bodyPr>
        <a:lstStyle/>
        <a:p>
          <a:pPr marL="285750" lvl="1" indent="-285750" algn="just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 dirty="0"/>
            <a:t>Body (tissue) becoming a part of an electrical circuit</a:t>
          </a:r>
          <a:endParaRPr lang="en-IN" sz="3500" kern="1200" dirty="0"/>
        </a:p>
        <a:p>
          <a:pPr marL="285750" lvl="1" indent="-285750" algn="just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 dirty="0"/>
            <a:t>The amount of electricity often depends on the ratio of voltage present</a:t>
          </a:r>
          <a:endParaRPr lang="en-IN" sz="3500" kern="1200" dirty="0"/>
        </a:p>
        <a:p>
          <a:pPr marL="285750" lvl="1" indent="-285750" algn="just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 dirty="0"/>
            <a:t>Before placing the electrodes the skin should be dry.</a:t>
          </a:r>
          <a:endParaRPr lang="en-IN" sz="3500" kern="1200" dirty="0"/>
        </a:p>
        <a:p>
          <a:pPr marL="285750" lvl="1" indent="-285750" algn="just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 dirty="0"/>
            <a:t>The consequence of current flow:</a:t>
          </a:r>
          <a:endParaRPr lang="en-IN" sz="3500" kern="1200" dirty="0"/>
        </a:p>
        <a:p>
          <a:pPr marL="571500" lvl="2" indent="-285750" algn="just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 dirty="0"/>
            <a:t>Electric stimulation of excitable tissue (nerve and muscle)</a:t>
          </a:r>
          <a:endParaRPr lang="en-IN" sz="3500" kern="1200" dirty="0"/>
        </a:p>
        <a:p>
          <a:pPr marL="571500" lvl="2" indent="-285750" algn="just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 dirty="0"/>
            <a:t>Heating of tissues (a result of tissue resistance)</a:t>
          </a:r>
          <a:endParaRPr lang="en-IN" sz="3500" kern="1200" dirty="0"/>
        </a:p>
        <a:p>
          <a:pPr marL="571500" lvl="2" indent="-285750" algn="just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 dirty="0"/>
            <a:t>Electrochemical burns and tissue damage for DC current and very high voltage </a:t>
          </a:r>
          <a:endParaRPr lang="en-IN" sz="3500" kern="1200" dirty="0"/>
        </a:p>
      </dsp:txBody>
      <dsp:txXfrm>
        <a:off x="0" y="1030250"/>
        <a:ext cx="10997837" cy="557235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CA9EE5-13E4-49E9-814F-621C67CAE6F5}">
      <dsp:nvSpPr>
        <dsp:cNvPr id="0" name=""/>
        <dsp:cNvSpPr/>
      </dsp:nvSpPr>
      <dsp:spPr>
        <a:xfrm>
          <a:off x="0" y="57138"/>
          <a:ext cx="10940142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Patient isolation</a:t>
          </a:r>
          <a:endParaRPr lang="en-IN" sz="2400" kern="1200" dirty="0"/>
        </a:p>
      </dsp:txBody>
      <dsp:txXfrm>
        <a:off x="0" y="57138"/>
        <a:ext cx="10940142" cy="691200"/>
      </dsp:txXfrm>
    </dsp:sp>
    <dsp:sp modelId="{930FD1A4-D657-4FCD-9FDB-1FCF46B10848}">
      <dsp:nvSpPr>
        <dsp:cNvPr id="0" name=""/>
        <dsp:cNvSpPr/>
      </dsp:nvSpPr>
      <dsp:spPr>
        <a:xfrm>
          <a:off x="0" y="786976"/>
          <a:ext cx="10940142" cy="5533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kern="1200" dirty="0">
              <a:latin typeface="+mn-lt"/>
            </a:rPr>
            <a:t>Following </a:t>
          </a:r>
          <a:r>
            <a:rPr lang="en-US" sz="2400" kern="1200" dirty="0">
              <a:highlight>
                <a:srgbClr val="FFFF00"/>
              </a:highlight>
              <a:latin typeface="+mn-lt"/>
            </a:rPr>
            <a:t>instructions should be followed if person comes in contact with electric shock;</a:t>
          </a:r>
          <a:endParaRPr lang="en-IN" sz="2400" kern="1200" dirty="0">
            <a:highlight>
              <a:srgbClr val="FFFF00"/>
            </a:highlight>
            <a:latin typeface="+mn-lt"/>
          </a:endParaRP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>
              <a:effectLst/>
              <a:latin typeface="+mn-lt"/>
            </a:rPr>
            <a:t>To turn off power.</a:t>
          </a: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>
              <a:effectLst/>
              <a:latin typeface="+mn-lt"/>
            </a:rPr>
            <a:t>Unplug an appliance if plug is undamaged or shut off power via circuit breaker, fuse box, or outside switch.</a:t>
          </a: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u="sng" kern="1200" dirty="0">
              <a:effectLst/>
              <a:latin typeface="+mn-lt"/>
            </a:rPr>
            <a:t>If you can't turn off power:</a:t>
          </a: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>
              <a:effectLst/>
              <a:latin typeface="+mn-lt"/>
            </a:rPr>
            <a:t>Stand on something dry and non-conductive, such as dry newspapers, telephone book, or wooden board.</a:t>
          </a:r>
          <a:endParaRPr lang="en-US" sz="2400" b="0" i="0" kern="1200" dirty="0">
            <a:effectLst/>
            <a:latin typeface="+mn-lt"/>
          </a:endParaRP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>
              <a:effectLst/>
              <a:latin typeface="+mn-lt"/>
            </a:rPr>
            <a:t>Try to separate the person from current using non-conductive object such as wooden or plastic broom handle, chair, or rubber doormat.</a:t>
          </a: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u="sng" kern="1200" dirty="0">
              <a:effectLst/>
              <a:latin typeface="+mn-lt"/>
            </a:rPr>
            <a:t>If high voltage lines are involved:</a:t>
          </a: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>
              <a:effectLst/>
              <a:latin typeface="+mn-lt"/>
            </a:rPr>
            <a:t>The local power company must shut them off.</a:t>
          </a:r>
          <a:endParaRPr lang="en-US" sz="2400" b="0" i="0" kern="1200" dirty="0">
            <a:effectLst/>
            <a:latin typeface="+mn-lt"/>
          </a:endParaRP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>
              <a:effectLst/>
              <a:latin typeface="+mn-lt"/>
            </a:rPr>
            <a:t>Do not try to separate the person from current if you feel a tingling sensation in your legs and lower body. Hop on one foot to a safe place where you can wait for lines to be disconnected.</a:t>
          </a:r>
        </a:p>
      </dsp:txBody>
      <dsp:txXfrm>
        <a:off x="0" y="786976"/>
        <a:ext cx="10940142" cy="55339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s://images.app.goo.gl/5obqqxo93P2UBmdU6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diagramLayout" Target="../diagrams/layout2.xml"/><Relationship Id="rId7" Type="http://schemas.openxmlformats.org/officeDocument/2006/relationships/image" Target="../media/image1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15.jpe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324148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331938"/>
              </p:ext>
            </p:extLst>
          </p:nvPr>
        </p:nvGraphicFramePr>
        <p:xfrm>
          <a:off x="350879" y="334844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879" y="334844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This is a logo of chandigarh University" title="chandigarh university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604322" y="1463040"/>
            <a:ext cx="8126357" cy="3708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itchFamily="18" charset="0"/>
                <a:ea typeface="Karla" pitchFamily="2" charset="0"/>
                <a:cs typeface="Times New Roman" pitchFamily="18" charset="0"/>
              </a:rPr>
              <a:t>UNIVERSITY INSTITUTE OF SCIENCES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itchFamily="18" charset="0"/>
                <a:ea typeface="Karla" pitchFamily="2" charset="0"/>
                <a:cs typeface="Times New Roman" pitchFamily="18" charset="0"/>
              </a:rPr>
              <a:t>Academic Unit V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Biology For Engineers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23SZT148</a:t>
            </a: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600" b="1" dirty="0">
                <a:latin typeface="Arial" panose="020B0604020202020204" pitchFamily="34" charset="0"/>
              </a:rPr>
              <a:t>Patient isolation, and accident prevention</a:t>
            </a:r>
            <a:endParaRPr lang="en-US" sz="1600" b="1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58557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4A225-0C39-41B8-8156-52FA829B5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27" y="921373"/>
            <a:ext cx="6056313" cy="715962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Course Outcome 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774966-ABEE-421A-86C4-FF2E9BD06FAB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1748790"/>
          <a:ext cx="6793327" cy="4336096"/>
        </p:xfrm>
        <a:graphic>
          <a:graphicData uri="http://schemas.openxmlformats.org/drawingml/2006/table">
            <a:tbl>
              <a:tblPr/>
              <a:tblGrid>
                <a:gridCol w="1045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1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500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 Number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Level 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00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the biological concepts from an engineering perspective.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00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of artificial systems mimicking human action.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00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 the basic of genetics that helps to identify and formulate problems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569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knowledge of measurement system, biomedical recording system and biosensors to excel in areas such as entrepreneurship, medicine, government, and education.</a:t>
                      </a:r>
                    </a:p>
                  </a:txBody>
                  <a:tcPr marL="114300" marR="1143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375">
                <a:tc>
                  <a:txBody>
                    <a:bodyPr/>
                    <a:lstStyle/>
                    <a:p>
                      <a:pPr marR="5397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CO5</a:t>
                      </a:r>
                      <a:endParaRPr lang="en-IN" sz="16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Integrate biological principles for developing next generation technologies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74846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95C3D83-8F2E-42AB-9062-CA4D5D042D8B}"/>
              </a:ext>
            </a:extLst>
          </p:cNvPr>
          <p:cNvSpPr/>
          <p:nvPr/>
        </p:nvSpPr>
        <p:spPr>
          <a:xfrm>
            <a:off x="8169275" y="5022850"/>
            <a:ext cx="3300413" cy="673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be covered in this lecture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EE6DA7-3F8E-46CE-A5B7-337A4278EAE8}"/>
              </a:ext>
            </a:extLst>
          </p:cNvPr>
          <p:cNvCxnSpPr>
            <a:cxnSpLocks/>
          </p:cNvCxnSpPr>
          <p:nvPr/>
        </p:nvCxnSpPr>
        <p:spPr>
          <a:xfrm>
            <a:off x="7052310" y="4838700"/>
            <a:ext cx="1009015" cy="260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1" name="Rectangle 9">
            <a:extLst>
              <a:ext uri="{FF2B5EF4-FFF2-40B4-BE49-F238E27FC236}">
                <a16:creationId xmlns:a16="http://schemas.microsoft.com/office/drawing/2014/main" id="{7D66934D-516E-4810-AFFC-286DF459E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5808663"/>
            <a:ext cx="47577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n-IN" altLang="en-US" sz="120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https://images.app.goo.gl/5obqqxo93P2UBmdU6</a:t>
            </a:r>
            <a:r>
              <a:rPr lang="en-IN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2C3D93-BD98-4C3E-83EC-BA125ECA1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3375" y="5219700"/>
            <a:ext cx="428625" cy="1638300"/>
          </a:xfrm>
          <a:prstGeom prst="rect">
            <a:avLst/>
          </a:prstGeom>
        </p:spPr>
      </p:pic>
      <p:pic>
        <p:nvPicPr>
          <p:cNvPr id="11266" name="Picture 2" descr="Embedded-Electronics: High CMRR Instrumentation Amplifier (Schematic and  Layout) design for biomedical applications">
            <a:extLst>
              <a:ext uri="{FF2B5EF4-FFF2-40B4-BE49-F238E27FC236}">
                <a16:creationId xmlns:a16="http://schemas.microsoft.com/office/drawing/2014/main" id="{5F5BDA82-0BDB-4168-970A-C43691EC1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19" y="1748790"/>
            <a:ext cx="4532404" cy="3161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CAAAA-1DAB-4779-A8F8-3B8B853C0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649" y="187577"/>
            <a:ext cx="10018712" cy="964649"/>
          </a:xfrm>
        </p:spPr>
        <p:txBody>
          <a:bodyPr/>
          <a:lstStyle/>
          <a:p>
            <a:pPr algn="ctr">
              <a:defRPr/>
            </a:pP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SYLLABUS</a:t>
            </a:r>
            <a:endParaRPr lang="en-IN" dirty="0"/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F2A3BAA2-2588-43A9-8606-0FB507D225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graphicFrame>
        <p:nvGraphicFramePr>
          <p:cNvPr id="4" name="Content Placeholder 9">
            <a:extLst>
              <a:ext uri="{FF2B5EF4-FFF2-40B4-BE49-F238E27FC236}">
                <a16:creationId xmlns:a16="http://schemas.microsoft.com/office/drawing/2014/main" id="{133B9873-0D72-4F00-B232-68A50C2F664D}"/>
              </a:ext>
            </a:extLst>
          </p:cNvPr>
          <p:cNvGraphicFramePr>
            <a:graphicFrameLocks noGrp="1"/>
          </p:cNvGraphicFramePr>
          <p:nvPr/>
        </p:nvGraphicFramePr>
        <p:xfrm>
          <a:off x="901382" y="1109245"/>
          <a:ext cx="10485247" cy="5006939"/>
        </p:xfrm>
        <a:graphic>
          <a:graphicData uri="http://schemas.openxmlformats.org/drawingml/2006/table">
            <a:tbl>
              <a:tblPr/>
              <a:tblGrid>
                <a:gridCol w="237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2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16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Unit-3</a:t>
                      </a:r>
                      <a:endParaRPr kumimoji="0" lang="en-I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Bio Medical Instrumentation</a:t>
                      </a:r>
                      <a:endParaRPr kumimoji="0" lang="en-I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Contact Hours: 15</a:t>
                      </a:r>
                      <a:endParaRPr kumimoji="0" lang="en-I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0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Chapter 1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Electrical stimulus and biophysical activity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Chapter 2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Biomedical recording system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5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Chapter 3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Tissue Engineering</a:t>
                      </a:r>
                    </a:p>
                    <a:p>
                      <a:pPr marL="0" marR="0" lvl="0" indent="0" algn="just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 </a:t>
                      </a:r>
                      <a:endParaRPr kumimoji="0" lang="en-I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endParaRPr kumimoji="0" lang="en-US" altLang="en-US" sz="1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/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Electrical stimulus and biophysical activity: 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Patient, electrical shock and hazards, leakage current, Electrical activity of heart (ECG), Electrical activity of brain (EEG),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Electrorentinogram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(ERG), Electro-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occologram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(EOG), Electromyogram (EMG).</a:t>
                      </a:r>
                      <a:endParaRPr lang="en-IN" sz="2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algn="just"/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Biomedical recording systems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:  Basic Recording system, General consideration for signal conditioners Preamplifiers, Differential Amplifier, Isolation Amplifier,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Vectorcardiograph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, Phonocardiograph,  Other biomedical records, Patient isolation, and accident prevention.</a:t>
                      </a:r>
                    </a:p>
                    <a:p>
                      <a:pPr algn="just"/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/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Tissue Engineering: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Recombinant DNA technology, Stem cell biology &amp; Tissue Engineering.</a:t>
                      </a:r>
                      <a:endParaRPr kumimoji="0" lang="en-I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6743DF-A2AA-40B4-9D51-6578F86F6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3375" y="5219700"/>
            <a:ext cx="428625" cy="1638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BF78F-FE31-4602-962F-AF0650079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92287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Patient Safety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87ED1-765C-43BE-9B03-E727509E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3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A07EB5-5762-43CD-A37A-0258A90C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DA7C113-304B-4631-B5F8-5103F817606B}"/>
              </a:ext>
            </a:extLst>
          </p:cNvPr>
          <p:cNvGraphicFramePr/>
          <p:nvPr/>
        </p:nvGraphicFramePr>
        <p:xfrm>
          <a:off x="790943" y="136525"/>
          <a:ext cx="10851707" cy="6584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904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BEB02C-65C5-4B06-A68B-7B530CE41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3DACFA7-04F1-4493-9B15-1F0D3FCF07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0201728"/>
              </p:ext>
            </p:extLst>
          </p:nvPr>
        </p:nvGraphicFramePr>
        <p:xfrm>
          <a:off x="864870" y="0"/>
          <a:ext cx="7227569" cy="6470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4874F09-7F57-4263-AD79-68878C41AB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49589" y="2331423"/>
            <a:ext cx="3917076" cy="293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4A17E5-C5DA-42BA-8C36-2E04E169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0D1286-638A-4419-835C-0E0CA7C1CB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83" r="22363" b="8242"/>
          <a:stretch/>
        </p:blipFill>
        <p:spPr>
          <a:xfrm>
            <a:off x="822960" y="1042987"/>
            <a:ext cx="3817620" cy="4772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C422C-7DCF-4CDE-8DB4-DCB700EF6C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583" t="5604" r="20385" b="11320"/>
          <a:stretch/>
        </p:blipFill>
        <p:spPr>
          <a:xfrm>
            <a:off x="5617028" y="3631368"/>
            <a:ext cx="2993571" cy="29378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9A7812-341F-4FD8-9B1D-07BA3A2752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407" t="6721" r="21538" b="10660"/>
          <a:stretch/>
        </p:blipFill>
        <p:spPr>
          <a:xfrm>
            <a:off x="8662035" y="3646489"/>
            <a:ext cx="2888198" cy="29378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8EEBEA-7242-4CDD-A97F-7A42F457E74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342" t="4121" r="16777" b="8242"/>
          <a:stretch/>
        </p:blipFill>
        <p:spPr>
          <a:xfrm>
            <a:off x="7181088" y="503730"/>
            <a:ext cx="2888198" cy="304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53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4D473B-1301-4BB5-BCCD-80E660CEE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8350B1B-8BA8-4B5E-A2A2-759698FD06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9934745"/>
              </p:ext>
            </p:extLst>
          </p:nvPr>
        </p:nvGraphicFramePr>
        <p:xfrm>
          <a:off x="774700" y="136526"/>
          <a:ext cx="11021060" cy="6630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409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A89ED1-4F8C-4439-B656-CA313A89F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72D128E-61E6-404C-870C-99C2D30806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9963877"/>
              </p:ext>
            </p:extLst>
          </p:nvPr>
        </p:nvGraphicFramePr>
        <p:xfrm>
          <a:off x="838200" y="136526"/>
          <a:ext cx="10900410" cy="6584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5266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A603C-7507-4C52-88C5-1DD542B8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D096293-99EA-484A-870C-9ECD39ADCA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9016780"/>
              </p:ext>
            </p:extLst>
          </p:nvPr>
        </p:nvGraphicFramePr>
        <p:xfrm>
          <a:off x="12700" y="0"/>
          <a:ext cx="121793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30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BCA45D-BF66-4B2C-A9A0-137F8FF7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85CC86D-BF0A-4AB6-83A8-D63A6A673784}"/>
              </a:ext>
            </a:extLst>
          </p:cNvPr>
          <p:cNvGraphicFramePr/>
          <p:nvPr/>
        </p:nvGraphicFramePr>
        <p:xfrm>
          <a:off x="838200" y="136525"/>
          <a:ext cx="10910777" cy="6584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0155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0176D7-56C6-B90F-94DF-EC9A66321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AFB51FF-998D-4DE4-427C-0DC6F31D6A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5126909"/>
              </p:ext>
            </p:extLst>
          </p:nvPr>
        </p:nvGraphicFramePr>
        <p:xfrm>
          <a:off x="79899" y="0"/>
          <a:ext cx="12112101" cy="6721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Electric shock and short circuit. Safety... - Stock Illustration [82550979]  - PIXTA">
            <a:extLst>
              <a:ext uri="{FF2B5EF4-FFF2-40B4-BE49-F238E27FC236}">
                <a16:creationId xmlns:a16="http://schemas.microsoft.com/office/drawing/2014/main" id="{05BE25C1-F991-FE80-5974-A308E4276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8300" y="4175125"/>
            <a:ext cx="2095500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31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F60186-BC7D-4DA5-945C-5119F1EF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D9583F2-F0E9-40C9-8342-D12BE91E5A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0104404"/>
              </p:ext>
            </p:extLst>
          </p:nvPr>
        </p:nvGraphicFramePr>
        <p:xfrm>
          <a:off x="769619" y="96625"/>
          <a:ext cx="10997837" cy="662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4978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ACF557-8371-4D02-0F9B-E0268CFA5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8476AED-4099-71EF-54FF-40EF5E4069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951678"/>
              </p:ext>
            </p:extLst>
          </p:nvPr>
        </p:nvGraphicFramePr>
        <p:xfrm>
          <a:off x="838201" y="136526"/>
          <a:ext cx="10940142" cy="6416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9456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C59F10-0469-41D9-A47C-F060815B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40A539-1310-4D21-9FC1-E792ADB6FF91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CF7F0C1-FE0E-4E84-A272-84F7546F2642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D00CC3-55E7-4469-98E5-1A8A78152859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9CF1A8-335C-4318-A62F-D8B26CCFE9EA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9D7ACC-7173-4DA8-AD85-0F4CC72A567A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BCEF22BB-5CC6-4042-B1A9-67C1E7A75123}"/>
              </a:ext>
            </a:extLst>
          </p:cNvPr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9" name="Diamond 6">
            <a:extLst>
              <a:ext uri="{FF2B5EF4-FFF2-40B4-BE49-F238E27FC236}">
                <a16:creationId xmlns:a16="http://schemas.microsoft.com/office/drawing/2014/main" id="{746AE031-6D5F-4A9E-AE33-411F488922CC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10" name="Diamond 6">
            <a:extLst>
              <a:ext uri="{FF2B5EF4-FFF2-40B4-BE49-F238E27FC236}">
                <a16:creationId xmlns:a16="http://schemas.microsoft.com/office/drawing/2014/main" id="{CBC164E6-23F9-4682-84A0-3D4F5573EDDD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42987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8235</TotalTime>
  <Words>1028</Words>
  <Application>Microsoft Office PowerPoint</Application>
  <PresentationFormat>Widescreen</PresentationFormat>
  <Paragraphs>149</Paragraphs>
  <Slides>15</Slides>
  <Notes>0</Notes>
  <HiddenSlides>0</HiddenSlides>
  <MMClips>0</MMClips>
  <ScaleCrop>false</ScaleCrop>
  <HeadingPairs>
    <vt:vector size="10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  <vt:variant>
        <vt:lpstr>Custom Shows</vt:lpstr>
      </vt:variant>
      <vt:variant>
        <vt:i4>1</vt:i4>
      </vt:variant>
    </vt:vector>
  </HeadingPairs>
  <TitlesOfParts>
    <vt:vector size="25" baseType="lpstr">
      <vt:lpstr>Arial</vt:lpstr>
      <vt:lpstr>Calibri</vt:lpstr>
      <vt:lpstr>Calibri Light</vt:lpstr>
      <vt:lpstr>Casper</vt:lpstr>
      <vt:lpstr>Raleway ExtraBold</vt:lpstr>
      <vt:lpstr>Times New Roman</vt:lpstr>
      <vt:lpstr>1_Office Theme</vt:lpstr>
      <vt:lpstr>Contents Slide Master</vt:lpstr>
      <vt:lpstr>CorelDRAW</vt:lpstr>
      <vt:lpstr>PowerPoint Presentation</vt:lpstr>
      <vt:lpstr>Course Outcome </vt:lpstr>
      <vt:lpstr>SYLLABUS</vt:lpstr>
      <vt:lpstr>Patient Safety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matharu8832@gmail.com</cp:lastModifiedBy>
  <cp:revision>676</cp:revision>
  <dcterms:created xsi:type="dcterms:W3CDTF">2019-01-09T10:33:58Z</dcterms:created>
  <dcterms:modified xsi:type="dcterms:W3CDTF">2023-10-30T16:06:42Z</dcterms:modified>
</cp:coreProperties>
</file>