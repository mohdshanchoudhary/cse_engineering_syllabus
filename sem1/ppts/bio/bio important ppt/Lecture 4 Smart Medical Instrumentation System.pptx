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tmp" ContentType="image/png"/>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6" r:id="rId2"/>
  </p:sldMasterIdLst>
  <p:notesMasterIdLst>
    <p:notesMasterId r:id="rId22"/>
  </p:notesMasterIdLst>
  <p:handoutMasterIdLst>
    <p:handoutMasterId r:id="rId23"/>
  </p:handoutMasterIdLst>
  <p:sldIdLst>
    <p:sldId id="277" r:id="rId3"/>
    <p:sldId id="374" r:id="rId4"/>
    <p:sldId id="382" r:id="rId5"/>
    <p:sldId id="377" r:id="rId6"/>
    <p:sldId id="456" r:id="rId7"/>
    <p:sldId id="457" r:id="rId8"/>
    <p:sldId id="402" r:id="rId9"/>
    <p:sldId id="459" r:id="rId10"/>
    <p:sldId id="458" r:id="rId11"/>
    <p:sldId id="404" r:id="rId12"/>
    <p:sldId id="388" r:id="rId13"/>
    <p:sldId id="405" r:id="rId14"/>
    <p:sldId id="406" r:id="rId15"/>
    <p:sldId id="386" r:id="rId16"/>
    <p:sldId id="460" r:id="rId17"/>
    <p:sldId id="391" r:id="rId18"/>
    <p:sldId id="408" r:id="rId19"/>
    <p:sldId id="413" r:id="rId20"/>
    <p:sldId id="455"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8137"/>
    <a:srgbClr val="BC8F00"/>
    <a:srgbClr val="860000"/>
    <a:srgbClr val="00B0F0"/>
    <a:srgbClr val="1B3F5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86" d="100"/>
          <a:sy n="86" d="100"/>
        </p:scale>
        <p:origin x="562" y="67"/>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heme" Target="theme/theme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handoutMaster" Target="handoutMasters/handoutMaster1.xml"/><Relationship Id="rId28" Type="http://schemas.microsoft.com/office/2016/11/relationships/changesInfo" Target="changesInfos/changesInfo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notesMaster" Target="notesMasters/notesMaster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vinder Kaur" userId="89161a673412ba18" providerId="LiveId" clId="{7626DBD8-AC51-4509-A61A-D1A029445EC8}"/>
    <pc:docChg chg="delSld modSld">
      <pc:chgData name="Devinder Kaur" userId="89161a673412ba18" providerId="LiveId" clId="{7626DBD8-AC51-4509-A61A-D1A029445EC8}" dt="2022-11-24T06:16:13.482" v="1" actId="47"/>
      <pc:docMkLst>
        <pc:docMk/>
      </pc:docMkLst>
      <pc:sldChg chg="modSp mod">
        <pc:chgData name="Devinder Kaur" userId="89161a673412ba18" providerId="LiveId" clId="{7626DBD8-AC51-4509-A61A-D1A029445EC8}" dt="2022-11-24T06:16:03.567" v="0" actId="20577"/>
        <pc:sldMkLst>
          <pc:docMk/>
          <pc:sldMk cId="456502190" sldId="277"/>
        </pc:sldMkLst>
        <pc:spChg chg="mod">
          <ac:chgData name="Devinder Kaur" userId="89161a673412ba18" providerId="LiveId" clId="{7626DBD8-AC51-4509-A61A-D1A029445EC8}" dt="2022-11-24T06:16:03.567" v="0" actId="20577"/>
          <ac:spMkLst>
            <pc:docMk/>
            <pc:sldMk cId="456502190" sldId="277"/>
            <ac:spMk id="26" creationId="{00000000-0000-0000-0000-000000000000}"/>
          </ac:spMkLst>
        </pc:spChg>
      </pc:sldChg>
      <pc:sldChg chg="del">
        <pc:chgData name="Devinder Kaur" userId="89161a673412ba18" providerId="LiveId" clId="{7626DBD8-AC51-4509-A61A-D1A029445EC8}" dt="2022-11-24T06:16:13.482" v="1" actId="47"/>
        <pc:sldMkLst>
          <pc:docMk/>
          <pc:sldMk cId="0" sldId="375"/>
        </pc:sldMkLst>
      </pc:sldChg>
    </pc:docChg>
  </pc:docChgLst>
  <pc:docChgLst>
    <pc:chgData name="Devinder Kaur" userId="89161a673412ba18" providerId="LiveId" clId="{7CD520C5-4A48-426E-BB64-0B303536535B}"/>
    <pc:docChg chg="modSld">
      <pc:chgData name="Devinder Kaur" userId="89161a673412ba18" providerId="LiveId" clId="{7CD520C5-4A48-426E-BB64-0B303536535B}" dt="2022-10-28T08:40:10.858" v="5" actId="14100"/>
      <pc:docMkLst>
        <pc:docMk/>
      </pc:docMkLst>
      <pc:sldChg chg="modSp mod">
        <pc:chgData name="Devinder Kaur" userId="89161a673412ba18" providerId="LiveId" clId="{7CD520C5-4A48-426E-BB64-0B303536535B}" dt="2022-10-28T08:39:34.072" v="3" actId="20577"/>
        <pc:sldMkLst>
          <pc:docMk/>
          <pc:sldMk cId="2790113747" sldId="378"/>
        </pc:sldMkLst>
        <pc:spChg chg="mod">
          <ac:chgData name="Devinder Kaur" userId="89161a673412ba18" providerId="LiveId" clId="{7CD520C5-4A48-426E-BB64-0B303536535B}" dt="2022-10-28T08:39:34.072" v="3" actId="20577"/>
          <ac:spMkLst>
            <pc:docMk/>
            <pc:sldMk cId="2790113747" sldId="378"/>
            <ac:spMk id="2" creationId="{786D637A-D1FE-49FE-BE6A-44C68B6DD4B1}"/>
          </ac:spMkLst>
        </pc:spChg>
      </pc:sldChg>
      <pc:sldChg chg="modSp mod">
        <pc:chgData name="Devinder Kaur" userId="89161a673412ba18" providerId="LiveId" clId="{7CD520C5-4A48-426E-BB64-0B303536535B}" dt="2022-10-28T08:40:10.858" v="5" actId="14100"/>
        <pc:sldMkLst>
          <pc:docMk/>
          <pc:sldMk cId="109873146" sldId="402"/>
        </pc:sldMkLst>
        <pc:graphicFrameChg chg="mod">
          <ac:chgData name="Devinder Kaur" userId="89161a673412ba18" providerId="LiveId" clId="{7CD520C5-4A48-426E-BB64-0B303536535B}" dt="2022-10-28T08:40:10.858" v="5" actId="14100"/>
          <ac:graphicFrameMkLst>
            <pc:docMk/>
            <pc:sldMk cId="109873146" sldId="402"/>
            <ac:graphicFrameMk id="2" creationId="{8D1CEDEA-EA24-4CD1-BD75-5D5FEB28463F}"/>
          </ac:graphicFrameMkLst>
        </pc:graphicFrameChg>
      </pc:sldChg>
      <pc:sldChg chg="modSp">
        <pc:chgData name="Devinder Kaur" userId="89161a673412ba18" providerId="LiveId" clId="{7CD520C5-4A48-426E-BB64-0B303536535B}" dt="2022-10-28T08:36:35.636" v="0" actId="123"/>
        <pc:sldMkLst>
          <pc:docMk/>
          <pc:sldMk cId="0" sldId="424"/>
        </pc:sldMkLst>
        <pc:graphicFrameChg chg="mod">
          <ac:chgData name="Devinder Kaur" userId="89161a673412ba18" providerId="LiveId" clId="{7CD520C5-4A48-426E-BB64-0B303536535B}" dt="2022-10-28T08:36:35.636" v="0" actId="123"/>
          <ac:graphicFrameMkLst>
            <pc:docMk/>
            <pc:sldMk cId="0" sldId="424"/>
            <ac:graphicFrameMk id="2" creationId="{4DF9158C-8C80-4FA9-AA11-B35C6CB5711C}"/>
          </ac:graphicFrameMkLst>
        </pc:graphicFrame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5CC5EB2-0C6E-4C07-9EB8-0F00AF3DAB27}"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IN"/>
        </a:p>
      </dgm:t>
    </dgm:pt>
    <dgm:pt modelId="{CBD9D074-90BC-4F16-9C68-EFB0DBC978DD}">
      <dgm:prSet phldrT="[Text]" custT="1"/>
      <dgm:spPr/>
      <dgm:t>
        <a:bodyPr/>
        <a:lstStyle/>
        <a:p>
          <a:pPr algn="just">
            <a:spcAft>
              <a:spcPts val="1200"/>
            </a:spcAft>
          </a:pPr>
          <a:r>
            <a:rPr lang="en-US" sz="3900" b="1" dirty="0"/>
            <a:t>Brain</a:t>
          </a:r>
          <a:r>
            <a:rPr lang="en-US" sz="3900" dirty="0"/>
            <a:t> of computer/instrument. </a:t>
          </a:r>
          <a:endParaRPr lang="en-IN" sz="3900" dirty="0"/>
        </a:p>
      </dgm:t>
    </dgm:pt>
    <dgm:pt modelId="{A3091BD3-3E20-40CC-99F8-15F7C4900B53}" type="parTrans" cxnId="{ADC8BCA5-A576-4E26-9AFD-201417FC63FA}">
      <dgm:prSet/>
      <dgm:spPr/>
      <dgm:t>
        <a:bodyPr/>
        <a:lstStyle/>
        <a:p>
          <a:endParaRPr lang="en-IN"/>
        </a:p>
      </dgm:t>
    </dgm:pt>
    <dgm:pt modelId="{5F1531CA-342F-41C1-8BA4-1E9A8CBF85C7}" type="sibTrans" cxnId="{ADC8BCA5-A576-4E26-9AFD-201417FC63FA}">
      <dgm:prSet/>
      <dgm:spPr/>
      <dgm:t>
        <a:bodyPr/>
        <a:lstStyle/>
        <a:p>
          <a:endParaRPr lang="en-IN"/>
        </a:p>
      </dgm:t>
    </dgm:pt>
    <dgm:pt modelId="{155A0651-6C8A-4DAA-B910-58280CE6D1B5}">
      <dgm:prSet phldrT="[Text]"/>
      <dgm:spPr/>
      <dgm:t>
        <a:bodyPr/>
        <a:lstStyle/>
        <a:p>
          <a:pPr algn="just">
            <a:spcAft>
              <a:spcPts val="1200"/>
            </a:spcAft>
          </a:pPr>
          <a:r>
            <a:rPr lang="en-US" sz="3900" dirty="0"/>
            <a:t>Responsible for </a:t>
          </a:r>
          <a:r>
            <a:rPr lang="en-US" sz="3900" b="1" dirty="0"/>
            <a:t>organizing and executing every instruction.</a:t>
          </a:r>
          <a:endParaRPr lang="en-IN" sz="3900" b="1" dirty="0"/>
        </a:p>
      </dgm:t>
    </dgm:pt>
    <dgm:pt modelId="{BAEEE8CC-1DB6-42C1-8313-2930808B0913}" type="parTrans" cxnId="{2CED6903-E035-4A15-8A41-7E370D069E65}">
      <dgm:prSet/>
      <dgm:spPr/>
      <dgm:t>
        <a:bodyPr/>
        <a:lstStyle/>
        <a:p>
          <a:endParaRPr lang="en-IN"/>
        </a:p>
      </dgm:t>
    </dgm:pt>
    <dgm:pt modelId="{43B5A0CC-ECBD-41D9-A168-70E7A1FC708B}" type="sibTrans" cxnId="{2CED6903-E035-4A15-8A41-7E370D069E65}">
      <dgm:prSet/>
      <dgm:spPr/>
      <dgm:t>
        <a:bodyPr/>
        <a:lstStyle/>
        <a:p>
          <a:endParaRPr lang="en-IN"/>
        </a:p>
      </dgm:t>
    </dgm:pt>
    <dgm:pt modelId="{B15D3713-C590-4090-A0C0-6E66301A628C}">
      <dgm:prSet phldrT="[Text]"/>
      <dgm:spPr/>
      <dgm:t>
        <a:bodyPr/>
        <a:lstStyle/>
        <a:p>
          <a:pPr algn="just">
            <a:spcAft>
              <a:spcPts val="1200"/>
            </a:spcAft>
            <a:buFontTx/>
            <a:buNone/>
          </a:pPr>
          <a:r>
            <a:rPr lang="en-US" sz="3900" dirty="0"/>
            <a:t>                 Following components:</a:t>
          </a:r>
          <a:endParaRPr lang="en-IN" sz="3900" dirty="0"/>
        </a:p>
      </dgm:t>
    </dgm:pt>
    <dgm:pt modelId="{EF69F9BE-1836-4A3C-8ECB-F2243295428B}" type="parTrans" cxnId="{28F82797-B25F-4142-9111-C82EB01AB1A7}">
      <dgm:prSet/>
      <dgm:spPr/>
      <dgm:t>
        <a:bodyPr/>
        <a:lstStyle/>
        <a:p>
          <a:endParaRPr lang="en-IN"/>
        </a:p>
      </dgm:t>
    </dgm:pt>
    <dgm:pt modelId="{0BA39FC7-95E9-45AC-8F7A-2E38CE9A9638}" type="sibTrans" cxnId="{28F82797-B25F-4142-9111-C82EB01AB1A7}">
      <dgm:prSet/>
      <dgm:spPr/>
      <dgm:t>
        <a:bodyPr/>
        <a:lstStyle/>
        <a:p>
          <a:endParaRPr lang="en-IN"/>
        </a:p>
      </dgm:t>
    </dgm:pt>
    <dgm:pt modelId="{BD8F8C17-5944-492E-A918-05239FCE2DC5}">
      <dgm:prSet phldrT="[Text]" custT="1"/>
      <dgm:spPr/>
      <dgm:t>
        <a:bodyPr/>
        <a:lstStyle/>
        <a:p>
          <a:pPr algn="just">
            <a:spcAft>
              <a:spcPts val="1200"/>
            </a:spcAft>
            <a:buFontTx/>
            <a:buNone/>
          </a:pPr>
          <a:r>
            <a:rPr lang="en-US" sz="3900" dirty="0"/>
            <a:t>                       </a:t>
          </a:r>
          <a:r>
            <a:rPr lang="en-US" sz="3600" b="1" dirty="0"/>
            <a:t>CPU (Central processing unit)</a:t>
          </a:r>
          <a:endParaRPr lang="en-IN" sz="3600" b="1" dirty="0"/>
        </a:p>
      </dgm:t>
    </dgm:pt>
    <dgm:pt modelId="{F2F9BAD4-07B8-49B6-A8C4-BFC3927A682B}" type="parTrans" cxnId="{263F5581-47B8-4502-9210-FF01CF8706D0}">
      <dgm:prSet/>
      <dgm:spPr/>
      <dgm:t>
        <a:bodyPr/>
        <a:lstStyle/>
        <a:p>
          <a:endParaRPr lang="en-IN"/>
        </a:p>
      </dgm:t>
    </dgm:pt>
    <dgm:pt modelId="{6F191C3E-B408-4E4C-8EA2-AC0FA6C7619B}" type="sibTrans" cxnId="{263F5581-47B8-4502-9210-FF01CF8706D0}">
      <dgm:prSet/>
      <dgm:spPr/>
      <dgm:t>
        <a:bodyPr/>
        <a:lstStyle/>
        <a:p>
          <a:endParaRPr lang="en-IN"/>
        </a:p>
      </dgm:t>
    </dgm:pt>
    <dgm:pt modelId="{91F07193-BA06-495F-9DE9-FF833F667F0E}">
      <dgm:prSet phldrT="[Text]" custT="1"/>
      <dgm:spPr/>
      <dgm:t>
        <a:bodyPr/>
        <a:lstStyle/>
        <a:p>
          <a:pPr algn="just">
            <a:spcAft>
              <a:spcPts val="1200"/>
            </a:spcAft>
            <a:buFontTx/>
            <a:buNone/>
          </a:pPr>
          <a:r>
            <a:rPr lang="en-US" sz="3600" b="1" dirty="0"/>
            <a:t>                         Cache memory</a:t>
          </a:r>
          <a:endParaRPr lang="en-IN" sz="3600" b="1" dirty="0"/>
        </a:p>
      </dgm:t>
    </dgm:pt>
    <dgm:pt modelId="{FBC57985-21B2-4F41-BE28-EDDF40879F29}" type="parTrans" cxnId="{DA86F841-622C-4CB3-8E88-970C58A2138A}">
      <dgm:prSet/>
      <dgm:spPr/>
      <dgm:t>
        <a:bodyPr/>
        <a:lstStyle/>
        <a:p>
          <a:endParaRPr lang="en-IN"/>
        </a:p>
      </dgm:t>
    </dgm:pt>
    <dgm:pt modelId="{7C04A748-E031-40C9-9863-C9AD5269E016}" type="sibTrans" cxnId="{DA86F841-622C-4CB3-8E88-970C58A2138A}">
      <dgm:prSet/>
      <dgm:spPr/>
      <dgm:t>
        <a:bodyPr/>
        <a:lstStyle/>
        <a:p>
          <a:endParaRPr lang="en-IN"/>
        </a:p>
      </dgm:t>
    </dgm:pt>
    <dgm:pt modelId="{4BFF9E64-238A-4231-BB07-8812AB077A98}">
      <dgm:prSet phldrT="[Text]" custT="1"/>
      <dgm:spPr/>
      <dgm:t>
        <a:bodyPr/>
        <a:lstStyle/>
        <a:p>
          <a:endParaRPr lang="en-IN" sz="3600" b="1" dirty="0">
            <a:solidFill>
              <a:schemeClr val="tx1"/>
            </a:solidFill>
            <a:highlight>
              <a:srgbClr val="FFFF00"/>
            </a:highlight>
            <a:latin typeface="+mj-lt"/>
          </a:endParaRPr>
        </a:p>
      </dgm:t>
    </dgm:pt>
    <dgm:pt modelId="{D0D69858-7920-4B1D-BDC3-819B5EEA7F5F}" type="sibTrans" cxnId="{CCB387F9-CF05-4325-8E84-250F0871C2BD}">
      <dgm:prSet/>
      <dgm:spPr/>
      <dgm:t>
        <a:bodyPr/>
        <a:lstStyle/>
        <a:p>
          <a:endParaRPr lang="en-IN"/>
        </a:p>
      </dgm:t>
    </dgm:pt>
    <dgm:pt modelId="{10B18FBD-A7E4-4F1E-931A-03FD3BB001F3}" type="parTrans" cxnId="{CCB387F9-CF05-4325-8E84-250F0871C2BD}">
      <dgm:prSet/>
      <dgm:spPr/>
      <dgm:t>
        <a:bodyPr/>
        <a:lstStyle/>
        <a:p>
          <a:endParaRPr lang="en-IN"/>
        </a:p>
      </dgm:t>
    </dgm:pt>
    <dgm:pt modelId="{04ECFDE5-962B-402E-BB3D-D138C1565354}">
      <dgm:prSet phldrT="[Text]" custT="1"/>
      <dgm:spPr/>
      <dgm:t>
        <a:bodyPr/>
        <a:lstStyle/>
        <a:p>
          <a:pPr algn="just">
            <a:spcAft>
              <a:spcPts val="1200"/>
            </a:spcAft>
          </a:pPr>
          <a:r>
            <a:rPr lang="en-US" sz="3900" dirty="0"/>
            <a:t>Computer processor that </a:t>
          </a:r>
          <a:r>
            <a:rPr lang="en-US" sz="3900" b="1" dirty="0"/>
            <a:t>incorporates the functions </a:t>
          </a:r>
          <a:r>
            <a:rPr lang="en-US" sz="3900" dirty="0"/>
            <a:t>of a central processing unit </a:t>
          </a:r>
          <a:endParaRPr lang="en-IN" sz="3900" dirty="0"/>
        </a:p>
      </dgm:t>
    </dgm:pt>
    <dgm:pt modelId="{73934439-DDA1-4225-858F-8F6DCFEAFC0C}" type="parTrans" cxnId="{309F8D03-804A-4503-B18D-A56F21DA8B0A}">
      <dgm:prSet/>
      <dgm:spPr/>
      <dgm:t>
        <a:bodyPr/>
        <a:lstStyle/>
        <a:p>
          <a:endParaRPr lang="en-IN"/>
        </a:p>
      </dgm:t>
    </dgm:pt>
    <dgm:pt modelId="{A78C45C4-AA40-4CDA-AE21-25080B7AD421}" type="sibTrans" cxnId="{309F8D03-804A-4503-B18D-A56F21DA8B0A}">
      <dgm:prSet/>
      <dgm:spPr/>
      <dgm:t>
        <a:bodyPr/>
        <a:lstStyle/>
        <a:p>
          <a:endParaRPr lang="en-IN"/>
        </a:p>
      </dgm:t>
    </dgm:pt>
    <dgm:pt modelId="{D8505EBF-7E2A-4A47-8A65-67D1A91C1333}">
      <dgm:prSet phldrT="[Text]" custT="1"/>
      <dgm:spPr/>
      <dgm:t>
        <a:bodyPr/>
        <a:lstStyle/>
        <a:p>
          <a:pPr algn="just">
            <a:spcAft>
              <a:spcPts val="1200"/>
            </a:spcAft>
          </a:pPr>
          <a:r>
            <a:rPr lang="en-IN" sz="3900" dirty="0"/>
            <a:t>Miniature device</a:t>
          </a:r>
        </a:p>
      </dgm:t>
    </dgm:pt>
    <dgm:pt modelId="{DA35323C-5BD7-4D15-8B4D-DE13E3ED9FA1}" type="parTrans" cxnId="{BAEC4EAB-985F-4226-B5F6-85EBF40F811A}">
      <dgm:prSet/>
      <dgm:spPr/>
      <dgm:t>
        <a:bodyPr/>
        <a:lstStyle/>
        <a:p>
          <a:endParaRPr lang="en-IN"/>
        </a:p>
      </dgm:t>
    </dgm:pt>
    <dgm:pt modelId="{B4F59F4F-8517-4BF7-A227-2546AB886316}" type="sibTrans" cxnId="{BAEC4EAB-985F-4226-B5F6-85EBF40F811A}">
      <dgm:prSet/>
      <dgm:spPr/>
      <dgm:t>
        <a:bodyPr/>
        <a:lstStyle/>
        <a:p>
          <a:endParaRPr lang="en-IN"/>
        </a:p>
      </dgm:t>
    </dgm:pt>
    <dgm:pt modelId="{D68E0CCB-2557-4E3B-BB24-B27157D1F38E}" type="pres">
      <dgm:prSet presAssocID="{F5CC5EB2-0C6E-4C07-9EB8-0F00AF3DAB27}" presName="Name0" presStyleCnt="0">
        <dgm:presLayoutVars>
          <dgm:dir/>
          <dgm:animLvl val="lvl"/>
          <dgm:resizeHandles val="exact"/>
        </dgm:presLayoutVars>
      </dgm:prSet>
      <dgm:spPr/>
    </dgm:pt>
    <dgm:pt modelId="{20E21874-6C55-4608-880F-B3ED702DD323}" type="pres">
      <dgm:prSet presAssocID="{4BFF9E64-238A-4231-BB07-8812AB077A98}" presName="composite" presStyleCnt="0"/>
      <dgm:spPr/>
    </dgm:pt>
    <dgm:pt modelId="{DFB3B07A-7508-4562-BC65-AF702B336458}" type="pres">
      <dgm:prSet presAssocID="{4BFF9E64-238A-4231-BB07-8812AB077A98}" presName="parTx" presStyleLbl="alignNode1" presStyleIdx="0" presStyleCnt="1" custFlipVert="1" custScaleY="100000" custLinFactNeighborX="410" custLinFactNeighborY="21167">
        <dgm:presLayoutVars>
          <dgm:chMax val="0"/>
          <dgm:chPref val="0"/>
          <dgm:bulletEnabled val="1"/>
        </dgm:presLayoutVars>
      </dgm:prSet>
      <dgm:spPr/>
    </dgm:pt>
    <dgm:pt modelId="{F433C76A-7475-492E-BFD4-C9B577BBA9E4}" type="pres">
      <dgm:prSet presAssocID="{4BFF9E64-238A-4231-BB07-8812AB077A98}" presName="desTx" presStyleLbl="alignAccFollowNode1" presStyleIdx="0" presStyleCnt="1">
        <dgm:presLayoutVars>
          <dgm:bulletEnabled val="1"/>
        </dgm:presLayoutVars>
      </dgm:prSet>
      <dgm:spPr/>
    </dgm:pt>
  </dgm:ptLst>
  <dgm:cxnLst>
    <dgm:cxn modelId="{2CED6903-E035-4A15-8A41-7E370D069E65}" srcId="{4BFF9E64-238A-4231-BB07-8812AB077A98}" destId="{155A0651-6C8A-4DAA-B910-58280CE6D1B5}" srcOrd="3" destOrd="0" parTransId="{BAEEE8CC-1DB6-42C1-8313-2930808B0913}" sibTransId="{43B5A0CC-ECBD-41D9-A168-70E7A1FC708B}"/>
    <dgm:cxn modelId="{309F8D03-804A-4503-B18D-A56F21DA8B0A}" srcId="{4BFF9E64-238A-4231-BB07-8812AB077A98}" destId="{04ECFDE5-962B-402E-BB3D-D138C1565354}" srcOrd="2" destOrd="0" parTransId="{73934439-DDA1-4225-858F-8F6DCFEAFC0C}" sibTransId="{A78C45C4-AA40-4CDA-AE21-25080B7AD421}"/>
    <dgm:cxn modelId="{BD6BA327-1591-41DB-8535-93759E088667}" type="presOf" srcId="{04ECFDE5-962B-402E-BB3D-D138C1565354}" destId="{F433C76A-7475-492E-BFD4-C9B577BBA9E4}" srcOrd="0" destOrd="2" presId="urn:microsoft.com/office/officeart/2005/8/layout/hList1"/>
    <dgm:cxn modelId="{DA86F841-622C-4CB3-8E88-970C58A2138A}" srcId="{4BFF9E64-238A-4231-BB07-8812AB077A98}" destId="{91F07193-BA06-495F-9DE9-FF833F667F0E}" srcOrd="6" destOrd="0" parTransId="{FBC57985-21B2-4F41-BE28-EDDF40879F29}" sibTransId="{7C04A748-E031-40C9-9863-C9AD5269E016}"/>
    <dgm:cxn modelId="{263F5581-47B8-4502-9210-FF01CF8706D0}" srcId="{4BFF9E64-238A-4231-BB07-8812AB077A98}" destId="{BD8F8C17-5944-492E-A918-05239FCE2DC5}" srcOrd="5" destOrd="0" parTransId="{F2F9BAD4-07B8-49B6-A8C4-BFC3927A682B}" sibTransId="{6F191C3E-B408-4E4C-8EA2-AC0FA6C7619B}"/>
    <dgm:cxn modelId="{EF54AB91-068C-4D36-A380-2B2916CF5AB6}" type="presOf" srcId="{F5CC5EB2-0C6E-4C07-9EB8-0F00AF3DAB27}" destId="{D68E0CCB-2557-4E3B-BB24-B27157D1F38E}" srcOrd="0" destOrd="0" presId="urn:microsoft.com/office/officeart/2005/8/layout/hList1"/>
    <dgm:cxn modelId="{EB123A94-9B0B-47DD-BA6A-ED96BFAF56F0}" type="presOf" srcId="{4BFF9E64-238A-4231-BB07-8812AB077A98}" destId="{DFB3B07A-7508-4562-BC65-AF702B336458}" srcOrd="0" destOrd="0" presId="urn:microsoft.com/office/officeart/2005/8/layout/hList1"/>
    <dgm:cxn modelId="{28F82797-B25F-4142-9111-C82EB01AB1A7}" srcId="{4BFF9E64-238A-4231-BB07-8812AB077A98}" destId="{B15D3713-C590-4090-A0C0-6E66301A628C}" srcOrd="4" destOrd="0" parTransId="{EF69F9BE-1836-4A3C-8ECB-F2243295428B}" sibTransId="{0BA39FC7-95E9-45AC-8F7A-2E38CE9A9638}"/>
    <dgm:cxn modelId="{DE643997-D032-4142-9A7A-05F713FCD36D}" type="presOf" srcId="{CBD9D074-90BC-4F16-9C68-EFB0DBC978DD}" destId="{F433C76A-7475-492E-BFD4-C9B577BBA9E4}" srcOrd="0" destOrd="1" presId="urn:microsoft.com/office/officeart/2005/8/layout/hList1"/>
    <dgm:cxn modelId="{2B24499F-5006-48F7-AE0C-E114322F1BC7}" type="presOf" srcId="{B15D3713-C590-4090-A0C0-6E66301A628C}" destId="{F433C76A-7475-492E-BFD4-C9B577BBA9E4}" srcOrd="0" destOrd="4" presId="urn:microsoft.com/office/officeart/2005/8/layout/hList1"/>
    <dgm:cxn modelId="{ADC8BCA5-A576-4E26-9AFD-201417FC63FA}" srcId="{4BFF9E64-238A-4231-BB07-8812AB077A98}" destId="{CBD9D074-90BC-4F16-9C68-EFB0DBC978DD}" srcOrd="1" destOrd="0" parTransId="{A3091BD3-3E20-40CC-99F8-15F7C4900B53}" sibTransId="{5F1531CA-342F-41C1-8BA4-1E9A8CBF85C7}"/>
    <dgm:cxn modelId="{BAEC4EAB-985F-4226-B5F6-85EBF40F811A}" srcId="{4BFF9E64-238A-4231-BB07-8812AB077A98}" destId="{D8505EBF-7E2A-4A47-8A65-67D1A91C1333}" srcOrd="0" destOrd="0" parTransId="{DA35323C-5BD7-4D15-8B4D-DE13E3ED9FA1}" sibTransId="{B4F59F4F-8517-4BF7-A227-2546AB886316}"/>
    <dgm:cxn modelId="{E18062B1-E8F4-42AE-8292-FB6EE43C10D1}" type="presOf" srcId="{155A0651-6C8A-4DAA-B910-58280CE6D1B5}" destId="{F433C76A-7475-492E-BFD4-C9B577BBA9E4}" srcOrd="0" destOrd="3" presId="urn:microsoft.com/office/officeart/2005/8/layout/hList1"/>
    <dgm:cxn modelId="{87358BB9-5899-4CDD-9665-98FDEB165B2D}" type="presOf" srcId="{91F07193-BA06-495F-9DE9-FF833F667F0E}" destId="{F433C76A-7475-492E-BFD4-C9B577BBA9E4}" srcOrd="0" destOrd="6" presId="urn:microsoft.com/office/officeart/2005/8/layout/hList1"/>
    <dgm:cxn modelId="{8BD6F7D6-9723-4DAC-B749-43BE17712EC3}" type="presOf" srcId="{D8505EBF-7E2A-4A47-8A65-67D1A91C1333}" destId="{F433C76A-7475-492E-BFD4-C9B577BBA9E4}" srcOrd="0" destOrd="0" presId="urn:microsoft.com/office/officeart/2005/8/layout/hList1"/>
    <dgm:cxn modelId="{0A5DD2F4-24E7-4694-A81D-931DAD69ADCF}" type="presOf" srcId="{BD8F8C17-5944-492E-A918-05239FCE2DC5}" destId="{F433C76A-7475-492E-BFD4-C9B577BBA9E4}" srcOrd="0" destOrd="5" presId="urn:microsoft.com/office/officeart/2005/8/layout/hList1"/>
    <dgm:cxn modelId="{CCB387F9-CF05-4325-8E84-250F0871C2BD}" srcId="{F5CC5EB2-0C6E-4C07-9EB8-0F00AF3DAB27}" destId="{4BFF9E64-238A-4231-BB07-8812AB077A98}" srcOrd="0" destOrd="0" parTransId="{10B18FBD-A7E4-4F1E-931A-03FD3BB001F3}" sibTransId="{D0D69858-7920-4B1D-BDC3-819B5EEA7F5F}"/>
    <dgm:cxn modelId="{A0738D98-881C-4C2D-9B31-B59812E148D6}" type="presParOf" srcId="{D68E0CCB-2557-4E3B-BB24-B27157D1F38E}" destId="{20E21874-6C55-4608-880F-B3ED702DD323}" srcOrd="0" destOrd="0" presId="urn:microsoft.com/office/officeart/2005/8/layout/hList1"/>
    <dgm:cxn modelId="{1F98FB12-97B1-4DEC-BD7D-C6FBFBD732B6}" type="presParOf" srcId="{20E21874-6C55-4608-880F-B3ED702DD323}" destId="{DFB3B07A-7508-4562-BC65-AF702B336458}" srcOrd="0" destOrd="0" presId="urn:microsoft.com/office/officeart/2005/8/layout/hList1"/>
    <dgm:cxn modelId="{E2F48971-6BC1-4E8B-864C-7B9C1004BDAC}" type="presParOf" srcId="{20E21874-6C55-4608-880F-B3ED702DD323}" destId="{F433C76A-7475-492E-BFD4-C9B577BBA9E4}"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971C041-4012-4CF2-9A9F-2481BF295EAE}"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IN"/>
        </a:p>
      </dgm:t>
    </dgm:pt>
    <dgm:pt modelId="{0EC3E207-CD70-4581-AD40-49AB35C99747}">
      <dgm:prSet phldrT="[Text]" custT="1"/>
      <dgm:spPr/>
      <dgm:t>
        <a:bodyPr/>
        <a:lstStyle/>
        <a:p>
          <a:r>
            <a:rPr lang="en-US" sz="3200" b="1" i="0" kern="1200" dirty="0">
              <a:solidFill>
                <a:srgbClr val="1A1A1A"/>
              </a:solidFill>
              <a:effectLst/>
              <a:highlight>
                <a:srgbClr val="FFFF00"/>
              </a:highlight>
              <a:latin typeface="Calibri"/>
              <a:ea typeface="+mn-ea"/>
              <a:cs typeface="+mn-cs"/>
            </a:rPr>
            <a:t>Applications of Microprocessors in Medical Instrumentation</a:t>
          </a:r>
          <a:endParaRPr lang="en-IN" sz="3200" b="1" i="0" kern="1200" dirty="0">
            <a:solidFill>
              <a:srgbClr val="1A1A1A"/>
            </a:solidFill>
            <a:effectLst/>
            <a:highlight>
              <a:srgbClr val="FFFF00"/>
            </a:highlight>
            <a:latin typeface="Calibri"/>
            <a:ea typeface="+mn-ea"/>
            <a:cs typeface="+mn-cs"/>
          </a:endParaRPr>
        </a:p>
      </dgm:t>
    </dgm:pt>
    <dgm:pt modelId="{13CE644A-8641-4751-A034-6CA12DBB0B40}" type="parTrans" cxnId="{B66391A8-6596-4118-84BD-0FAB7D93D26D}">
      <dgm:prSet/>
      <dgm:spPr/>
      <dgm:t>
        <a:bodyPr/>
        <a:lstStyle/>
        <a:p>
          <a:endParaRPr lang="en-IN"/>
        </a:p>
      </dgm:t>
    </dgm:pt>
    <dgm:pt modelId="{0EF92EE2-A3FD-4887-BD5B-761032098DDB}" type="sibTrans" cxnId="{B66391A8-6596-4118-84BD-0FAB7D93D26D}">
      <dgm:prSet/>
      <dgm:spPr/>
      <dgm:t>
        <a:bodyPr/>
        <a:lstStyle/>
        <a:p>
          <a:endParaRPr lang="en-IN"/>
        </a:p>
      </dgm:t>
    </dgm:pt>
    <dgm:pt modelId="{A20371FD-4DAB-46D1-9030-DB6D3AF95905}">
      <dgm:prSet phldrT="[Text]"/>
      <dgm:spPr/>
      <dgm:t>
        <a:bodyPr/>
        <a:lstStyle/>
        <a:p>
          <a:pPr algn="just">
            <a:spcAft>
              <a:spcPts val="1200"/>
            </a:spcAft>
          </a:pPr>
          <a:r>
            <a:rPr lang="en-US" b="1" i="0" dirty="0">
              <a:solidFill>
                <a:srgbClr val="1A1A1A"/>
              </a:solidFill>
              <a:effectLst/>
            </a:rPr>
            <a:t>Microprocessors</a:t>
          </a:r>
          <a:r>
            <a:rPr lang="en-US" b="0" i="0" dirty="0">
              <a:solidFill>
                <a:srgbClr val="1A1A1A"/>
              </a:solidFill>
              <a:effectLst/>
            </a:rPr>
            <a:t> have </a:t>
          </a:r>
          <a:r>
            <a:rPr lang="en-US" b="1" i="0" dirty="0">
              <a:solidFill>
                <a:srgbClr val="1A1A1A"/>
              </a:solidFill>
              <a:effectLst/>
            </a:rPr>
            <a:t>replaced</a:t>
          </a:r>
          <a:r>
            <a:rPr lang="en-US" b="0" i="0" dirty="0">
              <a:solidFill>
                <a:srgbClr val="1A1A1A"/>
              </a:solidFill>
              <a:effectLst/>
            </a:rPr>
            <a:t> </a:t>
          </a:r>
          <a:r>
            <a:rPr lang="en-US" b="1" i="0" dirty="0">
              <a:solidFill>
                <a:srgbClr val="1A1A1A"/>
              </a:solidFill>
              <a:effectLst/>
            </a:rPr>
            <a:t>conventional electronic systems</a:t>
          </a:r>
          <a:r>
            <a:rPr lang="en-US" b="0" i="0" dirty="0">
              <a:solidFill>
                <a:srgbClr val="1A1A1A"/>
              </a:solidFill>
              <a:effectLst/>
            </a:rPr>
            <a:t> that were initially used for processing data. </a:t>
          </a:r>
          <a:endParaRPr lang="en-IN" dirty="0"/>
        </a:p>
      </dgm:t>
    </dgm:pt>
    <dgm:pt modelId="{037AFDDB-BAD4-4611-ADCC-DCA8695B58A8}" type="parTrans" cxnId="{93406429-9029-47EF-A483-914F016D0E1B}">
      <dgm:prSet/>
      <dgm:spPr/>
      <dgm:t>
        <a:bodyPr/>
        <a:lstStyle/>
        <a:p>
          <a:endParaRPr lang="en-IN"/>
        </a:p>
      </dgm:t>
    </dgm:pt>
    <dgm:pt modelId="{8A580F2E-BF3D-4127-BA14-ECE89129FEDC}" type="sibTrans" cxnId="{93406429-9029-47EF-A483-914F016D0E1B}">
      <dgm:prSet/>
      <dgm:spPr/>
      <dgm:t>
        <a:bodyPr/>
        <a:lstStyle/>
        <a:p>
          <a:endParaRPr lang="en-IN"/>
        </a:p>
      </dgm:t>
    </dgm:pt>
    <dgm:pt modelId="{58877E42-87CC-4B71-A83D-1DAB26A85528}">
      <dgm:prSet/>
      <dgm:spPr/>
      <dgm:t>
        <a:bodyPr/>
        <a:lstStyle/>
        <a:p>
          <a:pPr algn="just">
            <a:spcAft>
              <a:spcPts val="1200"/>
            </a:spcAft>
          </a:pPr>
          <a:r>
            <a:rPr lang="en-US" b="0" i="0" dirty="0">
              <a:solidFill>
                <a:srgbClr val="1A1A1A"/>
              </a:solidFill>
              <a:effectLst/>
            </a:rPr>
            <a:t>This has resulted into a </a:t>
          </a:r>
          <a:r>
            <a:rPr lang="en-US" b="1" i="0" dirty="0">
              <a:solidFill>
                <a:srgbClr val="1A1A1A"/>
              </a:solidFill>
              <a:effectLst/>
            </a:rPr>
            <a:t>more reliable and faster data</a:t>
          </a:r>
          <a:r>
            <a:rPr lang="en-US" b="0" i="0" dirty="0">
              <a:solidFill>
                <a:srgbClr val="1A1A1A"/>
              </a:solidFill>
              <a:effectLst/>
            </a:rPr>
            <a:t>. </a:t>
          </a:r>
        </a:p>
      </dgm:t>
    </dgm:pt>
    <dgm:pt modelId="{3D49C30E-2161-4404-B51F-2B4F3E89E13A}" type="parTrans" cxnId="{EDF6E571-4A3D-45AC-ABCE-81423FC8ADF0}">
      <dgm:prSet/>
      <dgm:spPr/>
      <dgm:t>
        <a:bodyPr/>
        <a:lstStyle/>
        <a:p>
          <a:endParaRPr lang="en-IN"/>
        </a:p>
      </dgm:t>
    </dgm:pt>
    <dgm:pt modelId="{FEC10145-3E7A-4719-9476-BA01D27FF48A}" type="sibTrans" cxnId="{EDF6E571-4A3D-45AC-ABCE-81423FC8ADF0}">
      <dgm:prSet/>
      <dgm:spPr/>
      <dgm:t>
        <a:bodyPr/>
        <a:lstStyle/>
        <a:p>
          <a:endParaRPr lang="en-IN"/>
        </a:p>
      </dgm:t>
    </dgm:pt>
    <dgm:pt modelId="{B796BD46-A872-4060-9214-2F408AC7D60D}">
      <dgm:prSet/>
      <dgm:spPr/>
      <dgm:t>
        <a:bodyPr/>
        <a:lstStyle/>
        <a:p>
          <a:pPr algn="just">
            <a:spcAft>
              <a:spcPts val="1200"/>
            </a:spcAft>
          </a:pPr>
          <a:r>
            <a:rPr lang="en-US" b="1" i="0" dirty="0">
              <a:solidFill>
                <a:srgbClr val="1A1A1A"/>
              </a:solidFill>
              <a:effectLst/>
            </a:rPr>
            <a:t>For digital control</a:t>
          </a:r>
          <a:r>
            <a:rPr lang="en-US" b="0" i="0" dirty="0">
              <a:solidFill>
                <a:srgbClr val="1A1A1A"/>
              </a:solidFill>
              <a:effectLst/>
            </a:rPr>
            <a:t> of all the functions in medical instrumentation systems. </a:t>
          </a:r>
        </a:p>
      </dgm:t>
    </dgm:pt>
    <dgm:pt modelId="{CBD5B79F-6828-483F-B4DD-6FB252F5FC27}" type="parTrans" cxnId="{6530F04F-1C8A-44FC-9B73-C01E7E40B115}">
      <dgm:prSet/>
      <dgm:spPr/>
      <dgm:t>
        <a:bodyPr/>
        <a:lstStyle/>
        <a:p>
          <a:endParaRPr lang="en-IN"/>
        </a:p>
      </dgm:t>
    </dgm:pt>
    <dgm:pt modelId="{48078313-D111-4959-B327-A17A8A141F23}" type="sibTrans" cxnId="{6530F04F-1C8A-44FC-9B73-C01E7E40B115}">
      <dgm:prSet/>
      <dgm:spPr/>
      <dgm:t>
        <a:bodyPr/>
        <a:lstStyle/>
        <a:p>
          <a:endParaRPr lang="en-IN"/>
        </a:p>
      </dgm:t>
    </dgm:pt>
    <dgm:pt modelId="{5B309303-1454-4AE3-A2A5-ADAE176B503E}">
      <dgm:prSet/>
      <dgm:spPr/>
      <dgm:t>
        <a:bodyPr/>
        <a:lstStyle/>
        <a:p>
          <a:pPr algn="just">
            <a:spcAft>
              <a:spcPts val="1200"/>
            </a:spcAft>
          </a:pPr>
          <a:r>
            <a:rPr lang="en-US" b="1" i="0" dirty="0">
              <a:solidFill>
                <a:srgbClr val="1A1A1A"/>
              </a:solidFill>
              <a:effectLst/>
            </a:rPr>
            <a:t>Powerful microprocessors </a:t>
          </a:r>
          <a:r>
            <a:rPr lang="en-US" b="0" i="0" dirty="0">
              <a:solidFill>
                <a:srgbClr val="1A1A1A"/>
              </a:solidFill>
              <a:effectLst/>
            </a:rPr>
            <a:t>and </a:t>
          </a:r>
          <a:r>
            <a:rPr lang="en-US" b="1" i="0" dirty="0">
              <a:solidFill>
                <a:srgbClr val="1A1A1A"/>
              </a:solidFill>
              <a:effectLst/>
            </a:rPr>
            <a:t>large data storage capacities</a:t>
          </a:r>
          <a:endParaRPr lang="en-IN" dirty="0"/>
        </a:p>
      </dgm:t>
    </dgm:pt>
    <dgm:pt modelId="{5B10D674-4CB8-4435-A935-5AE97C3B723B}" type="parTrans" cxnId="{B4A55D6A-E81D-4EAE-9688-961B6814288D}">
      <dgm:prSet/>
      <dgm:spPr/>
      <dgm:t>
        <a:bodyPr/>
        <a:lstStyle/>
        <a:p>
          <a:endParaRPr lang="en-IN"/>
        </a:p>
      </dgm:t>
    </dgm:pt>
    <dgm:pt modelId="{183DDF27-E331-4117-AB2A-8FCC2B91BE73}" type="sibTrans" cxnId="{B4A55D6A-E81D-4EAE-9688-961B6814288D}">
      <dgm:prSet/>
      <dgm:spPr/>
      <dgm:t>
        <a:bodyPr/>
        <a:lstStyle/>
        <a:p>
          <a:endParaRPr lang="en-IN"/>
        </a:p>
      </dgm:t>
    </dgm:pt>
    <dgm:pt modelId="{988CE5F1-C096-4E78-ABFB-6CF62CA34459}">
      <dgm:prSet/>
      <dgm:spPr/>
      <dgm:t>
        <a:bodyPr/>
        <a:lstStyle/>
        <a:p>
          <a:pPr algn="just">
            <a:spcAft>
              <a:spcPts val="1200"/>
            </a:spcAft>
          </a:pPr>
          <a:r>
            <a:rPr lang="en-US" b="0" i="0" dirty="0"/>
            <a:t>Perform various functions: </a:t>
          </a:r>
          <a:r>
            <a:rPr lang="en-US" b="1" i="0" dirty="0"/>
            <a:t>processing data, storing measurements, and analyzing results.</a:t>
          </a:r>
          <a:endParaRPr lang="en-IN" b="1" dirty="0"/>
        </a:p>
      </dgm:t>
    </dgm:pt>
    <dgm:pt modelId="{38014D25-5C07-46B5-8544-8C9D0C24A4DD}" type="parTrans" cxnId="{0E25E665-86BE-4568-98FD-688E1CA53D0A}">
      <dgm:prSet/>
      <dgm:spPr/>
      <dgm:t>
        <a:bodyPr/>
        <a:lstStyle/>
        <a:p>
          <a:endParaRPr lang="en-IN"/>
        </a:p>
      </dgm:t>
    </dgm:pt>
    <dgm:pt modelId="{52E310B1-E6E0-495D-B7D8-42A934F42FD7}" type="sibTrans" cxnId="{0E25E665-86BE-4568-98FD-688E1CA53D0A}">
      <dgm:prSet/>
      <dgm:spPr/>
      <dgm:t>
        <a:bodyPr/>
        <a:lstStyle/>
        <a:p>
          <a:endParaRPr lang="en-IN"/>
        </a:p>
      </dgm:t>
    </dgm:pt>
    <dgm:pt modelId="{EE62A904-6535-4B23-A8C5-0FC7A2BFF238}">
      <dgm:prSet/>
      <dgm:spPr/>
      <dgm:t>
        <a:bodyPr/>
        <a:lstStyle/>
        <a:p>
          <a:pPr algn="just">
            <a:spcAft>
              <a:spcPts val="1200"/>
            </a:spcAft>
          </a:pPr>
          <a:r>
            <a:rPr lang="en-US" b="1" i="0" dirty="0">
              <a:solidFill>
                <a:srgbClr val="1A1A1A"/>
              </a:solidFill>
              <a:effectLst/>
            </a:rPr>
            <a:t>Optimize the measurement conditions</a:t>
          </a:r>
          <a:r>
            <a:rPr lang="en-US" b="0" i="0" dirty="0">
              <a:solidFill>
                <a:srgbClr val="1A1A1A"/>
              </a:solidFill>
              <a:effectLst/>
            </a:rPr>
            <a:t>.</a:t>
          </a:r>
          <a:endParaRPr lang="en-IN" dirty="0"/>
        </a:p>
      </dgm:t>
    </dgm:pt>
    <dgm:pt modelId="{ECC319EE-5999-40C2-8CFC-692400AD68E0}" type="parTrans" cxnId="{4F94ED3A-1CDE-44BE-83E7-FE59A9C303F4}">
      <dgm:prSet/>
      <dgm:spPr/>
      <dgm:t>
        <a:bodyPr/>
        <a:lstStyle/>
        <a:p>
          <a:endParaRPr lang="en-IN"/>
        </a:p>
      </dgm:t>
    </dgm:pt>
    <dgm:pt modelId="{7F3161F3-4705-47B6-8C71-E23D59C5AC5D}" type="sibTrans" cxnId="{4F94ED3A-1CDE-44BE-83E7-FE59A9C303F4}">
      <dgm:prSet/>
      <dgm:spPr/>
      <dgm:t>
        <a:bodyPr/>
        <a:lstStyle/>
        <a:p>
          <a:endParaRPr lang="en-IN"/>
        </a:p>
      </dgm:t>
    </dgm:pt>
    <dgm:pt modelId="{0295E03C-C94E-4919-9B40-9637F038D9A5}">
      <dgm:prSet/>
      <dgm:spPr/>
      <dgm:t>
        <a:bodyPr/>
        <a:lstStyle/>
        <a:p>
          <a:pPr algn="just">
            <a:spcAft>
              <a:spcPts val="1200"/>
            </a:spcAft>
          </a:pPr>
          <a:r>
            <a:rPr lang="en-US" b="1" dirty="0"/>
            <a:t>Decision making capability</a:t>
          </a:r>
          <a:endParaRPr lang="en-IN" b="1" dirty="0"/>
        </a:p>
      </dgm:t>
    </dgm:pt>
    <dgm:pt modelId="{04E15C19-A3F5-4FE5-A811-ABF9E77CDA72}" type="parTrans" cxnId="{3ECA6CF7-8D15-4562-BDB9-AD3730EC377E}">
      <dgm:prSet/>
      <dgm:spPr/>
      <dgm:t>
        <a:bodyPr/>
        <a:lstStyle/>
        <a:p>
          <a:endParaRPr lang="en-IN"/>
        </a:p>
      </dgm:t>
    </dgm:pt>
    <dgm:pt modelId="{589BD063-DE27-4AA5-9BE9-B1C1406DB830}" type="sibTrans" cxnId="{3ECA6CF7-8D15-4562-BDB9-AD3730EC377E}">
      <dgm:prSet/>
      <dgm:spPr/>
      <dgm:t>
        <a:bodyPr/>
        <a:lstStyle/>
        <a:p>
          <a:endParaRPr lang="en-IN"/>
        </a:p>
      </dgm:t>
    </dgm:pt>
    <dgm:pt modelId="{8A8D01CC-582D-47EC-81A2-D9DAF291F8E1}">
      <dgm:prSet/>
      <dgm:spPr/>
      <dgm:t>
        <a:bodyPr/>
        <a:lstStyle/>
        <a:p>
          <a:pPr algn="just">
            <a:spcAft>
              <a:spcPts val="1200"/>
            </a:spcAft>
          </a:pPr>
          <a:r>
            <a:rPr lang="en-US" dirty="0"/>
            <a:t>Numerous </a:t>
          </a:r>
          <a:r>
            <a:rPr lang="en-US" b="1" dirty="0"/>
            <a:t>safety back-up features</a:t>
          </a:r>
          <a:r>
            <a:rPr lang="en-US" dirty="0"/>
            <a:t> and real-time </a:t>
          </a:r>
          <a:r>
            <a:rPr lang="en-US" b="1" dirty="0"/>
            <a:t>self-diagnostics</a:t>
          </a:r>
          <a:r>
            <a:rPr lang="en-US" dirty="0"/>
            <a:t> and </a:t>
          </a:r>
          <a:r>
            <a:rPr lang="en-US" b="1" dirty="0"/>
            <a:t>self-repair capabilities.</a:t>
          </a:r>
          <a:endParaRPr lang="en-IN" b="1" dirty="0"/>
        </a:p>
      </dgm:t>
    </dgm:pt>
    <dgm:pt modelId="{7E6F1877-52A9-4C5B-AAD3-F7C3EFE4446D}" type="parTrans" cxnId="{63D7B901-72B0-402D-BED6-169EE17FC413}">
      <dgm:prSet/>
      <dgm:spPr/>
      <dgm:t>
        <a:bodyPr/>
        <a:lstStyle/>
        <a:p>
          <a:endParaRPr lang="en-IN"/>
        </a:p>
      </dgm:t>
    </dgm:pt>
    <dgm:pt modelId="{4212CD85-D3C2-4C53-9B26-443808C301FF}" type="sibTrans" cxnId="{63D7B901-72B0-402D-BED6-169EE17FC413}">
      <dgm:prSet/>
      <dgm:spPr/>
      <dgm:t>
        <a:bodyPr/>
        <a:lstStyle/>
        <a:p>
          <a:endParaRPr lang="en-IN"/>
        </a:p>
      </dgm:t>
    </dgm:pt>
    <dgm:pt modelId="{C80BD0C4-529B-4341-95DD-2ED628511C13}">
      <dgm:prSet/>
      <dgm:spPr/>
      <dgm:t>
        <a:bodyPr/>
        <a:lstStyle/>
        <a:p>
          <a:pPr algn="just">
            <a:spcAft>
              <a:spcPts val="1200"/>
            </a:spcAft>
          </a:pPr>
          <a:r>
            <a:rPr lang="en-US" b="1" dirty="0"/>
            <a:t>Automatic calibration, operator guidance, trend displays, alarm priority and automated record keeping.</a:t>
          </a:r>
          <a:endParaRPr lang="en-IN" b="1" dirty="0"/>
        </a:p>
      </dgm:t>
    </dgm:pt>
    <dgm:pt modelId="{AB5D8941-96C8-4B0D-A358-29C243383D57}" type="parTrans" cxnId="{959FE0D2-8C6E-4BEF-9365-21C781319CCE}">
      <dgm:prSet/>
      <dgm:spPr/>
      <dgm:t>
        <a:bodyPr/>
        <a:lstStyle/>
        <a:p>
          <a:endParaRPr lang="en-IN"/>
        </a:p>
      </dgm:t>
    </dgm:pt>
    <dgm:pt modelId="{6EA0E9B7-B62A-42F3-97AF-F80FE3AE97AF}" type="sibTrans" cxnId="{959FE0D2-8C6E-4BEF-9365-21C781319CCE}">
      <dgm:prSet/>
      <dgm:spPr/>
      <dgm:t>
        <a:bodyPr/>
        <a:lstStyle/>
        <a:p>
          <a:endParaRPr lang="en-IN"/>
        </a:p>
      </dgm:t>
    </dgm:pt>
    <dgm:pt modelId="{A2A7A962-F944-456A-A110-03752A2F80ED}" type="pres">
      <dgm:prSet presAssocID="{D971C041-4012-4CF2-9A9F-2481BF295EAE}" presName="Name0" presStyleCnt="0">
        <dgm:presLayoutVars>
          <dgm:dir/>
          <dgm:animLvl val="lvl"/>
          <dgm:resizeHandles val="exact"/>
        </dgm:presLayoutVars>
      </dgm:prSet>
      <dgm:spPr/>
    </dgm:pt>
    <dgm:pt modelId="{72620874-B6EB-49CF-917F-ABC67F89F4D2}" type="pres">
      <dgm:prSet presAssocID="{0EC3E207-CD70-4581-AD40-49AB35C99747}" presName="composite" presStyleCnt="0"/>
      <dgm:spPr/>
    </dgm:pt>
    <dgm:pt modelId="{26133218-EC85-4865-A649-FF743671DC26}" type="pres">
      <dgm:prSet presAssocID="{0EC3E207-CD70-4581-AD40-49AB35C99747}" presName="parTx" presStyleLbl="alignNode1" presStyleIdx="0" presStyleCnt="1" custLinFactNeighborX="-81" custLinFactNeighborY="30797">
        <dgm:presLayoutVars>
          <dgm:chMax val="0"/>
          <dgm:chPref val="0"/>
          <dgm:bulletEnabled val="1"/>
        </dgm:presLayoutVars>
      </dgm:prSet>
      <dgm:spPr/>
    </dgm:pt>
    <dgm:pt modelId="{6C131863-9654-4D3D-AF95-EDE1EA2E0F22}" type="pres">
      <dgm:prSet presAssocID="{0EC3E207-CD70-4581-AD40-49AB35C99747}" presName="desTx" presStyleLbl="alignAccFollowNode1" presStyleIdx="0" presStyleCnt="1" custLinFactNeighborY="815">
        <dgm:presLayoutVars>
          <dgm:bulletEnabled val="1"/>
        </dgm:presLayoutVars>
      </dgm:prSet>
      <dgm:spPr/>
    </dgm:pt>
  </dgm:ptLst>
  <dgm:cxnLst>
    <dgm:cxn modelId="{63D7B901-72B0-402D-BED6-169EE17FC413}" srcId="{0EC3E207-CD70-4581-AD40-49AB35C99747}" destId="{8A8D01CC-582D-47EC-81A2-D9DAF291F8E1}" srcOrd="7" destOrd="0" parTransId="{7E6F1877-52A9-4C5B-AAD3-F7C3EFE4446D}" sibTransId="{4212CD85-D3C2-4C53-9B26-443808C301FF}"/>
    <dgm:cxn modelId="{2FF6800A-1250-4B8B-B1B6-B3F311D8953A}" type="presOf" srcId="{8A8D01CC-582D-47EC-81A2-D9DAF291F8E1}" destId="{6C131863-9654-4D3D-AF95-EDE1EA2E0F22}" srcOrd="0" destOrd="7" presId="urn:microsoft.com/office/officeart/2005/8/layout/hList1"/>
    <dgm:cxn modelId="{6537E40C-EBBE-491C-92C2-E8035F320D58}" type="presOf" srcId="{B796BD46-A872-4060-9214-2F408AC7D60D}" destId="{6C131863-9654-4D3D-AF95-EDE1EA2E0F22}" srcOrd="0" destOrd="2" presId="urn:microsoft.com/office/officeart/2005/8/layout/hList1"/>
    <dgm:cxn modelId="{DA322A1D-9852-4954-B1C0-9C973500DA34}" type="presOf" srcId="{5B309303-1454-4AE3-A2A5-ADAE176B503E}" destId="{6C131863-9654-4D3D-AF95-EDE1EA2E0F22}" srcOrd="0" destOrd="3" presId="urn:microsoft.com/office/officeart/2005/8/layout/hList1"/>
    <dgm:cxn modelId="{B1718B22-2609-4617-9556-C85FA0D95565}" type="presOf" srcId="{58877E42-87CC-4B71-A83D-1DAB26A85528}" destId="{6C131863-9654-4D3D-AF95-EDE1EA2E0F22}" srcOrd="0" destOrd="1" presId="urn:microsoft.com/office/officeart/2005/8/layout/hList1"/>
    <dgm:cxn modelId="{93406429-9029-47EF-A483-914F016D0E1B}" srcId="{0EC3E207-CD70-4581-AD40-49AB35C99747}" destId="{A20371FD-4DAB-46D1-9030-DB6D3AF95905}" srcOrd="0" destOrd="0" parTransId="{037AFDDB-BAD4-4611-ADCC-DCA8695B58A8}" sibTransId="{8A580F2E-BF3D-4127-BA14-ECE89129FEDC}"/>
    <dgm:cxn modelId="{4258272E-BA86-496C-9A97-38545B223F5A}" type="presOf" srcId="{C80BD0C4-529B-4341-95DD-2ED628511C13}" destId="{6C131863-9654-4D3D-AF95-EDE1EA2E0F22}" srcOrd="0" destOrd="8" presId="urn:microsoft.com/office/officeart/2005/8/layout/hList1"/>
    <dgm:cxn modelId="{4F94ED3A-1CDE-44BE-83E7-FE59A9C303F4}" srcId="{0EC3E207-CD70-4581-AD40-49AB35C99747}" destId="{EE62A904-6535-4B23-A8C5-0FC7A2BFF238}" srcOrd="4" destOrd="0" parTransId="{ECC319EE-5999-40C2-8CFC-692400AD68E0}" sibTransId="{7F3161F3-4705-47B6-8C71-E23D59C5AC5D}"/>
    <dgm:cxn modelId="{F1262C5B-6856-429B-9929-8BAB3EDD9C48}" type="presOf" srcId="{0295E03C-C94E-4919-9B40-9637F038D9A5}" destId="{6C131863-9654-4D3D-AF95-EDE1EA2E0F22}" srcOrd="0" destOrd="6" presId="urn:microsoft.com/office/officeart/2005/8/layout/hList1"/>
    <dgm:cxn modelId="{F4376441-7963-4ECA-8F37-9DEDCC14FA60}" type="presOf" srcId="{D971C041-4012-4CF2-9A9F-2481BF295EAE}" destId="{A2A7A962-F944-456A-A110-03752A2F80ED}" srcOrd="0" destOrd="0" presId="urn:microsoft.com/office/officeart/2005/8/layout/hList1"/>
    <dgm:cxn modelId="{5440CC63-BD84-4CCE-9FB4-C7DF84027EA7}" type="presOf" srcId="{988CE5F1-C096-4E78-ABFB-6CF62CA34459}" destId="{6C131863-9654-4D3D-AF95-EDE1EA2E0F22}" srcOrd="0" destOrd="5" presId="urn:microsoft.com/office/officeart/2005/8/layout/hList1"/>
    <dgm:cxn modelId="{0E25E665-86BE-4568-98FD-688E1CA53D0A}" srcId="{0EC3E207-CD70-4581-AD40-49AB35C99747}" destId="{988CE5F1-C096-4E78-ABFB-6CF62CA34459}" srcOrd="5" destOrd="0" parTransId="{38014D25-5C07-46B5-8544-8C9D0C24A4DD}" sibTransId="{52E310B1-E6E0-495D-B7D8-42A934F42FD7}"/>
    <dgm:cxn modelId="{B4A55D6A-E81D-4EAE-9688-961B6814288D}" srcId="{0EC3E207-CD70-4581-AD40-49AB35C99747}" destId="{5B309303-1454-4AE3-A2A5-ADAE176B503E}" srcOrd="3" destOrd="0" parTransId="{5B10D674-4CB8-4435-A935-5AE97C3B723B}" sibTransId="{183DDF27-E331-4117-AB2A-8FCC2B91BE73}"/>
    <dgm:cxn modelId="{6530F04F-1C8A-44FC-9B73-C01E7E40B115}" srcId="{0EC3E207-CD70-4581-AD40-49AB35C99747}" destId="{B796BD46-A872-4060-9214-2F408AC7D60D}" srcOrd="2" destOrd="0" parTransId="{CBD5B79F-6828-483F-B4DD-6FB252F5FC27}" sibTransId="{48078313-D111-4959-B327-A17A8A141F23}"/>
    <dgm:cxn modelId="{EDF6E571-4A3D-45AC-ABCE-81423FC8ADF0}" srcId="{0EC3E207-CD70-4581-AD40-49AB35C99747}" destId="{58877E42-87CC-4B71-A83D-1DAB26A85528}" srcOrd="1" destOrd="0" parTransId="{3D49C30E-2161-4404-B51F-2B4F3E89E13A}" sibTransId="{FEC10145-3E7A-4719-9476-BA01D27FF48A}"/>
    <dgm:cxn modelId="{4D33B4A0-C277-4536-B4A7-FB1F52E26C24}" type="presOf" srcId="{EE62A904-6535-4B23-A8C5-0FC7A2BFF238}" destId="{6C131863-9654-4D3D-AF95-EDE1EA2E0F22}" srcOrd="0" destOrd="4" presId="urn:microsoft.com/office/officeart/2005/8/layout/hList1"/>
    <dgm:cxn modelId="{B66391A8-6596-4118-84BD-0FAB7D93D26D}" srcId="{D971C041-4012-4CF2-9A9F-2481BF295EAE}" destId="{0EC3E207-CD70-4581-AD40-49AB35C99747}" srcOrd="0" destOrd="0" parTransId="{13CE644A-8641-4751-A034-6CA12DBB0B40}" sibTransId="{0EF92EE2-A3FD-4887-BD5B-761032098DDB}"/>
    <dgm:cxn modelId="{A6B503B2-E65C-4480-8095-1E9202DBD4A6}" type="presOf" srcId="{A20371FD-4DAB-46D1-9030-DB6D3AF95905}" destId="{6C131863-9654-4D3D-AF95-EDE1EA2E0F22}" srcOrd="0" destOrd="0" presId="urn:microsoft.com/office/officeart/2005/8/layout/hList1"/>
    <dgm:cxn modelId="{959FE0D2-8C6E-4BEF-9365-21C781319CCE}" srcId="{0EC3E207-CD70-4581-AD40-49AB35C99747}" destId="{C80BD0C4-529B-4341-95DD-2ED628511C13}" srcOrd="8" destOrd="0" parTransId="{AB5D8941-96C8-4B0D-A358-29C243383D57}" sibTransId="{6EA0E9B7-B62A-42F3-97AF-F80FE3AE97AF}"/>
    <dgm:cxn modelId="{3ECA6CF7-8D15-4562-BDB9-AD3730EC377E}" srcId="{0EC3E207-CD70-4581-AD40-49AB35C99747}" destId="{0295E03C-C94E-4919-9B40-9637F038D9A5}" srcOrd="6" destOrd="0" parTransId="{04E15C19-A3F5-4FE5-A811-ABF9E77CDA72}" sibTransId="{589BD063-DE27-4AA5-9BE9-B1C1406DB830}"/>
    <dgm:cxn modelId="{BCC5A7F8-2CD3-4759-9DB5-C87AB35F338B}" type="presOf" srcId="{0EC3E207-CD70-4581-AD40-49AB35C99747}" destId="{26133218-EC85-4865-A649-FF743671DC26}" srcOrd="0" destOrd="0" presId="urn:microsoft.com/office/officeart/2005/8/layout/hList1"/>
    <dgm:cxn modelId="{853FA3F4-571D-4613-A46A-EC083A2D55A4}" type="presParOf" srcId="{A2A7A962-F944-456A-A110-03752A2F80ED}" destId="{72620874-B6EB-49CF-917F-ABC67F89F4D2}" srcOrd="0" destOrd="0" presId="urn:microsoft.com/office/officeart/2005/8/layout/hList1"/>
    <dgm:cxn modelId="{1650A229-1F2A-4E73-A40A-932CA688B647}" type="presParOf" srcId="{72620874-B6EB-49CF-917F-ABC67F89F4D2}" destId="{26133218-EC85-4865-A649-FF743671DC26}" srcOrd="0" destOrd="0" presId="urn:microsoft.com/office/officeart/2005/8/layout/hList1"/>
    <dgm:cxn modelId="{97F6CF3A-EB2B-4B04-8938-3A63C5A7E848}" type="presParOf" srcId="{72620874-B6EB-49CF-917F-ABC67F89F4D2}" destId="{6C131863-9654-4D3D-AF95-EDE1EA2E0F22}"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57E4877-BBC6-4230-A5CD-B2AFD018CCB8}"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IN"/>
        </a:p>
      </dgm:t>
    </dgm:pt>
    <dgm:pt modelId="{F356D9CE-F0B5-45F7-AAE1-B2556D2C997E}">
      <dgm:prSet phldrT="[Text]" custT="1"/>
      <dgm:spPr/>
      <dgm:t>
        <a:bodyPr/>
        <a:lstStyle/>
        <a:p>
          <a:pPr algn="just"/>
          <a:r>
            <a:rPr lang="en-IN" sz="2800" kern="1200" dirty="0"/>
            <a:t>Personal computer are </a:t>
          </a:r>
          <a:r>
            <a:rPr lang="en-IN" sz="2800" b="1" u="sng" kern="1200" dirty="0">
              <a:solidFill>
                <a:schemeClr val="tx1"/>
              </a:solidFill>
              <a:highlight>
                <a:srgbClr val="FFFF00"/>
              </a:highlight>
            </a:rPr>
            <a:t>popular in medical field </a:t>
          </a:r>
          <a:r>
            <a:rPr lang="en-IN" sz="2800" kern="1200" dirty="0">
              <a:solidFill>
                <a:schemeClr val="tx1"/>
              </a:solidFill>
            </a:rPr>
            <a:t>and also </a:t>
          </a:r>
          <a:r>
            <a:rPr lang="en-IN" sz="2800" b="1" u="sng" kern="1200" dirty="0">
              <a:solidFill>
                <a:schemeClr val="tx1"/>
              </a:solidFill>
              <a:highlight>
                <a:srgbClr val="FFFF00"/>
              </a:highlight>
              <a:latin typeface="Calibri"/>
              <a:ea typeface="+mn-ea"/>
              <a:cs typeface="+mn-cs"/>
            </a:rPr>
            <a:t>software is largely commercially available</a:t>
          </a:r>
        </a:p>
      </dgm:t>
    </dgm:pt>
    <dgm:pt modelId="{D215A797-4FED-49DC-AF7D-CF51FF5764EC}" type="parTrans" cxnId="{3B843F5B-CDF5-44A2-998F-B79231595851}">
      <dgm:prSet/>
      <dgm:spPr/>
      <dgm:t>
        <a:bodyPr/>
        <a:lstStyle/>
        <a:p>
          <a:endParaRPr lang="en-IN"/>
        </a:p>
      </dgm:t>
    </dgm:pt>
    <dgm:pt modelId="{E4AB3049-18CD-49B4-9BAB-AF9D2F077E9E}" type="sibTrans" cxnId="{3B843F5B-CDF5-44A2-998F-B79231595851}">
      <dgm:prSet/>
      <dgm:spPr/>
      <dgm:t>
        <a:bodyPr/>
        <a:lstStyle/>
        <a:p>
          <a:endParaRPr lang="en-IN"/>
        </a:p>
      </dgm:t>
    </dgm:pt>
    <dgm:pt modelId="{8E3E2448-CD47-4A87-86D7-787733FFBBCC}">
      <dgm:prSet phldrT="[Text]" custT="1"/>
      <dgm:spPr/>
      <dgm:t>
        <a:bodyPr/>
        <a:lstStyle/>
        <a:p>
          <a:pPr algn="just"/>
          <a:r>
            <a:rPr lang="en-IN" sz="2800" kern="1200" dirty="0"/>
            <a:t>Computer are </a:t>
          </a:r>
          <a:r>
            <a:rPr lang="en-IN" sz="2800" b="1" u="sng" kern="1200" dirty="0">
              <a:solidFill>
                <a:schemeClr val="tx1"/>
              </a:solidFill>
              <a:highlight>
                <a:srgbClr val="FFFF00"/>
              </a:highlight>
              <a:latin typeface="Calibri"/>
              <a:ea typeface="+mn-ea"/>
              <a:cs typeface="+mn-cs"/>
            </a:rPr>
            <a:t>widely accepted</a:t>
          </a:r>
          <a:r>
            <a:rPr lang="en-IN" sz="2800" b="1" u="none" kern="1200" dirty="0">
              <a:solidFill>
                <a:schemeClr val="tx1"/>
              </a:solidFill>
              <a:latin typeface="Calibri"/>
              <a:ea typeface="+mn-ea"/>
              <a:cs typeface="+mn-cs"/>
            </a:rPr>
            <a:t> </a:t>
          </a:r>
          <a:r>
            <a:rPr lang="en-IN" sz="2800" kern="1200" dirty="0"/>
            <a:t>in the medical field for data </a:t>
          </a:r>
          <a:r>
            <a:rPr lang="en-IN" sz="2800" b="1" u="sng" kern="1200" dirty="0">
              <a:solidFill>
                <a:schemeClr val="tx1"/>
              </a:solidFill>
              <a:highlight>
                <a:srgbClr val="FFFF00"/>
              </a:highlight>
              <a:latin typeface="Calibri"/>
              <a:ea typeface="+mn-ea"/>
              <a:cs typeface="+mn-cs"/>
            </a:rPr>
            <a:t>collection, manipulation, processing and a complete workstations </a:t>
          </a:r>
          <a:r>
            <a:rPr lang="en-IN" sz="2800" kern="1200" dirty="0"/>
            <a:t>for a variety of applications</a:t>
          </a:r>
        </a:p>
      </dgm:t>
    </dgm:pt>
    <dgm:pt modelId="{B85AD869-FD7A-4A39-92C4-B794499A02E2}" type="parTrans" cxnId="{325E6420-35F6-4345-A9E8-A49805CA65A2}">
      <dgm:prSet/>
      <dgm:spPr/>
      <dgm:t>
        <a:bodyPr/>
        <a:lstStyle/>
        <a:p>
          <a:endParaRPr lang="en-IN"/>
        </a:p>
      </dgm:t>
    </dgm:pt>
    <dgm:pt modelId="{511C6A6D-EEA9-4044-9618-60C8E6F79073}" type="sibTrans" cxnId="{325E6420-35F6-4345-A9E8-A49805CA65A2}">
      <dgm:prSet/>
      <dgm:spPr/>
      <dgm:t>
        <a:bodyPr/>
        <a:lstStyle/>
        <a:p>
          <a:endParaRPr lang="en-IN"/>
        </a:p>
      </dgm:t>
    </dgm:pt>
    <dgm:pt modelId="{AB000C71-34CA-4D62-8969-8256BA2FAD8B}">
      <dgm:prSet phldrT="[Text]" custT="1"/>
      <dgm:spPr/>
      <dgm:t>
        <a:bodyPr/>
        <a:lstStyle/>
        <a:p>
          <a:pPr algn="just"/>
          <a:r>
            <a:rPr lang="en-IN" sz="2800" kern="1200" dirty="0"/>
            <a:t>A personal computer becomes a </a:t>
          </a:r>
          <a:r>
            <a:rPr lang="en-IN" sz="2800" b="1" u="sng" kern="1200" dirty="0">
              <a:solidFill>
                <a:schemeClr val="tx1"/>
              </a:solidFill>
              <a:highlight>
                <a:srgbClr val="FFFF00"/>
              </a:highlight>
              <a:latin typeface="Calibri"/>
              <a:ea typeface="+mn-ea"/>
              <a:cs typeface="+mn-cs"/>
            </a:rPr>
            <a:t>workstation</a:t>
          </a:r>
          <a:r>
            <a:rPr lang="en-IN" sz="2800" kern="1200" dirty="0"/>
            <a:t> with the simple installation of one or more ‘instruments-on-a-board’ in its accessory slots.</a:t>
          </a:r>
        </a:p>
      </dgm:t>
    </dgm:pt>
    <dgm:pt modelId="{8FEFC2AF-C600-419F-AA1C-0928EE2A0B40}" type="parTrans" cxnId="{E3411C05-BD1F-4107-AD8D-F224DD38DC6D}">
      <dgm:prSet/>
      <dgm:spPr/>
      <dgm:t>
        <a:bodyPr/>
        <a:lstStyle/>
        <a:p>
          <a:endParaRPr lang="en-IN"/>
        </a:p>
      </dgm:t>
    </dgm:pt>
    <dgm:pt modelId="{9263A6F3-3D66-4BE1-B2DE-E6D72EF80C08}" type="sibTrans" cxnId="{E3411C05-BD1F-4107-AD8D-F224DD38DC6D}">
      <dgm:prSet/>
      <dgm:spPr/>
      <dgm:t>
        <a:bodyPr/>
        <a:lstStyle/>
        <a:p>
          <a:endParaRPr lang="en-IN"/>
        </a:p>
      </dgm:t>
    </dgm:pt>
    <dgm:pt modelId="{2F3E2D69-9550-45BF-B1BB-84F9BD3BF9D2}" type="pres">
      <dgm:prSet presAssocID="{C57E4877-BBC6-4230-A5CD-B2AFD018CCB8}" presName="linear" presStyleCnt="0">
        <dgm:presLayoutVars>
          <dgm:dir/>
          <dgm:animLvl val="lvl"/>
          <dgm:resizeHandles val="exact"/>
        </dgm:presLayoutVars>
      </dgm:prSet>
      <dgm:spPr/>
    </dgm:pt>
    <dgm:pt modelId="{B6B11F36-49F5-4F62-B923-A16357CC73FA}" type="pres">
      <dgm:prSet presAssocID="{F356D9CE-F0B5-45F7-AAE1-B2556D2C997E}" presName="parentLin" presStyleCnt="0"/>
      <dgm:spPr/>
    </dgm:pt>
    <dgm:pt modelId="{90641210-69E7-4161-9A2A-32A2BE49119D}" type="pres">
      <dgm:prSet presAssocID="{F356D9CE-F0B5-45F7-AAE1-B2556D2C997E}" presName="parentLeftMargin" presStyleLbl="node1" presStyleIdx="0" presStyleCnt="3"/>
      <dgm:spPr/>
    </dgm:pt>
    <dgm:pt modelId="{48652CA4-2DDD-479D-BF30-37E16FDDCC9B}" type="pres">
      <dgm:prSet presAssocID="{F356D9CE-F0B5-45F7-AAE1-B2556D2C997E}" presName="parentText" presStyleLbl="node1" presStyleIdx="0" presStyleCnt="3" custScaleX="131428" custScaleY="317073" custLinFactNeighborX="-3279" custLinFactNeighborY="-13366">
        <dgm:presLayoutVars>
          <dgm:chMax val="0"/>
          <dgm:bulletEnabled val="1"/>
        </dgm:presLayoutVars>
      </dgm:prSet>
      <dgm:spPr/>
    </dgm:pt>
    <dgm:pt modelId="{5AB86758-39F4-4C7E-A5CC-493E1786CF64}" type="pres">
      <dgm:prSet presAssocID="{F356D9CE-F0B5-45F7-AAE1-B2556D2C997E}" presName="negativeSpace" presStyleCnt="0"/>
      <dgm:spPr/>
    </dgm:pt>
    <dgm:pt modelId="{9E54554A-42C4-4FDF-9DCD-2421F33AAF8B}" type="pres">
      <dgm:prSet presAssocID="{F356D9CE-F0B5-45F7-AAE1-B2556D2C997E}" presName="childText" presStyleLbl="conFgAcc1" presStyleIdx="0" presStyleCnt="3">
        <dgm:presLayoutVars>
          <dgm:bulletEnabled val="1"/>
        </dgm:presLayoutVars>
      </dgm:prSet>
      <dgm:spPr/>
    </dgm:pt>
    <dgm:pt modelId="{C471054F-EF0A-4203-9058-8A14DE6936E3}" type="pres">
      <dgm:prSet presAssocID="{E4AB3049-18CD-49B4-9BAB-AF9D2F077E9E}" presName="spaceBetweenRectangles" presStyleCnt="0"/>
      <dgm:spPr/>
    </dgm:pt>
    <dgm:pt modelId="{32B87369-400B-46B8-BF2B-832260879D66}" type="pres">
      <dgm:prSet presAssocID="{8E3E2448-CD47-4A87-86D7-787733FFBBCC}" presName="parentLin" presStyleCnt="0"/>
      <dgm:spPr/>
    </dgm:pt>
    <dgm:pt modelId="{80FD0C63-322A-4A19-A669-EA4EC5337F05}" type="pres">
      <dgm:prSet presAssocID="{8E3E2448-CD47-4A87-86D7-787733FFBBCC}" presName="parentLeftMargin" presStyleLbl="node1" presStyleIdx="0" presStyleCnt="3"/>
      <dgm:spPr/>
    </dgm:pt>
    <dgm:pt modelId="{144AFC07-1496-4E75-BCFB-F7DDB915695E}" type="pres">
      <dgm:prSet presAssocID="{8E3E2448-CD47-4A87-86D7-787733FFBBCC}" presName="parentText" presStyleLbl="node1" presStyleIdx="1" presStyleCnt="3" custScaleX="131428" custScaleY="317073" custLinFactNeighborX="-6559" custLinFactNeighborY="-15037">
        <dgm:presLayoutVars>
          <dgm:chMax val="0"/>
          <dgm:bulletEnabled val="1"/>
        </dgm:presLayoutVars>
      </dgm:prSet>
      <dgm:spPr/>
    </dgm:pt>
    <dgm:pt modelId="{9B837A2A-9A75-40BD-9C11-C139384ACA84}" type="pres">
      <dgm:prSet presAssocID="{8E3E2448-CD47-4A87-86D7-787733FFBBCC}" presName="negativeSpace" presStyleCnt="0"/>
      <dgm:spPr/>
    </dgm:pt>
    <dgm:pt modelId="{996176FA-4CF5-43BD-984E-81A17AAFCF10}" type="pres">
      <dgm:prSet presAssocID="{8E3E2448-CD47-4A87-86D7-787733FFBBCC}" presName="childText" presStyleLbl="conFgAcc1" presStyleIdx="1" presStyleCnt="3">
        <dgm:presLayoutVars>
          <dgm:bulletEnabled val="1"/>
        </dgm:presLayoutVars>
      </dgm:prSet>
      <dgm:spPr/>
    </dgm:pt>
    <dgm:pt modelId="{B77D020A-6DCB-4CD6-871D-2087FED61621}" type="pres">
      <dgm:prSet presAssocID="{511C6A6D-EEA9-4044-9618-60C8E6F79073}" presName="spaceBetweenRectangles" presStyleCnt="0"/>
      <dgm:spPr/>
    </dgm:pt>
    <dgm:pt modelId="{98F5CB81-9496-4B05-AC42-39948CC12BA6}" type="pres">
      <dgm:prSet presAssocID="{AB000C71-34CA-4D62-8969-8256BA2FAD8B}" presName="parentLin" presStyleCnt="0"/>
      <dgm:spPr/>
    </dgm:pt>
    <dgm:pt modelId="{AED19735-DD89-436A-9739-1F10C6FBBFFA}" type="pres">
      <dgm:prSet presAssocID="{AB000C71-34CA-4D62-8969-8256BA2FAD8B}" presName="parentLeftMargin" presStyleLbl="node1" presStyleIdx="1" presStyleCnt="3"/>
      <dgm:spPr/>
    </dgm:pt>
    <dgm:pt modelId="{E6932263-ECFE-4ACF-A755-C5389EEEFF8C}" type="pres">
      <dgm:prSet presAssocID="{AB000C71-34CA-4D62-8969-8256BA2FAD8B}" presName="parentText" presStyleLbl="node1" presStyleIdx="2" presStyleCnt="3" custScaleX="131428" custScaleY="317073">
        <dgm:presLayoutVars>
          <dgm:chMax val="0"/>
          <dgm:bulletEnabled val="1"/>
        </dgm:presLayoutVars>
      </dgm:prSet>
      <dgm:spPr/>
    </dgm:pt>
    <dgm:pt modelId="{45959057-8FFA-4BA8-8ED2-ECEB4E9D02FB}" type="pres">
      <dgm:prSet presAssocID="{AB000C71-34CA-4D62-8969-8256BA2FAD8B}" presName="negativeSpace" presStyleCnt="0"/>
      <dgm:spPr/>
    </dgm:pt>
    <dgm:pt modelId="{A2ABE9DA-F012-4229-8040-6B99BD540218}" type="pres">
      <dgm:prSet presAssocID="{AB000C71-34CA-4D62-8969-8256BA2FAD8B}" presName="childText" presStyleLbl="conFgAcc1" presStyleIdx="2" presStyleCnt="3">
        <dgm:presLayoutVars>
          <dgm:bulletEnabled val="1"/>
        </dgm:presLayoutVars>
      </dgm:prSet>
      <dgm:spPr/>
    </dgm:pt>
  </dgm:ptLst>
  <dgm:cxnLst>
    <dgm:cxn modelId="{E3411C05-BD1F-4107-AD8D-F224DD38DC6D}" srcId="{C57E4877-BBC6-4230-A5CD-B2AFD018CCB8}" destId="{AB000C71-34CA-4D62-8969-8256BA2FAD8B}" srcOrd="2" destOrd="0" parTransId="{8FEFC2AF-C600-419F-AA1C-0928EE2A0B40}" sibTransId="{9263A6F3-3D66-4BE1-B2DE-E6D72EF80C08}"/>
    <dgm:cxn modelId="{95A6031A-7A96-49D3-BB0C-12BCC240DDCA}" type="presOf" srcId="{AB000C71-34CA-4D62-8969-8256BA2FAD8B}" destId="{AED19735-DD89-436A-9739-1F10C6FBBFFA}" srcOrd="0" destOrd="0" presId="urn:microsoft.com/office/officeart/2005/8/layout/list1"/>
    <dgm:cxn modelId="{325E6420-35F6-4345-A9E8-A49805CA65A2}" srcId="{C57E4877-BBC6-4230-A5CD-B2AFD018CCB8}" destId="{8E3E2448-CD47-4A87-86D7-787733FFBBCC}" srcOrd="1" destOrd="0" parTransId="{B85AD869-FD7A-4A39-92C4-B794499A02E2}" sibTransId="{511C6A6D-EEA9-4044-9618-60C8E6F79073}"/>
    <dgm:cxn modelId="{3B843F5B-CDF5-44A2-998F-B79231595851}" srcId="{C57E4877-BBC6-4230-A5CD-B2AFD018CCB8}" destId="{F356D9CE-F0B5-45F7-AAE1-B2556D2C997E}" srcOrd="0" destOrd="0" parTransId="{D215A797-4FED-49DC-AF7D-CF51FF5764EC}" sibTransId="{E4AB3049-18CD-49B4-9BAB-AF9D2F077E9E}"/>
    <dgm:cxn modelId="{5B23B26B-902A-406E-AC84-46E01CB1A2B4}" type="presOf" srcId="{8E3E2448-CD47-4A87-86D7-787733FFBBCC}" destId="{80FD0C63-322A-4A19-A669-EA4EC5337F05}" srcOrd="0" destOrd="0" presId="urn:microsoft.com/office/officeart/2005/8/layout/list1"/>
    <dgm:cxn modelId="{9175AA70-AE2A-468D-A7F1-8B5EFA4A79B3}" type="presOf" srcId="{C57E4877-BBC6-4230-A5CD-B2AFD018CCB8}" destId="{2F3E2D69-9550-45BF-B1BB-84F9BD3BF9D2}" srcOrd="0" destOrd="0" presId="urn:microsoft.com/office/officeart/2005/8/layout/list1"/>
    <dgm:cxn modelId="{23325281-B986-4A62-B2A8-3808D465BE3C}" type="presOf" srcId="{F356D9CE-F0B5-45F7-AAE1-B2556D2C997E}" destId="{90641210-69E7-4161-9A2A-32A2BE49119D}" srcOrd="0" destOrd="0" presId="urn:microsoft.com/office/officeart/2005/8/layout/list1"/>
    <dgm:cxn modelId="{641B2885-05D7-48D4-B133-10A74AF5C789}" type="presOf" srcId="{8E3E2448-CD47-4A87-86D7-787733FFBBCC}" destId="{144AFC07-1496-4E75-BCFB-F7DDB915695E}" srcOrd="1" destOrd="0" presId="urn:microsoft.com/office/officeart/2005/8/layout/list1"/>
    <dgm:cxn modelId="{1EE1B7C6-480B-4CBB-8198-60A31CE0FF9A}" type="presOf" srcId="{F356D9CE-F0B5-45F7-AAE1-B2556D2C997E}" destId="{48652CA4-2DDD-479D-BF30-37E16FDDCC9B}" srcOrd="1" destOrd="0" presId="urn:microsoft.com/office/officeart/2005/8/layout/list1"/>
    <dgm:cxn modelId="{266E6BD7-2E60-4F5D-89D1-44B537ED5FC9}" type="presOf" srcId="{AB000C71-34CA-4D62-8969-8256BA2FAD8B}" destId="{E6932263-ECFE-4ACF-A755-C5389EEEFF8C}" srcOrd="1" destOrd="0" presId="urn:microsoft.com/office/officeart/2005/8/layout/list1"/>
    <dgm:cxn modelId="{0714E148-55C4-43AE-9B4E-2558ED29038F}" type="presParOf" srcId="{2F3E2D69-9550-45BF-B1BB-84F9BD3BF9D2}" destId="{B6B11F36-49F5-4F62-B923-A16357CC73FA}" srcOrd="0" destOrd="0" presId="urn:microsoft.com/office/officeart/2005/8/layout/list1"/>
    <dgm:cxn modelId="{6160F0FA-A443-459C-B359-5749F4F8F1F7}" type="presParOf" srcId="{B6B11F36-49F5-4F62-B923-A16357CC73FA}" destId="{90641210-69E7-4161-9A2A-32A2BE49119D}" srcOrd="0" destOrd="0" presId="urn:microsoft.com/office/officeart/2005/8/layout/list1"/>
    <dgm:cxn modelId="{122AF555-1415-4DE0-B5A4-C8580211406F}" type="presParOf" srcId="{B6B11F36-49F5-4F62-B923-A16357CC73FA}" destId="{48652CA4-2DDD-479D-BF30-37E16FDDCC9B}" srcOrd="1" destOrd="0" presId="urn:microsoft.com/office/officeart/2005/8/layout/list1"/>
    <dgm:cxn modelId="{5664BC74-72AC-4659-803B-28F2020549C4}" type="presParOf" srcId="{2F3E2D69-9550-45BF-B1BB-84F9BD3BF9D2}" destId="{5AB86758-39F4-4C7E-A5CC-493E1786CF64}" srcOrd="1" destOrd="0" presId="urn:microsoft.com/office/officeart/2005/8/layout/list1"/>
    <dgm:cxn modelId="{306CD0D0-F9BF-41E5-A458-DD60F0177BB6}" type="presParOf" srcId="{2F3E2D69-9550-45BF-B1BB-84F9BD3BF9D2}" destId="{9E54554A-42C4-4FDF-9DCD-2421F33AAF8B}" srcOrd="2" destOrd="0" presId="urn:microsoft.com/office/officeart/2005/8/layout/list1"/>
    <dgm:cxn modelId="{139FB1F3-5DD8-41B7-97D5-64E608658B7F}" type="presParOf" srcId="{2F3E2D69-9550-45BF-B1BB-84F9BD3BF9D2}" destId="{C471054F-EF0A-4203-9058-8A14DE6936E3}" srcOrd="3" destOrd="0" presId="urn:microsoft.com/office/officeart/2005/8/layout/list1"/>
    <dgm:cxn modelId="{F33E19A8-8182-46AE-8823-BDBA5081E4E2}" type="presParOf" srcId="{2F3E2D69-9550-45BF-B1BB-84F9BD3BF9D2}" destId="{32B87369-400B-46B8-BF2B-832260879D66}" srcOrd="4" destOrd="0" presId="urn:microsoft.com/office/officeart/2005/8/layout/list1"/>
    <dgm:cxn modelId="{C6F52B37-9356-4721-A409-3633FB573D8F}" type="presParOf" srcId="{32B87369-400B-46B8-BF2B-832260879D66}" destId="{80FD0C63-322A-4A19-A669-EA4EC5337F05}" srcOrd="0" destOrd="0" presId="urn:microsoft.com/office/officeart/2005/8/layout/list1"/>
    <dgm:cxn modelId="{4CEAD189-6F4D-4C3A-A5B8-C006A8DA58CB}" type="presParOf" srcId="{32B87369-400B-46B8-BF2B-832260879D66}" destId="{144AFC07-1496-4E75-BCFB-F7DDB915695E}" srcOrd="1" destOrd="0" presId="urn:microsoft.com/office/officeart/2005/8/layout/list1"/>
    <dgm:cxn modelId="{29EF1A16-9D68-4B04-8A69-9DA3DC3615EE}" type="presParOf" srcId="{2F3E2D69-9550-45BF-B1BB-84F9BD3BF9D2}" destId="{9B837A2A-9A75-40BD-9C11-C139384ACA84}" srcOrd="5" destOrd="0" presId="urn:microsoft.com/office/officeart/2005/8/layout/list1"/>
    <dgm:cxn modelId="{90AF146D-B901-4F38-9F01-5CD0F5F69379}" type="presParOf" srcId="{2F3E2D69-9550-45BF-B1BB-84F9BD3BF9D2}" destId="{996176FA-4CF5-43BD-984E-81A17AAFCF10}" srcOrd="6" destOrd="0" presId="urn:microsoft.com/office/officeart/2005/8/layout/list1"/>
    <dgm:cxn modelId="{92714F73-4ABC-4132-AE53-ACCB88672174}" type="presParOf" srcId="{2F3E2D69-9550-45BF-B1BB-84F9BD3BF9D2}" destId="{B77D020A-6DCB-4CD6-871D-2087FED61621}" srcOrd="7" destOrd="0" presId="urn:microsoft.com/office/officeart/2005/8/layout/list1"/>
    <dgm:cxn modelId="{318E2275-5E44-40BF-B832-27D7295BB514}" type="presParOf" srcId="{2F3E2D69-9550-45BF-B1BB-84F9BD3BF9D2}" destId="{98F5CB81-9496-4B05-AC42-39948CC12BA6}" srcOrd="8" destOrd="0" presId="urn:microsoft.com/office/officeart/2005/8/layout/list1"/>
    <dgm:cxn modelId="{7AD08E2A-4B3A-434C-9A04-365D3EB8D871}" type="presParOf" srcId="{98F5CB81-9496-4B05-AC42-39948CC12BA6}" destId="{AED19735-DD89-436A-9739-1F10C6FBBFFA}" srcOrd="0" destOrd="0" presId="urn:microsoft.com/office/officeart/2005/8/layout/list1"/>
    <dgm:cxn modelId="{34737585-07E0-4D71-AC30-4386A9BB17CB}" type="presParOf" srcId="{98F5CB81-9496-4B05-AC42-39948CC12BA6}" destId="{E6932263-ECFE-4ACF-A755-C5389EEEFF8C}" srcOrd="1" destOrd="0" presId="urn:microsoft.com/office/officeart/2005/8/layout/list1"/>
    <dgm:cxn modelId="{113A2401-63E5-4307-A70B-D43DF64A5152}" type="presParOf" srcId="{2F3E2D69-9550-45BF-B1BB-84F9BD3BF9D2}" destId="{45959057-8FFA-4BA8-8ED2-ECEB4E9D02FB}" srcOrd="9" destOrd="0" presId="urn:microsoft.com/office/officeart/2005/8/layout/list1"/>
    <dgm:cxn modelId="{843341CB-7E5A-4919-8CE0-8E29F9EC8067}" type="presParOf" srcId="{2F3E2D69-9550-45BF-B1BB-84F9BD3BF9D2}" destId="{A2ABE9DA-F012-4229-8040-6B99BD540218}" srcOrd="10"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A4758C08-8F69-41C8-ADC2-8810A87DC9AC}"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IN"/>
        </a:p>
      </dgm:t>
    </dgm:pt>
    <dgm:pt modelId="{45C55093-2763-4AC7-81DB-03F89F94C4D7}">
      <dgm:prSet phldrT="[Text]" custT="1"/>
      <dgm:spPr/>
      <dgm:t>
        <a:bodyPr/>
        <a:lstStyle/>
        <a:p>
          <a:pPr algn="just"/>
          <a:r>
            <a:rPr lang="en-IN" sz="2400" kern="1200" dirty="0"/>
            <a:t>System is highly </a:t>
          </a:r>
          <a:r>
            <a:rPr lang="en-IN" sz="2400" b="1" u="sng" kern="1200" dirty="0">
              <a:solidFill>
                <a:schemeClr val="tx1"/>
              </a:solidFill>
              <a:highlight>
                <a:srgbClr val="FFFF00"/>
              </a:highlight>
              <a:latin typeface="Calibri"/>
              <a:ea typeface="+mn-ea"/>
              <a:cs typeface="+mn-cs"/>
            </a:rPr>
            <a:t>flexible</a:t>
          </a:r>
          <a:r>
            <a:rPr lang="en-IN" sz="2400" kern="1200" dirty="0"/>
            <a:t> and can </a:t>
          </a:r>
          <a:r>
            <a:rPr lang="en-IN" sz="2400" b="1" u="sng" kern="1200" dirty="0">
              <a:solidFill>
                <a:schemeClr val="tx1"/>
              </a:solidFill>
              <a:highlight>
                <a:srgbClr val="FFFF00"/>
              </a:highlight>
              <a:latin typeface="Calibri"/>
              <a:ea typeface="+mn-ea"/>
              <a:cs typeface="+mn-cs"/>
            </a:rPr>
            <a:t>accommodate a variety of inputs</a:t>
          </a:r>
          <a:r>
            <a:rPr lang="en-IN" sz="2400" kern="1200" dirty="0"/>
            <a:t>, which can be connected to PC for analysis, graphics and control</a:t>
          </a:r>
        </a:p>
      </dgm:t>
    </dgm:pt>
    <dgm:pt modelId="{D9A6ED9B-E603-4F3A-9198-FA6D2BA718A9}" type="parTrans" cxnId="{33E8C298-D256-4110-84C2-48530128A2BC}">
      <dgm:prSet/>
      <dgm:spPr/>
      <dgm:t>
        <a:bodyPr/>
        <a:lstStyle/>
        <a:p>
          <a:endParaRPr lang="en-IN" sz="2400"/>
        </a:p>
      </dgm:t>
    </dgm:pt>
    <dgm:pt modelId="{684ED00C-34A6-4D52-BF45-CB205843F54B}" type="sibTrans" cxnId="{33E8C298-D256-4110-84C2-48530128A2BC}">
      <dgm:prSet/>
      <dgm:spPr/>
      <dgm:t>
        <a:bodyPr/>
        <a:lstStyle/>
        <a:p>
          <a:endParaRPr lang="en-IN" sz="2400"/>
        </a:p>
      </dgm:t>
    </dgm:pt>
    <dgm:pt modelId="{E10A635F-D189-4A49-9C92-7647903AE26A}">
      <dgm:prSet phldrT="[Text]" custT="1"/>
      <dgm:spPr/>
      <dgm:t>
        <a:bodyPr/>
        <a:lstStyle/>
        <a:p>
          <a:pPr algn="just"/>
          <a:r>
            <a:rPr lang="en-IN" sz="2400" kern="1200" dirty="0"/>
            <a:t>The systems works </a:t>
          </a:r>
          <a:r>
            <a:rPr lang="en-IN" sz="2400" b="1" u="sng" kern="1200" dirty="0">
              <a:solidFill>
                <a:prstClr val="black"/>
              </a:solidFill>
              <a:highlight>
                <a:srgbClr val="FFFF00"/>
              </a:highlight>
              <a:latin typeface="Calibri"/>
              <a:ea typeface="+mn-ea"/>
              <a:cs typeface="+mn-cs"/>
            </a:rPr>
            <a:t>totally under the control of software</a:t>
          </a:r>
        </a:p>
      </dgm:t>
    </dgm:pt>
    <dgm:pt modelId="{9676065A-C211-4EE8-A8DD-A158241FBD83}" type="parTrans" cxnId="{40481650-16FD-4105-B790-D5072795A05C}">
      <dgm:prSet/>
      <dgm:spPr/>
      <dgm:t>
        <a:bodyPr/>
        <a:lstStyle/>
        <a:p>
          <a:endParaRPr lang="en-IN" sz="2400"/>
        </a:p>
      </dgm:t>
    </dgm:pt>
    <dgm:pt modelId="{B1646EAE-74B6-4599-BF52-CF08425E15D3}" type="sibTrans" cxnId="{40481650-16FD-4105-B790-D5072795A05C}">
      <dgm:prSet/>
      <dgm:spPr/>
      <dgm:t>
        <a:bodyPr/>
        <a:lstStyle/>
        <a:p>
          <a:endParaRPr lang="en-IN" sz="2400"/>
        </a:p>
      </dgm:t>
    </dgm:pt>
    <dgm:pt modelId="{5D700A66-D4D7-479C-AE1D-91A3DCD85803}">
      <dgm:prSet phldrT="[Text]" custT="1"/>
      <dgm:spPr/>
      <dgm:t>
        <a:bodyPr/>
        <a:lstStyle/>
        <a:p>
          <a:pPr algn="just"/>
          <a:r>
            <a:rPr lang="en-IN" sz="2400" kern="1200" dirty="0"/>
            <a:t>PC medical instruments are </a:t>
          </a:r>
          <a:r>
            <a:rPr lang="en-IN" sz="2400" b="1" u="sng" kern="1200" dirty="0">
              <a:solidFill>
                <a:prstClr val="black"/>
              </a:solidFill>
              <a:highlight>
                <a:srgbClr val="FFFF00"/>
              </a:highlight>
              <a:latin typeface="Calibri"/>
              <a:ea typeface="+mn-ea"/>
              <a:cs typeface="+mn-cs"/>
            </a:rPr>
            <a:t>gaining in popularity </a:t>
          </a:r>
          <a:r>
            <a:rPr lang="en-IN" sz="2400" kern="1200" dirty="0"/>
            <a:t>for several reasons including price, programmability and performance specifications</a:t>
          </a:r>
        </a:p>
      </dgm:t>
    </dgm:pt>
    <dgm:pt modelId="{DD5961BC-603F-4870-8DDD-BE518A965BBB}" type="parTrans" cxnId="{F477A011-E36F-47B8-AE44-E03EAC123457}">
      <dgm:prSet/>
      <dgm:spPr/>
      <dgm:t>
        <a:bodyPr/>
        <a:lstStyle/>
        <a:p>
          <a:endParaRPr lang="en-IN" sz="2400"/>
        </a:p>
      </dgm:t>
    </dgm:pt>
    <dgm:pt modelId="{4818DB61-006A-4281-95E3-10D028617647}" type="sibTrans" cxnId="{F477A011-E36F-47B8-AE44-E03EAC123457}">
      <dgm:prSet/>
      <dgm:spPr/>
      <dgm:t>
        <a:bodyPr/>
        <a:lstStyle/>
        <a:p>
          <a:endParaRPr lang="en-IN" sz="2400"/>
        </a:p>
      </dgm:t>
    </dgm:pt>
    <dgm:pt modelId="{AAA6F0C6-0E9D-4FB2-8207-94BBC4E35ACA}">
      <dgm:prSet phldrT="[Text]" custT="1"/>
      <dgm:spPr/>
      <dgm:t>
        <a:bodyPr/>
        <a:lstStyle/>
        <a:p>
          <a:pPr algn="just"/>
          <a:r>
            <a:rPr lang="en-IN" sz="2400" b="1" u="sng" kern="1200" dirty="0">
              <a:solidFill>
                <a:prstClr val="black"/>
              </a:solidFill>
              <a:highlight>
                <a:srgbClr val="FFFF00"/>
              </a:highlight>
              <a:latin typeface="Calibri"/>
              <a:ea typeface="+mn-ea"/>
              <a:cs typeface="+mn-cs"/>
            </a:rPr>
            <a:t>Basic elements- </a:t>
          </a:r>
        </a:p>
        <a:p>
          <a:pPr algn="just"/>
          <a:r>
            <a:rPr lang="en-IN" sz="2400" b="1" u="none" kern="1200" dirty="0">
              <a:solidFill>
                <a:prstClr val="white"/>
              </a:solidFill>
              <a:latin typeface="Calibri"/>
              <a:ea typeface="+mn-ea"/>
              <a:cs typeface="+mn-cs"/>
            </a:rPr>
            <a:t>Biomedical signal </a:t>
          </a:r>
        </a:p>
        <a:p>
          <a:pPr algn="just"/>
          <a:r>
            <a:rPr lang="en-IN" sz="2400" b="1" u="none" kern="1200" dirty="0"/>
            <a:t>Sensor/transducers</a:t>
          </a:r>
        </a:p>
        <a:p>
          <a:pPr algn="just"/>
          <a:r>
            <a:rPr lang="en-IN" sz="2400" b="1" u="none" kern="1200" dirty="0"/>
            <a:t>Signal conditioning </a:t>
          </a:r>
        </a:p>
        <a:p>
          <a:pPr algn="just"/>
          <a:r>
            <a:rPr lang="en-IN" sz="2400" b="1" u="none" kern="1200" dirty="0"/>
            <a:t>Data acquisition/software package</a:t>
          </a:r>
        </a:p>
        <a:p>
          <a:pPr algn="just"/>
          <a:r>
            <a:rPr lang="en-IN" sz="2400" b="1" u="none" kern="1200" dirty="0"/>
            <a:t>Computer platform.</a:t>
          </a:r>
          <a:endParaRPr lang="en-IN" sz="2400" u="none" kern="1200" dirty="0"/>
        </a:p>
      </dgm:t>
    </dgm:pt>
    <dgm:pt modelId="{C98DD4A5-7526-4FC3-A9B7-6E36ACB8E2E4}" type="parTrans" cxnId="{0D2BB9E8-1A4E-4B1C-8512-DA1154A3EB1D}">
      <dgm:prSet/>
      <dgm:spPr/>
      <dgm:t>
        <a:bodyPr/>
        <a:lstStyle/>
        <a:p>
          <a:endParaRPr lang="en-IN"/>
        </a:p>
      </dgm:t>
    </dgm:pt>
    <dgm:pt modelId="{BADDBA9A-8971-48E0-8B4D-546BAF4DFC6F}" type="sibTrans" cxnId="{0D2BB9E8-1A4E-4B1C-8512-DA1154A3EB1D}">
      <dgm:prSet/>
      <dgm:spPr/>
      <dgm:t>
        <a:bodyPr/>
        <a:lstStyle/>
        <a:p>
          <a:endParaRPr lang="en-IN"/>
        </a:p>
      </dgm:t>
    </dgm:pt>
    <dgm:pt modelId="{AE4A6A98-9227-4BB4-AF05-498259768FC9}" type="pres">
      <dgm:prSet presAssocID="{A4758C08-8F69-41C8-ADC2-8810A87DC9AC}" presName="linear" presStyleCnt="0">
        <dgm:presLayoutVars>
          <dgm:dir/>
          <dgm:animLvl val="lvl"/>
          <dgm:resizeHandles val="exact"/>
        </dgm:presLayoutVars>
      </dgm:prSet>
      <dgm:spPr/>
    </dgm:pt>
    <dgm:pt modelId="{3325199D-E1B3-46D1-BFEB-7A6C4A0C8112}" type="pres">
      <dgm:prSet presAssocID="{AAA6F0C6-0E9D-4FB2-8207-94BBC4E35ACA}" presName="parentLin" presStyleCnt="0"/>
      <dgm:spPr/>
    </dgm:pt>
    <dgm:pt modelId="{0B2B939A-C639-4C96-AE19-A814B94EA525}" type="pres">
      <dgm:prSet presAssocID="{AAA6F0C6-0E9D-4FB2-8207-94BBC4E35ACA}" presName="parentLeftMargin" presStyleLbl="node1" presStyleIdx="0" presStyleCnt="4"/>
      <dgm:spPr/>
    </dgm:pt>
    <dgm:pt modelId="{720E9DA5-CB42-47A1-AA04-BF0CD665E47B}" type="pres">
      <dgm:prSet presAssocID="{AAA6F0C6-0E9D-4FB2-8207-94BBC4E35ACA}" presName="parentText" presStyleLbl="node1" presStyleIdx="0" presStyleCnt="4" custScaleX="134134" custScaleY="414370">
        <dgm:presLayoutVars>
          <dgm:chMax val="0"/>
          <dgm:bulletEnabled val="1"/>
        </dgm:presLayoutVars>
      </dgm:prSet>
      <dgm:spPr/>
    </dgm:pt>
    <dgm:pt modelId="{CF319372-9719-4C2B-A424-D84F230B9F5F}" type="pres">
      <dgm:prSet presAssocID="{AAA6F0C6-0E9D-4FB2-8207-94BBC4E35ACA}" presName="negativeSpace" presStyleCnt="0"/>
      <dgm:spPr/>
    </dgm:pt>
    <dgm:pt modelId="{7F5E0259-201D-45CA-B964-F177020CE8C9}" type="pres">
      <dgm:prSet presAssocID="{AAA6F0C6-0E9D-4FB2-8207-94BBC4E35ACA}" presName="childText" presStyleLbl="conFgAcc1" presStyleIdx="0" presStyleCnt="4">
        <dgm:presLayoutVars>
          <dgm:bulletEnabled val="1"/>
        </dgm:presLayoutVars>
      </dgm:prSet>
      <dgm:spPr/>
    </dgm:pt>
    <dgm:pt modelId="{989DEE5C-4608-48EF-9666-C117CDA06660}" type="pres">
      <dgm:prSet presAssocID="{BADDBA9A-8971-48E0-8B4D-546BAF4DFC6F}" presName="spaceBetweenRectangles" presStyleCnt="0"/>
      <dgm:spPr/>
    </dgm:pt>
    <dgm:pt modelId="{AB520BCD-0624-46BA-82E0-03364D72AB27}" type="pres">
      <dgm:prSet presAssocID="{45C55093-2763-4AC7-81DB-03F89F94C4D7}" presName="parentLin" presStyleCnt="0"/>
      <dgm:spPr/>
    </dgm:pt>
    <dgm:pt modelId="{29AA8F52-D1DA-4891-BAAE-0A5D59E499FD}" type="pres">
      <dgm:prSet presAssocID="{45C55093-2763-4AC7-81DB-03F89F94C4D7}" presName="parentLeftMargin" presStyleLbl="node1" presStyleIdx="0" presStyleCnt="4"/>
      <dgm:spPr/>
    </dgm:pt>
    <dgm:pt modelId="{984F9AE5-FDCE-4667-BCCE-F19313B85542}" type="pres">
      <dgm:prSet presAssocID="{45C55093-2763-4AC7-81DB-03F89F94C4D7}" presName="parentText" presStyleLbl="node1" presStyleIdx="1" presStyleCnt="4" custScaleX="134134" custScaleY="114329" custLinFactNeighborY="18961">
        <dgm:presLayoutVars>
          <dgm:chMax val="0"/>
          <dgm:bulletEnabled val="1"/>
        </dgm:presLayoutVars>
      </dgm:prSet>
      <dgm:spPr/>
    </dgm:pt>
    <dgm:pt modelId="{3CCE9C0B-316A-4A8B-ADA3-31158CBC422E}" type="pres">
      <dgm:prSet presAssocID="{45C55093-2763-4AC7-81DB-03F89F94C4D7}" presName="negativeSpace" presStyleCnt="0"/>
      <dgm:spPr/>
    </dgm:pt>
    <dgm:pt modelId="{C840F79D-5ACE-4A72-8590-24A4910BAF0D}" type="pres">
      <dgm:prSet presAssocID="{45C55093-2763-4AC7-81DB-03F89F94C4D7}" presName="childText" presStyleLbl="conFgAcc1" presStyleIdx="1" presStyleCnt="4">
        <dgm:presLayoutVars>
          <dgm:bulletEnabled val="1"/>
        </dgm:presLayoutVars>
      </dgm:prSet>
      <dgm:spPr/>
    </dgm:pt>
    <dgm:pt modelId="{9A33842F-B795-4712-9619-7BA2EB80AE6B}" type="pres">
      <dgm:prSet presAssocID="{684ED00C-34A6-4D52-BF45-CB205843F54B}" presName="spaceBetweenRectangles" presStyleCnt="0"/>
      <dgm:spPr/>
    </dgm:pt>
    <dgm:pt modelId="{7C137869-17A0-4A54-8AD1-8E8632AC1107}" type="pres">
      <dgm:prSet presAssocID="{E10A635F-D189-4A49-9C92-7647903AE26A}" presName="parentLin" presStyleCnt="0"/>
      <dgm:spPr/>
    </dgm:pt>
    <dgm:pt modelId="{E17D1BB0-D8E8-47BD-A997-06C2F2BBFF40}" type="pres">
      <dgm:prSet presAssocID="{E10A635F-D189-4A49-9C92-7647903AE26A}" presName="parentLeftMargin" presStyleLbl="node1" presStyleIdx="1" presStyleCnt="4"/>
      <dgm:spPr/>
    </dgm:pt>
    <dgm:pt modelId="{7E414E5A-45CB-4818-8CA6-29E43BBD3244}" type="pres">
      <dgm:prSet presAssocID="{E10A635F-D189-4A49-9C92-7647903AE26A}" presName="parentText" presStyleLbl="node1" presStyleIdx="2" presStyleCnt="4" custScaleX="134134" custScaleY="96083" custLinFactNeighborY="8860">
        <dgm:presLayoutVars>
          <dgm:chMax val="0"/>
          <dgm:bulletEnabled val="1"/>
        </dgm:presLayoutVars>
      </dgm:prSet>
      <dgm:spPr/>
    </dgm:pt>
    <dgm:pt modelId="{6406CEC6-E5CA-4242-A656-1EF4FD06277E}" type="pres">
      <dgm:prSet presAssocID="{E10A635F-D189-4A49-9C92-7647903AE26A}" presName="negativeSpace" presStyleCnt="0"/>
      <dgm:spPr/>
    </dgm:pt>
    <dgm:pt modelId="{06DC6262-F52B-46F2-9286-EDFF56B5C31C}" type="pres">
      <dgm:prSet presAssocID="{E10A635F-D189-4A49-9C92-7647903AE26A}" presName="childText" presStyleLbl="conFgAcc1" presStyleIdx="2" presStyleCnt="4">
        <dgm:presLayoutVars>
          <dgm:bulletEnabled val="1"/>
        </dgm:presLayoutVars>
      </dgm:prSet>
      <dgm:spPr/>
    </dgm:pt>
    <dgm:pt modelId="{500003AD-3E0C-4538-B293-72BE630861A1}" type="pres">
      <dgm:prSet presAssocID="{B1646EAE-74B6-4599-BF52-CF08425E15D3}" presName="spaceBetweenRectangles" presStyleCnt="0"/>
      <dgm:spPr/>
    </dgm:pt>
    <dgm:pt modelId="{C07E1BC3-DA99-444C-83BD-CBB6EF6BEFCC}" type="pres">
      <dgm:prSet presAssocID="{5D700A66-D4D7-479C-AE1D-91A3DCD85803}" presName="parentLin" presStyleCnt="0"/>
      <dgm:spPr/>
    </dgm:pt>
    <dgm:pt modelId="{9635F3AA-69CA-4C20-9EE0-494C9006EAD5}" type="pres">
      <dgm:prSet presAssocID="{5D700A66-D4D7-479C-AE1D-91A3DCD85803}" presName="parentLeftMargin" presStyleLbl="node1" presStyleIdx="2" presStyleCnt="4"/>
      <dgm:spPr/>
    </dgm:pt>
    <dgm:pt modelId="{7179E5E7-BFD8-4A72-8FD6-D08B29C14F1C}" type="pres">
      <dgm:prSet presAssocID="{5D700A66-D4D7-479C-AE1D-91A3DCD85803}" presName="parentText" presStyleLbl="node1" presStyleIdx="3" presStyleCnt="4" custScaleX="134134" custScaleY="149051" custLinFactNeighborY="18961">
        <dgm:presLayoutVars>
          <dgm:chMax val="0"/>
          <dgm:bulletEnabled val="1"/>
        </dgm:presLayoutVars>
      </dgm:prSet>
      <dgm:spPr/>
    </dgm:pt>
    <dgm:pt modelId="{A2497806-ED7D-4CDF-9D2A-81690E0F20EB}" type="pres">
      <dgm:prSet presAssocID="{5D700A66-D4D7-479C-AE1D-91A3DCD85803}" presName="negativeSpace" presStyleCnt="0"/>
      <dgm:spPr/>
    </dgm:pt>
    <dgm:pt modelId="{1B773A6A-646B-4E3B-B69D-8FE95876C658}" type="pres">
      <dgm:prSet presAssocID="{5D700A66-D4D7-479C-AE1D-91A3DCD85803}" presName="childText" presStyleLbl="conFgAcc1" presStyleIdx="3" presStyleCnt="4">
        <dgm:presLayoutVars>
          <dgm:bulletEnabled val="1"/>
        </dgm:presLayoutVars>
      </dgm:prSet>
      <dgm:spPr/>
    </dgm:pt>
  </dgm:ptLst>
  <dgm:cxnLst>
    <dgm:cxn modelId="{5F622303-4A57-4029-B4DE-84D57C301271}" type="presOf" srcId="{AAA6F0C6-0E9D-4FB2-8207-94BBC4E35ACA}" destId="{720E9DA5-CB42-47A1-AA04-BF0CD665E47B}" srcOrd="1" destOrd="0" presId="urn:microsoft.com/office/officeart/2005/8/layout/list1"/>
    <dgm:cxn modelId="{F477A011-E36F-47B8-AE44-E03EAC123457}" srcId="{A4758C08-8F69-41C8-ADC2-8810A87DC9AC}" destId="{5D700A66-D4D7-479C-AE1D-91A3DCD85803}" srcOrd="3" destOrd="0" parTransId="{DD5961BC-603F-4870-8DDD-BE518A965BBB}" sibTransId="{4818DB61-006A-4281-95E3-10D028617647}"/>
    <dgm:cxn modelId="{BC83FC2F-B395-4D5B-8142-DF19A55CE940}" type="presOf" srcId="{AAA6F0C6-0E9D-4FB2-8207-94BBC4E35ACA}" destId="{0B2B939A-C639-4C96-AE19-A814B94EA525}" srcOrd="0" destOrd="0" presId="urn:microsoft.com/office/officeart/2005/8/layout/list1"/>
    <dgm:cxn modelId="{63D90A36-645C-4B19-983E-AC441D8AF07F}" type="presOf" srcId="{E10A635F-D189-4A49-9C92-7647903AE26A}" destId="{E17D1BB0-D8E8-47BD-A997-06C2F2BBFF40}" srcOrd="0" destOrd="0" presId="urn:microsoft.com/office/officeart/2005/8/layout/list1"/>
    <dgm:cxn modelId="{0F432736-6A9C-4C30-92E1-501787F4A544}" type="presOf" srcId="{45C55093-2763-4AC7-81DB-03F89F94C4D7}" destId="{29AA8F52-D1DA-4891-BAAE-0A5D59E499FD}" srcOrd="0" destOrd="0" presId="urn:microsoft.com/office/officeart/2005/8/layout/list1"/>
    <dgm:cxn modelId="{73545D5E-DE5E-4179-BF57-755384B6165D}" type="presOf" srcId="{E10A635F-D189-4A49-9C92-7647903AE26A}" destId="{7E414E5A-45CB-4818-8CA6-29E43BBD3244}" srcOrd="1" destOrd="0" presId="urn:microsoft.com/office/officeart/2005/8/layout/list1"/>
    <dgm:cxn modelId="{D3AAE16E-935B-4106-A481-2E5F3E769F08}" type="presOf" srcId="{5D700A66-D4D7-479C-AE1D-91A3DCD85803}" destId="{7179E5E7-BFD8-4A72-8FD6-D08B29C14F1C}" srcOrd="1" destOrd="0" presId="urn:microsoft.com/office/officeart/2005/8/layout/list1"/>
    <dgm:cxn modelId="{40481650-16FD-4105-B790-D5072795A05C}" srcId="{A4758C08-8F69-41C8-ADC2-8810A87DC9AC}" destId="{E10A635F-D189-4A49-9C92-7647903AE26A}" srcOrd="2" destOrd="0" parTransId="{9676065A-C211-4EE8-A8DD-A158241FBD83}" sibTransId="{B1646EAE-74B6-4599-BF52-CF08425E15D3}"/>
    <dgm:cxn modelId="{E3AAF986-759A-4F9B-AE81-908E5F065F94}" type="presOf" srcId="{5D700A66-D4D7-479C-AE1D-91A3DCD85803}" destId="{9635F3AA-69CA-4C20-9EE0-494C9006EAD5}" srcOrd="0" destOrd="0" presId="urn:microsoft.com/office/officeart/2005/8/layout/list1"/>
    <dgm:cxn modelId="{33E8C298-D256-4110-84C2-48530128A2BC}" srcId="{A4758C08-8F69-41C8-ADC2-8810A87DC9AC}" destId="{45C55093-2763-4AC7-81DB-03F89F94C4D7}" srcOrd="1" destOrd="0" parTransId="{D9A6ED9B-E603-4F3A-9198-FA6D2BA718A9}" sibTransId="{684ED00C-34A6-4D52-BF45-CB205843F54B}"/>
    <dgm:cxn modelId="{12088CC9-1BE7-4B36-B485-1C492422FF68}" type="presOf" srcId="{45C55093-2763-4AC7-81DB-03F89F94C4D7}" destId="{984F9AE5-FDCE-4667-BCCE-F19313B85542}" srcOrd="1" destOrd="0" presId="urn:microsoft.com/office/officeart/2005/8/layout/list1"/>
    <dgm:cxn modelId="{0C90CCE4-BC48-4A67-A8BF-D3A2FCDD1444}" type="presOf" srcId="{A4758C08-8F69-41C8-ADC2-8810A87DC9AC}" destId="{AE4A6A98-9227-4BB4-AF05-498259768FC9}" srcOrd="0" destOrd="0" presId="urn:microsoft.com/office/officeart/2005/8/layout/list1"/>
    <dgm:cxn modelId="{0D2BB9E8-1A4E-4B1C-8512-DA1154A3EB1D}" srcId="{A4758C08-8F69-41C8-ADC2-8810A87DC9AC}" destId="{AAA6F0C6-0E9D-4FB2-8207-94BBC4E35ACA}" srcOrd="0" destOrd="0" parTransId="{C98DD4A5-7526-4FC3-A9B7-6E36ACB8E2E4}" sibTransId="{BADDBA9A-8971-48E0-8B4D-546BAF4DFC6F}"/>
    <dgm:cxn modelId="{57DF7F45-CF3A-4225-89FD-4AD0D985ABAB}" type="presParOf" srcId="{AE4A6A98-9227-4BB4-AF05-498259768FC9}" destId="{3325199D-E1B3-46D1-BFEB-7A6C4A0C8112}" srcOrd="0" destOrd="0" presId="urn:microsoft.com/office/officeart/2005/8/layout/list1"/>
    <dgm:cxn modelId="{14BDB1C0-0717-4D55-A6A6-5D85735D4256}" type="presParOf" srcId="{3325199D-E1B3-46D1-BFEB-7A6C4A0C8112}" destId="{0B2B939A-C639-4C96-AE19-A814B94EA525}" srcOrd="0" destOrd="0" presId="urn:microsoft.com/office/officeart/2005/8/layout/list1"/>
    <dgm:cxn modelId="{F896E0AF-3500-4BB2-81E2-DDDEED588BEE}" type="presParOf" srcId="{3325199D-E1B3-46D1-BFEB-7A6C4A0C8112}" destId="{720E9DA5-CB42-47A1-AA04-BF0CD665E47B}" srcOrd="1" destOrd="0" presId="urn:microsoft.com/office/officeart/2005/8/layout/list1"/>
    <dgm:cxn modelId="{2B9EA7D9-F354-44A7-9A31-758C1741FD56}" type="presParOf" srcId="{AE4A6A98-9227-4BB4-AF05-498259768FC9}" destId="{CF319372-9719-4C2B-A424-D84F230B9F5F}" srcOrd="1" destOrd="0" presId="urn:microsoft.com/office/officeart/2005/8/layout/list1"/>
    <dgm:cxn modelId="{7CBA2A0E-B1BE-48F1-BB2F-CBFAEDC55230}" type="presParOf" srcId="{AE4A6A98-9227-4BB4-AF05-498259768FC9}" destId="{7F5E0259-201D-45CA-B964-F177020CE8C9}" srcOrd="2" destOrd="0" presId="urn:microsoft.com/office/officeart/2005/8/layout/list1"/>
    <dgm:cxn modelId="{AA256A27-1AF2-469D-9B49-9526AD6DB37E}" type="presParOf" srcId="{AE4A6A98-9227-4BB4-AF05-498259768FC9}" destId="{989DEE5C-4608-48EF-9666-C117CDA06660}" srcOrd="3" destOrd="0" presId="urn:microsoft.com/office/officeart/2005/8/layout/list1"/>
    <dgm:cxn modelId="{EBAE0A3C-13D5-4C92-A1DF-387E1DE09400}" type="presParOf" srcId="{AE4A6A98-9227-4BB4-AF05-498259768FC9}" destId="{AB520BCD-0624-46BA-82E0-03364D72AB27}" srcOrd="4" destOrd="0" presId="urn:microsoft.com/office/officeart/2005/8/layout/list1"/>
    <dgm:cxn modelId="{1971206C-C755-4112-A798-8972CC193351}" type="presParOf" srcId="{AB520BCD-0624-46BA-82E0-03364D72AB27}" destId="{29AA8F52-D1DA-4891-BAAE-0A5D59E499FD}" srcOrd="0" destOrd="0" presId="urn:microsoft.com/office/officeart/2005/8/layout/list1"/>
    <dgm:cxn modelId="{747EB774-3282-4615-9B53-FA492C82254A}" type="presParOf" srcId="{AB520BCD-0624-46BA-82E0-03364D72AB27}" destId="{984F9AE5-FDCE-4667-BCCE-F19313B85542}" srcOrd="1" destOrd="0" presId="urn:microsoft.com/office/officeart/2005/8/layout/list1"/>
    <dgm:cxn modelId="{F0E5EEC6-CA4A-4FD2-918E-D0C0E73F6545}" type="presParOf" srcId="{AE4A6A98-9227-4BB4-AF05-498259768FC9}" destId="{3CCE9C0B-316A-4A8B-ADA3-31158CBC422E}" srcOrd="5" destOrd="0" presId="urn:microsoft.com/office/officeart/2005/8/layout/list1"/>
    <dgm:cxn modelId="{8B84EBD8-DA02-4D83-8C51-5F886D8B7B45}" type="presParOf" srcId="{AE4A6A98-9227-4BB4-AF05-498259768FC9}" destId="{C840F79D-5ACE-4A72-8590-24A4910BAF0D}" srcOrd="6" destOrd="0" presId="urn:microsoft.com/office/officeart/2005/8/layout/list1"/>
    <dgm:cxn modelId="{8E336D9B-B47B-4E20-90BC-40C04CD17AAB}" type="presParOf" srcId="{AE4A6A98-9227-4BB4-AF05-498259768FC9}" destId="{9A33842F-B795-4712-9619-7BA2EB80AE6B}" srcOrd="7" destOrd="0" presId="urn:microsoft.com/office/officeart/2005/8/layout/list1"/>
    <dgm:cxn modelId="{11B04579-ABFE-4480-98BB-BDB3F1D89F08}" type="presParOf" srcId="{AE4A6A98-9227-4BB4-AF05-498259768FC9}" destId="{7C137869-17A0-4A54-8AD1-8E8632AC1107}" srcOrd="8" destOrd="0" presId="urn:microsoft.com/office/officeart/2005/8/layout/list1"/>
    <dgm:cxn modelId="{506C06B5-C367-4F78-B31B-84E09AEE3FA9}" type="presParOf" srcId="{7C137869-17A0-4A54-8AD1-8E8632AC1107}" destId="{E17D1BB0-D8E8-47BD-A997-06C2F2BBFF40}" srcOrd="0" destOrd="0" presId="urn:microsoft.com/office/officeart/2005/8/layout/list1"/>
    <dgm:cxn modelId="{4A812CA2-DBB1-463F-A531-29B9C13FBF13}" type="presParOf" srcId="{7C137869-17A0-4A54-8AD1-8E8632AC1107}" destId="{7E414E5A-45CB-4818-8CA6-29E43BBD3244}" srcOrd="1" destOrd="0" presId="urn:microsoft.com/office/officeart/2005/8/layout/list1"/>
    <dgm:cxn modelId="{6CB1D31E-2B16-421B-B4F1-4A1D5B604FCC}" type="presParOf" srcId="{AE4A6A98-9227-4BB4-AF05-498259768FC9}" destId="{6406CEC6-E5CA-4242-A656-1EF4FD06277E}" srcOrd="9" destOrd="0" presId="urn:microsoft.com/office/officeart/2005/8/layout/list1"/>
    <dgm:cxn modelId="{190C9693-C0E5-424C-B88E-9000654EBED3}" type="presParOf" srcId="{AE4A6A98-9227-4BB4-AF05-498259768FC9}" destId="{06DC6262-F52B-46F2-9286-EDFF56B5C31C}" srcOrd="10" destOrd="0" presId="urn:microsoft.com/office/officeart/2005/8/layout/list1"/>
    <dgm:cxn modelId="{1859C6D1-F263-4782-95ED-B5CCED9A6A90}" type="presParOf" srcId="{AE4A6A98-9227-4BB4-AF05-498259768FC9}" destId="{500003AD-3E0C-4538-B293-72BE630861A1}" srcOrd="11" destOrd="0" presId="urn:microsoft.com/office/officeart/2005/8/layout/list1"/>
    <dgm:cxn modelId="{054F6548-F10D-4768-B8E0-D9EB32A02663}" type="presParOf" srcId="{AE4A6A98-9227-4BB4-AF05-498259768FC9}" destId="{C07E1BC3-DA99-444C-83BD-CBB6EF6BEFCC}" srcOrd="12" destOrd="0" presId="urn:microsoft.com/office/officeart/2005/8/layout/list1"/>
    <dgm:cxn modelId="{1837057D-3BFC-4833-927C-ACC918DE90F8}" type="presParOf" srcId="{C07E1BC3-DA99-444C-83BD-CBB6EF6BEFCC}" destId="{9635F3AA-69CA-4C20-9EE0-494C9006EAD5}" srcOrd="0" destOrd="0" presId="urn:microsoft.com/office/officeart/2005/8/layout/list1"/>
    <dgm:cxn modelId="{55C0EC37-6901-4FAC-8B51-4CF9139CF435}" type="presParOf" srcId="{C07E1BC3-DA99-444C-83BD-CBB6EF6BEFCC}" destId="{7179E5E7-BFD8-4A72-8FD6-D08B29C14F1C}" srcOrd="1" destOrd="0" presId="urn:microsoft.com/office/officeart/2005/8/layout/list1"/>
    <dgm:cxn modelId="{B08A92E7-569F-4F5E-B057-E44637F46CCA}" type="presParOf" srcId="{AE4A6A98-9227-4BB4-AF05-498259768FC9}" destId="{A2497806-ED7D-4CDF-9D2A-81690E0F20EB}" srcOrd="13" destOrd="0" presId="urn:microsoft.com/office/officeart/2005/8/layout/list1"/>
    <dgm:cxn modelId="{6612972C-E37F-4E04-918D-DC5F0C022CBA}" type="presParOf" srcId="{AE4A6A98-9227-4BB4-AF05-498259768FC9}" destId="{1B773A6A-646B-4E3B-B69D-8FE95876C658}" srcOrd="14"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1F9B17BB-AA94-47CD-9B00-D358B5F74AB0}"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IN"/>
        </a:p>
      </dgm:t>
    </dgm:pt>
    <dgm:pt modelId="{37C5080B-1593-4162-BEA9-C7032308C164}">
      <dgm:prSet phldrT="[Text]" custT="1"/>
      <dgm:spPr/>
      <dgm:t>
        <a:bodyPr/>
        <a:lstStyle/>
        <a:p>
          <a:pPr algn="just"/>
          <a:r>
            <a:rPr lang="en-US" sz="2400" kern="1200" dirty="0"/>
            <a:t>Microprocessors have been used to </a:t>
          </a:r>
          <a:r>
            <a:rPr lang="en-US" sz="2400" b="1" u="sng" kern="1200" dirty="0">
              <a:solidFill>
                <a:prstClr val="black"/>
              </a:solidFill>
              <a:highlight>
                <a:srgbClr val="FFFF00"/>
              </a:highlight>
              <a:latin typeface="Calibri"/>
              <a:ea typeface="+mn-ea"/>
              <a:cs typeface="+mn-cs"/>
            </a:rPr>
            <a:t>replace the complicated instructional procedures </a:t>
          </a:r>
          <a:r>
            <a:rPr lang="en-US" sz="2400" kern="1200" dirty="0"/>
            <a:t>that are now required in some medical instruments. </a:t>
          </a:r>
          <a:endParaRPr lang="en-IN" sz="2400" kern="1200" dirty="0"/>
        </a:p>
      </dgm:t>
    </dgm:pt>
    <dgm:pt modelId="{F591B437-8936-4074-9B7B-A6F0F5FCB3D7}" type="parTrans" cxnId="{DE07AAA4-CD3C-4129-88D2-E1A59C9F197C}">
      <dgm:prSet/>
      <dgm:spPr/>
      <dgm:t>
        <a:bodyPr/>
        <a:lstStyle/>
        <a:p>
          <a:endParaRPr lang="en-IN"/>
        </a:p>
      </dgm:t>
    </dgm:pt>
    <dgm:pt modelId="{E9BA6FE2-210C-4DD5-960A-29AF0B972AB2}" type="sibTrans" cxnId="{DE07AAA4-CD3C-4129-88D2-E1A59C9F197C}">
      <dgm:prSet/>
      <dgm:spPr/>
      <dgm:t>
        <a:bodyPr/>
        <a:lstStyle/>
        <a:p>
          <a:endParaRPr lang="en-IN"/>
        </a:p>
      </dgm:t>
    </dgm:pt>
    <dgm:pt modelId="{6F9FBE0F-0334-4CB4-BAD5-9A216554D4F1}">
      <dgm:prSet phldrT="[Text]" custT="1"/>
      <dgm:spPr/>
      <dgm:t>
        <a:bodyPr/>
        <a:lstStyle/>
        <a:p>
          <a:pPr algn="just"/>
          <a:r>
            <a:rPr lang="en-US" sz="2400" kern="1200" dirty="0"/>
            <a:t>Microprocessors based instrumentation has enabled the ability to make </a:t>
          </a:r>
          <a:r>
            <a:rPr lang="en-US" sz="2400" b="1" u="sng" kern="1200" dirty="0">
              <a:solidFill>
                <a:prstClr val="black"/>
              </a:solidFill>
              <a:highlight>
                <a:srgbClr val="FFFF00"/>
              </a:highlight>
              <a:latin typeface="Calibri"/>
              <a:ea typeface="+mn-ea"/>
              <a:cs typeface="+mn-cs"/>
            </a:rPr>
            <a:t>intelligent judgement and provide diagnostic signals/warnings in case of potential error or even take appropriate corrections!</a:t>
          </a:r>
          <a:endParaRPr lang="en-IN" sz="2400" b="1" u="sng" kern="1200" dirty="0">
            <a:solidFill>
              <a:prstClr val="black"/>
            </a:solidFill>
            <a:highlight>
              <a:srgbClr val="FFFF00"/>
            </a:highlight>
            <a:latin typeface="Calibri"/>
            <a:ea typeface="+mn-ea"/>
            <a:cs typeface="+mn-cs"/>
          </a:endParaRPr>
        </a:p>
      </dgm:t>
    </dgm:pt>
    <dgm:pt modelId="{9D211925-EAEA-464F-8841-28E1BAB2614F}" type="parTrans" cxnId="{8B329A13-1D24-4334-8E9B-E8F9982217FC}">
      <dgm:prSet/>
      <dgm:spPr/>
      <dgm:t>
        <a:bodyPr/>
        <a:lstStyle/>
        <a:p>
          <a:endParaRPr lang="en-IN"/>
        </a:p>
      </dgm:t>
    </dgm:pt>
    <dgm:pt modelId="{92B8115A-D203-432F-AC44-AC5EC35B0A34}" type="sibTrans" cxnId="{8B329A13-1D24-4334-8E9B-E8F9982217FC}">
      <dgm:prSet/>
      <dgm:spPr/>
      <dgm:t>
        <a:bodyPr/>
        <a:lstStyle/>
        <a:p>
          <a:endParaRPr lang="en-IN"/>
        </a:p>
      </dgm:t>
    </dgm:pt>
    <dgm:pt modelId="{A61A5436-AEAC-4F6A-B2D0-5A56C29A9433}">
      <dgm:prSet phldrT="[Text]" custT="1"/>
      <dgm:spPr/>
      <dgm:t>
        <a:bodyPr/>
        <a:lstStyle/>
        <a:p>
          <a:pPr algn="just"/>
          <a:r>
            <a:rPr lang="en-IN" sz="2400" dirty="0"/>
            <a:t>This includes </a:t>
          </a:r>
          <a:r>
            <a:rPr lang="en-IN" sz="2400" b="1" u="sng" dirty="0">
              <a:solidFill>
                <a:schemeClr val="tx1"/>
              </a:solidFill>
              <a:highlight>
                <a:srgbClr val="FFFF00"/>
              </a:highlight>
            </a:rPr>
            <a:t>operating systems, devices drivers, libraries, languages and debugging tools </a:t>
          </a:r>
        </a:p>
      </dgm:t>
    </dgm:pt>
    <dgm:pt modelId="{F2B4F3EC-1771-4AC7-B5C8-88D65D2E90F7}" type="parTrans" cxnId="{7DD7FE14-514A-4122-8FE8-A933D2026254}">
      <dgm:prSet/>
      <dgm:spPr/>
      <dgm:t>
        <a:bodyPr/>
        <a:lstStyle/>
        <a:p>
          <a:endParaRPr lang="en-IN"/>
        </a:p>
      </dgm:t>
    </dgm:pt>
    <dgm:pt modelId="{566BE6D4-B0F9-457E-A0CB-6F630AB0B43C}" type="sibTrans" cxnId="{7DD7FE14-514A-4122-8FE8-A933D2026254}">
      <dgm:prSet/>
      <dgm:spPr/>
      <dgm:t>
        <a:bodyPr/>
        <a:lstStyle/>
        <a:p>
          <a:endParaRPr lang="en-IN"/>
        </a:p>
      </dgm:t>
    </dgm:pt>
    <dgm:pt modelId="{C6968ECA-B337-4696-8148-3855AF2D8F58}" type="pres">
      <dgm:prSet presAssocID="{1F9B17BB-AA94-47CD-9B00-D358B5F74AB0}" presName="linear" presStyleCnt="0">
        <dgm:presLayoutVars>
          <dgm:dir/>
          <dgm:animLvl val="lvl"/>
          <dgm:resizeHandles val="exact"/>
        </dgm:presLayoutVars>
      </dgm:prSet>
      <dgm:spPr/>
    </dgm:pt>
    <dgm:pt modelId="{A9B78869-A5FD-4AF4-8074-E1D95E97FEFA}" type="pres">
      <dgm:prSet presAssocID="{A61A5436-AEAC-4F6A-B2D0-5A56C29A9433}" presName="parentLin" presStyleCnt="0"/>
      <dgm:spPr/>
    </dgm:pt>
    <dgm:pt modelId="{1779CDF0-F812-4B58-818E-FB0B7FE76D36}" type="pres">
      <dgm:prSet presAssocID="{A61A5436-AEAC-4F6A-B2D0-5A56C29A9433}" presName="parentLeftMargin" presStyleLbl="node1" presStyleIdx="0" presStyleCnt="3"/>
      <dgm:spPr/>
    </dgm:pt>
    <dgm:pt modelId="{C67CFB86-9C7E-4765-AE47-51F2886D4C58}" type="pres">
      <dgm:prSet presAssocID="{A61A5436-AEAC-4F6A-B2D0-5A56C29A9433}" presName="parentText" presStyleLbl="node1" presStyleIdx="0" presStyleCnt="3" custScaleX="131286" custScaleY="304878">
        <dgm:presLayoutVars>
          <dgm:chMax val="0"/>
          <dgm:bulletEnabled val="1"/>
        </dgm:presLayoutVars>
      </dgm:prSet>
      <dgm:spPr/>
    </dgm:pt>
    <dgm:pt modelId="{5C71EA7C-CE27-413D-BA6D-4E5BC6F9E6C6}" type="pres">
      <dgm:prSet presAssocID="{A61A5436-AEAC-4F6A-B2D0-5A56C29A9433}" presName="negativeSpace" presStyleCnt="0"/>
      <dgm:spPr/>
    </dgm:pt>
    <dgm:pt modelId="{FDC1A98B-7657-4B95-A6C6-31F24FF5FA99}" type="pres">
      <dgm:prSet presAssocID="{A61A5436-AEAC-4F6A-B2D0-5A56C29A9433}" presName="childText" presStyleLbl="conFgAcc1" presStyleIdx="0" presStyleCnt="3">
        <dgm:presLayoutVars>
          <dgm:bulletEnabled val="1"/>
        </dgm:presLayoutVars>
      </dgm:prSet>
      <dgm:spPr/>
    </dgm:pt>
    <dgm:pt modelId="{62308E59-8FE6-4EDE-B38E-5B82F9D38CF3}" type="pres">
      <dgm:prSet presAssocID="{566BE6D4-B0F9-457E-A0CB-6F630AB0B43C}" presName="spaceBetweenRectangles" presStyleCnt="0"/>
      <dgm:spPr/>
    </dgm:pt>
    <dgm:pt modelId="{738B2C41-7DD1-4097-81F2-19549010E42C}" type="pres">
      <dgm:prSet presAssocID="{37C5080B-1593-4162-BEA9-C7032308C164}" presName="parentLin" presStyleCnt="0"/>
      <dgm:spPr/>
    </dgm:pt>
    <dgm:pt modelId="{224F58D7-92A5-4E11-B955-0EFFC0D6E61F}" type="pres">
      <dgm:prSet presAssocID="{37C5080B-1593-4162-BEA9-C7032308C164}" presName="parentLeftMargin" presStyleLbl="node1" presStyleIdx="0" presStyleCnt="3"/>
      <dgm:spPr/>
    </dgm:pt>
    <dgm:pt modelId="{B9B75764-E5D5-4D3F-9548-725A34C1EB4C}" type="pres">
      <dgm:prSet presAssocID="{37C5080B-1593-4162-BEA9-C7032308C164}" presName="parentText" presStyleLbl="node1" presStyleIdx="1" presStyleCnt="3" custScaleX="131286" custScaleY="396341">
        <dgm:presLayoutVars>
          <dgm:chMax val="0"/>
          <dgm:bulletEnabled val="1"/>
        </dgm:presLayoutVars>
      </dgm:prSet>
      <dgm:spPr/>
    </dgm:pt>
    <dgm:pt modelId="{1300C981-D5EB-4B74-84F4-AF0FE5B34D2E}" type="pres">
      <dgm:prSet presAssocID="{37C5080B-1593-4162-BEA9-C7032308C164}" presName="negativeSpace" presStyleCnt="0"/>
      <dgm:spPr/>
    </dgm:pt>
    <dgm:pt modelId="{A9234F1F-37AC-4F20-A226-E6C908DC7325}" type="pres">
      <dgm:prSet presAssocID="{37C5080B-1593-4162-BEA9-C7032308C164}" presName="childText" presStyleLbl="conFgAcc1" presStyleIdx="1" presStyleCnt="3">
        <dgm:presLayoutVars>
          <dgm:bulletEnabled val="1"/>
        </dgm:presLayoutVars>
      </dgm:prSet>
      <dgm:spPr/>
    </dgm:pt>
    <dgm:pt modelId="{62BCB55C-08CF-4BAB-9046-03F215E616F3}" type="pres">
      <dgm:prSet presAssocID="{E9BA6FE2-210C-4DD5-960A-29AF0B972AB2}" presName="spaceBetweenRectangles" presStyleCnt="0"/>
      <dgm:spPr/>
    </dgm:pt>
    <dgm:pt modelId="{17578B5B-F3D9-46C2-963B-0B54A5F73131}" type="pres">
      <dgm:prSet presAssocID="{6F9FBE0F-0334-4CB4-BAD5-9A216554D4F1}" presName="parentLin" presStyleCnt="0"/>
      <dgm:spPr/>
    </dgm:pt>
    <dgm:pt modelId="{23E6E719-278F-43E3-BA4E-B3B5F9990BBA}" type="pres">
      <dgm:prSet presAssocID="{6F9FBE0F-0334-4CB4-BAD5-9A216554D4F1}" presName="parentLeftMargin" presStyleLbl="node1" presStyleIdx="1" presStyleCnt="3"/>
      <dgm:spPr/>
    </dgm:pt>
    <dgm:pt modelId="{E502F0D3-A21C-466D-B434-EB798B5FA4D2}" type="pres">
      <dgm:prSet presAssocID="{6F9FBE0F-0334-4CB4-BAD5-9A216554D4F1}" presName="parentText" presStyleLbl="node1" presStyleIdx="2" presStyleCnt="3" custScaleX="131286" custScaleY="422139" custLinFactNeighborX="-1620" custLinFactNeighborY="-3538">
        <dgm:presLayoutVars>
          <dgm:chMax val="0"/>
          <dgm:bulletEnabled val="1"/>
        </dgm:presLayoutVars>
      </dgm:prSet>
      <dgm:spPr/>
    </dgm:pt>
    <dgm:pt modelId="{461169F0-FE2B-440E-B42B-2E32EE8C7C30}" type="pres">
      <dgm:prSet presAssocID="{6F9FBE0F-0334-4CB4-BAD5-9A216554D4F1}" presName="negativeSpace" presStyleCnt="0"/>
      <dgm:spPr/>
    </dgm:pt>
    <dgm:pt modelId="{25A4F69D-9CB2-49B1-8C4E-4F95E1644D4A}" type="pres">
      <dgm:prSet presAssocID="{6F9FBE0F-0334-4CB4-BAD5-9A216554D4F1}" presName="childText" presStyleLbl="conFgAcc1" presStyleIdx="2" presStyleCnt="3">
        <dgm:presLayoutVars>
          <dgm:bulletEnabled val="1"/>
        </dgm:presLayoutVars>
      </dgm:prSet>
      <dgm:spPr/>
    </dgm:pt>
  </dgm:ptLst>
  <dgm:cxnLst>
    <dgm:cxn modelId="{84E1D801-63ED-414C-B2DB-57BDDAA2D817}" type="presOf" srcId="{37C5080B-1593-4162-BEA9-C7032308C164}" destId="{224F58D7-92A5-4E11-B955-0EFFC0D6E61F}" srcOrd="0" destOrd="0" presId="urn:microsoft.com/office/officeart/2005/8/layout/list1"/>
    <dgm:cxn modelId="{8B329A13-1D24-4334-8E9B-E8F9982217FC}" srcId="{1F9B17BB-AA94-47CD-9B00-D358B5F74AB0}" destId="{6F9FBE0F-0334-4CB4-BAD5-9A216554D4F1}" srcOrd="2" destOrd="0" parTransId="{9D211925-EAEA-464F-8841-28E1BAB2614F}" sibTransId="{92B8115A-D203-432F-AC44-AC5EC35B0A34}"/>
    <dgm:cxn modelId="{7DD7FE14-514A-4122-8FE8-A933D2026254}" srcId="{1F9B17BB-AA94-47CD-9B00-D358B5F74AB0}" destId="{A61A5436-AEAC-4F6A-B2D0-5A56C29A9433}" srcOrd="0" destOrd="0" parTransId="{F2B4F3EC-1771-4AC7-B5C8-88D65D2E90F7}" sibTransId="{566BE6D4-B0F9-457E-A0CB-6F630AB0B43C}"/>
    <dgm:cxn modelId="{BBF93060-8FF2-4040-A817-110744D83301}" type="presOf" srcId="{37C5080B-1593-4162-BEA9-C7032308C164}" destId="{B9B75764-E5D5-4D3F-9548-725A34C1EB4C}" srcOrd="1" destOrd="0" presId="urn:microsoft.com/office/officeart/2005/8/layout/list1"/>
    <dgm:cxn modelId="{54753361-7858-42A4-B74C-7CFEDA6FE866}" type="presOf" srcId="{A61A5436-AEAC-4F6A-B2D0-5A56C29A9433}" destId="{1779CDF0-F812-4B58-818E-FB0B7FE76D36}" srcOrd="0" destOrd="0" presId="urn:microsoft.com/office/officeart/2005/8/layout/list1"/>
    <dgm:cxn modelId="{5BD8CC64-C291-4A89-9325-083F658E98CD}" type="presOf" srcId="{1F9B17BB-AA94-47CD-9B00-D358B5F74AB0}" destId="{C6968ECA-B337-4696-8148-3855AF2D8F58}" srcOrd="0" destOrd="0" presId="urn:microsoft.com/office/officeart/2005/8/layout/list1"/>
    <dgm:cxn modelId="{C264F667-B790-4599-A721-14989A65310F}" type="presOf" srcId="{6F9FBE0F-0334-4CB4-BAD5-9A216554D4F1}" destId="{E502F0D3-A21C-466D-B434-EB798B5FA4D2}" srcOrd="1" destOrd="0" presId="urn:microsoft.com/office/officeart/2005/8/layout/list1"/>
    <dgm:cxn modelId="{DE07AAA4-CD3C-4129-88D2-E1A59C9F197C}" srcId="{1F9B17BB-AA94-47CD-9B00-D358B5F74AB0}" destId="{37C5080B-1593-4162-BEA9-C7032308C164}" srcOrd="1" destOrd="0" parTransId="{F591B437-8936-4074-9B7B-A6F0F5FCB3D7}" sibTransId="{E9BA6FE2-210C-4DD5-960A-29AF0B972AB2}"/>
    <dgm:cxn modelId="{A9DC5AB4-7E06-4A71-B072-10DD93AAA591}" type="presOf" srcId="{A61A5436-AEAC-4F6A-B2D0-5A56C29A9433}" destId="{C67CFB86-9C7E-4765-AE47-51F2886D4C58}" srcOrd="1" destOrd="0" presId="urn:microsoft.com/office/officeart/2005/8/layout/list1"/>
    <dgm:cxn modelId="{DE1C1CCA-8E64-4BC8-A7E3-F7F0B167534D}" type="presOf" srcId="{6F9FBE0F-0334-4CB4-BAD5-9A216554D4F1}" destId="{23E6E719-278F-43E3-BA4E-B3B5F9990BBA}" srcOrd="0" destOrd="0" presId="urn:microsoft.com/office/officeart/2005/8/layout/list1"/>
    <dgm:cxn modelId="{B3B3F721-DCAC-42AF-845C-2E7111B2498D}" type="presParOf" srcId="{C6968ECA-B337-4696-8148-3855AF2D8F58}" destId="{A9B78869-A5FD-4AF4-8074-E1D95E97FEFA}" srcOrd="0" destOrd="0" presId="urn:microsoft.com/office/officeart/2005/8/layout/list1"/>
    <dgm:cxn modelId="{ABCE76C0-E9C1-4ECB-8F8D-707DDFC8F851}" type="presParOf" srcId="{A9B78869-A5FD-4AF4-8074-E1D95E97FEFA}" destId="{1779CDF0-F812-4B58-818E-FB0B7FE76D36}" srcOrd="0" destOrd="0" presId="urn:microsoft.com/office/officeart/2005/8/layout/list1"/>
    <dgm:cxn modelId="{CC11CD49-B9C6-4B40-B416-465828510D4F}" type="presParOf" srcId="{A9B78869-A5FD-4AF4-8074-E1D95E97FEFA}" destId="{C67CFB86-9C7E-4765-AE47-51F2886D4C58}" srcOrd="1" destOrd="0" presId="urn:microsoft.com/office/officeart/2005/8/layout/list1"/>
    <dgm:cxn modelId="{34766486-6001-4411-90A1-CF8FD70F9FD0}" type="presParOf" srcId="{C6968ECA-B337-4696-8148-3855AF2D8F58}" destId="{5C71EA7C-CE27-413D-BA6D-4E5BC6F9E6C6}" srcOrd="1" destOrd="0" presId="urn:microsoft.com/office/officeart/2005/8/layout/list1"/>
    <dgm:cxn modelId="{222A539E-FA95-44BC-AEB8-5FF40944971C}" type="presParOf" srcId="{C6968ECA-B337-4696-8148-3855AF2D8F58}" destId="{FDC1A98B-7657-4B95-A6C6-31F24FF5FA99}" srcOrd="2" destOrd="0" presId="urn:microsoft.com/office/officeart/2005/8/layout/list1"/>
    <dgm:cxn modelId="{178A9ABA-D35B-472C-AA59-4BDEF2387F40}" type="presParOf" srcId="{C6968ECA-B337-4696-8148-3855AF2D8F58}" destId="{62308E59-8FE6-4EDE-B38E-5B82F9D38CF3}" srcOrd="3" destOrd="0" presId="urn:microsoft.com/office/officeart/2005/8/layout/list1"/>
    <dgm:cxn modelId="{F8546A91-BCBA-431F-B1CB-0C9EBEC16342}" type="presParOf" srcId="{C6968ECA-B337-4696-8148-3855AF2D8F58}" destId="{738B2C41-7DD1-4097-81F2-19549010E42C}" srcOrd="4" destOrd="0" presId="urn:microsoft.com/office/officeart/2005/8/layout/list1"/>
    <dgm:cxn modelId="{FC17BDBD-BFDD-40B6-8EAF-7B3574706CFC}" type="presParOf" srcId="{738B2C41-7DD1-4097-81F2-19549010E42C}" destId="{224F58D7-92A5-4E11-B955-0EFFC0D6E61F}" srcOrd="0" destOrd="0" presId="urn:microsoft.com/office/officeart/2005/8/layout/list1"/>
    <dgm:cxn modelId="{E4041103-E6B1-4751-AEAE-FAE410EED396}" type="presParOf" srcId="{738B2C41-7DD1-4097-81F2-19549010E42C}" destId="{B9B75764-E5D5-4D3F-9548-725A34C1EB4C}" srcOrd="1" destOrd="0" presId="urn:microsoft.com/office/officeart/2005/8/layout/list1"/>
    <dgm:cxn modelId="{338C58DC-D4D6-4507-90C5-C7725067C73E}" type="presParOf" srcId="{C6968ECA-B337-4696-8148-3855AF2D8F58}" destId="{1300C981-D5EB-4B74-84F4-AF0FE5B34D2E}" srcOrd="5" destOrd="0" presId="urn:microsoft.com/office/officeart/2005/8/layout/list1"/>
    <dgm:cxn modelId="{99F9AB3C-3BB7-4D08-BF30-75AADF546225}" type="presParOf" srcId="{C6968ECA-B337-4696-8148-3855AF2D8F58}" destId="{A9234F1F-37AC-4F20-A226-E6C908DC7325}" srcOrd="6" destOrd="0" presId="urn:microsoft.com/office/officeart/2005/8/layout/list1"/>
    <dgm:cxn modelId="{E7E536D7-FF0D-4708-A30B-2D9CB83E4A25}" type="presParOf" srcId="{C6968ECA-B337-4696-8148-3855AF2D8F58}" destId="{62BCB55C-08CF-4BAB-9046-03F215E616F3}" srcOrd="7" destOrd="0" presId="urn:microsoft.com/office/officeart/2005/8/layout/list1"/>
    <dgm:cxn modelId="{E274BC09-1CC0-4638-BF55-F9B673F31F1E}" type="presParOf" srcId="{C6968ECA-B337-4696-8148-3855AF2D8F58}" destId="{17578B5B-F3D9-46C2-963B-0B54A5F73131}" srcOrd="8" destOrd="0" presId="urn:microsoft.com/office/officeart/2005/8/layout/list1"/>
    <dgm:cxn modelId="{8677BEA3-C5C8-4786-8675-888049A75D1A}" type="presParOf" srcId="{17578B5B-F3D9-46C2-963B-0B54A5F73131}" destId="{23E6E719-278F-43E3-BA4E-B3B5F9990BBA}" srcOrd="0" destOrd="0" presId="urn:microsoft.com/office/officeart/2005/8/layout/list1"/>
    <dgm:cxn modelId="{C4429388-A3FA-4C68-B75A-30B66E47405B}" type="presParOf" srcId="{17578B5B-F3D9-46C2-963B-0B54A5F73131}" destId="{E502F0D3-A21C-466D-B434-EB798B5FA4D2}" srcOrd="1" destOrd="0" presId="urn:microsoft.com/office/officeart/2005/8/layout/list1"/>
    <dgm:cxn modelId="{4A275F44-9859-4EBD-A915-284C9F83EF16}" type="presParOf" srcId="{C6968ECA-B337-4696-8148-3855AF2D8F58}" destId="{461169F0-FE2B-440E-B42B-2E32EE8C7C30}" srcOrd="9" destOrd="0" presId="urn:microsoft.com/office/officeart/2005/8/layout/list1"/>
    <dgm:cxn modelId="{02A29A49-9C90-48DF-83A0-77B7988AD27D}" type="presParOf" srcId="{C6968ECA-B337-4696-8148-3855AF2D8F58}" destId="{25A4F69D-9CB2-49B1-8C4E-4F95E1644D4A}" srcOrd="10"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FB3B07A-7508-4562-BC65-AF702B336458}">
      <dsp:nvSpPr>
        <dsp:cNvPr id="0" name=""/>
        <dsp:cNvSpPr/>
      </dsp:nvSpPr>
      <dsp:spPr>
        <a:xfrm flipV="1">
          <a:off x="11213" y="-30289"/>
          <a:ext cx="11471828" cy="14400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6032" tIns="146304" rIns="256032" bIns="146304" numCol="1" spcCol="1270" anchor="ctr" anchorCtr="0">
          <a:noAutofit/>
        </a:bodyPr>
        <a:lstStyle/>
        <a:p>
          <a:pPr marL="0" lvl="0" indent="0" algn="ctr" defTabSz="1600200">
            <a:lnSpc>
              <a:spcPct val="90000"/>
            </a:lnSpc>
            <a:spcBef>
              <a:spcPct val="0"/>
            </a:spcBef>
            <a:spcAft>
              <a:spcPct val="35000"/>
            </a:spcAft>
            <a:buNone/>
          </a:pPr>
          <a:endParaRPr lang="en-IN" sz="3600" b="1" kern="1200" dirty="0">
            <a:solidFill>
              <a:schemeClr val="tx1"/>
            </a:solidFill>
            <a:highlight>
              <a:srgbClr val="FFFF00"/>
            </a:highlight>
            <a:latin typeface="+mj-lt"/>
          </a:endParaRPr>
        </a:p>
      </dsp:txBody>
      <dsp:txXfrm rot="10800000">
        <a:off x="11213" y="-30289"/>
        <a:ext cx="11471828" cy="144000"/>
      </dsp:txXfrm>
    </dsp:sp>
    <dsp:sp modelId="{F433C76A-7475-492E-BFD4-C9B577BBA9E4}">
      <dsp:nvSpPr>
        <dsp:cNvPr id="0" name=""/>
        <dsp:cNvSpPr/>
      </dsp:nvSpPr>
      <dsp:spPr>
        <a:xfrm>
          <a:off x="5606" y="83230"/>
          <a:ext cx="11471828" cy="6368399"/>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08026" tIns="208026" rIns="277368" bIns="312039" numCol="1" spcCol="1270" anchor="t" anchorCtr="0">
          <a:noAutofit/>
        </a:bodyPr>
        <a:lstStyle/>
        <a:p>
          <a:pPr marL="285750" lvl="1" indent="-285750" algn="just" defTabSz="1733550">
            <a:lnSpc>
              <a:spcPct val="90000"/>
            </a:lnSpc>
            <a:spcBef>
              <a:spcPct val="0"/>
            </a:spcBef>
            <a:spcAft>
              <a:spcPts val="1200"/>
            </a:spcAft>
            <a:buChar char="•"/>
          </a:pPr>
          <a:r>
            <a:rPr lang="en-IN" sz="3900" kern="1200" dirty="0"/>
            <a:t>Miniature device</a:t>
          </a:r>
        </a:p>
        <a:p>
          <a:pPr marL="285750" lvl="1" indent="-285750" algn="just" defTabSz="1733550">
            <a:lnSpc>
              <a:spcPct val="90000"/>
            </a:lnSpc>
            <a:spcBef>
              <a:spcPct val="0"/>
            </a:spcBef>
            <a:spcAft>
              <a:spcPts val="1200"/>
            </a:spcAft>
            <a:buChar char="•"/>
          </a:pPr>
          <a:r>
            <a:rPr lang="en-US" sz="3900" b="1" kern="1200" dirty="0"/>
            <a:t>Brain</a:t>
          </a:r>
          <a:r>
            <a:rPr lang="en-US" sz="3900" kern="1200" dirty="0"/>
            <a:t> of computer/instrument. </a:t>
          </a:r>
          <a:endParaRPr lang="en-IN" sz="3900" kern="1200" dirty="0"/>
        </a:p>
        <a:p>
          <a:pPr marL="285750" lvl="1" indent="-285750" algn="just" defTabSz="1733550">
            <a:lnSpc>
              <a:spcPct val="90000"/>
            </a:lnSpc>
            <a:spcBef>
              <a:spcPct val="0"/>
            </a:spcBef>
            <a:spcAft>
              <a:spcPts val="1200"/>
            </a:spcAft>
            <a:buChar char="•"/>
          </a:pPr>
          <a:r>
            <a:rPr lang="en-US" sz="3900" kern="1200" dirty="0"/>
            <a:t>Computer processor that </a:t>
          </a:r>
          <a:r>
            <a:rPr lang="en-US" sz="3900" b="1" kern="1200" dirty="0"/>
            <a:t>incorporates the functions </a:t>
          </a:r>
          <a:r>
            <a:rPr lang="en-US" sz="3900" kern="1200" dirty="0"/>
            <a:t>of a central processing unit </a:t>
          </a:r>
          <a:endParaRPr lang="en-IN" sz="3900" kern="1200" dirty="0"/>
        </a:p>
        <a:p>
          <a:pPr marL="285750" lvl="1" indent="-285750" algn="just" defTabSz="1733550">
            <a:lnSpc>
              <a:spcPct val="90000"/>
            </a:lnSpc>
            <a:spcBef>
              <a:spcPct val="0"/>
            </a:spcBef>
            <a:spcAft>
              <a:spcPts val="1200"/>
            </a:spcAft>
            <a:buChar char="•"/>
          </a:pPr>
          <a:r>
            <a:rPr lang="en-US" sz="3900" kern="1200" dirty="0"/>
            <a:t>Responsible for </a:t>
          </a:r>
          <a:r>
            <a:rPr lang="en-US" sz="3900" b="1" kern="1200" dirty="0"/>
            <a:t>organizing and executing every instruction.</a:t>
          </a:r>
          <a:endParaRPr lang="en-IN" sz="3900" b="1" kern="1200" dirty="0"/>
        </a:p>
        <a:p>
          <a:pPr marL="285750" lvl="1" indent="-285750" algn="just" defTabSz="1733550">
            <a:lnSpc>
              <a:spcPct val="90000"/>
            </a:lnSpc>
            <a:spcBef>
              <a:spcPct val="0"/>
            </a:spcBef>
            <a:spcAft>
              <a:spcPts val="1200"/>
            </a:spcAft>
            <a:buFontTx/>
            <a:buNone/>
          </a:pPr>
          <a:r>
            <a:rPr lang="en-US" sz="3900" kern="1200" dirty="0"/>
            <a:t>                 Following components:</a:t>
          </a:r>
          <a:endParaRPr lang="en-IN" sz="3900" kern="1200" dirty="0"/>
        </a:p>
        <a:p>
          <a:pPr marL="285750" lvl="1" indent="-285750" algn="just" defTabSz="1733550">
            <a:lnSpc>
              <a:spcPct val="90000"/>
            </a:lnSpc>
            <a:spcBef>
              <a:spcPct val="0"/>
            </a:spcBef>
            <a:spcAft>
              <a:spcPts val="1200"/>
            </a:spcAft>
            <a:buFontTx/>
            <a:buNone/>
          </a:pPr>
          <a:r>
            <a:rPr lang="en-US" sz="3900" kern="1200" dirty="0"/>
            <a:t>                       </a:t>
          </a:r>
          <a:r>
            <a:rPr lang="en-US" sz="3600" b="1" kern="1200" dirty="0"/>
            <a:t>CPU (Central processing unit)</a:t>
          </a:r>
          <a:endParaRPr lang="en-IN" sz="3600" b="1" kern="1200" dirty="0"/>
        </a:p>
        <a:p>
          <a:pPr marL="285750" lvl="1" indent="-285750" algn="just" defTabSz="1600200">
            <a:lnSpc>
              <a:spcPct val="90000"/>
            </a:lnSpc>
            <a:spcBef>
              <a:spcPct val="0"/>
            </a:spcBef>
            <a:spcAft>
              <a:spcPts val="1200"/>
            </a:spcAft>
            <a:buFontTx/>
            <a:buNone/>
          </a:pPr>
          <a:r>
            <a:rPr lang="en-US" sz="3600" b="1" kern="1200" dirty="0"/>
            <a:t>                         Cache memory</a:t>
          </a:r>
          <a:endParaRPr lang="en-IN" sz="3600" b="1" kern="1200" dirty="0"/>
        </a:p>
      </dsp:txBody>
      <dsp:txXfrm>
        <a:off x="5606" y="83230"/>
        <a:ext cx="11471828" cy="636839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6133218-EC85-4865-A649-FF743671DC26}">
      <dsp:nvSpPr>
        <dsp:cNvPr id="0" name=""/>
        <dsp:cNvSpPr/>
      </dsp:nvSpPr>
      <dsp:spPr>
        <a:xfrm>
          <a:off x="0" y="272061"/>
          <a:ext cx="11004325" cy="72000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7584" tIns="130048" rIns="227584" bIns="130048" numCol="1" spcCol="1270" anchor="ctr" anchorCtr="0">
          <a:noAutofit/>
        </a:bodyPr>
        <a:lstStyle/>
        <a:p>
          <a:pPr marL="0" lvl="0" indent="0" algn="ctr" defTabSz="1422400">
            <a:lnSpc>
              <a:spcPct val="90000"/>
            </a:lnSpc>
            <a:spcBef>
              <a:spcPct val="0"/>
            </a:spcBef>
            <a:spcAft>
              <a:spcPct val="35000"/>
            </a:spcAft>
            <a:buNone/>
          </a:pPr>
          <a:r>
            <a:rPr lang="en-US" sz="3200" b="1" i="0" kern="1200" dirty="0">
              <a:solidFill>
                <a:srgbClr val="1A1A1A"/>
              </a:solidFill>
              <a:effectLst/>
              <a:highlight>
                <a:srgbClr val="FFFF00"/>
              </a:highlight>
              <a:latin typeface="Calibri"/>
              <a:ea typeface="+mn-ea"/>
              <a:cs typeface="+mn-cs"/>
            </a:rPr>
            <a:t>Applications of Microprocessors in Medical Instrumentation</a:t>
          </a:r>
          <a:endParaRPr lang="en-IN" sz="3200" b="1" i="0" kern="1200" dirty="0">
            <a:solidFill>
              <a:srgbClr val="1A1A1A"/>
            </a:solidFill>
            <a:effectLst/>
            <a:highlight>
              <a:srgbClr val="FFFF00"/>
            </a:highlight>
            <a:latin typeface="Calibri"/>
            <a:ea typeface="+mn-ea"/>
            <a:cs typeface="+mn-cs"/>
          </a:endParaRPr>
        </a:p>
      </dsp:txBody>
      <dsp:txXfrm>
        <a:off x="0" y="272061"/>
        <a:ext cx="11004325" cy="720000"/>
      </dsp:txXfrm>
    </dsp:sp>
    <dsp:sp modelId="{6C131863-9654-4D3D-AF95-EDE1EA2E0F22}">
      <dsp:nvSpPr>
        <dsp:cNvPr id="0" name=""/>
        <dsp:cNvSpPr/>
      </dsp:nvSpPr>
      <dsp:spPr>
        <a:xfrm>
          <a:off x="0" y="820645"/>
          <a:ext cx="11004325" cy="6176250"/>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33350" tIns="133350" rIns="177800" bIns="200025" numCol="1" spcCol="1270" anchor="t" anchorCtr="0">
          <a:noAutofit/>
        </a:bodyPr>
        <a:lstStyle/>
        <a:p>
          <a:pPr marL="228600" lvl="1" indent="-228600" algn="just" defTabSz="1111250">
            <a:lnSpc>
              <a:spcPct val="90000"/>
            </a:lnSpc>
            <a:spcBef>
              <a:spcPct val="0"/>
            </a:spcBef>
            <a:spcAft>
              <a:spcPts val="1200"/>
            </a:spcAft>
            <a:buChar char="•"/>
          </a:pPr>
          <a:r>
            <a:rPr lang="en-US" sz="2500" b="1" i="0" kern="1200" dirty="0">
              <a:solidFill>
                <a:srgbClr val="1A1A1A"/>
              </a:solidFill>
              <a:effectLst/>
            </a:rPr>
            <a:t>Microprocessors</a:t>
          </a:r>
          <a:r>
            <a:rPr lang="en-US" sz="2500" b="0" i="0" kern="1200" dirty="0">
              <a:solidFill>
                <a:srgbClr val="1A1A1A"/>
              </a:solidFill>
              <a:effectLst/>
            </a:rPr>
            <a:t> have </a:t>
          </a:r>
          <a:r>
            <a:rPr lang="en-US" sz="2500" b="1" i="0" kern="1200" dirty="0">
              <a:solidFill>
                <a:srgbClr val="1A1A1A"/>
              </a:solidFill>
              <a:effectLst/>
            </a:rPr>
            <a:t>replaced</a:t>
          </a:r>
          <a:r>
            <a:rPr lang="en-US" sz="2500" b="0" i="0" kern="1200" dirty="0">
              <a:solidFill>
                <a:srgbClr val="1A1A1A"/>
              </a:solidFill>
              <a:effectLst/>
            </a:rPr>
            <a:t> </a:t>
          </a:r>
          <a:r>
            <a:rPr lang="en-US" sz="2500" b="1" i="0" kern="1200" dirty="0">
              <a:solidFill>
                <a:srgbClr val="1A1A1A"/>
              </a:solidFill>
              <a:effectLst/>
            </a:rPr>
            <a:t>conventional electronic systems</a:t>
          </a:r>
          <a:r>
            <a:rPr lang="en-US" sz="2500" b="0" i="0" kern="1200" dirty="0">
              <a:solidFill>
                <a:srgbClr val="1A1A1A"/>
              </a:solidFill>
              <a:effectLst/>
            </a:rPr>
            <a:t> that were initially used for processing data. </a:t>
          </a:r>
          <a:endParaRPr lang="en-IN" sz="2500" kern="1200" dirty="0"/>
        </a:p>
        <a:p>
          <a:pPr marL="228600" lvl="1" indent="-228600" algn="just" defTabSz="1111250">
            <a:lnSpc>
              <a:spcPct val="90000"/>
            </a:lnSpc>
            <a:spcBef>
              <a:spcPct val="0"/>
            </a:spcBef>
            <a:spcAft>
              <a:spcPts val="1200"/>
            </a:spcAft>
            <a:buChar char="•"/>
          </a:pPr>
          <a:r>
            <a:rPr lang="en-US" sz="2500" b="0" i="0" kern="1200" dirty="0">
              <a:solidFill>
                <a:srgbClr val="1A1A1A"/>
              </a:solidFill>
              <a:effectLst/>
            </a:rPr>
            <a:t>This has resulted into a </a:t>
          </a:r>
          <a:r>
            <a:rPr lang="en-US" sz="2500" b="1" i="0" kern="1200" dirty="0">
              <a:solidFill>
                <a:srgbClr val="1A1A1A"/>
              </a:solidFill>
              <a:effectLst/>
            </a:rPr>
            <a:t>more reliable and faster data</a:t>
          </a:r>
          <a:r>
            <a:rPr lang="en-US" sz="2500" b="0" i="0" kern="1200" dirty="0">
              <a:solidFill>
                <a:srgbClr val="1A1A1A"/>
              </a:solidFill>
              <a:effectLst/>
            </a:rPr>
            <a:t>. </a:t>
          </a:r>
        </a:p>
        <a:p>
          <a:pPr marL="228600" lvl="1" indent="-228600" algn="just" defTabSz="1111250">
            <a:lnSpc>
              <a:spcPct val="90000"/>
            </a:lnSpc>
            <a:spcBef>
              <a:spcPct val="0"/>
            </a:spcBef>
            <a:spcAft>
              <a:spcPts val="1200"/>
            </a:spcAft>
            <a:buChar char="•"/>
          </a:pPr>
          <a:r>
            <a:rPr lang="en-US" sz="2500" b="1" i="0" kern="1200" dirty="0">
              <a:solidFill>
                <a:srgbClr val="1A1A1A"/>
              </a:solidFill>
              <a:effectLst/>
            </a:rPr>
            <a:t>For digital control</a:t>
          </a:r>
          <a:r>
            <a:rPr lang="en-US" sz="2500" b="0" i="0" kern="1200" dirty="0">
              <a:solidFill>
                <a:srgbClr val="1A1A1A"/>
              </a:solidFill>
              <a:effectLst/>
            </a:rPr>
            <a:t> of all the functions in medical instrumentation systems. </a:t>
          </a:r>
        </a:p>
        <a:p>
          <a:pPr marL="228600" lvl="1" indent="-228600" algn="just" defTabSz="1111250">
            <a:lnSpc>
              <a:spcPct val="90000"/>
            </a:lnSpc>
            <a:spcBef>
              <a:spcPct val="0"/>
            </a:spcBef>
            <a:spcAft>
              <a:spcPts val="1200"/>
            </a:spcAft>
            <a:buChar char="•"/>
          </a:pPr>
          <a:r>
            <a:rPr lang="en-US" sz="2500" b="1" i="0" kern="1200" dirty="0">
              <a:solidFill>
                <a:srgbClr val="1A1A1A"/>
              </a:solidFill>
              <a:effectLst/>
            </a:rPr>
            <a:t>Powerful microprocessors </a:t>
          </a:r>
          <a:r>
            <a:rPr lang="en-US" sz="2500" b="0" i="0" kern="1200" dirty="0">
              <a:solidFill>
                <a:srgbClr val="1A1A1A"/>
              </a:solidFill>
              <a:effectLst/>
            </a:rPr>
            <a:t>and </a:t>
          </a:r>
          <a:r>
            <a:rPr lang="en-US" sz="2500" b="1" i="0" kern="1200" dirty="0">
              <a:solidFill>
                <a:srgbClr val="1A1A1A"/>
              </a:solidFill>
              <a:effectLst/>
            </a:rPr>
            <a:t>large data storage capacities</a:t>
          </a:r>
          <a:endParaRPr lang="en-IN" sz="2500" kern="1200" dirty="0"/>
        </a:p>
        <a:p>
          <a:pPr marL="228600" lvl="1" indent="-228600" algn="just" defTabSz="1111250">
            <a:lnSpc>
              <a:spcPct val="90000"/>
            </a:lnSpc>
            <a:spcBef>
              <a:spcPct val="0"/>
            </a:spcBef>
            <a:spcAft>
              <a:spcPts val="1200"/>
            </a:spcAft>
            <a:buChar char="•"/>
          </a:pPr>
          <a:r>
            <a:rPr lang="en-US" sz="2500" b="1" i="0" kern="1200" dirty="0">
              <a:solidFill>
                <a:srgbClr val="1A1A1A"/>
              </a:solidFill>
              <a:effectLst/>
            </a:rPr>
            <a:t>Optimize the measurement conditions</a:t>
          </a:r>
          <a:r>
            <a:rPr lang="en-US" sz="2500" b="0" i="0" kern="1200" dirty="0">
              <a:solidFill>
                <a:srgbClr val="1A1A1A"/>
              </a:solidFill>
              <a:effectLst/>
            </a:rPr>
            <a:t>.</a:t>
          </a:r>
          <a:endParaRPr lang="en-IN" sz="2500" kern="1200" dirty="0"/>
        </a:p>
        <a:p>
          <a:pPr marL="228600" lvl="1" indent="-228600" algn="just" defTabSz="1111250">
            <a:lnSpc>
              <a:spcPct val="90000"/>
            </a:lnSpc>
            <a:spcBef>
              <a:spcPct val="0"/>
            </a:spcBef>
            <a:spcAft>
              <a:spcPts val="1200"/>
            </a:spcAft>
            <a:buChar char="•"/>
          </a:pPr>
          <a:r>
            <a:rPr lang="en-US" sz="2500" b="0" i="0" kern="1200" dirty="0"/>
            <a:t>Perform various functions: </a:t>
          </a:r>
          <a:r>
            <a:rPr lang="en-US" sz="2500" b="1" i="0" kern="1200" dirty="0"/>
            <a:t>processing data, storing measurements, and analyzing results.</a:t>
          </a:r>
          <a:endParaRPr lang="en-IN" sz="2500" b="1" kern="1200" dirty="0"/>
        </a:p>
        <a:p>
          <a:pPr marL="228600" lvl="1" indent="-228600" algn="just" defTabSz="1111250">
            <a:lnSpc>
              <a:spcPct val="90000"/>
            </a:lnSpc>
            <a:spcBef>
              <a:spcPct val="0"/>
            </a:spcBef>
            <a:spcAft>
              <a:spcPts val="1200"/>
            </a:spcAft>
            <a:buChar char="•"/>
          </a:pPr>
          <a:r>
            <a:rPr lang="en-US" sz="2500" b="1" kern="1200" dirty="0"/>
            <a:t>Decision making capability</a:t>
          </a:r>
          <a:endParaRPr lang="en-IN" sz="2500" b="1" kern="1200" dirty="0"/>
        </a:p>
        <a:p>
          <a:pPr marL="228600" lvl="1" indent="-228600" algn="just" defTabSz="1111250">
            <a:lnSpc>
              <a:spcPct val="90000"/>
            </a:lnSpc>
            <a:spcBef>
              <a:spcPct val="0"/>
            </a:spcBef>
            <a:spcAft>
              <a:spcPts val="1200"/>
            </a:spcAft>
            <a:buChar char="•"/>
          </a:pPr>
          <a:r>
            <a:rPr lang="en-US" sz="2500" kern="1200" dirty="0"/>
            <a:t>Numerous </a:t>
          </a:r>
          <a:r>
            <a:rPr lang="en-US" sz="2500" b="1" kern="1200" dirty="0"/>
            <a:t>safety back-up features</a:t>
          </a:r>
          <a:r>
            <a:rPr lang="en-US" sz="2500" kern="1200" dirty="0"/>
            <a:t> and real-time </a:t>
          </a:r>
          <a:r>
            <a:rPr lang="en-US" sz="2500" b="1" kern="1200" dirty="0"/>
            <a:t>self-diagnostics</a:t>
          </a:r>
          <a:r>
            <a:rPr lang="en-US" sz="2500" kern="1200" dirty="0"/>
            <a:t> and </a:t>
          </a:r>
          <a:r>
            <a:rPr lang="en-US" sz="2500" b="1" kern="1200" dirty="0"/>
            <a:t>self-repair capabilities.</a:t>
          </a:r>
          <a:endParaRPr lang="en-IN" sz="2500" b="1" kern="1200" dirty="0"/>
        </a:p>
        <a:p>
          <a:pPr marL="228600" lvl="1" indent="-228600" algn="just" defTabSz="1111250">
            <a:lnSpc>
              <a:spcPct val="90000"/>
            </a:lnSpc>
            <a:spcBef>
              <a:spcPct val="0"/>
            </a:spcBef>
            <a:spcAft>
              <a:spcPts val="1200"/>
            </a:spcAft>
            <a:buChar char="•"/>
          </a:pPr>
          <a:r>
            <a:rPr lang="en-US" sz="2500" b="1" kern="1200" dirty="0"/>
            <a:t>Automatic calibration, operator guidance, trend displays, alarm priority and automated record keeping.</a:t>
          </a:r>
          <a:endParaRPr lang="en-IN" sz="2500" b="1" kern="1200" dirty="0"/>
        </a:p>
      </dsp:txBody>
      <dsp:txXfrm>
        <a:off x="0" y="820645"/>
        <a:ext cx="11004325" cy="617625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E54554A-42C4-4FDF-9DCD-2421F33AAF8B}">
      <dsp:nvSpPr>
        <dsp:cNvPr id="0" name=""/>
        <dsp:cNvSpPr/>
      </dsp:nvSpPr>
      <dsp:spPr>
        <a:xfrm>
          <a:off x="0" y="1484639"/>
          <a:ext cx="11866560" cy="4536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48652CA4-2DDD-479D-BF30-37E16FDDCC9B}">
      <dsp:nvSpPr>
        <dsp:cNvPr id="0" name=""/>
        <dsp:cNvSpPr/>
      </dsp:nvSpPr>
      <dsp:spPr>
        <a:xfrm>
          <a:off x="573312" y="0"/>
          <a:ext cx="10906526" cy="168479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3969" tIns="0" rIns="313969" bIns="0" numCol="1" spcCol="1270" anchor="ctr" anchorCtr="0">
          <a:noAutofit/>
        </a:bodyPr>
        <a:lstStyle/>
        <a:p>
          <a:pPr marL="0" lvl="0" indent="0" algn="just" defTabSz="1244600">
            <a:lnSpc>
              <a:spcPct val="90000"/>
            </a:lnSpc>
            <a:spcBef>
              <a:spcPct val="0"/>
            </a:spcBef>
            <a:spcAft>
              <a:spcPct val="35000"/>
            </a:spcAft>
            <a:buNone/>
          </a:pPr>
          <a:r>
            <a:rPr lang="en-IN" sz="2800" kern="1200" dirty="0"/>
            <a:t>Personal computer are </a:t>
          </a:r>
          <a:r>
            <a:rPr lang="en-IN" sz="2800" b="1" u="sng" kern="1200" dirty="0">
              <a:solidFill>
                <a:schemeClr val="tx1"/>
              </a:solidFill>
              <a:highlight>
                <a:srgbClr val="FFFF00"/>
              </a:highlight>
            </a:rPr>
            <a:t>popular in medical field </a:t>
          </a:r>
          <a:r>
            <a:rPr lang="en-IN" sz="2800" kern="1200" dirty="0">
              <a:solidFill>
                <a:schemeClr val="tx1"/>
              </a:solidFill>
            </a:rPr>
            <a:t>and also </a:t>
          </a:r>
          <a:r>
            <a:rPr lang="en-IN" sz="2800" b="1" u="sng" kern="1200" dirty="0">
              <a:solidFill>
                <a:schemeClr val="tx1"/>
              </a:solidFill>
              <a:highlight>
                <a:srgbClr val="FFFF00"/>
              </a:highlight>
              <a:latin typeface="Calibri"/>
              <a:ea typeface="+mn-ea"/>
              <a:cs typeface="+mn-cs"/>
            </a:rPr>
            <a:t>software is largely commercially available</a:t>
          </a:r>
        </a:p>
      </dsp:txBody>
      <dsp:txXfrm>
        <a:off x="655557" y="82245"/>
        <a:ext cx="10742036" cy="1520309"/>
      </dsp:txXfrm>
    </dsp:sp>
    <dsp:sp modelId="{996176FA-4CF5-43BD-984E-81A17AAFCF10}">
      <dsp:nvSpPr>
        <dsp:cNvPr id="0" name=""/>
        <dsp:cNvSpPr/>
      </dsp:nvSpPr>
      <dsp:spPr>
        <a:xfrm>
          <a:off x="0" y="3454559"/>
          <a:ext cx="11866560" cy="4536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44AFC07-1496-4E75-BCFB-F7DDB915695E}">
      <dsp:nvSpPr>
        <dsp:cNvPr id="0" name=""/>
        <dsp:cNvSpPr/>
      </dsp:nvSpPr>
      <dsp:spPr>
        <a:xfrm>
          <a:off x="553870" y="1955539"/>
          <a:ext cx="10906526" cy="168479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3969" tIns="0" rIns="313969" bIns="0" numCol="1" spcCol="1270" anchor="ctr" anchorCtr="0">
          <a:noAutofit/>
        </a:bodyPr>
        <a:lstStyle/>
        <a:p>
          <a:pPr marL="0" lvl="0" indent="0" algn="just" defTabSz="1244600">
            <a:lnSpc>
              <a:spcPct val="90000"/>
            </a:lnSpc>
            <a:spcBef>
              <a:spcPct val="0"/>
            </a:spcBef>
            <a:spcAft>
              <a:spcPct val="35000"/>
            </a:spcAft>
            <a:buNone/>
          </a:pPr>
          <a:r>
            <a:rPr lang="en-IN" sz="2800" kern="1200" dirty="0"/>
            <a:t>Computer are </a:t>
          </a:r>
          <a:r>
            <a:rPr lang="en-IN" sz="2800" b="1" u="sng" kern="1200" dirty="0">
              <a:solidFill>
                <a:schemeClr val="tx1"/>
              </a:solidFill>
              <a:highlight>
                <a:srgbClr val="FFFF00"/>
              </a:highlight>
              <a:latin typeface="Calibri"/>
              <a:ea typeface="+mn-ea"/>
              <a:cs typeface="+mn-cs"/>
            </a:rPr>
            <a:t>widely accepted</a:t>
          </a:r>
          <a:r>
            <a:rPr lang="en-IN" sz="2800" b="1" u="none" kern="1200" dirty="0">
              <a:solidFill>
                <a:schemeClr val="tx1"/>
              </a:solidFill>
              <a:latin typeface="Calibri"/>
              <a:ea typeface="+mn-ea"/>
              <a:cs typeface="+mn-cs"/>
            </a:rPr>
            <a:t> </a:t>
          </a:r>
          <a:r>
            <a:rPr lang="en-IN" sz="2800" kern="1200" dirty="0"/>
            <a:t>in the medical field for data </a:t>
          </a:r>
          <a:r>
            <a:rPr lang="en-IN" sz="2800" b="1" u="sng" kern="1200" dirty="0">
              <a:solidFill>
                <a:schemeClr val="tx1"/>
              </a:solidFill>
              <a:highlight>
                <a:srgbClr val="FFFF00"/>
              </a:highlight>
              <a:latin typeface="Calibri"/>
              <a:ea typeface="+mn-ea"/>
              <a:cs typeface="+mn-cs"/>
            </a:rPr>
            <a:t>collection, manipulation, processing and a complete workstations </a:t>
          </a:r>
          <a:r>
            <a:rPr lang="en-IN" sz="2800" kern="1200" dirty="0"/>
            <a:t>for a variety of applications</a:t>
          </a:r>
        </a:p>
      </dsp:txBody>
      <dsp:txXfrm>
        <a:off x="636115" y="2037784"/>
        <a:ext cx="10742036" cy="1520309"/>
      </dsp:txXfrm>
    </dsp:sp>
    <dsp:sp modelId="{A2ABE9DA-F012-4229-8040-6B99BD540218}">
      <dsp:nvSpPr>
        <dsp:cNvPr id="0" name=""/>
        <dsp:cNvSpPr/>
      </dsp:nvSpPr>
      <dsp:spPr>
        <a:xfrm>
          <a:off x="0" y="5424478"/>
          <a:ext cx="11866560" cy="4536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6932263-ECFE-4ACF-A755-C5389EEEFF8C}">
      <dsp:nvSpPr>
        <dsp:cNvPr id="0" name=""/>
        <dsp:cNvSpPr/>
      </dsp:nvSpPr>
      <dsp:spPr>
        <a:xfrm>
          <a:off x="592748" y="4005359"/>
          <a:ext cx="10906526" cy="168479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13969" tIns="0" rIns="313969" bIns="0" numCol="1" spcCol="1270" anchor="ctr" anchorCtr="0">
          <a:noAutofit/>
        </a:bodyPr>
        <a:lstStyle/>
        <a:p>
          <a:pPr marL="0" lvl="0" indent="0" algn="just" defTabSz="1244600">
            <a:lnSpc>
              <a:spcPct val="90000"/>
            </a:lnSpc>
            <a:spcBef>
              <a:spcPct val="0"/>
            </a:spcBef>
            <a:spcAft>
              <a:spcPct val="35000"/>
            </a:spcAft>
            <a:buNone/>
          </a:pPr>
          <a:r>
            <a:rPr lang="en-IN" sz="2800" kern="1200" dirty="0"/>
            <a:t>A personal computer becomes a </a:t>
          </a:r>
          <a:r>
            <a:rPr lang="en-IN" sz="2800" b="1" u="sng" kern="1200" dirty="0">
              <a:solidFill>
                <a:schemeClr val="tx1"/>
              </a:solidFill>
              <a:highlight>
                <a:srgbClr val="FFFF00"/>
              </a:highlight>
              <a:latin typeface="Calibri"/>
              <a:ea typeface="+mn-ea"/>
              <a:cs typeface="+mn-cs"/>
            </a:rPr>
            <a:t>workstation</a:t>
          </a:r>
          <a:r>
            <a:rPr lang="en-IN" sz="2800" kern="1200" dirty="0"/>
            <a:t> with the simple installation of one or more ‘instruments-on-a-board’ in its accessory slots.</a:t>
          </a:r>
        </a:p>
      </dsp:txBody>
      <dsp:txXfrm>
        <a:off x="674993" y="4087604"/>
        <a:ext cx="10742036" cy="152030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F5E0259-201D-45CA-B964-F177020CE8C9}">
      <dsp:nvSpPr>
        <dsp:cNvPr id="0" name=""/>
        <dsp:cNvSpPr/>
      </dsp:nvSpPr>
      <dsp:spPr>
        <a:xfrm>
          <a:off x="0" y="2503767"/>
          <a:ext cx="10887099" cy="5544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20E9DA5-CB42-47A1-AA04-BF0CD665E47B}">
      <dsp:nvSpPr>
        <dsp:cNvPr id="0" name=""/>
        <dsp:cNvSpPr/>
      </dsp:nvSpPr>
      <dsp:spPr>
        <a:xfrm>
          <a:off x="543823" y="137402"/>
          <a:ext cx="10212328" cy="269108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8054" tIns="0" rIns="288054" bIns="0" numCol="1" spcCol="1270" anchor="ctr" anchorCtr="0">
          <a:noAutofit/>
        </a:bodyPr>
        <a:lstStyle/>
        <a:p>
          <a:pPr marL="0" lvl="0" indent="0" algn="just" defTabSz="1066800">
            <a:lnSpc>
              <a:spcPct val="90000"/>
            </a:lnSpc>
            <a:spcBef>
              <a:spcPct val="0"/>
            </a:spcBef>
            <a:spcAft>
              <a:spcPct val="35000"/>
            </a:spcAft>
            <a:buNone/>
          </a:pPr>
          <a:r>
            <a:rPr lang="en-IN" sz="2400" b="1" u="sng" kern="1200" dirty="0">
              <a:solidFill>
                <a:prstClr val="black"/>
              </a:solidFill>
              <a:highlight>
                <a:srgbClr val="FFFF00"/>
              </a:highlight>
              <a:latin typeface="Calibri"/>
              <a:ea typeface="+mn-ea"/>
              <a:cs typeface="+mn-cs"/>
            </a:rPr>
            <a:t>Basic elements- </a:t>
          </a:r>
        </a:p>
        <a:p>
          <a:pPr marL="0" lvl="0" indent="0" algn="just" defTabSz="1066800">
            <a:lnSpc>
              <a:spcPct val="90000"/>
            </a:lnSpc>
            <a:spcBef>
              <a:spcPct val="0"/>
            </a:spcBef>
            <a:spcAft>
              <a:spcPct val="35000"/>
            </a:spcAft>
            <a:buNone/>
          </a:pPr>
          <a:r>
            <a:rPr lang="en-IN" sz="2400" b="1" u="none" kern="1200" dirty="0">
              <a:solidFill>
                <a:prstClr val="white"/>
              </a:solidFill>
              <a:latin typeface="Calibri"/>
              <a:ea typeface="+mn-ea"/>
              <a:cs typeface="+mn-cs"/>
            </a:rPr>
            <a:t>Biomedical signal </a:t>
          </a:r>
        </a:p>
        <a:p>
          <a:pPr marL="0" lvl="0" indent="0" algn="just" defTabSz="1066800">
            <a:lnSpc>
              <a:spcPct val="90000"/>
            </a:lnSpc>
            <a:spcBef>
              <a:spcPct val="0"/>
            </a:spcBef>
            <a:spcAft>
              <a:spcPct val="35000"/>
            </a:spcAft>
            <a:buNone/>
          </a:pPr>
          <a:r>
            <a:rPr lang="en-IN" sz="2400" b="1" u="none" kern="1200" dirty="0"/>
            <a:t>Sensor/transducers</a:t>
          </a:r>
        </a:p>
        <a:p>
          <a:pPr marL="0" lvl="0" indent="0" algn="just" defTabSz="1066800">
            <a:lnSpc>
              <a:spcPct val="90000"/>
            </a:lnSpc>
            <a:spcBef>
              <a:spcPct val="0"/>
            </a:spcBef>
            <a:spcAft>
              <a:spcPct val="35000"/>
            </a:spcAft>
            <a:buNone/>
          </a:pPr>
          <a:r>
            <a:rPr lang="en-IN" sz="2400" b="1" u="none" kern="1200" dirty="0"/>
            <a:t>Signal conditioning </a:t>
          </a:r>
        </a:p>
        <a:p>
          <a:pPr marL="0" lvl="0" indent="0" algn="just" defTabSz="1066800">
            <a:lnSpc>
              <a:spcPct val="90000"/>
            </a:lnSpc>
            <a:spcBef>
              <a:spcPct val="0"/>
            </a:spcBef>
            <a:spcAft>
              <a:spcPct val="35000"/>
            </a:spcAft>
            <a:buNone/>
          </a:pPr>
          <a:r>
            <a:rPr lang="en-IN" sz="2400" b="1" u="none" kern="1200" dirty="0"/>
            <a:t>Data acquisition/software package</a:t>
          </a:r>
        </a:p>
        <a:p>
          <a:pPr marL="0" lvl="0" indent="0" algn="just" defTabSz="1066800">
            <a:lnSpc>
              <a:spcPct val="90000"/>
            </a:lnSpc>
            <a:spcBef>
              <a:spcPct val="0"/>
            </a:spcBef>
            <a:spcAft>
              <a:spcPct val="35000"/>
            </a:spcAft>
            <a:buNone/>
          </a:pPr>
          <a:r>
            <a:rPr lang="en-IN" sz="2400" b="1" u="none" kern="1200" dirty="0"/>
            <a:t>Computer platform.</a:t>
          </a:r>
          <a:endParaRPr lang="en-IN" sz="2400" u="none" kern="1200" dirty="0"/>
        </a:p>
      </dsp:txBody>
      <dsp:txXfrm>
        <a:off x="675191" y="268770"/>
        <a:ext cx="9949592" cy="2428348"/>
      </dsp:txXfrm>
    </dsp:sp>
    <dsp:sp modelId="{C840F79D-5ACE-4A72-8590-24A4910BAF0D}">
      <dsp:nvSpPr>
        <dsp:cNvPr id="0" name=""/>
        <dsp:cNvSpPr/>
      </dsp:nvSpPr>
      <dsp:spPr>
        <a:xfrm>
          <a:off x="0" y="3594745"/>
          <a:ext cx="10887099" cy="5544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984F9AE5-FDCE-4667-BCCE-F19313B85542}">
      <dsp:nvSpPr>
        <dsp:cNvPr id="0" name=""/>
        <dsp:cNvSpPr/>
      </dsp:nvSpPr>
      <dsp:spPr>
        <a:xfrm>
          <a:off x="544354" y="3300107"/>
          <a:ext cx="10222310" cy="742498"/>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8054" tIns="0" rIns="288054" bIns="0" numCol="1" spcCol="1270" anchor="ctr" anchorCtr="0">
          <a:noAutofit/>
        </a:bodyPr>
        <a:lstStyle/>
        <a:p>
          <a:pPr marL="0" lvl="0" indent="0" algn="just" defTabSz="1066800">
            <a:lnSpc>
              <a:spcPct val="90000"/>
            </a:lnSpc>
            <a:spcBef>
              <a:spcPct val="0"/>
            </a:spcBef>
            <a:spcAft>
              <a:spcPct val="35000"/>
            </a:spcAft>
            <a:buNone/>
          </a:pPr>
          <a:r>
            <a:rPr lang="en-IN" sz="2400" kern="1200" dirty="0"/>
            <a:t>System is highly </a:t>
          </a:r>
          <a:r>
            <a:rPr lang="en-IN" sz="2400" b="1" u="sng" kern="1200" dirty="0">
              <a:solidFill>
                <a:schemeClr val="tx1"/>
              </a:solidFill>
              <a:highlight>
                <a:srgbClr val="FFFF00"/>
              </a:highlight>
              <a:latin typeface="Calibri"/>
              <a:ea typeface="+mn-ea"/>
              <a:cs typeface="+mn-cs"/>
            </a:rPr>
            <a:t>flexible</a:t>
          </a:r>
          <a:r>
            <a:rPr lang="en-IN" sz="2400" kern="1200" dirty="0"/>
            <a:t> and can </a:t>
          </a:r>
          <a:r>
            <a:rPr lang="en-IN" sz="2400" b="1" u="sng" kern="1200" dirty="0">
              <a:solidFill>
                <a:schemeClr val="tx1"/>
              </a:solidFill>
              <a:highlight>
                <a:srgbClr val="FFFF00"/>
              </a:highlight>
              <a:latin typeface="Calibri"/>
              <a:ea typeface="+mn-ea"/>
              <a:cs typeface="+mn-cs"/>
            </a:rPr>
            <a:t>accommodate a variety of inputs</a:t>
          </a:r>
          <a:r>
            <a:rPr lang="en-IN" sz="2400" kern="1200" dirty="0"/>
            <a:t>, which can be connected to PC for analysis, graphics and control</a:t>
          </a:r>
        </a:p>
      </dsp:txBody>
      <dsp:txXfrm>
        <a:off x="580600" y="3336353"/>
        <a:ext cx="10149818" cy="670006"/>
      </dsp:txXfrm>
    </dsp:sp>
    <dsp:sp modelId="{06DC6262-F52B-46F2-9286-EDFF56B5C31C}">
      <dsp:nvSpPr>
        <dsp:cNvPr id="0" name=""/>
        <dsp:cNvSpPr/>
      </dsp:nvSpPr>
      <dsp:spPr>
        <a:xfrm>
          <a:off x="0" y="4567227"/>
          <a:ext cx="10887099" cy="5544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E414E5A-45CB-4818-8CA6-29E43BBD3244}">
      <dsp:nvSpPr>
        <dsp:cNvPr id="0" name=""/>
        <dsp:cNvSpPr/>
      </dsp:nvSpPr>
      <dsp:spPr>
        <a:xfrm>
          <a:off x="544354" y="4325486"/>
          <a:ext cx="10222310" cy="624001"/>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8054" tIns="0" rIns="288054" bIns="0" numCol="1" spcCol="1270" anchor="ctr" anchorCtr="0">
          <a:noAutofit/>
        </a:bodyPr>
        <a:lstStyle/>
        <a:p>
          <a:pPr marL="0" lvl="0" indent="0" algn="just" defTabSz="1066800">
            <a:lnSpc>
              <a:spcPct val="90000"/>
            </a:lnSpc>
            <a:spcBef>
              <a:spcPct val="0"/>
            </a:spcBef>
            <a:spcAft>
              <a:spcPct val="35000"/>
            </a:spcAft>
            <a:buNone/>
          </a:pPr>
          <a:r>
            <a:rPr lang="en-IN" sz="2400" kern="1200" dirty="0"/>
            <a:t>The systems works </a:t>
          </a:r>
          <a:r>
            <a:rPr lang="en-IN" sz="2400" b="1" u="sng" kern="1200" dirty="0">
              <a:solidFill>
                <a:prstClr val="black"/>
              </a:solidFill>
              <a:highlight>
                <a:srgbClr val="FFFF00"/>
              </a:highlight>
              <a:latin typeface="Calibri"/>
              <a:ea typeface="+mn-ea"/>
              <a:cs typeface="+mn-cs"/>
            </a:rPr>
            <a:t>totally under the control of software</a:t>
          </a:r>
        </a:p>
      </dsp:txBody>
      <dsp:txXfrm>
        <a:off x="574815" y="4355947"/>
        <a:ext cx="10161388" cy="563079"/>
      </dsp:txXfrm>
    </dsp:sp>
    <dsp:sp modelId="{1B773A6A-646B-4E3B-B69D-8FE95876C658}">
      <dsp:nvSpPr>
        <dsp:cNvPr id="0" name=""/>
        <dsp:cNvSpPr/>
      </dsp:nvSpPr>
      <dsp:spPr>
        <a:xfrm>
          <a:off x="0" y="5883704"/>
          <a:ext cx="10887099" cy="5544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179E5E7-BFD8-4A72-8FD6-D08B29C14F1C}">
      <dsp:nvSpPr>
        <dsp:cNvPr id="0" name=""/>
        <dsp:cNvSpPr/>
      </dsp:nvSpPr>
      <dsp:spPr>
        <a:xfrm>
          <a:off x="544354" y="5363567"/>
          <a:ext cx="10222310" cy="967996"/>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8054" tIns="0" rIns="288054" bIns="0" numCol="1" spcCol="1270" anchor="ctr" anchorCtr="0">
          <a:noAutofit/>
        </a:bodyPr>
        <a:lstStyle/>
        <a:p>
          <a:pPr marL="0" lvl="0" indent="0" algn="just" defTabSz="1066800">
            <a:lnSpc>
              <a:spcPct val="90000"/>
            </a:lnSpc>
            <a:spcBef>
              <a:spcPct val="0"/>
            </a:spcBef>
            <a:spcAft>
              <a:spcPct val="35000"/>
            </a:spcAft>
            <a:buNone/>
          </a:pPr>
          <a:r>
            <a:rPr lang="en-IN" sz="2400" kern="1200" dirty="0"/>
            <a:t>PC medical instruments are </a:t>
          </a:r>
          <a:r>
            <a:rPr lang="en-IN" sz="2400" b="1" u="sng" kern="1200" dirty="0">
              <a:solidFill>
                <a:prstClr val="black"/>
              </a:solidFill>
              <a:highlight>
                <a:srgbClr val="FFFF00"/>
              </a:highlight>
              <a:latin typeface="Calibri"/>
              <a:ea typeface="+mn-ea"/>
              <a:cs typeface="+mn-cs"/>
            </a:rPr>
            <a:t>gaining in popularity </a:t>
          </a:r>
          <a:r>
            <a:rPr lang="en-IN" sz="2400" kern="1200" dirty="0"/>
            <a:t>for several reasons including price, programmability and performance specifications</a:t>
          </a:r>
        </a:p>
      </dsp:txBody>
      <dsp:txXfrm>
        <a:off x="591608" y="5410821"/>
        <a:ext cx="10127802" cy="873488"/>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DC1A98B-7657-4B95-A6C6-31F24FF5FA99}">
      <dsp:nvSpPr>
        <dsp:cNvPr id="0" name=""/>
        <dsp:cNvSpPr/>
      </dsp:nvSpPr>
      <dsp:spPr>
        <a:xfrm>
          <a:off x="0" y="1287820"/>
          <a:ext cx="10968381" cy="4284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67CFB86-9C7E-4765-AE47-51F2886D4C58}">
      <dsp:nvSpPr>
        <dsp:cNvPr id="0" name=""/>
        <dsp:cNvSpPr/>
      </dsp:nvSpPr>
      <dsp:spPr>
        <a:xfrm>
          <a:off x="548419" y="8740"/>
          <a:ext cx="10079964" cy="152999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0205" tIns="0" rIns="290205" bIns="0" numCol="1" spcCol="1270" anchor="ctr" anchorCtr="0">
          <a:noAutofit/>
        </a:bodyPr>
        <a:lstStyle/>
        <a:p>
          <a:pPr marL="0" lvl="0" indent="0" algn="just" defTabSz="1066800">
            <a:lnSpc>
              <a:spcPct val="90000"/>
            </a:lnSpc>
            <a:spcBef>
              <a:spcPct val="0"/>
            </a:spcBef>
            <a:spcAft>
              <a:spcPct val="35000"/>
            </a:spcAft>
            <a:buNone/>
          </a:pPr>
          <a:r>
            <a:rPr lang="en-IN" sz="2400" kern="1200" dirty="0"/>
            <a:t>This includes </a:t>
          </a:r>
          <a:r>
            <a:rPr lang="en-IN" sz="2400" b="1" u="sng" kern="1200" dirty="0">
              <a:solidFill>
                <a:schemeClr val="tx1"/>
              </a:solidFill>
              <a:highlight>
                <a:srgbClr val="FFFF00"/>
              </a:highlight>
            </a:rPr>
            <a:t>operating systems, devices drivers, libraries, languages and debugging tools </a:t>
          </a:r>
        </a:p>
      </dsp:txBody>
      <dsp:txXfrm>
        <a:off x="623107" y="83428"/>
        <a:ext cx="9930588" cy="1380623"/>
      </dsp:txXfrm>
    </dsp:sp>
    <dsp:sp modelId="{A9234F1F-37AC-4F20-A226-E6C908DC7325}">
      <dsp:nvSpPr>
        <dsp:cNvPr id="0" name=""/>
        <dsp:cNvSpPr/>
      </dsp:nvSpPr>
      <dsp:spPr>
        <a:xfrm>
          <a:off x="0" y="3546098"/>
          <a:ext cx="10968381" cy="4284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9B75764-E5D5-4D3F-9548-725A34C1EB4C}">
      <dsp:nvSpPr>
        <dsp:cNvPr id="0" name=""/>
        <dsp:cNvSpPr/>
      </dsp:nvSpPr>
      <dsp:spPr>
        <a:xfrm>
          <a:off x="547883" y="1808020"/>
          <a:ext cx="10070120" cy="1988997"/>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0205" tIns="0" rIns="290205" bIns="0" numCol="1" spcCol="1270" anchor="ctr" anchorCtr="0">
          <a:noAutofit/>
        </a:bodyPr>
        <a:lstStyle/>
        <a:p>
          <a:pPr marL="0" lvl="0" indent="0" algn="just" defTabSz="1066800">
            <a:lnSpc>
              <a:spcPct val="90000"/>
            </a:lnSpc>
            <a:spcBef>
              <a:spcPct val="0"/>
            </a:spcBef>
            <a:spcAft>
              <a:spcPct val="35000"/>
            </a:spcAft>
            <a:buNone/>
          </a:pPr>
          <a:r>
            <a:rPr lang="en-US" sz="2400" kern="1200" dirty="0"/>
            <a:t>Microprocessors have been used to </a:t>
          </a:r>
          <a:r>
            <a:rPr lang="en-US" sz="2400" b="1" u="sng" kern="1200" dirty="0">
              <a:solidFill>
                <a:prstClr val="black"/>
              </a:solidFill>
              <a:highlight>
                <a:srgbClr val="FFFF00"/>
              </a:highlight>
              <a:latin typeface="Calibri"/>
              <a:ea typeface="+mn-ea"/>
              <a:cs typeface="+mn-cs"/>
            </a:rPr>
            <a:t>replace the complicated instructional procedures </a:t>
          </a:r>
          <a:r>
            <a:rPr lang="en-US" sz="2400" kern="1200" dirty="0"/>
            <a:t>that are now required in some medical instruments. </a:t>
          </a:r>
          <a:endParaRPr lang="en-IN" sz="2400" kern="1200" dirty="0"/>
        </a:p>
      </dsp:txBody>
      <dsp:txXfrm>
        <a:off x="644978" y="1905115"/>
        <a:ext cx="9875930" cy="1794807"/>
      </dsp:txXfrm>
    </dsp:sp>
    <dsp:sp modelId="{25A4F69D-9CB2-49B1-8C4E-4F95E1644D4A}">
      <dsp:nvSpPr>
        <dsp:cNvPr id="0" name=""/>
        <dsp:cNvSpPr/>
      </dsp:nvSpPr>
      <dsp:spPr>
        <a:xfrm>
          <a:off x="0" y="5933840"/>
          <a:ext cx="10968381" cy="4284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502F0D3-A21C-466D-B434-EB798B5FA4D2}">
      <dsp:nvSpPr>
        <dsp:cNvPr id="0" name=""/>
        <dsp:cNvSpPr/>
      </dsp:nvSpPr>
      <dsp:spPr>
        <a:xfrm>
          <a:off x="539007" y="4048542"/>
          <a:ext cx="10070120" cy="2118462"/>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0205" tIns="0" rIns="290205" bIns="0" numCol="1" spcCol="1270" anchor="ctr" anchorCtr="0">
          <a:noAutofit/>
        </a:bodyPr>
        <a:lstStyle/>
        <a:p>
          <a:pPr marL="0" lvl="0" indent="0" algn="just" defTabSz="1066800">
            <a:lnSpc>
              <a:spcPct val="90000"/>
            </a:lnSpc>
            <a:spcBef>
              <a:spcPct val="0"/>
            </a:spcBef>
            <a:spcAft>
              <a:spcPct val="35000"/>
            </a:spcAft>
            <a:buNone/>
          </a:pPr>
          <a:r>
            <a:rPr lang="en-US" sz="2400" kern="1200" dirty="0"/>
            <a:t>Microprocessors based instrumentation has enabled the ability to make </a:t>
          </a:r>
          <a:r>
            <a:rPr lang="en-US" sz="2400" b="1" u="sng" kern="1200" dirty="0">
              <a:solidFill>
                <a:prstClr val="black"/>
              </a:solidFill>
              <a:highlight>
                <a:srgbClr val="FFFF00"/>
              </a:highlight>
              <a:latin typeface="Calibri"/>
              <a:ea typeface="+mn-ea"/>
              <a:cs typeface="+mn-cs"/>
            </a:rPr>
            <a:t>intelligent judgement and provide diagnostic signals/warnings in case of potential error or even take appropriate corrections!</a:t>
          </a:r>
          <a:endParaRPr lang="en-IN" sz="2400" b="1" u="sng" kern="1200" dirty="0">
            <a:solidFill>
              <a:prstClr val="black"/>
            </a:solidFill>
            <a:highlight>
              <a:srgbClr val="FFFF00"/>
            </a:highlight>
            <a:latin typeface="Calibri"/>
            <a:ea typeface="+mn-ea"/>
            <a:cs typeface="+mn-cs"/>
          </a:endParaRPr>
        </a:p>
      </dsp:txBody>
      <dsp:txXfrm>
        <a:off x="642422" y="4151957"/>
        <a:ext cx="9863290" cy="1911632"/>
      </dsp:txXfrm>
    </dsp:sp>
  </dsp:spTree>
</dsp:drawing>
</file>

<file path=ppt/diagrams/layout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2CDA8E9-9948-4BC7-A1DE-415AE6D34228}" type="datetimeFigureOut">
              <a:rPr lang="en-US" smtClean="0"/>
              <a:pPr/>
              <a:t>10/18/2023</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9B5F544-A886-482E-AF73-1D6364AAC657}" type="slidenum">
              <a:rPr lang="en-US" smtClean="0"/>
              <a:pPr/>
              <a:t>‹#›</a:t>
            </a:fld>
            <a:endParaRPr lang="en-US"/>
          </a:p>
        </p:txBody>
      </p:sp>
    </p:spTree>
    <p:extLst>
      <p:ext uri="{BB962C8B-B14F-4D97-AF65-F5344CB8AC3E}">
        <p14:creationId xmlns:p14="http://schemas.microsoft.com/office/powerpoint/2010/main" val="225191961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A4AE53-78AB-4E30-A376-70F5FA87A326}" type="datetimeFigureOut">
              <a:rPr lang="en-US" smtClean="0"/>
              <a:pPr/>
              <a:t>10/18/2023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732FBC-CC67-4B17-8935-02F23E3364AC}" type="slidenum">
              <a:rPr lang="en-US" smtClean="0"/>
              <a:pPr/>
              <a:t>‹#›</a:t>
            </a:fld>
            <a:endParaRPr lang="en-US"/>
          </a:p>
        </p:txBody>
      </p:sp>
    </p:spTree>
    <p:extLst>
      <p:ext uri="{BB962C8B-B14F-4D97-AF65-F5344CB8AC3E}">
        <p14:creationId xmlns:p14="http://schemas.microsoft.com/office/powerpoint/2010/main" val="254055582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3722197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4513695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117143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7122016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8012169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8812041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783193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6918609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5247627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0508157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1344941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Титульный слайд">
    <p:spTree>
      <p:nvGrpSpPr>
        <p:cNvPr id="1" name=""/>
        <p:cNvGrpSpPr/>
        <p:nvPr/>
      </p:nvGrpSpPr>
      <p:grpSpPr>
        <a:xfrm>
          <a:off x="0" y="0"/>
          <a:ext cx="0" cy="0"/>
          <a:chOff x="0" y="0"/>
          <a:chExt cx="0" cy="0"/>
        </a:xfrm>
      </p:grpSpPr>
      <p:sp>
        <p:nvSpPr>
          <p:cNvPr id="3" name="Прямоугольник 1"/>
          <p:cNvSpPr/>
          <p:nvPr userDrawn="1"/>
        </p:nvSpPr>
        <p:spPr>
          <a:xfrm>
            <a:off x="-19050" y="1905000"/>
            <a:ext cx="12211050" cy="4953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 name="Прямоугольник 8"/>
          <p:cNvSpPr/>
          <p:nvPr userDrawn="1"/>
        </p:nvSpPr>
        <p:spPr>
          <a:xfrm>
            <a:off x="-19050" y="0"/>
            <a:ext cx="12211050" cy="4438650"/>
          </a:xfrm>
          <a:custGeom>
            <a:avLst/>
            <a:gdLst>
              <a:gd name="connsiteX0" fmla="*/ 0 w 12192000"/>
              <a:gd name="connsiteY0" fmla="*/ 0 h 4133850"/>
              <a:gd name="connsiteX1" fmla="*/ 12192000 w 12192000"/>
              <a:gd name="connsiteY1" fmla="*/ 0 h 4133850"/>
              <a:gd name="connsiteX2" fmla="*/ 12192000 w 12192000"/>
              <a:gd name="connsiteY2" fmla="*/ 4133850 h 4133850"/>
              <a:gd name="connsiteX3" fmla="*/ 0 w 12192000"/>
              <a:gd name="connsiteY3" fmla="*/ 4133850 h 4133850"/>
              <a:gd name="connsiteX4" fmla="*/ 0 w 12192000"/>
              <a:gd name="connsiteY4" fmla="*/ 0 h 4133850"/>
              <a:gd name="connsiteX0" fmla="*/ 19050 w 12211050"/>
              <a:gd name="connsiteY0" fmla="*/ 0 h 4133850"/>
              <a:gd name="connsiteX1" fmla="*/ 12211050 w 12211050"/>
              <a:gd name="connsiteY1" fmla="*/ 0 h 4133850"/>
              <a:gd name="connsiteX2" fmla="*/ 12211050 w 12211050"/>
              <a:gd name="connsiteY2" fmla="*/ 4133850 h 4133850"/>
              <a:gd name="connsiteX3" fmla="*/ 0 w 12211050"/>
              <a:gd name="connsiteY3" fmla="*/ 3219450 h 4133850"/>
              <a:gd name="connsiteX4" fmla="*/ 19050 w 12211050"/>
              <a:gd name="connsiteY4" fmla="*/ 0 h 4133850"/>
              <a:gd name="connsiteX0" fmla="*/ 19050 w 12211050"/>
              <a:gd name="connsiteY0" fmla="*/ 0 h 4438650"/>
              <a:gd name="connsiteX1" fmla="*/ 12211050 w 12211050"/>
              <a:gd name="connsiteY1" fmla="*/ 0 h 4438650"/>
              <a:gd name="connsiteX2" fmla="*/ 12211050 w 12211050"/>
              <a:gd name="connsiteY2" fmla="*/ 4438650 h 4438650"/>
              <a:gd name="connsiteX3" fmla="*/ 0 w 12211050"/>
              <a:gd name="connsiteY3" fmla="*/ 3219450 h 4438650"/>
              <a:gd name="connsiteX4" fmla="*/ 19050 w 12211050"/>
              <a:gd name="connsiteY4" fmla="*/ 0 h 4438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1050" h="4438650">
                <a:moveTo>
                  <a:pt x="19050" y="0"/>
                </a:moveTo>
                <a:lnTo>
                  <a:pt x="12211050" y="0"/>
                </a:lnTo>
                <a:lnTo>
                  <a:pt x="12211050" y="4438650"/>
                </a:lnTo>
                <a:lnTo>
                  <a:pt x="0" y="3219450"/>
                </a:lnTo>
                <a:lnTo>
                  <a:pt x="19050" y="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5" name="Прямоугольник 3"/>
          <p:cNvSpPr/>
          <p:nvPr userDrawn="1"/>
        </p:nvSpPr>
        <p:spPr>
          <a:xfrm>
            <a:off x="1085850" y="1009650"/>
            <a:ext cx="10020300" cy="523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8" name="Рисунок 7"/>
          <p:cNvSpPr>
            <a:spLocks noGrp="1"/>
          </p:cNvSpPr>
          <p:nvPr>
            <p:ph type="pic" sz="quarter" idx="10"/>
          </p:nvPr>
        </p:nvSpPr>
        <p:spPr>
          <a:xfrm>
            <a:off x="1847850" y="2819400"/>
            <a:ext cx="8496300" cy="2800350"/>
          </a:xfrm>
          <a:prstGeom prst="rect">
            <a:avLst/>
          </a:prstGeom>
        </p:spPr>
        <p:txBody>
          <a:bodyPr/>
          <a:lstStyle/>
          <a:p>
            <a:pPr lvl="0"/>
            <a:endParaRPr lang="ru-RU" noProof="0" dirty="0"/>
          </a:p>
        </p:txBody>
      </p:sp>
    </p:spTree>
    <p:extLst>
      <p:ext uri="{BB962C8B-B14F-4D97-AF65-F5344CB8AC3E}">
        <p14:creationId xmlns:p14="http://schemas.microsoft.com/office/powerpoint/2010/main" val="39740816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E412D53-8694-46CE-BCBE-8B1881A41CCE}"/>
              </a:ext>
            </a:extLst>
          </p:cNvPr>
          <p:cNvSpPr>
            <a:spLocks noGrp="1"/>
          </p:cNvSpPr>
          <p:nvPr>
            <p:ph type="dt" sz="half" idx="10"/>
          </p:nvPr>
        </p:nvSpPr>
        <p:spPr/>
        <p:txBody>
          <a:bodyPr/>
          <a:lstStyle>
            <a:lvl1pPr>
              <a:defRPr/>
            </a:lvl1pPr>
          </a:lstStyle>
          <a:p>
            <a:pPr>
              <a:defRPr/>
            </a:pPr>
            <a:fld id="{26A85860-796E-4F17-A3D6-20B1BF2F6E2D}" type="datetime1">
              <a:rPr lang="en-IN"/>
              <a:pPr>
                <a:defRPr/>
              </a:pPr>
              <a:t>18-10-2023</a:t>
            </a:fld>
            <a:endParaRPr lang="en-IN"/>
          </a:p>
        </p:txBody>
      </p:sp>
      <p:sp>
        <p:nvSpPr>
          <p:cNvPr id="5" name="Footer Placeholder 4">
            <a:extLst>
              <a:ext uri="{FF2B5EF4-FFF2-40B4-BE49-F238E27FC236}">
                <a16:creationId xmlns:a16="http://schemas.microsoft.com/office/drawing/2014/main" id="{0901A12B-EB51-4B2C-983A-B4F629470F7C}"/>
              </a:ext>
            </a:extLst>
          </p:cNvPr>
          <p:cNvSpPr>
            <a:spLocks noGrp="1"/>
          </p:cNvSpPr>
          <p:nvPr>
            <p:ph type="ftr" sz="quarter" idx="11"/>
          </p:nvPr>
        </p:nvSpPr>
        <p:spPr/>
        <p:txBody>
          <a:bodyPr/>
          <a:lstStyle>
            <a:lvl1pPr>
              <a:defRPr/>
            </a:lvl1pPr>
          </a:lstStyle>
          <a:p>
            <a:pPr>
              <a:defRPr/>
            </a:pPr>
            <a:r>
              <a:rPr lang="en-IN"/>
              <a:t>Biology for Engineers</a:t>
            </a:r>
          </a:p>
        </p:txBody>
      </p:sp>
      <p:sp>
        <p:nvSpPr>
          <p:cNvPr id="6" name="Slide Number Placeholder 5">
            <a:extLst>
              <a:ext uri="{FF2B5EF4-FFF2-40B4-BE49-F238E27FC236}">
                <a16:creationId xmlns:a16="http://schemas.microsoft.com/office/drawing/2014/main" id="{8490A95F-C38C-460D-A8A8-E89A56AD0711}"/>
              </a:ext>
            </a:extLst>
          </p:cNvPr>
          <p:cNvSpPr>
            <a:spLocks noGrp="1"/>
          </p:cNvSpPr>
          <p:nvPr>
            <p:ph type="sldNum" sz="quarter" idx="12"/>
          </p:nvPr>
        </p:nvSpPr>
        <p:spPr/>
        <p:txBody>
          <a:bodyPr/>
          <a:lstStyle>
            <a:lvl1pPr>
              <a:defRPr/>
            </a:lvl1pPr>
          </a:lstStyle>
          <a:p>
            <a:pPr>
              <a:defRPr/>
            </a:pPr>
            <a:fld id="{FFFE9A7A-8A6C-4E0C-A578-931B7B729D49}" type="slidenum">
              <a:rPr lang="en-IN"/>
              <a:pPr>
                <a:defRPr/>
              </a:pPr>
              <a:t>‹#›</a:t>
            </a:fld>
            <a:endParaRPr lang="en-IN"/>
          </a:p>
        </p:txBody>
      </p:sp>
    </p:spTree>
    <p:extLst>
      <p:ext uri="{BB962C8B-B14F-4D97-AF65-F5344CB8AC3E}">
        <p14:creationId xmlns:p14="http://schemas.microsoft.com/office/powerpoint/2010/main" val="67569393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30204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asic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70909644"/>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227159557"/>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2735627" y="164638"/>
            <a:ext cx="9456373" cy="768085"/>
          </a:xfrm>
          <a:prstGeom prst="rect">
            <a:avLst/>
          </a:prstGeom>
        </p:spPr>
        <p:txBody>
          <a:bodyPr anchor="ctr"/>
          <a:lstStyle>
            <a:lvl1pPr marL="0" indent="0" algn="l">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2735627" y="932723"/>
            <a:ext cx="9456373" cy="384043"/>
          </a:xfrm>
          <a:prstGeom prst="rect">
            <a:avLst/>
          </a:prstGeom>
        </p:spPr>
        <p:txBody>
          <a:bodyPr anchor="ctr"/>
          <a:lstStyle>
            <a:lvl1pPr marL="0" indent="0" algn="l">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5" name="Rectangle 4"/>
          <p:cNvSpPr/>
          <p:nvPr userDrawn="1"/>
        </p:nvSpPr>
        <p:spPr>
          <a:xfrm>
            <a:off x="0" y="1"/>
            <a:ext cx="2543605" cy="68641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804378142"/>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0" y="2276872"/>
            <a:ext cx="12192000" cy="24002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3" name="Isosceles Triangle 2"/>
          <p:cNvSpPr/>
          <p:nvPr userDrawn="1"/>
        </p:nvSpPr>
        <p:spPr>
          <a:xfrm rot="10800000">
            <a:off x="158339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2" name="Isosceles Triangle 11"/>
          <p:cNvSpPr/>
          <p:nvPr userDrawn="1"/>
        </p:nvSpPr>
        <p:spPr>
          <a:xfrm rot="10800000">
            <a:off x="446371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3" name="Isosceles Triangle 12"/>
          <p:cNvSpPr/>
          <p:nvPr userDrawn="1"/>
        </p:nvSpPr>
        <p:spPr>
          <a:xfrm rot="10800000">
            <a:off x="734403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4" name="Isosceles Triangle 13"/>
          <p:cNvSpPr/>
          <p:nvPr userDrawn="1"/>
        </p:nvSpPr>
        <p:spPr>
          <a:xfrm rot="10800000">
            <a:off x="10224348"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5" name="Rectangle 14"/>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6" name="Rectangle 15"/>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Picture Placeholder 2"/>
          <p:cNvSpPr>
            <a:spLocks noGrp="1"/>
          </p:cNvSpPr>
          <p:nvPr>
            <p:ph type="pic" idx="1" hasCustomPrompt="1"/>
          </p:nvPr>
        </p:nvSpPr>
        <p:spPr>
          <a:xfrm>
            <a:off x="815413"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2" hasCustomPrompt="1"/>
          </p:nvPr>
        </p:nvSpPr>
        <p:spPr>
          <a:xfrm>
            <a:off x="3695732"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3" hasCustomPrompt="1"/>
          </p:nvPr>
        </p:nvSpPr>
        <p:spPr>
          <a:xfrm>
            <a:off x="6576051"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4" hasCustomPrompt="1"/>
          </p:nvPr>
        </p:nvSpPr>
        <p:spPr>
          <a:xfrm>
            <a:off x="9456369"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7721753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Images and Contents Layout">
    <p:spTree>
      <p:nvGrpSpPr>
        <p:cNvPr id="1" name=""/>
        <p:cNvGrpSpPr/>
        <p:nvPr/>
      </p:nvGrpSpPr>
      <p:grpSpPr>
        <a:xfrm>
          <a:off x="0" y="0"/>
          <a:ext cx="0" cy="0"/>
          <a:chOff x="0" y="0"/>
          <a:chExt cx="0" cy="0"/>
        </a:xfrm>
      </p:grpSpPr>
      <p:sp>
        <p:nvSpPr>
          <p:cNvPr id="2" name="Rectangle 1"/>
          <p:cNvSpPr/>
          <p:nvPr userDrawn="1"/>
        </p:nvSpPr>
        <p:spPr>
          <a:xfrm>
            <a:off x="5231904" y="2276872"/>
            <a:ext cx="5711957" cy="393643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black">
                  <a:lumMod val="75000"/>
                  <a:lumOff val="25000"/>
                </a:prstClr>
              </a:solidFill>
            </a:endParaRPr>
          </a:p>
        </p:txBody>
      </p:sp>
      <p:sp>
        <p:nvSpPr>
          <p:cNvPr id="7" name="Picture Placeholder 2"/>
          <p:cNvSpPr>
            <a:spLocks noGrp="1"/>
          </p:cNvSpPr>
          <p:nvPr>
            <p:ph type="pic" idx="1" hasCustomPrompt="1"/>
          </p:nvPr>
        </p:nvSpPr>
        <p:spPr>
          <a:xfrm>
            <a:off x="1103445" y="1412776"/>
            <a:ext cx="4560000" cy="3696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56200522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Images and Contents Layout">
    <p:spTree>
      <p:nvGrpSpPr>
        <p:cNvPr id="1" name=""/>
        <p:cNvGrpSpPr/>
        <p:nvPr/>
      </p:nvGrpSpPr>
      <p:grpSpPr>
        <a:xfrm>
          <a:off x="0" y="0"/>
          <a:ext cx="0" cy="0"/>
          <a:chOff x="0" y="0"/>
          <a:chExt cx="0" cy="0"/>
        </a:xfrm>
      </p:grpSpPr>
      <p:sp>
        <p:nvSpPr>
          <p:cNvPr id="7" name="Picture Placeholder 2"/>
          <p:cNvSpPr>
            <a:spLocks noGrp="1"/>
          </p:cNvSpPr>
          <p:nvPr>
            <p:ph type="pic" idx="1" hasCustomPrompt="1"/>
          </p:nvPr>
        </p:nvSpPr>
        <p:spPr>
          <a:xfrm>
            <a:off x="0" y="990600"/>
            <a:ext cx="3887755" cy="58674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Picture Placeholder 2"/>
          <p:cNvSpPr>
            <a:spLocks noGrp="1"/>
          </p:cNvSpPr>
          <p:nvPr>
            <p:ph type="pic" idx="11" hasCustomPrompt="1"/>
          </p:nvPr>
        </p:nvSpPr>
        <p:spPr>
          <a:xfrm>
            <a:off x="4079776" y="0"/>
            <a:ext cx="8112224" cy="362102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15957474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_Images and Contents Layout">
    <p:spTree>
      <p:nvGrpSpPr>
        <p:cNvPr id="1" name=""/>
        <p:cNvGrpSpPr/>
        <p:nvPr/>
      </p:nvGrpSpPr>
      <p:grpSpPr>
        <a:xfrm>
          <a:off x="0" y="0"/>
          <a:ext cx="0" cy="0"/>
          <a:chOff x="0" y="0"/>
          <a:chExt cx="0" cy="0"/>
        </a:xfrm>
      </p:grpSpPr>
      <p:sp>
        <p:nvSpPr>
          <p:cNvPr id="9" name="Picture Placeholder 2"/>
          <p:cNvSpPr>
            <a:spLocks noGrp="1"/>
          </p:cNvSpPr>
          <p:nvPr>
            <p:ph type="pic" idx="1" hasCustomPrompt="1"/>
          </p:nvPr>
        </p:nvSpPr>
        <p:spPr>
          <a:xfrm>
            <a:off x="0" y="1013496"/>
            <a:ext cx="3887755" cy="356763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2" name="Picture Placeholder 2"/>
          <p:cNvSpPr>
            <a:spLocks noGrp="1"/>
          </p:cNvSpPr>
          <p:nvPr>
            <p:ph type="pic" idx="10" hasCustomPrompt="1"/>
          </p:nvPr>
        </p:nvSpPr>
        <p:spPr>
          <a:xfrm>
            <a:off x="8304245" y="0"/>
            <a:ext cx="3887755" cy="45811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3" name="Picture Placeholder 2"/>
          <p:cNvSpPr>
            <a:spLocks noGrp="1"/>
          </p:cNvSpPr>
          <p:nvPr>
            <p:ph type="pic" idx="11" hasCustomPrompt="1"/>
          </p:nvPr>
        </p:nvSpPr>
        <p:spPr>
          <a:xfrm>
            <a:off x="0" y="4773149"/>
            <a:ext cx="6096000" cy="208485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394759519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595027" y="4101331"/>
            <a:ext cx="2400000" cy="2304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2" name="Rectangle 11"/>
          <p:cNvSpPr/>
          <p:nvPr userDrawn="1"/>
        </p:nvSpPr>
        <p:spPr>
          <a:xfrm>
            <a:off x="9196973" y="1700808"/>
            <a:ext cx="2400000" cy="2304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3" name="Picture Placeholder 2"/>
          <p:cNvSpPr>
            <a:spLocks noGrp="1"/>
          </p:cNvSpPr>
          <p:nvPr>
            <p:ph type="pic" idx="12" hasCustomPrompt="1"/>
          </p:nvPr>
        </p:nvSpPr>
        <p:spPr>
          <a:xfrm>
            <a:off x="595027" y="1700808"/>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3" hasCustomPrompt="1"/>
          </p:nvPr>
        </p:nvSpPr>
        <p:spPr>
          <a:xfrm>
            <a:off x="9196973" y="4101331"/>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4" hasCustomPrompt="1"/>
          </p:nvPr>
        </p:nvSpPr>
        <p:spPr>
          <a:xfrm>
            <a:off x="3119669" y="4101331"/>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Picture Placeholder 2"/>
          <p:cNvSpPr>
            <a:spLocks noGrp="1"/>
          </p:cNvSpPr>
          <p:nvPr>
            <p:ph type="pic" idx="15" hasCustomPrompt="1"/>
          </p:nvPr>
        </p:nvSpPr>
        <p:spPr>
          <a:xfrm>
            <a:off x="3119669" y="1700808"/>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427835944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5_Images and Contents Layout">
    <p:spTree>
      <p:nvGrpSpPr>
        <p:cNvPr id="1" name=""/>
        <p:cNvGrpSpPr/>
        <p:nvPr/>
      </p:nvGrpSpPr>
      <p:grpSpPr>
        <a:xfrm>
          <a:off x="0" y="0"/>
          <a:ext cx="0" cy="0"/>
          <a:chOff x="0" y="0"/>
          <a:chExt cx="0" cy="0"/>
        </a:xfrm>
      </p:grpSpPr>
      <p:sp>
        <p:nvSpPr>
          <p:cNvPr id="16" name="Picture Placeholder 2"/>
          <p:cNvSpPr>
            <a:spLocks noGrp="1"/>
          </p:cNvSpPr>
          <p:nvPr>
            <p:ph type="pic" idx="12" hasCustomPrompt="1"/>
          </p:nvPr>
        </p:nvSpPr>
        <p:spPr>
          <a:xfrm>
            <a:off x="709650" y="480055"/>
            <a:ext cx="4224469" cy="419708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7" name="Picture Placeholder 2"/>
          <p:cNvSpPr>
            <a:spLocks noGrp="1"/>
          </p:cNvSpPr>
          <p:nvPr>
            <p:ph type="pic" idx="13" hasCustomPrompt="1"/>
          </p:nvPr>
        </p:nvSpPr>
        <p:spPr>
          <a:xfrm>
            <a:off x="5126140" y="480056"/>
            <a:ext cx="6336704" cy="229610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4" hasCustomPrompt="1"/>
          </p:nvPr>
        </p:nvSpPr>
        <p:spPr>
          <a:xfrm>
            <a:off x="5126140"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6" hasCustomPrompt="1"/>
          </p:nvPr>
        </p:nvSpPr>
        <p:spPr>
          <a:xfrm>
            <a:off x="7310492"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7" hasCustomPrompt="1"/>
          </p:nvPr>
        </p:nvSpPr>
        <p:spPr>
          <a:xfrm>
            <a:off x="9494844"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0230215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7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그림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46767" y="2276873"/>
            <a:ext cx="7238124" cy="3966041"/>
          </a:xfrm>
          <a:prstGeom prst="rect">
            <a:avLst/>
          </a:prstGeom>
        </p:spPr>
      </p:pic>
      <p:sp>
        <p:nvSpPr>
          <p:cNvPr id="7" name="Picture Placeholder 2"/>
          <p:cNvSpPr>
            <a:spLocks noGrp="1"/>
          </p:cNvSpPr>
          <p:nvPr>
            <p:ph type="pic" idx="1" hasCustomPrompt="1"/>
          </p:nvPr>
        </p:nvSpPr>
        <p:spPr>
          <a:xfrm>
            <a:off x="5705875" y="2485912"/>
            <a:ext cx="4832891" cy="312423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Rectangle 7"/>
          <p:cNvSpPr/>
          <p:nvPr userDrawn="1"/>
        </p:nvSpPr>
        <p:spPr>
          <a:xfrm>
            <a:off x="4037371" y="1"/>
            <a:ext cx="4128459" cy="60959"/>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9" name="Rectangle 8"/>
          <p:cNvSpPr/>
          <p:nvPr userDrawn="1"/>
        </p:nvSpPr>
        <p:spPr>
          <a:xfrm>
            <a:off x="0" y="6753308"/>
            <a:ext cx="12192000" cy="110875"/>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21804153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8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Picture 4"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76400"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406826"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37251"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sp>
        <p:nvSpPr>
          <p:cNvPr id="13" name="Picture Placeholder 2"/>
          <p:cNvSpPr>
            <a:spLocks noGrp="1"/>
          </p:cNvSpPr>
          <p:nvPr>
            <p:ph type="pic" idx="1" hasCustomPrompt="1"/>
          </p:nvPr>
        </p:nvSpPr>
        <p:spPr>
          <a:xfrm>
            <a:off x="90990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2" hasCustomPrompt="1"/>
          </p:nvPr>
        </p:nvSpPr>
        <p:spPr>
          <a:xfrm>
            <a:off x="453956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3" hasCustomPrompt="1"/>
          </p:nvPr>
        </p:nvSpPr>
        <p:spPr>
          <a:xfrm>
            <a:off x="816922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Rectangle 15"/>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Rectangle 16"/>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407940683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9_Images and Contents Layout">
    <p:spTree>
      <p:nvGrpSpPr>
        <p:cNvPr id="1" name=""/>
        <p:cNvGrpSpPr/>
        <p:nvPr/>
      </p:nvGrpSpPr>
      <p:grpSpPr>
        <a:xfrm>
          <a:off x="0" y="0"/>
          <a:ext cx="0" cy="0"/>
          <a:chOff x="0" y="0"/>
          <a:chExt cx="0" cy="0"/>
        </a:xfrm>
      </p:grpSpPr>
      <p:sp>
        <p:nvSpPr>
          <p:cNvPr id="6" name="Picture Placeholder 2"/>
          <p:cNvSpPr>
            <a:spLocks noGrp="1"/>
          </p:cNvSpPr>
          <p:nvPr>
            <p:ph type="pic" idx="1" hasCustomPrompt="1"/>
          </p:nvPr>
        </p:nvSpPr>
        <p:spPr>
          <a:xfrm>
            <a:off x="0" y="0"/>
            <a:ext cx="12192000" cy="4101075"/>
          </a:xfrm>
          <a:prstGeom prst="rect">
            <a:avLst/>
          </a:prstGeom>
          <a:solidFill>
            <a:schemeClr val="bg1">
              <a:lumMod val="8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01465714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icon se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ICON SETS LAYOUT</a:t>
            </a:r>
          </a:p>
        </p:txBody>
      </p:sp>
      <p:grpSp>
        <p:nvGrpSpPr>
          <p:cNvPr id="5" name="Group 4"/>
          <p:cNvGrpSpPr/>
          <p:nvPr userDrawn="1"/>
        </p:nvGrpSpPr>
        <p:grpSpPr>
          <a:xfrm>
            <a:off x="472011" y="1508786"/>
            <a:ext cx="3799787" cy="4865561"/>
            <a:chOff x="354008" y="1131589"/>
            <a:chExt cx="2849840" cy="3649171"/>
          </a:xfrm>
        </p:grpSpPr>
        <p:sp>
          <p:nvSpPr>
            <p:cNvPr id="6" name="Rounded Rectangle 5"/>
            <p:cNvSpPr/>
            <p:nvPr/>
          </p:nvSpPr>
          <p:spPr>
            <a:xfrm>
              <a:off x="354008" y="1131589"/>
              <a:ext cx="2849840" cy="364917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dirty="0">
                <a:solidFill>
                  <a:prstClr val="white"/>
                </a:solidFill>
              </a:endParaRPr>
            </a:p>
          </p:txBody>
        </p:sp>
        <p:sp>
          <p:nvSpPr>
            <p:cNvPr id="9" name="Rounded Rectangle 8"/>
            <p:cNvSpPr/>
            <p:nvPr/>
          </p:nvSpPr>
          <p:spPr>
            <a:xfrm>
              <a:off x="531932" y="1347500"/>
              <a:ext cx="108520" cy="3240473"/>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white"/>
                </a:solidFill>
              </a:endParaRPr>
            </a:p>
          </p:txBody>
        </p:sp>
        <p:sp>
          <p:nvSpPr>
            <p:cNvPr id="12" name="Half Frame 11"/>
            <p:cNvSpPr/>
            <p:nvPr/>
          </p:nvSpPr>
          <p:spPr>
            <a:xfrm rot="5400000">
              <a:off x="2592642" y="1238201"/>
              <a:ext cx="502331" cy="50233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black"/>
                </a:solidFill>
              </a:endParaRPr>
            </a:p>
          </p:txBody>
        </p:sp>
      </p:grpSp>
    </p:spTree>
    <p:extLst>
      <p:ext uri="{BB962C8B-B14F-4D97-AF65-F5344CB8AC3E}">
        <p14:creationId xmlns:p14="http://schemas.microsoft.com/office/powerpoint/2010/main" val="26219781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theme" Target="../theme/theme2.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lum/>
          </a:blip>
          <a:srcRect/>
          <a:stretch>
            <a:fillRect l="1000" t="-1000" r="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CDBBEF-AA6C-4BA6-85B2-A17D7F280E38}" type="slidenum">
              <a:rPr lang="en-US" smtClean="0"/>
              <a:pPr/>
              <a:t>‹#›</a:t>
            </a:fld>
            <a:endParaRPr lang="en-US"/>
          </a:p>
        </p:txBody>
      </p:sp>
    </p:spTree>
    <p:extLst>
      <p:ext uri="{BB962C8B-B14F-4D97-AF65-F5344CB8AC3E}">
        <p14:creationId xmlns:p14="http://schemas.microsoft.com/office/powerpoint/2010/main" val="3333391393"/>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60" r:id="rId12"/>
    <p:sldLayoutId id="2147483716"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8544627"/>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Lst>
  <p:txStyles>
    <p:titleStyle>
      <a:lvl1pPr algn="ctr" defTabSz="1219170" rtl="0" eaLnBrk="1" latinLnBrk="1"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1"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1"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1"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ko-KR"/>
      </a:defPPr>
      <a:lvl1pPr marL="0" algn="l" defTabSz="1219170" rtl="0" eaLnBrk="1" latinLnBrk="1" hangingPunct="1">
        <a:defRPr sz="2400" kern="1200">
          <a:solidFill>
            <a:schemeClr val="tx1"/>
          </a:solidFill>
          <a:latin typeface="+mn-lt"/>
          <a:ea typeface="+mn-ea"/>
          <a:cs typeface="+mn-cs"/>
        </a:defRPr>
      </a:lvl1pPr>
      <a:lvl2pPr marL="609585" algn="l" defTabSz="1219170" rtl="0" eaLnBrk="1" latinLnBrk="1" hangingPunct="1">
        <a:defRPr sz="2400" kern="1200">
          <a:solidFill>
            <a:schemeClr val="tx1"/>
          </a:solidFill>
          <a:latin typeface="+mn-lt"/>
          <a:ea typeface="+mn-ea"/>
          <a:cs typeface="+mn-cs"/>
        </a:defRPr>
      </a:lvl2pPr>
      <a:lvl3pPr marL="1219170" algn="l" defTabSz="1219170" rtl="0" eaLnBrk="1" latinLnBrk="1" hangingPunct="1">
        <a:defRPr sz="2400" kern="1200">
          <a:solidFill>
            <a:schemeClr val="tx1"/>
          </a:solidFill>
          <a:latin typeface="+mn-lt"/>
          <a:ea typeface="+mn-ea"/>
          <a:cs typeface="+mn-cs"/>
        </a:defRPr>
      </a:lvl3pPr>
      <a:lvl4pPr marL="1828754" algn="l" defTabSz="1219170" rtl="0" eaLnBrk="1" latinLnBrk="1" hangingPunct="1">
        <a:defRPr sz="2400" kern="1200">
          <a:solidFill>
            <a:schemeClr val="tx1"/>
          </a:solidFill>
          <a:latin typeface="+mn-lt"/>
          <a:ea typeface="+mn-ea"/>
          <a:cs typeface="+mn-cs"/>
        </a:defRPr>
      </a:lvl4pPr>
      <a:lvl5pPr marL="2438339" algn="l" defTabSz="1219170" rtl="0" eaLnBrk="1" latinLnBrk="1" hangingPunct="1">
        <a:defRPr sz="2400" kern="1200">
          <a:solidFill>
            <a:schemeClr val="tx1"/>
          </a:solidFill>
          <a:latin typeface="+mn-lt"/>
          <a:ea typeface="+mn-ea"/>
          <a:cs typeface="+mn-cs"/>
        </a:defRPr>
      </a:lvl5pPr>
      <a:lvl6pPr marL="3047924" algn="l" defTabSz="1219170" rtl="0" eaLnBrk="1" latinLnBrk="1" hangingPunct="1">
        <a:defRPr sz="2400" kern="1200">
          <a:solidFill>
            <a:schemeClr val="tx1"/>
          </a:solidFill>
          <a:latin typeface="+mn-lt"/>
          <a:ea typeface="+mn-ea"/>
          <a:cs typeface="+mn-cs"/>
        </a:defRPr>
      </a:lvl6pPr>
      <a:lvl7pPr marL="3657509" algn="l" defTabSz="1219170" rtl="0" eaLnBrk="1" latinLnBrk="1" hangingPunct="1">
        <a:defRPr sz="2400" kern="1200">
          <a:solidFill>
            <a:schemeClr val="tx1"/>
          </a:solidFill>
          <a:latin typeface="+mn-lt"/>
          <a:ea typeface="+mn-ea"/>
          <a:cs typeface="+mn-cs"/>
        </a:defRPr>
      </a:lvl7pPr>
      <a:lvl8pPr marL="4267093" algn="l" defTabSz="1219170" rtl="0" eaLnBrk="1" latinLnBrk="1" hangingPunct="1">
        <a:defRPr sz="2400" kern="1200">
          <a:solidFill>
            <a:schemeClr val="tx1"/>
          </a:solidFill>
          <a:latin typeface="+mn-lt"/>
          <a:ea typeface="+mn-ea"/>
          <a:cs typeface="+mn-cs"/>
        </a:defRPr>
      </a:lvl8pPr>
      <a:lvl9pPr marL="4876678" algn="l" defTabSz="1219170" rtl="0" eaLnBrk="1" latinLnBrk="1"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oleObject" Target="../embeddings/oleObject1.bin"/><Relationship Id="rId1" Type="http://schemas.openxmlformats.org/officeDocument/2006/relationships/slideLayout" Target="../slideLayouts/slideLayout2.xml"/><Relationship Id="rId5" Type="http://schemas.microsoft.com/office/2007/relationships/hdphoto" Target="../media/hdphoto1.wdp"/><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hyperlink" Target="https://images.app.goo.gl/5obqqxo93P2UBmdU6" TargetMode="Externa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10.png"/><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7.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7.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1.xml.rels><?xml version="1.0" encoding="UTF-8" standalone="yes"?>
<Relationships xmlns="http://schemas.openxmlformats.org/package/2006/relationships"><Relationship Id="rId2" Type="http://schemas.openxmlformats.org/officeDocument/2006/relationships/image" Target="../media/image13.tmp"/><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7.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7.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4.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15.tmp"/><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hyperlink" Target="https://www.utoledo.edu/engineering/bioengineering/undergrad/prospective/whatisbioe.html#:~:text=Bioengineering%20is%20the%20application%20of,health%20care%20and%20other%20fields" TargetMode="External"/><Relationship Id="rId2" Type="http://schemas.openxmlformats.org/officeDocument/2006/relationships/hyperlink" Target="https://nptel.ac.in/courses/121/106/121106008/" TargetMode="External"/><Relationship Id="rId1" Type="http://schemas.openxmlformats.org/officeDocument/2006/relationships/slideLayout" Target="../slideLayouts/slideLayout2.xml"/><Relationship Id="rId6" Type="http://schemas.openxmlformats.org/officeDocument/2006/relationships/image" Target="../media/image9.jpg"/><Relationship Id="rId5" Type="http://schemas.openxmlformats.org/officeDocument/2006/relationships/hyperlink" Target="https://youtu.be/FBUpnG1G4yQ" TargetMode="External"/><Relationship Id="rId4" Type="http://schemas.openxmlformats.org/officeDocument/2006/relationships/hyperlink" Target="https://i.pinimg.com/originals/68/c9/30/68c930e95113ceb2e3dfc9de2f164680.png"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p:cNvSpPr/>
          <p:nvPr/>
        </p:nvSpPr>
        <p:spPr>
          <a:xfrm>
            <a:off x="-4421" y="5427341"/>
            <a:ext cx="12196420" cy="1518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302197" y="5901985"/>
            <a:ext cx="45719" cy="613881"/>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Slide Number Placeholder 2"/>
          <p:cNvSpPr txBox="1">
            <a:spLocks/>
          </p:cNvSpPr>
          <p:nvPr/>
        </p:nvSpPr>
        <p:spPr>
          <a:xfrm>
            <a:off x="8763000" y="65087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46" name="Right Triangle 45">
            <a:extLst>
              <a:ext uri="{FF2B5EF4-FFF2-40B4-BE49-F238E27FC236}">
                <a16:creationId xmlns:a16="http://schemas.microsoft.com/office/drawing/2014/main" id="{0983CA01-DED8-4A8A-82CA-5B1BE1DADB0C}"/>
              </a:ext>
            </a:extLst>
          </p:cNvPr>
          <p:cNvSpPr/>
          <p:nvPr/>
        </p:nvSpPr>
        <p:spPr>
          <a:xfrm flipV="1">
            <a:off x="9506857" y="5939880"/>
            <a:ext cx="1291772" cy="1157606"/>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a:ln>
                <a:noFill/>
              </a:ln>
              <a:solidFill>
                <a:srgbClr val="FFFFFF"/>
              </a:solidFill>
              <a:effectLst/>
              <a:uLnTx/>
              <a:uFillTx/>
              <a:latin typeface="Calibri" panose="020F0502020204030204"/>
            </a:endParaRPr>
          </a:p>
        </p:txBody>
      </p:sp>
      <p:graphicFrame>
        <p:nvGraphicFramePr>
          <p:cNvPr id="48" name="Object 47">
            <a:extLst>
              <a:ext uri="{FF2B5EF4-FFF2-40B4-BE49-F238E27FC236}">
                <a16:creationId xmlns:a16="http://schemas.microsoft.com/office/drawing/2014/main" id="{CAD0D7B8-E462-453C-B296-CA0154FA54AE}"/>
              </a:ext>
            </a:extLst>
          </p:cNvPr>
          <p:cNvGraphicFramePr>
            <a:graphicFrameLocks noChangeAspect="1"/>
          </p:cNvGraphicFramePr>
          <p:nvPr>
            <p:extLst>
              <p:ext uri="{D42A27DB-BD31-4B8C-83A1-F6EECF244321}">
                <p14:modId xmlns:p14="http://schemas.microsoft.com/office/powerpoint/2010/main" val="689304721"/>
              </p:ext>
            </p:extLst>
          </p:nvPr>
        </p:nvGraphicFramePr>
        <p:xfrm>
          <a:off x="76788" y="3121720"/>
          <a:ext cx="3303056" cy="3148059"/>
        </p:xfrm>
        <a:graphic>
          <a:graphicData uri="http://schemas.openxmlformats.org/presentationml/2006/ole">
            <mc:AlternateContent xmlns:mc="http://schemas.openxmlformats.org/markup-compatibility/2006">
              <mc:Choice xmlns:v="urn:schemas-microsoft-com:vml" Requires="v">
                <p:oleObj name="CorelDRAW" r:id="rId2" imgW="2169000" imgH="2169360" progId="">
                  <p:embed/>
                </p:oleObj>
              </mc:Choice>
              <mc:Fallback>
                <p:oleObj name="CorelDRAW" r:id="rId2" imgW="2169000" imgH="2169360" progId="">
                  <p:embed/>
                  <p:pic>
                    <p:nvPicPr>
                      <p:cNvPr id="48" name="Object 47">
                        <a:extLst>
                          <a:ext uri="{FF2B5EF4-FFF2-40B4-BE49-F238E27FC236}">
                            <a16:creationId xmlns:a16="http://schemas.microsoft.com/office/drawing/2014/main" id="{CAD0D7B8-E462-453C-B296-CA0154FA54AE}"/>
                          </a:ext>
                        </a:extLst>
                      </p:cNvPr>
                      <p:cNvPicPr>
                        <a:picLocks noChangeAspect="1" noChangeArrowheads="1"/>
                      </p:cNvPicPr>
                      <p:nvPr/>
                    </p:nvPicPr>
                    <p:blipFill>
                      <a:blip r:embed="rId3">
                        <a:lum bright="76000"/>
                        <a:extLst>
                          <a:ext uri="{28A0092B-C50C-407E-A947-70E740481C1C}">
                            <a14:useLocalDpi xmlns:a14="http://schemas.microsoft.com/office/drawing/2010/main" val="0"/>
                          </a:ext>
                        </a:extLst>
                      </a:blip>
                      <a:srcRect/>
                      <a:stretch>
                        <a:fillRect/>
                      </a:stretch>
                    </p:blipFill>
                    <p:spPr bwMode="auto">
                      <a:xfrm>
                        <a:off x="76788" y="3121720"/>
                        <a:ext cx="3303056" cy="314805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7" name="Right Triangle 36">
            <a:extLst>
              <a:ext uri="{FF2B5EF4-FFF2-40B4-BE49-F238E27FC236}">
                <a16:creationId xmlns:a16="http://schemas.microsoft.com/office/drawing/2014/main" id="{0983CA01-DED8-4A8A-82CA-5B1BE1DADB0C}"/>
              </a:ext>
            </a:extLst>
          </p:cNvPr>
          <p:cNvSpPr/>
          <p:nvPr/>
        </p:nvSpPr>
        <p:spPr>
          <a:xfrm flipH="1">
            <a:off x="7045437" y="-64960"/>
            <a:ext cx="5146562" cy="5852440"/>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a:ln>
                <a:noFill/>
              </a:ln>
              <a:solidFill>
                <a:srgbClr val="FFFFFF"/>
              </a:solidFill>
              <a:effectLst/>
              <a:uLnTx/>
              <a:uFillTx/>
              <a:latin typeface="Calibri" panose="020F0502020204030204"/>
            </a:endParaRPr>
          </a:p>
        </p:txBody>
      </p:sp>
      <p:sp>
        <p:nvSpPr>
          <p:cNvPr id="45" name="Rectangle 44"/>
          <p:cNvSpPr/>
          <p:nvPr/>
        </p:nvSpPr>
        <p:spPr>
          <a:xfrm>
            <a:off x="2124074" y="2025525"/>
            <a:ext cx="6829425" cy="1580679"/>
          </a:xfrm>
          <a:prstGeom prst="rect">
            <a:avLst/>
          </a:prstGeom>
          <a:gradFill flip="none" rotWithShape="1">
            <a:gsLst>
              <a:gs pos="15000">
                <a:srgbClr val="FFFFFF">
                  <a:alpha val="34000"/>
                </a:srgbClr>
              </a:gs>
              <a:gs pos="94000">
                <a:srgbClr val="FFFFFF">
                  <a:alpha val="34000"/>
                </a:srgbClr>
              </a:gs>
              <a:gs pos="2655">
                <a:schemeClr val="bg1">
                  <a:alpha val="0"/>
                </a:schemeClr>
              </a:gs>
              <a:gs pos="51000">
                <a:schemeClr val="bg1"/>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 name="Picture 29" descr="This is a logo of chandigarh University" title="chandigarh university"/>
          <p:cNvPicPr>
            <a:picLocks noChangeAspect="1"/>
          </p:cNvPicPr>
          <p:nvPr/>
        </p:nvPicPr>
        <p:blipFill>
          <a:blip r:embed="rId4">
            <a:extLst>
              <a:ext uri="{BEBA8EAE-BF5A-486C-A8C5-ECC9F3942E4B}">
                <a14:imgProps xmlns:a14="http://schemas.microsoft.com/office/drawing/2010/main">
                  <a14:imgLayer r:embed="rId5">
                    <a14:imgEffect>
                      <a14:colorTemperature colorTemp="5742"/>
                    </a14:imgEffect>
                    <a14:imgEffect>
                      <a14:saturation sat="238000"/>
                    </a14:imgEffect>
                  </a14:imgLayer>
                </a14:imgProps>
              </a:ext>
              <a:ext uri="{28A0092B-C50C-407E-A947-70E740481C1C}">
                <a14:useLocalDpi xmlns:a14="http://schemas.microsoft.com/office/drawing/2010/main" val="0"/>
              </a:ext>
            </a:extLst>
          </a:blip>
          <a:stretch>
            <a:fillRect/>
          </a:stretch>
        </p:blipFill>
        <p:spPr>
          <a:xfrm>
            <a:off x="12104" y="24501"/>
            <a:ext cx="3859753" cy="1538254"/>
          </a:xfrm>
          <a:prstGeom prst="rect">
            <a:avLst/>
          </a:prstGeom>
        </p:spPr>
      </p:pic>
      <p:sp>
        <p:nvSpPr>
          <p:cNvPr id="43" name="Right Triangle 42"/>
          <p:cNvSpPr/>
          <p:nvPr/>
        </p:nvSpPr>
        <p:spPr>
          <a:xfrm rot="10800000" flipV="1">
            <a:off x="9829797" y="5333999"/>
            <a:ext cx="2366623" cy="1600201"/>
          </a:xfrm>
          <a:prstGeom prst="r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p:cNvSpPr txBox="1">
            <a:spLocks noChangeArrowheads="1"/>
          </p:cNvSpPr>
          <p:nvPr/>
        </p:nvSpPr>
        <p:spPr bwMode="auto">
          <a:xfrm>
            <a:off x="6881359" y="6019560"/>
            <a:ext cx="492860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r>
              <a:rPr lang="en-US" sz="2000" b="1" dirty="0">
                <a:solidFill>
                  <a:prstClr val="black">
                    <a:lumMod val="65000"/>
                    <a:lumOff val="35000"/>
                  </a:prstClr>
                </a:solidFill>
                <a:latin typeface="Casper" panose="02000506000000020004" pitchFamily="2" charset="0"/>
                <a:ea typeface="Karla" pitchFamily="2" charset="0"/>
                <a:cs typeface="Karla" pitchFamily="2" charset="0"/>
              </a:rPr>
              <a:t>DISCOVER . </a:t>
            </a:r>
            <a:r>
              <a:rPr lang="en-US" sz="2000" b="1" dirty="0">
                <a:solidFill>
                  <a:srgbClr val="C00000"/>
                </a:solidFill>
                <a:latin typeface="Casper" panose="02000506000000020004" pitchFamily="2" charset="0"/>
                <a:ea typeface="Karla" pitchFamily="2" charset="0"/>
                <a:cs typeface="Karla" pitchFamily="2" charset="0"/>
              </a:rPr>
              <a:t>LEARN</a:t>
            </a:r>
            <a:r>
              <a:rPr lang="en-US" sz="2000" b="1" dirty="0">
                <a:solidFill>
                  <a:prstClr val="black">
                    <a:lumMod val="65000"/>
                    <a:lumOff val="35000"/>
                  </a:prstClr>
                </a:solidFill>
                <a:latin typeface="Casper" panose="02000506000000020004" pitchFamily="2" charset="0"/>
                <a:ea typeface="Karla" pitchFamily="2" charset="0"/>
                <a:cs typeface="Karla" pitchFamily="2" charset="0"/>
              </a:rPr>
              <a:t> . EMPOWER</a:t>
            </a:r>
            <a:endParaRPr lang="en-US" sz="1200" b="1" dirty="0">
              <a:solidFill>
                <a:prstClr val="black"/>
              </a:solidFill>
              <a:latin typeface="Casper" panose="02000506000000020004" pitchFamily="2" charset="0"/>
            </a:endParaRPr>
          </a:p>
          <a:p>
            <a:pPr eaLnBrk="1" hangingPunct="1"/>
            <a:endParaRPr lang="en-US" sz="1600" b="1" dirty="0">
              <a:latin typeface="Casper" panose="02000506000000020004" pitchFamily="2" charset="0"/>
            </a:endParaRPr>
          </a:p>
        </p:txBody>
      </p:sp>
      <p:sp>
        <p:nvSpPr>
          <p:cNvPr id="52" name="Rectangle 51"/>
          <p:cNvSpPr/>
          <p:nvPr/>
        </p:nvSpPr>
        <p:spPr>
          <a:xfrm>
            <a:off x="6885780" y="6043646"/>
            <a:ext cx="45719" cy="37062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p:cNvSpPr txBox="1">
            <a:spLocks noChangeArrowheads="1"/>
          </p:cNvSpPr>
          <p:nvPr/>
        </p:nvSpPr>
        <p:spPr bwMode="auto">
          <a:xfrm>
            <a:off x="1203596" y="1887724"/>
            <a:ext cx="9780386" cy="47736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lgn="ctr" defTabSz="622300">
              <a:lnSpc>
                <a:spcPct val="90000"/>
              </a:lnSpc>
              <a:spcBef>
                <a:spcPct val="0"/>
              </a:spcBef>
              <a:spcAft>
                <a:spcPct val="35000"/>
              </a:spcAft>
            </a:pPr>
            <a:r>
              <a:rPr lang="en-US" sz="2800" b="1" dirty="0">
                <a:latin typeface="Times New Roman" pitchFamily="18" charset="0"/>
                <a:ea typeface="Karla" pitchFamily="2" charset="0"/>
                <a:cs typeface="Times New Roman" pitchFamily="18" charset="0"/>
              </a:rPr>
              <a:t>UNIVERSITY INSTITUTE OF SCIENCES</a:t>
            </a:r>
          </a:p>
          <a:p>
            <a:pPr lvl="0" algn="ctr" defTabSz="622300">
              <a:lnSpc>
                <a:spcPct val="90000"/>
              </a:lnSpc>
              <a:spcBef>
                <a:spcPct val="0"/>
              </a:spcBef>
              <a:spcAft>
                <a:spcPct val="35000"/>
              </a:spcAft>
            </a:pPr>
            <a:r>
              <a:rPr lang="en-US" sz="2800" b="1" dirty="0">
                <a:latin typeface="Times New Roman" pitchFamily="18" charset="0"/>
                <a:ea typeface="Karla" pitchFamily="2" charset="0"/>
                <a:cs typeface="Times New Roman" pitchFamily="18" charset="0"/>
              </a:rPr>
              <a:t>Academic Unit V</a:t>
            </a: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Bachelor of Engineering </a:t>
            </a: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(Computer Science &amp; Engineering) </a:t>
            </a:r>
          </a:p>
          <a:p>
            <a:pPr lvl="0" algn="ctr" defTabSz="622300">
              <a:lnSpc>
                <a:spcPct val="90000"/>
              </a:lnSpc>
              <a:spcBef>
                <a:spcPct val="0"/>
              </a:spcBef>
              <a:spcAft>
                <a:spcPct val="35000"/>
              </a:spcAft>
            </a:pPr>
            <a:r>
              <a:rPr lang="en-US" altLang="en-US" sz="2800" dirty="0">
                <a:ln w="0"/>
                <a:effectLst>
                  <a:outerShdw blurRad="38100" dist="19050" dir="2700000" algn="tl" rotWithShape="0">
                    <a:schemeClr val="dk1">
                      <a:alpha val="40000"/>
                    </a:schemeClr>
                  </a:outerShdw>
                </a:effectLst>
                <a:latin typeface="+mn-lt"/>
                <a:ea typeface="Calibri" panose="020F0502020204030204" pitchFamily="34" charset="0"/>
                <a:cs typeface="Times New Roman" panose="02020603050405020304" pitchFamily="18" charset="0"/>
              </a:rPr>
              <a:t>Biology For Engineers </a:t>
            </a:r>
            <a:br>
              <a:rPr lang="en-US" altLang="en-US" sz="2800" dirty="0">
                <a:ln w="0"/>
                <a:effectLst>
                  <a:outerShdw blurRad="38100" dist="19050" dir="2700000" algn="tl" rotWithShape="0">
                    <a:schemeClr val="dk1">
                      <a:alpha val="40000"/>
                    </a:schemeClr>
                  </a:outerShdw>
                </a:effectLst>
                <a:latin typeface="+mn-lt"/>
                <a:ea typeface="Calibri" panose="020F0502020204030204" pitchFamily="34" charset="0"/>
                <a:cs typeface="Times New Roman" panose="02020603050405020304" pitchFamily="18" charset="0"/>
              </a:rPr>
            </a:br>
            <a:r>
              <a:rPr lang="en-US" altLang="en-US" sz="2800" dirty="0">
                <a:ln w="0"/>
                <a:effectLst>
                  <a:outerShdw blurRad="38100" dist="19050" dir="2700000" algn="tl" rotWithShape="0">
                    <a:schemeClr val="dk1">
                      <a:alpha val="40000"/>
                    </a:schemeClr>
                  </a:outerShdw>
                </a:effectLst>
                <a:latin typeface="+mn-lt"/>
                <a:ea typeface="Calibri" panose="020F0502020204030204" pitchFamily="34" charset="0"/>
                <a:cs typeface="Times New Roman" panose="02020603050405020304" pitchFamily="18" charset="0"/>
              </a:rPr>
              <a:t>23SZT148</a:t>
            </a:r>
            <a:endParaRPr lang="en-US" sz="2800" b="1" dirty="0">
              <a:solidFill>
                <a:prstClr val="black">
                  <a:lumMod val="85000"/>
                  <a:lumOff val="15000"/>
                </a:prstClr>
              </a:solidFill>
              <a:latin typeface="+mn-lt"/>
              <a:cs typeface="Times New Roman" panose="02020603050405020304" pitchFamily="18" charset="0"/>
            </a:endParaRPr>
          </a:p>
          <a:p>
            <a:pPr lvl="0" algn="ctr" defTabSz="622300">
              <a:lnSpc>
                <a:spcPct val="90000"/>
              </a:lnSpc>
              <a:spcBef>
                <a:spcPct val="0"/>
              </a:spcBef>
              <a:spcAft>
                <a:spcPct val="35000"/>
              </a:spcAft>
            </a:pPr>
            <a:endParaRPr lang="en-US" sz="3200" b="1" dirty="0">
              <a:solidFill>
                <a:prstClr val="black">
                  <a:lumMod val="85000"/>
                  <a:lumOff val="15000"/>
                </a:prstClr>
              </a:solidFill>
              <a:latin typeface="Times New Roman" panose="02020603050405020304" pitchFamily="18" charset="0"/>
              <a:cs typeface="Times New Roman" panose="02020603050405020304" pitchFamily="18" charset="0"/>
            </a:endParaRPr>
          </a:p>
          <a:p>
            <a:pPr lvl="0" algn="ctr" defTabSz="622300">
              <a:lnSpc>
                <a:spcPct val="90000"/>
              </a:lnSpc>
              <a:spcBef>
                <a:spcPct val="0"/>
              </a:spcBef>
              <a:spcAft>
                <a:spcPct val="35000"/>
              </a:spcAft>
            </a:pPr>
            <a:r>
              <a:rPr lang="en-US" sz="3200" b="1" dirty="0">
                <a:solidFill>
                  <a:prstClr val="black">
                    <a:lumMod val="85000"/>
                    <a:lumOff val="15000"/>
                  </a:prstClr>
                </a:solidFill>
                <a:latin typeface="Times New Roman" panose="02020603050405020304" pitchFamily="18" charset="0"/>
                <a:cs typeface="Times New Roman" panose="02020603050405020304" pitchFamily="18" charset="0"/>
              </a:rPr>
              <a:t> </a:t>
            </a:r>
          </a:p>
          <a:p>
            <a:r>
              <a:rPr lang="en-US" altLang="en-US" sz="2400" b="1" dirty="0">
                <a:solidFill>
                  <a:schemeClr val="accent6"/>
                </a:solidFill>
              </a:rPr>
              <a:t>Smart Medical Instrumentation Systems </a:t>
            </a:r>
            <a:endParaRPr lang="en-US" sz="2400" dirty="0">
              <a:latin typeface="Raleway ExtraBold" pitchFamily="34" charset="-52"/>
            </a:endParaRPr>
          </a:p>
        </p:txBody>
      </p:sp>
    </p:spTree>
    <p:extLst>
      <p:ext uri="{BB962C8B-B14F-4D97-AF65-F5344CB8AC3E}">
        <p14:creationId xmlns:p14="http://schemas.microsoft.com/office/powerpoint/2010/main" val="4565021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44A225-0C39-41B8-8156-52FA829B56EA}"/>
              </a:ext>
            </a:extLst>
          </p:cNvPr>
          <p:cNvSpPr>
            <a:spLocks noGrp="1"/>
          </p:cNvSpPr>
          <p:nvPr>
            <p:ph type="title"/>
          </p:nvPr>
        </p:nvSpPr>
        <p:spPr>
          <a:xfrm>
            <a:off x="1205327" y="921373"/>
            <a:ext cx="6056313" cy="715962"/>
          </a:xfrm>
        </p:spPr>
        <p:txBody>
          <a:bodyPr>
            <a:normAutofit/>
          </a:bodyPr>
          <a:lstStyle/>
          <a:p>
            <a:pPr algn="ctr" eaLnBrk="1" fontAlgn="auto" hangingPunct="1">
              <a:spcAft>
                <a:spcPts val="0"/>
              </a:spcAft>
              <a:defRPr/>
            </a:pPr>
            <a:r>
              <a:rPr lang="en-US" b="1" dirty="0">
                <a:solidFill>
                  <a:schemeClr val="tx1">
                    <a:lumMod val="75000"/>
                    <a:lumOff val="25000"/>
                  </a:schemeClr>
                </a:solidFill>
                <a:cs typeface="Times New Roman" panose="02020603050405020304" pitchFamily="18" charset="0"/>
              </a:rPr>
              <a:t>Course Outcome </a:t>
            </a:r>
            <a:endParaRPr lang="en-IN" dirty="0">
              <a:solidFill>
                <a:schemeClr val="tx1">
                  <a:lumMod val="75000"/>
                  <a:lumOff val="25000"/>
                </a:schemeClr>
              </a:solidFill>
            </a:endParaRPr>
          </a:p>
        </p:txBody>
      </p:sp>
      <p:sp>
        <p:nvSpPr>
          <p:cNvPr id="7" name="Rectangle 6">
            <a:extLst>
              <a:ext uri="{FF2B5EF4-FFF2-40B4-BE49-F238E27FC236}">
                <a16:creationId xmlns:a16="http://schemas.microsoft.com/office/drawing/2014/main" id="{A95C3D83-8F2E-42AB-9062-CA4D5D042D8B}"/>
              </a:ext>
            </a:extLst>
          </p:cNvPr>
          <p:cNvSpPr/>
          <p:nvPr/>
        </p:nvSpPr>
        <p:spPr>
          <a:xfrm>
            <a:off x="8169275" y="5022850"/>
            <a:ext cx="3300413" cy="6731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dirty="0">
                <a:solidFill>
                  <a:schemeClr val="tx1"/>
                </a:solidFill>
                <a:latin typeface="Times New Roman" panose="02020603050405020304" pitchFamily="18" charset="0"/>
                <a:cs typeface="Times New Roman" panose="02020603050405020304" pitchFamily="18" charset="0"/>
              </a:rPr>
              <a:t>Will be covered in this lecture</a:t>
            </a:r>
          </a:p>
        </p:txBody>
      </p:sp>
      <p:cxnSp>
        <p:nvCxnSpPr>
          <p:cNvPr id="8" name="Straight Arrow Connector 7">
            <a:extLst>
              <a:ext uri="{FF2B5EF4-FFF2-40B4-BE49-F238E27FC236}">
                <a16:creationId xmlns:a16="http://schemas.microsoft.com/office/drawing/2014/main" id="{65EE6DA7-3F8E-46CE-A5B7-337A4278EAE8}"/>
              </a:ext>
            </a:extLst>
          </p:cNvPr>
          <p:cNvCxnSpPr>
            <a:cxnSpLocks/>
          </p:cNvCxnSpPr>
          <p:nvPr/>
        </p:nvCxnSpPr>
        <p:spPr>
          <a:xfrm>
            <a:off x="6763959" y="4838700"/>
            <a:ext cx="995362" cy="6953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271" name="Rectangle 9">
            <a:extLst>
              <a:ext uri="{FF2B5EF4-FFF2-40B4-BE49-F238E27FC236}">
                <a16:creationId xmlns:a16="http://schemas.microsoft.com/office/drawing/2014/main" id="{7D66934D-516E-4810-AFFC-286DF459E0F8}"/>
              </a:ext>
            </a:extLst>
          </p:cNvPr>
          <p:cNvSpPr>
            <a:spLocks noChangeArrowheads="1"/>
          </p:cNvSpPr>
          <p:nvPr/>
        </p:nvSpPr>
        <p:spPr bwMode="auto">
          <a:xfrm>
            <a:off x="7440613" y="5808663"/>
            <a:ext cx="4757737"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r>
              <a:rPr lang="en-IN" altLang="en-US" sz="1200">
                <a:latin typeface="Times New Roman" panose="02020603050405020304" pitchFamily="18" charset="0"/>
                <a:cs typeface="Times New Roman" panose="02020603050405020304" pitchFamily="18" charset="0"/>
                <a:hlinkClick r:id="rId2"/>
              </a:rPr>
              <a:t>https://images.app.goo.gl/5obqqxo93P2UBmdU6</a:t>
            </a:r>
            <a:r>
              <a:rPr lang="en-IN" altLang="en-US" sz="1200">
                <a:latin typeface="Times New Roman" panose="02020603050405020304" pitchFamily="18" charset="0"/>
                <a:cs typeface="Times New Roman" panose="02020603050405020304" pitchFamily="18" charset="0"/>
              </a:rPr>
              <a:t> </a:t>
            </a:r>
          </a:p>
        </p:txBody>
      </p:sp>
      <p:pic>
        <p:nvPicPr>
          <p:cNvPr id="10272" name="Picture 3">
            <a:extLst>
              <a:ext uri="{FF2B5EF4-FFF2-40B4-BE49-F238E27FC236}">
                <a16:creationId xmlns:a16="http://schemas.microsoft.com/office/drawing/2014/main" id="{1185B659-D744-4388-BAE3-B680E0F01E2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45026"/>
          <a:stretch>
            <a:fillRect/>
          </a:stretch>
        </p:blipFill>
        <p:spPr bwMode="auto">
          <a:xfrm>
            <a:off x="7720013" y="1889125"/>
            <a:ext cx="4198937" cy="294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9" name="Table 8"/>
          <p:cNvGraphicFramePr>
            <a:graphicFrameLocks noGrp="1"/>
          </p:cNvGraphicFramePr>
          <p:nvPr>
            <p:extLst>
              <p:ext uri="{D42A27DB-BD31-4B8C-83A1-F6EECF244321}">
                <p14:modId xmlns:p14="http://schemas.microsoft.com/office/powerpoint/2010/main" val="1739321256"/>
              </p:ext>
            </p:extLst>
          </p:nvPr>
        </p:nvGraphicFramePr>
        <p:xfrm>
          <a:off x="1205327" y="1889125"/>
          <a:ext cx="5668963" cy="4440237"/>
        </p:xfrm>
        <a:graphic>
          <a:graphicData uri="http://schemas.openxmlformats.org/drawingml/2006/table">
            <a:tbl>
              <a:tblPr/>
              <a:tblGrid>
                <a:gridCol w="850900">
                  <a:extLst>
                    <a:ext uri="{9D8B030D-6E8A-4147-A177-3AD203B41FA5}">
                      <a16:colId xmlns:a16="http://schemas.microsoft.com/office/drawing/2014/main" val="20000"/>
                    </a:ext>
                  </a:extLst>
                </a:gridCol>
                <a:gridCol w="3670300">
                  <a:extLst>
                    <a:ext uri="{9D8B030D-6E8A-4147-A177-3AD203B41FA5}">
                      <a16:colId xmlns:a16="http://schemas.microsoft.com/office/drawing/2014/main" val="20001"/>
                    </a:ext>
                  </a:extLst>
                </a:gridCol>
                <a:gridCol w="1147763">
                  <a:extLst>
                    <a:ext uri="{9D8B030D-6E8A-4147-A177-3AD203B41FA5}">
                      <a16:colId xmlns:a16="http://schemas.microsoft.com/office/drawing/2014/main" val="20002"/>
                    </a:ext>
                  </a:extLst>
                </a:gridCol>
              </a:tblGrid>
              <a:tr h="593458">
                <a:tc>
                  <a:txBody>
                    <a:bodyPr/>
                    <a:lstStyle>
                      <a:lvl1pPr>
                        <a:spcBef>
                          <a:spcPts val="1000"/>
                        </a:spcBef>
                        <a:buClr>
                          <a:schemeClr val="accent1"/>
                        </a:buClr>
                        <a:buSzPct val="80000"/>
                        <a:buFont typeface="Wingdings 3" panose="05040102010807070707" pitchFamily="18" charset="2"/>
                        <a:defRPr sz="1600">
                          <a:solidFill>
                            <a:srgbClr val="404040"/>
                          </a:solidFill>
                          <a:latin typeface="Trebuchet MS" panose="020B0603020202020204" pitchFamily="34" charset="0"/>
                        </a:defRPr>
                      </a:lvl1pPr>
                      <a:lvl2pPr marL="742950" indent="-285750">
                        <a:spcBef>
                          <a:spcPts val="1000"/>
                        </a:spcBef>
                        <a:buClr>
                          <a:schemeClr val="accent1"/>
                        </a:buClr>
                        <a:buSzPct val="80000"/>
                        <a:buFont typeface="Wingdings 3" panose="05040102010807070707" pitchFamily="18" charset="2"/>
                        <a:defRPr sz="1400">
                          <a:solidFill>
                            <a:srgbClr val="404040"/>
                          </a:solidFill>
                          <a:latin typeface="Trebuchet MS" panose="020B0603020202020204" pitchFamily="34" charset="0"/>
                        </a:defRPr>
                      </a:lvl2pPr>
                      <a:lvl3pPr marL="1143000" indent="-228600">
                        <a:spcBef>
                          <a:spcPts val="1000"/>
                        </a:spcBef>
                        <a:buClr>
                          <a:schemeClr val="accent1"/>
                        </a:buClr>
                        <a:buSzPct val="80000"/>
                        <a:buFont typeface="Wingdings 3" panose="05040102010807070707" pitchFamily="18" charset="2"/>
                        <a:defRPr sz="1200">
                          <a:solidFill>
                            <a:srgbClr val="404040"/>
                          </a:solidFill>
                          <a:latin typeface="Trebuchet MS" panose="020B0603020202020204" pitchFamily="34" charset="0"/>
                        </a:defRPr>
                      </a:lvl3pPr>
                      <a:lvl4pPr marL="1600200" indent="-228600">
                        <a:spcBef>
                          <a:spcPts val="1000"/>
                        </a:spcBef>
                        <a:buClr>
                          <a:schemeClr val="accent1"/>
                        </a:buClr>
                        <a:buSzPct val="80000"/>
                        <a:buFont typeface="Wingdings 3" panose="05040102010807070707" pitchFamily="18" charset="2"/>
                        <a:defRPr sz="1000">
                          <a:solidFill>
                            <a:srgbClr val="404040"/>
                          </a:solidFill>
                          <a:latin typeface="Trebuchet MS" panose="020B0603020202020204" pitchFamily="34" charset="0"/>
                        </a:defRPr>
                      </a:lvl4pPr>
                      <a:lvl5pPr marL="2057400" indent="-228600">
                        <a:spcBef>
                          <a:spcPts val="1000"/>
                        </a:spcBef>
                        <a:buClr>
                          <a:schemeClr val="accent1"/>
                        </a:buClr>
                        <a:buSzPct val="80000"/>
                        <a:buFont typeface="Wingdings 3" panose="05040102010807070707" pitchFamily="18" charset="2"/>
                        <a:defRPr sz="1000">
                          <a:solidFill>
                            <a:srgbClr val="404040"/>
                          </a:solidFill>
                          <a:latin typeface="Trebuchet MS" panose="020B0603020202020204" pitchFamily="34" charset="0"/>
                        </a:defRPr>
                      </a:lvl5pPr>
                      <a:lvl6pPr marL="25146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6pPr>
                      <a:lvl7pPr marL="29718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7pPr>
                      <a:lvl8pPr marL="34290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8pPr>
                      <a:lvl9pPr marL="38862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9pPr>
                    </a:lstStyle>
                    <a:p>
                      <a:pPr marL="0" marR="0" lvl="0" indent="0" algn="l" defTabSz="457200" rtl="0" eaLnBrk="1" fontAlgn="base" latinLnBrk="0" hangingPunct="1">
                        <a:lnSpc>
                          <a:spcPct val="115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 Number</a:t>
                      </a:r>
                    </a:p>
                  </a:txBody>
                  <a:tcPr marL="68580" marR="6858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ts val="1000"/>
                        </a:spcBef>
                        <a:buClr>
                          <a:schemeClr val="accent1"/>
                        </a:buClr>
                        <a:buSzPct val="80000"/>
                        <a:buFont typeface="Wingdings 3" panose="05040102010807070707" pitchFamily="18" charset="2"/>
                        <a:defRPr sz="1600">
                          <a:solidFill>
                            <a:srgbClr val="404040"/>
                          </a:solidFill>
                          <a:latin typeface="Trebuchet MS" panose="020B0603020202020204" pitchFamily="34" charset="0"/>
                        </a:defRPr>
                      </a:lvl1pPr>
                      <a:lvl2pPr marL="742950" indent="-285750">
                        <a:spcBef>
                          <a:spcPts val="1000"/>
                        </a:spcBef>
                        <a:buClr>
                          <a:schemeClr val="accent1"/>
                        </a:buClr>
                        <a:buSzPct val="80000"/>
                        <a:buFont typeface="Wingdings 3" panose="05040102010807070707" pitchFamily="18" charset="2"/>
                        <a:defRPr sz="1400">
                          <a:solidFill>
                            <a:srgbClr val="404040"/>
                          </a:solidFill>
                          <a:latin typeface="Trebuchet MS" panose="020B0603020202020204" pitchFamily="34" charset="0"/>
                        </a:defRPr>
                      </a:lvl2pPr>
                      <a:lvl3pPr marL="1143000" indent="-228600">
                        <a:spcBef>
                          <a:spcPts val="1000"/>
                        </a:spcBef>
                        <a:buClr>
                          <a:schemeClr val="accent1"/>
                        </a:buClr>
                        <a:buSzPct val="80000"/>
                        <a:buFont typeface="Wingdings 3" panose="05040102010807070707" pitchFamily="18" charset="2"/>
                        <a:defRPr sz="1200">
                          <a:solidFill>
                            <a:srgbClr val="404040"/>
                          </a:solidFill>
                          <a:latin typeface="Trebuchet MS" panose="020B0603020202020204" pitchFamily="34" charset="0"/>
                        </a:defRPr>
                      </a:lvl3pPr>
                      <a:lvl4pPr marL="1600200" indent="-228600">
                        <a:spcBef>
                          <a:spcPts val="1000"/>
                        </a:spcBef>
                        <a:buClr>
                          <a:schemeClr val="accent1"/>
                        </a:buClr>
                        <a:buSzPct val="80000"/>
                        <a:buFont typeface="Wingdings 3" panose="05040102010807070707" pitchFamily="18" charset="2"/>
                        <a:defRPr sz="1000">
                          <a:solidFill>
                            <a:srgbClr val="404040"/>
                          </a:solidFill>
                          <a:latin typeface="Trebuchet MS" panose="020B0603020202020204" pitchFamily="34" charset="0"/>
                        </a:defRPr>
                      </a:lvl4pPr>
                      <a:lvl5pPr marL="2057400" indent="-228600">
                        <a:spcBef>
                          <a:spcPts val="1000"/>
                        </a:spcBef>
                        <a:buClr>
                          <a:schemeClr val="accent1"/>
                        </a:buClr>
                        <a:buSzPct val="80000"/>
                        <a:buFont typeface="Wingdings 3" panose="05040102010807070707" pitchFamily="18" charset="2"/>
                        <a:defRPr sz="1000">
                          <a:solidFill>
                            <a:srgbClr val="404040"/>
                          </a:solidFill>
                          <a:latin typeface="Trebuchet MS" panose="020B0603020202020204" pitchFamily="34" charset="0"/>
                        </a:defRPr>
                      </a:lvl5pPr>
                      <a:lvl6pPr marL="25146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6pPr>
                      <a:lvl7pPr marL="29718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7pPr>
                      <a:lvl8pPr marL="34290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8pPr>
                      <a:lvl9pPr marL="38862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9pPr>
                    </a:lstStyle>
                    <a:p>
                      <a:pPr marL="0" marR="0" lvl="0" indent="0" algn="l" defTabSz="457200" rtl="0" eaLnBrk="1" fontAlgn="base" latinLnBrk="0" hangingPunct="1">
                        <a:lnSpc>
                          <a:spcPct val="115000"/>
                        </a:lnSpc>
                        <a:spcBef>
                          <a:spcPct val="0"/>
                        </a:spcBef>
                        <a:spcAft>
                          <a:spcPct val="0"/>
                        </a:spcAft>
                        <a:buClrTx/>
                        <a:buSzTx/>
                        <a:buFontTx/>
                        <a:buNone/>
                        <a:tabLst/>
                      </a:pPr>
                      <a:r>
                        <a:rPr kumimoji="0" lang="en-US" altLang="en-US" sz="1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Title </a:t>
                      </a:r>
                    </a:p>
                  </a:txBody>
                  <a:tcPr marL="68580" marR="6858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ts val="1000"/>
                        </a:spcBef>
                        <a:buClr>
                          <a:schemeClr val="accent1"/>
                        </a:buClr>
                        <a:buSzPct val="80000"/>
                        <a:buFont typeface="Wingdings 3" panose="05040102010807070707" pitchFamily="18" charset="2"/>
                        <a:defRPr sz="1600">
                          <a:solidFill>
                            <a:srgbClr val="404040"/>
                          </a:solidFill>
                          <a:latin typeface="Trebuchet MS" panose="020B0603020202020204" pitchFamily="34" charset="0"/>
                        </a:defRPr>
                      </a:lvl1pPr>
                      <a:lvl2pPr marL="742950" indent="-285750">
                        <a:spcBef>
                          <a:spcPts val="1000"/>
                        </a:spcBef>
                        <a:buClr>
                          <a:schemeClr val="accent1"/>
                        </a:buClr>
                        <a:buSzPct val="80000"/>
                        <a:buFont typeface="Wingdings 3" panose="05040102010807070707" pitchFamily="18" charset="2"/>
                        <a:defRPr sz="1400">
                          <a:solidFill>
                            <a:srgbClr val="404040"/>
                          </a:solidFill>
                          <a:latin typeface="Trebuchet MS" panose="020B0603020202020204" pitchFamily="34" charset="0"/>
                        </a:defRPr>
                      </a:lvl2pPr>
                      <a:lvl3pPr marL="1143000" indent="-228600">
                        <a:spcBef>
                          <a:spcPts val="1000"/>
                        </a:spcBef>
                        <a:buClr>
                          <a:schemeClr val="accent1"/>
                        </a:buClr>
                        <a:buSzPct val="80000"/>
                        <a:buFont typeface="Wingdings 3" panose="05040102010807070707" pitchFamily="18" charset="2"/>
                        <a:defRPr sz="1200">
                          <a:solidFill>
                            <a:srgbClr val="404040"/>
                          </a:solidFill>
                          <a:latin typeface="Trebuchet MS" panose="020B0603020202020204" pitchFamily="34" charset="0"/>
                        </a:defRPr>
                      </a:lvl3pPr>
                      <a:lvl4pPr marL="1600200" indent="-228600">
                        <a:spcBef>
                          <a:spcPts val="1000"/>
                        </a:spcBef>
                        <a:buClr>
                          <a:schemeClr val="accent1"/>
                        </a:buClr>
                        <a:buSzPct val="80000"/>
                        <a:buFont typeface="Wingdings 3" panose="05040102010807070707" pitchFamily="18" charset="2"/>
                        <a:defRPr sz="1000">
                          <a:solidFill>
                            <a:srgbClr val="404040"/>
                          </a:solidFill>
                          <a:latin typeface="Trebuchet MS" panose="020B0603020202020204" pitchFamily="34" charset="0"/>
                        </a:defRPr>
                      </a:lvl4pPr>
                      <a:lvl5pPr marL="2057400" indent="-228600">
                        <a:spcBef>
                          <a:spcPts val="1000"/>
                        </a:spcBef>
                        <a:buClr>
                          <a:schemeClr val="accent1"/>
                        </a:buClr>
                        <a:buSzPct val="80000"/>
                        <a:buFont typeface="Wingdings 3" panose="05040102010807070707" pitchFamily="18" charset="2"/>
                        <a:defRPr sz="1000">
                          <a:solidFill>
                            <a:srgbClr val="404040"/>
                          </a:solidFill>
                          <a:latin typeface="Trebuchet MS" panose="020B0603020202020204" pitchFamily="34" charset="0"/>
                        </a:defRPr>
                      </a:lvl5pPr>
                      <a:lvl6pPr marL="25146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6pPr>
                      <a:lvl7pPr marL="29718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7pPr>
                      <a:lvl8pPr marL="34290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8pPr>
                      <a:lvl9pPr marL="38862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9pPr>
                    </a:lstStyle>
                    <a:p>
                      <a:pPr marL="0" marR="0" lvl="0" indent="0" algn="l" defTabSz="457200" rtl="0" eaLnBrk="1" fontAlgn="base" latinLnBrk="0" hangingPunct="1">
                        <a:lnSpc>
                          <a:spcPct val="115000"/>
                        </a:lnSpc>
                        <a:spcBef>
                          <a:spcPct val="0"/>
                        </a:spcBef>
                        <a:spcAft>
                          <a:spcPct val="0"/>
                        </a:spcAft>
                        <a:buClrTx/>
                        <a:buSzTx/>
                        <a:buFontTx/>
                        <a:buNone/>
                        <a:tabLst/>
                      </a:pPr>
                      <a:r>
                        <a:rPr kumimoji="0" lang="en-US" altLang="en-US" sz="1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Level </a:t>
                      </a:r>
                    </a:p>
                  </a:txBody>
                  <a:tcPr marL="68580" marR="6858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74417">
                <a:tc>
                  <a:txBody>
                    <a:bodyPr/>
                    <a:lstStyle>
                      <a:lvl1pPr>
                        <a:spcBef>
                          <a:spcPts val="1000"/>
                        </a:spcBef>
                        <a:buClr>
                          <a:schemeClr val="accent1"/>
                        </a:buClr>
                        <a:buSzPct val="80000"/>
                        <a:buFont typeface="Wingdings 3" panose="05040102010807070707" pitchFamily="18" charset="2"/>
                        <a:defRPr sz="1600">
                          <a:solidFill>
                            <a:srgbClr val="404040"/>
                          </a:solidFill>
                          <a:latin typeface="Trebuchet MS" panose="020B0603020202020204" pitchFamily="34" charset="0"/>
                        </a:defRPr>
                      </a:lvl1pPr>
                      <a:lvl2pPr marL="742950" indent="-285750">
                        <a:spcBef>
                          <a:spcPts val="1000"/>
                        </a:spcBef>
                        <a:buClr>
                          <a:schemeClr val="accent1"/>
                        </a:buClr>
                        <a:buSzPct val="80000"/>
                        <a:buFont typeface="Wingdings 3" panose="05040102010807070707" pitchFamily="18" charset="2"/>
                        <a:defRPr sz="1400">
                          <a:solidFill>
                            <a:srgbClr val="404040"/>
                          </a:solidFill>
                          <a:latin typeface="Trebuchet MS" panose="020B0603020202020204" pitchFamily="34" charset="0"/>
                        </a:defRPr>
                      </a:lvl2pPr>
                      <a:lvl3pPr marL="1143000" indent="-228600">
                        <a:spcBef>
                          <a:spcPts val="1000"/>
                        </a:spcBef>
                        <a:buClr>
                          <a:schemeClr val="accent1"/>
                        </a:buClr>
                        <a:buSzPct val="80000"/>
                        <a:buFont typeface="Wingdings 3" panose="05040102010807070707" pitchFamily="18" charset="2"/>
                        <a:defRPr sz="1200">
                          <a:solidFill>
                            <a:srgbClr val="404040"/>
                          </a:solidFill>
                          <a:latin typeface="Trebuchet MS" panose="020B0603020202020204" pitchFamily="34" charset="0"/>
                        </a:defRPr>
                      </a:lvl3pPr>
                      <a:lvl4pPr marL="1600200" indent="-228600">
                        <a:spcBef>
                          <a:spcPts val="1000"/>
                        </a:spcBef>
                        <a:buClr>
                          <a:schemeClr val="accent1"/>
                        </a:buClr>
                        <a:buSzPct val="80000"/>
                        <a:buFont typeface="Wingdings 3" panose="05040102010807070707" pitchFamily="18" charset="2"/>
                        <a:defRPr sz="1000">
                          <a:solidFill>
                            <a:srgbClr val="404040"/>
                          </a:solidFill>
                          <a:latin typeface="Trebuchet MS" panose="020B0603020202020204" pitchFamily="34" charset="0"/>
                        </a:defRPr>
                      </a:lvl4pPr>
                      <a:lvl5pPr marL="2057400" indent="-228600">
                        <a:spcBef>
                          <a:spcPts val="1000"/>
                        </a:spcBef>
                        <a:buClr>
                          <a:schemeClr val="accent1"/>
                        </a:buClr>
                        <a:buSzPct val="80000"/>
                        <a:buFont typeface="Wingdings 3" panose="05040102010807070707" pitchFamily="18" charset="2"/>
                        <a:defRPr sz="1000">
                          <a:solidFill>
                            <a:srgbClr val="404040"/>
                          </a:solidFill>
                          <a:latin typeface="Trebuchet MS" panose="020B0603020202020204" pitchFamily="34" charset="0"/>
                        </a:defRPr>
                      </a:lvl5pPr>
                      <a:lvl6pPr marL="25146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6pPr>
                      <a:lvl7pPr marL="29718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7pPr>
                      <a:lvl8pPr marL="34290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8pPr>
                      <a:lvl9pPr marL="38862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9pPr>
                    </a:lstStyle>
                    <a:p>
                      <a:pPr marL="0" marR="0" lvl="0" indent="0" algn="l" defTabSz="457200" rtl="0" eaLnBrk="1" fontAlgn="base" latinLnBrk="0" hangingPunct="1">
                        <a:lnSpc>
                          <a:spcPct val="115000"/>
                        </a:lnSpc>
                        <a:spcBef>
                          <a:spcPct val="0"/>
                        </a:spcBef>
                        <a:spcAft>
                          <a:spcPct val="0"/>
                        </a:spcAft>
                        <a:buClrTx/>
                        <a:buSzTx/>
                        <a:buFontTx/>
                        <a:buNone/>
                        <a:tabLst/>
                      </a:pPr>
                      <a:r>
                        <a:rPr kumimoji="0" lang="en-US" altLang="en-US" sz="1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CO1</a:t>
                      </a:r>
                    </a:p>
                  </a:txBody>
                  <a:tcPr marL="68580" marR="6858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ts val="1000"/>
                        </a:spcBef>
                        <a:buClr>
                          <a:schemeClr val="accent1"/>
                        </a:buClr>
                        <a:buSzPct val="80000"/>
                        <a:buFont typeface="Wingdings 3" panose="05040102010807070707" pitchFamily="18" charset="2"/>
                        <a:defRPr sz="1600">
                          <a:solidFill>
                            <a:srgbClr val="404040"/>
                          </a:solidFill>
                          <a:latin typeface="Trebuchet MS" panose="020B0603020202020204" pitchFamily="34" charset="0"/>
                        </a:defRPr>
                      </a:lvl1pPr>
                      <a:lvl2pPr marL="742950" indent="-285750">
                        <a:spcBef>
                          <a:spcPts val="1000"/>
                        </a:spcBef>
                        <a:buClr>
                          <a:schemeClr val="accent1"/>
                        </a:buClr>
                        <a:buSzPct val="80000"/>
                        <a:buFont typeface="Wingdings 3" panose="05040102010807070707" pitchFamily="18" charset="2"/>
                        <a:defRPr sz="1400">
                          <a:solidFill>
                            <a:srgbClr val="404040"/>
                          </a:solidFill>
                          <a:latin typeface="Trebuchet MS" panose="020B0603020202020204" pitchFamily="34" charset="0"/>
                        </a:defRPr>
                      </a:lvl2pPr>
                      <a:lvl3pPr marL="1143000" indent="-228600">
                        <a:spcBef>
                          <a:spcPts val="1000"/>
                        </a:spcBef>
                        <a:buClr>
                          <a:schemeClr val="accent1"/>
                        </a:buClr>
                        <a:buSzPct val="80000"/>
                        <a:buFont typeface="Wingdings 3" panose="05040102010807070707" pitchFamily="18" charset="2"/>
                        <a:defRPr sz="1200">
                          <a:solidFill>
                            <a:srgbClr val="404040"/>
                          </a:solidFill>
                          <a:latin typeface="Trebuchet MS" panose="020B0603020202020204" pitchFamily="34" charset="0"/>
                        </a:defRPr>
                      </a:lvl3pPr>
                      <a:lvl4pPr marL="1600200" indent="-228600">
                        <a:spcBef>
                          <a:spcPts val="1000"/>
                        </a:spcBef>
                        <a:buClr>
                          <a:schemeClr val="accent1"/>
                        </a:buClr>
                        <a:buSzPct val="80000"/>
                        <a:buFont typeface="Wingdings 3" panose="05040102010807070707" pitchFamily="18" charset="2"/>
                        <a:defRPr sz="1000">
                          <a:solidFill>
                            <a:srgbClr val="404040"/>
                          </a:solidFill>
                          <a:latin typeface="Trebuchet MS" panose="020B0603020202020204" pitchFamily="34" charset="0"/>
                        </a:defRPr>
                      </a:lvl4pPr>
                      <a:lvl5pPr marL="2057400" indent="-228600">
                        <a:spcBef>
                          <a:spcPts val="1000"/>
                        </a:spcBef>
                        <a:buClr>
                          <a:schemeClr val="accent1"/>
                        </a:buClr>
                        <a:buSzPct val="80000"/>
                        <a:buFont typeface="Wingdings 3" panose="05040102010807070707" pitchFamily="18" charset="2"/>
                        <a:defRPr sz="1000">
                          <a:solidFill>
                            <a:srgbClr val="404040"/>
                          </a:solidFill>
                          <a:latin typeface="Trebuchet MS" panose="020B0603020202020204" pitchFamily="34" charset="0"/>
                        </a:defRPr>
                      </a:lvl5pPr>
                      <a:lvl6pPr marL="25146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6pPr>
                      <a:lvl7pPr marL="29718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7pPr>
                      <a:lvl8pPr marL="34290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8pPr>
                      <a:lvl9pPr marL="38862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9pPr>
                    </a:lstStyle>
                    <a:p>
                      <a:pPr marL="0" marR="0" lvl="0" indent="0" algn="just" defTabSz="457200" rtl="0" eaLnBrk="1" fontAlgn="base" latinLnBrk="0" hangingPunct="1">
                        <a:lnSpc>
                          <a:spcPct val="115000"/>
                        </a:lnSpc>
                        <a:spcBef>
                          <a:spcPct val="0"/>
                        </a:spcBef>
                        <a:spcAft>
                          <a:spcPts val="1000"/>
                        </a:spcAft>
                        <a:buClrTx/>
                        <a:buSzTx/>
                        <a:buFontTx/>
                        <a:buNone/>
                        <a:tabLst/>
                      </a:pPr>
                      <a:r>
                        <a:rPr kumimoji="0" lang="en-US" altLang="en-US" sz="1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Identify the biological concepts from an engineering perspective.</a:t>
                      </a:r>
                      <a:endParaRPr kumimoji="0" lang="en-IN" altLang="en-US" sz="1400" b="0" i="0" u="none" strike="noStrike" cap="none" normalizeH="0" baseline="0">
                        <a:ln>
                          <a:noFill/>
                        </a:ln>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ts val="1000"/>
                        </a:spcBef>
                        <a:buClr>
                          <a:schemeClr val="accent1"/>
                        </a:buClr>
                        <a:buSzPct val="80000"/>
                        <a:buFont typeface="Wingdings 3" panose="05040102010807070707" pitchFamily="18" charset="2"/>
                        <a:defRPr sz="1600">
                          <a:solidFill>
                            <a:srgbClr val="404040"/>
                          </a:solidFill>
                          <a:latin typeface="Trebuchet MS" panose="020B0603020202020204" pitchFamily="34" charset="0"/>
                        </a:defRPr>
                      </a:lvl1pPr>
                      <a:lvl2pPr marL="742950" indent="-285750">
                        <a:spcBef>
                          <a:spcPts val="1000"/>
                        </a:spcBef>
                        <a:buClr>
                          <a:schemeClr val="accent1"/>
                        </a:buClr>
                        <a:buSzPct val="80000"/>
                        <a:buFont typeface="Wingdings 3" panose="05040102010807070707" pitchFamily="18" charset="2"/>
                        <a:defRPr sz="1400">
                          <a:solidFill>
                            <a:srgbClr val="404040"/>
                          </a:solidFill>
                          <a:latin typeface="Trebuchet MS" panose="020B0603020202020204" pitchFamily="34" charset="0"/>
                        </a:defRPr>
                      </a:lvl2pPr>
                      <a:lvl3pPr marL="1143000" indent="-228600">
                        <a:spcBef>
                          <a:spcPts val="1000"/>
                        </a:spcBef>
                        <a:buClr>
                          <a:schemeClr val="accent1"/>
                        </a:buClr>
                        <a:buSzPct val="80000"/>
                        <a:buFont typeface="Wingdings 3" panose="05040102010807070707" pitchFamily="18" charset="2"/>
                        <a:defRPr sz="1200">
                          <a:solidFill>
                            <a:srgbClr val="404040"/>
                          </a:solidFill>
                          <a:latin typeface="Trebuchet MS" panose="020B0603020202020204" pitchFamily="34" charset="0"/>
                        </a:defRPr>
                      </a:lvl3pPr>
                      <a:lvl4pPr marL="1600200" indent="-228600">
                        <a:spcBef>
                          <a:spcPts val="1000"/>
                        </a:spcBef>
                        <a:buClr>
                          <a:schemeClr val="accent1"/>
                        </a:buClr>
                        <a:buSzPct val="80000"/>
                        <a:buFont typeface="Wingdings 3" panose="05040102010807070707" pitchFamily="18" charset="2"/>
                        <a:defRPr sz="1000">
                          <a:solidFill>
                            <a:srgbClr val="404040"/>
                          </a:solidFill>
                          <a:latin typeface="Trebuchet MS" panose="020B0603020202020204" pitchFamily="34" charset="0"/>
                        </a:defRPr>
                      </a:lvl4pPr>
                      <a:lvl5pPr marL="2057400" indent="-228600">
                        <a:spcBef>
                          <a:spcPts val="1000"/>
                        </a:spcBef>
                        <a:buClr>
                          <a:schemeClr val="accent1"/>
                        </a:buClr>
                        <a:buSzPct val="80000"/>
                        <a:buFont typeface="Wingdings 3" panose="05040102010807070707" pitchFamily="18" charset="2"/>
                        <a:defRPr sz="1000">
                          <a:solidFill>
                            <a:srgbClr val="404040"/>
                          </a:solidFill>
                          <a:latin typeface="Trebuchet MS" panose="020B0603020202020204" pitchFamily="34" charset="0"/>
                        </a:defRPr>
                      </a:lvl5pPr>
                      <a:lvl6pPr marL="25146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6pPr>
                      <a:lvl7pPr marL="29718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7pPr>
                      <a:lvl8pPr marL="34290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8pPr>
                      <a:lvl9pPr marL="38862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9pPr>
                    </a:lstStyle>
                    <a:p>
                      <a:pPr marL="0" marR="0" lvl="0" indent="0" algn="l" defTabSz="457200" rtl="0" eaLnBrk="1" fontAlgn="base" latinLnBrk="0" hangingPunct="1">
                        <a:lnSpc>
                          <a:spcPct val="115000"/>
                        </a:lnSpc>
                        <a:spcBef>
                          <a:spcPct val="0"/>
                        </a:spcBef>
                        <a:spcAft>
                          <a:spcPct val="0"/>
                        </a:spcAft>
                        <a:buClrTx/>
                        <a:buSzTx/>
                        <a:buFontTx/>
                        <a:buNone/>
                        <a:tabLst/>
                      </a:pPr>
                      <a:r>
                        <a:rPr kumimoji="0" lang="en-US" altLang="en-US" sz="1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knowledge</a:t>
                      </a:r>
                    </a:p>
                    <a:p>
                      <a:pPr marL="0" marR="0" lvl="0" indent="0" algn="l" defTabSz="457200" rtl="0" eaLnBrk="1" fontAlgn="base" latinLnBrk="0" hangingPunct="1">
                        <a:lnSpc>
                          <a:spcPct val="115000"/>
                        </a:lnSpc>
                        <a:spcBef>
                          <a:spcPct val="0"/>
                        </a:spcBef>
                        <a:spcAft>
                          <a:spcPct val="0"/>
                        </a:spcAft>
                        <a:buClrTx/>
                        <a:buSzTx/>
                        <a:buFontTx/>
                        <a:buNone/>
                        <a:tabLst/>
                      </a:pPr>
                      <a:r>
                        <a:rPr kumimoji="0" lang="en-US" altLang="en-US" sz="1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a:t>
                      </a:r>
                    </a:p>
                  </a:txBody>
                  <a:tcPr marL="68580" marR="6858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07772">
                <a:tc>
                  <a:txBody>
                    <a:bodyPr/>
                    <a:lstStyle>
                      <a:lvl1pPr>
                        <a:spcBef>
                          <a:spcPts val="1000"/>
                        </a:spcBef>
                        <a:buClr>
                          <a:schemeClr val="accent1"/>
                        </a:buClr>
                        <a:buSzPct val="80000"/>
                        <a:buFont typeface="Wingdings 3" panose="05040102010807070707" pitchFamily="18" charset="2"/>
                        <a:defRPr sz="1600">
                          <a:solidFill>
                            <a:srgbClr val="404040"/>
                          </a:solidFill>
                          <a:latin typeface="Trebuchet MS" panose="020B0603020202020204" pitchFamily="34" charset="0"/>
                        </a:defRPr>
                      </a:lvl1pPr>
                      <a:lvl2pPr marL="742950" indent="-285750">
                        <a:spcBef>
                          <a:spcPts val="1000"/>
                        </a:spcBef>
                        <a:buClr>
                          <a:schemeClr val="accent1"/>
                        </a:buClr>
                        <a:buSzPct val="80000"/>
                        <a:buFont typeface="Wingdings 3" panose="05040102010807070707" pitchFamily="18" charset="2"/>
                        <a:defRPr sz="1400">
                          <a:solidFill>
                            <a:srgbClr val="404040"/>
                          </a:solidFill>
                          <a:latin typeface="Trebuchet MS" panose="020B0603020202020204" pitchFamily="34" charset="0"/>
                        </a:defRPr>
                      </a:lvl2pPr>
                      <a:lvl3pPr marL="1143000" indent="-228600">
                        <a:spcBef>
                          <a:spcPts val="1000"/>
                        </a:spcBef>
                        <a:buClr>
                          <a:schemeClr val="accent1"/>
                        </a:buClr>
                        <a:buSzPct val="80000"/>
                        <a:buFont typeface="Wingdings 3" panose="05040102010807070707" pitchFamily="18" charset="2"/>
                        <a:defRPr sz="1200">
                          <a:solidFill>
                            <a:srgbClr val="404040"/>
                          </a:solidFill>
                          <a:latin typeface="Trebuchet MS" panose="020B0603020202020204" pitchFamily="34" charset="0"/>
                        </a:defRPr>
                      </a:lvl3pPr>
                      <a:lvl4pPr marL="1600200" indent="-228600">
                        <a:spcBef>
                          <a:spcPts val="1000"/>
                        </a:spcBef>
                        <a:buClr>
                          <a:schemeClr val="accent1"/>
                        </a:buClr>
                        <a:buSzPct val="80000"/>
                        <a:buFont typeface="Wingdings 3" panose="05040102010807070707" pitchFamily="18" charset="2"/>
                        <a:defRPr sz="1000">
                          <a:solidFill>
                            <a:srgbClr val="404040"/>
                          </a:solidFill>
                          <a:latin typeface="Trebuchet MS" panose="020B0603020202020204" pitchFamily="34" charset="0"/>
                        </a:defRPr>
                      </a:lvl4pPr>
                      <a:lvl5pPr marL="2057400" indent="-228600">
                        <a:spcBef>
                          <a:spcPts val="1000"/>
                        </a:spcBef>
                        <a:buClr>
                          <a:schemeClr val="accent1"/>
                        </a:buClr>
                        <a:buSzPct val="80000"/>
                        <a:buFont typeface="Wingdings 3" panose="05040102010807070707" pitchFamily="18" charset="2"/>
                        <a:defRPr sz="1000">
                          <a:solidFill>
                            <a:srgbClr val="404040"/>
                          </a:solidFill>
                          <a:latin typeface="Trebuchet MS" panose="020B0603020202020204" pitchFamily="34" charset="0"/>
                        </a:defRPr>
                      </a:lvl5pPr>
                      <a:lvl6pPr marL="25146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6pPr>
                      <a:lvl7pPr marL="29718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7pPr>
                      <a:lvl8pPr marL="34290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8pPr>
                      <a:lvl9pPr marL="38862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9pPr>
                    </a:lstStyle>
                    <a:p>
                      <a:pPr marL="0" marR="0" lvl="0" indent="0" algn="l" defTabSz="457200" rtl="0" eaLnBrk="1" fontAlgn="base" latinLnBrk="0" hangingPunct="1">
                        <a:lnSpc>
                          <a:spcPct val="115000"/>
                        </a:lnSpc>
                        <a:spcBef>
                          <a:spcPct val="0"/>
                        </a:spcBef>
                        <a:spcAft>
                          <a:spcPct val="0"/>
                        </a:spcAft>
                        <a:buClrTx/>
                        <a:buSzTx/>
                        <a:buFontTx/>
                        <a:buNone/>
                        <a:tabLst/>
                      </a:pPr>
                      <a:r>
                        <a:rPr kumimoji="0" lang="en-US" altLang="en-US" sz="1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CO2</a:t>
                      </a:r>
                    </a:p>
                  </a:txBody>
                  <a:tcPr marL="68580" marR="6858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ts val="1000"/>
                        </a:spcBef>
                        <a:buClr>
                          <a:schemeClr val="accent1"/>
                        </a:buClr>
                        <a:buSzPct val="80000"/>
                        <a:buFont typeface="Wingdings 3" panose="05040102010807070707" pitchFamily="18" charset="2"/>
                        <a:defRPr sz="1600">
                          <a:solidFill>
                            <a:srgbClr val="404040"/>
                          </a:solidFill>
                          <a:latin typeface="Trebuchet MS" panose="020B0603020202020204" pitchFamily="34" charset="0"/>
                        </a:defRPr>
                      </a:lvl1pPr>
                      <a:lvl2pPr marL="742950" indent="-285750">
                        <a:spcBef>
                          <a:spcPts val="1000"/>
                        </a:spcBef>
                        <a:buClr>
                          <a:schemeClr val="accent1"/>
                        </a:buClr>
                        <a:buSzPct val="80000"/>
                        <a:buFont typeface="Wingdings 3" panose="05040102010807070707" pitchFamily="18" charset="2"/>
                        <a:defRPr sz="1400">
                          <a:solidFill>
                            <a:srgbClr val="404040"/>
                          </a:solidFill>
                          <a:latin typeface="Trebuchet MS" panose="020B0603020202020204" pitchFamily="34" charset="0"/>
                        </a:defRPr>
                      </a:lvl2pPr>
                      <a:lvl3pPr marL="1143000" indent="-228600">
                        <a:spcBef>
                          <a:spcPts val="1000"/>
                        </a:spcBef>
                        <a:buClr>
                          <a:schemeClr val="accent1"/>
                        </a:buClr>
                        <a:buSzPct val="80000"/>
                        <a:buFont typeface="Wingdings 3" panose="05040102010807070707" pitchFamily="18" charset="2"/>
                        <a:defRPr sz="1200">
                          <a:solidFill>
                            <a:srgbClr val="404040"/>
                          </a:solidFill>
                          <a:latin typeface="Trebuchet MS" panose="020B0603020202020204" pitchFamily="34" charset="0"/>
                        </a:defRPr>
                      </a:lvl3pPr>
                      <a:lvl4pPr marL="1600200" indent="-228600">
                        <a:spcBef>
                          <a:spcPts val="1000"/>
                        </a:spcBef>
                        <a:buClr>
                          <a:schemeClr val="accent1"/>
                        </a:buClr>
                        <a:buSzPct val="80000"/>
                        <a:buFont typeface="Wingdings 3" panose="05040102010807070707" pitchFamily="18" charset="2"/>
                        <a:defRPr sz="1000">
                          <a:solidFill>
                            <a:srgbClr val="404040"/>
                          </a:solidFill>
                          <a:latin typeface="Trebuchet MS" panose="020B0603020202020204" pitchFamily="34" charset="0"/>
                        </a:defRPr>
                      </a:lvl4pPr>
                      <a:lvl5pPr marL="2057400" indent="-228600">
                        <a:spcBef>
                          <a:spcPts val="1000"/>
                        </a:spcBef>
                        <a:buClr>
                          <a:schemeClr val="accent1"/>
                        </a:buClr>
                        <a:buSzPct val="80000"/>
                        <a:buFont typeface="Wingdings 3" panose="05040102010807070707" pitchFamily="18" charset="2"/>
                        <a:defRPr sz="1000">
                          <a:solidFill>
                            <a:srgbClr val="404040"/>
                          </a:solidFill>
                          <a:latin typeface="Trebuchet MS" panose="020B0603020202020204" pitchFamily="34" charset="0"/>
                        </a:defRPr>
                      </a:lvl5pPr>
                      <a:lvl6pPr marL="25146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6pPr>
                      <a:lvl7pPr marL="29718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7pPr>
                      <a:lvl8pPr marL="34290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8pPr>
                      <a:lvl9pPr marL="38862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9pPr>
                    </a:lstStyle>
                    <a:p>
                      <a:pPr marL="0" marR="0" lvl="0" indent="0" algn="l" defTabSz="457200" rtl="0" eaLnBrk="1" fontAlgn="base" latinLnBrk="0" hangingPunct="1">
                        <a:lnSpc>
                          <a:spcPct val="115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Development of artificial systems mimicking human action.</a:t>
                      </a:r>
                    </a:p>
                  </a:txBody>
                  <a:tcPr marL="68580" marR="6858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ts val="1000"/>
                        </a:spcBef>
                        <a:buClr>
                          <a:schemeClr val="accent1"/>
                        </a:buClr>
                        <a:buSzPct val="80000"/>
                        <a:buFont typeface="Wingdings 3" panose="05040102010807070707" pitchFamily="18" charset="2"/>
                        <a:defRPr sz="1600">
                          <a:solidFill>
                            <a:srgbClr val="404040"/>
                          </a:solidFill>
                          <a:latin typeface="Trebuchet MS" panose="020B0603020202020204" pitchFamily="34" charset="0"/>
                        </a:defRPr>
                      </a:lvl1pPr>
                      <a:lvl2pPr marL="742950" indent="-285750">
                        <a:spcBef>
                          <a:spcPts val="1000"/>
                        </a:spcBef>
                        <a:buClr>
                          <a:schemeClr val="accent1"/>
                        </a:buClr>
                        <a:buSzPct val="80000"/>
                        <a:buFont typeface="Wingdings 3" panose="05040102010807070707" pitchFamily="18" charset="2"/>
                        <a:defRPr sz="1400">
                          <a:solidFill>
                            <a:srgbClr val="404040"/>
                          </a:solidFill>
                          <a:latin typeface="Trebuchet MS" panose="020B0603020202020204" pitchFamily="34" charset="0"/>
                        </a:defRPr>
                      </a:lvl2pPr>
                      <a:lvl3pPr marL="1143000" indent="-228600">
                        <a:spcBef>
                          <a:spcPts val="1000"/>
                        </a:spcBef>
                        <a:buClr>
                          <a:schemeClr val="accent1"/>
                        </a:buClr>
                        <a:buSzPct val="80000"/>
                        <a:buFont typeface="Wingdings 3" panose="05040102010807070707" pitchFamily="18" charset="2"/>
                        <a:defRPr sz="1200">
                          <a:solidFill>
                            <a:srgbClr val="404040"/>
                          </a:solidFill>
                          <a:latin typeface="Trebuchet MS" panose="020B0603020202020204" pitchFamily="34" charset="0"/>
                        </a:defRPr>
                      </a:lvl3pPr>
                      <a:lvl4pPr marL="1600200" indent="-228600">
                        <a:spcBef>
                          <a:spcPts val="1000"/>
                        </a:spcBef>
                        <a:buClr>
                          <a:schemeClr val="accent1"/>
                        </a:buClr>
                        <a:buSzPct val="80000"/>
                        <a:buFont typeface="Wingdings 3" panose="05040102010807070707" pitchFamily="18" charset="2"/>
                        <a:defRPr sz="1000">
                          <a:solidFill>
                            <a:srgbClr val="404040"/>
                          </a:solidFill>
                          <a:latin typeface="Trebuchet MS" panose="020B0603020202020204" pitchFamily="34" charset="0"/>
                        </a:defRPr>
                      </a:lvl4pPr>
                      <a:lvl5pPr marL="2057400" indent="-228600">
                        <a:spcBef>
                          <a:spcPts val="1000"/>
                        </a:spcBef>
                        <a:buClr>
                          <a:schemeClr val="accent1"/>
                        </a:buClr>
                        <a:buSzPct val="80000"/>
                        <a:buFont typeface="Wingdings 3" panose="05040102010807070707" pitchFamily="18" charset="2"/>
                        <a:defRPr sz="1000">
                          <a:solidFill>
                            <a:srgbClr val="404040"/>
                          </a:solidFill>
                          <a:latin typeface="Trebuchet MS" panose="020B0603020202020204" pitchFamily="34" charset="0"/>
                        </a:defRPr>
                      </a:lvl5pPr>
                      <a:lvl6pPr marL="25146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6pPr>
                      <a:lvl7pPr marL="29718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7pPr>
                      <a:lvl8pPr marL="34290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8pPr>
                      <a:lvl9pPr marL="38862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9pPr>
                    </a:lstStyle>
                    <a:p>
                      <a:pPr marL="0" marR="0" lvl="0" indent="0" algn="l" defTabSz="457200" rtl="0" eaLnBrk="1" fontAlgn="base" latinLnBrk="0" hangingPunct="1">
                        <a:lnSpc>
                          <a:spcPct val="115000"/>
                        </a:lnSpc>
                        <a:spcBef>
                          <a:spcPct val="0"/>
                        </a:spcBef>
                        <a:spcAft>
                          <a:spcPct val="0"/>
                        </a:spcAft>
                        <a:buClrTx/>
                        <a:buSzTx/>
                        <a:buFontTx/>
                        <a:buNone/>
                        <a:tabLst/>
                      </a:pPr>
                      <a:r>
                        <a:rPr kumimoji="0" lang="en-US" altLang="en-US" sz="1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Understand </a:t>
                      </a:r>
                    </a:p>
                    <a:p>
                      <a:pPr marL="0" marR="0" lvl="0" indent="0" algn="l" defTabSz="457200" rtl="0" eaLnBrk="1" fontAlgn="base" latinLnBrk="0" hangingPunct="1">
                        <a:lnSpc>
                          <a:spcPct val="115000"/>
                        </a:lnSpc>
                        <a:spcBef>
                          <a:spcPct val="0"/>
                        </a:spcBef>
                        <a:spcAft>
                          <a:spcPct val="0"/>
                        </a:spcAft>
                        <a:buClrTx/>
                        <a:buSzTx/>
                        <a:buFontTx/>
                        <a:buNone/>
                        <a:tabLst/>
                      </a:pPr>
                      <a:r>
                        <a:rPr kumimoji="0" lang="en-US" altLang="en-US" sz="1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a:t>
                      </a:r>
                    </a:p>
                  </a:txBody>
                  <a:tcPr marL="68580" marR="6858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871146">
                <a:tc>
                  <a:txBody>
                    <a:bodyPr/>
                    <a:lstStyle>
                      <a:lvl1pPr>
                        <a:spcBef>
                          <a:spcPts val="1000"/>
                        </a:spcBef>
                        <a:buClr>
                          <a:schemeClr val="accent1"/>
                        </a:buClr>
                        <a:buSzPct val="80000"/>
                        <a:buFont typeface="Wingdings 3" panose="05040102010807070707" pitchFamily="18" charset="2"/>
                        <a:defRPr sz="1600">
                          <a:solidFill>
                            <a:srgbClr val="404040"/>
                          </a:solidFill>
                          <a:latin typeface="Trebuchet MS" panose="020B0603020202020204" pitchFamily="34" charset="0"/>
                        </a:defRPr>
                      </a:lvl1pPr>
                      <a:lvl2pPr marL="742950" indent="-285750">
                        <a:spcBef>
                          <a:spcPts val="1000"/>
                        </a:spcBef>
                        <a:buClr>
                          <a:schemeClr val="accent1"/>
                        </a:buClr>
                        <a:buSzPct val="80000"/>
                        <a:buFont typeface="Wingdings 3" panose="05040102010807070707" pitchFamily="18" charset="2"/>
                        <a:defRPr sz="1400">
                          <a:solidFill>
                            <a:srgbClr val="404040"/>
                          </a:solidFill>
                          <a:latin typeface="Trebuchet MS" panose="020B0603020202020204" pitchFamily="34" charset="0"/>
                        </a:defRPr>
                      </a:lvl2pPr>
                      <a:lvl3pPr marL="1143000" indent="-228600">
                        <a:spcBef>
                          <a:spcPts val="1000"/>
                        </a:spcBef>
                        <a:buClr>
                          <a:schemeClr val="accent1"/>
                        </a:buClr>
                        <a:buSzPct val="80000"/>
                        <a:buFont typeface="Wingdings 3" panose="05040102010807070707" pitchFamily="18" charset="2"/>
                        <a:defRPr sz="1200">
                          <a:solidFill>
                            <a:srgbClr val="404040"/>
                          </a:solidFill>
                          <a:latin typeface="Trebuchet MS" panose="020B0603020202020204" pitchFamily="34" charset="0"/>
                        </a:defRPr>
                      </a:lvl3pPr>
                      <a:lvl4pPr marL="1600200" indent="-228600">
                        <a:spcBef>
                          <a:spcPts val="1000"/>
                        </a:spcBef>
                        <a:buClr>
                          <a:schemeClr val="accent1"/>
                        </a:buClr>
                        <a:buSzPct val="80000"/>
                        <a:buFont typeface="Wingdings 3" panose="05040102010807070707" pitchFamily="18" charset="2"/>
                        <a:defRPr sz="1000">
                          <a:solidFill>
                            <a:srgbClr val="404040"/>
                          </a:solidFill>
                          <a:latin typeface="Trebuchet MS" panose="020B0603020202020204" pitchFamily="34" charset="0"/>
                        </a:defRPr>
                      </a:lvl4pPr>
                      <a:lvl5pPr marL="2057400" indent="-228600">
                        <a:spcBef>
                          <a:spcPts val="1000"/>
                        </a:spcBef>
                        <a:buClr>
                          <a:schemeClr val="accent1"/>
                        </a:buClr>
                        <a:buSzPct val="80000"/>
                        <a:buFont typeface="Wingdings 3" panose="05040102010807070707" pitchFamily="18" charset="2"/>
                        <a:defRPr sz="1000">
                          <a:solidFill>
                            <a:srgbClr val="404040"/>
                          </a:solidFill>
                          <a:latin typeface="Trebuchet MS" panose="020B0603020202020204" pitchFamily="34" charset="0"/>
                        </a:defRPr>
                      </a:lvl5pPr>
                      <a:lvl6pPr marL="25146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6pPr>
                      <a:lvl7pPr marL="29718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7pPr>
                      <a:lvl8pPr marL="34290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8pPr>
                      <a:lvl9pPr marL="38862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9pPr>
                    </a:lstStyle>
                    <a:p>
                      <a:pPr marL="0" marR="0" lvl="0" indent="0" algn="l" defTabSz="457200" rtl="0" eaLnBrk="1" fontAlgn="base" latinLnBrk="0" hangingPunct="1">
                        <a:lnSpc>
                          <a:spcPct val="115000"/>
                        </a:lnSpc>
                        <a:spcBef>
                          <a:spcPct val="0"/>
                        </a:spcBef>
                        <a:spcAft>
                          <a:spcPct val="0"/>
                        </a:spcAft>
                        <a:buClrTx/>
                        <a:buSzTx/>
                        <a:buFontTx/>
                        <a:buNone/>
                        <a:tabLst/>
                      </a:pPr>
                      <a:r>
                        <a:rPr kumimoji="0" lang="en-US" altLang="en-US" sz="1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CO3</a:t>
                      </a:r>
                    </a:p>
                  </a:txBody>
                  <a:tcPr marL="68580" marR="6858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ts val="1000"/>
                        </a:spcBef>
                        <a:buClr>
                          <a:schemeClr val="accent1"/>
                        </a:buClr>
                        <a:buSzPct val="80000"/>
                        <a:buFont typeface="Wingdings 3" panose="05040102010807070707" pitchFamily="18" charset="2"/>
                        <a:defRPr sz="1600">
                          <a:solidFill>
                            <a:srgbClr val="404040"/>
                          </a:solidFill>
                          <a:latin typeface="Trebuchet MS" panose="020B0603020202020204" pitchFamily="34" charset="0"/>
                        </a:defRPr>
                      </a:lvl1pPr>
                      <a:lvl2pPr marL="742950" indent="-285750">
                        <a:spcBef>
                          <a:spcPts val="1000"/>
                        </a:spcBef>
                        <a:buClr>
                          <a:schemeClr val="accent1"/>
                        </a:buClr>
                        <a:buSzPct val="80000"/>
                        <a:buFont typeface="Wingdings 3" panose="05040102010807070707" pitchFamily="18" charset="2"/>
                        <a:defRPr sz="1400">
                          <a:solidFill>
                            <a:srgbClr val="404040"/>
                          </a:solidFill>
                          <a:latin typeface="Trebuchet MS" panose="020B0603020202020204" pitchFamily="34" charset="0"/>
                        </a:defRPr>
                      </a:lvl2pPr>
                      <a:lvl3pPr marL="1143000" indent="-228600">
                        <a:spcBef>
                          <a:spcPts val="1000"/>
                        </a:spcBef>
                        <a:buClr>
                          <a:schemeClr val="accent1"/>
                        </a:buClr>
                        <a:buSzPct val="80000"/>
                        <a:buFont typeface="Wingdings 3" panose="05040102010807070707" pitchFamily="18" charset="2"/>
                        <a:defRPr sz="1200">
                          <a:solidFill>
                            <a:srgbClr val="404040"/>
                          </a:solidFill>
                          <a:latin typeface="Trebuchet MS" panose="020B0603020202020204" pitchFamily="34" charset="0"/>
                        </a:defRPr>
                      </a:lvl3pPr>
                      <a:lvl4pPr marL="1600200" indent="-228600">
                        <a:spcBef>
                          <a:spcPts val="1000"/>
                        </a:spcBef>
                        <a:buClr>
                          <a:schemeClr val="accent1"/>
                        </a:buClr>
                        <a:buSzPct val="80000"/>
                        <a:buFont typeface="Wingdings 3" panose="05040102010807070707" pitchFamily="18" charset="2"/>
                        <a:defRPr sz="1000">
                          <a:solidFill>
                            <a:srgbClr val="404040"/>
                          </a:solidFill>
                          <a:latin typeface="Trebuchet MS" panose="020B0603020202020204" pitchFamily="34" charset="0"/>
                        </a:defRPr>
                      </a:lvl4pPr>
                      <a:lvl5pPr marL="2057400" indent="-228600">
                        <a:spcBef>
                          <a:spcPts val="1000"/>
                        </a:spcBef>
                        <a:buClr>
                          <a:schemeClr val="accent1"/>
                        </a:buClr>
                        <a:buSzPct val="80000"/>
                        <a:buFont typeface="Wingdings 3" panose="05040102010807070707" pitchFamily="18" charset="2"/>
                        <a:defRPr sz="1000">
                          <a:solidFill>
                            <a:srgbClr val="404040"/>
                          </a:solidFill>
                          <a:latin typeface="Trebuchet MS" panose="020B0603020202020204" pitchFamily="34" charset="0"/>
                        </a:defRPr>
                      </a:lvl5pPr>
                      <a:lvl6pPr marL="25146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6pPr>
                      <a:lvl7pPr marL="29718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7pPr>
                      <a:lvl8pPr marL="34290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8pPr>
                      <a:lvl9pPr marL="38862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9pPr>
                    </a:lstStyle>
                    <a:p>
                      <a:pPr marL="0" marR="0" lvl="0" indent="0" algn="just" defTabSz="457200" rtl="0" eaLnBrk="1" fontAlgn="base" latinLnBrk="0" hangingPunct="0">
                        <a:lnSpc>
                          <a:spcPct val="93000"/>
                        </a:lnSpc>
                        <a:spcBef>
                          <a:spcPct val="0"/>
                        </a:spcBef>
                        <a:spcAft>
                          <a:spcPts val="1000"/>
                        </a:spcAft>
                        <a:buClrTx/>
                        <a:buSzTx/>
                        <a:buFontTx/>
                        <a:buNone/>
                        <a:tabLst/>
                      </a:pP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Explain the basic of genetics that helps to identify and formulate problems</a:t>
                      </a:r>
                      <a:endParaRPr kumimoji="0" lang="en-IN" altLang="en-US" sz="1400" b="0" i="0" u="none" strike="noStrike" cap="none" normalizeH="0" baseline="0" dirty="0">
                        <a:ln>
                          <a:noFill/>
                        </a:ln>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endParaRPr>
                    </a:p>
                    <a:p>
                      <a:pPr marL="0" marR="0" lvl="0" indent="0" algn="just" defTabSz="457200" rtl="0" eaLnBrk="1" fontAlgn="base" latinLnBrk="0" hangingPunct="1">
                        <a:lnSpc>
                          <a:spcPts val="1263"/>
                        </a:lnSpc>
                        <a:spcBef>
                          <a:spcPts val="1200"/>
                        </a:spcBef>
                        <a:spcAft>
                          <a:spcPts val="1000"/>
                        </a:spcAft>
                        <a:buClrTx/>
                        <a:buSzTx/>
                        <a:buFontTx/>
                        <a:buNone/>
                        <a:tabLst/>
                      </a:pPr>
                      <a:r>
                        <a:rPr kumimoji="0" lang="en-US" altLang="en-US" sz="1400" b="0" i="0" u="none" strike="noStrike" cap="none" normalizeH="0" baseline="0" dirty="0">
                          <a:ln>
                            <a:noFill/>
                          </a:ln>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rPr>
                        <a:t> </a:t>
                      </a:r>
                      <a:endParaRPr kumimoji="0" lang="en-IN" altLang="en-US" sz="1400" b="0" i="0" u="none" strike="noStrike" cap="none" normalizeH="0" baseline="0" dirty="0">
                        <a:ln>
                          <a:noFill/>
                        </a:ln>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ts val="1000"/>
                        </a:spcBef>
                        <a:buClr>
                          <a:schemeClr val="accent1"/>
                        </a:buClr>
                        <a:buSzPct val="80000"/>
                        <a:buFont typeface="Wingdings 3" panose="05040102010807070707" pitchFamily="18" charset="2"/>
                        <a:defRPr sz="1600">
                          <a:solidFill>
                            <a:srgbClr val="404040"/>
                          </a:solidFill>
                          <a:latin typeface="Trebuchet MS" panose="020B0603020202020204" pitchFamily="34" charset="0"/>
                        </a:defRPr>
                      </a:lvl1pPr>
                      <a:lvl2pPr marL="742950" indent="-285750">
                        <a:spcBef>
                          <a:spcPts val="1000"/>
                        </a:spcBef>
                        <a:buClr>
                          <a:schemeClr val="accent1"/>
                        </a:buClr>
                        <a:buSzPct val="80000"/>
                        <a:buFont typeface="Wingdings 3" panose="05040102010807070707" pitchFamily="18" charset="2"/>
                        <a:defRPr sz="1400">
                          <a:solidFill>
                            <a:srgbClr val="404040"/>
                          </a:solidFill>
                          <a:latin typeface="Trebuchet MS" panose="020B0603020202020204" pitchFamily="34" charset="0"/>
                        </a:defRPr>
                      </a:lvl2pPr>
                      <a:lvl3pPr marL="1143000" indent="-228600">
                        <a:spcBef>
                          <a:spcPts val="1000"/>
                        </a:spcBef>
                        <a:buClr>
                          <a:schemeClr val="accent1"/>
                        </a:buClr>
                        <a:buSzPct val="80000"/>
                        <a:buFont typeface="Wingdings 3" panose="05040102010807070707" pitchFamily="18" charset="2"/>
                        <a:defRPr sz="1200">
                          <a:solidFill>
                            <a:srgbClr val="404040"/>
                          </a:solidFill>
                          <a:latin typeface="Trebuchet MS" panose="020B0603020202020204" pitchFamily="34" charset="0"/>
                        </a:defRPr>
                      </a:lvl3pPr>
                      <a:lvl4pPr marL="1600200" indent="-228600">
                        <a:spcBef>
                          <a:spcPts val="1000"/>
                        </a:spcBef>
                        <a:buClr>
                          <a:schemeClr val="accent1"/>
                        </a:buClr>
                        <a:buSzPct val="80000"/>
                        <a:buFont typeface="Wingdings 3" panose="05040102010807070707" pitchFamily="18" charset="2"/>
                        <a:defRPr sz="1000">
                          <a:solidFill>
                            <a:srgbClr val="404040"/>
                          </a:solidFill>
                          <a:latin typeface="Trebuchet MS" panose="020B0603020202020204" pitchFamily="34" charset="0"/>
                        </a:defRPr>
                      </a:lvl4pPr>
                      <a:lvl5pPr marL="2057400" indent="-228600">
                        <a:spcBef>
                          <a:spcPts val="1000"/>
                        </a:spcBef>
                        <a:buClr>
                          <a:schemeClr val="accent1"/>
                        </a:buClr>
                        <a:buSzPct val="80000"/>
                        <a:buFont typeface="Wingdings 3" panose="05040102010807070707" pitchFamily="18" charset="2"/>
                        <a:defRPr sz="1000">
                          <a:solidFill>
                            <a:srgbClr val="404040"/>
                          </a:solidFill>
                          <a:latin typeface="Trebuchet MS" panose="020B0603020202020204" pitchFamily="34" charset="0"/>
                        </a:defRPr>
                      </a:lvl5pPr>
                      <a:lvl6pPr marL="25146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6pPr>
                      <a:lvl7pPr marL="29718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7pPr>
                      <a:lvl8pPr marL="34290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8pPr>
                      <a:lvl9pPr marL="38862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9pPr>
                    </a:lstStyle>
                    <a:p>
                      <a:pPr marL="0" marR="0" lvl="0" indent="0" algn="l" defTabSz="457200" rtl="0" eaLnBrk="1" fontAlgn="base" latinLnBrk="0" hangingPunct="1">
                        <a:lnSpc>
                          <a:spcPct val="115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Analyze</a:t>
                      </a:r>
                    </a:p>
                  </a:txBody>
                  <a:tcPr marL="68580" marR="6858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402719">
                <a:tc>
                  <a:txBody>
                    <a:bodyPr/>
                    <a:lstStyle>
                      <a:lvl1pPr>
                        <a:spcBef>
                          <a:spcPts val="1000"/>
                        </a:spcBef>
                        <a:buClr>
                          <a:schemeClr val="accent1"/>
                        </a:buClr>
                        <a:buSzPct val="80000"/>
                        <a:buFont typeface="Wingdings 3" panose="05040102010807070707" pitchFamily="18" charset="2"/>
                        <a:defRPr sz="1600">
                          <a:solidFill>
                            <a:srgbClr val="404040"/>
                          </a:solidFill>
                          <a:latin typeface="Trebuchet MS" panose="020B0603020202020204" pitchFamily="34" charset="0"/>
                        </a:defRPr>
                      </a:lvl1pPr>
                      <a:lvl2pPr marL="742950" indent="-285750">
                        <a:spcBef>
                          <a:spcPts val="1000"/>
                        </a:spcBef>
                        <a:buClr>
                          <a:schemeClr val="accent1"/>
                        </a:buClr>
                        <a:buSzPct val="80000"/>
                        <a:buFont typeface="Wingdings 3" panose="05040102010807070707" pitchFamily="18" charset="2"/>
                        <a:defRPr sz="1400">
                          <a:solidFill>
                            <a:srgbClr val="404040"/>
                          </a:solidFill>
                          <a:latin typeface="Trebuchet MS" panose="020B0603020202020204" pitchFamily="34" charset="0"/>
                        </a:defRPr>
                      </a:lvl2pPr>
                      <a:lvl3pPr marL="1143000" indent="-228600">
                        <a:spcBef>
                          <a:spcPts val="1000"/>
                        </a:spcBef>
                        <a:buClr>
                          <a:schemeClr val="accent1"/>
                        </a:buClr>
                        <a:buSzPct val="80000"/>
                        <a:buFont typeface="Wingdings 3" panose="05040102010807070707" pitchFamily="18" charset="2"/>
                        <a:defRPr sz="1200">
                          <a:solidFill>
                            <a:srgbClr val="404040"/>
                          </a:solidFill>
                          <a:latin typeface="Trebuchet MS" panose="020B0603020202020204" pitchFamily="34" charset="0"/>
                        </a:defRPr>
                      </a:lvl3pPr>
                      <a:lvl4pPr marL="1600200" indent="-228600">
                        <a:spcBef>
                          <a:spcPts val="1000"/>
                        </a:spcBef>
                        <a:buClr>
                          <a:schemeClr val="accent1"/>
                        </a:buClr>
                        <a:buSzPct val="80000"/>
                        <a:buFont typeface="Wingdings 3" panose="05040102010807070707" pitchFamily="18" charset="2"/>
                        <a:defRPr sz="1000">
                          <a:solidFill>
                            <a:srgbClr val="404040"/>
                          </a:solidFill>
                          <a:latin typeface="Trebuchet MS" panose="020B0603020202020204" pitchFamily="34" charset="0"/>
                        </a:defRPr>
                      </a:lvl4pPr>
                      <a:lvl5pPr marL="2057400" indent="-228600">
                        <a:spcBef>
                          <a:spcPts val="1000"/>
                        </a:spcBef>
                        <a:buClr>
                          <a:schemeClr val="accent1"/>
                        </a:buClr>
                        <a:buSzPct val="80000"/>
                        <a:buFont typeface="Wingdings 3" panose="05040102010807070707" pitchFamily="18" charset="2"/>
                        <a:defRPr sz="1000">
                          <a:solidFill>
                            <a:srgbClr val="404040"/>
                          </a:solidFill>
                          <a:latin typeface="Trebuchet MS" panose="020B0603020202020204" pitchFamily="34" charset="0"/>
                        </a:defRPr>
                      </a:lvl5pPr>
                      <a:lvl6pPr marL="25146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6pPr>
                      <a:lvl7pPr marL="29718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7pPr>
                      <a:lvl8pPr marL="34290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8pPr>
                      <a:lvl9pPr marL="38862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9pPr>
                    </a:lstStyle>
                    <a:p>
                      <a:pPr marL="0" marR="0" lvl="0" indent="0" algn="l" defTabSz="457200" rtl="0" eaLnBrk="1" fontAlgn="base" latinLnBrk="0" hangingPunct="1">
                        <a:lnSpc>
                          <a:spcPct val="115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CO4</a:t>
                      </a:r>
                    </a:p>
                  </a:txBody>
                  <a:tcPr marL="68580" marR="6858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ts val="1000"/>
                        </a:spcBef>
                        <a:buClr>
                          <a:schemeClr val="accent1"/>
                        </a:buClr>
                        <a:buSzPct val="80000"/>
                        <a:buFont typeface="Wingdings 3" panose="05040102010807070707" pitchFamily="18" charset="2"/>
                        <a:defRPr sz="1600">
                          <a:solidFill>
                            <a:srgbClr val="404040"/>
                          </a:solidFill>
                          <a:latin typeface="Trebuchet MS" panose="020B0603020202020204" pitchFamily="34" charset="0"/>
                        </a:defRPr>
                      </a:lvl1pPr>
                      <a:lvl2pPr marL="742950" indent="-285750">
                        <a:spcBef>
                          <a:spcPts val="1000"/>
                        </a:spcBef>
                        <a:buClr>
                          <a:schemeClr val="accent1"/>
                        </a:buClr>
                        <a:buSzPct val="80000"/>
                        <a:buFont typeface="Wingdings 3" panose="05040102010807070707" pitchFamily="18" charset="2"/>
                        <a:defRPr sz="1400">
                          <a:solidFill>
                            <a:srgbClr val="404040"/>
                          </a:solidFill>
                          <a:latin typeface="Trebuchet MS" panose="020B0603020202020204" pitchFamily="34" charset="0"/>
                        </a:defRPr>
                      </a:lvl2pPr>
                      <a:lvl3pPr marL="1143000" indent="-228600">
                        <a:spcBef>
                          <a:spcPts val="1000"/>
                        </a:spcBef>
                        <a:buClr>
                          <a:schemeClr val="accent1"/>
                        </a:buClr>
                        <a:buSzPct val="80000"/>
                        <a:buFont typeface="Wingdings 3" panose="05040102010807070707" pitchFamily="18" charset="2"/>
                        <a:defRPr sz="1200">
                          <a:solidFill>
                            <a:srgbClr val="404040"/>
                          </a:solidFill>
                          <a:latin typeface="Trebuchet MS" panose="020B0603020202020204" pitchFamily="34" charset="0"/>
                        </a:defRPr>
                      </a:lvl3pPr>
                      <a:lvl4pPr marL="1600200" indent="-228600">
                        <a:spcBef>
                          <a:spcPts val="1000"/>
                        </a:spcBef>
                        <a:buClr>
                          <a:schemeClr val="accent1"/>
                        </a:buClr>
                        <a:buSzPct val="80000"/>
                        <a:buFont typeface="Wingdings 3" panose="05040102010807070707" pitchFamily="18" charset="2"/>
                        <a:defRPr sz="1000">
                          <a:solidFill>
                            <a:srgbClr val="404040"/>
                          </a:solidFill>
                          <a:latin typeface="Trebuchet MS" panose="020B0603020202020204" pitchFamily="34" charset="0"/>
                        </a:defRPr>
                      </a:lvl4pPr>
                      <a:lvl5pPr marL="2057400" indent="-228600">
                        <a:spcBef>
                          <a:spcPts val="1000"/>
                        </a:spcBef>
                        <a:buClr>
                          <a:schemeClr val="accent1"/>
                        </a:buClr>
                        <a:buSzPct val="80000"/>
                        <a:buFont typeface="Wingdings 3" panose="05040102010807070707" pitchFamily="18" charset="2"/>
                        <a:defRPr sz="1000">
                          <a:solidFill>
                            <a:srgbClr val="404040"/>
                          </a:solidFill>
                          <a:latin typeface="Trebuchet MS" panose="020B0603020202020204" pitchFamily="34" charset="0"/>
                        </a:defRPr>
                      </a:lvl5pPr>
                      <a:lvl6pPr marL="2514600" indent="-2286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6pPr>
                      <a:lvl7pPr marL="2971800" indent="-2286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7pPr>
                      <a:lvl8pPr marL="3429000" indent="-2286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8pPr>
                      <a:lvl9pPr marL="3886200" indent="-2286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9pPr>
                    </a:lstStyle>
                    <a:p>
                      <a:pPr marL="0" marR="0" lvl="0" indent="0" algn="l" defTabSz="914400" rtl="0" eaLnBrk="1" fontAlgn="base" latinLnBrk="0" hangingPunct="1">
                        <a:lnSpc>
                          <a:spcPct val="115000"/>
                        </a:lnSpc>
                        <a:spcBef>
                          <a:spcPct val="0"/>
                        </a:spcBef>
                        <a:spcAft>
                          <a:spcPts val="1000"/>
                        </a:spcAft>
                        <a:buClrTx/>
                        <a:buSzTx/>
                        <a:buFontTx/>
                        <a:buNone/>
                        <a:tabLst/>
                      </a:pP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Apply knowledge of measurement system, biomedical recording system and biosensors to excel in areas such as entrepreneurship, medicine, government, and education.</a:t>
                      </a:r>
                      <a:endParaRPr kumimoji="0" lang="en-IN"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1" fontAlgn="base" latinLnBrk="0" hangingPunct="1">
                        <a:lnSpc>
                          <a:spcPct val="115000"/>
                        </a:lnSpc>
                        <a:spcBef>
                          <a:spcPct val="0"/>
                        </a:spcBef>
                        <a:spcAft>
                          <a:spcPts val="1000"/>
                        </a:spcAft>
                        <a:buClrTx/>
                        <a:buSzTx/>
                        <a:buFontTx/>
                        <a:buNone/>
                        <a:tabLst/>
                      </a:pPr>
                      <a:endPar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L="114300" marR="1143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ts val="1000"/>
                        </a:spcBef>
                        <a:buClr>
                          <a:schemeClr val="accent1"/>
                        </a:buClr>
                        <a:buSzPct val="80000"/>
                        <a:buFont typeface="Wingdings 3" panose="05040102010807070707" pitchFamily="18" charset="2"/>
                        <a:defRPr sz="1600">
                          <a:solidFill>
                            <a:srgbClr val="404040"/>
                          </a:solidFill>
                          <a:latin typeface="Trebuchet MS" panose="020B0603020202020204" pitchFamily="34" charset="0"/>
                        </a:defRPr>
                      </a:lvl1pPr>
                      <a:lvl2pPr marL="742950" indent="-285750">
                        <a:spcBef>
                          <a:spcPts val="1000"/>
                        </a:spcBef>
                        <a:buClr>
                          <a:schemeClr val="accent1"/>
                        </a:buClr>
                        <a:buSzPct val="80000"/>
                        <a:buFont typeface="Wingdings 3" panose="05040102010807070707" pitchFamily="18" charset="2"/>
                        <a:defRPr sz="1400">
                          <a:solidFill>
                            <a:srgbClr val="404040"/>
                          </a:solidFill>
                          <a:latin typeface="Trebuchet MS" panose="020B0603020202020204" pitchFamily="34" charset="0"/>
                        </a:defRPr>
                      </a:lvl2pPr>
                      <a:lvl3pPr marL="1143000" indent="-228600">
                        <a:spcBef>
                          <a:spcPts val="1000"/>
                        </a:spcBef>
                        <a:buClr>
                          <a:schemeClr val="accent1"/>
                        </a:buClr>
                        <a:buSzPct val="80000"/>
                        <a:buFont typeface="Wingdings 3" panose="05040102010807070707" pitchFamily="18" charset="2"/>
                        <a:defRPr sz="1200">
                          <a:solidFill>
                            <a:srgbClr val="404040"/>
                          </a:solidFill>
                          <a:latin typeface="Trebuchet MS" panose="020B0603020202020204" pitchFamily="34" charset="0"/>
                        </a:defRPr>
                      </a:lvl3pPr>
                      <a:lvl4pPr marL="1600200" indent="-228600">
                        <a:spcBef>
                          <a:spcPts val="1000"/>
                        </a:spcBef>
                        <a:buClr>
                          <a:schemeClr val="accent1"/>
                        </a:buClr>
                        <a:buSzPct val="80000"/>
                        <a:buFont typeface="Wingdings 3" panose="05040102010807070707" pitchFamily="18" charset="2"/>
                        <a:defRPr sz="1000">
                          <a:solidFill>
                            <a:srgbClr val="404040"/>
                          </a:solidFill>
                          <a:latin typeface="Trebuchet MS" panose="020B0603020202020204" pitchFamily="34" charset="0"/>
                        </a:defRPr>
                      </a:lvl4pPr>
                      <a:lvl5pPr marL="2057400" indent="-228600">
                        <a:spcBef>
                          <a:spcPts val="1000"/>
                        </a:spcBef>
                        <a:buClr>
                          <a:schemeClr val="accent1"/>
                        </a:buClr>
                        <a:buSzPct val="80000"/>
                        <a:buFont typeface="Wingdings 3" panose="05040102010807070707" pitchFamily="18" charset="2"/>
                        <a:defRPr sz="1000">
                          <a:solidFill>
                            <a:srgbClr val="404040"/>
                          </a:solidFill>
                          <a:latin typeface="Trebuchet MS" panose="020B0603020202020204" pitchFamily="34" charset="0"/>
                        </a:defRPr>
                      </a:lvl5pPr>
                      <a:lvl6pPr marL="25146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6pPr>
                      <a:lvl7pPr marL="29718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7pPr>
                      <a:lvl8pPr marL="34290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8pPr>
                      <a:lvl9pPr marL="38862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9pPr>
                    </a:lstStyle>
                    <a:p>
                      <a:pPr marL="0" marR="0" lvl="0" indent="0" algn="l" defTabSz="457200" rtl="0" eaLnBrk="1" fontAlgn="base" latinLnBrk="0" hangingPunct="1">
                        <a:lnSpc>
                          <a:spcPct val="115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Apply</a:t>
                      </a:r>
                    </a:p>
                    <a:p>
                      <a:pPr marL="0" marR="0" lvl="0" indent="0" algn="l" defTabSz="457200" rtl="0" eaLnBrk="1" fontAlgn="base" latinLnBrk="0" hangingPunct="1">
                        <a:lnSpc>
                          <a:spcPct val="115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txBody>
                  <a:tcPr marL="68580" marR="6858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90725">
                <a:tc>
                  <a:txBody>
                    <a:bodyPr/>
                    <a:lstStyle>
                      <a:lvl1pPr>
                        <a:spcBef>
                          <a:spcPts val="1000"/>
                        </a:spcBef>
                        <a:buClr>
                          <a:schemeClr val="accent1"/>
                        </a:buClr>
                        <a:buSzPct val="80000"/>
                        <a:buFont typeface="Wingdings 3" panose="05040102010807070707" pitchFamily="18" charset="2"/>
                        <a:defRPr sz="1600">
                          <a:solidFill>
                            <a:srgbClr val="404040"/>
                          </a:solidFill>
                          <a:latin typeface="Trebuchet MS" panose="020B0603020202020204" pitchFamily="34" charset="0"/>
                        </a:defRPr>
                      </a:lvl1pPr>
                      <a:lvl2pPr marL="742950" indent="-285750">
                        <a:spcBef>
                          <a:spcPts val="1000"/>
                        </a:spcBef>
                        <a:buClr>
                          <a:schemeClr val="accent1"/>
                        </a:buClr>
                        <a:buSzPct val="80000"/>
                        <a:buFont typeface="Wingdings 3" panose="05040102010807070707" pitchFamily="18" charset="2"/>
                        <a:defRPr sz="1400">
                          <a:solidFill>
                            <a:srgbClr val="404040"/>
                          </a:solidFill>
                          <a:latin typeface="Trebuchet MS" panose="020B0603020202020204" pitchFamily="34" charset="0"/>
                        </a:defRPr>
                      </a:lvl2pPr>
                      <a:lvl3pPr marL="1143000" indent="-228600">
                        <a:spcBef>
                          <a:spcPts val="1000"/>
                        </a:spcBef>
                        <a:buClr>
                          <a:schemeClr val="accent1"/>
                        </a:buClr>
                        <a:buSzPct val="80000"/>
                        <a:buFont typeface="Wingdings 3" panose="05040102010807070707" pitchFamily="18" charset="2"/>
                        <a:defRPr sz="1200">
                          <a:solidFill>
                            <a:srgbClr val="404040"/>
                          </a:solidFill>
                          <a:latin typeface="Trebuchet MS" panose="020B0603020202020204" pitchFamily="34" charset="0"/>
                        </a:defRPr>
                      </a:lvl3pPr>
                      <a:lvl4pPr marL="1600200" indent="-228600">
                        <a:spcBef>
                          <a:spcPts val="1000"/>
                        </a:spcBef>
                        <a:buClr>
                          <a:schemeClr val="accent1"/>
                        </a:buClr>
                        <a:buSzPct val="80000"/>
                        <a:buFont typeface="Wingdings 3" panose="05040102010807070707" pitchFamily="18" charset="2"/>
                        <a:defRPr sz="1000">
                          <a:solidFill>
                            <a:srgbClr val="404040"/>
                          </a:solidFill>
                          <a:latin typeface="Trebuchet MS" panose="020B0603020202020204" pitchFamily="34" charset="0"/>
                        </a:defRPr>
                      </a:lvl4pPr>
                      <a:lvl5pPr marL="2057400" indent="-228600">
                        <a:spcBef>
                          <a:spcPts val="1000"/>
                        </a:spcBef>
                        <a:buClr>
                          <a:schemeClr val="accent1"/>
                        </a:buClr>
                        <a:buSzPct val="80000"/>
                        <a:buFont typeface="Wingdings 3" panose="05040102010807070707" pitchFamily="18" charset="2"/>
                        <a:defRPr sz="1000">
                          <a:solidFill>
                            <a:srgbClr val="404040"/>
                          </a:solidFill>
                          <a:latin typeface="Trebuchet MS" panose="020B0603020202020204" pitchFamily="34" charset="0"/>
                        </a:defRPr>
                      </a:lvl5pPr>
                      <a:lvl6pPr marL="25146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6pPr>
                      <a:lvl7pPr marL="29718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7pPr>
                      <a:lvl8pPr marL="34290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8pPr>
                      <a:lvl9pPr marL="38862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9pPr>
                    </a:lstStyle>
                    <a:p>
                      <a:pPr marL="0" marR="0" lvl="0" indent="0" algn="l" defTabSz="457200" rtl="0" eaLnBrk="1" fontAlgn="base" latinLnBrk="0" hangingPunct="1">
                        <a:lnSpc>
                          <a:spcPct val="115000"/>
                        </a:lnSpc>
                        <a:spcBef>
                          <a:spcPct val="0"/>
                        </a:spcBef>
                        <a:spcAft>
                          <a:spcPct val="0"/>
                        </a:spcAft>
                        <a:buClrTx/>
                        <a:buSzTx/>
                        <a:buFontTx/>
                        <a:buNone/>
                        <a:tabLst/>
                      </a:pPr>
                      <a:r>
                        <a:rPr kumimoji="0" lang="en-US" altLang="en-US" sz="1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CO5</a:t>
                      </a:r>
                    </a:p>
                  </a:txBody>
                  <a:tcPr marL="68580" marR="6858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ts val="1000"/>
                        </a:spcBef>
                        <a:buClr>
                          <a:schemeClr val="accent1"/>
                        </a:buClr>
                        <a:buSzPct val="80000"/>
                        <a:buFont typeface="Wingdings 3" panose="05040102010807070707" pitchFamily="18" charset="2"/>
                        <a:defRPr sz="1600">
                          <a:solidFill>
                            <a:srgbClr val="404040"/>
                          </a:solidFill>
                          <a:latin typeface="Trebuchet MS" panose="020B0603020202020204" pitchFamily="34" charset="0"/>
                        </a:defRPr>
                      </a:lvl1pPr>
                      <a:lvl2pPr marL="742950" indent="-285750">
                        <a:spcBef>
                          <a:spcPts val="1000"/>
                        </a:spcBef>
                        <a:buClr>
                          <a:schemeClr val="accent1"/>
                        </a:buClr>
                        <a:buSzPct val="80000"/>
                        <a:buFont typeface="Wingdings 3" panose="05040102010807070707" pitchFamily="18" charset="2"/>
                        <a:defRPr sz="1400">
                          <a:solidFill>
                            <a:srgbClr val="404040"/>
                          </a:solidFill>
                          <a:latin typeface="Trebuchet MS" panose="020B0603020202020204" pitchFamily="34" charset="0"/>
                        </a:defRPr>
                      </a:lvl2pPr>
                      <a:lvl3pPr marL="1143000" indent="-228600">
                        <a:spcBef>
                          <a:spcPts val="1000"/>
                        </a:spcBef>
                        <a:buClr>
                          <a:schemeClr val="accent1"/>
                        </a:buClr>
                        <a:buSzPct val="80000"/>
                        <a:buFont typeface="Wingdings 3" panose="05040102010807070707" pitchFamily="18" charset="2"/>
                        <a:defRPr sz="1200">
                          <a:solidFill>
                            <a:srgbClr val="404040"/>
                          </a:solidFill>
                          <a:latin typeface="Trebuchet MS" panose="020B0603020202020204" pitchFamily="34" charset="0"/>
                        </a:defRPr>
                      </a:lvl3pPr>
                      <a:lvl4pPr marL="1600200" indent="-228600">
                        <a:spcBef>
                          <a:spcPts val="1000"/>
                        </a:spcBef>
                        <a:buClr>
                          <a:schemeClr val="accent1"/>
                        </a:buClr>
                        <a:buSzPct val="80000"/>
                        <a:buFont typeface="Wingdings 3" panose="05040102010807070707" pitchFamily="18" charset="2"/>
                        <a:defRPr sz="1000">
                          <a:solidFill>
                            <a:srgbClr val="404040"/>
                          </a:solidFill>
                          <a:latin typeface="Trebuchet MS" panose="020B0603020202020204" pitchFamily="34" charset="0"/>
                        </a:defRPr>
                      </a:lvl4pPr>
                      <a:lvl5pPr marL="2057400" indent="-228600">
                        <a:spcBef>
                          <a:spcPts val="1000"/>
                        </a:spcBef>
                        <a:buClr>
                          <a:schemeClr val="accent1"/>
                        </a:buClr>
                        <a:buSzPct val="80000"/>
                        <a:buFont typeface="Wingdings 3" panose="05040102010807070707" pitchFamily="18" charset="2"/>
                        <a:defRPr sz="1000">
                          <a:solidFill>
                            <a:srgbClr val="404040"/>
                          </a:solidFill>
                          <a:latin typeface="Trebuchet MS" panose="020B0603020202020204" pitchFamily="34" charset="0"/>
                        </a:defRPr>
                      </a:lvl5pPr>
                      <a:lvl6pPr marL="25146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6pPr>
                      <a:lvl7pPr marL="29718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7pPr>
                      <a:lvl8pPr marL="34290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8pPr>
                      <a:lvl9pPr marL="38862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9pPr>
                    </a:lstStyle>
                    <a:p>
                      <a:pPr marL="0" marR="0" lvl="0" indent="0" algn="l" defTabSz="457200" rtl="0" eaLnBrk="1" fontAlgn="base" latinLnBrk="0" hangingPunct="1">
                        <a:lnSpc>
                          <a:spcPct val="115000"/>
                        </a:lnSpc>
                        <a:spcBef>
                          <a:spcPct val="0"/>
                        </a:spcBef>
                        <a:spcAft>
                          <a:spcPts val="1000"/>
                        </a:spcAft>
                        <a:buClrTx/>
                        <a:buSzTx/>
                        <a:buFontTx/>
                        <a:buNone/>
                        <a:tabLst/>
                      </a:pPr>
                      <a:r>
                        <a:rPr kumimoji="0" lang="en-US" altLang="en-US" sz="1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Integrate biological principles for developing next generation technologies,</a:t>
                      </a:r>
                    </a:p>
                  </a:txBody>
                  <a:tcPr marL="114300" marR="11430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ts val="1000"/>
                        </a:spcBef>
                        <a:buClr>
                          <a:schemeClr val="accent1"/>
                        </a:buClr>
                        <a:buSzPct val="80000"/>
                        <a:buFont typeface="Wingdings 3" panose="05040102010807070707" pitchFamily="18" charset="2"/>
                        <a:defRPr sz="1600">
                          <a:solidFill>
                            <a:srgbClr val="404040"/>
                          </a:solidFill>
                          <a:latin typeface="Trebuchet MS" panose="020B0603020202020204" pitchFamily="34" charset="0"/>
                        </a:defRPr>
                      </a:lvl1pPr>
                      <a:lvl2pPr marL="742950" indent="-285750">
                        <a:spcBef>
                          <a:spcPts val="1000"/>
                        </a:spcBef>
                        <a:buClr>
                          <a:schemeClr val="accent1"/>
                        </a:buClr>
                        <a:buSzPct val="80000"/>
                        <a:buFont typeface="Wingdings 3" panose="05040102010807070707" pitchFamily="18" charset="2"/>
                        <a:defRPr sz="1400">
                          <a:solidFill>
                            <a:srgbClr val="404040"/>
                          </a:solidFill>
                          <a:latin typeface="Trebuchet MS" panose="020B0603020202020204" pitchFamily="34" charset="0"/>
                        </a:defRPr>
                      </a:lvl2pPr>
                      <a:lvl3pPr marL="1143000" indent="-228600">
                        <a:spcBef>
                          <a:spcPts val="1000"/>
                        </a:spcBef>
                        <a:buClr>
                          <a:schemeClr val="accent1"/>
                        </a:buClr>
                        <a:buSzPct val="80000"/>
                        <a:buFont typeface="Wingdings 3" panose="05040102010807070707" pitchFamily="18" charset="2"/>
                        <a:defRPr sz="1200">
                          <a:solidFill>
                            <a:srgbClr val="404040"/>
                          </a:solidFill>
                          <a:latin typeface="Trebuchet MS" panose="020B0603020202020204" pitchFamily="34" charset="0"/>
                        </a:defRPr>
                      </a:lvl3pPr>
                      <a:lvl4pPr marL="1600200" indent="-228600">
                        <a:spcBef>
                          <a:spcPts val="1000"/>
                        </a:spcBef>
                        <a:buClr>
                          <a:schemeClr val="accent1"/>
                        </a:buClr>
                        <a:buSzPct val="80000"/>
                        <a:buFont typeface="Wingdings 3" panose="05040102010807070707" pitchFamily="18" charset="2"/>
                        <a:defRPr sz="1000">
                          <a:solidFill>
                            <a:srgbClr val="404040"/>
                          </a:solidFill>
                          <a:latin typeface="Trebuchet MS" panose="020B0603020202020204" pitchFamily="34" charset="0"/>
                        </a:defRPr>
                      </a:lvl4pPr>
                      <a:lvl5pPr marL="2057400" indent="-228600">
                        <a:spcBef>
                          <a:spcPts val="1000"/>
                        </a:spcBef>
                        <a:buClr>
                          <a:schemeClr val="accent1"/>
                        </a:buClr>
                        <a:buSzPct val="80000"/>
                        <a:buFont typeface="Wingdings 3" panose="05040102010807070707" pitchFamily="18" charset="2"/>
                        <a:defRPr sz="1000">
                          <a:solidFill>
                            <a:srgbClr val="404040"/>
                          </a:solidFill>
                          <a:latin typeface="Trebuchet MS" panose="020B0603020202020204" pitchFamily="34" charset="0"/>
                        </a:defRPr>
                      </a:lvl5pPr>
                      <a:lvl6pPr marL="25146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6pPr>
                      <a:lvl7pPr marL="29718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7pPr>
                      <a:lvl8pPr marL="34290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8pPr>
                      <a:lvl9pPr marL="3886200" indent="-228600" defTabSz="457200" fontAlgn="base">
                        <a:spcBef>
                          <a:spcPts val="1000"/>
                        </a:spcBef>
                        <a:spcAft>
                          <a:spcPct val="0"/>
                        </a:spcAft>
                        <a:buClr>
                          <a:schemeClr val="accent1"/>
                        </a:buClr>
                        <a:buSzPct val="80000"/>
                        <a:buFont typeface="Wingdings 3" panose="05040102010807070707" pitchFamily="18" charset="2"/>
                        <a:defRPr sz="1000">
                          <a:solidFill>
                            <a:srgbClr val="404040"/>
                          </a:solidFill>
                          <a:latin typeface="Trebuchet MS" panose="020B0603020202020204" pitchFamily="34" charset="0"/>
                        </a:defRPr>
                      </a:lvl9pPr>
                    </a:lstStyle>
                    <a:p>
                      <a:pPr marL="0" marR="0" lvl="0" indent="0" algn="l" defTabSz="457200" rtl="0" eaLnBrk="1" fontAlgn="base" latinLnBrk="0" hangingPunct="1">
                        <a:lnSpc>
                          <a:spcPct val="115000"/>
                        </a:lnSpc>
                        <a:spcBef>
                          <a:spcPct val="0"/>
                        </a:spcBef>
                        <a:spcAft>
                          <a:spcPct val="0"/>
                        </a:spcAft>
                        <a:buClrTx/>
                        <a:buSzTx/>
                        <a:buFontTx/>
                        <a:buNone/>
                        <a:tabLst/>
                      </a:pP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Create</a:t>
                      </a:r>
                    </a:p>
                  </a:txBody>
                  <a:tcPr marL="68580" marR="6858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6CAAAA-1DAB-4779-A8F8-3B8B853C067E}"/>
              </a:ext>
            </a:extLst>
          </p:cNvPr>
          <p:cNvSpPr>
            <a:spLocks noGrp="1"/>
          </p:cNvSpPr>
          <p:nvPr>
            <p:ph type="title"/>
          </p:nvPr>
        </p:nvSpPr>
        <p:spPr>
          <a:xfrm>
            <a:off x="1134649" y="595792"/>
            <a:ext cx="10018712" cy="964649"/>
          </a:xfrm>
        </p:spPr>
        <p:txBody>
          <a:bodyPr/>
          <a:lstStyle/>
          <a:p>
            <a:pPr algn="ctr">
              <a:defRPr/>
            </a:pPr>
            <a:r>
              <a:rPr lang="en-US" sz="4400" b="1" dirty="0">
                <a:solidFill>
                  <a:schemeClr val="tx1">
                    <a:lumMod val="75000"/>
                    <a:lumOff val="25000"/>
                  </a:schemeClr>
                </a:solidFill>
                <a:cs typeface="Times New Roman" panose="02020603050405020304" pitchFamily="18" charset="0"/>
              </a:rPr>
              <a:t>SYLLABUS</a:t>
            </a:r>
            <a:endParaRPr lang="en-IN" dirty="0"/>
          </a:p>
        </p:txBody>
      </p:sp>
      <p:sp>
        <p:nvSpPr>
          <p:cNvPr id="11267" name="Content Placeholder 2">
            <a:extLst>
              <a:ext uri="{FF2B5EF4-FFF2-40B4-BE49-F238E27FC236}">
                <a16:creationId xmlns:a16="http://schemas.microsoft.com/office/drawing/2014/main" id="{F2A3BAA2-2588-43A9-8606-0FB507D22537}"/>
              </a:ext>
            </a:extLst>
          </p:cNvPr>
          <p:cNvSpPr>
            <a:spLocks noGrp="1" noChangeArrowheads="1"/>
          </p:cNvSpPr>
          <p:nvPr>
            <p:ph idx="1"/>
          </p:nvPr>
        </p:nvSpPr>
        <p:spPr/>
        <p:txBody>
          <a:bodyPr/>
          <a:lstStyle/>
          <a:p>
            <a:endParaRPr lang="en-IN" altLang="en-US"/>
          </a:p>
        </p:txBody>
      </p:sp>
      <p:graphicFrame>
        <p:nvGraphicFramePr>
          <p:cNvPr id="4" name="Content Placeholder 9">
            <a:extLst>
              <a:ext uri="{FF2B5EF4-FFF2-40B4-BE49-F238E27FC236}">
                <a16:creationId xmlns:a16="http://schemas.microsoft.com/office/drawing/2014/main" id="{133B9873-0D72-4F00-B232-68A50C2F664D}"/>
              </a:ext>
            </a:extLst>
          </p:cNvPr>
          <p:cNvGraphicFramePr>
            <a:graphicFrameLocks noGrp="1"/>
          </p:cNvGraphicFramePr>
          <p:nvPr/>
        </p:nvGraphicFramePr>
        <p:xfrm>
          <a:off x="901382" y="1706145"/>
          <a:ext cx="10485247" cy="4653498"/>
        </p:xfrm>
        <a:graphic>
          <a:graphicData uri="http://schemas.openxmlformats.org/drawingml/2006/table">
            <a:tbl>
              <a:tblPr/>
              <a:tblGrid>
                <a:gridCol w="2018630">
                  <a:extLst>
                    <a:ext uri="{9D8B030D-6E8A-4147-A177-3AD203B41FA5}">
                      <a16:colId xmlns:a16="http://schemas.microsoft.com/office/drawing/2014/main" val="20000"/>
                    </a:ext>
                  </a:extLst>
                </a:gridCol>
                <a:gridCol w="6128994">
                  <a:extLst>
                    <a:ext uri="{9D8B030D-6E8A-4147-A177-3AD203B41FA5}">
                      <a16:colId xmlns:a16="http://schemas.microsoft.com/office/drawing/2014/main" val="20001"/>
                    </a:ext>
                  </a:extLst>
                </a:gridCol>
                <a:gridCol w="2337623">
                  <a:extLst>
                    <a:ext uri="{9D8B030D-6E8A-4147-A177-3AD203B41FA5}">
                      <a16:colId xmlns:a16="http://schemas.microsoft.com/office/drawing/2014/main" val="20002"/>
                    </a:ext>
                  </a:extLst>
                </a:gridCol>
              </a:tblGrid>
              <a:tr h="433161">
                <a:tc>
                  <a:txBody>
                    <a:bodyPr/>
                    <a:lstStyle>
                      <a:lvl1pPr>
                        <a:spcBef>
                          <a:spcPct val="20000"/>
                        </a:spcBef>
                        <a:spcAft>
                          <a:spcPts val="600"/>
                        </a:spcAft>
                        <a:buClr>
                          <a:srgbClr val="8D1515"/>
                        </a:buClr>
                        <a:buSzPct val="145000"/>
                        <a:buFont typeface="Arial" panose="020B0604020202020204" pitchFamily="34" charset="0"/>
                        <a:defRPr sz="2000">
                          <a:solidFill>
                            <a:schemeClr val="tx1"/>
                          </a:solidFill>
                          <a:latin typeface="Arial" panose="020B0604020202020204" pitchFamily="34" charset="0"/>
                        </a:defRPr>
                      </a:lvl1pPr>
                      <a:lvl2pPr marL="742950" indent="-285750">
                        <a:spcBef>
                          <a:spcPct val="20000"/>
                        </a:spcBef>
                        <a:spcAft>
                          <a:spcPts val="600"/>
                        </a:spcAft>
                        <a:buClr>
                          <a:srgbClr val="8D1515"/>
                        </a:buClr>
                        <a:buSzPct val="145000"/>
                        <a:buFont typeface="Arial" panose="020B0604020202020204" pitchFamily="34" charset="0"/>
                        <a:defRPr>
                          <a:solidFill>
                            <a:schemeClr val="tx1"/>
                          </a:solidFill>
                          <a:latin typeface="Arial" panose="020B0604020202020204" pitchFamily="34" charset="0"/>
                        </a:defRPr>
                      </a:lvl2pPr>
                      <a:lvl3pPr marL="1143000" indent="-228600">
                        <a:spcBef>
                          <a:spcPct val="20000"/>
                        </a:spcBef>
                        <a:spcAft>
                          <a:spcPts val="600"/>
                        </a:spcAft>
                        <a:buClr>
                          <a:srgbClr val="8D1515"/>
                        </a:buClr>
                        <a:buSzPct val="145000"/>
                        <a:buFont typeface="Arial" panose="020B0604020202020204" pitchFamily="34" charset="0"/>
                        <a:defRPr sz="1600">
                          <a:solidFill>
                            <a:schemeClr val="tx1"/>
                          </a:solidFill>
                          <a:latin typeface="Arial" panose="020B0604020202020204" pitchFamily="34" charset="0"/>
                        </a:defRPr>
                      </a:lvl3pPr>
                      <a:lvl4pPr marL="1600200" indent="-228600">
                        <a:spcBef>
                          <a:spcPct val="20000"/>
                        </a:spcBef>
                        <a:spcAft>
                          <a:spcPts val="600"/>
                        </a:spcAft>
                        <a:buClr>
                          <a:srgbClr val="8D1515"/>
                        </a:buClr>
                        <a:buSzPct val="145000"/>
                        <a:buFont typeface="Arial" panose="020B0604020202020204" pitchFamily="34" charset="0"/>
                        <a:defRPr sz="1400">
                          <a:solidFill>
                            <a:schemeClr val="tx1"/>
                          </a:solidFill>
                          <a:latin typeface="Arial" panose="020B0604020202020204" pitchFamily="34" charset="0"/>
                        </a:defRPr>
                      </a:lvl4pPr>
                      <a:lvl5pPr marL="2057400" indent="-22860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5pPr>
                      <a:lvl6pPr marL="25146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6pPr>
                      <a:lvl7pPr marL="29718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7pPr>
                      <a:lvl8pPr marL="34290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8pPr>
                      <a:lvl9pPr marL="38862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9pPr>
                    </a:lstStyle>
                    <a:p>
                      <a:pPr marL="0" marR="0" lvl="0" indent="0" algn="l" defTabSz="914400" rtl="0" eaLnBrk="1" fontAlgn="base" latinLnBrk="0" hangingPunct="1">
                        <a:lnSpc>
                          <a:spcPct val="115000"/>
                        </a:lnSpc>
                        <a:spcBef>
                          <a:spcPct val="0"/>
                        </a:spcBef>
                        <a:spcAft>
                          <a:spcPts val="1000"/>
                        </a:spcAft>
                        <a:buClrTx/>
                        <a:buSzTx/>
                        <a:buFontTx/>
                        <a:buNone/>
                        <a:tabLst/>
                      </a:pPr>
                      <a:r>
                        <a:rPr kumimoji="0" lang="en-US" altLang="en-US" sz="1800" b="1" i="0" u="none" strike="noStrike" cap="none" normalizeH="0" baseline="0" dirty="0">
                          <a:ln>
                            <a:noFill/>
                          </a:ln>
                          <a:solidFill>
                            <a:srgbClr val="FFFFFF"/>
                          </a:solidFill>
                          <a:effectLst/>
                          <a:latin typeface="Arial" panose="020B0604020202020204" pitchFamily="34" charset="0"/>
                        </a:rPr>
                        <a:t>Unit-2</a:t>
                      </a:r>
                      <a:endParaRPr kumimoji="0" lang="en-IN" altLang="en-US" sz="1800" b="1" i="0" u="none" strike="noStrike" cap="none" normalizeH="0" baseline="0" dirty="0">
                        <a:ln>
                          <a:noFill/>
                        </a:ln>
                        <a:solidFill>
                          <a:srgbClr val="FFFFFF"/>
                        </a:solidFill>
                        <a:effectLst/>
                        <a:latin typeface="Arial" panose="020B0604020202020204" pitchFamily="34" charset="0"/>
                      </a:endParaRPr>
                    </a:p>
                  </a:txBody>
                  <a:tcPr marL="68580" marR="6858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spcAft>
                          <a:spcPts val="600"/>
                        </a:spcAft>
                        <a:buClr>
                          <a:srgbClr val="8D1515"/>
                        </a:buClr>
                        <a:buSzPct val="145000"/>
                        <a:buFont typeface="Arial" panose="020B0604020202020204" pitchFamily="34" charset="0"/>
                        <a:defRPr sz="2000">
                          <a:solidFill>
                            <a:schemeClr val="tx1"/>
                          </a:solidFill>
                          <a:latin typeface="Arial" panose="020B0604020202020204" pitchFamily="34" charset="0"/>
                        </a:defRPr>
                      </a:lvl1pPr>
                      <a:lvl2pPr marL="742950" indent="-285750">
                        <a:spcBef>
                          <a:spcPct val="20000"/>
                        </a:spcBef>
                        <a:spcAft>
                          <a:spcPts val="600"/>
                        </a:spcAft>
                        <a:buClr>
                          <a:srgbClr val="8D1515"/>
                        </a:buClr>
                        <a:buSzPct val="145000"/>
                        <a:buFont typeface="Arial" panose="020B0604020202020204" pitchFamily="34" charset="0"/>
                        <a:defRPr>
                          <a:solidFill>
                            <a:schemeClr val="tx1"/>
                          </a:solidFill>
                          <a:latin typeface="Arial" panose="020B0604020202020204" pitchFamily="34" charset="0"/>
                        </a:defRPr>
                      </a:lvl2pPr>
                      <a:lvl3pPr marL="1143000" indent="-228600">
                        <a:spcBef>
                          <a:spcPct val="20000"/>
                        </a:spcBef>
                        <a:spcAft>
                          <a:spcPts val="600"/>
                        </a:spcAft>
                        <a:buClr>
                          <a:srgbClr val="8D1515"/>
                        </a:buClr>
                        <a:buSzPct val="145000"/>
                        <a:buFont typeface="Arial" panose="020B0604020202020204" pitchFamily="34" charset="0"/>
                        <a:defRPr sz="1600">
                          <a:solidFill>
                            <a:schemeClr val="tx1"/>
                          </a:solidFill>
                          <a:latin typeface="Arial" panose="020B0604020202020204" pitchFamily="34" charset="0"/>
                        </a:defRPr>
                      </a:lvl3pPr>
                      <a:lvl4pPr marL="1600200" indent="-228600">
                        <a:spcBef>
                          <a:spcPct val="20000"/>
                        </a:spcBef>
                        <a:spcAft>
                          <a:spcPts val="600"/>
                        </a:spcAft>
                        <a:buClr>
                          <a:srgbClr val="8D1515"/>
                        </a:buClr>
                        <a:buSzPct val="145000"/>
                        <a:buFont typeface="Arial" panose="020B0604020202020204" pitchFamily="34" charset="0"/>
                        <a:defRPr sz="1400">
                          <a:solidFill>
                            <a:schemeClr val="tx1"/>
                          </a:solidFill>
                          <a:latin typeface="Arial" panose="020B0604020202020204" pitchFamily="34" charset="0"/>
                        </a:defRPr>
                      </a:lvl4pPr>
                      <a:lvl5pPr marL="2057400" indent="-22860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5pPr>
                      <a:lvl6pPr marL="25146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6pPr>
                      <a:lvl7pPr marL="29718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7pPr>
                      <a:lvl8pPr marL="34290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8pPr>
                      <a:lvl9pPr marL="38862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9pPr>
                    </a:lstStyle>
                    <a:p>
                      <a:pPr marL="0" marR="0" lvl="0" indent="0" algn="ctr" defTabSz="914400" rtl="0" eaLnBrk="1" fontAlgn="base" latinLnBrk="0" hangingPunct="1">
                        <a:lnSpc>
                          <a:spcPct val="115000"/>
                        </a:lnSpc>
                        <a:spcBef>
                          <a:spcPct val="0"/>
                        </a:spcBef>
                        <a:spcAft>
                          <a:spcPts val="1000"/>
                        </a:spcAft>
                        <a:buClrTx/>
                        <a:buSzTx/>
                        <a:buFontTx/>
                        <a:buNone/>
                        <a:tabLst/>
                      </a:pPr>
                      <a:r>
                        <a:rPr kumimoji="0" lang="en-US" altLang="en-US" sz="1800" b="1" i="0" u="none" strike="noStrike" cap="none" normalizeH="0" baseline="0">
                          <a:ln>
                            <a:noFill/>
                          </a:ln>
                          <a:solidFill>
                            <a:srgbClr val="FFFFFF"/>
                          </a:solidFill>
                          <a:effectLst/>
                          <a:latin typeface="Arial" panose="020B0604020202020204" pitchFamily="34" charset="0"/>
                        </a:rPr>
                        <a:t>        Biosensors and measurement system</a:t>
                      </a:r>
                      <a:endParaRPr kumimoji="0" lang="en-IN" altLang="en-US" sz="1800" b="1" i="0" u="none" strike="noStrike" cap="none" normalizeH="0" baseline="0">
                        <a:ln>
                          <a:noFill/>
                        </a:ln>
                        <a:solidFill>
                          <a:srgbClr val="FFFFFF"/>
                        </a:solidFill>
                        <a:effectLst/>
                        <a:latin typeface="Arial" panose="020B0604020202020204" pitchFamily="34" charset="0"/>
                      </a:endParaRPr>
                    </a:p>
                  </a:txBody>
                  <a:tcPr marL="68580" marR="6858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spcAft>
                          <a:spcPts val="600"/>
                        </a:spcAft>
                        <a:buClr>
                          <a:srgbClr val="8D1515"/>
                        </a:buClr>
                        <a:buSzPct val="145000"/>
                        <a:buFont typeface="Arial" panose="020B0604020202020204" pitchFamily="34" charset="0"/>
                        <a:defRPr sz="2000">
                          <a:solidFill>
                            <a:schemeClr val="tx1"/>
                          </a:solidFill>
                          <a:latin typeface="Arial" panose="020B0604020202020204" pitchFamily="34" charset="0"/>
                        </a:defRPr>
                      </a:lvl1pPr>
                      <a:lvl2pPr marL="742950" indent="-285750">
                        <a:spcBef>
                          <a:spcPct val="20000"/>
                        </a:spcBef>
                        <a:spcAft>
                          <a:spcPts val="600"/>
                        </a:spcAft>
                        <a:buClr>
                          <a:srgbClr val="8D1515"/>
                        </a:buClr>
                        <a:buSzPct val="145000"/>
                        <a:buFont typeface="Arial" panose="020B0604020202020204" pitchFamily="34" charset="0"/>
                        <a:defRPr>
                          <a:solidFill>
                            <a:schemeClr val="tx1"/>
                          </a:solidFill>
                          <a:latin typeface="Arial" panose="020B0604020202020204" pitchFamily="34" charset="0"/>
                        </a:defRPr>
                      </a:lvl2pPr>
                      <a:lvl3pPr marL="1143000" indent="-228600">
                        <a:spcBef>
                          <a:spcPct val="20000"/>
                        </a:spcBef>
                        <a:spcAft>
                          <a:spcPts val="600"/>
                        </a:spcAft>
                        <a:buClr>
                          <a:srgbClr val="8D1515"/>
                        </a:buClr>
                        <a:buSzPct val="145000"/>
                        <a:buFont typeface="Arial" panose="020B0604020202020204" pitchFamily="34" charset="0"/>
                        <a:defRPr sz="1600">
                          <a:solidFill>
                            <a:schemeClr val="tx1"/>
                          </a:solidFill>
                          <a:latin typeface="Arial" panose="020B0604020202020204" pitchFamily="34" charset="0"/>
                        </a:defRPr>
                      </a:lvl3pPr>
                      <a:lvl4pPr marL="1600200" indent="-228600">
                        <a:spcBef>
                          <a:spcPct val="20000"/>
                        </a:spcBef>
                        <a:spcAft>
                          <a:spcPts val="600"/>
                        </a:spcAft>
                        <a:buClr>
                          <a:srgbClr val="8D1515"/>
                        </a:buClr>
                        <a:buSzPct val="145000"/>
                        <a:buFont typeface="Arial" panose="020B0604020202020204" pitchFamily="34" charset="0"/>
                        <a:defRPr sz="1400">
                          <a:solidFill>
                            <a:schemeClr val="tx1"/>
                          </a:solidFill>
                          <a:latin typeface="Arial" panose="020B0604020202020204" pitchFamily="34" charset="0"/>
                        </a:defRPr>
                      </a:lvl4pPr>
                      <a:lvl5pPr marL="2057400" indent="-22860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5pPr>
                      <a:lvl6pPr marL="25146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6pPr>
                      <a:lvl7pPr marL="29718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7pPr>
                      <a:lvl8pPr marL="34290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8pPr>
                      <a:lvl9pPr marL="38862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9pPr>
                    </a:lstStyle>
                    <a:p>
                      <a:pPr marL="0" marR="0" lvl="0" indent="0" algn="ctr" defTabSz="914400" rtl="0" eaLnBrk="1" fontAlgn="base" latinLnBrk="0" hangingPunct="1">
                        <a:lnSpc>
                          <a:spcPct val="115000"/>
                        </a:lnSpc>
                        <a:spcBef>
                          <a:spcPct val="0"/>
                        </a:spcBef>
                        <a:spcAft>
                          <a:spcPts val="1000"/>
                        </a:spcAft>
                        <a:buClrTx/>
                        <a:buSzTx/>
                        <a:buFontTx/>
                        <a:buNone/>
                        <a:tabLst/>
                      </a:pPr>
                      <a:r>
                        <a:rPr kumimoji="0" lang="en-US" altLang="en-US" sz="1800" b="1" i="0" u="none" strike="noStrike" cap="none" normalizeH="0" baseline="0" dirty="0">
                          <a:ln>
                            <a:noFill/>
                          </a:ln>
                          <a:solidFill>
                            <a:srgbClr val="FFFFFF"/>
                          </a:solidFill>
                          <a:effectLst/>
                          <a:latin typeface="Arial" panose="020B0604020202020204" pitchFamily="34" charset="0"/>
                        </a:rPr>
                        <a:t>Contact Hours: 15</a:t>
                      </a:r>
                      <a:endParaRPr kumimoji="0" lang="en-IN" altLang="en-US" sz="1800" b="1" i="0" u="none" strike="noStrike" cap="none" normalizeH="0" baseline="0" dirty="0">
                        <a:ln>
                          <a:noFill/>
                        </a:ln>
                        <a:solidFill>
                          <a:srgbClr val="FFFFFF"/>
                        </a:solidFill>
                        <a:effectLst/>
                        <a:latin typeface="Arial" panose="020B0604020202020204" pitchFamily="34" charset="0"/>
                      </a:endParaRPr>
                    </a:p>
                  </a:txBody>
                  <a:tcPr marL="68580" marR="6858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4013016">
                <a:tc>
                  <a:txBody>
                    <a:bodyPr/>
                    <a:lstStyle>
                      <a:lvl1pPr>
                        <a:spcBef>
                          <a:spcPct val="20000"/>
                        </a:spcBef>
                        <a:spcAft>
                          <a:spcPts val="600"/>
                        </a:spcAft>
                        <a:buClr>
                          <a:srgbClr val="8D1515"/>
                        </a:buClr>
                        <a:buSzPct val="145000"/>
                        <a:buFont typeface="Arial" panose="020B0604020202020204" pitchFamily="34" charset="0"/>
                        <a:defRPr sz="2000">
                          <a:solidFill>
                            <a:schemeClr val="tx1"/>
                          </a:solidFill>
                          <a:latin typeface="Arial" panose="020B0604020202020204" pitchFamily="34" charset="0"/>
                        </a:defRPr>
                      </a:lvl1pPr>
                      <a:lvl2pPr marL="742950" indent="-285750">
                        <a:spcBef>
                          <a:spcPct val="20000"/>
                        </a:spcBef>
                        <a:spcAft>
                          <a:spcPts val="600"/>
                        </a:spcAft>
                        <a:buClr>
                          <a:srgbClr val="8D1515"/>
                        </a:buClr>
                        <a:buSzPct val="145000"/>
                        <a:buFont typeface="Arial" panose="020B0604020202020204" pitchFamily="34" charset="0"/>
                        <a:defRPr>
                          <a:solidFill>
                            <a:schemeClr val="tx1"/>
                          </a:solidFill>
                          <a:latin typeface="Arial" panose="020B0604020202020204" pitchFamily="34" charset="0"/>
                        </a:defRPr>
                      </a:lvl2pPr>
                      <a:lvl3pPr marL="1143000" indent="-228600">
                        <a:spcBef>
                          <a:spcPct val="20000"/>
                        </a:spcBef>
                        <a:spcAft>
                          <a:spcPts val="600"/>
                        </a:spcAft>
                        <a:buClr>
                          <a:srgbClr val="8D1515"/>
                        </a:buClr>
                        <a:buSzPct val="145000"/>
                        <a:buFont typeface="Arial" panose="020B0604020202020204" pitchFamily="34" charset="0"/>
                        <a:defRPr sz="1600">
                          <a:solidFill>
                            <a:schemeClr val="tx1"/>
                          </a:solidFill>
                          <a:latin typeface="Arial" panose="020B0604020202020204" pitchFamily="34" charset="0"/>
                        </a:defRPr>
                      </a:lvl3pPr>
                      <a:lvl4pPr marL="1600200" indent="-228600">
                        <a:spcBef>
                          <a:spcPct val="20000"/>
                        </a:spcBef>
                        <a:spcAft>
                          <a:spcPts val="600"/>
                        </a:spcAft>
                        <a:buClr>
                          <a:srgbClr val="8D1515"/>
                        </a:buClr>
                        <a:buSzPct val="145000"/>
                        <a:buFont typeface="Arial" panose="020B0604020202020204" pitchFamily="34" charset="0"/>
                        <a:defRPr sz="1400">
                          <a:solidFill>
                            <a:schemeClr val="tx1"/>
                          </a:solidFill>
                          <a:latin typeface="Arial" panose="020B0604020202020204" pitchFamily="34" charset="0"/>
                        </a:defRPr>
                      </a:lvl4pPr>
                      <a:lvl5pPr marL="2057400" indent="-22860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5pPr>
                      <a:lvl6pPr marL="2514600" indent="-228600" defTabSz="4572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6pPr>
                      <a:lvl7pPr marL="2971800" indent="-228600" defTabSz="4572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7pPr>
                      <a:lvl8pPr marL="3429000" indent="-228600" defTabSz="4572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8pPr>
                      <a:lvl9pPr marL="3886200" indent="-228600" defTabSz="4572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9pPr>
                    </a:lstStyle>
                    <a:p>
                      <a:pPr marL="0" marR="0" lvl="0" indent="0" algn="just" defTabSz="457200" rtl="0" eaLnBrk="1" fontAlgn="base" latinLnBrk="0" hangingPunct="1">
                        <a:lnSpc>
                          <a:spcPct val="115000"/>
                        </a:lnSpc>
                        <a:spcBef>
                          <a:spcPct val="0"/>
                        </a:spcBef>
                        <a:spcAft>
                          <a:spcPct val="0"/>
                        </a:spcAft>
                        <a:buClrTx/>
                        <a:buSzTx/>
                        <a:buFontTx/>
                        <a:buNone/>
                        <a:tabLst/>
                      </a:pPr>
                      <a:r>
                        <a:rPr kumimoji="0" lang="en-US" altLang="en-US" sz="1800" b="1" i="0" u="none" strike="noStrike" cap="none" normalizeH="0" baseline="0" dirty="0">
                          <a:ln>
                            <a:noFill/>
                          </a:ln>
                          <a:solidFill>
                            <a:schemeClr val="bg1"/>
                          </a:solidFill>
                          <a:effectLst/>
                          <a:latin typeface="Arial" panose="020B0604020202020204" pitchFamily="34" charset="0"/>
                          <a:ea typeface="SimSun" panose="02010600030101010101" pitchFamily="2" charset="-122"/>
                        </a:rPr>
                        <a:t>Chapter 1</a:t>
                      </a:r>
                      <a:endParaRPr kumimoji="0" lang="en-IN" altLang="en-US" sz="1600" b="0" i="0" u="none" strike="noStrike" cap="none" normalizeH="0" baseline="0" dirty="0">
                        <a:ln>
                          <a:noFill/>
                        </a:ln>
                        <a:solidFill>
                          <a:schemeClr val="bg1"/>
                        </a:solidFill>
                        <a:effectLst/>
                        <a:latin typeface="Arial" panose="020B0604020202020204" pitchFamily="34" charset="0"/>
                        <a:ea typeface="SimSun" panose="02010600030101010101" pitchFamily="2" charset="-122"/>
                      </a:endParaRPr>
                    </a:p>
                    <a:p>
                      <a:pPr marL="0" marR="0" lvl="0" indent="0" algn="just" defTabSz="457200" rtl="0" eaLnBrk="1" fontAlgn="base" latinLnBrk="0" hangingPunct="1">
                        <a:lnSpc>
                          <a:spcPct val="115000"/>
                        </a:lnSpc>
                        <a:spcBef>
                          <a:spcPct val="0"/>
                        </a:spcBef>
                        <a:spcAft>
                          <a:spcPts val="600"/>
                        </a:spcAft>
                        <a:buClrTx/>
                        <a:buSzTx/>
                        <a:buFontTx/>
                        <a:buNone/>
                        <a:tabLst/>
                      </a:pPr>
                      <a:r>
                        <a:rPr kumimoji="0" lang="en-US" altLang="en-US" sz="1800" b="1" i="0" u="none" strike="noStrike" cap="none" normalizeH="0" baseline="0" dirty="0">
                          <a:ln>
                            <a:noFill/>
                          </a:ln>
                          <a:solidFill>
                            <a:schemeClr val="bg1"/>
                          </a:solidFill>
                          <a:effectLst/>
                          <a:latin typeface="Arial" panose="020B0604020202020204" pitchFamily="34" charset="0"/>
                          <a:ea typeface="SimSun" panose="02010600030101010101" pitchFamily="2" charset="-122"/>
                        </a:rPr>
                        <a:t>Medical Instrumentation</a:t>
                      </a:r>
                      <a:endParaRPr kumimoji="0" lang="en-IN" altLang="en-US" sz="1600" b="0" i="0" u="none" strike="noStrike" cap="none" normalizeH="0" baseline="0" dirty="0">
                        <a:ln>
                          <a:noFill/>
                        </a:ln>
                        <a:solidFill>
                          <a:schemeClr val="bg1"/>
                        </a:solidFill>
                        <a:effectLst/>
                        <a:latin typeface="Arial" panose="020B0604020202020204" pitchFamily="34" charset="0"/>
                        <a:ea typeface="SimSun" panose="02010600030101010101" pitchFamily="2" charset="-122"/>
                      </a:endParaRPr>
                    </a:p>
                    <a:p>
                      <a:pPr marL="0" marR="0" lvl="0" indent="0" algn="just" defTabSz="457200" rtl="0" eaLnBrk="1" fontAlgn="base" latinLnBrk="0" hangingPunct="1">
                        <a:lnSpc>
                          <a:spcPct val="115000"/>
                        </a:lnSpc>
                        <a:spcBef>
                          <a:spcPct val="0"/>
                        </a:spcBef>
                        <a:spcAft>
                          <a:spcPts val="1000"/>
                        </a:spcAft>
                        <a:buClrTx/>
                        <a:buSzTx/>
                        <a:buFontTx/>
                        <a:buNone/>
                        <a:tabLst/>
                      </a:pPr>
                      <a:endParaRPr kumimoji="0" lang="en-US" altLang="en-US" sz="1800" b="1" i="0" u="none" strike="noStrike" cap="none" normalizeH="0" baseline="0" dirty="0">
                        <a:ln>
                          <a:noFill/>
                        </a:ln>
                        <a:solidFill>
                          <a:schemeClr val="bg1"/>
                        </a:solidFill>
                        <a:effectLst/>
                        <a:latin typeface="Arial" panose="020B0604020202020204" pitchFamily="34" charset="0"/>
                        <a:ea typeface="SimSun" panose="02010600030101010101" pitchFamily="2" charset="-122"/>
                      </a:endParaRPr>
                    </a:p>
                    <a:p>
                      <a:pPr marL="0" marR="0" lvl="0" indent="0" algn="just" defTabSz="457200" rtl="0" eaLnBrk="1" fontAlgn="base" latinLnBrk="0" hangingPunct="1">
                        <a:lnSpc>
                          <a:spcPct val="115000"/>
                        </a:lnSpc>
                        <a:spcBef>
                          <a:spcPct val="0"/>
                        </a:spcBef>
                        <a:spcAft>
                          <a:spcPct val="0"/>
                        </a:spcAft>
                        <a:buClrTx/>
                        <a:buSzTx/>
                        <a:buFontTx/>
                        <a:buNone/>
                        <a:tabLst/>
                      </a:pPr>
                      <a:r>
                        <a:rPr kumimoji="0" lang="en-US" altLang="en-US" sz="1800" b="1" i="0" u="none" strike="noStrike" cap="none" normalizeH="0" baseline="0" dirty="0">
                          <a:ln>
                            <a:noFill/>
                          </a:ln>
                          <a:solidFill>
                            <a:schemeClr val="bg1"/>
                          </a:solidFill>
                          <a:effectLst/>
                          <a:latin typeface="Arial" panose="020B0604020202020204" pitchFamily="34" charset="0"/>
                          <a:ea typeface="SimSun" panose="02010600030101010101" pitchFamily="2" charset="-122"/>
                        </a:rPr>
                        <a:t>Chapter 2</a:t>
                      </a:r>
                      <a:endParaRPr kumimoji="0" lang="en-IN" altLang="en-US" sz="1600" b="0" i="0" u="none" strike="noStrike" cap="none" normalizeH="0" baseline="0" dirty="0">
                        <a:ln>
                          <a:noFill/>
                        </a:ln>
                        <a:solidFill>
                          <a:schemeClr val="bg1"/>
                        </a:solidFill>
                        <a:effectLst/>
                        <a:latin typeface="Arial" panose="020B0604020202020204" pitchFamily="34" charset="0"/>
                        <a:ea typeface="SimSun" panose="02010600030101010101" pitchFamily="2" charset="-122"/>
                      </a:endParaRPr>
                    </a:p>
                    <a:p>
                      <a:pPr marL="0" marR="0" lvl="0" indent="0" algn="just" defTabSz="457200" rtl="0" eaLnBrk="1" fontAlgn="base" latinLnBrk="0" hangingPunct="1">
                        <a:lnSpc>
                          <a:spcPct val="115000"/>
                        </a:lnSpc>
                        <a:spcBef>
                          <a:spcPct val="0"/>
                        </a:spcBef>
                        <a:spcAft>
                          <a:spcPts val="1000"/>
                        </a:spcAft>
                        <a:buClrTx/>
                        <a:buSzTx/>
                        <a:buFontTx/>
                        <a:buNone/>
                        <a:tabLst/>
                      </a:pPr>
                      <a:r>
                        <a:rPr kumimoji="0" lang="en-US" altLang="en-US" sz="1800" b="1" i="0" u="none" strike="noStrike" cap="none" normalizeH="0" baseline="0" dirty="0">
                          <a:ln>
                            <a:noFill/>
                          </a:ln>
                          <a:solidFill>
                            <a:schemeClr val="bg1"/>
                          </a:solidFill>
                          <a:effectLst/>
                          <a:latin typeface="Arial" panose="020B0604020202020204" pitchFamily="34" charset="0"/>
                          <a:ea typeface="SimSun" panose="02010600030101010101" pitchFamily="2" charset="-122"/>
                        </a:rPr>
                        <a:t>Measurement System</a:t>
                      </a:r>
                      <a:endParaRPr kumimoji="0" lang="en-IN" altLang="en-US" sz="1600" b="0" i="0" u="none" strike="noStrike" cap="none" normalizeH="0" baseline="0" dirty="0">
                        <a:ln>
                          <a:noFill/>
                        </a:ln>
                        <a:solidFill>
                          <a:schemeClr val="bg1"/>
                        </a:solidFill>
                        <a:effectLst/>
                        <a:latin typeface="Arial" panose="020B0604020202020204" pitchFamily="34" charset="0"/>
                        <a:ea typeface="SimSun" panose="02010600030101010101" pitchFamily="2" charset="-122"/>
                      </a:endParaRPr>
                    </a:p>
                    <a:p>
                      <a:pPr marL="0" marR="0" lvl="0" indent="0" algn="just" defTabSz="457200" rtl="0" eaLnBrk="1" fontAlgn="base" latinLnBrk="0" hangingPunct="1">
                        <a:lnSpc>
                          <a:spcPct val="115000"/>
                        </a:lnSpc>
                        <a:spcBef>
                          <a:spcPct val="0"/>
                        </a:spcBef>
                        <a:spcAft>
                          <a:spcPts val="1000"/>
                        </a:spcAft>
                        <a:buClrTx/>
                        <a:buSzTx/>
                        <a:buFontTx/>
                        <a:buNone/>
                        <a:tabLst/>
                      </a:pPr>
                      <a:endParaRPr kumimoji="0" lang="en-US" altLang="en-US" sz="1100" b="1" i="0" u="none" strike="noStrike" cap="none" normalizeH="0" baseline="0" dirty="0">
                        <a:ln>
                          <a:noFill/>
                        </a:ln>
                        <a:solidFill>
                          <a:schemeClr val="bg1"/>
                        </a:solidFill>
                        <a:effectLst/>
                        <a:latin typeface="Arial" panose="020B0604020202020204" pitchFamily="34" charset="0"/>
                        <a:ea typeface="SimSun" panose="02010600030101010101" pitchFamily="2" charset="-122"/>
                      </a:endParaRPr>
                    </a:p>
                    <a:p>
                      <a:pPr marL="0" marR="0" lvl="0" indent="0" algn="just" defTabSz="457200" rtl="0" eaLnBrk="1" fontAlgn="base" latinLnBrk="0" hangingPunct="1">
                        <a:lnSpc>
                          <a:spcPct val="115000"/>
                        </a:lnSpc>
                        <a:spcBef>
                          <a:spcPct val="0"/>
                        </a:spcBef>
                        <a:spcAft>
                          <a:spcPct val="0"/>
                        </a:spcAft>
                        <a:buClrTx/>
                        <a:buSzTx/>
                        <a:buFontTx/>
                        <a:buNone/>
                        <a:tabLst/>
                      </a:pPr>
                      <a:r>
                        <a:rPr kumimoji="0" lang="en-US" altLang="en-US" sz="1800" b="1" i="0" u="none" strike="noStrike" cap="none" normalizeH="0" baseline="0" dirty="0">
                          <a:ln>
                            <a:noFill/>
                          </a:ln>
                          <a:solidFill>
                            <a:schemeClr val="bg1"/>
                          </a:solidFill>
                          <a:effectLst/>
                          <a:latin typeface="Arial" panose="020B0604020202020204" pitchFamily="34" charset="0"/>
                          <a:ea typeface="SimSun" panose="02010600030101010101" pitchFamily="2" charset="-122"/>
                        </a:rPr>
                        <a:t>Chapter 3</a:t>
                      </a:r>
                      <a:endParaRPr kumimoji="0" lang="en-IN" altLang="en-US" sz="1600" b="0" i="0" u="none" strike="noStrike" cap="none" normalizeH="0" baseline="0" dirty="0">
                        <a:ln>
                          <a:noFill/>
                        </a:ln>
                        <a:solidFill>
                          <a:schemeClr val="bg1"/>
                        </a:solidFill>
                        <a:effectLst/>
                        <a:latin typeface="Arial" panose="020B0604020202020204" pitchFamily="34" charset="0"/>
                        <a:ea typeface="SimSun" panose="02010600030101010101" pitchFamily="2" charset="-122"/>
                      </a:endParaRPr>
                    </a:p>
                    <a:p>
                      <a:pPr marL="0" marR="0" lvl="0" indent="0" algn="just" defTabSz="457200" rtl="0" eaLnBrk="1" fontAlgn="base" latinLnBrk="0" hangingPunct="1">
                        <a:lnSpc>
                          <a:spcPct val="115000"/>
                        </a:lnSpc>
                        <a:spcBef>
                          <a:spcPct val="0"/>
                        </a:spcBef>
                        <a:spcAft>
                          <a:spcPts val="1000"/>
                        </a:spcAft>
                        <a:buClrTx/>
                        <a:buSzTx/>
                        <a:buFontTx/>
                        <a:buNone/>
                        <a:tabLst/>
                      </a:pPr>
                      <a:r>
                        <a:rPr kumimoji="0" lang="en-US" altLang="en-US" sz="1800" b="1" i="0" u="none" strike="noStrike" cap="none" normalizeH="0" baseline="0" dirty="0">
                          <a:ln>
                            <a:noFill/>
                          </a:ln>
                          <a:solidFill>
                            <a:schemeClr val="bg1"/>
                          </a:solidFill>
                          <a:effectLst/>
                          <a:latin typeface="Arial" panose="020B0604020202020204" pitchFamily="34" charset="0"/>
                          <a:ea typeface="SimSun" panose="02010600030101010101" pitchFamily="2" charset="-122"/>
                        </a:rPr>
                        <a:t>Biological Sensor</a:t>
                      </a:r>
                      <a:endParaRPr kumimoji="0" lang="en-IN" altLang="en-US" sz="1600" b="0" i="0" u="none" strike="noStrike" cap="none" normalizeH="0" baseline="0" dirty="0">
                        <a:ln>
                          <a:noFill/>
                        </a:ln>
                        <a:solidFill>
                          <a:schemeClr val="bg1"/>
                        </a:solidFill>
                        <a:effectLst/>
                        <a:latin typeface="Arial" panose="020B0604020202020204" pitchFamily="34" charset="0"/>
                        <a:ea typeface="SimSun" panose="02010600030101010101" pitchFamily="2" charset="-122"/>
                      </a:endParaRPr>
                    </a:p>
                    <a:p>
                      <a:pPr marL="0" marR="0" lvl="0" indent="0" algn="just" defTabSz="457200" rtl="0" eaLnBrk="1" fontAlgn="base" latinLnBrk="0" hangingPunct="1">
                        <a:lnSpc>
                          <a:spcPct val="115000"/>
                        </a:lnSpc>
                        <a:spcBef>
                          <a:spcPct val="0"/>
                        </a:spcBef>
                        <a:spcAft>
                          <a:spcPts val="100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ea typeface="SimSun" panose="02010600030101010101" pitchFamily="2" charset="-122"/>
                        </a:rPr>
                        <a:t> </a:t>
                      </a:r>
                      <a:endParaRPr kumimoji="0" lang="en-IN" altLang="en-US" sz="1600" b="0" i="0" u="none" strike="noStrike" cap="none" normalizeH="0" baseline="0" dirty="0">
                        <a:ln>
                          <a:noFill/>
                        </a:ln>
                        <a:solidFill>
                          <a:schemeClr val="tx1"/>
                        </a:solidFill>
                        <a:effectLst/>
                        <a:latin typeface="Arial" panose="020B0604020202020204" pitchFamily="34" charset="0"/>
                        <a:ea typeface="SimSun" panose="02010600030101010101" pitchFamily="2" charset="-122"/>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gridSpan="2">
                  <a:txBody>
                    <a:bodyPr/>
                    <a:lstStyle>
                      <a:lvl1pPr>
                        <a:spcBef>
                          <a:spcPct val="20000"/>
                        </a:spcBef>
                        <a:spcAft>
                          <a:spcPts val="600"/>
                        </a:spcAft>
                        <a:buClr>
                          <a:srgbClr val="8D1515"/>
                        </a:buClr>
                        <a:buSzPct val="145000"/>
                        <a:buFont typeface="Arial" panose="020B0604020202020204" pitchFamily="34" charset="0"/>
                        <a:defRPr sz="2000">
                          <a:solidFill>
                            <a:schemeClr val="tx1"/>
                          </a:solidFill>
                          <a:latin typeface="Arial" panose="020B0604020202020204" pitchFamily="34" charset="0"/>
                        </a:defRPr>
                      </a:lvl1pPr>
                      <a:lvl2pPr marL="742950" indent="-285750">
                        <a:spcBef>
                          <a:spcPct val="20000"/>
                        </a:spcBef>
                        <a:spcAft>
                          <a:spcPts val="600"/>
                        </a:spcAft>
                        <a:buClr>
                          <a:srgbClr val="8D1515"/>
                        </a:buClr>
                        <a:buSzPct val="145000"/>
                        <a:buFont typeface="Arial" panose="020B0604020202020204" pitchFamily="34" charset="0"/>
                        <a:defRPr>
                          <a:solidFill>
                            <a:schemeClr val="tx1"/>
                          </a:solidFill>
                          <a:latin typeface="Arial" panose="020B0604020202020204" pitchFamily="34" charset="0"/>
                        </a:defRPr>
                      </a:lvl2pPr>
                      <a:lvl3pPr marL="1143000" indent="-228600">
                        <a:spcBef>
                          <a:spcPct val="20000"/>
                        </a:spcBef>
                        <a:spcAft>
                          <a:spcPts val="600"/>
                        </a:spcAft>
                        <a:buClr>
                          <a:srgbClr val="8D1515"/>
                        </a:buClr>
                        <a:buSzPct val="145000"/>
                        <a:buFont typeface="Arial" panose="020B0604020202020204" pitchFamily="34" charset="0"/>
                        <a:defRPr sz="1600">
                          <a:solidFill>
                            <a:schemeClr val="tx1"/>
                          </a:solidFill>
                          <a:latin typeface="Arial" panose="020B0604020202020204" pitchFamily="34" charset="0"/>
                        </a:defRPr>
                      </a:lvl3pPr>
                      <a:lvl4pPr marL="1600200" indent="-228600">
                        <a:spcBef>
                          <a:spcPct val="20000"/>
                        </a:spcBef>
                        <a:spcAft>
                          <a:spcPts val="600"/>
                        </a:spcAft>
                        <a:buClr>
                          <a:srgbClr val="8D1515"/>
                        </a:buClr>
                        <a:buSzPct val="145000"/>
                        <a:buFont typeface="Arial" panose="020B0604020202020204" pitchFamily="34" charset="0"/>
                        <a:defRPr sz="1400">
                          <a:solidFill>
                            <a:schemeClr val="tx1"/>
                          </a:solidFill>
                          <a:latin typeface="Arial" panose="020B0604020202020204" pitchFamily="34" charset="0"/>
                        </a:defRPr>
                      </a:lvl4pPr>
                      <a:lvl5pPr marL="2057400" indent="-22860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5pPr>
                      <a:lvl6pPr marL="2514600" indent="-228600" defTabSz="4572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6pPr>
                      <a:lvl7pPr marL="2971800" indent="-228600" defTabSz="4572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7pPr>
                      <a:lvl8pPr marL="3429000" indent="-228600" defTabSz="4572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8pPr>
                      <a:lvl9pPr marL="3886200" indent="-228600" defTabSz="4572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9pPr>
                    </a:lstStyle>
                    <a:p>
                      <a:pPr marL="0" marR="0" lvl="0" indent="0" algn="just" defTabSz="457200" rtl="0" eaLnBrk="1" fontAlgn="base" latinLnBrk="0" hangingPunct="1">
                        <a:lnSpc>
                          <a:spcPct val="90000"/>
                        </a:lnSpc>
                        <a:spcBef>
                          <a:spcPts val="600"/>
                        </a:spcBef>
                        <a:spcAft>
                          <a:spcPct val="0"/>
                        </a:spcAft>
                        <a:buClr>
                          <a:schemeClr val="accent1"/>
                        </a:buClr>
                        <a:buSzPct val="100000"/>
                        <a:buFont typeface="Calibri" panose="020F0502020204030204" pitchFamily="34" charset="0"/>
                        <a:buNone/>
                        <a:tabLst/>
                      </a:pPr>
                      <a:endParaRPr kumimoji="0" lang="en-US" altLang="en-US" sz="100" b="1" i="0" u="none" strike="noStrike" cap="none" normalizeH="0" baseline="0" dirty="0">
                        <a:ln>
                          <a:noFill/>
                        </a:ln>
                        <a:solidFill>
                          <a:srgbClr val="404040"/>
                        </a:solidFill>
                        <a:effectLst/>
                        <a:latin typeface="Arial" panose="020B0604020202020204" pitchFamily="34" charset="0"/>
                      </a:endParaRPr>
                    </a:p>
                    <a:p>
                      <a:pPr marL="0" marR="0" lvl="0" indent="0" algn="just" defTabSz="457200" rtl="0" eaLnBrk="1" fontAlgn="base" latinLnBrk="0" hangingPunct="1">
                        <a:lnSpc>
                          <a:spcPct val="90000"/>
                        </a:lnSpc>
                        <a:spcBef>
                          <a:spcPts val="600"/>
                        </a:spcBef>
                        <a:spcAft>
                          <a:spcPts val="600"/>
                        </a:spcAft>
                        <a:buClr>
                          <a:schemeClr val="accent1"/>
                        </a:buClr>
                        <a:buSzPct val="100000"/>
                        <a:buFont typeface="Calibri" panose="020F0502020204030204" pitchFamily="34" charset="0"/>
                        <a:buNone/>
                        <a:tabLst/>
                      </a:pPr>
                      <a:r>
                        <a:rPr kumimoji="0" lang="en-US" altLang="en-US" sz="1800" b="1" i="0" u="none" strike="noStrike" cap="none" normalizeH="0" baseline="0" dirty="0">
                          <a:ln>
                            <a:noFill/>
                          </a:ln>
                          <a:solidFill>
                            <a:srgbClr val="404040"/>
                          </a:solidFill>
                          <a:effectLst/>
                          <a:latin typeface="Arial" panose="020B0604020202020204" pitchFamily="34" charset="0"/>
                        </a:rPr>
                        <a:t>Medical Instrumentation: </a:t>
                      </a:r>
                      <a:r>
                        <a:rPr kumimoji="0" lang="en-US" altLang="en-US" sz="1800" b="0" i="0" u="none" strike="noStrike" cap="none" normalizeH="0" baseline="0" dirty="0">
                          <a:ln>
                            <a:noFill/>
                          </a:ln>
                          <a:solidFill>
                            <a:srgbClr val="404040"/>
                          </a:solidFill>
                          <a:effectLst/>
                          <a:latin typeface="Arial" panose="020B0604020202020204" pitchFamily="34" charset="0"/>
                        </a:rPr>
                        <a:t>Sources of biomedical Signals, Basic medical Instrumentation system, Performance requirements of medical Instrumentation System, Microprocessors in Medical instruments, PC base medical Instruments, General constraints in the design of medical Instrumentation system, Regulation of Medical Devices.</a:t>
                      </a:r>
                      <a:endParaRPr kumimoji="0" lang="en-IN" altLang="en-US" sz="1800" b="0" i="0" u="none" strike="noStrike" cap="none" normalizeH="0" baseline="0" dirty="0">
                        <a:ln>
                          <a:noFill/>
                        </a:ln>
                        <a:solidFill>
                          <a:srgbClr val="404040"/>
                        </a:solidFill>
                        <a:effectLst/>
                        <a:latin typeface="Arial" panose="020B0604020202020204" pitchFamily="34" charset="0"/>
                      </a:endParaRPr>
                    </a:p>
                    <a:p>
                      <a:pPr marL="0" marR="0" lvl="0" indent="0" algn="just" defTabSz="457200" rtl="0" eaLnBrk="1" fontAlgn="base" latinLnBrk="0" hangingPunct="1">
                        <a:lnSpc>
                          <a:spcPct val="90000"/>
                        </a:lnSpc>
                        <a:spcBef>
                          <a:spcPts val="600"/>
                        </a:spcBef>
                        <a:spcAft>
                          <a:spcPts val="600"/>
                        </a:spcAft>
                        <a:buClr>
                          <a:schemeClr val="accent1"/>
                        </a:buClr>
                        <a:buSzPct val="100000"/>
                        <a:buFont typeface="Calibri" panose="020F0502020204030204" pitchFamily="34" charset="0"/>
                        <a:buNone/>
                        <a:tabLst/>
                      </a:pPr>
                      <a:r>
                        <a:rPr kumimoji="0" lang="en-US" altLang="en-US" sz="1800" b="1" i="0" u="none" strike="noStrike" cap="none" normalizeH="0" baseline="0" dirty="0">
                          <a:ln>
                            <a:noFill/>
                          </a:ln>
                          <a:solidFill>
                            <a:srgbClr val="404040"/>
                          </a:solidFill>
                          <a:effectLst/>
                          <a:latin typeface="Arial" panose="020B0604020202020204" pitchFamily="34" charset="0"/>
                        </a:rPr>
                        <a:t>Measurement System: </a:t>
                      </a:r>
                      <a:r>
                        <a:rPr kumimoji="0" lang="en-US" altLang="en-US" sz="1800" b="0" i="0" u="none" strike="noStrike" cap="none" normalizeH="0" baseline="0" dirty="0">
                          <a:ln>
                            <a:noFill/>
                          </a:ln>
                          <a:solidFill>
                            <a:srgbClr val="404040"/>
                          </a:solidFill>
                          <a:effectLst/>
                          <a:latin typeface="Arial" panose="020B0604020202020204" pitchFamily="34" charset="0"/>
                        </a:rPr>
                        <a:t>Specification of instruments, Statics &amp; Dynamic characteristics of medical instruments, Classification of errors. Statistical analysis, Reliability, Accuracy, Fidelity, Speed of responses, Linearization of technique, and Data Acquisition System.</a:t>
                      </a:r>
                      <a:endParaRPr kumimoji="0" lang="en-IN" altLang="en-US" sz="1800" b="0" i="0" u="none" strike="noStrike" cap="none" normalizeH="0" baseline="0" dirty="0">
                        <a:ln>
                          <a:noFill/>
                        </a:ln>
                        <a:solidFill>
                          <a:srgbClr val="404040"/>
                        </a:solidFill>
                        <a:effectLst/>
                        <a:latin typeface="Arial" panose="020B0604020202020204" pitchFamily="34" charset="0"/>
                      </a:endParaRPr>
                    </a:p>
                    <a:p>
                      <a:pPr marL="0" marR="0" lvl="0" indent="0" algn="just" defTabSz="457200" rtl="0" eaLnBrk="1" fontAlgn="base" latinLnBrk="0" hangingPunct="1">
                        <a:lnSpc>
                          <a:spcPct val="90000"/>
                        </a:lnSpc>
                        <a:spcBef>
                          <a:spcPts val="600"/>
                        </a:spcBef>
                        <a:spcAft>
                          <a:spcPts val="600"/>
                        </a:spcAft>
                        <a:buClr>
                          <a:schemeClr val="accent1"/>
                        </a:buClr>
                        <a:buSzPct val="100000"/>
                        <a:buFont typeface="Calibri" panose="020F0502020204030204" pitchFamily="34" charset="0"/>
                        <a:buNone/>
                        <a:tabLst/>
                      </a:pPr>
                      <a:r>
                        <a:rPr kumimoji="0" lang="en-US" altLang="en-US" sz="1800" b="1" i="0" u="none" strike="noStrike" cap="none" normalizeH="0" baseline="0" dirty="0">
                          <a:ln>
                            <a:noFill/>
                          </a:ln>
                          <a:solidFill>
                            <a:srgbClr val="404040"/>
                          </a:solidFill>
                          <a:effectLst/>
                          <a:latin typeface="Arial" panose="020B0604020202020204" pitchFamily="34" charset="0"/>
                        </a:rPr>
                        <a:t>Biological sensors: </a:t>
                      </a:r>
                      <a:r>
                        <a:rPr kumimoji="0" lang="en-US" altLang="en-US" sz="1800" b="0" i="0" u="none" strike="noStrike" cap="none" normalizeH="0" baseline="0" dirty="0">
                          <a:ln>
                            <a:noFill/>
                          </a:ln>
                          <a:solidFill>
                            <a:srgbClr val="404040"/>
                          </a:solidFill>
                          <a:effectLst/>
                          <a:latin typeface="Arial" panose="020B0604020202020204" pitchFamily="34" charset="0"/>
                        </a:rPr>
                        <a:t>Sensors/ receptors in the human body, basic organization of the nervous system- neural mechanism, Chemoreceptor: hot and cold receptors, sensors for smell, sound, vision, Ion exchange membrane electrodes, enzyme, glucose sensors, immunosensors, &amp; biosensors &amp; applications of biosensors.</a:t>
                      </a:r>
                      <a:endParaRPr kumimoji="0" lang="en-IN" altLang="en-US" sz="1800" b="0" i="0" u="none" strike="noStrike" cap="none" normalizeH="0" baseline="0" dirty="0">
                        <a:ln>
                          <a:noFill/>
                        </a:ln>
                        <a:solidFill>
                          <a:srgbClr val="000000"/>
                        </a:solidFill>
                        <a:effectLst/>
                        <a:latin typeface="Arial" panose="020B0604020202020204" pitchFamily="34"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CFCC"/>
                    </a:solidFill>
                  </a:tcPr>
                </a:tc>
                <a:tc hMerge="1">
                  <a:txBody>
                    <a:bodyPr/>
                    <a:lstStyle/>
                    <a:p>
                      <a:endParaRPr lang="en-IN"/>
                    </a:p>
                  </a:txBody>
                  <a:tcPr/>
                </a:tc>
                <a:extLst>
                  <a:ext uri="{0D108BD9-81ED-4DB2-BD59-A6C34878D82A}">
                    <a16:rowId xmlns:a16="http://schemas.microsoft.com/office/drawing/2014/main" val="10001"/>
                  </a:ext>
                </a:extLst>
              </a:tr>
            </a:tbl>
          </a:graphicData>
        </a:graphic>
      </p:graphicFrame>
      <p:pic>
        <p:nvPicPr>
          <p:cNvPr id="6" name="Picture 5">
            <a:extLst>
              <a:ext uri="{FF2B5EF4-FFF2-40B4-BE49-F238E27FC236}">
                <a16:creationId xmlns:a16="http://schemas.microsoft.com/office/drawing/2014/main" id="{886743DF-A2AA-40B4-9D51-6578F86F63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763375" y="5219700"/>
            <a:ext cx="428625" cy="16383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5082E3-6739-4A58-B45C-6EC003AAB76F}"/>
              </a:ext>
            </a:extLst>
          </p:cNvPr>
          <p:cNvSpPr>
            <a:spLocks noGrp="1"/>
          </p:cNvSpPr>
          <p:nvPr>
            <p:ph type="ctrTitle"/>
          </p:nvPr>
        </p:nvSpPr>
        <p:spPr>
          <a:xfrm>
            <a:off x="1524000" y="1122363"/>
            <a:ext cx="9144000" cy="1730167"/>
          </a:xfrm>
        </p:spPr>
        <p:txBody>
          <a:bodyPr>
            <a:normAutofit fontScale="90000"/>
          </a:bodyPr>
          <a:lstStyle/>
          <a:p>
            <a:r>
              <a:rPr kumimoji="0" lang="en-US" altLang="en-US" sz="6000" b="1" i="0" u="none" strike="noStrike" cap="none" normalizeH="0" baseline="0" dirty="0">
                <a:ln>
                  <a:noFill/>
                </a:ln>
                <a:solidFill>
                  <a:schemeClr val="accent6"/>
                </a:solidFill>
                <a:effectLst/>
              </a:rPr>
              <a:t>Smart Medical Instrumentation Systems </a:t>
            </a:r>
            <a:endParaRPr lang="en-IN" dirty="0">
              <a:solidFill>
                <a:schemeClr val="accent6"/>
              </a:solidFill>
            </a:endParaRPr>
          </a:p>
        </p:txBody>
      </p:sp>
      <p:sp>
        <p:nvSpPr>
          <p:cNvPr id="3" name="Subtitle 2">
            <a:extLst>
              <a:ext uri="{FF2B5EF4-FFF2-40B4-BE49-F238E27FC236}">
                <a16:creationId xmlns:a16="http://schemas.microsoft.com/office/drawing/2014/main" id="{81DBD860-8AE8-4AE2-8BB5-878968BBC0B1}"/>
              </a:ext>
            </a:extLst>
          </p:cNvPr>
          <p:cNvSpPr>
            <a:spLocks noGrp="1"/>
          </p:cNvSpPr>
          <p:nvPr>
            <p:ph type="subTitle" idx="1"/>
          </p:nvPr>
        </p:nvSpPr>
        <p:spPr>
          <a:xfrm>
            <a:off x="2365514" y="3602037"/>
            <a:ext cx="8637105" cy="1934059"/>
          </a:xfrm>
        </p:spPr>
        <p:txBody>
          <a:bodyPr>
            <a:normAutofit/>
          </a:bodyPr>
          <a:lstStyle/>
          <a:p>
            <a:pPr marL="342900" indent="-342900" algn="just">
              <a:buFont typeface="Wingdings" panose="05000000000000000000" pitchFamily="2" charset="2"/>
              <a:buChar char="Ø"/>
            </a:pPr>
            <a:r>
              <a:rPr kumimoji="0" lang="en-US" altLang="en-US" sz="2400" b="0" i="0" u="none" strike="noStrike" cap="none" normalizeH="0" baseline="0" dirty="0">
                <a:ln>
                  <a:noFill/>
                </a:ln>
                <a:solidFill>
                  <a:schemeClr val="accent1"/>
                </a:solidFill>
                <a:effectLst/>
                <a:latin typeface="Arial" panose="020B0604020202020204" pitchFamily="34" charset="0"/>
              </a:rPr>
              <a:t>Microprocessors in Medical instruments</a:t>
            </a:r>
          </a:p>
          <a:p>
            <a:pPr marL="342900" indent="-342900" algn="just">
              <a:buFont typeface="Wingdings" panose="05000000000000000000" pitchFamily="2" charset="2"/>
              <a:buChar char="Ø"/>
            </a:pPr>
            <a:r>
              <a:rPr kumimoji="0" lang="en-US" altLang="en-US" sz="2400" b="0" i="0" u="none" strike="noStrike" cap="none" normalizeH="0" baseline="0" dirty="0">
                <a:ln>
                  <a:noFill/>
                </a:ln>
                <a:solidFill>
                  <a:schemeClr val="accent1"/>
                </a:solidFill>
                <a:effectLst/>
                <a:latin typeface="Arial" panose="020B0604020202020204" pitchFamily="34" charset="0"/>
              </a:rPr>
              <a:t>PC base medical Instruments</a:t>
            </a:r>
          </a:p>
          <a:p>
            <a:pPr marL="342900" indent="-342900" algn="just">
              <a:buFont typeface="Wingdings" panose="05000000000000000000" pitchFamily="2" charset="2"/>
              <a:buChar char="Ø"/>
            </a:pPr>
            <a:r>
              <a:rPr kumimoji="0" lang="en-US" altLang="en-US" sz="2400" b="0" i="0" u="none" strike="noStrike" cap="none" normalizeH="0" baseline="0" dirty="0">
                <a:ln>
                  <a:noFill/>
                </a:ln>
                <a:solidFill>
                  <a:schemeClr val="accent1"/>
                </a:solidFill>
                <a:effectLst/>
                <a:latin typeface="Arial" panose="020B0604020202020204" pitchFamily="34" charset="0"/>
              </a:rPr>
              <a:t> General constraints in design of medical Instrumentation system</a:t>
            </a:r>
          </a:p>
          <a:p>
            <a:pPr algn="just"/>
            <a:endParaRPr lang="en-IN" dirty="0">
              <a:solidFill>
                <a:schemeClr val="accent1"/>
              </a:solidFill>
            </a:endParaRPr>
          </a:p>
        </p:txBody>
      </p:sp>
    </p:spTree>
    <p:extLst>
      <p:ext uri="{BB962C8B-B14F-4D97-AF65-F5344CB8AC3E}">
        <p14:creationId xmlns:p14="http://schemas.microsoft.com/office/powerpoint/2010/main" val="24581043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AF48AB09-D710-4755-B310-512F7E79CC54}"/>
              </a:ext>
            </a:extLst>
          </p:cNvPr>
          <p:cNvGraphicFramePr/>
          <p:nvPr>
            <p:extLst>
              <p:ext uri="{D42A27DB-BD31-4B8C-83A1-F6EECF244321}">
                <p14:modId xmlns:p14="http://schemas.microsoft.com/office/powerpoint/2010/main" val="1844652109"/>
              </p:ext>
            </p:extLst>
          </p:nvPr>
        </p:nvGraphicFramePr>
        <p:xfrm>
          <a:off x="354479" y="467139"/>
          <a:ext cx="11483042" cy="639086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2050" name="Picture 2" descr="What is Microprocessor? Types of Microprocessors &amp; Applications">
            <a:extLst>
              <a:ext uri="{FF2B5EF4-FFF2-40B4-BE49-F238E27FC236}">
                <a16:creationId xmlns:a16="http://schemas.microsoft.com/office/drawing/2014/main" id="{01435138-23C2-8E23-A37B-B824FAD0DD02}"/>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11115" t="17661" r="12434" b="44492"/>
          <a:stretch/>
        </p:blipFill>
        <p:spPr bwMode="auto">
          <a:xfrm>
            <a:off x="7237045" y="895100"/>
            <a:ext cx="4828214" cy="1288806"/>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1B46CBF1-F037-4DDE-A96E-3CC8EABB3C79}"/>
              </a:ext>
            </a:extLst>
          </p:cNvPr>
          <p:cNvSpPr txBox="1"/>
          <p:nvPr/>
        </p:nvSpPr>
        <p:spPr>
          <a:xfrm>
            <a:off x="3466375" y="0"/>
            <a:ext cx="6096000" cy="769441"/>
          </a:xfrm>
          <a:prstGeom prst="rect">
            <a:avLst/>
          </a:prstGeom>
          <a:noFill/>
        </p:spPr>
        <p:txBody>
          <a:bodyPr wrap="square">
            <a:spAutoFit/>
          </a:bodyPr>
          <a:lstStyle/>
          <a:p>
            <a:pPr lvl="0" algn="ctr"/>
            <a:r>
              <a:rPr lang="en-IN" sz="4400" b="1" dirty="0">
                <a:solidFill>
                  <a:schemeClr val="tx1"/>
                </a:solidFill>
                <a:highlight>
                  <a:srgbClr val="FFFF00"/>
                </a:highlight>
                <a:latin typeface="+mj-lt"/>
              </a:rPr>
              <a:t>What is a Microprocessor?</a:t>
            </a:r>
          </a:p>
        </p:txBody>
      </p:sp>
    </p:spTree>
    <p:extLst>
      <p:ext uri="{BB962C8B-B14F-4D97-AF65-F5344CB8AC3E}">
        <p14:creationId xmlns:p14="http://schemas.microsoft.com/office/powerpoint/2010/main" val="30157517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6321C0D-041F-4631-C942-DB995D891399}"/>
              </a:ext>
            </a:extLst>
          </p:cNvPr>
          <p:cNvSpPr>
            <a:spLocks noGrp="1"/>
          </p:cNvSpPr>
          <p:nvPr>
            <p:ph type="sldNum" sz="quarter" idx="12"/>
          </p:nvPr>
        </p:nvSpPr>
        <p:spPr/>
        <p:txBody>
          <a:bodyPr/>
          <a:lstStyle/>
          <a:p>
            <a:fld id="{BDCDBBEF-AA6C-4BA6-85B2-A17D7F280E38}" type="slidenum">
              <a:rPr lang="en-US" smtClean="0"/>
              <a:pPr/>
              <a:t>6</a:t>
            </a:fld>
            <a:endParaRPr lang="en-US"/>
          </a:p>
        </p:txBody>
      </p:sp>
      <p:pic>
        <p:nvPicPr>
          <p:cNvPr id="4098" name="Picture 2" descr="What is Microprocessor: Block Diagram, Evolution, Working, Features -  javatpoint">
            <a:extLst>
              <a:ext uri="{FF2B5EF4-FFF2-40B4-BE49-F238E27FC236}">
                <a16:creationId xmlns:a16="http://schemas.microsoft.com/office/drawing/2014/main" id="{10F5442D-0138-6526-7D12-27FB932C217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62206" y="458167"/>
            <a:ext cx="6547685" cy="354219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2103088F-D7B3-808B-FA8C-D24690FEF6BF}"/>
              </a:ext>
            </a:extLst>
          </p:cNvPr>
          <p:cNvSpPr txBox="1"/>
          <p:nvPr/>
        </p:nvSpPr>
        <p:spPr>
          <a:xfrm>
            <a:off x="355107" y="4000357"/>
            <a:ext cx="11324872" cy="2831544"/>
          </a:xfrm>
          <a:prstGeom prst="rect">
            <a:avLst/>
          </a:prstGeom>
          <a:noFill/>
        </p:spPr>
        <p:txBody>
          <a:bodyPr wrap="square">
            <a:spAutoFit/>
          </a:bodyPr>
          <a:lstStyle/>
          <a:p>
            <a:pPr lvl="0" algn="just">
              <a:spcAft>
                <a:spcPts val="1200"/>
              </a:spcAft>
            </a:pPr>
            <a:r>
              <a:rPr lang="en-US" sz="2800" dirty="0"/>
              <a:t>A microprocessor is </a:t>
            </a:r>
            <a:r>
              <a:rPr lang="en-US" sz="2800" b="1" dirty="0"/>
              <a:t>programmable, multipurpose, clock-driven, register based electronic device</a:t>
            </a:r>
            <a:r>
              <a:rPr lang="en-US" sz="2800" dirty="0"/>
              <a:t> that reads instructions from a storage device called </a:t>
            </a:r>
            <a:r>
              <a:rPr lang="en-US" sz="2800" b="1" dirty="0"/>
              <a:t>memory,</a:t>
            </a:r>
            <a:r>
              <a:rPr lang="en-US" sz="2800" dirty="0"/>
              <a:t> </a:t>
            </a:r>
            <a:r>
              <a:rPr lang="en-US" sz="2800" b="1" dirty="0"/>
              <a:t>accepts data as input </a:t>
            </a:r>
            <a:r>
              <a:rPr lang="en-US" sz="2800" dirty="0"/>
              <a:t>and processes data according to the instructions and then </a:t>
            </a:r>
            <a:r>
              <a:rPr lang="en-US" sz="2800" b="1" dirty="0"/>
              <a:t>provides results as output</a:t>
            </a:r>
            <a:r>
              <a:rPr lang="en-US" sz="2800" dirty="0"/>
              <a:t>.</a:t>
            </a:r>
          </a:p>
          <a:p>
            <a:pPr lvl="0" algn="just">
              <a:spcAft>
                <a:spcPts val="1200"/>
              </a:spcAft>
            </a:pPr>
            <a:r>
              <a:rPr lang="en-US" sz="2800" dirty="0"/>
              <a:t>A digital computer with one microprocessor which acts as a CPU is called Microcomputer.</a:t>
            </a:r>
            <a:endParaRPr lang="en-IN" sz="2800" dirty="0"/>
          </a:p>
        </p:txBody>
      </p:sp>
    </p:spTree>
    <p:extLst>
      <p:ext uri="{BB962C8B-B14F-4D97-AF65-F5344CB8AC3E}">
        <p14:creationId xmlns:p14="http://schemas.microsoft.com/office/powerpoint/2010/main" val="3423410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8D1CEDEA-EA24-4CD1-BD75-5D5FEB28463F}"/>
              </a:ext>
            </a:extLst>
          </p:cNvPr>
          <p:cNvGraphicFramePr/>
          <p:nvPr>
            <p:extLst>
              <p:ext uri="{D42A27DB-BD31-4B8C-83A1-F6EECF244321}">
                <p14:modId xmlns:p14="http://schemas.microsoft.com/office/powerpoint/2010/main" val="659117045"/>
              </p:ext>
            </p:extLst>
          </p:nvPr>
        </p:nvGraphicFramePr>
        <p:xfrm>
          <a:off x="732403" y="-138896"/>
          <a:ext cx="11004325" cy="699689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98731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DAD976A-BCCF-356D-67CC-8B011DB30F8F}"/>
              </a:ext>
            </a:extLst>
          </p:cNvPr>
          <p:cNvSpPr>
            <a:spLocks noGrp="1"/>
          </p:cNvSpPr>
          <p:nvPr>
            <p:ph type="sldNum" sz="quarter" idx="12"/>
          </p:nvPr>
        </p:nvSpPr>
        <p:spPr/>
        <p:txBody>
          <a:bodyPr/>
          <a:lstStyle/>
          <a:p>
            <a:fld id="{BDCDBBEF-AA6C-4BA6-85B2-A17D7F280E38}" type="slidenum">
              <a:rPr lang="en-US" smtClean="0"/>
              <a:pPr/>
              <a:t>8</a:t>
            </a:fld>
            <a:endParaRPr lang="en-US"/>
          </a:p>
        </p:txBody>
      </p:sp>
      <p:sp>
        <p:nvSpPr>
          <p:cNvPr id="4" name="TextBox 3">
            <a:extLst>
              <a:ext uri="{FF2B5EF4-FFF2-40B4-BE49-F238E27FC236}">
                <a16:creationId xmlns:a16="http://schemas.microsoft.com/office/drawing/2014/main" id="{E71DE027-84D8-1D8E-9C1D-9B03D7AACE36}"/>
              </a:ext>
            </a:extLst>
          </p:cNvPr>
          <p:cNvSpPr txBox="1"/>
          <p:nvPr/>
        </p:nvSpPr>
        <p:spPr>
          <a:xfrm>
            <a:off x="1273216" y="1976393"/>
            <a:ext cx="10080584" cy="3539430"/>
          </a:xfrm>
          <a:prstGeom prst="rect">
            <a:avLst/>
          </a:prstGeom>
          <a:noFill/>
        </p:spPr>
        <p:txBody>
          <a:bodyPr wrap="square">
            <a:spAutoFit/>
          </a:bodyPr>
          <a:lstStyle/>
          <a:p>
            <a:r>
              <a:rPr lang="en-US" sz="3200" dirty="0">
                <a:solidFill>
                  <a:srgbClr val="222222"/>
                </a:solidFill>
                <a:latin typeface="Arial" panose="020B0604020202020204" pitchFamily="34" charset="0"/>
              </a:rPr>
              <a:t>1. </a:t>
            </a:r>
            <a:r>
              <a:rPr lang="en-US" sz="3200" b="0" i="0" dirty="0">
                <a:solidFill>
                  <a:srgbClr val="222222"/>
                </a:solidFill>
                <a:effectLst/>
                <a:latin typeface="Arial" panose="020B0604020202020204" pitchFamily="34" charset="0"/>
              </a:rPr>
              <a:t>Patient Monitoring in Intensive Care Unit.</a:t>
            </a:r>
            <a:br>
              <a:rPr lang="en-US" sz="3200" dirty="0"/>
            </a:br>
            <a:r>
              <a:rPr lang="en-US" sz="3200" b="0" i="0" dirty="0">
                <a:solidFill>
                  <a:srgbClr val="222222"/>
                </a:solidFill>
                <a:effectLst/>
                <a:latin typeface="Arial" panose="020B0604020202020204" pitchFamily="34" charset="0"/>
              </a:rPr>
              <a:t>2. Pathological Analysis and the measurement of parameters like blood pressure and temperature.</a:t>
            </a:r>
            <a:br>
              <a:rPr lang="en-US" sz="3200" dirty="0"/>
            </a:br>
            <a:r>
              <a:rPr lang="en-US" sz="3200" b="0" i="0" dirty="0">
                <a:solidFill>
                  <a:srgbClr val="222222"/>
                </a:solidFill>
                <a:effectLst/>
                <a:latin typeface="Arial" panose="020B0604020202020204" pitchFamily="34" charset="0"/>
              </a:rPr>
              <a:t>3. Measurement of heart activity.</a:t>
            </a:r>
            <a:br>
              <a:rPr lang="en-US" sz="3200" dirty="0"/>
            </a:br>
            <a:r>
              <a:rPr lang="en-US" sz="3200" b="0" i="0" dirty="0">
                <a:solidFill>
                  <a:srgbClr val="222222"/>
                </a:solidFill>
                <a:effectLst/>
                <a:latin typeface="Arial" panose="020B0604020202020204" pitchFamily="34" charset="0"/>
              </a:rPr>
              <a:t>4. Ultrasound Processing unit.</a:t>
            </a:r>
            <a:br>
              <a:rPr lang="en-US" sz="3200" dirty="0"/>
            </a:br>
            <a:r>
              <a:rPr lang="en-US" sz="3200" b="0" i="0" dirty="0">
                <a:solidFill>
                  <a:srgbClr val="222222"/>
                </a:solidFill>
                <a:effectLst/>
                <a:latin typeface="Arial" panose="020B0604020202020204" pitchFamily="34" charset="0"/>
              </a:rPr>
              <a:t>5. MRI scanning (Magnetic resonance imaging)</a:t>
            </a:r>
            <a:br>
              <a:rPr lang="en-US" sz="3200" dirty="0"/>
            </a:br>
            <a:r>
              <a:rPr lang="en-US" sz="3200" b="0" i="0" dirty="0">
                <a:solidFill>
                  <a:srgbClr val="222222"/>
                </a:solidFill>
                <a:effectLst/>
                <a:latin typeface="Arial" panose="020B0604020202020204" pitchFamily="34" charset="0"/>
              </a:rPr>
              <a:t>6. CT scanning </a:t>
            </a:r>
            <a:r>
              <a:rPr lang="en-US" sz="3200" b="0" i="0" dirty="0" err="1">
                <a:solidFill>
                  <a:srgbClr val="222222"/>
                </a:solidFill>
                <a:effectLst/>
                <a:latin typeface="Arial" panose="020B0604020202020204" pitchFamily="34" charset="0"/>
              </a:rPr>
              <a:t>etc</a:t>
            </a:r>
            <a:r>
              <a:rPr lang="en-US" sz="3200" b="0" i="0" dirty="0">
                <a:solidFill>
                  <a:srgbClr val="222222"/>
                </a:solidFill>
                <a:effectLst/>
                <a:latin typeface="Arial" panose="020B0604020202020204" pitchFamily="34" charset="0"/>
              </a:rPr>
              <a:t> (Computerized tomography).</a:t>
            </a:r>
            <a:endParaRPr lang="en-IN" sz="3200" dirty="0"/>
          </a:p>
        </p:txBody>
      </p:sp>
      <p:sp>
        <p:nvSpPr>
          <p:cNvPr id="6" name="TextBox 5">
            <a:extLst>
              <a:ext uri="{FF2B5EF4-FFF2-40B4-BE49-F238E27FC236}">
                <a16:creationId xmlns:a16="http://schemas.microsoft.com/office/drawing/2014/main" id="{25C03A33-C5A7-2920-AA68-5453C14D516F}"/>
              </a:ext>
            </a:extLst>
          </p:cNvPr>
          <p:cNvSpPr txBox="1"/>
          <p:nvPr/>
        </p:nvSpPr>
        <p:spPr>
          <a:xfrm>
            <a:off x="1481560" y="551091"/>
            <a:ext cx="11088547" cy="584775"/>
          </a:xfrm>
          <a:prstGeom prst="rect">
            <a:avLst/>
          </a:prstGeom>
          <a:noFill/>
        </p:spPr>
        <p:txBody>
          <a:bodyPr wrap="square">
            <a:spAutoFit/>
          </a:bodyPr>
          <a:lstStyle/>
          <a:p>
            <a:pPr lvl="0"/>
            <a:r>
              <a:rPr lang="en-US" sz="3200" b="1" dirty="0">
                <a:solidFill>
                  <a:schemeClr val="tx1"/>
                </a:solidFill>
                <a:highlight>
                  <a:srgbClr val="FFFF00"/>
                </a:highlight>
                <a:latin typeface="+mj-lt"/>
              </a:rPr>
              <a:t>Applications of Microprocessors in Medical Instrumentation</a:t>
            </a:r>
            <a:endParaRPr lang="en-IN" sz="3200" b="1" dirty="0">
              <a:solidFill>
                <a:schemeClr val="tx1"/>
              </a:solidFill>
              <a:highlight>
                <a:srgbClr val="FFFF00"/>
              </a:highlight>
              <a:latin typeface="+mj-lt"/>
            </a:endParaRPr>
          </a:p>
        </p:txBody>
      </p:sp>
    </p:spTree>
    <p:extLst>
      <p:ext uri="{BB962C8B-B14F-4D97-AF65-F5344CB8AC3E}">
        <p14:creationId xmlns:p14="http://schemas.microsoft.com/office/powerpoint/2010/main" val="40639253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39C3E07-F7BB-C819-EFB0-6F0F2F3ED45C}"/>
              </a:ext>
            </a:extLst>
          </p:cNvPr>
          <p:cNvSpPr>
            <a:spLocks noGrp="1"/>
          </p:cNvSpPr>
          <p:nvPr>
            <p:ph type="sldNum" sz="quarter" idx="12"/>
          </p:nvPr>
        </p:nvSpPr>
        <p:spPr/>
        <p:txBody>
          <a:bodyPr/>
          <a:lstStyle/>
          <a:p>
            <a:fld id="{BDCDBBEF-AA6C-4BA6-85B2-A17D7F280E38}" type="slidenum">
              <a:rPr lang="en-US" smtClean="0"/>
              <a:pPr/>
              <a:t>9</a:t>
            </a:fld>
            <a:endParaRPr lang="en-US"/>
          </a:p>
        </p:txBody>
      </p:sp>
      <p:pic>
        <p:nvPicPr>
          <p:cNvPr id="5122" name="Picture 2" descr="Control Systems in Medical Applications - ppt download">
            <a:extLst>
              <a:ext uri="{FF2B5EF4-FFF2-40B4-BE49-F238E27FC236}">
                <a16:creationId xmlns:a16="http://schemas.microsoft.com/office/drawing/2014/main" id="{FB42550B-2D3C-12B2-5778-0E73AC932439}"/>
              </a:ext>
            </a:extLst>
          </p:cNvPr>
          <p:cNvPicPr>
            <a:picLocks noChangeAspect="1" noChangeArrowheads="1"/>
          </p:cNvPicPr>
          <p:nvPr/>
        </p:nvPicPr>
        <p:blipFill rotWithShape="1">
          <a:blip r:embed="rId2">
            <a:extLst>
              <a:ext uri="{28A0092B-C50C-407E-A947-70E740481C1C}">
                <a14:useLocalDpi xmlns:a14="http://schemas.microsoft.com/office/drawing/2010/main"/>
              </a:ext>
            </a:extLst>
          </a:blip>
          <a:srcRect l="59562" t="21707"/>
          <a:stretch/>
        </p:blipFill>
        <p:spPr bwMode="auto">
          <a:xfrm>
            <a:off x="8900450" y="1574156"/>
            <a:ext cx="2163499" cy="3137584"/>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096F5FFF-ED8F-DEF9-4582-563F3303EAF8}"/>
              </a:ext>
            </a:extLst>
          </p:cNvPr>
          <p:cNvSpPr txBox="1"/>
          <p:nvPr/>
        </p:nvSpPr>
        <p:spPr>
          <a:xfrm>
            <a:off x="1060439" y="404899"/>
            <a:ext cx="10293361" cy="646331"/>
          </a:xfrm>
          <a:prstGeom prst="rect">
            <a:avLst/>
          </a:prstGeom>
          <a:noFill/>
        </p:spPr>
        <p:txBody>
          <a:bodyPr wrap="square" rtlCol="0">
            <a:spAutoFit/>
          </a:bodyPr>
          <a:lstStyle/>
          <a:p>
            <a:r>
              <a:rPr lang="en-US" sz="3600" b="1" dirty="0"/>
              <a:t>Why use of microprocessor in medical applications?  </a:t>
            </a:r>
            <a:endParaRPr lang="en-IN" sz="3600" b="1" dirty="0"/>
          </a:p>
        </p:txBody>
      </p:sp>
      <p:sp>
        <p:nvSpPr>
          <p:cNvPr id="4" name="TextBox 3">
            <a:extLst>
              <a:ext uri="{FF2B5EF4-FFF2-40B4-BE49-F238E27FC236}">
                <a16:creationId xmlns:a16="http://schemas.microsoft.com/office/drawing/2014/main" id="{E135B572-463F-145B-C38C-62E4C3A8F2DC}"/>
              </a:ext>
            </a:extLst>
          </p:cNvPr>
          <p:cNvSpPr txBox="1"/>
          <p:nvPr/>
        </p:nvSpPr>
        <p:spPr>
          <a:xfrm>
            <a:off x="590307" y="1553666"/>
            <a:ext cx="7697165" cy="4524315"/>
          </a:xfrm>
          <a:prstGeom prst="rect">
            <a:avLst/>
          </a:prstGeom>
          <a:noFill/>
        </p:spPr>
        <p:txBody>
          <a:bodyPr wrap="square" rtlCol="0">
            <a:spAutoFit/>
          </a:bodyPr>
          <a:lstStyle/>
          <a:p>
            <a:pPr marL="285750" indent="-285750">
              <a:buFont typeface="Wingdings" panose="05000000000000000000" pitchFamily="2" charset="2"/>
              <a:buChar char="§"/>
            </a:pPr>
            <a:r>
              <a:rPr lang="en-US" sz="3200" b="1" dirty="0"/>
              <a:t>Greater accuracy </a:t>
            </a:r>
            <a:r>
              <a:rPr lang="en-US" sz="3200" dirty="0"/>
              <a:t>than human</a:t>
            </a:r>
          </a:p>
          <a:p>
            <a:pPr marL="285750" indent="-285750">
              <a:buFont typeface="Wingdings" panose="05000000000000000000" pitchFamily="2" charset="2"/>
              <a:buChar char="§"/>
            </a:pPr>
            <a:r>
              <a:rPr lang="en-US" sz="3200" b="1" dirty="0"/>
              <a:t>Lower running cost </a:t>
            </a:r>
            <a:r>
              <a:rPr lang="en-US" sz="3200" dirty="0"/>
              <a:t>compared with human</a:t>
            </a:r>
          </a:p>
          <a:p>
            <a:pPr marL="285750" indent="-285750">
              <a:buFont typeface="Wingdings" panose="05000000000000000000" pitchFamily="2" charset="2"/>
              <a:buChar char="§"/>
            </a:pPr>
            <a:r>
              <a:rPr lang="en-US" sz="3200" b="1" dirty="0"/>
              <a:t>24/7 monitoring </a:t>
            </a:r>
            <a:r>
              <a:rPr lang="en-US" sz="3200" dirty="0"/>
              <a:t>patients</a:t>
            </a:r>
          </a:p>
          <a:p>
            <a:pPr marL="285750" indent="-285750">
              <a:buFont typeface="Wingdings" panose="05000000000000000000" pitchFamily="2" charset="2"/>
              <a:buChar char="§"/>
            </a:pPr>
            <a:r>
              <a:rPr lang="en-US" sz="3200" dirty="0"/>
              <a:t>Monitoring of many different systems </a:t>
            </a:r>
            <a:r>
              <a:rPr lang="en-US" sz="3200" b="1" dirty="0"/>
              <a:t>at once</a:t>
            </a:r>
          </a:p>
          <a:p>
            <a:pPr marL="285750" indent="-285750">
              <a:buFont typeface="Wingdings" panose="05000000000000000000" pitchFamily="2" charset="2"/>
              <a:buChar char="§"/>
            </a:pPr>
            <a:r>
              <a:rPr lang="en-US" sz="3200" dirty="0"/>
              <a:t>Very </a:t>
            </a:r>
            <a:r>
              <a:rPr lang="en-US" sz="3200" b="1" dirty="0"/>
              <a:t>rapid response</a:t>
            </a:r>
          </a:p>
          <a:p>
            <a:pPr marL="285750" indent="-285750">
              <a:buFont typeface="Wingdings" panose="05000000000000000000" pitchFamily="2" charset="2"/>
              <a:buChar char="§"/>
            </a:pPr>
            <a:r>
              <a:rPr lang="en-US" sz="3200" b="1" dirty="0"/>
              <a:t>Continuous process</a:t>
            </a:r>
          </a:p>
          <a:p>
            <a:pPr marL="285750" indent="-285750">
              <a:buFont typeface="Wingdings" panose="05000000000000000000" pitchFamily="2" charset="2"/>
              <a:buChar char="§"/>
            </a:pPr>
            <a:r>
              <a:rPr lang="en-US" sz="3200" b="1" dirty="0"/>
              <a:t>Monitor</a:t>
            </a:r>
            <a:r>
              <a:rPr lang="en-US" sz="3200" dirty="0"/>
              <a:t> </a:t>
            </a:r>
            <a:r>
              <a:rPr lang="en-US" sz="3200" b="1" dirty="0"/>
              <a:t>several patients at once</a:t>
            </a:r>
          </a:p>
          <a:p>
            <a:pPr marL="285750" indent="-285750">
              <a:buFont typeface="Wingdings" panose="05000000000000000000" pitchFamily="2" charset="2"/>
              <a:buChar char="§"/>
            </a:pPr>
            <a:r>
              <a:rPr lang="en-US" sz="3200" b="1" dirty="0"/>
              <a:t>Reliable, small and light weight</a:t>
            </a:r>
            <a:endParaRPr lang="en-IN" sz="3200" b="1" dirty="0"/>
          </a:p>
        </p:txBody>
      </p:sp>
    </p:spTree>
    <p:extLst>
      <p:ext uri="{BB962C8B-B14F-4D97-AF65-F5344CB8AC3E}">
        <p14:creationId xmlns:p14="http://schemas.microsoft.com/office/powerpoint/2010/main" val="19085364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2606D49F-EB5D-467C-A14E-1660E3F61D4B}"/>
              </a:ext>
            </a:extLst>
          </p:cNvPr>
          <p:cNvGraphicFramePr/>
          <p:nvPr>
            <p:extLst>
              <p:ext uri="{D42A27DB-BD31-4B8C-83A1-F6EECF244321}">
                <p14:modId xmlns:p14="http://schemas.microsoft.com/office/powerpoint/2010/main" val="2447489123"/>
              </p:ext>
            </p:extLst>
          </p:nvPr>
        </p:nvGraphicFramePr>
        <p:xfrm>
          <a:off x="162720" y="1013985"/>
          <a:ext cx="11866560" cy="594359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Title 1">
            <a:extLst>
              <a:ext uri="{FF2B5EF4-FFF2-40B4-BE49-F238E27FC236}">
                <a16:creationId xmlns:a16="http://schemas.microsoft.com/office/drawing/2014/main" id="{623F6BA8-C727-6775-684C-0BA6508C64E5}"/>
              </a:ext>
            </a:extLst>
          </p:cNvPr>
          <p:cNvSpPr txBox="1">
            <a:spLocks/>
          </p:cNvSpPr>
          <p:nvPr/>
        </p:nvSpPr>
        <p:spPr>
          <a:xfrm>
            <a:off x="1015014" y="63887"/>
            <a:ext cx="11176986" cy="2305671"/>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ltLang="en-US" sz="4800" dirty="0">
                <a:highlight>
                  <a:srgbClr val="FFFF00"/>
                </a:highlight>
                <a:latin typeface="Arial" panose="020B0604020202020204" pitchFamily="34" charset="0"/>
              </a:rPr>
              <a:t>PC Base Medical Instruments</a:t>
            </a:r>
            <a:endParaRPr lang="en-IN" sz="4800" dirty="0">
              <a:highlight>
                <a:srgbClr val="FFFF00"/>
              </a:highlight>
            </a:endParaRPr>
          </a:p>
        </p:txBody>
      </p:sp>
    </p:spTree>
    <p:extLst>
      <p:ext uri="{BB962C8B-B14F-4D97-AF65-F5344CB8AC3E}">
        <p14:creationId xmlns:p14="http://schemas.microsoft.com/office/powerpoint/2010/main" val="12921672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23A7D6A6-9C25-4877-8579-0B3A649B76B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83973" y="556591"/>
            <a:ext cx="10739941" cy="5792163"/>
          </a:xfrm>
        </p:spPr>
      </p:pic>
    </p:spTree>
    <p:extLst>
      <p:ext uri="{BB962C8B-B14F-4D97-AF65-F5344CB8AC3E}">
        <p14:creationId xmlns:p14="http://schemas.microsoft.com/office/powerpoint/2010/main" val="11753689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C6478629-98A9-4BFE-8FC7-3BF605E2C827}"/>
              </a:ext>
            </a:extLst>
          </p:cNvPr>
          <p:cNvGraphicFramePr/>
          <p:nvPr>
            <p:extLst>
              <p:ext uri="{D42A27DB-BD31-4B8C-83A1-F6EECF244321}">
                <p14:modId xmlns:p14="http://schemas.microsoft.com/office/powerpoint/2010/main" val="3616680562"/>
              </p:ext>
            </p:extLst>
          </p:nvPr>
        </p:nvGraphicFramePr>
        <p:xfrm>
          <a:off x="857861" y="193040"/>
          <a:ext cx="10887099" cy="657550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6379996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FC18AF4E-0FDF-45E9-9406-97EC8322EDCA}"/>
              </a:ext>
            </a:extLst>
          </p:cNvPr>
          <p:cNvGraphicFramePr/>
          <p:nvPr>
            <p:extLst>
              <p:ext uri="{D42A27DB-BD31-4B8C-83A1-F6EECF244321}">
                <p14:modId xmlns:p14="http://schemas.microsoft.com/office/powerpoint/2010/main" val="2306245118"/>
              </p:ext>
            </p:extLst>
          </p:nvPr>
        </p:nvGraphicFramePr>
        <p:xfrm>
          <a:off x="898940" y="288235"/>
          <a:ext cx="10968381" cy="637098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412744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981354D-4E1A-3BDC-7CFC-D201FFEB1A0D}"/>
              </a:ext>
            </a:extLst>
          </p:cNvPr>
          <p:cNvSpPr txBox="1"/>
          <p:nvPr/>
        </p:nvSpPr>
        <p:spPr>
          <a:xfrm>
            <a:off x="1795709" y="270448"/>
            <a:ext cx="9390263" cy="523220"/>
          </a:xfrm>
          <a:prstGeom prst="rect">
            <a:avLst/>
          </a:prstGeom>
          <a:noFill/>
        </p:spPr>
        <p:txBody>
          <a:bodyPr wrap="none" rtlCol="0">
            <a:spAutoFit/>
          </a:bodyPr>
          <a:lstStyle/>
          <a:p>
            <a:r>
              <a:rPr lang="en-US" sz="2800" b="1" dirty="0">
                <a:highlight>
                  <a:srgbClr val="FFFF00"/>
                </a:highlight>
              </a:rPr>
              <a:t>Advantages and applications of PC based medical instruments</a:t>
            </a:r>
            <a:endParaRPr lang="en-IN" sz="2800" b="1" dirty="0">
              <a:highlight>
                <a:srgbClr val="FFFF00"/>
              </a:highlight>
            </a:endParaRPr>
          </a:p>
        </p:txBody>
      </p:sp>
      <p:pic>
        <p:nvPicPr>
          <p:cNvPr id="6146" name="Picture 2" descr="PC for Inomed Planning Software IPS | Medical Devices - inomed  Medizintechnik GmbH">
            <a:extLst>
              <a:ext uri="{FF2B5EF4-FFF2-40B4-BE49-F238E27FC236}">
                <a16:creationId xmlns:a16="http://schemas.microsoft.com/office/drawing/2014/main" id="{139842F1-785B-0AA3-2082-3DD9FE5772D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18249" y="1756036"/>
            <a:ext cx="3853344" cy="3853344"/>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75D3233B-BD7C-A973-8166-D059E0C15937}"/>
              </a:ext>
            </a:extLst>
          </p:cNvPr>
          <p:cNvSpPr txBox="1"/>
          <p:nvPr/>
        </p:nvSpPr>
        <p:spPr>
          <a:xfrm>
            <a:off x="714435" y="1257901"/>
            <a:ext cx="6520866" cy="1754326"/>
          </a:xfrm>
          <a:prstGeom prst="rect">
            <a:avLst/>
          </a:prstGeom>
          <a:noFill/>
        </p:spPr>
        <p:txBody>
          <a:bodyPr wrap="square">
            <a:spAutoFit/>
          </a:bodyPr>
          <a:lstStyle/>
          <a:p>
            <a:pPr marL="285750" indent="-285750" algn="just">
              <a:buFont typeface="Arial" panose="020B0604020202020204" pitchFamily="34" charset="0"/>
              <a:buChar char="•"/>
            </a:pPr>
            <a:r>
              <a:rPr lang="en-US" b="0" i="0" dirty="0">
                <a:solidFill>
                  <a:srgbClr val="040C28"/>
                </a:solidFill>
                <a:effectLst/>
                <a:latin typeface="Google Sans"/>
              </a:rPr>
              <a:t>Computer software can process X-rays, 3D models, and MRI scans to identify abnormalities</a:t>
            </a:r>
            <a:r>
              <a:rPr lang="en-US" b="0" i="0" dirty="0">
                <a:solidFill>
                  <a:srgbClr val="202124"/>
                </a:solidFill>
                <a:effectLst/>
                <a:latin typeface="Google Sans"/>
              </a:rPr>
              <a:t>. </a:t>
            </a:r>
          </a:p>
          <a:p>
            <a:pPr marL="285750" indent="-285750" algn="just">
              <a:buFont typeface="Arial" panose="020B0604020202020204" pitchFamily="34" charset="0"/>
              <a:buChar char="•"/>
            </a:pPr>
            <a:r>
              <a:rPr lang="en-US" b="0" i="0" dirty="0">
                <a:solidFill>
                  <a:srgbClr val="202124"/>
                </a:solidFill>
                <a:effectLst/>
                <a:latin typeface="Google Sans"/>
              </a:rPr>
              <a:t>Medical professionals then use this information to plan the best course of patient treatment. </a:t>
            </a:r>
          </a:p>
          <a:p>
            <a:pPr marL="285750" indent="-285750" algn="just">
              <a:buFont typeface="Arial" panose="020B0604020202020204" pitchFamily="34" charset="0"/>
              <a:buChar char="•"/>
            </a:pPr>
            <a:r>
              <a:rPr lang="en-US" b="0" i="0" dirty="0">
                <a:solidFill>
                  <a:srgbClr val="202124"/>
                </a:solidFill>
                <a:effectLst/>
                <a:latin typeface="Google Sans"/>
              </a:rPr>
              <a:t>In recent years, there has also been an increase in the use of wearable devices that collect data about a patient's health.</a:t>
            </a:r>
            <a:endParaRPr lang="en-IN" dirty="0"/>
          </a:p>
        </p:txBody>
      </p:sp>
    </p:spTree>
    <p:extLst>
      <p:ext uri="{BB962C8B-B14F-4D97-AF65-F5344CB8AC3E}">
        <p14:creationId xmlns:p14="http://schemas.microsoft.com/office/powerpoint/2010/main" val="38002808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AD903D8-B9D4-5417-E553-75A17DF122C4}"/>
              </a:ext>
            </a:extLst>
          </p:cNvPr>
          <p:cNvSpPr txBox="1"/>
          <p:nvPr/>
        </p:nvSpPr>
        <p:spPr>
          <a:xfrm>
            <a:off x="2782410" y="308044"/>
            <a:ext cx="6094520" cy="707886"/>
          </a:xfrm>
          <a:prstGeom prst="rect">
            <a:avLst/>
          </a:prstGeom>
          <a:noFill/>
        </p:spPr>
        <p:txBody>
          <a:bodyPr wrap="square">
            <a:spAutoFit/>
          </a:bodyPr>
          <a:lstStyle/>
          <a:p>
            <a:pPr lvl="0" algn="ctr"/>
            <a:r>
              <a:rPr lang="en-US" sz="4000" b="0" i="0" dirty="0">
                <a:highlight>
                  <a:srgbClr val="FFFF00"/>
                </a:highlight>
              </a:rPr>
              <a:t>DATA ACQUISITION system  </a:t>
            </a:r>
            <a:endParaRPr lang="en-IN" sz="4000" dirty="0">
              <a:highlight>
                <a:srgbClr val="FFFF00"/>
              </a:highlight>
            </a:endParaRPr>
          </a:p>
        </p:txBody>
      </p:sp>
      <p:sp>
        <p:nvSpPr>
          <p:cNvPr id="6" name="TextBox 5">
            <a:extLst>
              <a:ext uri="{FF2B5EF4-FFF2-40B4-BE49-F238E27FC236}">
                <a16:creationId xmlns:a16="http://schemas.microsoft.com/office/drawing/2014/main" id="{B1CE09CA-5674-3CED-4CAE-829322BA1FD4}"/>
              </a:ext>
            </a:extLst>
          </p:cNvPr>
          <p:cNvSpPr txBox="1"/>
          <p:nvPr/>
        </p:nvSpPr>
        <p:spPr>
          <a:xfrm>
            <a:off x="156988" y="1054387"/>
            <a:ext cx="11759877" cy="1569660"/>
          </a:xfrm>
          <a:prstGeom prst="rect">
            <a:avLst/>
          </a:prstGeom>
          <a:noFill/>
        </p:spPr>
        <p:txBody>
          <a:bodyPr wrap="square">
            <a:spAutoFit/>
          </a:bodyPr>
          <a:lstStyle/>
          <a:p>
            <a:pPr algn="just"/>
            <a:r>
              <a:rPr lang="en-US" sz="3200" b="0" i="0" dirty="0">
                <a:solidFill>
                  <a:srgbClr val="202124"/>
                </a:solidFill>
                <a:effectLst/>
                <a:latin typeface="Google Sans"/>
              </a:rPr>
              <a:t>A data acquisition system is </a:t>
            </a:r>
            <a:r>
              <a:rPr lang="en-US" sz="3200" b="0" i="0" dirty="0">
                <a:solidFill>
                  <a:srgbClr val="040C28"/>
                </a:solidFill>
                <a:effectLst/>
                <a:latin typeface="Google Sans"/>
              </a:rPr>
              <a:t>a </a:t>
            </a:r>
            <a:r>
              <a:rPr lang="en-US" sz="3200" b="1" i="0" dirty="0">
                <a:solidFill>
                  <a:srgbClr val="040C28"/>
                </a:solidFill>
                <a:effectLst/>
                <a:latin typeface="Google Sans"/>
              </a:rPr>
              <a:t>collection of software and hardware </a:t>
            </a:r>
            <a:r>
              <a:rPr lang="en-US" sz="3200" b="0" i="0" dirty="0">
                <a:solidFill>
                  <a:srgbClr val="040C28"/>
                </a:solidFill>
                <a:effectLst/>
                <a:latin typeface="Google Sans"/>
              </a:rPr>
              <a:t>that </a:t>
            </a:r>
            <a:r>
              <a:rPr lang="en-US" sz="3200" b="1" i="0" dirty="0">
                <a:solidFill>
                  <a:srgbClr val="040C28"/>
                </a:solidFill>
                <a:effectLst/>
                <a:latin typeface="Google Sans"/>
              </a:rPr>
              <a:t>allows one to measure or control the physical characteristics of something in the real world</a:t>
            </a:r>
            <a:r>
              <a:rPr lang="en-US" sz="3200" b="1" i="0" dirty="0">
                <a:solidFill>
                  <a:srgbClr val="202124"/>
                </a:solidFill>
                <a:effectLst/>
                <a:latin typeface="Google Sans"/>
              </a:rPr>
              <a:t>.</a:t>
            </a:r>
            <a:endParaRPr lang="en-IN" sz="3200" b="1" dirty="0"/>
          </a:p>
        </p:txBody>
      </p:sp>
      <p:sp>
        <p:nvSpPr>
          <p:cNvPr id="8" name="TextBox 7">
            <a:extLst>
              <a:ext uri="{FF2B5EF4-FFF2-40B4-BE49-F238E27FC236}">
                <a16:creationId xmlns:a16="http://schemas.microsoft.com/office/drawing/2014/main" id="{DFA1C658-E595-6031-714D-06247CDAF645}"/>
              </a:ext>
            </a:extLst>
          </p:cNvPr>
          <p:cNvSpPr txBox="1"/>
          <p:nvPr/>
        </p:nvSpPr>
        <p:spPr>
          <a:xfrm>
            <a:off x="216061" y="3075900"/>
            <a:ext cx="11759878" cy="830997"/>
          </a:xfrm>
          <a:prstGeom prst="rect">
            <a:avLst/>
          </a:prstGeom>
          <a:noFill/>
        </p:spPr>
        <p:txBody>
          <a:bodyPr wrap="square">
            <a:spAutoFit/>
          </a:bodyPr>
          <a:lstStyle/>
          <a:p>
            <a:r>
              <a:rPr lang="en-US" sz="2400" b="0" i="0" dirty="0">
                <a:solidFill>
                  <a:srgbClr val="4D5156"/>
                </a:solidFill>
                <a:effectLst/>
                <a:latin typeface="arial" panose="020B0604020202020204" pitchFamily="34" charset="0"/>
              </a:rPr>
              <a:t>These </a:t>
            </a:r>
            <a:r>
              <a:rPr lang="en-US" sz="2400" b="1" i="0" dirty="0">
                <a:solidFill>
                  <a:srgbClr val="5F6368"/>
                </a:solidFill>
                <a:effectLst/>
                <a:latin typeface="arial" panose="020B0604020202020204" pitchFamily="34" charset="0"/>
              </a:rPr>
              <a:t>data acquisition systems</a:t>
            </a:r>
            <a:r>
              <a:rPr lang="en-US" sz="2400" b="0" i="0" dirty="0">
                <a:solidFill>
                  <a:srgbClr val="4D5156"/>
                </a:solidFill>
                <a:effectLst/>
                <a:latin typeface="arial" panose="020B0604020202020204" pitchFamily="34" charset="0"/>
              </a:rPr>
              <a:t> will </a:t>
            </a:r>
            <a:r>
              <a:rPr lang="en-US" sz="2400" b="1" i="0" dirty="0">
                <a:solidFill>
                  <a:srgbClr val="4D5156"/>
                </a:solidFill>
                <a:effectLst/>
                <a:latin typeface="arial" panose="020B0604020202020204" pitchFamily="34" charset="0"/>
              </a:rPr>
              <a:t>perform the tasks </a:t>
            </a:r>
            <a:r>
              <a:rPr lang="en-US" sz="2400" b="0" i="0" dirty="0">
                <a:solidFill>
                  <a:srgbClr val="4D5156"/>
                </a:solidFill>
                <a:effectLst/>
                <a:latin typeface="arial" panose="020B0604020202020204" pitchFamily="34" charset="0"/>
              </a:rPr>
              <a:t>such as conversion of data, storage of data, transmission of data and processing of data.</a:t>
            </a:r>
            <a:endParaRPr lang="en-IN" sz="2400" dirty="0"/>
          </a:p>
        </p:txBody>
      </p:sp>
      <p:grpSp>
        <p:nvGrpSpPr>
          <p:cNvPr id="12" name="Group 11">
            <a:extLst>
              <a:ext uri="{FF2B5EF4-FFF2-40B4-BE49-F238E27FC236}">
                <a16:creationId xmlns:a16="http://schemas.microsoft.com/office/drawing/2014/main" id="{9F1E8CF3-8ABE-2AF0-42D5-0A08585C9634}"/>
              </a:ext>
            </a:extLst>
          </p:cNvPr>
          <p:cNvGrpSpPr/>
          <p:nvPr/>
        </p:nvGrpSpPr>
        <p:grpSpPr>
          <a:xfrm>
            <a:off x="905421" y="4017406"/>
            <a:ext cx="10378198" cy="2840594"/>
            <a:chOff x="571669" y="4017406"/>
            <a:chExt cx="10378198" cy="2840594"/>
          </a:xfrm>
        </p:grpSpPr>
        <p:sp>
          <p:nvSpPr>
            <p:cNvPr id="9" name="Slide Number Placeholder 2">
              <a:extLst>
                <a:ext uri="{FF2B5EF4-FFF2-40B4-BE49-F238E27FC236}">
                  <a16:creationId xmlns:a16="http://schemas.microsoft.com/office/drawing/2014/main" id="{EFAE28DE-8AB9-73F2-AB50-AB8A6B6A3988}"/>
                </a:ext>
              </a:extLst>
            </p:cNvPr>
            <p:cNvSpPr txBox="1">
              <a:spLocks/>
            </p:cNvSpPr>
            <p:nvPr/>
          </p:nvSpPr>
          <p:spPr>
            <a:xfrm>
              <a:off x="8206667" y="6492875"/>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DCDBBEF-AA6C-4BA6-85B2-A17D7F280E38}" type="slidenum">
                <a:rPr lang="en-US" smtClean="0"/>
                <a:pPr/>
                <a:t>15</a:t>
              </a:fld>
              <a:endParaRPr lang="en-US"/>
            </a:p>
          </p:txBody>
        </p:sp>
        <p:pic>
          <p:nvPicPr>
            <p:cNvPr id="10" name="Picture 9">
              <a:extLst>
                <a:ext uri="{FF2B5EF4-FFF2-40B4-BE49-F238E27FC236}">
                  <a16:creationId xmlns:a16="http://schemas.microsoft.com/office/drawing/2014/main" id="{4A1E8CD2-0BFE-32FC-FD8C-39D4A6BC8C7E}"/>
                </a:ext>
              </a:extLst>
            </p:cNvPr>
            <p:cNvPicPr>
              <a:picLocks noChangeAspect="1"/>
            </p:cNvPicPr>
            <p:nvPr/>
          </p:nvPicPr>
          <p:blipFill rotWithShape="1">
            <a:blip r:embed="rId2">
              <a:extLst>
                <a:ext uri="{28A0092B-C50C-407E-A947-70E740481C1C}">
                  <a14:useLocalDpi xmlns:a14="http://schemas.microsoft.com/office/drawing/2010/main" val="0"/>
                </a:ext>
              </a:extLst>
            </a:blip>
            <a:srcRect t="9619"/>
            <a:stretch/>
          </p:blipFill>
          <p:spPr>
            <a:xfrm>
              <a:off x="571669" y="4017406"/>
              <a:ext cx="10263012" cy="2828260"/>
            </a:xfrm>
            <a:prstGeom prst="rect">
              <a:avLst/>
            </a:prstGeom>
          </p:spPr>
        </p:pic>
        <p:sp>
          <p:nvSpPr>
            <p:cNvPr id="11" name="TextBox 10">
              <a:extLst>
                <a:ext uri="{FF2B5EF4-FFF2-40B4-BE49-F238E27FC236}">
                  <a16:creationId xmlns:a16="http://schemas.microsoft.com/office/drawing/2014/main" id="{48A5F408-3031-E079-3494-DD2A2550E163}"/>
                </a:ext>
              </a:extLst>
            </p:cNvPr>
            <p:cNvSpPr txBox="1"/>
            <p:nvPr/>
          </p:nvSpPr>
          <p:spPr>
            <a:xfrm>
              <a:off x="7552678" y="4476969"/>
              <a:ext cx="3153792" cy="369332"/>
            </a:xfrm>
            <a:prstGeom prst="rect">
              <a:avLst/>
            </a:prstGeom>
            <a:noFill/>
          </p:spPr>
          <p:txBody>
            <a:bodyPr wrap="square">
              <a:spAutoFit/>
            </a:bodyPr>
            <a:lstStyle/>
            <a:p>
              <a:r>
                <a:rPr lang="en-US" sz="1800" b="1" i="0" dirty="0">
                  <a:solidFill>
                    <a:srgbClr val="333333"/>
                  </a:solidFill>
                  <a:effectLst/>
                </a:rPr>
                <a:t>Analog-to-Digital Converter </a:t>
              </a:r>
              <a:endParaRPr lang="en-IN" dirty="0"/>
            </a:p>
          </p:txBody>
        </p:sp>
      </p:grpSp>
    </p:spTree>
    <p:extLst>
      <p:ext uri="{BB962C8B-B14F-4D97-AF65-F5344CB8AC3E}">
        <p14:creationId xmlns:p14="http://schemas.microsoft.com/office/powerpoint/2010/main" val="17839612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75E2B7-71D5-47C9-BCA8-17C999924FB2}"/>
              </a:ext>
            </a:extLst>
          </p:cNvPr>
          <p:cNvSpPr>
            <a:spLocks noGrp="1"/>
          </p:cNvSpPr>
          <p:nvPr>
            <p:ph type="title"/>
          </p:nvPr>
        </p:nvSpPr>
        <p:spPr>
          <a:xfrm>
            <a:off x="750827" y="-1021887"/>
            <a:ext cx="10515600" cy="2852737"/>
          </a:xfrm>
        </p:spPr>
        <p:txBody>
          <a:bodyPr/>
          <a:lstStyle/>
          <a:p>
            <a:pPr algn="ctr"/>
            <a:r>
              <a:rPr kumimoji="0" lang="en-US" altLang="en-US" sz="6000" b="1" i="0" u="none" strike="noStrike" cap="none" normalizeH="0" baseline="0" dirty="0">
                <a:ln>
                  <a:noFill/>
                </a:ln>
                <a:effectLst/>
                <a:highlight>
                  <a:srgbClr val="FFFF00"/>
                </a:highlight>
              </a:rPr>
              <a:t>General constraints in design of Medical Instrumentation System</a:t>
            </a:r>
            <a:endParaRPr lang="en-IN" b="1" dirty="0">
              <a:highlight>
                <a:srgbClr val="FFFF00"/>
              </a:highlight>
            </a:endParaRPr>
          </a:p>
        </p:txBody>
      </p:sp>
      <p:sp>
        <p:nvSpPr>
          <p:cNvPr id="4" name="TextBox 3">
            <a:extLst>
              <a:ext uri="{FF2B5EF4-FFF2-40B4-BE49-F238E27FC236}">
                <a16:creationId xmlns:a16="http://schemas.microsoft.com/office/drawing/2014/main" id="{4E6027DE-E3D9-B521-0878-4C42B793A818}"/>
              </a:ext>
            </a:extLst>
          </p:cNvPr>
          <p:cNvSpPr txBox="1"/>
          <p:nvPr/>
        </p:nvSpPr>
        <p:spPr>
          <a:xfrm>
            <a:off x="523754" y="2347188"/>
            <a:ext cx="10506920" cy="4031873"/>
          </a:xfrm>
          <a:prstGeom prst="rect">
            <a:avLst/>
          </a:prstGeom>
          <a:noFill/>
        </p:spPr>
        <p:txBody>
          <a:bodyPr wrap="square">
            <a:spAutoFit/>
          </a:bodyPr>
          <a:lstStyle/>
          <a:p>
            <a:pPr lvl="0" algn="just"/>
            <a:r>
              <a:rPr lang="en-IN" sz="3200" dirty="0"/>
              <a:t>Medical equipment are primarily </a:t>
            </a:r>
            <a:r>
              <a:rPr lang="en-IN" sz="3200" b="1" dirty="0"/>
              <a:t>used for making measurements of physiological parameters of the human body</a:t>
            </a:r>
            <a:r>
              <a:rPr lang="en-IN" sz="3200" dirty="0"/>
              <a:t> and also in some cases as stimulus or some kind of energy is applied to the human body </a:t>
            </a:r>
            <a:r>
              <a:rPr lang="en-IN" sz="3200" b="1" dirty="0"/>
              <a:t>for diagnosis and treatment.</a:t>
            </a:r>
          </a:p>
          <a:p>
            <a:pPr lvl="0" algn="just"/>
            <a:endParaRPr lang="en-IN" sz="3200" dirty="0"/>
          </a:p>
          <a:p>
            <a:pPr lvl="0" algn="just"/>
            <a:r>
              <a:rPr lang="en-IN" sz="3200" dirty="0"/>
              <a:t>Important factors determined to design the system: </a:t>
            </a:r>
            <a:r>
              <a:rPr lang="en-IN" sz="3200" b="1" dirty="0"/>
              <a:t>Measurement range and frequency range. </a:t>
            </a:r>
          </a:p>
        </p:txBody>
      </p:sp>
    </p:spTree>
    <p:extLst>
      <p:ext uri="{BB962C8B-B14F-4D97-AF65-F5344CB8AC3E}">
        <p14:creationId xmlns:p14="http://schemas.microsoft.com/office/powerpoint/2010/main" val="4871497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3AA9CC1-9145-D8F4-89C4-178BF1B3A81E}"/>
              </a:ext>
            </a:extLst>
          </p:cNvPr>
          <p:cNvSpPr txBox="1"/>
          <p:nvPr/>
        </p:nvSpPr>
        <p:spPr>
          <a:xfrm>
            <a:off x="187124" y="1173374"/>
            <a:ext cx="11817752" cy="5509200"/>
          </a:xfrm>
          <a:prstGeom prst="rect">
            <a:avLst/>
          </a:prstGeom>
          <a:noFill/>
        </p:spPr>
        <p:txBody>
          <a:bodyPr wrap="square" rtlCol="0">
            <a:spAutoFit/>
          </a:bodyPr>
          <a:lstStyle/>
          <a:p>
            <a:pPr marL="285750" lvl="0" indent="-285750" algn="just">
              <a:buFont typeface="Arial" panose="020B0604020202020204" pitchFamily="34" charset="0"/>
              <a:buChar char="•"/>
            </a:pPr>
            <a:r>
              <a:rPr lang="en-IN" sz="3200" dirty="0"/>
              <a:t>The </a:t>
            </a:r>
            <a:r>
              <a:rPr lang="en-IN" sz="3200" b="1" dirty="0"/>
              <a:t>signal to be measured </a:t>
            </a:r>
            <a:r>
              <a:rPr lang="en-IN" sz="3200" dirty="0"/>
              <a:t>imposes constraints on </a:t>
            </a:r>
            <a:r>
              <a:rPr lang="en-IN" sz="3200" b="1" u="sng" dirty="0"/>
              <a:t>how it should be acquired and processed</a:t>
            </a:r>
          </a:p>
          <a:p>
            <a:pPr marL="285750" indent="-285750" algn="just">
              <a:buFont typeface="Arial" panose="020B0604020202020204" pitchFamily="34" charset="0"/>
              <a:buChar char="•"/>
            </a:pPr>
            <a:r>
              <a:rPr lang="en-IN" sz="3200" dirty="0"/>
              <a:t>Many </a:t>
            </a:r>
            <a:r>
              <a:rPr lang="en-IN" sz="3200" b="1" dirty="0"/>
              <a:t>measurand</a:t>
            </a:r>
            <a:r>
              <a:rPr lang="en-IN" sz="3200" dirty="0"/>
              <a:t> in living systems are </a:t>
            </a:r>
            <a:r>
              <a:rPr lang="en-IN" sz="3200" b="1" u="sng" dirty="0"/>
              <a:t>inaccessible</a:t>
            </a:r>
          </a:p>
          <a:p>
            <a:pPr marL="285750" indent="-285750" algn="just">
              <a:buFont typeface="Arial" panose="020B0604020202020204" pitchFamily="34" charset="0"/>
              <a:buChar char="•"/>
            </a:pPr>
            <a:r>
              <a:rPr lang="en-IN" sz="3200" b="1" u="sng" dirty="0"/>
              <a:t>Placement of sensor</a:t>
            </a:r>
            <a:r>
              <a:rPr lang="en-IN" sz="3200" u="sng" dirty="0"/>
              <a:t>(s) </a:t>
            </a:r>
            <a:r>
              <a:rPr lang="en-IN" sz="3200" b="1" u="sng" dirty="0"/>
              <a:t>in/on the body </a:t>
            </a:r>
            <a:r>
              <a:rPr lang="en-IN" sz="3200" dirty="0"/>
              <a:t>plays a key role in medical instrumentation design</a:t>
            </a:r>
          </a:p>
          <a:p>
            <a:pPr marL="285750" indent="-285750" algn="just">
              <a:buFont typeface="Arial" panose="020B0604020202020204" pitchFamily="34" charset="0"/>
              <a:buChar char="•"/>
            </a:pPr>
            <a:r>
              <a:rPr lang="en-IN" sz="3200" b="1" u="sng" dirty="0"/>
              <a:t>Magnitude and frequency range</a:t>
            </a:r>
            <a:r>
              <a:rPr lang="en-IN" sz="3200" u="sng" dirty="0"/>
              <a:t> </a:t>
            </a:r>
            <a:r>
              <a:rPr lang="en-IN" sz="3200" dirty="0"/>
              <a:t>of medical measurand are </a:t>
            </a:r>
            <a:r>
              <a:rPr lang="en-IN" sz="3200" b="1" u="sng" dirty="0"/>
              <a:t>very low</a:t>
            </a:r>
          </a:p>
          <a:p>
            <a:pPr marL="285750" indent="-285750" algn="just">
              <a:buFont typeface="Arial" panose="020B0604020202020204" pitchFamily="34" charset="0"/>
              <a:buChar char="•"/>
            </a:pPr>
            <a:r>
              <a:rPr lang="en-IN" sz="3200" b="1" dirty="0"/>
              <a:t>Interference </a:t>
            </a:r>
            <a:r>
              <a:rPr lang="en-IN" sz="3200" dirty="0"/>
              <a:t>and cross-talk artifacts </a:t>
            </a:r>
            <a:r>
              <a:rPr lang="en-IN" b="1" dirty="0"/>
              <a:t>(object made by human)</a:t>
            </a:r>
            <a:r>
              <a:rPr lang="en-IN" sz="3200" dirty="0"/>
              <a:t> (overlap of signals) </a:t>
            </a:r>
          </a:p>
          <a:p>
            <a:pPr marL="285750" indent="-285750" algn="just">
              <a:buFont typeface="Arial" panose="020B0604020202020204" pitchFamily="34" charset="0"/>
              <a:buChar char="•"/>
            </a:pPr>
            <a:r>
              <a:rPr lang="en-IN" sz="3200" b="1" dirty="0"/>
              <a:t>Proper sensor interface with measurand cannot be obtained</a:t>
            </a:r>
          </a:p>
          <a:p>
            <a:pPr marL="285750" indent="-285750" algn="just">
              <a:buFont typeface="Arial" panose="020B0604020202020204" pitchFamily="34" charset="0"/>
              <a:buChar char="•"/>
            </a:pPr>
            <a:r>
              <a:rPr lang="en-IN" sz="3200" dirty="0"/>
              <a:t>Medical variables are </a:t>
            </a:r>
            <a:r>
              <a:rPr lang="en-IN" sz="3200" b="1" dirty="0"/>
              <a:t>varying with time</a:t>
            </a:r>
          </a:p>
          <a:p>
            <a:pPr lvl="0" algn="just"/>
            <a:endParaRPr lang="en-IN" sz="3200" dirty="0"/>
          </a:p>
        </p:txBody>
      </p:sp>
      <p:sp>
        <p:nvSpPr>
          <p:cNvPr id="5" name="TextBox 4">
            <a:extLst>
              <a:ext uri="{FF2B5EF4-FFF2-40B4-BE49-F238E27FC236}">
                <a16:creationId xmlns:a16="http://schemas.microsoft.com/office/drawing/2014/main" id="{FBE073CD-5D4E-D23A-EAC0-41861915BD11}"/>
              </a:ext>
            </a:extLst>
          </p:cNvPr>
          <p:cNvSpPr txBox="1"/>
          <p:nvPr/>
        </p:nvSpPr>
        <p:spPr>
          <a:xfrm>
            <a:off x="299978" y="236716"/>
            <a:ext cx="12131232" cy="584775"/>
          </a:xfrm>
          <a:prstGeom prst="rect">
            <a:avLst/>
          </a:prstGeom>
          <a:noFill/>
        </p:spPr>
        <p:txBody>
          <a:bodyPr wrap="square">
            <a:spAutoFit/>
          </a:bodyPr>
          <a:lstStyle/>
          <a:p>
            <a:pPr algn="ctr"/>
            <a:r>
              <a:rPr kumimoji="0" lang="en-US" altLang="en-US" sz="3200" b="1" i="0" u="none" strike="noStrike" cap="none" normalizeH="0" baseline="0" dirty="0">
                <a:ln>
                  <a:noFill/>
                </a:ln>
                <a:effectLst/>
                <a:highlight>
                  <a:srgbClr val="FFFF00"/>
                </a:highlight>
              </a:rPr>
              <a:t>General constraints in design of Medical Instrumentation System</a:t>
            </a:r>
            <a:endParaRPr lang="en-IN" sz="3200" dirty="0"/>
          </a:p>
        </p:txBody>
      </p:sp>
    </p:spTree>
    <p:extLst>
      <p:ext uri="{BB962C8B-B14F-4D97-AF65-F5344CB8AC3E}">
        <p14:creationId xmlns:p14="http://schemas.microsoft.com/office/powerpoint/2010/main" val="37900093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itle 1">
            <a:extLst>
              <a:ext uri="{FF2B5EF4-FFF2-40B4-BE49-F238E27FC236}">
                <a16:creationId xmlns:a16="http://schemas.microsoft.com/office/drawing/2014/main" id="{E6D7DEEF-E0CF-48A4-B72D-B5BB3E51E980}"/>
              </a:ext>
            </a:extLst>
          </p:cNvPr>
          <p:cNvSpPr>
            <a:spLocks noGrp="1" noChangeArrowheads="1"/>
          </p:cNvSpPr>
          <p:nvPr>
            <p:ph type="title"/>
          </p:nvPr>
        </p:nvSpPr>
        <p:spPr>
          <a:xfrm>
            <a:off x="1701800" y="352425"/>
            <a:ext cx="9494838" cy="974725"/>
          </a:xfrm>
        </p:spPr>
        <p:txBody>
          <a:bodyPr/>
          <a:lstStyle/>
          <a:p>
            <a:pPr algn="ctr"/>
            <a:r>
              <a:rPr lang="en-IN" altLang="en-US" dirty="0">
                <a:ln>
                  <a:noFill/>
                </a:ln>
              </a:rPr>
              <a:t>REFERENCES</a:t>
            </a:r>
          </a:p>
        </p:txBody>
      </p:sp>
      <p:sp>
        <p:nvSpPr>
          <p:cNvPr id="3" name="Content Placeholder 2">
            <a:extLst>
              <a:ext uri="{FF2B5EF4-FFF2-40B4-BE49-F238E27FC236}">
                <a16:creationId xmlns:a16="http://schemas.microsoft.com/office/drawing/2014/main" id="{EAC403A0-C204-4BCF-ACA6-EAB912120CF5}"/>
              </a:ext>
            </a:extLst>
          </p:cNvPr>
          <p:cNvSpPr>
            <a:spLocks noGrp="1"/>
          </p:cNvSpPr>
          <p:nvPr>
            <p:ph idx="1"/>
          </p:nvPr>
        </p:nvSpPr>
        <p:spPr>
          <a:xfrm>
            <a:off x="883603" y="1327150"/>
            <a:ext cx="10828042" cy="5318125"/>
          </a:xfrm>
        </p:spPr>
        <p:txBody>
          <a:bodyPr>
            <a:normAutofit fontScale="92500" lnSpcReduction="10000"/>
          </a:bodyPr>
          <a:lstStyle/>
          <a:p>
            <a:pPr marL="265113" indent="-265113" algn="just">
              <a:buFont typeface="Courier New" panose="02070309020205020404" pitchFamily="49" charset="0"/>
              <a:buChar char="o"/>
              <a:defRPr/>
            </a:pPr>
            <a:r>
              <a:rPr lang="en-IN" sz="1800" dirty="0"/>
              <a:t>C. R. Balamurugan and D. </a:t>
            </a:r>
            <a:r>
              <a:rPr lang="en-IN" sz="1800" dirty="0" err="1"/>
              <a:t>Periazhaagar</a:t>
            </a:r>
            <a:r>
              <a:rPr lang="en-IN" sz="1800" dirty="0"/>
              <a:t> Basics of Biomedical Instrumentation. Magnus Publications, Chennai ISBN: 978-81-939626-7-1</a:t>
            </a:r>
          </a:p>
          <a:p>
            <a:pPr marL="265113" indent="-265113" algn="just">
              <a:buFont typeface="Courier New" panose="02070309020205020404" pitchFamily="49" charset="0"/>
              <a:buChar char="o"/>
              <a:defRPr/>
            </a:pPr>
            <a:r>
              <a:rPr lang="en-IN" sz="1800" dirty="0"/>
              <a:t>Gupta, P.K.. Cytology, Genetics and Molecular Biology, Rastogi Publishers, Meerut, 1993.</a:t>
            </a:r>
          </a:p>
          <a:p>
            <a:pPr marL="265113" indent="-265113" algn="just">
              <a:buFont typeface="Courier New" panose="02070309020205020404" pitchFamily="49" charset="0"/>
              <a:buChar char="o"/>
              <a:defRPr/>
            </a:pPr>
            <a:r>
              <a:rPr lang="en-IN" sz="1800" dirty="0" err="1"/>
              <a:t>Roit</a:t>
            </a:r>
            <a:r>
              <a:rPr lang="en-IN" sz="1800" dirty="0"/>
              <a:t> I.M., </a:t>
            </a:r>
            <a:r>
              <a:rPr lang="en-IN" sz="1800" dirty="0" err="1"/>
              <a:t>Brostoff</a:t>
            </a:r>
            <a:r>
              <a:rPr lang="en-IN" sz="1800" dirty="0"/>
              <a:t> J. and Male D. Mosby .Immunology (6 </a:t>
            </a:r>
            <a:r>
              <a:rPr lang="en-IN" sz="1800" dirty="0" err="1"/>
              <a:t>th</a:t>
            </a:r>
            <a:r>
              <a:rPr lang="en-IN" sz="1800" dirty="0"/>
              <a:t> Edition) by, An imprint of Elsevier Sci Ltd., 2002.</a:t>
            </a:r>
          </a:p>
          <a:p>
            <a:pPr marL="265113" indent="-265113" algn="just">
              <a:buFont typeface="Courier New" panose="02070309020205020404" pitchFamily="49" charset="0"/>
              <a:buChar char="o"/>
              <a:defRPr/>
            </a:pPr>
            <a:r>
              <a:rPr lang="en-IN" sz="1800" dirty="0"/>
              <a:t>G. Webster , Medical Instrumentation: Application And Design, 3rd edition ,Wiley Publishers</a:t>
            </a:r>
          </a:p>
          <a:p>
            <a:pPr marL="265113" indent="-265113" algn="just">
              <a:buFont typeface="Courier New" panose="02070309020205020404" pitchFamily="49" charset="0"/>
              <a:buChar char="o"/>
              <a:defRPr/>
            </a:pPr>
            <a:r>
              <a:rPr lang="en-IN" sz="1800" dirty="0"/>
              <a:t>D Reddy, Biomedical Signal Processing, Tata </a:t>
            </a:r>
            <a:r>
              <a:rPr lang="en-IN" sz="1800" dirty="0" err="1"/>
              <a:t>Mcgraw</a:t>
            </a:r>
            <a:r>
              <a:rPr lang="en-IN" sz="1800" dirty="0"/>
              <a:t> Hill Publications. </a:t>
            </a:r>
          </a:p>
          <a:p>
            <a:pPr marL="265113" indent="-265113" algn="just">
              <a:buFont typeface="Courier New" panose="02070309020205020404" pitchFamily="49" charset="0"/>
              <a:buChar char="o"/>
              <a:defRPr/>
            </a:pPr>
            <a:r>
              <a:rPr lang="en-IN" sz="1800" dirty="0"/>
              <a:t>Sergio </a:t>
            </a:r>
            <a:r>
              <a:rPr lang="en-IN" sz="1800" dirty="0" err="1"/>
              <a:t>Cerutti</a:t>
            </a:r>
            <a:r>
              <a:rPr lang="en-IN" sz="1800" dirty="0"/>
              <a:t> Advanced Methods of Biomedical Signal Processing, Oxford Publications. </a:t>
            </a:r>
          </a:p>
          <a:p>
            <a:pPr marL="265113" indent="-265113" algn="just">
              <a:buFont typeface="Courier New" panose="02070309020205020404" pitchFamily="49" charset="0"/>
              <a:buChar char="o"/>
              <a:defRPr/>
            </a:pPr>
            <a:r>
              <a:rPr lang="en-IN" sz="1800" dirty="0"/>
              <a:t>B. Jacobson, J.G. Webster, Medical and Clinical Engineering, Prentice Hall, International. </a:t>
            </a:r>
          </a:p>
          <a:p>
            <a:pPr marL="265113" indent="-265113" algn="just">
              <a:buFont typeface="Courier New" panose="02070309020205020404" pitchFamily="49" charset="0"/>
              <a:buChar char="o"/>
              <a:defRPr/>
            </a:pPr>
            <a:r>
              <a:rPr lang="en-IN" sz="1800" dirty="0"/>
              <a:t>Cromwell, Biomedical Instrumentation and Measurements, Prentice Hall, International. </a:t>
            </a:r>
          </a:p>
          <a:p>
            <a:pPr marL="265113" indent="-265113" algn="just">
              <a:buFont typeface="Courier New" panose="02070309020205020404" pitchFamily="49" charset="0"/>
              <a:buChar char="o"/>
              <a:defRPr/>
            </a:pPr>
            <a:r>
              <a:rPr lang="en-IN" sz="1800" dirty="0"/>
              <a:t>R.S. </a:t>
            </a:r>
            <a:r>
              <a:rPr lang="en-IN" sz="1800" dirty="0" err="1"/>
              <a:t>Khandupur</a:t>
            </a:r>
            <a:r>
              <a:rPr lang="en-IN" sz="1800" dirty="0"/>
              <a:t>, Handbook of Biomedical Instrumentation, - Tata McGraw Hill</a:t>
            </a:r>
          </a:p>
          <a:p>
            <a:pPr marL="265113" indent="-265113" algn="just">
              <a:buFont typeface="Courier New" panose="02070309020205020404" pitchFamily="49" charset="0"/>
              <a:buChar char="o"/>
              <a:defRPr/>
            </a:pPr>
            <a:r>
              <a:rPr lang="en-US" sz="1800" dirty="0"/>
              <a:t>Leslie Cromwell, Fred J. </a:t>
            </a:r>
            <a:r>
              <a:rPr lang="en-US" sz="1800" dirty="0" err="1"/>
              <a:t>Weibell</a:t>
            </a:r>
            <a:r>
              <a:rPr lang="en-US" sz="1800" dirty="0"/>
              <a:t>, Erich A. Pfeiffer, "Biomedical Instrumentation and Measurements", Pearson Education.</a:t>
            </a:r>
            <a:endParaRPr lang="en-IN" sz="1800" dirty="0"/>
          </a:p>
          <a:p>
            <a:pPr marL="265113" indent="-265113" algn="just">
              <a:buFont typeface="Courier New" panose="02070309020205020404" pitchFamily="49" charset="0"/>
              <a:buChar char="o"/>
              <a:defRPr/>
            </a:pPr>
            <a:r>
              <a:rPr lang="en-IN" sz="1800" dirty="0">
                <a:hlinkClick r:id="rId2"/>
              </a:rPr>
              <a:t>https://nptel.ac.in/courses/121/106/121106008/</a:t>
            </a:r>
            <a:r>
              <a:rPr lang="en-IN" sz="1800" dirty="0"/>
              <a:t> </a:t>
            </a:r>
          </a:p>
          <a:p>
            <a:pPr marL="265113" indent="-265113" algn="just">
              <a:buFont typeface="Courier New" panose="02070309020205020404" pitchFamily="49" charset="0"/>
              <a:buChar char="o"/>
              <a:defRPr/>
            </a:pPr>
            <a:r>
              <a:rPr lang="en-IN" sz="1800" dirty="0">
                <a:hlinkClick r:id="rId3"/>
              </a:rPr>
              <a:t>https://www.utoledo.edu/engineering/bioengineering/undergrad/prospective/whatisbioe.html#:~:text=Bioengineering%20is%20the%20application%20of,health%20care%20and%20other%20fields</a:t>
            </a:r>
            <a:r>
              <a:rPr lang="en-IN" sz="1800" dirty="0"/>
              <a:t> </a:t>
            </a:r>
          </a:p>
          <a:p>
            <a:pPr marL="265113" indent="-265113" algn="just">
              <a:buFont typeface="Courier New" panose="02070309020205020404" pitchFamily="49" charset="0"/>
              <a:buChar char="o"/>
              <a:defRPr/>
            </a:pPr>
            <a:r>
              <a:rPr lang="en-IN" sz="1800" dirty="0">
                <a:hlinkClick r:id="rId4"/>
              </a:rPr>
              <a:t>https://i.pinimg.com/originals/68/c9/30/68c930e95113ceb2e3dfc9de2f164680.png</a:t>
            </a:r>
            <a:r>
              <a:rPr lang="en-IN" sz="1800" dirty="0"/>
              <a:t> </a:t>
            </a:r>
          </a:p>
          <a:p>
            <a:pPr marL="265113" indent="-265113" algn="just">
              <a:buFont typeface="Courier New" panose="02070309020205020404" pitchFamily="49" charset="0"/>
              <a:buChar char="o"/>
              <a:defRPr/>
            </a:pPr>
            <a:r>
              <a:rPr lang="en-IN" sz="1800" dirty="0">
                <a:hlinkClick r:id="rId5"/>
              </a:rPr>
              <a:t>https://youtu.be/FBUpnG1G4yQ</a:t>
            </a:r>
            <a:r>
              <a:rPr lang="en-IN" sz="1800" dirty="0"/>
              <a:t> </a:t>
            </a:r>
          </a:p>
          <a:p>
            <a:pPr>
              <a:buFont typeface="Courier New" panose="02070309020205020404" pitchFamily="49" charset="0"/>
              <a:buChar char="o"/>
              <a:defRPr/>
            </a:pPr>
            <a:endParaRPr lang="en-IN" sz="1800" dirty="0"/>
          </a:p>
        </p:txBody>
      </p:sp>
      <p:pic>
        <p:nvPicPr>
          <p:cNvPr id="52228" name="Picture 4">
            <a:extLst>
              <a:ext uri="{FF2B5EF4-FFF2-40B4-BE49-F238E27FC236}">
                <a16:creationId xmlns:a16="http://schemas.microsoft.com/office/drawing/2014/main" id="{2B8D2B6E-10AD-422E-89BE-4A7DD53B777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5219700"/>
            <a:ext cx="428625" cy="163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AEDDB13-82F4-410C-A82C-1604F87EBC20}"/>
              </a:ext>
            </a:extLst>
          </p:cNvPr>
          <p:cNvSpPr/>
          <p:nvPr/>
        </p:nvSpPr>
        <p:spPr>
          <a:xfrm>
            <a:off x="2571750" y="2213936"/>
            <a:ext cx="7605919" cy="1323439"/>
          </a:xfrm>
          <a:prstGeom prst="rect">
            <a:avLst/>
          </a:prstGeom>
          <a:noFill/>
          <a:scene3d>
            <a:camera prst="perspectiveRight"/>
            <a:lightRig rig="threePt" dir="t"/>
          </a:scene3d>
        </p:spPr>
        <p:txBody>
          <a:bodyPr>
            <a:spAutoFit/>
          </a:bodyPr>
          <a:lstStyle/>
          <a:p>
            <a:pPr algn="ctr" eaLnBrk="1" fontAlgn="auto" hangingPunct="1">
              <a:spcBef>
                <a:spcPts val="0"/>
              </a:spcBef>
              <a:spcAft>
                <a:spcPts val="0"/>
              </a:spcAft>
              <a:defRPr/>
            </a:pPr>
            <a:r>
              <a:rPr lang="en-US" sz="8000" b="1"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latin typeface="+mn-lt"/>
              </a:rPr>
              <a:t>THANK YOU</a:t>
            </a:r>
          </a:p>
        </p:txBody>
      </p:sp>
    </p:spTree>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ntents Slide Master">
  <a:themeElements>
    <a:clrScheme name="ALLPPT-COLOR-A33">
      <a:dk1>
        <a:sysClr val="windowText" lastClr="000000"/>
      </a:dk1>
      <a:lt1>
        <a:sysClr val="window" lastClr="FFFFFF"/>
      </a:lt1>
      <a:dk2>
        <a:srgbClr val="1F497D"/>
      </a:dk2>
      <a:lt2>
        <a:srgbClr val="EEECE1"/>
      </a:lt2>
      <a:accent1>
        <a:srgbClr val="EF4A4A"/>
      </a:accent1>
      <a:accent2>
        <a:srgbClr val="262626"/>
      </a:accent2>
      <a:accent3>
        <a:srgbClr val="EF4A4A"/>
      </a:accent3>
      <a:accent4>
        <a:srgbClr val="262626"/>
      </a:accent4>
      <a:accent5>
        <a:srgbClr val="EF4A4A"/>
      </a:accent5>
      <a:accent6>
        <a:srgbClr val="262626"/>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smaple</Template>
  <TotalTime>2297</TotalTime>
  <Words>1353</Words>
  <Application>Microsoft Office PowerPoint</Application>
  <PresentationFormat>Widescreen</PresentationFormat>
  <Paragraphs>142</Paragraphs>
  <Slides>19</Slides>
  <Notes>0</Notes>
  <HiddenSlides>0</HiddenSlides>
  <MMClips>0</MMClips>
  <ScaleCrop>false</ScaleCrop>
  <HeadingPairs>
    <vt:vector size="8" baseType="variant">
      <vt:variant>
        <vt:lpstr>Fonts Used</vt:lpstr>
      </vt:variant>
      <vt:variant>
        <vt:i4>11</vt:i4>
      </vt:variant>
      <vt:variant>
        <vt:lpstr>Theme</vt:lpstr>
      </vt:variant>
      <vt:variant>
        <vt:i4>2</vt:i4>
      </vt:variant>
      <vt:variant>
        <vt:lpstr>Embedded OLE Servers</vt:lpstr>
      </vt:variant>
      <vt:variant>
        <vt:i4>1</vt:i4>
      </vt:variant>
      <vt:variant>
        <vt:lpstr>Slide Titles</vt:lpstr>
      </vt:variant>
      <vt:variant>
        <vt:i4>19</vt:i4>
      </vt:variant>
    </vt:vector>
  </HeadingPairs>
  <TitlesOfParts>
    <vt:vector size="33" baseType="lpstr">
      <vt:lpstr>Arial</vt:lpstr>
      <vt:lpstr>Arial</vt:lpstr>
      <vt:lpstr>Calibri</vt:lpstr>
      <vt:lpstr>Calibri Light</vt:lpstr>
      <vt:lpstr>Casper</vt:lpstr>
      <vt:lpstr>Courier New</vt:lpstr>
      <vt:lpstr>Google Sans</vt:lpstr>
      <vt:lpstr>King</vt:lpstr>
      <vt:lpstr>Raleway ExtraBold</vt:lpstr>
      <vt:lpstr>Times New Roman</vt:lpstr>
      <vt:lpstr>Wingdings</vt:lpstr>
      <vt:lpstr>1_Office Theme</vt:lpstr>
      <vt:lpstr>Contents Slide Master</vt:lpstr>
      <vt:lpstr>CorelDRAW</vt:lpstr>
      <vt:lpstr>PowerPoint Presentation</vt:lpstr>
      <vt:lpstr>Course Outcome </vt:lpstr>
      <vt:lpstr>SYLLABUS</vt:lpstr>
      <vt:lpstr>Smart Medical Instrumentation Systems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General constraints in design of Medical Instrumentation System</vt:lpstr>
      <vt:lpstr>PowerPoint Presentation</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Branding</dc:creator>
  <cp:lastModifiedBy>matharu8832@gmail.com</cp:lastModifiedBy>
  <cp:revision>230</cp:revision>
  <dcterms:created xsi:type="dcterms:W3CDTF">2019-01-09T10:33:58Z</dcterms:created>
  <dcterms:modified xsi:type="dcterms:W3CDTF">2023-10-18T09:33:24Z</dcterms:modified>
</cp:coreProperties>
</file>