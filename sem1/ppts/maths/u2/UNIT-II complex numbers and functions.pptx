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8" r:id="rId152"/>
    <p:sldId id="409" r:id="rId15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" y="0"/>
            <a:ext cx="11948160" cy="68579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5426964"/>
            <a:ext cx="12192000" cy="1431290"/>
          </a:xfrm>
          <a:custGeom>
            <a:avLst/>
            <a:gdLst/>
            <a:ahLst/>
            <a:cxnLst/>
            <a:rect l="l" t="t" r="r" b="b"/>
            <a:pathLst>
              <a:path w="12192000" h="1431290">
                <a:moveTo>
                  <a:pt x="12191999" y="0"/>
                </a:moveTo>
                <a:lnTo>
                  <a:pt x="0" y="0"/>
                </a:lnTo>
                <a:lnTo>
                  <a:pt x="0" y="1431033"/>
                </a:lnTo>
                <a:lnTo>
                  <a:pt x="12191999" y="1431033"/>
                </a:lnTo>
                <a:lnTo>
                  <a:pt x="12191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1752" y="5902452"/>
            <a:ext cx="45720" cy="612775"/>
          </a:xfrm>
          <a:custGeom>
            <a:avLst/>
            <a:gdLst/>
            <a:ahLst/>
            <a:cxnLst/>
            <a:rect l="l" t="t" r="r" b="b"/>
            <a:pathLst>
              <a:path w="45720" h="612775">
                <a:moveTo>
                  <a:pt x="45720" y="0"/>
                </a:moveTo>
                <a:lnTo>
                  <a:pt x="0" y="0"/>
                </a:lnTo>
                <a:lnTo>
                  <a:pt x="0" y="612648"/>
                </a:lnTo>
                <a:lnTo>
                  <a:pt x="45720" y="612648"/>
                </a:lnTo>
                <a:lnTo>
                  <a:pt x="4572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508235" y="5940552"/>
            <a:ext cx="1289685" cy="917575"/>
          </a:xfrm>
          <a:custGeom>
            <a:avLst/>
            <a:gdLst/>
            <a:ahLst/>
            <a:cxnLst/>
            <a:rect l="l" t="t" r="r" b="b"/>
            <a:pathLst>
              <a:path w="1289684" h="917575">
                <a:moveTo>
                  <a:pt x="1289304" y="0"/>
                </a:moveTo>
                <a:lnTo>
                  <a:pt x="0" y="0"/>
                </a:lnTo>
                <a:lnTo>
                  <a:pt x="0" y="917447"/>
                </a:lnTo>
                <a:lnTo>
                  <a:pt x="266694" y="917447"/>
                </a:lnTo>
                <a:lnTo>
                  <a:pt x="1289304" y="0"/>
                </a:lnTo>
                <a:close/>
              </a:path>
            </a:pathLst>
          </a:custGeom>
          <a:solidFill>
            <a:srgbClr val="F1F1F1">
              <a:alpha val="1686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33179"/>
            <a:ext cx="3304032" cy="314909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045452" y="0"/>
            <a:ext cx="5146675" cy="5788660"/>
          </a:xfrm>
          <a:custGeom>
            <a:avLst/>
            <a:gdLst/>
            <a:ahLst/>
            <a:cxnLst/>
            <a:rect l="l" t="t" r="r" b="b"/>
            <a:pathLst>
              <a:path w="5146675" h="5788660">
                <a:moveTo>
                  <a:pt x="5146548" y="0"/>
                </a:moveTo>
                <a:lnTo>
                  <a:pt x="5088932" y="0"/>
                </a:lnTo>
                <a:lnTo>
                  <a:pt x="0" y="5788152"/>
                </a:lnTo>
                <a:lnTo>
                  <a:pt x="5146548" y="5788152"/>
                </a:lnTo>
                <a:lnTo>
                  <a:pt x="5146548" y="0"/>
                </a:lnTo>
                <a:close/>
              </a:path>
            </a:pathLst>
          </a:custGeom>
          <a:solidFill>
            <a:srgbClr val="F1F1F1">
              <a:alpha val="1686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4455" y="2025395"/>
            <a:ext cx="6829044" cy="158038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91" y="24383"/>
            <a:ext cx="3860291" cy="1537716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6885432" y="5337098"/>
            <a:ext cx="5306695" cy="1521460"/>
          </a:xfrm>
          <a:custGeom>
            <a:avLst/>
            <a:gdLst/>
            <a:ahLst/>
            <a:cxnLst/>
            <a:rect l="l" t="t" r="r" b="b"/>
            <a:pathLst>
              <a:path w="5306695" h="1521459">
                <a:moveTo>
                  <a:pt x="45720" y="707085"/>
                </a:moveTo>
                <a:lnTo>
                  <a:pt x="0" y="707085"/>
                </a:lnTo>
                <a:lnTo>
                  <a:pt x="0" y="1075893"/>
                </a:lnTo>
                <a:lnTo>
                  <a:pt x="45720" y="1075893"/>
                </a:lnTo>
                <a:lnTo>
                  <a:pt x="45720" y="707085"/>
                </a:lnTo>
                <a:close/>
              </a:path>
              <a:path w="5306695" h="1521459">
                <a:moveTo>
                  <a:pt x="5306555" y="0"/>
                </a:moveTo>
                <a:lnTo>
                  <a:pt x="3057067" y="1520901"/>
                </a:lnTo>
                <a:lnTo>
                  <a:pt x="5306555" y="1520901"/>
                </a:lnTo>
                <a:lnTo>
                  <a:pt x="530655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47240" y="1850262"/>
            <a:ext cx="809751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557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920" y="0"/>
            <a:ext cx="11948160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6929" y="299465"/>
            <a:ext cx="10518140" cy="1076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52650" y="1985871"/>
            <a:ext cx="8086725" cy="2858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5214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jp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7.jp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7.jp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jpg"/><Relationship Id="rId4" Type="http://schemas.openxmlformats.org/officeDocument/2006/relationships/image" Target="../media/image1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24.jp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jpg"/><Relationship Id="rId4" Type="http://schemas.openxmlformats.org/officeDocument/2006/relationships/image" Target="../media/image1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2.jp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1.png"/><Relationship Id="rId5" Type="http://schemas.openxmlformats.org/officeDocument/2006/relationships/image" Target="../media/image140.jpg"/><Relationship Id="rId4" Type="http://schemas.openxmlformats.org/officeDocument/2006/relationships/image" Target="../media/image1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6.jpg"/><Relationship Id="rId4" Type="http://schemas.openxmlformats.org/officeDocument/2006/relationships/image" Target="../media/image1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jp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2.jpg"/><Relationship Id="rId4" Type="http://schemas.openxmlformats.org/officeDocument/2006/relationships/image" Target="../media/image15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jp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4.jpg"/><Relationship Id="rId4" Type="http://schemas.openxmlformats.org/officeDocument/2006/relationships/image" Target="../media/image16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0.jpg"/><Relationship Id="rId4" Type="http://schemas.openxmlformats.org/officeDocument/2006/relationships/image" Target="../media/image16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jp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jp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jpg"/><Relationship Id="rId4" Type="http://schemas.openxmlformats.org/officeDocument/2006/relationships/image" Target="../media/image17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jp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jp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jpg"/><Relationship Id="rId4" Type="http://schemas.openxmlformats.org/officeDocument/2006/relationships/image" Target="../media/image19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7.jpg"/><Relationship Id="rId4" Type="http://schemas.openxmlformats.org/officeDocument/2006/relationships/image" Target="../media/image19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jp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jp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jp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jp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7.jpg"/><Relationship Id="rId4" Type="http://schemas.openxmlformats.org/officeDocument/2006/relationships/image" Target="../media/image21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jp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jp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jp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jp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9.jpg"/><Relationship Id="rId4" Type="http://schemas.openxmlformats.org/officeDocument/2006/relationships/image" Target="../media/image22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jp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jpg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jp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jpg"/><Relationship Id="rId5" Type="http://schemas.openxmlformats.org/officeDocument/2006/relationships/image" Target="../media/image239.png"/><Relationship Id="rId4" Type="http://schemas.openxmlformats.org/officeDocument/2006/relationships/image" Target="../media/image23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jp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jp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jp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jp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jp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jpg"/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jp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9.png"/><Relationship Id="rId4" Type="http://schemas.openxmlformats.org/officeDocument/2006/relationships/image" Target="../media/image23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jp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4.jpg"/><Relationship Id="rId4" Type="http://schemas.openxmlformats.org/officeDocument/2006/relationships/image" Target="../media/image26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8.jpg"/><Relationship Id="rId4" Type="http://schemas.openxmlformats.org/officeDocument/2006/relationships/image" Target="../media/image26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jp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jp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jp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jp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jpg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jpg"/><Relationship Id="rId2" Type="http://schemas.openxmlformats.org/officeDocument/2006/relationships/image" Target="../media/image28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8.jpg"/><Relationship Id="rId4" Type="http://schemas.openxmlformats.org/officeDocument/2006/relationships/image" Target="../media/image28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jpg"/><Relationship Id="rId2" Type="http://schemas.openxmlformats.org/officeDocument/2006/relationships/image" Target="../media/image28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jp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jp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jpg"/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jp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jp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jpg"/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jp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jp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jp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jpg"/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png"/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jpg"/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jp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jpg"/><Relationship Id="rId2" Type="http://schemas.openxmlformats.org/officeDocument/2006/relationships/image" Target="../media/image324.png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jp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jp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jp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5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jpg"/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9.jpg"/><Relationship Id="rId4" Type="http://schemas.openxmlformats.org/officeDocument/2006/relationships/image" Target="../media/image338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jp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6.jpg"/><Relationship Id="rId4" Type="http://schemas.openxmlformats.org/officeDocument/2006/relationships/image" Target="../media/image345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jpg"/><Relationship Id="rId2" Type="http://schemas.openxmlformats.org/officeDocument/2006/relationships/image" Target="../media/image347.png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jpg"/><Relationship Id="rId2" Type="http://schemas.openxmlformats.org/officeDocument/2006/relationships/image" Target="../media/image349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2.jp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4.png"/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6.png"/><Relationship Id="rId4" Type="http://schemas.openxmlformats.org/officeDocument/2006/relationships/image" Target="../media/image355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8.jpg"/><Relationship Id="rId2" Type="http://schemas.openxmlformats.org/officeDocument/2006/relationships/image" Target="../media/image35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jpg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4.jpg"/><Relationship Id="rId2" Type="http://schemas.openxmlformats.org/officeDocument/2006/relationships/image" Target="../media/image363.png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jpg"/><Relationship Id="rId2" Type="http://schemas.openxmlformats.org/officeDocument/2006/relationships/image" Target="../media/image365.png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8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370.jpg"/><Relationship Id="rId4" Type="http://schemas.openxmlformats.org/officeDocument/2006/relationships/image" Target="../media/image369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jpg"/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5.jpg"/><Relationship Id="rId2" Type="http://schemas.openxmlformats.org/officeDocument/2006/relationships/image" Target="../media/image374.png"/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7.jp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9.jpg"/><Relationship Id="rId2" Type="http://schemas.openxmlformats.org/officeDocument/2006/relationships/image" Target="../media/image37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0.pn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jp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jpg"/><Relationship Id="rId2" Type="http://schemas.openxmlformats.org/officeDocument/2006/relationships/image" Target="../media/image383.png"/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jpg"/><Relationship Id="rId2" Type="http://schemas.openxmlformats.org/officeDocument/2006/relationships/image" Target="../media/image385.png"/><Relationship Id="rId1" Type="http://schemas.openxmlformats.org/officeDocument/2006/relationships/slideLayout" Target="../slideLayouts/slideLayout5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png"/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jpg"/><Relationship Id="rId2" Type="http://schemas.openxmlformats.org/officeDocument/2006/relationships/image" Target="../media/image389.png"/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jp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4.jpg"/><Relationship Id="rId2" Type="http://schemas.openxmlformats.org/officeDocument/2006/relationships/image" Target="../media/image393.png"/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6.jpg"/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5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8.png"/><Relationship Id="rId2" Type="http://schemas.openxmlformats.org/officeDocument/2006/relationships/image" Target="../media/image397.png"/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jpg"/><Relationship Id="rId2" Type="http://schemas.openxmlformats.org/officeDocument/2006/relationships/image" Target="../media/image399.png"/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2.jp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5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4.jpg"/><Relationship Id="rId2" Type="http://schemas.openxmlformats.org/officeDocument/2006/relationships/image" Target="../media/image403.png"/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png"/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5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8.jpg"/><Relationship Id="rId2" Type="http://schemas.openxmlformats.org/officeDocument/2006/relationships/image" Target="../media/image407.png"/><Relationship Id="rId1" Type="http://schemas.openxmlformats.org/officeDocument/2006/relationships/slideLayout" Target="../slideLayouts/slideLayout5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jpg"/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5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ight Triangle 45">
            <a:extLst>
              <a:ext uri="{FF2B5EF4-FFF2-40B4-BE49-F238E27FC236}">
                <a16:creationId xmlns=""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=""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=""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 panose="0200050600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 panose="02000506000000020004" pitchFamily="2" charset="0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02197" y="6014157"/>
            <a:ext cx="5670633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Matrices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&amp; its Applications</a:t>
            </a: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 ExtraBold" pitchFamily="34" charset="-52"/>
              <a:ea typeface="+mn-ea"/>
              <a:cs typeface="+mn-cs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127857" y="2051945"/>
            <a:ext cx="9063318" cy="3801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INSTITUTE-UIE</a:t>
            </a: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AU-1 to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 5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</a:t>
            </a:r>
            <a:r>
              <a:rPr lang="en-US" sz="2800" noProof="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(All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Branches)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Mathematics-I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23SMT-121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 ExtraBold" pitchFamily="34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38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0338" y="529590"/>
            <a:ext cx="659320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60"/>
              </a:spcBef>
            </a:pPr>
            <a:r>
              <a:rPr spc="-10" dirty="0">
                <a:solidFill>
                  <a:srgbClr val="000000"/>
                </a:solidFill>
              </a:rPr>
              <a:t>Introduction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to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Complex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Numbers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50847" y="1284732"/>
            <a:ext cx="6274435" cy="5433060"/>
            <a:chOff x="1450847" y="1284732"/>
            <a:chExt cx="6274435" cy="54330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0847" y="1284732"/>
              <a:ext cx="6274308" cy="5433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855" y="1348740"/>
              <a:ext cx="6096000" cy="52547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95805" y="1329690"/>
              <a:ext cx="6134100" cy="5293360"/>
            </a:xfrm>
            <a:custGeom>
              <a:avLst/>
              <a:gdLst/>
              <a:ahLst/>
              <a:cxnLst/>
              <a:rect l="l" t="t" r="r" b="b"/>
              <a:pathLst>
                <a:path w="6134100" h="5293359">
                  <a:moveTo>
                    <a:pt x="0" y="5292852"/>
                  </a:moveTo>
                  <a:lnTo>
                    <a:pt x="6134100" y="5292852"/>
                  </a:lnTo>
                  <a:lnTo>
                    <a:pt x="6134100" y="0"/>
                  </a:lnTo>
                  <a:lnTo>
                    <a:pt x="0" y="0"/>
                  </a:lnTo>
                  <a:lnTo>
                    <a:pt x="0" y="529285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0338" y="529590"/>
            <a:ext cx="2573020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60"/>
              </a:spcBef>
            </a:pPr>
            <a:r>
              <a:rPr spc="-10" dirty="0">
                <a:solidFill>
                  <a:srgbClr val="000000"/>
                </a:solidFill>
              </a:rPr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35251" y="1527047"/>
            <a:ext cx="8408035" cy="1092835"/>
            <a:chOff x="1635251" y="1527047"/>
            <a:chExt cx="8408035" cy="1092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251" y="1527047"/>
              <a:ext cx="8407908" cy="10927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9259" y="1591055"/>
              <a:ext cx="8229600" cy="914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80209" y="1572005"/>
              <a:ext cx="8267700" cy="952500"/>
            </a:xfrm>
            <a:custGeom>
              <a:avLst/>
              <a:gdLst/>
              <a:ahLst/>
              <a:cxnLst/>
              <a:rect l="l" t="t" r="r" b="b"/>
              <a:pathLst>
                <a:path w="8267700" h="952500">
                  <a:moveTo>
                    <a:pt x="0" y="952500"/>
                  </a:moveTo>
                  <a:lnTo>
                    <a:pt x="8267700" y="952500"/>
                  </a:lnTo>
                  <a:lnTo>
                    <a:pt x="8267700" y="0"/>
                  </a:lnTo>
                  <a:lnTo>
                    <a:pt x="0" y="0"/>
                  </a:lnTo>
                  <a:lnTo>
                    <a:pt x="0" y="9525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49651" y="2746248"/>
            <a:ext cx="2464435" cy="3053080"/>
            <a:chOff x="2549651" y="2746248"/>
            <a:chExt cx="2464435" cy="30530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9651" y="2746248"/>
              <a:ext cx="2464307" cy="30525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3659" y="2810256"/>
              <a:ext cx="2286000" cy="28742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94609" y="2791206"/>
              <a:ext cx="2324100" cy="2912745"/>
            </a:xfrm>
            <a:custGeom>
              <a:avLst/>
              <a:gdLst/>
              <a:ahLst/>
              <a:cxnLst/>
              <a:rect l="l" t="t" r="r" b="b"/>
              <a:pathLst>
                <a:path w="2324100" h="2912745">
                  <a:moveTo>
                    <a:pt x="0" y="2912364"/>
                  </a:moveTo>
                  <a:lnTo>
                    <a:pt x="2324100" y="2912364"/>
                  </a:lnTo>
                  <a:lnTo>
                    <a:pt x="2324100" y="0"/>
                  </a:lnTo>
                  <a:lnTo>
                    <a:pt x="0" y="0"/>
                  </a:lnTo>
                  <a:lnTo>
                    <a:pt x="0" y="291236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750052" y="2822448"/>
            <a:ext cx="2607945" cy="2921635"/>
            <a:chOff x="5750052" y="2822448"/>
            <a:chExt cx="2607945" cy="292163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50052" y="2822448"/>
              <a:ext cx="2607563" cy="29215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4060" y="2886456"/>
              <a:ext cx="2429256" cy="27432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95010" y="2867406"/>
              <a:ext cx="2467610" cy="2781300"/>
            </a:xfrm>
            <a:custGeom>
              <a:avLst/>
              <a:gdLst/>
              <a:ahLst/>
              <a:cxnLst/>
              <a:rect l="l" t="t" r="r" b="b"/>
              <a:pathLst>
                <a:path w="2467609" h="2781300">
                  <a:moveTo>
                    <a:pt x="0" y="2781300"/>
                  </a:moveTo>
                  <a:lnTo>
                    <a:pt x="2467356" y="2781300"/>
                  </a:lnTo>
                  <a:lnTo>
                    <a:pt x="2467356" y="0"/>
                  </a:lnTo>
                  <a:lnTo>
                    <a:pt x="0" y="0"/>
                  </a:lnTo>
                  <a:lnTo>
                    <a:pt x="0" y="27813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191" y="420626"/>
            <a:ext cx="10366375" cy="6355080"/>
            <a:chOff x="774191" y="420626"/>
            <a:chExt cx="10366375" cy="6355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191" y="420626"/>
              <a:ext cx="10366248" cy="63550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99" y="484632"/>
              <a:ext cx="10187940" cy="61767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9149" y="465582"/>
              <a:ext cx="10226040" cy="6215380"/>
            </a:xfrm>
            <a:custGeom>
              <a:avLst/>
              <a:gdLst/>
              <a:ahLst/>
              <a:cxnLst/>
              <a:rect l="l" t="t" r="r" b="b"/>
              <a:pathLst>
                <a:path w="10226040" h="6215380">
                  <a:moveTo>
                    <a:pt x="0" y="6214872"/>
                  </a:moveTo>
                  <a:lnTo>
                    <a:pt x="10226040" y="6214872"/>
                  </a:lnTo>
                  <a:lnTo>
                    <a:pt x="10226040" y="0"/>
                  </a:lnTo>
                  <a:lnTo>
                    <a:pt x="0" y="0"/>
                  </a:lnTo>
                  <a:lnTo>
                    <a:pt x="0" y="621487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0391" y="231673"/>
            <a:ext cx="10317480" cy="6122035"/>
            <a:chOff x="850391" y="231673"/>
            <a:chExt cx="10317480" cy="61220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391" y="231673"/>
              <a:ext cx="4916424" cy="711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" y="295656"/>
              <a:ext cx="4738116" cy="533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95349" y="276606"/>
              <a:ext cx="4776470" cy="571500"/>
            </a:xfrm>
            <a:custGeom>
              <a:avLst/>
              <a:gdLst/>
              <a:ahLst/>
              <a:cxnLst/>
              <a:rect l="l" t="t" r="r" b="b"/>
              <a:pathLst>
                <a:path w="4776470" h="571500">
                  <a:moveTo>
                    <a:pt x="0" y="571500"/>
                  </a:moveTo>
                  <a:lnTo>
                    <a:pt x="4776216" y="571500"/>
                  </a:lnTo>
                  <a:lnTo>
                    <a:pt x="4776216" y="0"/>
                  </a:lnTo>
                  <a:lnTo>
                    <a:pt x="0" y="0"/>
                  </a:lnTo>
                  <a:lnTo>
                    <a:pt x="0" y="571500"/>
                  </a:lnTo>
                  <a:close/>
                </a:path>
              </a:pathLst>
            </a:custGeom>
            <a:ln w="381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727" y="940308"/>
              <a:ext cx="10296144" cy="54132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5735" y="1004316"/>
              <a:ext cx="10117835" cy="52349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16685" y="985266"/>
              <a:ext cx="10156190" cy="5273040"/>
            </a:xfrm>
            <a:custGeom>
              <a:avLst/>
              <a:gdLst/>
              <a:ahLst/>
              <a:cxnLst/>
              <a:rect l="l" t="t" r="r" b="b"/>
              <a:pathLst>
                <a:path w="10156190" h="5273040">
                  <a:moveTo>
                    <a:pt x="0" y="5273039"/>
                  </a:moveTo>
                  <a:lnTo>
                    <a:pt x="10155935" y="5273039"/>
                  </a:lnTo>
                  <a:lnTo>
                    <a:pt x="10155935" y="0"/>
                  </a:lnTo>
                  <a:lnTo>
                    <a:pt x="0" y="0"/>
                  </a:lnTo>
                  <a:lnTo>
                    <a:pt x="0" y="5273039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966" y="529590"/>
            <a:ext cx="2222500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60"/>
              </a:spcBef>
            </a:pPr>
            <a:r>
              <a:rPr spc="-5" dirty="0">
                <a:solidFill>
                  <a:srgbClr val="000000"/>
                </a:solidFill>
              </a:rPr>
              <a:t>Problem-1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4483" y="1159763"/>
            <a:ext cx="10971530" cy="1455420"/>
            <a:chOff x="824483" y="1159763"/>
            <a:chExt cx="10971530" cy="1455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4483" y="1159763"/>
              <a:ext cx="10971276" cy="14554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491" y="1223771"/>
              <a:ext cx="10792968" cy="1277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9441" y="1204721"/>
              <a:ext cx="10831195" cy="1315720"/>
            </a:xfrm>
            <a:custGeom>
              <a:avLst/>
              <a:gdLst/>
              <a:ahLst/>
              <a:cxnLst/>
              <a:rect l="l" t="t" r="r" b="b"/>
              <a:pathLst>
                <a:path w="10831195" h="1315720">
                  <a:moveTo>
                    <a:pt x="0" y="1315212"/>
                  </a:moveTo>
                  <a:lnTo>
                    <a:pt x="10831068" y="1315212"/>
                  </a:lnTo>
                  <a:lnTo>
                    <a:pt x="10831068" y="0"/>
                  </a:lnTo>
                  <a:lnTo>
                    <a:pt x="0" y="0"/>
                  </a:lnTo>
                  <a:lnTo>
                    <a:pt x="0" y="131521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54963" y="3288791"/>
            <a:ext cx="10805160" cy="2245360"/>
            <a:chOff x="854963" y="3288791"/>
            <a:chExt cx="10805160" cy="22453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4963" y="3288791"/>
              <a:ext cx="10805160" cy="224485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971" y="3352799"/>
              <a:ext cx="10626852" cy="20665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9921" y="3333749"/>
              <a:ext cx="10665460" cy="2105025"/>
            </a:xfrm>
            <a:custGeom>
              <a:avLst/>
              <a:gdLst/>
              <a:ahLst/>
              <a:cxnLst/>
              <a:rect l="l" t="t" r="r" b="b"/>
              <a:pathLst>
                <a:path w="10665460" h="2105025">
                  <a:moveTo>
                    <a:pt x="0" y="2104644"/>
                  </a:moveTo>
                  <a:lnTo>
                    <a:pt x="10664952" y="2104644"/>
                  </a:lnTo>
                  <a:lnTo>
                    <a:pt x="10664952" y="0"/>
                  </a:lnTo>
                  <a:lnTo>
                    <a:pt x="0" y="0"/>
                  </a:lnTo>
                  <a:lnTo>
                    <a:pt x="0" y="210464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87730" y="2631185"/>
            <a:ext cx="1923414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Cambria"/>
                <a:cs typeface="Cambria"/>
              </a:rPr>
              <a:t>Solution: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7616" y="865632"/>
            <a:ext cx="10602595" cy="3107690"/>
            <a:chOff x="737616" y="865632"/>
            <a:chExt cx="10602595" cy="31076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865632"/>
              <a:ext cx="10602468" cy="31074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929640"/>
              <a:ext cx="10424160" cy="29291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2574" y="910590"/>
              <a:ext cx="10462260" cy="2967355"/>
            </a:xfrm>
            <a:custGeom>
              <a:avLst/>
              <a:gdLst/>
              <a:ahLst/>
              <a:cxnLst/>
              <a:rect l="l" t="t" r="r" b="b"/>
              <a:pathLst>
                <a:path w="10462260" h="2967354">
                  <a:moveTo>
                    <a:pt x="0" y="2967227"/>
                  </a:moveTo>
                  <a:lnTo>
                    <a:pt x="10462260" y="2967227"/>
                  </a:lnTo>
                  <a:lnTo>
                    <a:pt x="10462260" y="0"/>
                  </a:lnTo>
                  <a:lnTo>
                    <a:pt x="0" y="0"/>
                  </a:lnTo>
                  <a:lnTo>
                    <a:pt x="0" y="2967227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2607" y="3361944"/>
              <a:ext cx="1101852" cy="41147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800100" y="4131564"/>
            <a:ext cx="10537190" cy="1522730"/>
            <a:chOff x="800100" y="4131564"/>
            <a:chExt cx="10537190" cy="152273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0100" y="4131564"/>
              <a:ext cx="10536936" cy="15224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7" y="4195572"/>
              <a:ext cx="10358628" cy="13441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45057" y="4176522"/>
              <a:ext cx="10396855" cy="1382395"/>
            </a:xfrm>
            <a:custGeom>
              <a:avLst/>
              <a:gdLst/>
              <a:ahLst/>
              <a:cxnLst/>
              <a:rect l="l" t="t" r="r" b="b"/>
              <a:pathLst>
                <a:path w="10396855" h="1382395">
                  <a:moveTo>
                    <a:pt x="0" y="1382267"/>
                  </a:moveTo>
                  <a:lnTo>
                    <a:pt x="10396728" y="1382267"/>
                  </a:lnTo>
                  <a:lnTo>
                    <a:pt x="10396728" y="0"/>
                  </a:lnTo>
                  <a:lnTo>
                    <a:pt x="0" y="0"/>
                  </a:lnTo>
                  <a:lnTo>
                    <a:pt x="0" y="1382267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632" y="473963"/>
            <a:ext cx="10895330" cy="4387850"/>
            <a:chOff x="865632" y="473963"/>
            <a:chExt cx="10895330" cy="4387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632" y="473963"/>
              <a:ext cx="10895076" cy="22082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40" y="537971"/>
              <a:ext cx="10716768" cy="20299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0590" y="518921"/>
              <a:ext cx="10754995" cy="2068195"/>
            </a:xfrm>
            <a:custGeom>
              <a:avLst/>
              <a:gdLst/>
              <a:ahLst/>
              <a:cxnLst/>
              <a:rect l="l" t="t" r="r" b="b"/>
              <a:pathLst>
                <a:path w="10754995" h="2068195">
                  <a:moveTo>
                    <a:pt x="0" y="2068067"/>
                  </a:moveTo>
                  <a:lnTo>
                    <a:pt x="10754868" y="2068067"/>
                  </a:lnTo>
                  <a:lnTo>
                    <a:pt x="10754868" y="0"/>
                  </a:lnTo>
                  <a:lnTo>
                    <a:pt x="0" y="0"/>
                  </a:lnTo>
                  <a:lnTo>
                    <a:pt x="0" y="2068067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6380" y="2537459"/>
              <a:ext cx="5974080" cy="23241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0388" y="2601468"/>
              <a:ext cx="5795771" cy="21457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61338" y="2582418"/>
              <a:ext cx="5834380" cy="2184400"/>
            </a:xfrm>
            <a:custGeom>
              <a:avLst/>
              <a:gdLst/>
              <a:ahLst/>
              <a:cxnLst/>
              <a:rect l="l" t="t" r="r" b="b"/>
              <a:pathLst>
                <a:path w="5834380" h="2184400">
                  <a:moveTo>
                    <a:pt x="0" y="2183891"/>
                  </a:moveTo>
                  <a:lnTo>
                    <a:pt x="5833871" y="2183891"/>
                  </a:lnTo>
                  <a:lnTo>
                    <a:pt x="5833871" y="0"/>
                  </a:lnTo>
                  <a:lnTo>
                    <a:pt x="0" y="0"/>
                  </a:lnTo>
                  <a:lnTo>
                    <a:pt x="0" y="2183891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6246" y="1497330"/>
            <a:ext cx="750887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dirty="0">
                <a:solidFill>
                  <a:srgbClr val="000000"/>
                </a:solidFill>
              </a:rPr>
              <a:t>Definition: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mbria"/>
                <a:cs typeface="Cambria"/>
              </a:rPr>
              <a:t>Rectangular</a:t>
            </a:r>
            <a:r>
              <a:rPr sz="2400" b="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mbria"/>
                <a:cs typeface="Cambria"/>
              </a:rPr>
              <a:t>form</a:t>
            </a:r>
            <a:r>
              <a:rPr sz="2400" b="0" spc="-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mbria"/>
                <a:cs typeface="Cambria"/>
              </a:rPr>
              <a:t>of a</a:t>
            </a:r>
            <a:r>
              <a:rPr sz="2400" b="0" spc="-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mbria"/>
                <a:cs typeface="Cambria"/>
              </a:rPr>
              <a:t>Complex</a:t>
            </a:r>
            <a:r>
              <a:rPr sz="2400" b="0" spc="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mbria"/>
                <a:cs typeface="Cambria"/>
              </a:rPr>
              <a:t>Number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50619" y="2435364"/>
            <a:ext cx="10287000" cy="1013460"/>
            <a:chOff x="1150619" y="2435364"/>
            <a:chExt cx="10287000" cy="1013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0619" y="2435364"/>
              <a:ext cx="10287000" cy="10134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4627" y="2499360"/>
              <a:ext cx="10108692" cy="8351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95577" y="2480310"/>
              <a:ext cx="10147300" cy="873760"/>
            </a:xfrm>
            <a:custGeom>
              <a:avLst/>
              <a:gdLst/>
              <a:ahLst/>
              <a:cxnLst/>
              <a:rect l="l" t="t" r="r" b="b"/>
              <a:pathLst>
                <a:path w="10147300" h="873760">
                  <a:moveTo>
                    <a:pt x="0" y="873251"/>
                  </a:moveTo>
                  <a:lnTo>
                    <a:pt x="10146792" y="873251"/>
                  </a:lnTo>
                  <a:lnTo>
                    <a:pt x="10146792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64336" y="3779520"/>
            <a:ext cx="10205085" cy="965200"/>
            <a:chOff x="1164336" y="3779520"/>
            <a:chExt cx="10205085" cy="9652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4336" y="3779520"/>
              <a:ext cx="10204704" cy="9646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8344" y="3843528"/>
              <a:ext cx="10026396" cy="7863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09294" y="3824478"/>
              <a:ext cx="10064750" cy="824865"/>
            </a:xfrm>
            <a:custGeom>
              <a:avLst/>
              <a:gdLst/>
              <a:ahLst/>
              <a:cxnLst/>
              <a:rect l="l" t="t" r="r" b="b"/>
              <a:pathLst>
                <a:path w="10064750" h="824864">
                  <a:moveTo>
                    <a:pt x="0" y="824484"/>
                  </a:moveTo>
                  <a:lnTo>
                    <a:pt x="10064496" y="824484"/>
                  </a:lnTo>
                  <a:lnTo>
                    <a:pt x="10064496" y="0"/>
                  </a:lnTo>
                  <a:lnTo>
                    <a:pt x="0" y="0"/>
                  </a:lnTo>
                  <a:lnTo>
                    <a:pt x="0" y="824484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4305" y="233934"/>
            <a:ext cx="2694940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60"/>
              </a:spcBef>
            </a:pPr>
            <a:r>
              <a:rPr spc="-10" dirty="0">
                <a:solidFill>
                  <a:srgbClr val="000000"/>
                </a:solidFill>
              </a:rPr>
              <a:t>Argand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Plane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5632" y="890016"/>
            <a:ext cx="10812780" cy="5823585"/>
            <a:chOff x="865632" y="890016"/>
            <a:chExt cx="10812780" cy="5823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632" y="890016"/>
              <a:ext cx="10812780" cy="58232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40" y="954024"/>
              <a:ext cx="10634472" cy="56448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0590" y="934974"/>
              <a:ext cx="10673080" cy="5683250"/>
            </a:xfrm>
            <a:custGeom>
              <a:avLst/>
              <a:gdLst/>
              <a:ahLst/>
              <a:cxnLst/>
              <a:rect l="l" t="t" r="r" b="b"/>
              <a:pathLst>
                <a:path w="10673080" h="5683250">
                  <a:moveTo>
                    <a:pt x="0" y="5682996"/>
                  </a:moveTo>
                  <a:lnTo>
                    <a:pt x="10672572" y="5682996"/>
                  </a:lnTo>
                  <a:lnTo>
                    <a:pt x="10672572" y="0"/>
                  </a:lnTo>
                  <a:lnTo>
                    <a:pt x="0" y="0"/>
                  </a:lnTo>
                  <a:lnTo>
                    <a:pt x="0" y="568299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0338" y="529590"/>
            <a:ext cx="247840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60"/>
              </a:spcBef>
            </a:pPr>
            <a:r>
              <a:rPr spc="-10" dirty="0">
                <a:solidFill>
                  <a:srgbClr val="000000"/>
                </a:solidFill>
              </a:rPr>
              <a:t>Illustration: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43000" y="1161288"/>
            <a:ext cx="10530840" cy="5546090"/>
            <a:chOff x="1143000" y="1161288"/>
            <a:chExt cx="10530840" cy="55460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1161288"/>
              <a:ext cx="10530840" cy="1185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7" y="1225296"/>
              <a:ext cx="10352532" cy="10073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87957" y="1206246"/>
              <a:ext cx="10391140" cy="1045844"/>
            </a:xfrm>
            <a:custGeom>
              <a:avLst/>
              <a:gdLst/>
              <a:ahLst/>
              <a:cxnLst/>
              <a:rect l="l" t="t" r="r" b="b"/>
              <a:pathLst>
                <a:path w="10391140" h="1045844">
                  <a:moveTo>
                    <a:pt x="0" y="1045463"/>
                  </a:moveTo>
                  <a:lnTo>
                    <a:pt x="10390632" y="1045463"/>
                  </a:lnTo>
                  <a:lnTo>
                    <a:pt x="10390632" y="0"/>
                  </a:lnTo>
                  <a:lnTo>
                    <a:pt x="0" y="0"/>
                  </a:lnTo>
                  <a:lnTo>
                    <a:pt x="0" y="1045463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3667" y="2339340"/>
              <a:ext cx="4555235" cy="43373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7676" y="2403348"/>
              <a:ext cx="4376928" cy="41589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98626" y="2384298"/>
              <a:ext cx="4415155" cy="4197350"/>
            </a:xfrm>
            <a:custGeom>
              <a:avLst/>
              <a:gdLst/>
              <a:ahLst/>
              <a:cxnLst/>
              <a:rect l="l" t="t" r="r" b="b"/>
              <a:pathLst>
                <a:path w="4415155" h="4197350">
                  <a:moveTo>
                    <a:pt x="0" y="4197096"/>
                  </a:moveTo>
                  <a:lnTo>
                    <a:pt x="4415028" y="4197096"/>
                  </a:lnTo>
                  <a:lnTo>
                    <a:pt x="4415028" y="0"/>
                  </a:lnTo>
                  <a:lnTo>
                    <a:pt x="0" y="0"/>
                  </a:lnTo>
                  <a:lnTo>
                    <a:pt x="0" y="419709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4471" y="2316480"/>
              <a:ext cx="4248912" cy="43906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8479" y="2380488"/>
              <a:ext cx="4070604" cy="42123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69429" y="2361438"/>
              <a:ext cx="4109085" cy="4250690"/>
            </a:xfrm>
            <a:custGeom>
              <a:avLst/>
              <a:gdLst/>
              <a:ahLst/>
              <a:cxnLst/>
              <a:rect l="l" t="t" r="r" b="b"/>
              <a:pathLst>
                <a:path w="4109084" h="4250690">
                  <a:moveTo>
                    <a:pt x="0" y="4250436"/>
                  </a:moveTo>
                  <a:lnTo>
                    <a:pt x="4108704" y="4250436"/>
                  </a:lnTo>
                  <a:lnTo>
                    <a:pt x="4108704" y="0"/>
                  </a:lnTo>
                  <a:lnTo>
                    <a:pt x="0" y="0"/>
                  </a:lnTo>
                  <a:lnTo>
                    <a:pt x="0" y="42504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8803" y="425195"/>
            <a:ext cx="10243185" cy="1450975"/>
            <a:chOff x="1098803" y="425195"/>
            <a:chExt cx="10243185" cy="1450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8803" y="425195"/>
              <a:ext cx="10242804" cy="14508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2811" y="489203"/>
              <a:ext cx="10064496" cy="12725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43761" y="470153"/>
              <a:ext cx="10102850" cy="1310640"/>
            </a:xfrm>
            <a:custGeom>
              <a:avLst/>
              <a:gdLst/>
              <a:ahLst/>
              <a:cxnLst/>
              <a:rect l="l" t="t" r="r" b="b"/>
              <a:pathLst>
                <a:path w="10102850" h="1310639">
                  <a:moveTo>
                    <a:pt x="0" y="1310639"/>
                  </a:moveTo>
                  <a:lnTo>
                    <a:pt x="10102596" y="1310639"/>
                  </a:lnTo>
                  <a:lnTo>
                    <a:pt x="10102596" y="0"/>
                  </a:lnTo>
                  <a:lnTo>
                    <a:pt x="0" y="0"/>
                  </a:lnTo>
                  <a:lnTo>
                    <a:pt x="0" y="1310639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25474" y="2021585"/>
            <a:ext cx="6486525" cy="585470"/>
          </a:xfrm>
          <a:custGeom>
            <a:avLst/>
            <a:gdLst/>
            <a:ahLst/>
            <a:cxnLst/>
            <a:rect l="l" t="t" r="r" b="b"/>
            <a:pathLst>
              <a:path w="6486525" h="585469">
                <a:moveTo>
                  <a:pt x="6486144" y="0"/>
                </a:moveTo>
                <a:lnTo>
                  <a:pt x="0" y="0"/>
                </a:lnTo>
                <a:lnTo>
                  <a:pt x="0" y="585215"/>
                </a:lnTo>
                <a:lnTo>
                  <a:pt x="6486144" y="585215"/>
                </a:lnTo>
                <a:lnTo>
                  <a:pt x="64861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37666" y="2021585"/>
            <a:ext cx="6474460" cy="58801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270"/>
              </a:spcBef>
            </a:pPr>
            <a:r>
              <a:rPr dirty="0">
                <a:solidFill>
                  <a:srgbClr val="000000"/>
                </a:solidFill>
              </a:rPr>
              <a:t>Definition: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mbria"/>
                <a:cs typeface="Cambria"/>
              </a:rPr>
              <a:t>Conjugate</a:t>
            </a:r>
            <a:r>
              <a:rPr sz="2400" b="0" dirty="0">
                <a:solidFill>
                  <a:srgbClr val="000000"/>
                </a:solidFill>
                <a:latin typeface="Cambria"/>
                <a:cs typeface="Cambria"/>
              </a:rPr>
              <a:t> of</a:t>
            </a:r>
            <a:r>
              <a:rPr sz="2400" b="0" spc="-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sz="2400" b="0" spc="-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mbria"/>
                <a:cs typeface="Cambria"/>
              </a:rPr>
              <a:t>Complex</a:t>
            </a:r>
            <a:r>
              <a:rPr sz="2400" b="0" spc="-5" dirty="0">
                <a:solidFill>
                  <a:srgbClr val="000000"/>
                </a:solidFill>
                <a:latin typeface="Cambria"/>
                <a:cs typeface="Cambria"/>
              </a:rPr>
              <a:t> Number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2708" y="2566377"/>
            <a:ext cx="9962515" cy="3924935"/>
            <a:chOff x="1092708" y="2566377"/>
            <a:chExt cx="9962515" cy="39249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756" y="2566377"/>
              <a:ext cx="9959340" cy="6401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9764" y="2630423"/>
              <a:ext cx="9781032" cy="4617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40714" y="2611373"/>
              <a:ext cx="9819640" cy="500380"/>
            </a:xfrm>
            <a:custGeom>
              <a:avLst/>
              <a:gdLst/>
              <a:ahLst/>
              <a:cxnLst/>
              <a:rect l="l" t="t" r="r" b="b"/>
              <a:pathLst>
                <a:path w="9819640" h="500380">
                  <a:moveTo>
                    <a:pt x="0" y="499872"/>
                  </a:moveTo>
                  <a:lnTo>
                    <a:pt x="9819132" y="499872"/>
                  </a:lnTo>
                  <a:lnTo>
                    <a:pt x="9819132" y="0"/>
                  </a:lnTo>
                  <a:lnTo>
                    <a:pt x="0" y="0"/>
                  </a:lnTo>
                  <a:lnTo>
                    <a:pt x="0" y="49987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2708" y="3067812"/>
              <a:ext cx="7170419" cy="34229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6716" y="3131819"/>
              <a:ext cx="6992111" cy="324459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37666" y="3112769"/>
              <a:ext cx="7030720" cy="3282950"/>
            </a:xfrm>
            <a:custGeom>
              <a:avLst/>
              <a:gdLst/>
              <a:ahLst/>
              <a:cxnLst/>
              <a:rect l="l" t="t" r="r" b="b"/>
              <a:pathLst>
                <a:path w="7030720" h="3282950">
                  <a:moveTo>
                    <a:pt x="0" y="3282696"/>
                  </a:moveTo>
                  <a:lnTo>
                    <a:pt x="7030211" y="3282696"/>
                  </a:lnTo>
                  <a:lnTo>
                    <a:pt x="7030211" y="0"/>
                  </a:lnTo>
                  <a:lnTo>
                    <a:pt x="0" y="0"/>
                  </a:lnTo>
                  <a:lnTo>
                    <a:pt x="0" y="328269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477" y="515873"/>
            <a:ext cx="6512559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spc="-10" dirty="0">
                <a:solidFill>
                  <a:srgbClr val="000000"/>
                </a:solidFill>
              </a:rPr>
              <a:t>Properties </a:t>
            </a:r>
            <a:r>
              <a:rPr spc="-5" dirty="0">
                <a:solidFill>
                  <a:srgbClr val="000000"/>
                </a:solidFill>
              </a:rPr>
              <a:t>of</a:t>
            </a:r>
            <a:r>
              <a:rPr spc="-15" dirty="0">
                <a:solidFill>
                  <a:srgbClr val="000000"/>
                </a:solidFill>
              </a:rPr>
              <a:t> Complex </a:t>
            </a:r>
            <a:r>
              <a:rPr spc="-10" dirty="0">
                <a:solidFill>
                  <a:srgbClr val="000000"/>
                </a:solidFill>
              </a:rPr>
              <a:t>Conjugates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1519" y="1178052"/>
            <a:ext cx="11092180" cy="4356100"/>
            <a:chOff x="731519" y="1178052"/>
            <a:chExt cx="11092180" cy="4356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19" y="1178052"/>
              <a:ext cx="11091672" cy="43555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527" y="1242060"/>
              <a:ext cx="10913364" cy="41772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6477" y="1223010"/>
              <a:ext cx="10951845" cy="4215765"/>
            </a:xfrm>
            <a:custGeom>
              <a:avLst/>
              <a:gdLst/>
              <a:ahLst/>
              <a:cxnLst/>
              <a:rect l="l" t="t" r="r" b="b"/>
              <a:pathLst>
                <a:path w="10951845" h="4215765">
                  <a:moveTo>
                    <a:pt x="0" y="4215384"/>
                  </a:moveTo>
                  <a:lnTo>
                    <a:pt x="10951464" y="4215384"/>
                  </a:lnTo>
                  <a:lnTo>
                    <a:pt x="10951464" y="0"/>
                  </a:lnTo>
                  <a:lnTo>
                    <a:pt x="0" y="0"/>
                  </a:lnTo>
                  <a:lnTo>
                    <a:pt x="0" y="421538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961" y="525018"/>
            <a:ext cx="4632960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sz="3200" b="1" spc="-10" dirty="0">
                <a:solidFill>
                  <a:srgbClr val="C00000"/>
                </a:solidFill>
                <a:latin typeface="Cambria"/>
                <a:cs typeface="Cambria"/>
              </a:rPr>
              <a:t>2.De-Moivre’s</a:t>
            </a:r>
            <a:r>
              <a:rPr sz="3200" b="1" spc="-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mbria"/>
                <a:cs typeface="Cambria"/>
              </a:rPr>
              <a:t>Theorem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2107" y="1972043"/>
            <a:ext cx="8174990" cy="1144905"/>
            <a:chOff x="102107" y="1972043"/>
            <a:chExt cx="8174990" cy="11449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107" y="1972043"/>
              <a:ext cx="8174735" cy="11445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115" y="2036064"/>
              <a:ext cx="7996428" cy="9662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7065" y="2017014"/>
              <a:ext cx="8034655" cy="1004569"/>
            </a:xfrm>
            <a:custGeom>
              <a:avLst/>
              <a:gdLst/>
              <a:ahLst/>
              <a:cxnLst/>
              <a:rect l="l" t="t" r="r" b="b"/>
              <a:pathLst>
                <a:path w="8034655" h="1004569">
                  <a:moveTo>
                    <a:pt x="0" y="1004315"/>
                  </a:moveTo>
                  <a:lnTo>
                    <a:pt x="8034528" y="1004315"/>
                  </a:lnTo>
                  <a:lnTo>
                    <a:pt x="8034528" y="0"/>
                  </a:lnTo>
                  <a:lnTo>
                    <a:pt x="0" y="0"/>
                  </a:lnTo>
                  <a:lnTo>
                    <a:pt x="0" y="100431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4018" y="1282446"/>
            <a:ext cx="2209800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3200" spc="-10" dirty="0">
                <a:latin typeface="Cambria"/>
                <a:cs typeface="Cambria"/>
              </a:rPr>
              <a:t>Statement: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021" y="3102101"/>
            <a:ext cx="1277620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70"/>
              </a:spcBef>
            </a:pPr>
            <a:r>
              <a:rPr sz="3200" spc="-10" dirty="0">
                <a:latin typeface="Cambria"/>
                <a:cs typeface="Cambria"/>
              </a:rPr>
              <a:t>Proof: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8684" y="3742944"/>
            <a:ext cx="10149840" cy="2973705"/>
            <a:chOff x="138684" y="3742944"/>
            <a:chExt cx="10149840" cy="297370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684" y="3742944"/>
              <a:ext cx="10149840" cy="29733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" y="3806952"/>
              <a:ext cx="9971532" cy="27950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3642" y="3787902"/>
              <a:ext cx="10010140" cy="2833370"/>
            </a:xfrm>
            <a:custGeom>
              <a:avLst/>
              <a:gdLst/>
              <a:ahLst/>
              <a:cxnLst/>
              <a:rect l="l" t="t" r="r" b="b"/>
              <a:pathLst>
                <a:path w="10010140" h="2833370">
                  <a:moveTo>
                    <a:pt x="0" y="2833116"/>
                  </a:moveTo>
                  <a:lnTo>
                    <a:pt x="10009632" y="2833116"/>
                  </a:lnTo>
                  <a:lnTo>
                    <a:pt x="10009632" y="0"/>
                  </a:lnTo>
                  <a:lnTo>
                    <a:pt x="0" y="0"/>
                  </a:lnTo>
                  <a:lnTo>
                    <a:pt x="0" y="283311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7155" y="217931"/>
            <a:ext cx="10552430" cy="4078604"/>
            <a:chOff x="867155" y="217931"/>
            <a:chExt cx="10552430" cy="40786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155" y="217931"/>
              <a:ext cx="10552176" cy="40782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1163" y="281939"/>
              <a:ext cx="10373868" cy="389991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2113" y="262889"/>
              <a:ext cx="10412095" cy="3938270"/>
            </a:xfrm>
            <a:custGeom>
              <a:avLst/>
              <a:gdLst/>
              <a:ahLst/>
              <a:cxnLst/>
              <a:rect l="l" t="t" r="r" b="b"/>
              <a:pathLst>
                <a:path w="10412095" h="3938270">
                  <a:moveTo>
                    <a:pt x="0" y="3938015"/>
                  </a:moveTo>
                  <a:lnTo>
                    <a:pt x="10411968" y="3938015"/>
                  </a:lnTo>
                  <a:lnTo>
                    <a:pt x="10411968" y="0"/>
                  </a:lnTo>
                  <a:lnTo>
                    <a:pt x="0" y="0"/>
                  </a:lnTo>
                  <a:lnTo>
                    <a:pt x="0" y="393801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400543" y="5222747"/>
            <a:ext cx="4213860" cy="749935"/>
            <a:chOff x="7400543" y="5222747"/>
            <a:chExt cx="4213860" cy="7499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687" y="5231891"/>
              <a:ext cx="4157472" cy="34899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405115" y="5227319"/>
              <a:ext cx="4166870" cy="358140"/>
            </a:xfrm>
            <a:custGeom>
              <a:avLst/>
              <a:gdLst/>
              <a:ahLst/>
              <a:cxnLst/>
              <a:rect l="l" t="t" r="r" b="b"/>
              <a:pathLst>
                <a:path w="4166870" h="358139">
                  <a:moveTo>
                    <a:pt x="0" y="358139"/>
                  </a:moveTo>
                  <a:lnTo>
                    <a:pt x="4166616" y="358139"/>
                  </a:lnTo>
                  <a:lnTo>
                    <a:pt x="4166616" y="0"/>
                  </a:lnTo>
                  <a:lnTo>
                    <a:pt x="0" y="0"/>
                  </a:lnTo>
                  <a:lnTo>
                    <a:pt x="0" y="358139"/>
                  </a:lnTo>
                  <a:close/>
                </a:path>
              </a:pathLst>
            </a:custGeom>
            <a:ln w="914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1211" y="5562599"/>
              <a:ext cx="4194048" cy="4008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406639" y="5558027"/>
              <a:ext cx="4203700" cy="410209"/>
            </a:xfrm>
            <a:custGeom>
              <a:avLst/>
              <a:gdLst/>
              <a:ahLst/>
              <a:cxnLst/>
              <a:rect l="l" t="t" r="r" b="b"/>
              <a:pathLst>
                <a:path w="4203700" h="410210">
                  <a:moveTo>
                    <a:pt x="0" y="409956"/>
                  </a:moveTo>
                  <a:lnTo>
                    <a:pt x="4203192" y="409956"/>
                  </a:lnTo>
                  <a:lnTo>
                    <a:pt x="4203192" y="0"/>
                  </a:lnTo>
                  <a:lnTo>
                    <a:pt x="0" y="0"/>
                  </a:lnTo>
                  <a:lnTo>
                    <a:pt x="0" y="409956"/>
                  </a:lnTo>
                  <a:close/>
                </a:path>
              </a:pathLst>
            </a:custGeom>
            <a:ln w="914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67155" y="4163542"/>
            <a:ext cx="6664959" cy="805180"/>
            <a:chOff x="867155" y="4163542"/>
            <a:chExt cx="6664959" cy="80518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7155" y="4163542"/>
              <a:ext cx="6664452" cy="80469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1163" y="4227576"/>
              <a:ext cx="6486144" cy="6263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12113" y="4208526"/>
              <a:ext cx="6524625" cy="664845"/>
            </a:xfrm>
            <a:custGeom>
              <a:avLst/>
              <a:gdLst/>
              <a:ahLst/>
              <a:cxnLst/>
              <a:rect l="l" t="t" r="r" b="b"/>
              <a:pathLst>
                <a:path w="6524625" h="664845">
                  <a:moveTo>
                    <a:pt x="0" y="664463"/>
                  </a:moveTo>
                  <a:lnTo>
                    <a:pt x="6524244" y="664463"/>
                  </a:lnTo>
                  <a:lnTo>
                    <a:pt x="6524244" y="0"/>
                  </a:lnTo>
                  <a:lnTo>
                    <a:pt x="0" y="0"/>
                  </a:lnTo>
                  <a:lnTo>
                    <a:pt x="0" y="664463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8506" y="5182361"/>
            <a:ext cx="6620509" cy="126238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15"/>
              </a:spcBef>
            </a:pPr>
            <a:r>
              <a:rPr sz="1800" b="1" spc="-5" dirty="0">
                <a:latin typeface="Cambria"/>
                <a:cs typeface="Cambria"/>
              </a:rPr>
              <a:t>Conclusion: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ambria"/>
              <a:cs typeface="Cambria"/>
            </a:endParaRPr>
          </a:p>
          <a:p>
            <a:pPr marL="9017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Hence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by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principle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Mathematical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Induction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we’ve</a:t>
            </a:r>
            <a:endParaRPr sz="2000">
              <a:latin typeface="Cambria"/>
              <a:cs typeface="Cambria"/>
            </a:endParaRPr>
          </a:p>
          <a:p>
            <a:pPr marL="90170">
              <a:lnSpc>
                <a:spcPct val="100000"/>
              </a:lnSpc>
            </a:pPr>
            <a:r>
              <a:rPr sz="2000" spc="-5" dirty="0">
                <a:latin typeface="Cambria"/>
                <a:cs typeface="Cambria"/>
              </a:rPr>
              <a:t>shown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De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Moivre’s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to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true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for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all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positive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integers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n.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320" y="516648"/>
            <a:ext cx="9226550" cy="5846445"/>
            <a:chOff x="274320" y="516648"/>
            <a:chExt cx="9226550" cy="58464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952" y="516648"/>
              <a:ext cx="5737860" cy="6735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960" y="580643"/>
              <a:ext cx="5562600" cy="495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3910" y="561593"/>
              <a:ext cx="5598160" cy="533400"/>
            </a:xfrm>
            <a:custGeom>
              <a:avLst/>
              <a:gdLst/>
              <a:ahLst/>
              <a:cxnLst/>
              <a:rect l="l" t="t" r="r" b="b"/>
              <a:pathLst>
                <a:path w="5598160" h="533400">
                  <a:moveTo>
                    <a:pt x="0" y="533400"/>
                  </a:moveTo>
                  <a:lnTo>
                    <a:pt x="5597652" y="533400"/>
                  </a:lnTo>
                  <a:lnTo>
                    <a:pt x="5597652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320" y="1181100"/>
              <a:ext cx="9226296" cy="518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328" y="1245108"/>
              <a:ext cx="9047988" cy="50032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278" y="1226058"/>
              <a:ext cx="9086215" cy="5041900"/>
            </a:xfrm>
            <a:custGeom>
              <a:avLst/>
              <a:gdLst/>
              <a:ahLst/>
              <a:cxnLst/>
              <a:rect l="l" t="t" r="r" b="b"/>
              <a:pathLst>
                <a:path w="9086215" h="5041900">
                  <a:moveTo>
                    <a:pt x="0" y="5041392"/>
                  </a:moveTo>
                  <a:lnTo>
                    <a:pt x="9086088" y="5041392"/>
                  </a:lnTo>
                  <a:lnTo>
                    <a:pt x="9086088" y="0"/>
                  </a:lnTo>
                  <a:lnTo>
                    <a:pt x="0" y="0"/>
                  </a:lnTo>
                  <a:lnTo>
                    <a:pt x="0" y="504139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018" y="1296161"/>
            <a:ext cx="1685925" cy="585470"/>
          </a:xfrm>
          <a:custGeom>
            <a:avLst/>
            <a:gdLst/>
            <a:ahLst/>
            <a:cxnLst/>
            <a:rect l="l" t="t" r="r" b="b"/>
            <a:pathLst>
              <a:path w="1685925" h="585469">
                <a:moveTo>
                  <a:pt x="0" y="585215"/>
                </a:moveTo>
                <a:lnTo>
                  <a:pt x="1685544" y="585215"/>
                </a:lnTo>
                <a:lnTo>
                  <a:pt x="1685544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3068" y="1315211"/>
            <a:ext cx="1647825" cy="5359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460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15"/>
              </a:spcBef>
            </a:pPr>
            <a:r>
              <a:rPr sz="3200" spc="-15" dirty="0">
                <a:latin typeface="Cambria"/>
                <a:cs typeface="Cambria"/>
              </a:rPr>
              <a:t>Remark: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18" y="1873757"/>
            <a:ext cx="10721340" cy="1077595"/>
          </a:xfrm>
          <a:custGeom>
            <a:avLst/>
            <a:gdLst/>
            <a:ahLst/>
            <a:cxnLst/>
            <a:rect l="l" t="t" r="r" b="b"/>
            <a:pathLst>
              <a:path w="10721340" h="1077595">
                <a:moveTo>
                  <a:pt x="0" y="1077468"/>
                </a:moveTo>
                <a:lnTo>
                  <a:pt x="10721340" y="1077468"/>
                </a:lnTo>
                <a:lnTo>
                  <a:pt x="10721340" y="0"/>
                </a:lnTo>
                <a:lnTo>
                  <a:pt x="0" y="0"/>
                </a:lnTo>
                <a:lnTo>
                  <a:pt x="0" y="1077468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3068" y="1896617"/>
            <a:ext cx="10683240" cy="10356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430" rIns="0" bIns="0" rtlCol="0">
            <a:spAutoFit/>
          </a:bodyPr>
          <a:lstStyle/>
          <a:p>
            <a:pPr marL="71755" marR="1143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latin typeface="Cambria"/>
                <a:cs typeface="Cambria"/>
              </a:rPr>
              <a:t>De-Moivre’s theorem </a:t>
            </a:r>
            <a:r>
              <a:rPr sz="3200" dirty="0">
                <a:latin typeface="Cambria"/>
                <a:cs typeface="Cambria"/>
              </a:rPr>
              <a:t>can </a:t>
            </a:r>
            <a:r>
              <a:rPr sz="3200" spc="-5" dirty="0">
                <a:latin typeface="Cambria"/>
                <a:cs typeface="Cambria"/>
              </a:rPr>
              <a:t>be shown true </a:t>
            </a:r>
            <a:r>
              <a:rPr sz="3200" spc="-10" dirty="0">
                <a:latin typeface="Cambria"/>
                <a:cs typeface="Cambria"/>
              </a:rPr>
              <a:t>when </a:t>
            </a:r>
            <a:r>
              <a:rPr sz="3200" dirty="0">
                <a:latin typeface="Cambria"/>
                <a:cs typeface="Cambria"/>
              </a:rPr>
              <a:t>n </a:t>
            </a:r>
            <a:r>
              <a:rPr sz="3200" spc="-10" dirty="0">
                <a:latin typeface="Cambria"/>
                <a:cs typeface="Cambria"/>
              </a:rPr>
              <a:t>is </a:t>
            </a:r>
            <a:r>
              <a:rPr sz="3200" dirty="0">
                <a:latin typeface="Cambria"/>
                <a:cs typeface="Cambria"/>
              </a:rPr>
              <a:t>a </a:t>
            </a:r>
            <a:r>
              <a:rPr sz="3200" spc="-25" dirty="0">
                <a:latin typeface="Cambria"/>
                <a:cs typeface="Cambria"/>
              </a:rPr>
              <a:t>negative </a:t>
            </a:r>
            <a:r>
              <a:rPr sz="3200" spc="-690" dirty="0">
                <a:latin typeface="Cambria"/>
                <a:cs typeface="Cambria"/>
              </a:rPr>
              <a:t> </a:t>
            </a:r>
            <a:r>
              <a:rPr sz="3200" spc="-5" dirty="0">
                <a:latin typeface="Cambria"/>
                <a:cs typeface="Cambria"/>
              </a:rPr>
              <a:t>integer and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even</a:t>
            </a:r>
            <a:r>
              <a:rPr sz="3200" spc="-1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n</a:t>
            </a:r>
            <a:r>
              <a:rPr sz="3200" spc="-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is a</a:t>
            </a:r>
            <a:r>
              <a:rPr sz="3200" spc="-25" dirty="0">
                <a:latin typeface="Cambria"/>
                <a:cs typeface="Cambria"/>
              </a:rPr>
              <a:t> </a:t>
            </a:r>
            <a:r>
              <a:rPr sz="3200" spc="-15" dirty="0">
                <a:latin typeface="Cambria"/>
                <a:cs typeface="Cambria"/>
              </a:rPr>
              <a:t>rational</a:t>
            </a:r>
            <a:r>
              <a:rPr sz="3200" spc="15" dirty="0">
                <a:latin typeface="Cambria"/>
                <a:cs typeface="Cambria"/>
              </a:rPr>
              <a:t> </a:t>
            </a:r>
            <a:r>
              <a:rPr sz="3200" spc="-50" dirty="0">
                <a:latin typeface="Cambria"/>
                <a:cs typeface="Cambria"/>
              </a:rPr>
              <a:t>number.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6971" y="3782567"/>
            <a:ext cx="2001520" cy="623570"/>
            <a:chOff x="156971" y="3782567"/>
            <a:chExt cx="2001520" cy="623570"/>
          </a:xfrm>
        </p:grpSpPr>
        <p:sp>
          <p:nvSpPr>
            <p:cNvPr id="7" name="object 7"/>
            <p:cNvSpPr/>
            <p:nvPr/>
          </p:nvSpPr>
          <p:spPr>
            <a:xfrm>
              <a:off x="176021" y="3801617"/>
              <a:ext cx="1963420" cy="585470"/>
            </a:xfrm>
            <a:custGeom>
              <a:avLst/>
              <a:gdLst/>
              <a:ahLst/>
              <a:cxnLst/>
              <a:rect l="l" t="t" r="r" b="b"/>
              <a:pathLst>
                <a:path w="1963420" h="585470">
                  <a:moveTo>
                    <a:pt x="1962912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1962912" y="585216"/>
                  </a:lnTo>
                  <a:lnTo>
                    <a:pt x="1962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021" y="3801617"/>
              <a:ext cx="1963420" cy="585470"/>
            </a:xfrm>
            <a:custGeom>
              <a:avLst/>
              <a:gdLst/>
              <a:ahLst/>
              <a:cxnLst/>
              <a:rect l="l" t="t" r="r" b="b"/>
              <a:pathLst>
                <a:path w="1963420" h="585470">
                  <a:moveTo>
                    <a:pt x="0" y="585216"/>
                  </a:moveTo>
                  <a:lnTo>
                    <a:pt x="1962912" y="585216"/>
                  </a:lnTo>
                  <a:lnTo>
                    <a:pt x="1962912" y="0"/>
                  </a:lnTo>
                  <a:lnTo>
                    <a:pt x="0" y="0"/>
                  </a:lnTo>
                  <a:lnTo>
                    <a:pt x="0" y="585216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6595" y="3822953"/>
            <a:ext cx="192341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mbria"/>
                <a:cs typeface="Cambria"/>
              </a:rPr>
              <a:t>Corollary: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2587" y="4331208"/>
            <a:ext cx="10825480" cy="1122045"/>
            <a:chOff x="132587" y="4331208"/>
            <a:chExt cx="10825480" cy="112204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587" y="4331208"/>
              <a:ext cx="10824972" cy="11216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595" y="4395216"/>
              <a:ext cx="10646664" cy="9433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77545" y="4376166"/>
              <a:ext cx="10685145" cy="981710"/>
            </a:xfrm>
            <a:custGeom>
              <a:avLst/>
              <a:gdLst/>
              <a:ahLst/>
              <a:cxnLst/>
              <a:rect l="l" t="t" r="r" b="b"/>
              <a:pathLst>
                <a:path w="10685145" h="981710">
                  <a:moveTo>
                    <a:pt x="0" y="981456"/>
                  </a:moveTo>
                  <a:lnTo>
                    <a:pt x="10684764" y="981456"/>
                  </a:lnTo>
                  <a:lnTo>
                    <a:pt x="10684764" y="0"/>
                  </a:lnTo>
                  <a:lnTo>
                    <a:pt x="0" y="0"/>
                  </a:lnTo>
                  <a:lnTo>
                    <a:pt x="0" y="98145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6102" y="502158"/>
            <a:ext cx="247967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0"/>
              </a:spcBef>
            </a:pPr>
            <a:r>
              <a:rPr spc="-10" dirty="0">
                <a:solidFill>
                  <a:srgbClr val="000000"/>
                </a:solidFill>
              </a:rPr>
              <a:t>PROBLEM-1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3336" y="1129283"/>
            <a:ext cx="7946390" cy="800100"/>
            <a:chOff x="783336" y="1129283"/>
            <a:chExt cx="7946390" cy="800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336" y="1129283"/>
              <a:ext cx="7946135" cy="800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344" y="1193291"/>
              <a:ext cx="7767828" cy="6217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8294" y="1174241"/>
              <a:ext cx="7806055" cy="660400"/>
            </a:xfrm>
            <a:custGeom>
              <a:avLst/>
              <a:gdLst/>
              <a:ahLst/>
              <a:cxnLst/>
              <a:rect l="l" t="t" r="r" b="b"/>
              <a:pathLst>
                <a:path w="7806055" h="660400">
                  <a:moveTo>
                    <a:pt x="0" y="659891"/>
                  </a:moveTo>
                  <a:lnTo>
                    <a:pt x="7805928" y="659891"/>
                  </a:lnTo>
                  <a:lnTo>
                    <a:pt x="7805928" y="0"/>
                  </a:lnTo>
                  <a:lnTo>
                    <a:pt x="0" y="0"/>
                  </a:lnTo>
                  <a:lnTo>
                    <a:pt x="0" y="659891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5538" y="2000250"/>
            <a:ext cx="1935480" cy="584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65"/>
              </a:spcBef>
            </a:pPr>
            <a:r>
              <a:rPr sz="3200" b="1" spc="-5" dirty="0">
                <a:latin typeface="Cambria"/>
                <a:cs typeface="Cambria"/>
              </a:rPr>
              <a:t>Solution: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8200" y="2610611"/>
            <a:ext cx="7896225" cy="4015740"/>
            <a:chOff x="838200" y="2610611"/>
            <a:chExt cx="7896225" cy="40157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2610611"/>
              <a:ext cx="7895844" cy="40157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207" y="2674619"/>
              <a:ext cx="7717535" cy="38374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83157" y="2655569"/>
              <a:ext cx="7755890" cy="3876040"/>
            </a:xfrm>
            <a:custGeom>
              <a:avLst/>
              <a:gdLst/>
              <a:ahLst/>
              <a:cxnLst/>
              <a:rect l="l" t="t" r="r" b="b"/>
              <a:pathLst>
                <a:path w="7755890" h="3876040">
                  <a:moveTo>
                    <a:pt x="0" y="3875532"/>
                  </a:moveTo>
                  <a:lnTo>
                    <a:pt x="7755635" y="3875532"/>
                  </a:lnTo>
                  <a:lnTo>
                    <a:pt x="7755635" y="0"/>
                  </a:lnTo>
                  <a:lnTo>
                    <a:pt x="0" y="0"/>
                  </a:lnTo>
                  <a:lnTo>
                    <a:pt x="0" y="387553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1139" y="1562100"/>
            <a:ext cx="7734300" cy="2156460"/>
            <a:chOff x="1501139" y="1562100"/>
            <a:chExt cx="7734300" cy="2156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1139" y="1562100"/>
              <a:ext cx="7734300" cy="21564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5147" y="1626107"/>
              <a:ext cx="7555992" cy="19781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46097" y="1607057"/>
              <a:ext cx="7594600" cy="2016760"/>
            </a:xfrm>
            <a:custGeom>
              <a:avLst/>
              <a:gdLst/>
              <a:ahLst/>
              <a:cxnLst/>
              <a:rect l="l" t="t" r="r" b="b"/>
              <a:pathLst>
                <a:path w="7594600" h="2016760">
                  <a:moveTo>
                    <a:pt x="0" y="2016252"/>
                  </a:moveTo>
                  <a:lnTo>
                    <a:pt x="7594092" y="2016252"/>
                  </a:lnTo>
                  <a:lnTo>
                    <a:pt x="7594092" y="0"/>
                  </a:lnTo>
                  <a:lnTo>
                    <a:pt x="0" y="0"/>
                  </a:lnTo>
                  <a:lnTo>
                    <a:pt x="0" y="201625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386" y="489966"/>
            <a:ext cx="2479675" cy="584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9"/>
              </a:spcBef>
            </a:pPr>
            <a:r>
              <a:rPr spc="-10" dirty="0">
                <a:solidFill>
                  <a:srgbClr val="000000"/>
                </a:solidFill>
              </a:rPr>
              <a:t>PROBLEM-2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4766" y="2577845"/>
            <a:ext cx="1935480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70"/>
              </a:spcBef>
            </a:pPr>
            <a:r>
              <a:rPr sz="3200" b="1" spc="-5" dirty="0">
                <a:latin typeface="Cambria"/>
                <a:cs typeface="Cambria"/>
              </a:rPr>
              <a:t>Solution: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0476" y="1127760"/>
            <a:ext cx="4102735" cy="1339850"/>
            <a:chOff x="760476" y="1127760"/>
            <a:chExt cx="4102735" cy="1339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476" y="1127760"/>
              <a:ext cx="4102608" cy="13395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484" y="1191768"/>
              <a:ext cx="3924300" cy="11612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05434" y="1172718"/>
              <a:ext cx="3962400" cy="1199515"/>
            </a:xfrm>
            <a:custGeom>
              <a:avLst/>
              <a:gdLst/>
              <a:ahLst/>
              <a:cxnLst/>
              <a:rect l="l" t="t" r="r" b="b"/>
              <a:pathLst>
                <a:path w="3962400" h="1199514">
                  <a:moveTo>
                    <a:pt x="0" y="1199388"/>
                  </a:moveTo>
                  <a:lnTo>
                    <a:pt x="3962400" y="1199388"/>
                  </a:lnTo>
                  <a:lnTo>
                    <a:pt x="3962400" y="0"/>
                  </a:lnTo>
                  <a:lnTo>
                    <a:pt x="0" y="0"/>
                  </a:lnTo>
                  <a:lnTo>
                    <a:pt x="0" y="119938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799588" y="2535935"/>
            <a:ext cx="6888480" cy="3976370"/>
            <a:chOff x="2799588" y="2535935"/>
            <a:chExt cx="6888480" cy="397637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9588" y="2535935"/>
              <a:ext cx="6888479" cy="39761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3596" y="2599943"/>
              <a:ext cx="6710172" cy="379780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844546" y="2580893"/>
              <a:ext cx="6748780" cy="3836035"/>
            </a:xfrm>
            <a:custGeom>
              <a:avLst/>
              <a:gdLst/>
              <a:ahLst/>
              <a:cxnLst/>
              <a:rect l="l" t="t" r="r" b="b"/>
              <a:pathLst>
                <a:path w="6748780" h="3836035">
                  <a:moveTo>
                    <a:pt x="0" y="3835908"/>
                  </a:moveTo>
                  <a:lnTo>
                    <a:pt x="6748272" y="3835908"/>
                  </a:lnTo>
                  <a:lnTo>
                    <a:pt x="6748272" y="0"/>
                  </a:lnTo>
                  <a:lnTo>
                    <a:pt x="0" y="0"/>
                  </a:lnTo>
                  <a:lnTo>
                    <a:pt x="0" y="383590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386" y="529590"/>
            <a:ext cx="247967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spc="-10" dirty="0">
                <a:solidFill>
                  <a:srgbClr val="000000"/>
                </a:solidFill>
              </a:rPr>
              <a:t>PROBLEM-3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674" y="2686050"/>
            <a:ext cx="1937385" cy="584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3200" b="1" spc="-5" dirty="0">
                <a:latin typeface="Cambria"/>
                <a:cs typeface="Cambria"/>
              </a:rPr>
              <a:t>Solution: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3523" y="1141475"/>
            <a:ext cx="5381625" cy="1367155"/>
            <a:chOff x="763523" y="1141475"/>
            <a:chExt cx="5381625" cy="1367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523" y="1141475"/>
              <a:ext cx="5381244" cy="1367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531" y="1205483"/>
              <a:ext cx="5202936" cy="11887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08481" y="1186433"/>
              <a:ext cx="5241290" cy="1226820"/>
            </a:xfrm>
            <a:custGeom>
              <a:avLst/>
              <a:gdLst/>
              <a:ahLst/>
              <a:cxnLst/>
              <a:rect l="l" t="t" r="r" b="b"/>
              <a:pathLst>
                <a:path w="5241290" h="1226820">
                  <a:moveTo>
                    <a:pt x="0" y="1226820"/>
                  </a:moveTo>
                  <a:lnTo>
                    <a:pt x="5241036" y="1226820"/>
                  </a:lnTo>
                  <a:lnTo>
                    <a:pt x="5241036" y="0"/>
                  </a:lnTo>
                  <a:lnTo>
                    <a:pt x="0" y="0"/>
                  </a:lnTo>
                  <a:lnTo>
                    <a:pt x="0" y="122682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69619" y="3290315"/>
            <a:ext cx="10142220" cy="2162810"/>
            <a:chOff x="769619" y="3290315"/>
            <a:chExt cx="10142220" cy="216281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619" y="3290315"/>
              <a:ext cx="10142220" cy="21625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3627" y="3354323"/>
              <a:ext cx="9963912" cy="19842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14577" y="3335273"/>
              <a:ext cx="10002520" cy="2022475"/>
            </a:xfrm>
            <a:custGeom>
              <a:avLst/>
              <a:gdLst/>
              <a:ahLst/>
              <a:cxnLst/>
              <a:rect l="l" t="t" r="r" b="b"/>
              <a:pathLst>
                <a:path w="10002520" h="2022475">
                  <a:moveTo>
                    <a:pt x="0" y="2022348"/>
                  </a:moveTo>
                  <a:lnTo>
                    <a:pt x="10002012" y="2022348"/>
                  </a:lnTo>
                  <a:lnTo>
                    <a:pt x="10002012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855" y="1062227"/>
            <a:ext cx="10734040" cy="3758565"/>
            <a:chOff x="752855" y="1062227"/>
            <a:chExt cx="10734040" cy="37585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855" y="1062227"/>
              <a:ext cx="10733532" cy="37581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863" y="1126235"/>
              <a:ext cx="10555224" cy="35798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7813" y="1107185"/>
              <a:ext cx="10593705" cy="3618229"/>
            </a:xfrm>
            <a:custGeom>
              <a:avLst/>
              <a:gdLst/>
              <a:ahLst/>
              <a:cxnLst/>
              <a:rect l="l" t="t" r="r" b="b"/>
              <a:pathLst>
                <a:path w="10593705" h="3618229">
                  <a:moveTo>
                    <a:pt x="0" y="3617976"/>
                  </a:moveTo>
                  <a:lnTo>
                    <a:pt x="10593324" y="3617976"/>
                  </a:lnTo>
                  <a:lnTo>
                    <a:pt x="10593324" y="0"/>
                  </a:lnTo>
                  <a:lnTo>
                    <a:pt x="0" y="0"/>
                  </a:lnTo>
                  <a:lnTo>
                    <a:pt x="0" y="361797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386" y="529590"/>
            <a:ext cx="247967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spc="-10" dirty="0">
                <a:solidFill>
                  <a:srgbClr val="000000"/>
                </a:solidFill>
              </a:rPr>
              <a:t>PROBLEM-4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389" y="2323338"/>
            <a:ext cx="1937385" cy="584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3200" b="1" spc="-5" dirty="0">
                <a:latin typeface="Cambria"/>
                <a:cs typeface="Cambria"/>
              </a:rPr>
              <a:t>Solution: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1331" y="1155179"/>
            <a:ext cx="6842759" cy="908685"/>
            <a:chOff x="751331" y="1155179"/>
            <a:chExt cx="6842759" cy="9086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331" y="1155179"/>
              <a:ext cx="6842759" cy="9083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339" y="1219199"/>
              <a:ext cx="6664452" cy="7299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96289" y="1200149"/>
              <a:ext cx="6703059" cy="768350"/>
            </a:xfrm>
            <a:custGeom>
              <a:avLst/>
              <a:gdLst/>
              <a:ahLst/>
              <a:cxnLst/>
              <a:rect l="l" t="t" r="r" b="b"/>
              <a:pathLst>
                <a:path w="6703059" h="768350">
                  <a:moveTo>
                    <a:pt x="0" y="768096"/>
                  </a:moveTo>
                  <a:lnTo>
                    <a:pt x="6702552" y="768096"/>
                  </a:lnTo>
                  <a:lnTo>
                    <a:pt x="6702552" y="0"/>
                  </a:lnTo>
                  <a:lnTo>
                    <a:pt x="0" y="0"/>
                  </a:lnTo>
                  <a:lnTo>
                    <a:pt x="0" y="76809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801111" y="2278383"/>
            <a:ext cx="8018145" cy="4498975"/>
            <a:chOff x="2801111" y="2278383"/>
            <a:chExt cx="8018145" cy="449897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1111" y="2278383"/>
              <a:ext cx="8017764" cy="44988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5119" y="2342387"/>
              <a:ext cx="7839456" cy="43205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846069" y="2323337"/>
              <a:ext cx="7877809" cy="4358640"/>
            </a:xfrm>
            <a:custGeom>
              <a:avLst/>
              <a:gdLst/>
              <a:ahLst/>
              <a:cxnLst/>
              <a:rect l="l" t="t" r="r" b="b"/>
              <a:pathLst>
                <a:path w="7877809" h="4358640">
                  <a:moveTo>
                    <a:pt x="0" y="4358640"/>
                  </a:moveTo>
                  <a:lnTo>
                    <a:pt x="7877556" y="4358640"/>
                  </a:lnTo>
                  <a:lnTo>
                    <a:pt x="7877556" y="0"/>
                  </a:lnTo>
                  <a:lnTo>
                    <a:pt x="0" y="0"/>
                  </a:lnTo>
                  <a:lnTo>
                    <a:pt x="0" y="43586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4044" y="289559"/>
            <a:ext cx="9086215" cy="6337300"/>
            <a:chOff x="1114044" y="289559"/>
            <a:chExt cx="9086215" cy="6337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4044" y="289559"/>
              <a:ext cx="9086088" cy="63367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8052" y="353567"/>
              <a:ext cx="8907780" cy="61584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59002" y="334517"/>
              <a:ext cx="8945880" cy="6196965"/>
            </a:xfrm>
            <a:custGeom>
              <a:avLst/>
              <a:gdLst/>
              <a:ahLst/>
              <a:cxnLst/>
              <a:rect l="l" t="t" r="r" b="b"/>
              <a:pathLst>
                <a:path w="8945880" h="6196965">
                  <a:moveTo>
                    <a:pt x="0" y="6196583"/>
                  </a:moveTo>
                  <a:lnTo>
                    <a:pt x="8945880" y="6196583"/>
                  </a:lnTo>
                  <a:lnTo>
                    <a:pt x="8945880" y="0"/>
                  </a:lnTo>
                  <a:lnTo>
                    <a:pt x="0" y="0"/>
                  </a:lnTo>
                  <a:lnTo>
                    <a:pt x="0" y="6196583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7719" y="646176"/>
            <a:ext cx="10285730" cy="5560060"/>
            <a:chOff x="807719" y="646176"/>
            <a:chExt cx="10285730" cy="5560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719" y="646176"/>
              <a:ext cx="10285476" cy="55595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727" y="710183"/>
              <a:ext cx="10107168" cy="53812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2677" y="691134"/>
              <a:ext cx="10145395" cy="5419725"/>
            </a:xfrm>
            <a:custGeom>
              <a:avLst/>
              <a:gdLst/>
              <a:ahLst/>
              <a:cxnLst/>
              <a:rect l="l" t="t" r="r" b="b"/>
              <a:pathLst>
                <a:path w="10145395" h="5419725">
                  <a:moveTo>
                    <a:pt x="0" y="5419344"/>
                  </a:moveTo>
                  <a:lnTo>
                    <a:pt x="10145268" y="5419344"/>
                  </a:lnTo>
                  <a:lnTo>
                    <a:pt x="10145268" y="0"/>
                  </a:lnTo>
                  <a:lnTo>
                    <a:pt x="0" y="0"/>
                  </a:lnTo>
                  <a:lnTo>
                    <a:pt x="0" y="541934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386" y="1009650"/>
            <a:ext cx="247967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spc="-10" dirty="0">
                <a:solidFill>
                  <a:srgbClr val="000000"/>
                </a:solidFill>
              </a:rPr>
              <a:t>PROBLEM-5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7616" y="1872995"/>
            <a:ext cx="10380345" cy="1724025"/>
            <a:chOff x="737616" y="1872995"/>
            <a:chExt cx="10380345" cy="1724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1872995"/>
              <a:ext cx="10379964" cy="17236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1937003"/>
              <a:ext cx="10201656" cy="15453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2574" y="1917953"/>
              <a:ext cx="10240010" cy="1583690"/>
            </a:xfrm>
            <a:custGeom>
              <a:avLst/>
              <a:gdLst/>
              <a:ahLst/>
              <a:cxnLst/>
              <a:rect l="l" t="t" r="r" b="b"/>
              <a:pathLst>
                <a:path w="10240010" h="1583689">
                  <a:moveTo>
                    <a:pt x="0" y="1583436"/>
                  </a:moveTo>
                  <a:lnTo>
                    <a:pt x="10239756" y="1583436"/>
                  </a:lnTo>
                  <a:lnTo>
                    <a:pt x="10239756" y="0"/>
                  </a:lnTo>
                  <a:lnTo>
                    <a:pt x="0" y="0"/>
                  </a:lnTo>
                  <a:lnTo>
                    <a:pt x="0" y="15834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4869" y="508254"/>
            <a:ext cx="1935480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spc="-5" dirty="0">
                <a:solidFill>
                  <a:srgbClr val="000000"/>
                </a:solidFill>
              </a:rPr>
              <a:t>Solution: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0100" y="1210055"/>
            <a:ext cx="11089005" cy="5260975"/>
            <a:chOff x="800100" y="1210055"/>
            <a:chExt cx="11089005" cy="52609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210055"/>
              <a:ext cx="11088624" cy="52608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107" y="1274063"/>
              <a:ext cx="10910316" cy="50825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5057" y="1255013"/>
              <a:ext cx="10948670" cy="5120640"/>
            </a:xfrm>
            <a:custGeom>
              <a:avLst/>
              <a:gdLst/>
              <a:ahLst/>
              <a:cxnLst/>
              <a:rect l="l" t="t" r="r" b="b"/>
              <a:pathLst>
                <a:path w="10948670" h="5120640">
                  <a:moveTo>
                    <a:pt x="0" y="5120640"/>
                  </a:moveTo>
                  <a:lnTo>
                    <a:pt x="10948416" y="5120640"/>
                  </a:lnTo>
                  <a:lnTo>
                    <a:pt x="10948416" y="0"/>
                  </a:lnTo>
                  <a:lnTo>
                    <a:pt x="0" y="0"/>
                  </a:lnTo>
                  <a:lnTo>
                    <a:pt x="0" y="51206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386" y="529590"/>
            <a:ext cx="247967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spc="-10" dirty="0">
                <a:solidFill>
                  <a:srgbClr val="000000"/>
                </a:solidFill>
              </a:rPr>
              <a:t>PROBLEM-6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7616" y="1249680"/>
            <a:ext cx="11087100" cy="4546600"/>
            <a:chOff x="737616" y="1249680"/>
            <a:chExt cx="11087100" cy="4546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1249680"/>
              <a:ext cx="11087100" cy="45460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1313688"/>
              <a:ext cx="10908792" cy="43677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2574" y="1294638"/>
              <a:ext cx="10947400" cy="4406265"/>
            </a:xfrm>
            <a:custGeom>
              <a:avLst/>
              <a:gdLst/>
              <a:ahLst/>
              <a:cxnLst/>
              <a:rect l="l" t="t" r="r" b="b"/>
              <a:pathLst>
                <a:path w="10947400" h="4406265">
                  <a:moveTo>
                    <a:pt x="0" y="4405884"/>
                  </a:moveTo>
                  <a:lnTo>
                    <a:pt x="10946892" y="4405884"/>
                  </a:lnTo>
                  <a:lnTo>
                    <a:pt x="10946892" y="0"/>
                  </a:lnTo>
                  <a:lnTo>
                    <a:pt x="0" y="0"/>
                  </a:lnTo>
                  <a:lnTo>
                    <a:pt x="0" y="4405884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684" y="1734312"/>
              <a:ext cx="1588008" cy="39166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9347" y="737616"/>
            <a:ext cx="10770235" cy="5387340"/>
            <a:chOff x="879347" y="737616"/>
            <a:chExt cx="10770235" cy="53873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347" y="737616"/>
              <a:ext cx="10770108" cy="53873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3355" y="801624"/>
              <a:ext cx="10591800" cy="52090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4305" y="782574"/>
              <a:ext cx="10629900" cy="5247640"/>
            </a:xfrm>
            <a:custGeom>
              <a:avLst/>
              <a:gdLst/>
              <a:ahLst/>
              <a:cxnLst/>
              <a:rect l="l" t="t" r="r" b="b"/>
              <a:pathLst>
                <a:path w="10629900" h="5247640">
                  <a:moveTo>
                    <a:pt x="0" y="5247132"/>
                  </a:moveTo>
                  <a:lnTo>
                    <a:pt x="10629900" y="5247132"/>
                  </a:lnTo>
                  <a:lnTo>
                    <a:pt x="10629900" y="0"/>
                  </a:lnTo>
                  <a:lnTo>
                    <a:pt x="0" y="0"/>
                  </a:lnTo>
                  <a:lnTo>
                    <a:pt x="0" y="524713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386" y="1053846"/>
            <a:ext cx="247967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pc="-10" dirty="0">
                <a:solidFill>
                  <a:srgbClr val="000000"/>
                </a:solidFill>
              </a:rPr>
              <a:t>PROBLEM-7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7616" y="2052827"/>
            <a:ext cx="7486015" cy="1742439"/>
            <a:chOff x="737616" y="2052827"/>
            <a:chExt cx="7486015" cy="1742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2052827"/>
              <a:ext cx="7485888" cy="17419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2116835"/>
              <a:ext cx="7307580" cy="15636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2574" y="2097785"/>
              <a:ext cx="7345680" cy="1602105"/>
            </a:xfrm>
            <a:custGeom>
              <a:avLst/>
              <a:gdLst/>
              <a:ahLst/>
              <a:cxnLst/>
              <a:rect l="l" t="t" r="r" b="b"/>
              <a:pathLst>
                <a:path w="7345680" h="1602104">
                  <a:moveTo>
                    <a:pt x="0" y="1601724"/>
                  </a:moveTo>
                  <a:lnTo>
                    <a:pt x="7345680" y="1601724"/>
                  </a:lnTo>
                  <a:lnTo>
                    <a:pt x="7345680" y="0"/>
                  </a:lnTo>
                  <a:lnTo>
                    <a:pt x="0" y="0"/>
                  </a:lnTo>
                  <a:lnTo>
                    <a:pt x="0" y="16017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755" y="512063"/>
            <a:ext cx="11184890" cy="5568950"/>
            <a:chOff x="714755" y="512063"/>
            <a:chExt cx="11184890" cy="5568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755" y="512063"/>
              <a:ext cx="11184636" cy="55686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763" y="576071"/>
              <a:ext cx="11006328" cy="53903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9713" y="557021"/>
              <a:ext cx="11044555" cy="5428615"/>
            </a:xfrm>
            <a:custGeom>
              <a:avLst/>
              <a:gdLst/>
              <a:ahLst/>
              <a:cxnLst/>
              <a:rect l="l" t="t" r="r" b="b"/>
              <a:pathLst>
                <a:path w="11044555" h="5428615">
                  <a:moveTo>
                    <a:pt x="0" y="5428488"/>
                  </a:moveTo>
                  <a:lnTo>
                    <a:pt x="11044428" y="5428488"/>
                  </a:lnTo>
                  <a:lnTo>
                    <a:pt x="11044428" y="0"/>
                  </a:lnTo>
                  <a:lnTo>
                    <a:pt x="0" y="0"/>
                  </a:lnTo>
                  <a:lnTo>
                    <a:pt x="0" y="542848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9827" y="1485900"/>
            <a:ext cx="10353040" cy="2240280"/>
            <a:chOff x="909827" y="1485900"/>
            <a:chExt cx="10353040" cy="2240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827" y="1485900"/>
              <a:ext cx="10352532" cy="22402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835" y="1549907"/>
              <a:ext cx="10174223" cy="20619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4785" y="1530857"/>
              <a:ext cx="10212705" cy="2100580"/>
            </a:xfrm>
            <a:custGeom>
              <a:avLst/>
              <a:gdLst/>
              <a:ahLst/>
              <a:cxnLst/>
              <a:rect l="l" t="t" r="r" b="b"/>
              <a:pathLst>
                <a:path w="10212705" h="2100579">
                  <a:moveTo>
                    <a:pt x="0" y="2100072"/>
                  </a:moveTo>
                  <a:lnTo>
                    <a:pt x="10212323" y="2100072"/>
                  </a:lnTo>
                  <a:lnTo>
                    <a:pt x="10212323" y="0"/>
                  </a:lnTo>
                  <a:lnTo>
                    <a:pt x="0" y="0"/>
                  </a:lnTo>
                  <a:lnTo>
                    <a:pt x="0" y="2100072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386" y="1279397"/>
            <a:ext cx="2479675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pc="-10" dirty="0">
                <a:solidFill>
                  <a:srgbClr val="000000"/>
                </a:solidFill>
              </a:rPr>
              <a:t>PROBLEM-8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7616" y="2299716"/>
            <a:ext cx="10762615" cy="1937385"/>
            <a:chOff x="737616" y="2299716"/>
            <a:chExt cx="10762615" cy="1937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2299716"/>
              <a:ext cx="10762488" cy="19370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2363724"/>
              <a:ext cx="10584180" cy="17586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2574" y="2344674"/>
              <a:ext cx="10622280" cy="1797050"/>
            </a:xfrm>
            <a:custGeom>
              <a:avLst/>
              <a:gdLst/>
              <a:ahLst/>
              <a:cxnLst/>
              <a:rect l="l" t="t" r="r" b="b"/>
              <a:pathLst>
                <a:path w="10622280" h="1797050">
                  <a:moveTo>
                    <a:pt x="0" y="1796795"/>
                  </a:moveTo>
                  <a:lnTo>
                    <a:pt x="10622280" y="1796795"/>
                  </a:lnTo>
                  <a:lnTo>
                    <a:pt x="10622280" y="0"/>
                  </a:lnTo>
                  <a:lnTo>
                    <a:pt x="0" y="0"/>
                  </a:lnTo>
                  <a:lnTo>
                    <a:pt x="0" y="179679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624" y="2365248"/>
              <a:ext cx="1722120" cy="52730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755" y="713231"/>
            <a:ext cx="11155680" cy="5412105"/>
            <a:chOff x="714755" y="713231"/>
            <a:chExt cx="11155680" cy="54121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755" y="713231"/>
              <a:ext cx="11155680" cy="54117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763" y="777240"/>
              <a:ext cx="10977371" cy="52334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9713" y="758189"/>
              <a:ext cx="11015980" cy="5271770"/>
            </a:xfrm>
            <a:custGeom>
              <a:avLst/>
              <a:gdLst/>
              <a:ahLst/>
              <a:cxnLst/>
              <a:rect l="l" t="t" r="r" b="b"/>
              <a:pathLst>
                <a:path w="11015980" h="5271770">
                  <a:moveTo>
                    <a:pt x="0" y="5271515"/>
                  </a:moveTo>
                  <a:lnTo>
                    <a:pt x="11015472" y="5271515"/>
                  </a:lnTo>
                  <a:lnTo>
                    <a:pt x="11015472" y="0"/>
                  </a:lnTo>
                  <a:lnTo>
                    <a:pt x="0" y="0"/>
                  </a:lnTo>
                  <a:lnTo>
                    <a:pt x="0" y="527151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415" y="1821179"/>
            <a:ext cx="11729085" cy="2940050"/>
            <a:chOff x="280415" y="1821179"/>
            <a:chExt cx="11729085" cy="2940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415" y="1821179"/>
              <a:ext cx="11728704" cy="29397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423" y="1885187"/>
              <a:ext cx="11550396" cy="27614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5373" y="1866137"/>
              <a:ext cx="11588750" cy="2799715"/>
            </a:xfrm>
            <a:custGeom>
              <a:avLst/>
              <a:gdLst/>
              <a:ahLst/>
              <a:cxnLst/>
              <a:rect l="l" t="t" r="r" b="b"/>
              <a:pathLst>
                <a:path w="11588750" h="2799715">
                  <a:moveTo>
                    <a:pt x="0" y="2799588"/>
                  </a:moveTo>
                  <a:lnTo>
                    <a:pt x="11588496" y="2799588"/>
                  </a:lnTo>
                  <a:lnTo>
                    <a:pt x="11588496" y="0"/>
                  </a:lnTo>
                  <a:lnTo>
                    <a:pt x="0" y="0"/>
                  </a:lnTo>
                  <a:lnTo>
                    <a:pt x="0" y="279958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94588" y="204215"/>
            <a:ext cx="7295515" cy="1361440"/>
            <a:chOff x="894588" y="204215"/>
            <a:chExt cx="7295515" cy="1361440"/>
          </a:xfrm>
        </p:grpSpPr>
        <p:sp>
          <p:nvSpPr>
            <p:cNvPr id="7" name="object 7"/>
            <p:cNvSpPr/>
            <p:nvPr/>
          </p:nvSpPr>
          <p:spPr>
            <a:xfrm>
              <a:off x="913638" y="223265"/>
              <a:ext cx="7257415" cy="1323340"/>
            </a:xfrm>
            <a:custGeom>
              <a:avLst/>
              <a:gdLst/>
              <a:ahLst/>
              <a:cxnLst/>
              <a:rect l="l" t="t" r="r" b="b"/>
              <a:pathLst>
                <a:path w="7257415" h="1323340">
                  <a:moveTo>
                    <a:pt x="7257288" y="0"/>
                  </a:moveTo>
                  <a:lnTo>
                    <a:pt x="0" y="0"/>
                  </a:lnTo>
                  <a:lnTo>
                    <a:pt x="0" y="1322831"/>
                  </a:lnTo>
                  <a:lnTo>
                    <a:pt x="7257288" y="1322831"/>
                  </a:lnTo>
                  <a:lnTo>
                    <a:pt x="7257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3638" y="223265"/>
              <a:ext cx="7257415" cy="1323340"/>
            </a:xfrm>
            <a:custGeom>
              <a:avLst/>
              <a:gdLst/>
              <a:ahLst/>
              <a:cxnLst/>
              <a:rect l="l" t="t" r="r" b="b"/>
              <a:pathLst>
                <a:path w="7257415" h="1323340">
                  <a:moveTo>
                    <a:pt x="0" y="1322831"/>
                  </a:moveTo>
                  <a:lnTo>
                    <a:pt x="7257288" y="1322831"/>
                  </a:lnTo>
                  <a:lnTo>
                    <a:pt x="7257288" y="0"/>
                  </a:lnTo>
                  <a:lnTo>
                    <a:pt x="0" y="0"/>
                  </a:lnTo>
                  <a:lnTo>
                    <a:pt x="0" y="132283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3638" y="223265"/>
            <a:ext cx="7257415" cy="132334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90170" marR="192405">
              <a:lnSpc>
                <a:spcPct val="100000"/>
              </a:lnSpc>
              <a:spcBef>
                <a:spcPts val="240"/>
              </a:spcBef>
            </a:pPr>
            <a:r>
              <a:rPr sz="4000" spc="-5" dirty="0"/>
              <a:t>3.</a:t>
            </a:r>
            <a:r>
              <a:rPr sz="4000" spc="-15" dirty="0"/>
              <a:t> </a:t>
            </a:r>
            <a:r>
              <a:rPr sz="4000" spc="-25" dirty="0"/>
              <a:t>Real</a:t>
            </a:r>
            <a:r>
              <a:rPr sz="4000" spc="5" dirty="0"/>
              <a:t> </a:t>
            </a:r>
            <a:r>
              <a:rPr sz="4000" spc="-10" dirty="0"/>
              <a:t>and</a:t>
            </a:r>
            <a:r>
              <a:rPr sz="4000" spc="-15" dirty="0"/>
              <a:t> </a:t>
            </a:r>
            <a:r>
              <a:rPr sz="4000" spc="-10" dirty="0"/>
              <a:t>Imaginary</a:t>
            </a:r>
            <a:r>
              <a:rPr sz="4000" spc="15" dirty="0"/>
              <a:t> </a:t>
            </a:r>
            <a:r>
              <a:rPr sz="4000" spc="-25" dirty="0"/>
              <a:t>Parts</a:t>
            </a:r>
            <a:r>
              <a:rPr sz="4000" spc="-15" dirty="0"/>
              <a:t> </a:t>
            </a:r>
            <a:r>
              <a:rPr sz="4000" dirty="0"/>
              <a:t>of </a:t>
            </a:r>
            <a:r>
              <a:rPr sz="4000" spc="-865" dirty="0"/>
              <a:t> </a:t>
            </a:r>
            <a:r>
              <a:rPr sz="4000" spc="-5" dirty="0"/>
              <a:t>Exponential</a:t>
            </a:r>
            <a:r>
              <a:rPr sz="4000" dirty="0"/>
              <a:t> </a:t>
            </a:r>
            <a:r>
              <a:rPr sz="4000" spc="-15" dirty="0"/>
              <a:t>Function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11146535" y="6465214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0287" y="496823"/>
            <a:ext cx="1938655" cy="623570"/>
            <a:chOff x="780287" y="496823"/>
            <a:chExt cx="1938655" cy="623570"/>
          </a:xfrm>
        </p:grpSpPr>
        <p:sp>
          <p:nvSpPr>
            <p:cNvPr id="3" name="object 3"/>
            <p:cNvSpPr/>
            <p:nvPr/>
          </p:nvSpPr>
          <p:spPr>
            <a:xfrm>
              <a:off x="799337" y="515873"/>
              <a:ext cx="1900555" cy="585470"/>
            </a:xfrm>
            <a:custGeom>
              <a:avLst/>
              <a:gdLst/>
              <a:ahLst/>
              <a:cxnLst/>
              <a:rect l="l" t="t" r="r" b="b"/>
              <a:pathLst>
                <a:path w="1900555" h="585469">
                  <a:moveTo>
                    <a:pt x="1900427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1900427" y="585215"/>
                  </a:lnTo>
                  <a:lnTo>
                    <a:pt x="1900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9337" y="515873"/>
              <a:ext cx="1900555" cy="585470"/>
            </a:xfrm>
            <a:custGeom>
              <a:avLst/>
              <a:gdLst/>
              <a:ahLst/>
              <a:cxnLst/>
              <a:rect l="l" t="t" r="r" b="b"/>
              <a:pathLst>
                <a:path w="1900555" h="585469">
                  <a:moveTo>
                    <a:pt x="0" y="585215"/>
                  </a:moveTo>
                  <a:lnTo>
                    <a:pt x="1900427" y="585215"/>
                  </a:lnTo>
                  <a:lnTo>
                    <a:pt x="1900427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9337" y="515873"/>
            <a:ext cx="1900555" cy="5854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65"/>
              </a:spcBef>
            </a:pPr>
            <a:r>
              <a:rPr spc="-10" dirty="0"/>
              <a:t>Theorem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63068" y="1409712"/>
            <a:ext cx="10666730" cy="774700"/>
            <a:chOff x="163068" y="1409712"/>
            <a:chExt cx="10666730" cy="774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068" y="1409712"/>
              <a:ext cx="10666476" cy="7741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076" y="1473707"/>
              <a:ext cx="10488168" cy="5958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8026" y="1454657"/>
              <a:ext cx="10526395" cy="634365"/>
            </a:xfrm>
            <a:custGeom>
              <a:avLst/>
              <a:gdLst/>
              <a:ahLst/>
              <a:cxnLst/>
              <a:rect l="l" t="t" r="r" b="b"/>
              <a:pathLst>
                <a:path w="10526395" h="634364">
                  <a:moveTo>
                    <a:pt x="0" y="633984"/>
                  </a:moveTo>
                  <a:lnTo>
                    <a:pt x="10526268" y="633984"/>
                  </a:lnTo>
                  <a:lnTo>
                    <a:pt x="10526268" y="0"/>
                  </a:lnTo>
                  <a:lnTo>
                    <a:pt x="0" y="0"/>
                  </a:lnTo>
                  <a:lnTo>
                    <a:pt x="0" y="63398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63068" y="2339339"/>
            <a:ext cx="11718290" cy="3465829"/>
            <a:chOff x="163068" y="2339339"/>
            <a:chExt cx="11718290" cy="346582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068" y="2339339"/>
              <a:ext cx="11718036" cy="34655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076" y="2403347"/>
              <a:ext cx="11539728" cy="32872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8026" y="2384297"/>
              <a:ext cx="11577955" cy="3325495"/>
            </a:xfrm>
            <a:custGeom>
              <a:avLst/>
              <a:gdLst/>
              <a:ahLst/>
              <a:cxnLst/>
              <a:rect l="l" t="t" r="r" b="b"/>
              <a:pathLst>
                <a:path w="11577955" h="3325495">
                  <a:moveTo>
                    <a:pt x="0" y="3325367"/>
                  </a:moveTo>
                  <a:lnTo>
                    <a:pt x="11577828" y="3325367"/>
                  </a:lnTo>
                  <a:lnTo>
                    <a:pt x="11577828" y="0"/>
                  </a:lnTo>
                  <a:lnTo>
                    <a:pt x="0" y="0"/>
                  </a:lnTo>
                  <a:lnTo>
                    <a:pt x="0" y="3325367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146535" y="6465214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" y="120395"/>
            <a:ext cx="7935595" cy="622300"/>
            <a:chOff x="838200" y="120395"/>
            <a:chExt cx="7935595" cy="622300"/>
          </a:xfrm>
        </p:grpSpPr>
        <p:sp>
          <p:nvSpPr>
            <p:cNvPr id="3" name="object 3"/>
            <p:cNvSpPr/>
            <p:nvPr/>
          </p:nvSpPr>
          <p:spPr>
            <a:xfrm>
              <a:off x="857250" y="139445"/>
              <a:ext cx="7897495" cy="584200"/>
            </a:xfrm>
            <a:custGeom>
              <a:avLst/>
              <a:gdLst/>
              <a:ahLst/>
              <a:cxnLst/>
              <a:rect l="l" t="t" r="r" b="b"/>
              <a:pathLst>
                <a:path w="7897495" h="584200">
                  <a:moveTo>
                    <a:pt x="7897368" y="0"/>
                  </a:moveTo>
                  <a:lnTo>
                    <a:pt x="0" y="0"/>
                  </a:lnTo>
                  <a:lnTo>
                    <a:pt x="0" y="583691"/>
                  </a:lnTo>
                  <a:lnTo>
                    <a:pt x="7897368" y="583691"/>
                  </a:lnTo>
                  <a:lnTo>
                    <a:pt x="7897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7250" y="139445"/>
              <a:ext cx="7897495" cy="584200"/>
            </a:xfrm>
            <a:custGeom>
              <a:avLst/>
              <a:gdLst/>
              <a:ahLst/>
              <a:cxnLst/>
              <a:rect l="l" t="t" r="r" b="b"/>
              <a:pathLst>
                <a:path w="7897495" h="584200">
                  <a:moveTo>
                    <a:pt x="0" y="583691"/>
                  </a:moveTo>
                  <a:lnTo>
                    <a:pt x="7897368" y="583691"/>
                  </a:lnTo>
                  <a:lnTo>
                    <a:pt x="7897368" y="0"/>
                  </a:lnTo>
                  <a:lnTo>
                    <a:pt x="0" y="0"/>
                  </a:lnTo>
                  <a:lnTo>
                    <a:pt x="0" y="58369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7250" y="139445"/>
            <a:ext cx="7897495" cy="5842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9"/>
              </a:spcBef>
            </a:pPr>
            <a:r>
              <a:rPr spc="-10" dirty="0"/>
              <a:t>PROBLEM:</a:t>
            </a:r>
            <a:r>
              <a:rPr spc="-25" dirty="0"/>
              <a:t> </a:t>
            </a:r>
            <a:r>
              <a:rPr sz="2800" b="0" spc="-5" dirty="0">
                <a:solidFill>
                  <a:srgbClr val="000000"/>
                </a:solidFill>
                <a:latin typeface="Cambria"/>
                <a:cs typeface="Cambria"/>
              </a:rPr>
              <a:t>Split</a:t>
            </a:r>
            <a:r>
              <a:rPr sz="2800" b="0" spc="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mbria"/>
                <a:cs typeface="Cambria"/>
              </a:rPr>
              <a:t>up</a:t>
            </a:r>
            <a:r>
              <a:rPr sz="2800" b="0" spc="-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mbria"/>
                <a:cs typeface="Cambria"/>
              </a:rPr>
              <a:t>into</a:t>
            </a:r>
            <a:r>
              <a:rPr sz="2800" b="0" spc="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00" b="0" spc="-15" dirty="0">
                <a:solidFill>
                  <a:srgbClr val="000000"/>
                </a:solidFill>
                <a:latin typeface="Cambria"/>
                <a:cs typeface="Cambria"/>
              </a:rPr>
              <a:t>real</a:t>
            </a:r>
            <a:r>
              <a:rPr sz="2800" b="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2800" b="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Cambria"/>
                <a:cs typeface="Cambria"/>
              </a:rPr>
              <a:t>imaginary</a:t>
            </a:r>
            <a:r>
              <a:rPr sz="2800" b="0" spc="-10" dirty="0">
                <a:solidFill>
                  <a:srgbClr val="000000"/>
                </a:solidFill>
                <a:latin typeface="Cambria"/>
                <a:cs typeface="Cambria"/>
              </a:rPr>
              <a:t> parts</a:t>
            </a:r>
            <a:endParaRPr sz="28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24483" y="771156"/>
            <a:ext cx="9558655" cy="6087110"/>
            <a:chOff x="824483" y="771156"/>
            <a:chExt cx="9558655" cy="60871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4483" y="774179"/>
              <a:ext cx="2214372" cy="8625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491" y="838200"/>
              <a:ext cx="2036064" cy="6842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69441" y="819150"/>
              <a:ext cx="2074545" cy="722630"/>
            </a:xfrm>
            <a:custGeom>
              <a:avLst/>
              <a:gdLst/>
              <a:ahLst/>
              <a:cxnLst/>
              <a:rect l="l" t="t" r="r" b="b"/>
              <a:pathLst>
                <a:path w="2074545" h="722630">
                  <a:moveTo>
                    <a:pt x="0" y="722376"/>
                  </a:moveTo>
                  <a:lnTo>
                    <a:pt x="2074164" y="722376"/>
                  </a:lnTo>
                  <a:lnTo>
                    <a:pt x="2074164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9523" y="771156"/>
              <a:ext cx="2023872" cy="8747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3532" y="835152"/>
              <a:ext cx="1845564" cy="69646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94482" y="816102"/>
              <a:ext cx="1884045" cy="734695"/>
            </a:xfrm>
            <a:custGeom>
              <a:avLst/>
              <a:gdLst/>
              <a:ahLst/>
              <a:cxnLst/>
              <a:rect l="l" t="t" r="r" b="b"/>
              <a:pathLst>
                <a:path w="1884045" h="734694">
                  <a:moveTo>
                    <a:pt x="0" y="734568"/>
                  </a:moveTo>
                  <a:lnTo>
                    <a:pt x="1883664" y="734568"/>
                  </a:lnTo>
                  <a:lnTo>
                    <a:pt x="1883664" y="0"/>
                  </a:lnTo>
                  <a:lnTo>
                    <a:pt x="0" y="0"/>
                  </a:lnTo>
                  <a:lnTo>
                    <a:pt x="0" y="73456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007" y="1581911"/>
              <a:ext cx="9557004" cy="527608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0015" y="1645918"/>
              <a:ext cx="9378696" cy="510235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70965" y="1626869"/>
              <a:ext cx="9417050" cy="5140960"/>
            </a:xfrm>
            <a:custGeom>
              <a:avLst/>
              <a:gdLst/>
              <a:ahLst/>
              <a:cxnLst/>
              <a:rect l="l" t="t" r="r" b="b"/>
              <a:pathLst>
                <a:path w="9417050" h="5140959">
                  <a:moveTo>
                    <a:pt x="0" y="5140452"/>
                  </a:moveTo>
                  <a:lnTo>
                    <a:pt x="9416796" y="5140452"/>
                  </a:lnTo>
                  <a:lnTo>
                    <a:pt x="9416796" y="0"/>
                  </a:lnTo>
                  <a:lnTo>
                    <a:pt x="0" y="0"/>
                  </a:lnTo>
                  <a:lnTo>
                    <a:pt x="0" y="5140452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146535" y="6465214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" y="280415"/>
            <a:ext cx="2120265" cy="622300"/>
            <a:chOff x="838200" y="280415"/>
            <a:chExt cx="2120265" cy="622300"/>
          </a:xfrm>
        </p:grpSpPr>
        <p:sp>
          <p:nvSpPr>
            <p:cNvPr id="3" name="object 3"/>
            <p:cNvSpPr/>
            <p:nvPr/>
          </p:nvSpPr>
          <p:spPr>
            <a:xfrm>
              <a:off x="857250" y="299465"/>
              <a:ext cx="2082164" cy="584200"/>
            </a:xfrm>
            <a:custGeom>
              <a:avLst/>
              <a:gdLst/>
              <a:ahLst/>
              <a:cxnLst/>
              <a:rect l="l" t="t" r="r" b="b"/>
              <a:pathLst>
                <a:path w="2082164" h="584200">
                  <a:moveTo>
                    <a:pt x="2081783" y="0"/>
                  </a:moveTo>
                  <a:lnTo>
                    <a:pt x="0" y="0"/>
                  </a:lnTo>
                  <a:lnTo>
                    <a:pt x="0" y="583691"/>
                  </a:lnTo>
                  <a:lnTo>
                    <a:pt x="2081783" y="583691"/>
                  </a:lnTo>
                  <a:lnTo>
                    <a:pt x="20817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7250" y="299465"/>
              <a:ext cx="2082164" cy="584200"/>
            </a:xfrm>
            <a:custGeom>
              <a:avLst/>
              <a:gdLst/>
              <a:ahLst/>
              <a:cxnLst/>
              <a:rect l="l" t="t" r="r" b="b"/>
              <a:pathLst>
                <a:path w="2082164" h="584200">
                  <a:moveTo>
                    <a:pt x="0" y="583691"/>
                  </a:moveTo>
                  <a:lnTo>
                    <a:pt x="2081783" y="583691"/>
                  </a:lnTo>
                  <a:lnTo>
                    <a:pt x="2081783" y="0"/>
                  </a:lnTo>
                  <a:lnTo>
                    <a:pt x="0" y="0"/>
                  </a:lnTo>
                  <a:lnTo>
                    <a:pt x="0" y="58369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7250" y="299465"/>
            <a:ext cx="2082164" cy="58420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4"/>
              </a:spcBef>
            </a:pPr>
            <a:r>
              <a:rPr spc="-10" dirty="0"/>
              <a:t>PROBLEM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92480" y="1046988"/>
            <a:ext cx="11184890" cy="836930"/>
            <a:chOff x="792480" y="1046988"/>
            <a:chExt cx="11184890" cy="8369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480" y="1046988"/>
              <a:ext cx="11184636" cy="8366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488" y="1110996"/>
              <a:ext cx="11006327" cy="6583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37438" y="1091946"/>
              <a:ext cx="11044555" cy="696595"/>
            </a:xfrm>
            <a:custGeom>
              <a:avLst/>
              <a:gdLst/>
              <a:ahLst/>
              <a:cxnLst/>
              <a:rect l="l" t="t" r="r" b="b"/>
              <a:pathLst>
                <a:path w="11044555" h="696594">
                  <a:moveTo>
                    <a:pt x="0" y="696467"/>
                  </a:moveTo>
                  <a:lnTo>
                    <a:pt x="11044427" y="696467"/>
                  </a:lnTo>
                  <a:lnTo>
                    <a:pt x="11044427" y="0"/>
                  </a:lnTo>
                  <a:lnTo>
                    <a:pt x="0" y="0"/>
                  </a:lnTo>
                  <a:lnTo>
                    <a:pt x="0" y="696467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55447" y="1937004"/>
            <a:ext cx="11837035" cy="4788535"/>
            <a:chOff x="155447" y="1937004"/>
            <a:chExt cx="11837035" cy="47885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447" y="1937004"/>
              <a:ext cx="11836908" cy="47884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455" y="2001012"/>
              <a:ext cx="11658600" cy="46101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405" y="1981962"/>
              <a:ext cx="11696700" cy="4648200"/>
            </a:xfrm>
            <a:custGeom>
              <a:avLst/>
              <a:gdLst/>
              <a:ahLst/>
              <a:cxnLst/>
              <a:rect l="l" t="t" r="r" b="b"/>
              <a:pathLst>
                <a:path w="11696700" h="4648200">
                  <a:moveTo>
                    <a:pt x="0" y="4648200"/>
                  </a:moveTo>
                  <a:lnTo>
                    <a:pt x="11696700" y="4648200"/>
                  </a:lnTo>
                  <a:lnTo>
                    <a:pt x="11696700" y="0"/>
                  </a:lnTo>
                  <a:lnTo>
                    <a:pt x="0" y="0"/>
                  </a:lnTo>
                  <a:lnTo>
                    <a:pt x="0" y="46482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146535" y="6465214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9140" y="225552"/>
            <a:ext cx="6010910" cy="746760"/>
            <a:chOff x="739140" y="225552"/>
            <a:chExt cx="6010910" cy="746760"/>
          </a:xfrm>
        </p:grpSpPr>
        <p:sp>
          <p:nvSpPr>
            <p:cNvPr id="3" name="object 3"/>
            <p:cNvSpPr/>
            <p:nvPr/>
          </p:nvSpPr>
          <p:spPr>
            <a:xfrm>
              <a:off x="758190" y="244602"/>
              <a:ext cx="5972810" cy="708660"/>
            </a:xfrm>
            <a:custGeom>
              <a:avLst/>
              <a:gdLst/>
              <a:ahLst/>
              <a:cxnLst/>
              <a:rect l="l" t="t" r="r" b="b"/>
              <a:pathLst>
                <a:path w="5972809" h="708660">
                  <a:moveTo>
                    <a:pt x="5972556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5972556" y="708660"/>
                  </a:lnTo>
                  <a:lnTo>
                    <a:pt x="59725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8190" y="244602"/>
              <a:ext cx="5972810" cy="708660"/>
            </a:xfrm>
            <a:custGeom>
              <a:avLst/>
              <a:gdLst/>
              <a:ahLst/>
              <a:cxnLst/>
              <a:rect l="l" t="t" r="r" b="b"/>
              <a:pathLst>
                <a:path w="5972809" h="708660">
                  <a:moveTo>
                    <a:pt x="0" y="708660"/>
                  </a:moveTo>
                  <a:lnTo>
                    <a:pt x="5972556" y="708660"/>
                  </a:lnTo>
                  <a:lnTo>
                    <a:pt x="5972556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8190" y="244602"/>
            <a:ext cx="5972810" cy="70866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44"/>
              </a:spcBef>
            </a:pPr>
            <a:r>
              <a:rPr sz="4000" spc="-5" dirty="0"/>
              <a:t>4.</a:t>
            </a:r>
            <a:r>
              <a:rPr sz="4000" spc="-20" dirty="0"/>
              <a:t> </a:t>
            </a:r>
            <a:r>
              <a:rPr sz="4000" spc="-10" dirty="0"/>
              <a:t>Logarithmic</a:t>
            </a:r>
            <a:r>
              <a:rPr sz="4000" spc="15" dirty="0"/>
              <a:t> </a:t>
            </a:r>
            <a:r>
              <a:rPr sz="4000" spc="-15" dirty="0"/>
              <a:t>Functions</a:t>
            </a:r>
            <a:endParaRPr sz="4000"/>
          </a:p>
        </p:txBody>
      </p:sp>
      <p:grpSp>
        <p:nvGrpSpPr>
          <p:cNvPr id="6" name="object 6"/>
          <p:cNvGrpSpPr/>
          <p:nvPr/>
        </p:nvGrpSpPr>
        <p:grpSpPr>
          <a:xfrm>
            <a:off x="96011" y="1135380"/>
            <a:ext cx="11951335" cy="5699760"/>
            <a:chOff x="96011" y="1135380"/>
            <a:chExt cx="11951335" cy="56997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" y="1135380"/>
              <a:ext cx="11935968" cy="14218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019" y="1199388"/>
              <a:ext cx="11757660" cy="12435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0969" y="1180338"/>
              <a:ext cx="11795760" cy="1282065"/>
            </a:xfrm>
            <a:custGeom>
              <a:avLst/>
              <a:gdLst/>
              <a:ahLst/>
              <a:cxnLst/>
              <a:rect l="l" t="t" r="r" b="b"/>
              <a:pathLst>
                <a:path w="11795760" h="1282064">
                  <a:moveTo>
                    <a:pt x="0" y="1281684"/>
                  </a:moveTo>
                  <a:lnTo>
                    <a:pt x="11795760" y="1281684"/>
                  </a:lnTo>
                  <a:lnTo>
                    <a:pt x="11795760" y="0"/>
                  </a:lnTo>
                  <a:lnTo>
                    <a:pt x="0" y="0"/>
                  </a:lnTo>
                  <a:lnTo>
                    <a:pt x="0" y="128168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1" y="2502404"/>
              <a:ext cx="11935968" cy="43327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259" y="2566416"/>
              <a:ext cx="11757660" cy="41544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6209" y="2547366"/>
              <a:ext cx="11795760" cy="4192904"/>
            </a:xfrm>
            <a:custGeom>
              <a:avLst/>
              <a:gdLst/>
              <a:ahLst/>
              <a:cxnLst/>
              <a:rect l="l" t="t" r="r" b="b"/>
              <a:pathLst>
                <a:path w="11795760" h="4192904">
                  <a:moveTo>
                    <a:pt x="0" y="4192524"/>
                  </a:moveTo>
                  <a:lnTo>
                    <a:pt x="11795760" y="4192524"/>
                  </a:lnTo>
                  <a:lnTo>
                    <a:pt x="11795760" y="0"/>
                  </a:lnTo>
                  <a:lnTo>
                    <a:pt x="0" y="0"/>
                  </a:lnTo>
                  <a:lnTo>
                    <a:pt x="0" y="41925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8472" y="440436"/>
            <a:ext cx="11422380" cy="3053080"/>
            <a:chOff x="728472" y="440436"/>
            <a:chExt cx="11422380" cy="3053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472" y="440436"/>
              <a:ext cx="11422380" cy="30525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480" y="504444"/>
              <a:ext cx="11244072" cy="28742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3430" y="485394"/>
              <a:ext cx="11282680" cy="2912745"/>
            </a:xfrm>
            <a:custGeom>
              <a:avLst/>
              <a:gdLst/>
              <a:ahLst/>
              <a:cxnLst/>
              <a:rect l="l" t="t" r="r" b="b"/>
              <a:pathLst>
                <a:path w="11282680" h="2912745">
                  <a:moveTo>
                    <a:pt x="0" y="2912364"/>
                  </a:moveTo>
                  <a:lnTo>
                    <a:pt x="11282172" y="2912364"/>
                  </a:lnTo>
                  <a:lnTo>
                    <a:pt x="11282172" y="0"/>
                  </a:lnTo>
                  <a:lnTo>
                    <a:pt x="0" y="0"/>
                  </a:lnTo>
                  <a:lnTo>
                    <a:pt x="0" y="291236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28472" y="3544823"/>
            <a:ext cx="10392410" cy="1915795"/>
            <a:chOff x="728472" y="3544823"/>
            <a:chExt cx="10392410" cy="19157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472" y="3544823"/>
              <a:ext cx="10392156" cy="19156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480" y="3608831"/>
              <a:ext cx="10213848" cy="17373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3430" y="3589781"/>
              <a:ext cx="10252075" cy="1775460"/>
            </a:xfrm>
            <a:custGeom>
              <a:avLst/>
              <a:gdLst/>
              <a:ahLst/>
              <a:cxnLst/>
              <a:rect l="l" t="t" r="r" b="b"/>
              <a:pathLst>
                <a:path w="10252075" h="1775460">
                  <a:moveTo>
                    <a:pt x="0" y="1775460"/>
                  </a:moveTo>
                  <a:lnTo>
                    <a:pt x="10251948" y="1775460"/>
                  </a:lnTo>
                  <a:lnTo>
                    <a:pt x="10251948" y="0"/>
                  </a:lnTo>
                  <a:lnTo>
                    <a:pt x="0" y="0"/>
                  </a:lnTo>
                  <a:lnTo>
                    <a:pt x="0" y="177546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584" y="124968"/>
            <a:ext cx="11751945" cy="6710680"/>
            <a:chOff x="100584" y="124968"/>
            <a:chExt cx="11751945" cy="6710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347" y="124968"/>
              <a:ext cx="10253472" cy="19781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3356" y="188976"/>
              <a:ext cx="10075164" cy="17998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4306" y="169926"/>
              <a:ext cx="10113645" cy="1838325"/>
            </a:xfrm>
            <a:custGeom>
              <a:avLst/>
              <a:gdLst/>
              <a:ahLst/>
              <a:cxnLst/>
              <a:rect l="l" t="t" r="r" b="b"/>
              <a:pathLst>
                <a:path w="10113645" h="1838325">
                  <a:moveTo>
                    <a:pt x="0" y="1837944"/>
                  </a:moveTo>
                  <a:lnTo>
                    <a:pt x="10113264" y="1837944"/>
                  </a:lnTo>
                  <a:lnTo>
                    <a:pt x="10113264" y="0"/>
                  </a:lnTo>
                  <a:lnTo>
                    <a:pt x="0" y="0"/>
                  </a:lnTo>
                  <a:lnTo>
                    <a:pt x="0" y="1837944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84" y="2118356"/>
              <a:ext cx="11751564" cy="47167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592" y="2182368"/>
              <a:ext cx="11573256" cy="45384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5542" y="2163318"/>
              <a:ext cx="11611610" cy="4577080"/>
            </a:xfrm>
            <a:custGeom>
              <a:avLst/>
              <a:gdLst/>
              <a:ahLst/>
              <a:cxnLst/>
              <a:rect l="l" t="t" r="r" b="b"/>
              <a:pathLst>
                <a:path w="11611610" h="4577080">
                  <a:moveTo>
                    <a:pt x="0" y="4576572"/>
                  </a:moveTo>
                  <a:lnTo>
                    <a:pt x="11611356" y="4576572"/>
                  </a:lnTo>
                  <a:lnTo>
                    <a:pt x="11611356" y="0"/>
                  </a:lnTo>
                  <a:lnTo>
                    <a:pt x="0" y="0"/>
                  </a:lnTo>
                  <a:lnTo>
                    <a:pt x="0" y="457657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36463" y="5475732"/>
              <a:ext cx="6554724" cy="8976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0472" y="5539739"/>
              <a:ext cx="6376416" cy="7193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81422" y="5520689"/>
              <a:ext cx="6414770" cy="757555"/>
            </a:xfrm>
            <a:custGeom>
              <a:avLst/>
              <a:gdLst/>
              <a:ahLst/>
              <a:cxnLst/>
              <a:rect l="l" t="t" r="r" b="b"/>
              <a:pathLst>
                <a:path w="6414770" h="757554">
                  <a:moveTo>
                    <a:pt x="0" y="757428"/>
                  </a:moveTo>
                  <a:lnTo>
                    <a:pt x="6414516" y="757428"/>
                  </a:lnTo>
                  <a:lnTo>
                    <a:pt x="6414516" y="0"/>
                  </a:lnTo>
                  <a:lnTo>
                    <a:pt x="0" y="0"/>
                  </a:lnTo>
                  <a:lnTo>
                    <a:pt x="0" y="75742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538" y="2268473"/>
            <a:ext cx="1935480" cy="58547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65"/>
              </a:spcBef>
            </a:pPr>
            <a:r>
              <a:rPr spc="-5" dirty="0">
                <a:solidFill>
                  <a:srgbClr val="000000"/>
                </a:solidFill>
              </a:rPr>
              <a:t>Solution: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4296" y="76200"/>
            <a:ext cx="10983595" cy="2047239"/>
            <a:chOff x="844296" y="76200"/>
            <a:chExt cx="10983595" cy="20472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296" y="76200"/>
              <a:ext cx="10983468" cy="20467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8304" y="140207"/>
              <a:ext cx="10805160" cy="18684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89254" y="121157"/>
              <a:ext cx="10843260" cy="1906905"/>
            </a:xfrm>
            <a:custGeom>
              <a:avLst/>
              <a:gdLst/>
              <a:ahLst/>
              <a:cxnLst/>
              <a:rect l="l" t="t" r="r" b="b"/>
              <a:pathLst>
                <a:path w="10843260" h="1906905">
                  <a:moveTo>
                    <a:pt x="0" y="1906524"/>
                  </a:moveTo>
                  <a:lnTo>
                    <a:pt x="10843260" y="1906524"/>
                  </a:lnTo>
                  <a:lnTo>
                    <a:pt x="10843260" y="0"/>
                  </a:lnTo>
                  <a:lnTo>
                    <a:pt x="0" y="0"/>
                  </a:lnTo>
                  <a:lnTo>
                    <a:pt x="0" y="19065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44296" y="2891029"/>
            <a:ext cx="10977880" cy="3944620"/>
            <a:chOff x="844296" y="2891029"/>
            <a:chExt cx="10977880" cy="39446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296" y="2891029"/>
              <a:ext cx="10977372" cy="39441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8304" y="2955036"/>
              <a:ext cx="10799064" cy="37658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89254" y="2935986"/>
              <a:ext cx="10837545" cy="3804285"/>
            </a:xfrm>
            <a:custGeom>
              <a:avLst/>
              <a:gdLst/>
              <a:ahLst/>
              <a:cxnLst/>
              <a:rect l="l" t="t" r="r" b="b"/>
              <a:pathLst>
                <a:path w="10837545" h="3804284">
                  <a:moveTo>
                    <a:pt x="0" y="3803904"/>
                  </a:moveTo>
                  <a:lnTo>
                    <a:pt x="10837164" y="3803904"/>
                  </a:lnTo>
                  <a:lnTo>
                    <a:pt x="10837164" y="0"/>
                  </a:lnTo>
                  <a:lnTo>
                    <a:pt x="0" y="0"/>
                  </a:lnTo>
                  <a:lnTo>
                    <a:pt x="0" y="380390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8659" y="673608"/>
            <a:ext cx="11233785" cy="5271770"/>
            <a:chOff x="708659" y="673608"/>
            <a:chExt cx="11233785" cy="5271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659" y="673608"/>
              <a:ext cx="11233404" cy="52715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7" y="737616"/>
              <a:ext cx="11055096" cy="50932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3617" y="718566"/>
              <a:ext cx="11093450" cy="5131435"/>
            </a:xfrm>
            <a:custGeom>
              <a:avLst/>
              <a:gdLst/>
              <a:ahLst/>
              <a:cxnLst/>
              <a:rect l="l" t="t" r="r" b="b"/>
              <a:pathLst>
                <a:path w="11093450" h="5131435">
                  <a:moveTo>
                    <a:pt x="0" y="5131308"/>
                  </a:moveTo>
                  <a:lnTo>
                    <a:pt x="11093196" y="5131308"/>
                  </a:lnTo>
                  <a:lnTo>
                    <a:pt x="11093196" y="0"/>
                  </a:lnTo>
                  <a:lnTo>
                    <a:pt x="0" y="0"/>
                  </a:lnTo>
                  <a:lnTo>
                    <a:pt x="0" y="513130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4296" y="423672"/>
            <a:ext cx="10499090" cy="1849120"/>
            <a:chOff x="844296" y="423672"/>
            <a:chExt cx="10499090" cy="1849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296" y="423672"/>
              <a:ext cx="10498836" cy="18486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8304" y="487680"/>
              <a:ext cx="10320528" cy="16703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89254" y="468630"/>
              <a:ext cx="10358755" cy="1708785"/>
            </a:xfrm>
            <a:custGeom>
              <a:avLst/>
              <a:gdLst/>
              <a:ahLst/>
              <a:cxnLst/>
              <a:rect l="l" t="t" r="r" b="b"/>
              <a:pathLst>
                <a:path w="10358755" h="1708785">
                  <a:moveTo>
                    <a:pt x="0" y="1708404"/>
                  </a:moveTo>
                  <a:lnTo>
                    <a:pt x="10358628" y="1708404"/>
                  </a:lnTo>
                  <a:lnTo>
                    <a:pt x="10358628" y="0"/>
                  </a:lnTo>
                  <a:lnTo>
                    <a:pt x="0" y="0"/>
                  </a:lnTo>
                  <a:lnTo>
                    <a:pt x="0" y="170840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44296" y="2621279"/>
            <a:ext cx="9645650" cy="1915795"/>
            <a:chOff x="844296" y="2621279"/>
            <a:chExt cx="9645650" cy="19157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296" y="2621279"/>
              <a:ext cx="9645396" cy="19156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8304" y="2685287"/>
              <a:ext cx="9467088" cy="17373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89254" y="2666237"/>
              <a:ext cx="9505315" cy="1775460"/>
            </a:xfrm>
            <a:custGeom>
              <a:avLst/>
              <a:gdLst/>
              <a:ahLst/>
              <a:cxnLst/>
              <a:rect l="l" t="t" r="r" b="b"/>
              <a:pathLst>
                <a:path w="9505315" h="1775460">
                  <a:moveTo>
                    <a:pt x="0" y="1775460"/>
                  </a:moveTo>
                  <a:lnTo>
                    <a:pt x="9505188" y="1775460"/>
                  </a:lnTo>
                  <a:lnTo>
                    <a:pt x="9505188" y="0"/>
                  </a:lnTo>
                  <a:lnTo>
                    <a:pt x="0" y="0"/>
                  </a:lnTo>
                  <a:lnTo>
                    <a:pt x="0" y="1775460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6591" y="269747"/>
            <a:ext cx="9950450" cy="6347460"/>
            <a:chOff x="926591" y="269747"/>
            <a:chExt cx="9950450" cy="6347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6591" y="269747"/>
              <a:ext cx="9950196" cy="63474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599" y="333755"/>
              <a:ext cx="9771888" cy="61691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71549" y="314705"/>
              <a:ext cx="9810115" cy="6207760"/>
            </a:xfrm>
            <a:custGeom>
              <a:avLst/>
              <a:gdLst/>
              <a:ahLst/>
              <a:cxnLst/>
              <a:rect l="l" t="t" r="r" b="b"/>
              <a:pathLst>
                <a:path w="9810115" h="6207759">
                  <a:moveTo>
                    <a:pt x="0" y="6207252"/>
                  </a:moveTo>
                  <a:lnTo>
                    <a:pt x="9809988" y="6207252"/>
                  </a:lnTo>
                  <a:lnTo>
                    <a:pt x="9809988" y="0"/>
                  </a:lnTo>
                  <a:lnTo>
                    <a:pt x="0" y="0"/>
                  </a:lnTo>
                  <a:lnTo>
                    <a:pt x="0" y="6207252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08532" y="201168"/>
            <a:ext cx="8888095" cy="6269990"/>
            <a:chOff x="1208532" y="201168"/>
            <a:chExt cx="8888095" cy="6269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8532" y="201168"/>
              <a:ext cx="8887968" cy="62697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2540" y="265176"/>
              <a:ext cx="8709660" cy="60914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53490" y="246126"/>
              <a:ext cx="8747760" cy="6129655"/>
            </a:xfrm>
            <a:custGeom>
              <a:avLst/>
              <a:gdLst/>
              <a:ahLst/>
              <a:cxnLst/>
              <a:rect l="l" t="t" r="r" b="b"/>
              <a:pathLst>
                <a:path w="8747760" h="6129655">
                  <a:moveTo>
                    <a:pt x="0" y="6129528"/>
                  </a:moveTo>
                  <a:lnTo>
                    <a:pt x="8747760" y="6129528"/>
                  </a:lnTo>
                  <a:lnTo>
                    <a:pt x="8747760" y="0"/>
                  </a:lnTo>
                  <a:lnTo>
                    <a:pt x="0" y="0"/>
                  </a:lnTo>
                  <a:lnTo>
                    <a:pt x="0" y="612952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7512" y="1261872"/>
            <a:ext cx="11044555" cy="4084320"/>
            <a:chOff x="667512" y="1261872"/>
            <a:chExt cx="11044555" cy="4084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512" y="1261872"/>
              <a:ext cx="11044428" cy="40843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20" y="1325880"/>
              <a:ext cx="10866120" cy="39060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2470" y="1306830"/>
              <a:ext cx="10904220" cy="3944620"/>
            </a:xfrm>
            <a:custGeom>
              <a:avLst/>
              <a:gdLst/>
              <a:ahLst/>
              <a:cxnLst/>
              <a:rect l="l" t="t" r="r" b="b"/>
              <a:pathLst>
                <a:path w="10904220" h="3944620">
                  <a:moveTo>
                    <a:pt x="0" y="3944112"/>
                  </a:moveTo>
                  <a:lnTo>
                    <a:pt x="10904220" y="3944112"/>
                  </a:lnTo>
                  <a:lnTo>
                    <a:pt x="10904220" y="0"/>
                  </a:lnTo>
                  <a:lnTo>
                    <a:pt x="0" y="0"/>
                  </a:lnTo>
                  <a:lnTo>
                    <a:pt x="0" y="3944112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6572" y="220979"/>
            <a:ext cx="11044555" cy="6250305"/>
            <a:chOff x="766572" y="220979"/>
            <a:chExt cx="11044555" cy="6250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572" y="220979"/>
              <a:ext cx="11044428" cy="6249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0580" y="284987"/>
              <a:ext cx="10866120" cy="607161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1530" y="265937"/>
              <a:ext cx="10904220" cy="6109970"/>
            </a:xfrm>
            <a:custGeom>
              <a:avLst/>
              <a:gdLst/>
              <a:ahLst/>
              <a:cxnLst/>
              <a:rect l="l" t="t" r="r" b="b"/>
              <a:pathLst>
                <a:path w="10904220" h="6109970">
                  <a:moveTo>
                    <a:pt x="0" y="6109715"/>
                  </a:moveTo>
                  <a:lnTo>
                    <a:pt x="10904220" y="6109715"/>
                  </a:lnTo>
                  <a:lnTo>
                    <a:pt x="10904220" y="0"/>
                  </a:lnTo>
                  <a:lnTo>
                    <a:pt x="0" y="0"/>
                  </a:lnTo>
                  <a:lnTo>
                    <a:pt x="0" y="610971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3523" y="76200"/>
            <a:ext cx="10928985" cy="6758940"/>
            <a:chOff x="763523" y="76200"/>
            <a:chExt cx="10928985" cy="6758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523" y="76200"/>
              <a:ext cx="8659368" cy="26289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531" y="140207"/>
              <a:ext cx="8481060" cy="24505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8481" y="121157"/>
              <a:ext cx="8519160" cy="2489200"/>
            </a:xfrm>
            <a:custGeom>
              <a:avLst/>
              <a:gdLst/>
              <a:ahLst/>
              <a:cxnLst/>
              <a:rect l="l" t="t" r="r" b="b"/>
              <a:pathLst>
                <a:path w="8519160" h="2489200">
                  <a:moveTo>
                    <a:pt x="0" y="2488692"/>
                  </a:moveTo>
                  <a:lnTo>
                    <a:pt x="8519160" y="2488692"/>
                  </a:lnTo>
                  <a:lnTo>
                    <a:pt x="8519160" y="0"/>
                  </a:lnTo>
                  <a:lnTo>
                    <a:pt x="0" y="0"/>
                  </a:lnTo>
                  <a:lnTo>
                    <a:pt x="0" y="248869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3523" y="2708149"/>
              <a:ext cx="10928604" cy="41269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531" y="2772155"/>
              <a:ext cx="10750296" cy="39486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08481" y="2753105"/>
              <a:ext cx="10788650" cy="3987165"/>
            </a:xfrm>
            <a:custGeom>
              <a:avLst/>
              <a:gdLst/>
              <a:ahLst/>
              <a:cxnLst/>
              <a:rect l="l" t="t" r="r" b="b"/>
              <a:pathLst>
                <a:path w="10788650" h="3987165">
                  <a:moveTo>
                    <a:pt x="0" y="3986784"/>
                  </a:moveTo>
                  <a:lnTo>
                    <a:pt x="10788396" y="3986784"/>
                  </a:lnTo>
                  <a:lnTo>
                    <a:pt x="10788396" y="0"/>
                  </a:lnTo>
                  <a:lnTo>
                    <a:pt x="0" y="0"/>
                  </a:lnTo>
                  <a:lnTo>
                    <a:pt x="0" y="398678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9619" y="1106424"/>
            <a:ext cx="10452100" cy="4060190"/>
            <a:chOff x="769619" y="1106424"/>
            <a:chExt cx="10452100" cy="4060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19" y="1106424"/>
              <a:ext cx="10451592" cy="40599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627" y="1170432"/>
              <a:ext cx="10273284" cy="38816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4577" y="1151382"/>
              <a:ext cx="10311765" cy="3919854"/>
            </a:xfrm>
            <a:custGeom>
              <a:avLst/>
              <a:gdLst/>
              <a:ahLst/>
              <a:cxnLst/>
              <a:rect l="l" t="t" r="r" b="b"/>
              <a:pathLst>
                <a:path w="10311765" h="3919854">
                  <a:moveTo>
                    <a:pt x="0" y="3919728"/>
                  </a:moveTo>
                  <a:lnTo>
                    <a:pt x="10311384" y="3919728"/>
                  </a:lnTo>
                  <a:lnTo>
                    <a:pt x="10311384" y="0"/>
                  </a:lnTo>
                  <a:lnTo>
                    <a:pt x="0" y="0"/>
                  </a:lnTo>
                  <a:lnTo>
                    <a:pt x="0" y="391972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6911" y="6477914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73552" y="179819"/>
            <a:ext cx="6823075" cy="1000125"/>
            <a:chOff x="3273552" y="179819"/>
            <a:chExt cx="6823075" cy="10001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3552" y="179819"/>
              <a:ext cx="6822948" cy="9997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0" y="243840"/>
              <a:ext cx="6644640" cy="8214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18510" y="224790"/>
              <a:ext cx="6682740" cy="859790"/>
            </a:xfrm>
            <a:custGeom>
              <a:avLst/>
              <a:gdLst/>
              <a:ahLst/>
              <a:cxnLst/>
              <a:rect l="l" t="t" r="r" b="b"/>
              <a:pathLst>
                <a:path w="6682740" h="859790">
                  <a:moveTo>
                    <a:pt x="0" y="859535"/>
                  </a:moveTo>
                  <a:lnTo>
                    <a:pt x="6682740" y="859535"/>
                  </a:lnTo>
                  <a:lnTo>
                    <a:pt x="6682740" y="0"/>
                  </a:lnTo>
                  <a:lnTo>
                    <a:pt x="0" y="0"/>
                  </a:lnTo>
                  <a:lnTo>
                    <a:pt x="0" y="85953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53568" y="1293879"/>
            <a:ext cx="11115040" cy="5541645"/>
            <a:chOff x="353568" y="1293879"/>
            <a:chExt cx="11115040" cy="554164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8" y="1293879"/>
              <a:ext cx="11114532" cy="55412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576" y="1357884"/>
              <a:ext cx="10936224" cy="53629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8526" y="1338834"/>
              <a:ext cx="10974705" cy="5401310"/>
            </a:xfrm>
            <a:custGeom>
              <a:avLst/>
              <a:gdLst/>
              <a:ahLst/>
              <a:cxnLst/>
              <a:rect l="l" t="t" r="r" b="b"/>
              <a:pathLst>
                <a:path w="10974705" h="5401309">
                  <a:moveTo>
                    <a:pt x="0" y="5401056"/>
                  </a:moveTo>
                  <a:lnTo>
                    <a:pt x="10974324" y="5401056"/>
                  </a:lnTo>
                  <a:lnTo>
                    <a:pt x="10974324" y="0"/>
                  </a:lnTo>
                  <a:lnTo>
                    <a:pt x="0" y="0"/>
                  </a:lnTo>
                  <a:lnTo>
                    <a:pt x="0" y="5401056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69619" y="362711"/>
            <a:ext cx="2455545" cy="745490"/>
            <a:chOff x="769619" y="362711"/>
            <a:chExt cx="2455545" cy="745490"/>
          </a:xfrm>
        </p:grpSpPr>
        <p:sp>
          <p:nvSpPr>
            <p:cNvPr id="12" name="object 12"/>
            <p:cNvSpPr/>
            <p:nvPr/>
          </p:nvSpPr>
          <p:spPr>
            <a:xfrm>
              <a:off x="788669" y="381761"/>
              <a:ext cx="2417445" cy="707390"/>
            </a:xfrm>
            <a:custGeom>
              <a:avLst/>
              <a:gdLst/>
              <a:ahLst/>
              <a:cxnLst/>
              <a:rect l="l" t="t" r="r" b="b"/>
              <a:pathLst>
                <a:path w="2417445" h="707390">
                  <a:moveTo>
                    <a:pt x="2417064" y="0"/>
                  </a:moveTo>
                  <a:lnTo>
                    <a:pt x="0" y="0"/>
                  </a:lnTo>
                  <a:lnTo>
                    <a:pt x="0" y="707136"/>
                  </a:lnTo>
                  <a:lnTo>
                    <a:pt x="2417064" y="707136"/>
                  </a:lnTo>
                  <a:lnTo>
                    <a:pt x="24170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8669" y="381761"/>
              <a:ext cx="2417445" cy="707390"/>
            </a:xfrm>
            <a:custGeom>
              <a:avLst/>
              <a:gdLst/>
              <a:ahLst/>
              <a:cxnLst/>
              <a:rect l="l" t="t" r="r" b="b"/>
              <a:pathLst>
                <a:path w="2417445" h="707390">
                  <a:moveTo>
                    <a:pt x="0" y="707136"/>
                  </a:moveTo>
                  <a:lnTo>
                    <a:pt x="2417064" y="707136"/>
                  </a:lnTo>
                  <a:lnTo>
                    <a:pt x="2417064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66343" y="399745"/>
            <a:ext cx="21723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Problem:</a:t>
            </a:r>
            <a:endParaRPr sz="4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623" y="115823"/>
            <a:ext cx="8246364" cy="21427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632" y="179831"/>
            <a:ext cx="8068056" cy="196443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7532" y="141731"/>
          <a:ext cx="8163559" cy="20408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120"/>
                <a:gridCol w="6130289"/>
              </a:tblGrid>
              <a:tr h="11201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C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21792"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3200" b="1" spc="-10" dirty="0">
                          <a:latin typeface="Cambria"/>
                          <a:cs typeface="Cambria"/>
                        </a:rPr>
                        <a:t>Problem:</a:t>
                      </a:r>
                      <a:endParaRPr sz="3200">
                        <a:latin typeface="Cambria"/>
                        <a:cs typeface="Cambria"/>
                      </a:endParaRPr>
                    </a:p>
                  </a:txBody>
                  <a:tcPr marL="0" marR="0" marT="52069" marB="0">
                    <a:lnL w="38100">
                      <a:solidFill>
                        <a:srgbClr val="C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12687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C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816863" y="2228084"/>
            <a:ext cx="8004175" cy="4607560"/>
            <a:chOff x="816863" y="2228084"/>
            <a:chExt cx="8004175" cy="460756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863" y="2228084"/>
              <a:ext cx="8004048" cy="46070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871" y="2292095"/>
              <a:ext cx="7825740" cy="44287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1821" y="2273045"/>
              <a:ext cx="7863840" cy="4467225"/>
            </a:xfrm>
            <a:custGeom>
              <a:avLst/>
              <a:gdLst/>
              <a:ahLst/>
              <a:cxnLst/>
              <a:rect l="l" t="t" r="r" b="b"/>
              <a:pathLst>
                <a:path w="7863840" h="4467225">
                  <a:moveTo>
                    <a:pt x="0" y="4466844"/>
                  </a:moveTo>
                  <a:lnTo>
                    <a:pt x="7863840" y="4466844"/>
                  </a:lnTo>
                  <a:lnTo>
                    <a:pt x="7863840" y="0"/>
                  </a:lnTo>
                  <a:lnTo>
                    <a:pt x="0" y="0"/>
                  </a:lnTo>
                  <a:lnTo>
                    <a:pt x="0" y="446684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4568" y="50293"/>
            <a:ext cx="9677400" cy="6784975"/>
            <a:chOff x="734568" y="50293"/>
            <a:chExt cx="9677400" cy="6784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568" y="50293"/>
              <a:ext cx="9677400" cy="67848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576" y="114299"/>
              <a:ext cx="9499092" cy="66065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9526" y="95250"/>
              <a:ext cx="9537700" cy="6644640"/>
            </a:xfrm>
            <a:custGeom>
              <a:avLst/>
              <a:gdLst/>
              <a:ahLst/>
              <a:cxnLst/>
              <a:rect l="l" t="t" r="r" b="b"/>
              <a:pathLst>
                <a:path w="9537700" h="6644640">
                  <a:moveTo>
                    <a:pt x="0" y="6644640"/>
                  </a:moveTo>
                  <a:lnTo>
                    <a:pt x="9537192" y="6644640"/>
                  </a:lnTo>
                  <a:lnTo>
                    <a:pt x="9537192" y="0"/>
                  </a:lnTo>
                  <a:lnTo>
                    <a:pt x="0" y="0"/>
                  </a:lnTo>
                  <a:lnTo>
                    <a:pt x="0" y="66446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7556" y="1292352"/>
            <a:ext cx="9744710" cy="745490"/>
            <a:chOff x="257556" y="1292352"/>
            <a:chExt cx="9744710" cy="745490"/>
          </a:xfrm>
        </p:grpSpPr>
        <p:sp>
          <p:nvSpPr>
            <p:cNvPr id="3" name="object 3"/>
            <p:cNvSpPr/>
            <p:nvPr/>
          </p:nvSpPr>
          <p:spPr>
            <a:xfrm>
              <a:off x="276606" y="1311402"/>
              <a:ext cx="9706610" cy="707390"/>
            </a:xfrm>
            <a:custGeom>
              <a:avLst/>
              <a:gdLst/>
              <a:ahLst/>
              <a:cxnLst/>
              <a:rect l="l" t="t" r="r" b="b"/>
              <a:pathLst>
                <a:path w="9706610" h="707389">
                  <a:moveTo>
                    <a:pt x="9706356" y="0"/>
                  </a:moveTo>
                  <a:lnTo>
                    <a:pt x="0" y="0"/>
                  </a:lnTo>
                  <a:lnTo>
                    <a:pt x="0" y="707136"/>
                  </a:lnTo>
                  <a:lnTo>
                    <a:pt x="9706356" y="707136"/>
                  </a:lnTo>
                  <a:lnTo>
                    <a:pt x="97063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1311402"/>
              <a:ext cx="9706610" cy="707390"/>
            </a:xfrm>
            <a:custGeom>
              <a:avLst/>
              <a:gdLst/>
              <a:ahLst/>
              <a:cxnLst/>
              <a:rect l="l" t="t" r="r" b="b"/>
              <a:pathLst>
                <a:path w="9706610" h="707389">
                  <a:moveTo>
                    <a:pt x="0" y="707136"/>
                  </a:moveTo>
                  <a:lnTo>
                    <a:pt x="9706356" y="707136"/>
                  </a:lnTo>
                  <a:lnTo>
                    <a:pt x="9706356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6606" y="1311402"/>
            <a:ext cx="9706610" cy="7073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4000" spc="-5" dirty="0">
                <a:solidFill>
                  <a:srgbClr val="000000"/>
                </a:solidFill>
              </a:rPr>
              <a:t>Definition: </a:t>
            </a:r>
            <a:r>
              <a:rPr sz="4000" b="0" spc="-20" dirty="0">
                <a:latin typeface="Cambria"/>
                <a:cs typeface="Cambria"/>
              </a:rPr>
              <a:t>General</a:t>
            </a:r>
            <a:r>
              <a:rPr sz="4000" b="0" dirty="0">
                <a:latin typeface="Cambria"/>
                <a:cs typeface="Cambria"/>
              </a:rPr>
              <a:t> </a:t>
            </a:r>
            <a:r>
              <a:rPr sz="4000" b="0" spc="-10" dirty="0">
                <a:latin typeface="Cambria"/>
                <a:cs typeface="Cambria"/>
              </a:rPr>
              <a:t>exponential</a:t>
            </a:r>
            <a:r>
              <a:rPr sz="4000" b="0" spc="10" dirty="0">
                <a:latin typeface="Cambria"/>
                <a:cs typeface="Cambria"/>
              </a:rPr>
              <a:t> </a:t>
            </a:r>
            <a:r>
              <a:rPr sz="4000" b="0" spc="-5" dirty="0">
                <a:latin typeface="Cambria"/>
                <a:cs typeface="Cambria"/>
              </a:rPr>
              <a:t>function</a:t>
            </a:r>
            <a:endParaRPr sz="40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1836" y="2194560"/>
            <a:ext cx="11675745" cy="2356485"/>
            <a:chOff x="211836" y="2194560"/>
            <a:chExt cx="11675745" cy="23564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836" y="2194560"/>
              <a:ext cx="11675364" cy="23561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844" y="2258568"/>
              <a:ext cx="11497056" cy="21777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6794" y="2239518"/>
              <a:ext cx="11535410" cy="2216150"/>
            </a:xfrm>
            <a:custGeom>
              <a:avLst/>
              <a:gdLst/>
              <a:ahLst/>
              <a:cxnLst/>
              <a:rect l="l" t="t" r="r" b="b"/>
              <a:pathLst>
                <a:path w="11535410" h="2216150">
                  <a:moveTo>
                    <a:pt x="0" y="2215895"/>
                  </a:moveTo>
                  <a:lnTo>
                    <a:pt x="11535156" y="2215895"/>
                  </a:lnTo>
                  <a:lnTo>
                    <a:pt x="11535156" y="0"/>
                  </a:lnTo>
                  <a:lnTo>
                    <a:pt x="0" y="0"/>
                  </a:lnTo>
                  <a:lnTo>
                    <a:pt x="0" y="221589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11836" y="4623803"/>
            <a:ext cx="11541760" cy="1681480"/>
            <a:chOff x="211836" y="4623803"/>
            <a:chExt cx="11541760" cy="168148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1836" y="4623803"/>
              <a:ext cx="11541252" cy="16809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844" y="4687824"/>
              <a:ext cx="11362944" cy="150266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6794" y="4668774"/>
              <a:ext cx="11401425" cy="1541145"/>
            </a:xfrm>
            <a:custGeom>
              <a:avLst/>
              <a:gdLst/>
              <a:ahLst/>
              <a:cxnLst/>
              <a:rect l="l" t="t" r="r" b="b"/>
              <a:pathLst>
                <a:path w="11401425" h="1541145">
                  <a:moveTo>
                    <a:pt x="0" y="1540764"/>
                  </a:moveTo>
                  <a:lnTo>
                    <a:pt x="11401044" y="1540764"/>
                  </a:lnTo>
                  <a:lnTo>
                    <a:pt x="11401044" y="0"/>
                  </a:lnTo>
                  <a:lnTo>
                    <a:pt x="0" y="0"/>
                  </a:lnTo>
                  <a:lnTo>
                    <a:pt x="0" y="154076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5904" y="966216"/>
            <a:ext cx="11249025" cy="2296795"/>
            <a:chOff x="755904" y="966216"/>
            <a:chExt cx="11249025" cy="22967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4" y="966216"/>
              <a:ext cx="11248644" cy="22966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912" y="1030224"/>
              <a:ext cx="11070336" cy="21183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0862" y="1011174"/>
              <a:ext cx="11108690" cy="2156460"/>
            </a:xfrm>
            <a:custGeom>
              <a:avLst/>
              <a:gdLst/>
              <a:ahLst/>
              <a:cxnLst/>
              <a:rect l="l" t="t" r="r" b="b"/>
              <a:pathLst>
                <a:path w="11108690" h="2156460">
                  <a:moveTo>
                    <a:pt x="0" y="2156460"/>
                  </a:moveTo>
                  <a:lnTo>
                    <a:pt x="11108436" y="2156460"/>
                  </a:lnTo>
                  <a:lnTo>
                    <a:pt x="11108436" y="0"/>
                  </a:lnTo>
                  <a:lnTo>
                    <a:pt x="0" y="0"/>
                  </a:lnTo>
                  <a:lnTo>
                    <a:pt x="0" y="2156460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1144" y="167639"/>
            <a:ext cx="2455545" cy="745490"/>
            <a:chOff x="771144" y="167639"/>
            <a:chExt cx="2455545" cy="745490"/>
          </a:xfrm>
        </p:grpSpPr>
        <p:sp>
          <p:nvSpPr>
            <p:cNvPr id="7" name="object 7"/>
            <p:cNvSpPr/>
            <p:nvPr/>
          </p:nvSpPr>
          <p:spPr>
            <a:xfrm>
              <a:off x="790194" y="186689"/>
              <a:ext cx="2417445" cy="707390"/>
            </a:xfrm>
            <a:custGeom>
              <a:avLst/>
              <a:gdLst/>
              <a:ahLst/>
              <a:cxnLst/>
              <a:rect l="l" t="t" r="r" b="b"/>
              <a:pathLst>
                <a:path w="2417445" h="707390">
                  <a:moveTo>
                    <a:pt x="2417064" y="0"/>
                  </a:moveTo>
                  <a:lnTo>
                    <a:pt x="0" y="0"/>
                  </a:lnTo>
                  <a:lnTo>
                    <a:pt x="0" y="707135"/>
                  </a:lnTo>
                  <a:lnTo>
                    <a:pt x="2417064" y="707135"/>
                  </a:lnTo>
                  <a:lnTo>
                    <a:pt x="24170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0194" y="186689"/>
              <a:ext cx="2417445" cy="707390"/>
            </a:xfrm>
            <a:custGeom>
              <a:avLst/>
              <a:gdLst/>
              <a:ahLst/>
              <a:cxnLst/>
              <a:rect l="l" t="t" r="r" b="b"/>
              <a:pathLst>
                <a:path w="2417445" h="707390">
                  <a:moveTo>
                    <a:pt x="0" y="707135"/>
                  </a:moveTo>
                  <a:lnTo>
                    <a:pt x="2417064" y="707135"/>
                  </a:lnTo>
                  <a:lnTo>
                    <a:pt x="2417064" y="0"/>
                  </a:lnTo>
                  <a:lnTo>
                    <a:pt x="0" y="0"/>
                  </a:lnTo>
                  <a:lnTo>
                    <a:pt x="0" y="70713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90194" y="186689"/>
            <a:ext cx="2417445" cy="7073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40"/>
              </a:spcBef>
            </a:pPr>
            <a:r>
              <a:rPr sz="4000" spc="-15" dirty="0"/>
              <a:t>Problem:</a:t>
            </a:r>
            <a:endParaRPr sz="4000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1747" y="1074419"/>
            <a:ext cx="1680972" cy="5334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9795" y="1511808"/>
            <a:ext cx="5140452" cy="153923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54380" y="3189729"/>
            <a:ext cx="10587355" cy="3645535"/>
            <a:chOff x="754380" y="3189729"/>
            <a:chExt cx="10587355" cy="364553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380" y="3189729"/>
              <a:ext cx="10587228" cy="36454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8388" y="3253740"/>
              <a:ext cx="10408919" cy="34671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99338" y="3234690"/>
              <a:ext cx="10447020" cy="3505200"/>
            </a:xfrm>
            <a:custGeom>
              <a:avLst/>
              <a:gdLst/>
              <a:ahLst/>
              <a:cxnLst/>
              <a:rect l="l" t="t" r="r" b="b"/>
              <a:pathLst>
                <a:path w="10447020" h="3505200">
                  <a:moveTo>
                    <a:pt x="0" y="3505200"/>
                  </a:moveTo>
                  <a:lnTo>
                    <a:pt x="10447019" y="3505200"/>
                  </a:lnTo>
                  <a:lnTo>
                    <a:pt x="10447019" y="0"/>
                  </a:lnTo>
                  <a:lnTo>
                    <a:pt x="0" y="0"/>
                  </a:lnTo>
                  <a:lnTo>
                    <a:pt x="0" y="35052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9808" y="1214627"/>
            <a:ext cx="10718800" cy="4356100"/>
            <a:chOff x="749808" y="1214627"/>
            <a:chExt cx="10718800" cy="435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808" y="1214627"/>
              <a:ext cx="10718292" cy="43555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816" y="1278635"/>
              <a:ext cx="10539984" cy="41772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4766" y="1259585"/>
              <a:ext cx="10578465" cy="4215765"/>
            </a:xfrm>
            <a:custGeom>
              <a:avLst/>
              <a:gdLst/>
              <a:ahLst/>
              <a:cxnLst/>
              <a:rect l="l" t="t" r="r" b="b"/>
              <a:pathLst>
                <a:path w="10578465" h="4215765">
                  <a:moveTo>
                    <a:pt x="0" y="4215384"/>
                  </a:moveTo>
                  <a:lnTo>
                    <a:pt x="10578084" y="4215384"/>
                  </a:lnTo>
                  <a:lnTo>
                    <a:pt x="10578084" y="0"/>
                  </a:lnTo>
                  <a:lnTo>
                    <a:pt x="0" y="0"/>
                  </a:lnTo>
                  <a:lnTo>
                    <a:pt x="0" y="421538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39964"/>
            <a:ext cx="6156960" cy="848994"/>
            <a:chOff x="0" y="1139964"/>
            <a:chExt cx="6156960" cy="8489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39964"/>
              <a:ext cx="6156959" cy="8488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" y="1203960"/>
              <a:ext cx="5986272" cy="6705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338" y="1184910"/>
              <a:ext cx="6024880" cy="708660"/>
            </a:xfrm>
            <a:custGeom>
              <a:avLst/>
              <a:gdLst/>
              <a:ahLst/>
              <a:cxnLst/>
              <a:rect l="l" t="t" r="r" b="b"/>
              <a:pathLst>
                <a:path w="6024880" h="708660">
                  <a:moveTo>
                    <a:pt x="0" y="708660"/>
                  </a:moveTo>
                  <a:lnTo>
                    <a:pt x="6024372" y="708660"/>
                  </a:lnTo>
                  <a:lnTo>
                    <a:pt x="6024372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1144" y="484631"/>
            <a:ext cx="2066925" cy="623570"/>
            <a:chOff x="771144" y="484631"/>
            <a:chExt cx="2066925" cy="623570"/>
          </a:xfrm>
        </p:grpSpPr>
        <p:sp>
          <p:nvSpPr>
            <p:cNvPr id="7" name="object 7"/>
            <p:cNvSpPr/>
            <p:nvPr/>
          </p:nvSpPr>
          <p:spPr>
            <a:xfrm>
              <a:off x="790194" y="503681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2028444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2028444" y="585215"/>
                  </a:lnTo>
                  <a:lnTo>
                    <a:pt x="2028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0194" y="503681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0" y="585215"/>
                  </a:moveTo>
                  <a:lnTo>
                    <a:pt x="2028444" y="585215"/>
                  </a:lnTo>
                  <a:lnTo>
                    <a:pt x="2028444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90194" y="503681"/>
            <a:ext cx="2028825" cy="5854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pc="-10" dirty="0"/>
              <a:t>Problem: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1926335"/>
            <a:ext cx="11837035" cy="4544695"/>
            <a:chOff x="0" y="1926335"/>
            <a:chExt cx="11837035" cy="454469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926335"/>
              <a:ext cx="11836908" cy="45445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88" y="1990343"/>
              <a:ext cx="11666220" cy="43662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338" y="1971293"/>
              <a:ext cx="11704320" cy="4404360"/>
            </a:xfrm>
            <a:custGeom>
              <a:avLst/>
              <a:gdLst/>
              <a:ahLst/>
              <a:cxnLst/>
              <a:rect l="l" t="t" r="r" b="b"/>
              <a:pathLst>
                <a:path w="11704320" h="4404360">
                  <a:moveTo>
                    <a:pt x="0" y="4404360"/>
                  </a:moveTo>
                  <a:lnTo>
                    <a:pt x="11704320" y="4404360"/>
                  </a:lnTo>
                  <a:lnTo>
                    <a:pt x="11704320" y="0"/>
                  </a:lnTo>
                  <a:lnTo>
                    <a:pt x="0" y="0"/>
                  </a:lnTo>
                  <a:lnTo>
                    <a:pt x="0" y="440436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1072895"/>
            <a:ext cx="10690860" cy="4392295"/>
            <a:chOff x="777240" y="1072895"/>
            <a:chExt cx="10690860" cy="43922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240" y="1072895"/>
              <a:ext cx="10690859" cy="43921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248" y="1136903"/>
              <a:ext cx="10512552" cy="42138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2198" y="1117853"/>
              <a:ext cx="10551160" cy="4251960"/>
            </a:xfrm>
            <a:custGeom>
              <a:avLst/>
              <a:gdLst/>
              <a:ahLst/>
              <a:cxnLst/>
              <a:rect l="l" t="t" r="r" b="b"/>
              <a:pathLst>
                <a:path w="10551160" h="4251960">
                  <a:moveTo>
                    <a:pt x="0" y="4251960"/>
                  </a:moveTo>
                  <a:lnTo>
                    <a:pt x="10550652" y="4251960"/>
                  </a:lnTo>
                  <a:lnTo>
                    <a:pt x="10550652" y="0"/>
                  </a:lnTo>
                  <a:lnTo>
                    <a:pt x="0" y="0"/>
                  </a:lnTo>
                  <a:lnTo>
                    <a:pt x="0" y="425196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8783" y="978408"/>
            <a:ext cx="9523730" cy="2028825"/>
            <a:chOff x="938783" y="978408"/>
            <a:chExt cx="9523730" cy="2028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783" y="978408"/>
              <a:ext cx="9523476" cy="20284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2791" y="1042416"/>
              <a:ext cx="9345168" cy="18501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83741" y="1023366"/>
              <a:ext cx="9383395" cy="1888489"/>
            </a:xfrm>
            <a:custGeom>
              <a:avLst/>
              <a:gdLst/>
              <a:ahLst/>
              <a:cxnLst/>
              <a:rect l="l" t="t" r="r" b="b"/>
              <a:pathLst>
                <a:path w="9383395" h="1888489">
                  <a:moveTo>
                    <a:pt x="0" y="1888236"/>
                  </a:moveTo>
                  <a:lnTo>
                    <a:pt x="9383268" y="1888236"/>
                  </a:lnTo>
                  <a:lnTo>
                    <a:pt x="9383268" y="0"/>
                  </a:lnTo>
                  <a:lnTo>
                    <a:pt x="0" y="0"/>
                  </a:lnTo>
                  <a:lnTo>
                    <a:pt x="0" y="18882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84503" y="260604"/>
            <a:ext cx="2066925" cy="622300"/>
            <a:chOff x="984503" y="260604"/>
            <a:chExt cx="2066925" cy="622300"/>
          </a:xfrm>
        </p:grpSpPr>
        <p:sp>
          <p:nvSpPr>
            <p:cNvPr id="7" name="object 7"/>
            <p:cNvSpPr/>
            <p:nvPr/>
          </p:nvSpPr>
          <p:spPr>
            <a:xfrm>
              <a:off x="1003553" y="279654"/>
              <a:ext cx="2028825" cy="584200"/>
            </a:xfrm>
            <a:custGeom>
              <a:avLst/>
              <a:gdLst/>
              <a:ahLst/>
              <a:cxnLst/>
              <a:rect l="l" t="t" r="r" b="b"/>
              <a:pathLst>
                <a:path w="2028825" h="584200">
                  <a:moveTo>
                    <a:pt x="2028444" y="0"/>
                  </a:moveTo>
                  <a:lnTo>
                    <a:pt x="0" y="0"/>
                  </a:lnTo>
                  <a:lnTo>
                    <a:pt x="0" y="583692"/>
                  </a:lnTo>
                  <a:lnTo>
                    <a:pt x="2028444" y="583692"/>
                  </a:lnTo>
                  <a:lnTo>
                    <a:pt x="2028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3553" y="279654"/>
              <a:ext cx="2028825" cy="584200"/>
            </a:xfrm>
            <a:custGeom>
              <a:avLst/>
              <a:gdLst/>
              <a:ahLst/>
              <a:cxnLst/>
              <a:rect l="l" t="t" r="r" b="b"/>
              <a:pathLst>
                <a:path w="2028825" h="584200">
                  <a:moveTo>
                    <a:pt x="0" y="583692"/>
                  </a:moveTo>
                  <a:lnTo>
                    <a:pt x="2028444" y="583692"/>
                  </a:lnTo>
                  <a:lnTo>
                    <a:pt x="2028444" y="0"/>
                  </a:lnTo>
                  <a:lnTo>
                    <a:pt x="0" y="0"/>
                  </a:lnTo>
                  <a:lnTo>
                    <a:pt x="0" y="58369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03553" y="279654"/>
            <a:ext cx="2028825" cy="5842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9"/>
              </a:spcBef>
            </a:pPr>
            <a:r>
              <a:rPr spc="-10" dirty="0"/>
              <a:t>Problem: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938783" y="3008376"/>
            <a:ext cx="10534015" cy="3221990"/>
            <a:chOff x="938783" y="3008376"/>
            <a:chExt cx="10534015" cy="322199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8783" y="3008376"/>
              <a:ext cx="10533888" cy="32217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2791" y="3072384"/>
              <a:ext cx="10355580" cy="304342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83741" y="3053334"/>
              <a:ext cx="10393680" cy="3081655"/>
            </a:xfrm>
            <a:custGeom>
              <a:avLst/>
              <a:gdLst/>
              <a:ahLst/>
              <a:cxnLst/>
              <a:rect l="l" t="t" r="r" b="b"/>
              <a:pathLst>
                <a:path w="10393680" h="3081654">
                  <a:moveTo>
                    <a:pt x="0" y="3081528"/>
                  </a:moveTo>
                  <a:lnTo>
                    <a:pt x="10393680" y="3081528"/>
                  </a:lnTo>
                  <a:lnTo>
                    <a:pt x="10393680" y="0"/>
                  </a:lnTo>
                  <a:lnTo>
                    <a:pt x="0" y="0"/>
                  </a:lnTo>
                  <a:lnTo>
                    <a:pt x="0" y="3081528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7616" y="1409700"/>
            <a:ext cx="10948670" cy="3682365"/>
            <a:chOff x="737616" y="1409700"/>
            <a:chExt cx="10948670" cy="3682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1409700"/>
              <a:ext cx="10948416" cy="3681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1473707"/>
              <a:ext cx="10770107" cy="35036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2574" y="1454657"/>
              <a:ext cx="10808335" cy="3542029"/>
            </a:xfrm>
            <a:custGeom>
              <a:avLst/>
              <a:gdLst/>
              <a:ahLst/>
              <a:cxnLst/>
              <a:rect l="l" t="t" r="r" b="b"/>
              <a:pathLst>
                <a:path w="10808335" h="3542029">
                  <a:moveTo>
                    <a:pt x="0" y="3541776"/>
                  </a:moveTo>
                  <a:lnTo>
                    <a:pt x="10808208" y="3541776"/>
                  </a:lnTo>
                  <a:lnTo>
                    <a:pt x="10808208" y="0"/>
                  </a:lnTo>
                  <a:lnTo>
                    <a:pt x="0" y="0"/>
                  </a:lnTo>
                  <a:lnTo>
                    <a:pt x="0" y="3541776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9808" y="204215"/>
            <a:ext cx="6076315" cy="1361440"/>
            <a:chOff x="749808" y="204215"/>
            <a:chExt cx="6076315" cy="1361440"/>
          </a:xfrm>
        </p:grpSpPr>
        <p:sp>
          <p:nvSpPr>
            <p:cNvPr id="3" name="object 3"/>
            <p:cNvSpPr/>
            <p:nvPr/>
          </p:nvSpPr>
          <p:spPr>
            <a:xfrm>
              <a:off x="768858" y="223265"/>
              <a:ext cx="6038215" cy="1323340"/>
            </a:xfrm>
            <a:custGeom>
              <a:avLst/>
              <a:gdLst/>
              <a:ahLst/>
              <a:cxnLst/>
              <a:rect l="l" t="t" r="r" b="b"/>
              <a:pathLst>
                <a:path w="6038215" h="1323340">
                  <a:moveTo>
                    <a:pt x="6038088" y="0"/>
                  </a:moveTo>
                  <a:lnTo>
                    <a:pt x="0" y="0"/>
                  </a:lnTo>
                  <a:lnTo>
                    <a:pt x="0" y="1322831"/>
                  </a:lnTo>
                  <a:lnTo>
                    <a:pt x="6038088" y="1322831"/>
                  </a:lnTo>
                  <a:lnTo>
                    <a:pt x="6038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8858" y="223265"/>
              <a:ext cx="6038215" cy="1323340"/>
            </a:xfrm>
            <a:custGeom>
              <a:avLst/>
              <a:gdLst/>
              <a:ahLst/>
              <a:cxnLst/>
              <a:rect l="l" t="t" r="r" b="b"/>
              <a:pathLst>
                <a:path w="6038215" h="1323340">
                  <a:moveTo>
                    <a:pt x="0" y="1322831"/>
                  </a:moveTo>
                  <a:lnTo>
                    <a:pt x="6038088" y="1322831"/>
                  </a:lnTo>
                  <a:lnTo>
                    <a:pt x="6038088" y="0"/>
                  </a:lnTo>
                  <a:lnTo>
                    <a:pt x="0" y="0"/>
                  </a:lnTo>
                  <a:lnTo>
                    <a:pt x="0" y="132283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8858" y="223265"/>
            <a:ext cx="6038215" cy="13233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90805" marR="173355">
              <a:lnSpc>
                <a:spcPct val="100000"/>
              </a:lnSpc>
              <a:spcBef>
                <a:spcPts val="235"/>
              </a:spcBef>
            </a:pPr>
            <a:r>
              <a:rPr sz="4000" spc="-5" dirty="0"/>
              <a:t>5. </a:t>
            </a:r>
            <a:r>
              <a:rPr sz="4000" spc="-10" dirty="0"/>
              <a:t>Circular </a:t>
            </a:r>
            <a:r>
              <a:rPr sz="4000" spc="-15" dirty="0"/>
              <a:t>Functions </a:t>
            </a:r>
            <a:r>
              <a:rPr sz="4000" spc="-5" dirty="0"/>
              <a:t>of a </a:t>
            </a:r>
            <a:r>
              <a:rPr sz="4000" spc="-869" dirty="0"/>
              <a:t> </a:t>
            </a:r>
            <a:r>
              <a:rPr sz="4000" spc="-20" dirty="0"/>
              <a:t>Complex</a:t>
            </a:r>
            <a:r>
              <a:rPr sz="4000" spc="-10" dirty="0"/>
              <a:t> Number</a:t>
            </a:r>
            <a:endParaRPr sz="4000"/>
          </a:p>
        </p:txBody>
      </p:sp>
      <p:grpSp>
        <p:nvGrpSpPr>
          <p:cNvPr id="6" name="object 6"/>
          <p:cNvGrpSpPr/>
          <p:nvPr/>
        </p:nvGrpSpPr>
        <p:grpSpPr>
          <a:xfrm>
            <a:off x="483108" y="1828800"/>
            <a:ext cx="11191240" cy="1374775"/>
            <a:chOff x="483108" y="1828800"/>
            <a:chExt cx="11191240" cy="13747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108" y="1828800"/>
              <a:ext cx="11190732" cy="13746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6" y="1892807"/>
              <a:ext cx="11012424" cy="11963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8066" y="1873757"/>
              <a:ext cx="11050905" cy="1234440"/>
            </a:xfrm>
            <a:custGeom>
              <a:avLst/>
              <a:gdLst/>
              <a:ahLst/>
              <a:cxnLst/>
              <a:rect l="l" t="t" r="r" b="b"/>
              <a:pathLst>
                <a:path w="11050905" h="1234439">
                  <a:moveTo>
                    <a:pt x="0" y="1234439"/>
                  </a:moveTo>
                  <a:lnTo>
                    <a:pt x="11050524" y="1234439"/>
                  </a:lnTo>
                  <a:lnTo>
                    <a:pt x="11050524" y="0"/>
                  </a:lnTo>
                  <a:lnTo>
                    <a:pt x="0" y="0"/>
                  </a:lnTo>
                  <a:lnTo>
                    <a:pt x="0" y="1234439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80059" y="3372611"/>
            <a:ext cx="11193780" cy="1705610"/>
            <a:chOff x="480059" y="3372611"/>
            <a:chExt cx="11193780" cy="170561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59" y="3372611"/>
              <a:ext cx="11193780" cy="17053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067" y="3436619"/>
              <a:ext cx="11015472" cy="152704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5017" y="3417569"/>
              <a:ext cx="11054080" cy="1565275"/>
            </a:xfrm>
            <a:custGeom>
              <a:avLst/>
              <a:gdLst/>
              <a:ahLst/>
              <a:cxnLst/>
              <a:rect l="l" t="t" r="r" b="b"/>
              <a:pathLst>
                <a:path w="11054080" h="1565275">
                  <a:moveTo>
                    <a:pt x="0" y="1565147"/>
                  </a:moveTo>
                  <a:lnTo>
                    <a:pt x="11053572" y="1565147"/>
                  </a:lnTo>
                  <a:lnTo>
                    <a:pt x="11053572" y="0"/>
                  </a:lnTo>
                  <a:lnTo>
                    <a:pt x="0" y="0"/>
                  </a:lnTo>
                  <a:lnTo>
                    <a:pt x="0" y="1565147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" y="1284732"/>
            <a:ext cx="11849100" cy="4377055"/>
            <a:chOff x="121920" y="1284732"/>
            <a:chExt cx="11849100" cy="4377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" y="1284732"/>
              <a:ext cx="11849100" cy="43769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928" y="1348740"/>
              <a:ext cx="11670792" cy="41986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6878" y="1329690"/>
              <a:ext cx="11709400" cy="4236720"/>
            </a:xfrm>
            <a:custGeom>
              <a:avLst/>
              <a:gdLst/>
              <a:ahLst/>
              <a:cxnLst/>
              <a:rect l="l" t="t" r="r" b="b"/>
              <a:pathLst>
                <a:path w="11709400" h="4236720">
                  <a:moveTo>
                    <a:pt x="0" y="4236720"/>
                  </a:moveTo>
                  <a:lnTo>
                    <a:pt x="11708892" y="4236720"/>
                  </a:lnTo>
                  <a:lnTo>
                    <a:pt x="11708892" y="0"/>
                  </a:lnTo>
                  <a:lnTo>
                    <a:pt x="0" y="0"/>
                  </a:lnTo>
                  <a:lnTo>
                    <a:pt x="0" y="423672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" y="390143"/>
            <a:ext cx="3363595" cy="623570"/>
            <a:chOff x="762000" y="390143"/>
            <a:chExt cx="3363595" cy="623570"/>
          </a:xfrm>
        </p:grpSpPr>
        <p:sp>
          <p:nvSpPr>
            <p:cNvPr id="3" name="object 3"/>
            <p:cNvSpPr/>
            <p:nvPr/>
          </p:nvSpPr>
          <p:spPr>
            <a:xfrm>
              <a:off x="781050" y="409193"/>
              <a:ext cx="3325495" cy="585470"/>
            </a:xfrm>
            <a:custGeom>
              <a:avLst/>
              <a:gdLst/>
              <a:ahLst/>
              <a:cxnLst/>
              <a:rect l="l" t="t" r="r" b="b"/>
              <a:pathLst>
                <a:path w="3325495" h="585469">
                  <a:moveTo>
                    <a:pt x="3325367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3325367" y="585215"/>
                  </a:lnTo>
                  <a:lnTo>
                    <a:pt x="33253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1050" y="409193"/>
              <a:ext cx="3325495" cy="585470"/>
            </a:xfrm>
            <a:custGeom>
              <a:avLst/>
              <a:gdLst/>
              <a:ahLst/>
              <a:cxnLst/>
              <a:rect l="l" t="t" r="r" b="b"/>
              <a:pathLst>
                <a:path w="3325495" h="585469">
                  <a:moveTo>
                    <a:pt x="0" y="585215"/>
                  </a:moveTo>
                  <a:lnTo>
                    <a:pt x="3325367" y="585215"/>
                  </a:lnTo>
                  <a:lnTo>
                    <a:pt x="3325367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050" y="409194"/>
            <a:ext cx="3325495" cy="5854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spc="-5" dirty="0"/>
              <a:t>Euler’s</a:t>
            </a:r>
            <a:r>
              <a:rPr spc="-25" dirty="0"/>
              <a:t> </a:t>
            </a:r>
            <a:r>
              <a:rPr spc="-10" dirty="0"/>
              <a:t>Theorem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16280" y="1057655"/>
            <a:ext cx="11231880" cy="4648200"/>
            <a:chOff x="716280" y="1057655"/>
            <a:chExt cx="11231880" cy="46482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80" y="1057655"/>
              <a:ext cx="11231880" cy="4648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288" y="1121664"/>
              <a:ext cx="11053571" cy="44698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1238" y="1102613"/>
              <a:ext cx="11092180" cy="4508500"/>
            </a:xfrm>
            <a:custGeom>
              <a:avLst/>
              <a:gdLst/>
              <a:ahLst/>
              <a:cxnLst/>
              <a:rect l="l" t="t" r="r" b="b"/>
              <a:pathLst>
                <a:path w="11092180" h="4508500">
                  <a:moveTo>
                    <a:pt x="0" y="4507991"/>
                  </a:moveTo>
                  <a:lnTo>
                    <a:pt x="11091671" y="4507991"/>
                  </a:lnTo>
                  <a:lnTo>
                    <a:pt x="11091671" y="0"/>
                  </a:lnTo>
                  <a:lnTo>
                    <a:pt x="0" y="0"/>
                  </a:lnTo>
                  <a:lnTo>
                    <a:pt x="0" y="4507991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3336" y="510540"/>
            <a:ext cx="6309360" cy="623570"/>
            <a:chOff x="783336" y="510540"/>
            <a:chExt cx="6309360" cy="623570"/>
          </a:xfrm>
        </p:grpSpPr>
        <p:sp>
          <p:nvSpPr>
            <p:cNvPr id="3" name="object 3"/>
            <p:cNvSpPr/>
            <p:nvPr/>
          </p:nvSpPr>
          <p:spPr>
            <a:xfrm>
              <a:off x="802386" y="529590"/>
              <a:ext cx="6271260" cy="585470"/>
            </a:xfrm>
            <a:custGeom>
              <a:avLst/>
              <a:gdLst/>
              <a:ahLst/>
              <a:cxnLst/>
              <a:rect l="l" t="t" r="r" b="b"/>
              <a:pathLst>
                <a:path w="6271259" h="585469">
                  <a:moveTo>
                    <a:pt x="6271260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6271260" y="585215"/>
                  </a:lnTo>
                  <a:lnTo>
                    <a:pt x="62712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386" y="529590"/>
              <a:ext cx="6271260" cy="585470"/>
            </a:xfrm>
            <a:custGeom>
              <a:avLst/>
              <a:gdLst/>
              <a:ahLst/>
              <a:cxnLst/>
              <a:rect l="l" t="t" r="r" b="b"/>
              <a:pathLst>
                <a:path w="6271259" h="585469">
                  <a:moveTo>
                    <a:pt x="0" y="585215"/>
                  </a:moveTo>
                  <a:lnTo>
                    <a:pt x="6271260" y="585215"/>
                  </a:lnTo>
                  <a:lnTo>
                    <a:pt x="6271260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2386" y="529590"/>
            <a:ext cx="6271260" cy="5854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spc="-10" dirty="0"/>
              <a:t>Periodicity</a:t>
            </a:r>
            <a:r>
              <a:rPr dirty="0"/>
              <a:t> </a:t>
            </a:r>
            <a:r>
              <a:rPr spc="-5" dirty="0"/>
              <a:t>of</a:t>
            </a:r>
            <a:r>
              <a:rPr spc="-10" dirty="0"/>
              <a:t> Circular</a:t>
            </a:r>
            <a:r>
              <a:rPr spc="-5" dirty="0"/>
              <a:t> </a:t>
            </a:r>
            <a:r>
              <a:rPr spc="-10" dirty="0"/>
              <a:t>Functions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95527" y="1260347"/>
            <a:ext cx="9296400" cy="5355590"/>
            <a:chOff x="795527" y="1260347"/>
            <a:chExt cx="9296400" cy="53555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527" y="1260347"/>
              <a:ext cx="9296400" cy="53553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535" y="1324355"/>
              <a:ext cx="9118092" cy="51770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0485" y="1305305"/>
              <a:ext cx="9156700" cy="5215255"/>
            </a:xfrm>
            <a:custGeom>
              <a:avLst/>
              <a:gdLst/>
              <a:ahLst/>
              <a:cxnLst/>
              <a:rect l="l" t="t" r="r" b="b"/>
              <a:pathLst>
                <a:path w="9156700" h="5215255">
                  <a:moveTo>
                    <a:pt x="0" y="5215128"/>
                  </a:moveTo>
                  <a:lnTo>
                    <a:pt x="9156192" y="5215128"/>
                  </a:lnTo>
                  <a:lnTo>
                    <a:pt x="9156192" y="0"/>
                  </a:lnTo>
                  <a:lnTo>
                    <a:pt x="0" y="0"/>
                  </a:lnTo>
                  <a:lnTo>
                    <a:pt x="0" y="521512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187" y="638555"/>
            <a:ext cx="11070590" cy="5782310"/>
            <a:chOff x="742187" y="638555"/>
            <a:chExt cx="11070590" cy="57823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187" y="638555"/>
              <a:ext cx="11070335" cy="57820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195" y="702563"/>
              <a:ext cx="10892028" cy="5603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7145" y="683513"/>
              <a:ext cx="10930255" cy="5641975"/>
            </a:xfrm>
            <a:custGeom>
              <a:avLst/>
              <a:gdLst/>
              <a:ahLst/>
              <a:cxnLst/>
              <a:rect l="l" t="t" r="r" b="b"/>
              <a:pathLst>
                <a:path w="10930255" h="5641975">
                  <a:moveTo>
                    <a:pt x="0" y="5641848"/>
                  </a:moveTo>
                  <a:lnTo>
                    <a:pt x="10930128" y="5641848"/>
                  </a:lnTo>
                  <a:lnTo>
                    <a:pt x="10930128" y="0"/>
                  </a:lnTo>
                  <a:lnTo>
                    <a:pt x="0" y="0"/>
                  </a:lnTo>
                  <a:lnTo>
                    <a:pt x="0" y="5641848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3336" y="510540"/>
            <a:ext cx="5412105" cy="1115695"/>
            <a:chOff x="783336" y="510540"/>
            <a:chExt cx="5412105" cy="1115695"/>
          </a:xfrm>
        </p:grpSpPr>
        <p:sp>
          <p:nvSpPr>
            <p:cNvPr id="3" name="object 3"/>
            <p:cNvSpPr/>
            <p:nvPr/>
          </p:nvSpPr>
          <p:spPr>
            <a:xfrm>
              <a:off x="802386" y="529590"/>
              <a:ext cx="5374005" cy="1077595"/>
            </a:xfrm>
            <a:custGeom>
              <a:avLst/>
              <a:gdLst/>
              <a:ahLst/>
              <a:cxnLst/>
              <a:rect l="l" t="t" r="r" b="b"/>
              <a:pathLst>
                <a:path w="5374005" h="1077595">
                  <a:moveTo>
                    <a:pt x="5373624" y="0"/>
                  </a:moveTo>
                  <a:lnTo>
                    <a:pt x="0" y="0"/>
                  </a:lnTo>
                  <a:lnTo>
                    <a:pt x="0" y="1077467"/>
                  </a:lnTo>
                  <a:lnTo>
                    <a:pt x="5373624" y="1077467"/>
                  </a:lnTo>
                  <a:lnTo>
                    <a:pt x="5373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386" y="529590"/>
              <a:ext cx="5374005" cy="1077595"/>
            </a:xfrm>
            <a:custGeom>
              <a:avLst/>
              <a:gdLst/>
              <a:ahLst/>
              <a:cxnLst/>
              <a:rect l="l" t="t" r="r" b="b"/>
              <a:pathLst>
                <a:path w="5374005" h="1077595">
                  <a:moveTo>
                    <a:pt x="0" y="1077467"/>
                  </a:moveTo>
                  <a:lnTo>
                    <a:pt x="5373624" y="1077467"/>
                  </a:lnTo>
                  <a:lnTo>
                    <a:pt x="5373624" y="0"/>
                  </a:lnTo>
                  <a:lnTo>
                    <a:pt x="0" y="0"/>
                  </a:lnTo>
                  <a:lnTo>
                    <a:pt x="0" y="107746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2386" y="529590"/>
            <a:ext cx="5374005" cy="107759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91440" marR="412750">
              <a:lnSpc>
                <a:spcPct val="100000"/>
              </a:lnSpc>
              <a:spcBef>
                <a:spcPts val="260"/>
              </a:spcBef>
            </a:pPr>
            <a:r>
              <a:rPr spc="-10" dirty="0"/>
              <a:t>Trigonometrical </a:t>
            </a:r>
            <a:r>
              <a:rPr spc="-5" dirty="0"/>
              <a:t>formulae </a:t>
            </a:r>
            <a:r>
              <a:rPr spc="-690" dirty="0"/>
              <a:t> </a:t>
            </a:r>
            <a:r>
              <a:rPr spc="-5" dirty="0"/>
              <a:t>for</a:t>
            </a:r>
            <a:r>
              <a:rPr spc="-10" dirty="0"/>
              <a:t> </a:t>
            </a:r>
            <a:r>
              <a:rPr spc="-15" dirty="0"/>
              <a:t>complex</a:t>
            </a:r>
            <a:r>
              <a:rPr spc="-10" dirty="0"/>
              <a:t> </a:t>
            </a:r>
            <a:r>
              <a:rPr spc="-5" dirty="0"/>
              <a:t>quantities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37616" y="1717548"/>
            <a:ext cx="10805160" cy="3837940"/>
            <a:chOff x="737616" y="1717548"/>
            <a:chExt cx="10805160" cy="38379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1717548"/>
              <a:ext cx="10805160" cy="3837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1781555"/>
              <a:ext cx="10626852" cy="36591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82574" y="1762506"/>
              <a:ext cx="10665460" cy="3697604"/>
            </a:xfrm>
            <a:custGeom>
              <a:avLst/>
              <a:gdLst/>
              <a:ahLst/>
              <a:cxnLst/>
              <a:rect l="l" t="t" r="r" b="b"/>
              <a:pathLst>
                <a:path w="10665460" h="3697604">
                  <a:moveTo>
                    <a:pt x="0" y="3697224"/>
                  </a:moveTo>
                  <a:lnTo>
                    <a:pt x="10664952" y="3697224"/>
                  </a:lnTo>
                  <a:lnTo>
                    <a:pt x="10664952" y="0"/>
                  </a:lnTo>
                  <a:lnTo>
                    <a:pt x="0" y="0"/>
                  </a:lnTo>
                  <a:lnTo>
                    <a:pt x="0" y="3697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0768" y="397763"/>
            <a:ext cx="10657840" cy="3014980"/>
            <a:chOff x="810768" y="397763"/>
            <a:chExt cx="10657840" cy="3014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768" y="397763"/>
              <a:ext cx="10657332" cy="30144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776" y="461771"/>
              <a:ext cx="10479024" cy="28361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5726" y="442721"/>
              <a:ext cx="10517505" cy="2874645"/>
            </a:xfrm>
            <a:custGeom>
              <a:avLst/>
              <a:gdLst/>
              <a:ahLst/>
              <a:cxnLst/>
              <a:rect l="l" t="t" r="r" b="b"/>
              <a:pathLst>
                <a:path w="10517505" h="2874645">
                  <a:moveTo>
                    <a:pt x="0" y="2874264"/>
                  </a:moveTo>
                  <a:lnTo>
                    <a:pt x="10517124" y="2874264"/>
                  </a:lnTo>
                  <a:lnTo>
                    <a:pt x="10517124" y="0"/>
                  </a:lnTo>
                  <a:lnTo>
                    <a:pt x="0" y="0"/>
                  </a:lnTo>
                  <a:lnTo>
                    <a:pt x="0" y="287426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39724" y="3525011"/>
            <a:ext cx="10628630" cy="1880870"/>
            <a:chOff x="839724" y="3525011"/>
            <a:chExt cx="10628630" cy="188087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724" y="3525011"/>
              <a:ext cx="10628376" cy="18806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3732" y="3589019"/>
              <a:ext cx="10450068" cy="17023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84682" y="3569969"/>
              <a:ext cx="10488295" cy="1740535"/>
            </a:xfrm>
            <a:custGeom>
              <a:avLst/>
              <a:gdLst/>
              <a:ahLst/>
              <a:cxnLst/>
              <a:rect l="l" t="t" r="r" b="b"/>
              <a:pathLst>
                <a:path w="10488295" h="1740535">
                  <a:moveTo>
                    <a:pt x="0" y="1740407"/>
                  </a:moveTo>
                  <a:lnTo>
                    <a:pt x="10488168" y="1740407"/>
                  </a:lnTo>
                  <a:lnTo>
                    <a:pt x="10488168" y="0"/>
                  </a:lnTo>
                  <a:lnTo>
                    <a:pt x="0" y="0"/>
                  </a:lnTo>
                  <a:lnTo>
                    <a:pt x="0" y="1740407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3063" y="376427"/>
            <a:ext cx="10660380" cy="5568950"/>
            <a:chOff x="893063" y="376427"/>
            <a:chExt cx="10660380" cy="5568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3063" y="376427"/>
              <a:ext cx="10660380" cy="55686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071" y="440435"/>
              <a:ext cx="10482072" cy="53903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8021" y="421385"/>
              <a:ext cx="10520680" cy="5428615"/>
            </a:xfrm>
            <a:custGeom>
              <a:avLst/>
              <a:gdLst/>
              <a:ahLst/>
              <a:cxnLst/>
              <a:rect l="l" t="t" r="r" b="b"/>
              <a:pathLst>
                <a:path w="10520680" h="5428615">
                  <a:moveTo>
                    <a:pt x="0" y="5428488"/>
                  </a:moveTo>
                  <a:lnTo>
                    <a:pt x="10520172" y="5428488"/>
                  </a:lnTo>
                  <a:lnTo>
                    <a:pt x="10520172" y="0"/>
                  </a:lnTo>
                  <a:lnTo>
                    <a:pt x="0" y="0"/>
                  </a:lnTo>
                  <a:lnTo>
                    <a:pt x="0" y="542848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4127" y="324611"/>
            <a:ext cx="10267315" cy="5605780"/>
            <a:chOff x="1024127" y="324611"/>
            <a:chExt cx="10267315" cy="5605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127" y="324611"/>
              <a:ext cx="10267188" cy="56052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8135" y="388619"/>
              <a:ext cx="10088879" cy="54269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69085" y="369569"/>
              <a:ext cx="10126980" cy="5465445"/>
            </a:xfrm>
            <a:custGeom>
              <a:avLst/>
              <a:gdLst/>
              <a:ahLst/>
              <a:cxnLst/>
              <a:rect l="l" t="t" r="r" b="b"/>
              <a:pathLst>
                <a:path w="10126980" h="5465445">
                  <a:moveTo>
                    <a:pt x="0" y="5465064"/>
                  </a:moveTo>
                  <a:lnTo>
                    <a:pt x="10126979" y="5465064"/>
                  </a:lnTo>
                  <a:lnTo>
                    <a:pt x="10126979" y="0"/>
                  </a:lnTo>
                  <a:lnTo>
                    <a:pt x="0" y="0"/>
                  </a:lnTo>
                  <a:lnTo>
                    <a:pt x="0" y="546506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755" y="309372"/>
            <a:ext cx="11120755" cy="6344920"/>
            <a:chOff x="714755" y="309372"/>
            <a:chExt cx="11120755" cy="6344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755" y="309372"/>
              <a:ext cx="11120628" cy="6344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763" y="373380"/>
              <a:ext cx="10942320" cy="61661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9713" y="354330"/>
              <a:ext cx="10980420" cy="6204585"/>
            </a:xfrm>
            <a:custGeom>
              <a:avLst/>
              <a:gdLst/>
              <a:ahLst/>
              <a:cxnLst/>
              <a:rect l="l" t="t" r="r" b="b"/>
              <a:pathLst>
                <a:path w="10980420" h="6204584">
                  <a:moveTo>
                    <a:pt x="0" y="6204204"/>
                  </a:moveTo>
                  <a:lnTo>
                    <a:pt x="10980420" y="6204204"/>
                  </a:lnTo>
                  <a:lnTo>
                    <a:pt x="10980420" y="0"/>
                  </a:lnTo>
                  <a:lnTo>
                    <a:pt x="0" y="0"/>
                  </a:lnTo>
                  <a:lnTo>
                    <a:pt x="0" y="620420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4672" y="248411"/>
            <a:ext cx="10934700" cy="6223000"/>
            <a:chOff x="804672" y="248411"/>
            <a:chExt cx="10934700" cy="6223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672" y="248411"/>
              <a:ext cx="10934700" cy="62224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80" y="312419"/>
              <a:ext cx="10756392" cy="6044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49630" y="293369"/>
              <a:ext cx="10795000" cy="6082665"/>
            </a:xfrm>
            <a:custGeom>
              <a:avLst/>
              <a:gdLst/>
              <a:ahLst/>
              <a:cxnLst/>
              <a:rect l="l" t="t" r="r" b="b"/>
              <a:pathLst>
                <a:path w="10795000" h="6082665">
                  <a:moveTo>
                    <a:pt x="0" y="6082283"/>
                  </a:moveTo>
                  <a:lnTo>
                    <a:pt x="10794492" y="6082283"/>
                  </a:lnTo>
                  <a:lnTo>
                    <a:pt x="10794492" y="0"/>
                  </a:lnTo>
                  <a:lnTo>
                    <a:pt x="0" y="0"/>
                  </a:lnTo>
                  <a:lnTo>
                    <a:pt x="0" y="6082283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2124" y="961644"/>
            <a:ext cx="7417434" cy="1821180"/>
            <a:chOff x="992124" y="961644"/>
            <a:chExt cx="7417434" cy="18211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124" y="961644"/>
              <a:ext cx="7417308" cy="1821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6132" y="1025652"/>
              <a:ext cx="7239000" cy="16428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37082" y="1006602"/>
              <a:ext cx="7277100" cy="1681480"/>
            </a:xfrm>
            <a:custGeom>
              <a:avLst/>
              <a:gdLst/>
              <a:ahLst/>
              <a:cxnLst/>
              <a:rect l="l" t="t" r="r" b="b"/>
              <a:pathLst>
                <a:path w="7277100" h="1681480">
                  <a:moveTo>
                    <a:pt x="0" y="1680972"/>
                  </a:moveTo>
                  <a:lnTo>
                    <a:pt x="7277100" y="1680972"/>
                  </a:lnTo>
                  <a:lnTo>
                    <a:pt x="7277100" y="0"/>
                  </a:lnTo>
                  <a:lnTo>
                    <a:pt x="0" y="0"/>
                  </a:lnTo>
                  <a:lnTo>
                    <a:pt x="0" y="168097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84503" y="260604"/>
            <a:ext cx="2066925" cy="622300"/>
            <a:chOff x="984503" y="260604"/>
            <a:chExt cx="2066925" cy="622300"/>
          </a:xfrm>
        </p:grpSpPr>
        <p:sp>
          <p:nvSpPr>
            <p:cNvPr id="7" name="object 7"/>
            <p:cNvSpPr/>
            <p:nvPr/>
          </p:nvSpPr>
          <p:spPr>
            <a:xfrm>
              <a:off x="1003553" y="279654"/>
              <a:ext cx="2028825" cy="584200"/>
            </a:xfrm>
            <a:custGeom>
              <a:avLst/>
              <a:gdLst/>
              <a:ahLst/>
              <a:cxnLst/>
              <a:rect l="l" t="t" r="r" b="b"/>
              <a:pathLst>
                <a:path w="2028825" h="584200">
                  <a:moveTo>
                    <a:pt x="2028444" y="0"/>
                  </a:moveTo>
                  <a:lnTo>
                    <a:pt x="0" y="0"/>
                  </a:lnTo>
                  <a:lnTo>
                    <a:pt x="0" y="583692"/>
                  </a:lnTo>
                  <a:lnTo>
                    <a:pt x="2028444" y="583692"/>
                  </a:lnTo>
                  <a:lnTo>
                    <a:pt x="2028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3553" y="279654"/>
              <a:ext cx="2028825" cy="584200"/>
            </a:xfrm>
            <a:custGeom>
              <a:avLst/>
              <a:gdLst/>
              <a:ahLst/>
              <a:cxnLst/>
              <a:rect l="l" t="t" r="r" b="b"/>
              <a:pathLst>
                <a:path w="2028825" h="584200">
                  <a:moveTo>
                    <a:pt x="0" y="583692"/>
                  </a:moveTo>
                  <a:lnTo>
                    <a:pt x="2028444" y="583692"/>
                  </a:lnTo>
                  <a:lnTo>
                    <a:pt x="2028444" y="0"/>
                  </a:lnTo>
                  <a:lnTo>
                    <a:pt x="0" y="0"/>
                  </a:lnTo>
                  <a:lnTo>
                    <a:pt x="0" y="58369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03553" y="279654"/>
            <a:ext cx="2028825" cy="5842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9"/>
              </a:spcBef>
            </a:pPr>
            <a:r>
              <a:rPr spc="-10" dirty="0"/>
              <a:t>Problem: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992124" y="2767578"/>
            <a:ext cx="9785985" cy="4067810"/>
            <a:chOff x="992124" y="2767578"/>
            <a:chExt cx="9785985" cy="406781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2124" y="2767578"/>
              <a:ext cx="9785604" cy="40675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6132" y="2831592"/>
              <a:ext cx="9607296" cy="38892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37082" y="2812542"/>
              <a:ext cx="9645650" cy="3927475"/>
            </a:xfrm>
            <a:custGeom>
              <a:avLst/>
              <a:gdLst/>
              <a:ahLst/>
              <a:cxnLst/>
              <a:rect l="l" t="t" r="r" b="b"/>
              <a:pathLst>
                <a:path w="9645650" h="3927475">
                  <a:moveTo>
                    <a:pt x="0" y="3927348"/>
                  </a:moveTo>
                  <a:lnTo>
                    <a:pt x="9645396" y="3927348"/>
                  </a:lnTo>
                  <a:lnTo>
                    <a:pt x="9645396" y="0"/>
                  </a:lnTo>
                  <a:lnTo>
                    <a:pt x="0" y="0"/>
                  </a:lnTo>
                  <a:lnTo>
                    <a:pt x="0" y="392734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1288" y="79245"/>
            <a:ext cx="8667115" cy="6756400"/>
            <a:chOff x="1161288" y="79245"/>
            <a:chExt cx="8667115" cy="6756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288" y="79245"/>
              <a:ext cx="8666988" cy="67558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5296" y="143256"/>
              <a:ext cx="8488680" cy="65775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06246" y="124205"/>
              <a:ext cx="8526780" cy="6616065"/>
            </a:xfrm>
            <a:custGeom>
              <a:avLst/>
              <a:gdLst/>
              <a:ahLst/>
              <a:cxnLst/>
              <a:rect l="l" t="t" r="r" b="b"/>
              <a:pathLst>
                <a:path w="8526780" h="6616065">
                  <a:moveTo>
                    <a:pt x="0" y="6615683"/>
                  </a:moveTo>
                  <a:lnTo>
                    <a:pt x="8526780" y="6615683"/>
                  </a:lnTo>
                  <a:lnTo>
                    <a:pt x="8526780" y="0"/>
                  </a:lnTo>
                  <a:lnTo>
                    <a:pt x="0" y="0"/>
                  </a:lnTo>
                  <a:lnTo>
                    <a:pt x="0" y="6615683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4024" y="931151"/>
            <a:ext cx="6154420" cy="1082675"/>
            <a:chOff x="954024" y="931151"/>
            <a:chExt cx="6154420" cy="108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" y="931151"/>
              <a:ext cx="6153912" cy="10820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8032" y="995172"/>
              <a:ext cx="5975604" cy="9037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2" y="976122"/>
              <a:ext cx="6014085" cy="942340"/>
            </a:xfrm>
            <a:custGeom>
              <a:avLst/>
              <a:gdLst/>
              <a:ahLst/>
              <a:cxnLst/>
              <a:rect l="l" t="t" r="r" b="b"/>
              <a:pathLst>
                <a:path w="6014084" h="942339">
                  <a:moveTo>
                    <a:pt x="0" y="941831"/>
                  </a:moveTo>
                  <a:lnTo>
                    <a:pt x="6013704" y="941831"/>
                  </a:lnTo>
                  <a:lnTo>
                    <a:pt x="6013704" y="0"/>
                  </a:lnTo>
                  <a:lnTo>
                    <a:pt x="0" y="0"/>
                  </a:lnTo>
                  <a:lnTo>
                    <a:pt x="0" y="941831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84503" y="245363"/>
            <a:ext cx="2066925" cy="623570"/>
            <a:chOff x="984503" y="245363"/>
            <a:chExt cx="2066925" cy="623570"/>
          </a:xfrm>
        </p:grpSpPr>
        <p:sp>
          <p:nvSpPr>
            <p:cNvPr id="7" name="object 7"/>
            <p:cNvSpPr/>
            <p:nvPr/>
          </p:nvSpPr>
          <p:spPr>
            <a:xfrm>
              <a:off x="1003553" y="264413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2028444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2028444" y="585216"/>
                  </a:lnTo>
                  <a:lnTo>
                    <a:pt x="2028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3553" y="264413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0" y="585216"/>
                  </a:moveTo>
                  <a:lnTo>
                    <a:pt x="2028444" y="585216"/>
                  </a:lnTo>
                  <a:lnTo>
                    <a:pt x="2028444" y="0"/>
                  </a:lnTo>
                  <a:lnTo>
                    <a:pt x="0" y="0"/>
                  </a:lnTo>
                  <a:lnTo>
                    <a:pt x="0" y="58521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03553" y="264413"/>
            <a:ext cx="2028825" cy="5854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pc="-10" dirty="0"/>
              <a:t>Problem: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8032" y="1085088"/>
            <a:ext cx="571500" cy="36118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39540" y="995172"/>
            <a:ext cx="704088" cy="36271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958596" y="1965960"/>
            <a:ext cx="10988040" cy="4505325"/>
            <a:chOff x="958596" y="1965960"/>
            <a:chExt cx="10988040" cy="45053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596" y="1965960"/>
              <a:ext cx="10988040" cy="45049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2604" y="2029968"/>
              <a:ext cx="10809732" cy="43266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03554" y="2010918"/>
              <a:ext cx="10848340" cy="4364990"/>
            </a:xfrm>
            <a:custGeom>
              <a:avLst/>
              <a:gdLst/>
              <a:ahLst/>
              <a:cxnLst/>
              <a:rect l="l" t="t" r="r" b="b"/>
              <a:pathLst>
                <a:path w="10848340" h="4364990">
                  <a:moveTo>
                    <a:pt x="0" y="4364736"/>
                  </a:moveTo>
                  <a:lnTo>
                    <a:pt x="10847832" y="4364736"/>
                  </a:lnTo>
                  <a:lnTo>
                    <a:pt x="10847832" y="0"/>
                  </a:lnTo>
                  <a:lnTo>
                    <a:pt x="0" y="0"/>
                  </a:lnTo>
                  <a:lnTo>
                    <a:pt x="0" y="43647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4380" y="1036319"/>
            <a:ext cx="10995660" cy="2091055"/>
            <a:chOff x="754380" y="1036319"/>
            <a:chExt cx="10995660" cy="2091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380" y="1036319"/>
              <a:ext cx="10995660" cy="20909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388" y="1100327"/>
              <a:ext cx="10817352" cy="19126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9338" y="1081277"/>
              <a:ext cx="10855960" cy="1950720"/>
            </a:xfrm>
            <a:custGeom>
              <a:avLst/>
              <a:gdLst/>
              <a:ahLst/>
              <a:cxnLst/>
              <a:rect l="l" t="t" r="r" b="b"/>
              <a:pathLst>
                <a:path w="10855960" h="1950720">
                  <a:moveTo>
                    <a:pt x="0" y="1950720"/>
                  </a:moveTo>
                  <a:lnTo>
                    <a:pt x="10855452" y="1950720"/>
                  </a:lnTo>
                  <a:lnTo>
                    <a:pt x="10855452" y="0"/>
                  </a:lnTo>
                  <a:lnTo>
                    <a:pt x="0" y="0"/>
                  </a:lnTo>
                  <a:lnTo>
                    <a:pt x="0" y="195072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00100" y="320040"/>
            <a:ext cx="2065020" cy="623570"/>
            <a:chOff x="800100" y="320040"/>
            <a:chExt cx="2065020" cy="623570"/>
          </a:xfrm>
        </p:grpSpPr>
        <p:sp>
          <p:nvSpPr>
            <p:cNvPr id="7" name="object 7"/>
            <p:cNvSpPr/>
            <p:nvPr/>
          </p:nvSpPr>
          <p:spPr>
            <a:xfrm>
              <a:off x="819150" y="339090"/>
              <a:ext cx="2026920" cy="585470"/>
            </a:xfrm>
            <a:custGeom>
              <a:avLst/>
              <a:gdLst/>
              <a:ahLst/>
              <a:cxnLst/>
              <a:rect l="l" t="t" r="r" b="b"/>
              <a:pathLst>
                <a:path w="2026920" h="585469">
                  <a:moveTo>
                    <a:pt x="2026920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2026920" y="585216"/>
                  </a:lnTo>
                  <a:lnTo>
                    <a:pt x="2026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9150" y="339090"/>
              <a:ext cx="2026920" cy="585470"/>
            </a:xfrm>
            <a:custGeom>
              <a:avLst/>
              <a:gdLst/>
              <a:ahLst/>
              <a:cxnLst/>
              <a:rect l="l" t="t" r="r" b="b"/>
              <a:pathLst>
                <a:path w="2026920" h="585469">
                  <a:moveTo>
                    <a:pt x="0" y="585216"/>
                  </a:moveTo>
                  <a:lnTo>
                    <a:pt x="2026920" y="585216"/>
                  </a:lnTo>
                  <a:lnTo>
                    <a:pt x="2026920" y="0"/>
                  </a:lnTo>
                  <a:lnTo>
                    <a:pt x="0" y="0"/>
                  </a:lnTo>
                  <a:lnTo>
                    <a:pt x="0" y="58521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19150" y="339090"/>
            <a:ext cx="2026920" cy="5854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60"/>
              </a:spcBef>
            </a:pPr>
            <a:r>
              <a:rPr spc="-10" dirty="0"/>
              <a:t>Problem: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8511" y="1264919"/>
            <a:ext cx="2279904" cy="62331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67800" y="2057400"/>
            <a:ext cx="2567940" cy="60807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54380" y="3127248"/>
            <a:ext cx="11059795" cy="3343910"/>
            <a:chOff x="754380" y="3127248"/>
            <a:chExt cx="11059795" cy="334391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380" y="3127248"/>
              <a:ext cx="11059668" cy="33436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8388" y="3191256"/>
              <a:ext cx="10881360" cy="31653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99338" y="3172206"/>
              <a:ext cx="10919460" cy="3203575"/>
            </a:xfrm>
            <a:custGeom>
              <a:avLst/>
              <a:gdLst/>
              <a:ahLst/>
              <a:cxnLst/>
              <a:rect l="l" t="t" r="r" b="b"/>
              <a:pathLst>
                <a:path w="10919460" h="3203575">
                  <a:moveTo>
                    <a:pt x="0" y="3203448"/>
                  </a:moveTo>
                  <a:lnTo>
                    <a:pt x="10919460" y="3203448"/>
                  </a:lnTo>
                  <a:lnTo>
                    <a:pt x="10919460" y="0"/>
                  </a:lnTo>
                  <a:lnTo>
                    <a:pt x="0" y="0"/>
                  </a:lnTo>
                  <a:lnTo>
                    <a:pt x="0" y="320344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2960" y="621791"/>
            <a:ext cx="11070590" cy="5744210"/>
            <a:chOff x="822960" y="621791"/>
            <a:chExt cx="11070590" cy="57442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" y="621791"/>
              <a:ext cx="11070336" cy="57439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968" y="685799"/>
              <a:ext cx="10892028" cy="55656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67918" y="666749"/>
              <a:ext cx="10930255" cy="5603875"/>
            </a:xfrm>
            <a:custGeom>
              <a:avLst/>
              <a:gdLst/>
              <a:ahLst/>
              <a:cxnLst/>
              <a:rect l="l" t="t" r="r" b="b"/>
              <a:pathLst>
                <a:path w="10930255" h="5603875">
                  <a:moveTo>
                    <a:pt x="0" y="5603748"/>
                  </a:moveTo>
                  <a:lnTo>
                    <a:pt x="10930128" y="5603748"/>
                  </a:lnTo>
                  <a:lnTo>
                    <a:pt x="10930128" y="0"/>
                  </a:lnTo>
                  <a:lnTo>
                    <a:pt x="0" y="0"/>
                  </a:lnTo>
                  <a:lnTo>
                    <a:pt x="0" y="560374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1623" y="140209"/>
            <a:ext cx="11006455" cy="6695440"/>
            <a:chOff x="801623" y="140209"/>
            <a:chExt cx="11006455" cy="6695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23" y="140209"/>
              <a:ext cx="11006328" cy="66949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631" y="204215"/>
              <a:ext cx="10828020" cy="65166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46581" y="185166"/>
              <a:ext cx="10866120" cy="6555105"/>
            </a:xfrm>
            <a:custGeom>
              <a:avLst/>
              <a:gdLst/>
              <a:ahLst/>
              <a:cxnLst/>
              <a:rect l="l" t="t" r="r" b="b"/>
              <a:pathLst>
                <a:path w="10866120" h="6555105">
                  <a:moveTo>
                    <a:pt x="0" y="6554724"/>
                  </a:moveTo>
                  <a:lnTo>
                    <a:pt x="10866120" y="6554724"/>
                  </a:lnTo>
                  <a:lnTo>
                    <a:pt x="10866120" y="0"/>
                  </a:lnTo>
                  <a:lnTo>
                    <a:pt x="0" y="0"/>
                  </a:lnTo>
                  <a:lnTo>
                    <a:pt x="0" y="65547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0727" y="1642872"/>
            <a:ext cx="10977880" cy="2504440"/>
            <a:chOff x="490727" y="1642872"/>
            <a:chExt cx="10977880" cy="2504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727" y="1642872"/>
              <a:ext cx="10977372" cy="25039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735" y="1706880"/>
              <a:ext cx="10799064" cy="23256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5685" y="1687830"/>
              <a:ext cx="10837545" cy="2364105"/>
            </a:xfrm>
            <a:custGeom>
              <a:avLst/>
              <a:gdLst/>
              <a:ahLst/>
              <a:cxnLst/>
              <a:rect l="l" t="t" r="r" b="b"/>
              <a:pathLst>
                <a:path w="10837545" h="2364104">
                  <a:moveTo>
                    <a:pt x="0" y="2363724"/>
                  </a:moveTo>
                  <a:lnTo>
                    <a:pt x="10837164" y="2363724"/>
                  </a:lnTo>
                  <a:lnTo>
                    <a:pt x="10837164" y="0"/>
                  </a:lnTo>
                  <a:lnTo>
                    <a:pt x="0" y="0"/>
                  </a:lnTo>
                  <a:lnTo>
                    <a:pt x="0" y="23637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4127" y="1117091"/>
            <a:ext cx="9421495" cy="3706495"/>
            <a:chOff x="1024127" y="1117091"/>
            <a:chExt cx="9421495" cy="37064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127" y="1117091"/>
              <a:ext cx="9421368" cy="37063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8135" y="1181099"/>
              <a:ext cx="9243060" cy="35280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69085" y="1162049"/>
              <a:ext cx="9281160" cy="3566160"/>
            </a:xfrm>
            <a:custGeom>
              <a:avLst/>
              <a:gdLst/>
              <a:ahLst/>
              <a:cxnLst/>
              <a:rect l="l" t="t" r="r" b="b"/>
              <a:pathLst>
                <a:path w="9281160" h="3566160">
                  <a:moveTo>
                    <a:pt x="0" y="3566160"/>
                  </a:moveTo>
                  <a:lnTo>
                    <a:pt x="9281160" y="3566160"/>
                  </a:lnTo>
                  <a:lnTo>
                    <a:pt x="9281160" y="0"/>
                  </a:lnTo>
                  <a:lnTo>
                    <a:pt x="0" y="0"/>
                  </a:lnTo>
                  <a:lnTo>
                    <a:pt x="0" y="356616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69847" y="379475"/>
            <a:ext cx="2066925" cy="623570"/>
            <a:chOff x="1069847" y="379475"/>
            <a:chExt cx="2066925" cy="623570"/>
          </a:xfrm>
        </p:grpSpPr>
        <p:sp>
          <p:nvSpPr>
            <p:cNvPr id="7" name="object 7"/>
            <p:cNvSpPr/>
            <p:nvPr/>
          </p:nvSpPr>
          <p:spPr>
            <a:xfrm>
              <a:off x="1088897" y="398525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2028443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2028443" y="585215"/>
                  </a:lnTo>
                  <a:lnTo>
                    <a:pt x="20284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88897" y="398525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0" y="585215"/>
                  </a:moveTo>
                  <a:lnTo>
                    <a:pt x="2028443" y="585215"/>
                  </a:lnTo>
                  <a:lnTo>
                    <a:pt x="2028443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88897" y="398525"/>
            <a:ext cx="2028825" cy="5854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65"/>
              </a:spcBef>
            </a:pPr>
            <a:r>
              <a:rPr spc="-10" dirty="0"/>
              <a:t>Problem: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136" y="1182624"/>
            <a:ext cx="2538984" cy="62483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187" y="201168"/>
            <a:ext cx="11145520" cy="6269990"/>
            <a:chOff x="742187" y="201168"/>
            <a:chExt cx="11145520" cy="6269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187" y="201168"/>
              <a:ext cx="11145012" cy="62697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195" y="265176"/>
              <a:ext cx="10966704" cy="60914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7145" y="246126"/>
              <a:ext cx="11005185" cy="6129655"/>
            </a:xfrm>
            <a:custGeom>
              <a:avLst/>
              <a:gdLst/>
              <a:ahLst/>
              <a:cxnLst/>
              <a:rect l="l" t="t" r="r" b="b"/>
              <a:pathLst>
                <a:path w="11005185" h="6129655">
                  <a:moveTo>
                    <a:pt x="0" y="6129528"/>
                  </a:moveTo>
                  <a:lnTo>
                    <a:pt x="11004804" y="6129528"/>
                  </a:lnTo>
                  <a:lnTo>
                    <a:pt x="11004804" y="0"/>
                  </a:lnTo>
                  <a:lnTo>
                    <a:pt x="0" y="0"/>
                  </a:lnTo>
                  <a:lnTo>
                    <a:pt x="0" y="612952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755" y="79245"/>
            <a:ext cx="11145520" cy="6756400"/>
            <a:chOff x="714755" y="79245"/>
            <a:chExt cx="11145520" cy="6756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755" y="79245"/>
              <a:ext cx="11145012" cy="67558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763" y="143256"/>
              <a:ext cx="10966704" cy="65775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9713" y="124205"/>
              <a:ext cx="11005185" cy="6616065"/>
            </a:xfrm>
            <a:custGeom>
              <a:avLst/>
              <a:gdLst/>
              <a:ahLst/>
              <a:cxnLst/>
              <a:rect l="l" t="t" r="r" b="b"/>
              <a:pathLst>
                <a:path w="11005185" h="6616065">
                  <a:moveTo>
                    <a:pt x="0" y="6615683"/>
                  </a:moveTo>
                  <a:lnTo>
                    <a:pt x="11004804" y="6615683"/>
                  </a:lnTo>
                  <a:lnTo>
                    <a:pt x="11004804" y="0"/>
                  </a:lnTo>
                  <a:lnTo>
                    <a:pt x="0" y="0"/>
                  </a:lnTo>
                  <a:lnTo>
                    <a:pt x="0" y="6615683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0287" y="251459"/>
            <a:ext cx="10913745" cy="6353810"/>
            <a:chOff x="780287" y="251459"/>
            <a:chExt cx="10913745" cy="6353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287" y="251459"/>
              <a:ext cx="10913364" cy="63535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295" y="315467"/>
              <a:ext cx="10735056" cy="617524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5245" y="296417"/>
              <a:ext cx="10773410" cy="6213475"/>
            </a:xfrm>
            <a:custGeom>
              <a:avLst/>
              <a:gdLst/>
              <a:ahLst/>
              <a:cxnLst/>
              <a:rect l="l" t="t" r="r" b="b"/>
              <a:pathLst>
                <a:path w="10773410" h="6213475">
                  <a:moveTo>
                    <a:pt x="0" y="6213347"/>
                  </a:moveTo>
                  <a:lnTo>
                    <a:pt x="10773156" y="6213347"/>
                  </a:lnTo>
                  <a:lnTo>
                    <a:pt x="10773156" y="0"/>
                  </a:lnTo>
                  <a:lnTo>
                    <a:pt x="0" y="0"/>
                  </a:lnTo>
                  <a:lnTo>
                    <a:pt x="0" y="6213347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8180" y="1024127"/>
            <a:ext cx="11247120" cy="5085715"/>
            <a:chOff x="678180" y="1024127"/>
            <a:chExt cx="11247120" cy="5085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180" y="1024127"/>
              <a:ext cx="11247120" cy="50855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188" y="1088135"/>
              <a:ext cx="11068812" cy="49072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23138" y="1069085"/>
              <a:ext cx="11107420" cy="4945380"/>
            </a:xfrm>
            <a:custGeom>
              <a:avLst/>
              <a:gdLst/>
              <a:ahLst/>
              <a:cxnLst/>
              <a:rect l="l" t="t" r="r" b="b"/>
              <a:pathLst>
                <a:path w="11107420" h="4945380">
                  <a:moveTo>
                    <a:pt x="0" y="4945380"/>
                  </a:moveTo>
                  <a:lnTo>
                    <a:pt x="11106912" y="4945380"/>
                  </a:lnTo>
                  <a:lnTo>
                    <a:pt x="11106912" y="0"/>
                  </a:lnTo>
                  <a:lnTo>
                    <a:pt x="0" y="0"/>
                  </a:lnTo>
                  <a:lnTo>
                    <a:pt x="0" y="494538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188" y="1197863"/>
              <a:ext cx="1761744" cy="45110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23900" y="371856"/>
            <a:ext cx="2066925" cy="623570"/>
            <a:chOff x="723900" y="371856"/>
            <a:chExt cx="2066925" cy="623570"/>
          </a:xfrm>
        </p:grpSpPr>
        <p:sp>
          <p:nvSpPr>
            <p:cNvPr id="8" name="object 8"/>
            <p:cNvSpPr/>
            <p:nvPr/>
          </p:nvSpPr>
          <p:spPr>
            <a:xfrm>
              <a:off x="742950" y="390906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2028444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2028444" y="585215"/>
                  </a:lnTo>
                  <a:lnTo>
                    <a:pt x="2028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2950" y="390906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0" y="585215"/>
                  </a:moveTo>
                  <a:lnTo>
                    <a:pt x="2028444" y="585215"/>
                  </a:lnTo>
                  <a:lnTo>
                    <a:pt x="2028444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42950" y="390906"/>
            <a:ext cx="2028825" cy="5854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spc="-10" dirty="0"/>
              <a:t>Problem: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0496" y="1051560"/>
            <a:ext cx="9671685" cy="2121535"/>
            <a:chOff x="920496" y="1051560"/>
            <a:chExt cx="9671685" cy="2121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496" y="1051560"/>
              <a:ext cx="9671304" cy="21214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4504" y="1115568"/>
              <a:ext cx="9492996" cy="1943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5454" y="1096518"/>
              <a:ext cx="9531350" cy="1981200"/>
            </a:xfrm>
            <a:custGeom>
              <a:avLst/>
              <a:gdLst/>
              <a:ahLst/>
              <a:cxnLst/>
              <a:rect l="l" t="t" r="r" b="b"/>
              <a:pathLst>
                <a:path w="9531350" h="1981200">
                  <a:moveTo>
                    <a:pt x="0" y="1981200"/>
                  </a:moveTo>
                  <a:lnTo>
                    <a:pt x="9531096" y="1981200"/>
                  </a:lnTo>
                  <a:lnTo>
                    <a:pt x="9531096" y="0"/>
                  </a:lnTo>
                  <a:lnTo>
                    <a:pt x="0" y="0"/>
                  </a:lnTo>
                  <a:lnTo>
                    <a:pt x="0" y="19812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66216" y="266700"/>
            <a:ext cx="2066925" cy="623570"/>
            <a:chOff x="966216" y="266700"/>
            <a:chExt cx="2066925" cy="623570"/>
          </a:xfrm>
        </p:grpSpPr>
        <p:sp>
          <p:nvSpPr>
            <p:cNvPr id="7" name="object 7"/>
            <p:cNvSpPr/>
            <p:nvPr/>
          </p:nvSpPr>
          <p:spPr>
            <a:xfrm>
              <a:off x="985266" y="285750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2028444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2028444" y="585215"/>
                  </a:lnTo>
                  <a:lnTo>
                    <a:pt x="2028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85266" y="285750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69">
                  <a:moveTo>
                    <a:pt x="0" y="585215"/>
                  </a:moveTo>
                  <a:lnTo>
                    <a:pt x="2028444" y="585215"/>
                  </a:lnTo>
                  <a:lnTo>
                    <a:pt x="2028444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85266" y="285750"/>
            <a:ext cx="2028825" cy="58547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0"/>
              </a:spcBef>
            </a:pPr>
            <a:r>
              <a:rPr spc="-10" dirty="0"/>
              <a:t>Problem: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8616" y="1115567"/>
            <a:ext cx="2418588" cy="80314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15924" y="3538740"/>
            <a:ext cx="9676130" cy="2542540"/>
            <a:chOff x="915924" y="3538740"/>
            <a:chExt cx="9676130" cy="254254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5924" y="3538740"/>
              <a:ext cx="9675876" cy="25420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9932" y="3602735"/>
              <a:ext cx="9497568" cy="23637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60882" y="3583685"/>
              <a:ext cx="9535795" cy="2402205"/>
            </a:xfrm>
            <a:custGeom>
              <a:avLst/>
              <a:gdLst/>
              <a:ahLst/>
              <a:cxnLst/>
              <a:rect l="l" t="t" r="r" b="b"/>
              <a:pathLst>
                <a:path w="9535795" h="2402204">
                  <a:moveTo>
                    <a:pt x="0" y="2401824"/>
                  </a:moveTo>
                  <a:lnTo>
                    <a:pt x="9535668" y="2401824"/>
                  </a:lnTo>
                  <a:lnTo>
                    <a:pt x="9535668" y="0"/>
                  </a:lnTo>
                  <a:lnTo>
                    <a:pt x="0" y="0"/>
                  </a:lnTo>
                  <a:lnTo>
                    <a:pt x="0" y="24018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3439" y="525780"/>
            <a:ext cx="10701655" cy="2467610"/>
            <a:chOff x="853439" y="525780"/>
            <a:chExt cx="10701655" cy="2467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525780"/>
              <a:ext cx="10701528" cy="24673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447" y="589788"/>
              <a:ext cx="10523220" cy="22890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98397" y="570738"/>
              <a:ext cx="10561320" cy="2327275"/>
            </a:xfrm>
            <a:custGeom>
              <a:avLst/>
              <a:gdLst/>
              <a:ahLst/>
              <a:cxnLst/>
              <a:rect l="l" t="t" r="r" b="b"/>
              <a:pathLst>
                <a:path w="10561320" h="2327275">
                  <a:moveTo>
                    <a:pt x="0" y="2327148"/>
                  </a:moveTo>
                  <a:lnTo>
                    <a:pt x="10561320" y="2327148"/>
                  </a:lnTo>
                  <a:lnTo>
                    <a:pt x="10561320" y="0"/>
                  </a:lnTo>
                  <a:lnTo>
                    <a:pt x="0" y="0"/>
                  </a:lnTo>
                  <a:lnTo>
                    <a:pt x="0" y="232714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53439" y="3122676"/>
            <a:ext cx="10758170" cy="2418715"/>
            <a:chOff x="853439" y="3122676"/>
            <a:chExt cx="10758170" cy="241871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122676"/>
              <a:ext cx="10757916" cy="24185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447" y="3186684"/>
              <a:ext cx="10579608" cy="22402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98397" y="3167634"/>
              <a:ext cx="10617835" cy="2278380"/>
            </a:xfrm>
            <a:custGeom>
              <a:avLst/>
              <a:gdLst/>
              <a:ahLst/>
              <a:cxnLst/>
              <a:rect l="l" t="t" r="r" b="b"/>
              <a:pathLst>
                <a:path w="10617835" h="2278379">
                  <a:moveTo>
                    <a:pt x="0" y="2278380"/>
                  </a:moveTo>
                  <a:lnTo>
                    <a:pt x="10617708" y="2278380"/>
                  </a:lnTo>
                  <a:lnTo>
                    <a:pt x="10617708" y="0"/>
                  </a:lnTo>
                  <a:lnTo>
                    <a:pt x="0" y="0"/>
                  </a:lnTo>
                  <a:lnTo>
                    <a:pt x="0" y="227838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0496" y="742187"/>
            <a:ext cx="7804784" cy="1623060"/>
            <a:chOff x="920496" y="742187"/>
            <a:chExt cx="7804784" cy="1623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496" y="742187"/>
              <a:ext cx="7804404" cy="16230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4504" y="806195"/>
              <a:ext cx="7626096" cy="14447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5454" y="787145"/>
              <a:ext cx="7664450" cy="1483360"/>
            </a:xfrm>
            <a:custGeom>
              <a:avLst/>
              <a:gdLst/>
              <a:ahLst/>
              <a:cxnLst/>
              <a:rect l="l" t="t" r="r" b="b"/>
              <a:pathLst>
                <a:path w="7664450" h="1483360">
                  <a:moveTo>
                    <a:pt x="0" y="1482852"/>
                  </a:moveTo>
                  <a:lnTo>
                    <a:pt x="7664196" y="1482852"/>
                  </a:lnTo>
                  <a:lnTo>
                    <a:pt x="7664196" y="0"/>
                  </a:lnTo>
                  <a:lnTo>
                    <a:pt x="0" y="0"/>
                  </a:lnTo>
                  <a:lnTo>
                    <a:pt x="0" y="1482852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66216" y="27432"/>
            <a:ext cx="2066925" cy="623570"/>
            <a:chOff x="966216" y="27432"/>
            <a:chExt cx="2066925" cy="623570"/>
          </a:xfrm>
        </p:grpSpPr>
        <p:sp>
          <p:nvSpPr>
            <p:cNvPr id="7" name="object 7"/>
            <p:cNvSpPr/>
            <p:nvPr/>
          </p:nvSpPr>
          <p:spPr>
            <a:xfrm>
              <a:off x="985266" y="46482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70">
                  <a:moveTo>
                    <a:pt x="2028444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2028444" y="585216"/>
                  </a:lnTo>
                  <a:lnTo>
                    <a:pt x="2028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85266" y="46482"/>
              <a:ext cx="2028825" cy="585470"/>
            </a:xfrm>
            <a:custGeom>
              <a:avLst/>
              <a:gdLst/>
              <a:ahLst/>
              <a:cxnLst/>
              <a:rect l="l" t="t" r="r" b="b"/>
              <a:pathLst>
                <a:path w="2028825" h="585470">
                  <a:moveTo>
                    <a:pt x="0" y="585216"/>
                  </a:moveTo>
                  <a:lnTo>
                    <a:pt x="2028444" y="585216"/>
                  </a:lnTo>
                  <a:lnTo>
                    <a:pt x="2028444" y="0"/>
                  </a:lnTo>
                  <a:lnTo>
                    <a:pt x="0" y="0"/>
                  </a:lnTo>
                  <a:lnTo>
                    <a:pt x="0" y="58521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63548" y="66497"/>
            <a:ext cx="17468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Problem: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1815" y="2362202"/>
            <a:ext cx="11884660" cy="4472940"/>
            <a:chOff x="51815" y="2362202"/>
            <a:chExt cx="11884660" cy="447294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15" y="2362202"/>
              <a:ext cx="11884152" cy="44729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823" y="2426207"/>
              <a:ext cx="11705844" cy="429463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6773" y="2407157"/>
              <a:ext cx="11744325" cy="4333240"/>
            </a:xfrm>
            <a:custGeom>
              <a:avLst/>
              <a:gdLst/>
              <a:ahLst/>
              <a:cxnLst/>
              <a:rect l="l" t="t" r="r" b="b"/>
              <a:pathLst>
                <a:path w="11744325" h="4333240">
                  <a:moveTo>
                    <a:pt x="0" y="4332732"/>
                  </a:moveTo>
                  <a:lnTo>
                    <a:pt x="11743944" y="4332732"/>
                  </a:lnTo>
                  <a:lnTo>
                    <a:pt x="11743944" y="0"/>
                  </a:lnTo>
                  <a:lnTo>
                    <a:pt x="0" y="0"/>
                  </a:lnTo>
                  <a:lnTo>
                    <a:pt x="0" y="4332732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0872" y="1258824"/>
            <a:ext cx="10754995" cy="3068320"/>
            <a:chOff x="880872" y="1258824"/>
            <a:chExt cx="10754995" cy="3068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872" y="1258824"/>
              <a:ext cx="10754868" cy="30678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880" y="1322832"/>
              <a:ext cx="10576560" cy="28895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5830" y="1303782"/>
              <a:ext cx="10614660" cy="2927985"/>
            </a:xfrm>
            <a:custGeom>
              <a:avLst/>
              <a:gdLst/>
              <a:ahLst/>
              <a:cxnLst/>
              <a:rect l="l" t="t" r="r" b="b"/>
              <a:pathLst>
                <a:path w="10614660" h="2927985">
                  <a:moveTo>
                    <a:pt x="0" y="2927604"/>
                  </a:moveTo>
                  <a:lnTo>
                    <a:pt x="10614660" y="2927604"/>
                  </a:lnTo>
                  <a:lnTo>
                    <a:pt x="10614660" y="0"/>
                  </a:lnTo>
                  <a:lnTo>
                    <a:pt x="0" y="0"/>
                  </a:lnTo>
                  <a:lnTo>
                    <a:pt x="0" y="292760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8472" y="368808"/>
            <a:ext cx="5828030" cy="745490"/>
            <a:chOff x="728472" y="368808"/>
            <a:chExt cx="5828030" cy="745490"/>
          </a:xfrm>
        </p:grpSpPr>
        <p:sp>
          <p:nvSpPr>
            <p:cNvPr id="3" name="object 3"/>
            <p:cNvSpPr/>
            <p:nvPr/>
          </p:nvSpPr>
          <p:spPr>
            <a:xfrm>
              <a:off x="747522" y="387858"/>
              <a:ext cx="5789930" cy="707390"/>
            </a:xfrm>
            <a:custGeom>
              <a:avLst/>
              <a:gdLst/>
              <a:ahLst/>
              <a:cxnLst/>
              <a:rect l="l" t="t" r="r" b="b"/>
              <a:pathLst>
                <a:path w="5789930" h="707390">
                  <a:moveTo>
                    <a:pt x="5789676" y="0"/>
                  </a:moveTo>
                  <a:lnTo>
                    <a:pt x="0" y="0"/>
                  </a:lnTo>
                  <a:lnTo>
                    <a:pt x="0" y="707136"/>
                  </a:lnTo>
                  <a:lnTo>
                    <a:pt x="5789676" y="707136"/>
                  </a:lnTo>
                  <a:lnTo>
                    <a:pt x="5789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7522" y="387858"/>
              <a:ext cx="5789930" cy="707390"/>
            </a:xfrm>
            <a:custGeom>
              <a:avLst/>
              <a:gdLst/>
              <a:ahLst/>
              <a:cxnLst/>
              <a:rect l="l" t="t" r="r" b="b"/>
              <a:pathLst>
                <a:path w="5789930" h="707390">
                  <a:moveTo>
                    <a:pt x="0" y="707136"/>
                  </a:moveTo>
                  <a:lnTo>
                    <a:pt x="5789676" y="707136"/>
                  </a:lnTo>
                  <a:lnTo>
                    <a:pt x="5789676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7522" y="387858"/>
            <a:ext cx="5789930" cy="7073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4000" spc="-5" dirty="0"/>
              <a:t>6.</a:t>
            </a:r>
            <a:r>
              <a:rPr sz="4000" spc="-25" dirty="0"/>
              <a:t> </a:t>
            </a:r>
            <a:r>
              <a:rPr sz="4000" spc="-5" dirty="0"/>
              <a:t>Hyperbolic</a:t>
            </a:r>
            <a:r>
              <a:rPr sz="4000" spc="-10" dirty="0"/>
              <a:t> Functions</a:t>
            </a:r>
            <a:endParaRPr sz="4000"/>
          </a:p>
        </p:txBody>
      </p:sp>
      <p:grpSp>
        <p:nvGrpSpPr>
          <p:cNvPr id="6" name="object 6"/>
          <p:cNvGrpSpPr/>
          <p:nvPr/>
        </p:nvGrpSpPr>
        <p:grpSpPr>
          <a:xfrm>
            <a:off x="115823" y="1165860"/>
            <a:ext cx="11928475" cy="4919980"/>
            <a:chOff x="115823" y="1165860"/>
            <a:chExt cx="11928475" cy="49199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823" y="1165860"/>
              <a:ext cx="11928348" cy="34457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831" y="1229868"/>
              <a:ext cx="11750040" cy="3267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0781" y="1210818"/>
              <a:ext cx="11788140" cy="3305810"/>
            </a:xfrm>
            <a:custGeom>
              <a:avLst/>
              <a:gdLst/>
              <a:ahLst/>
              <a:cxnLst/>
              <a:rect l="l" t="t" r="r" b="b"/>
              <a:pathLst>
                <a:path w="11788140" h="3305810">
                  <a:moveTo>
                    <a:pt x="0" y="3305555"/>
                  </a:moveTo>
                  <a:lnTo>
                    <a:pt x="11788140" y="3305555"/>
                  </a:lnTo>
                  <a:lnTo>
                    <a:pt x="11788140" y="0"/>
                  </a:lnTo>
                  <a:lnTo>
                    <a:pt x="0" y="0"/>
                  </a:lnTo>
                  <a:lnTo>
                    <a:pt x="0" y="330555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823" y="4576584"/>
              <a:ext cx="9515856" cy="15087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831" y="4640580"/>
              <a:ext cx="9337548" cy="133045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0781" y="4621530"/>
              <a:ext cx="9375775" cy="1369060"/>
            </a:xfrm>
            <a:custGeom>
              <a:avLst/>
              <a:gdLst/>
              <a:ahLst/>
              <a:cxnLst/>
              <a:rect l="l" t="t" r="r" b="b"/>
              <a:pathLst>
                <a:path w="9375775" h="1369060">
                  <a:moveTo>
                    <a:pt x="0" y="1368552"/>
                  </a:moveTo>
                  <a:lnTo>
                    <a:pt x="9375648" y="1368552"/>
                  </a:lnTo>
                  <a:lnTo>
                    <a:pt x="9375648" y="0"/>
                  </a:lnTo>
                  <a:lnTo>
                    <a:pt x="0" y="0"/>
                  </a:lnTo>
                  <a:lnTo>
                    <a:pt x="0" y="136855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343" y="1271016"/>
            <a:ext cx="11916410" cy="4135120"/>
            <a:chOff x="85343" y="1271016"/>
            <a:chExt cx="11916410" cy="4135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" y="1271016"/>
              <a:ext cx="11916156" cy="41346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351" y="1335024"/>
              <a:ext cx="11737848" cy="39563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0301" y="1315974"/>
              <a:ext cx="11776075" cy="3994785"/>
            </a:xfrm>
            <a:custGeom>
              <a:avLst/>
              <a:gdLst/>
              <a:ahLst/>
              <a:cxnLst/>
              <a:rect l="l" t="t" r="r" b="b"/>
              <a:pathLst>
                <a:path w="11776075" h="3994785">
                  <a:moveTo>
                    <a:pt x="0" y="3994404"/>
                  </a:moveTo>
                  <a:lnTo>
                    <a:pt x="11775948" y="3994404"/>
                  </a:lnTo>
                  <a:lnTo>
                    <a:pt x="11775948" y="0"/>
                  </a:lnTo>
                  <a:lnTo>
                    <a:pt x="0" y="0"/>
                  </a:lnTo>
                  <a:lnTo>
                    <a:pt x="0" y="399440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056" y="1165860"/>
            <a:ext cx="11808460" cy="5184775"/>
            <a:chOff x="67056" y="1165860"/>
            <a:chExt cx="11808460" cy="5184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6" y="1165860"/>
              <a:ext cx="11807952" cy="51846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64" y="1229868"/>
              <a:ext cx="11629644" cy="50063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2014" y="1210818"/>
              <a:ext cx="11668125" cy="5044440"/>
            </a:xfrm>
            <a:custGeom>
              <a:avLst/>
              <a:gdLst/>
              <a:ahLst/>
              <a:cxnLst/>
              <a:rect l="l" t="t" r="r" b="b"/>
              <a:pathLst>
                <a:path w="11668125" h="5044440">
                  <a:moveTo>
                    <a:pt x="0" y="5044440"/>
                  </a:moveTo>
                  <a:lnTo>
                    <a:pt x="11667744" y="5044440"/>
                  </a:lnTo>
                  <a:lnTo>
                    <a:pt x="11667744" y="0"/>
                  </a:lnTo>
                  <a:lnTo>
                    <a:pt x="0" y="0"/>
                  </a:lnTo>
                  <a:lnTo>
                    <a:pt x="0" y="50444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3044" y="144779"/>
            <a:ext cx="7792720" cy="1115695"/>
            <a:chOff x="733044" y="144779"/>
            <a:chExt cx="7792720" cy="1115695"/>
          </a:xfrm>
        </p:grpSpPr>
        <p:sp>
          <p:nvSpPr>
            <p:cNvPr id="3" name="object 3"/>
            <p:cNvSpPr/>
            <p:nvPr/>
          </p:nvSpPr>
          <p:spPr>
            <a:xfrm>
              <a:off x="752094" y="163829"/>
              <a:ext cx="7754620" cy="1077595"/>
            </a:xfrm>
            <a:custGeom>
              <a:avLst/>
              <a:gdLst/>
              <a:ahLst/>
              <a:cxnLst/>
              <a:rect l="l" t="t" r="r" b="b"/>
              <a:pathLst>
                <a:path w="7754620" h="1077595">
                  <a:moveTo>
                    <a:pt x="7754111" y="0"/>
                  </a:moveTo>
                  <a:lnTo>
                    <a:pt x="0" y="0"/>
                  </a:lnTo>
                  <a:lnTo>
                    <a:pt x="0" y="1077468"/>
                  </a:lnTo>
                  <a:lnTo>
                    <a:pt x="7754111" y="1077468"/>
                  </a:lnTo>
                  <a:lnTo>
                    <a:pt x="7754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2094" y="163829"/>
              <a:ext cx="7754620" cy="1077595"/>
            </a:xfrm>
            <a:custGeom>
              <a:avLst/>
              <a:gdLst/>
              <a:ahLst/>
              <a:cxnLst/>
              <a:rect l="l" t="t" r="r" b="b"/>
              <a:pathLst>
                <a:path w="7754620" h="1077595">
                  <a:moveTo>
                    <a:pt x="0" y="1077468"/>
                  </a:moveTo>
                  <a:lnTo>
                    <a:pt x="7754111" y="1077468"/>
                  </a:lnTo>
                  <a:lnTo>
                    <a:pt x="7754111" y="0"/>
                  </a:lnTo>
                  <a:lnTo>
                    <a:pt x="0" y="0"/>
                  </a:lnTo>
                  <a:lnTo>
                    <a:pt x="0" y="107746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2094" y="163829"/>
            <a:ext cx="7754620" cy="107759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90170" marR="93980">
              <a:lnSpc>
                <a:spcPct val="100000"/>
              </a:lnSpc>
              <a:spcBef>
                <a:spcPts val="265"/>
              </a:spcBef>
            </a:pPr>
            <a:r>
              <a:rPr spc="-30" dirty="0"/>
              <a:t>RELATIONS </a:t>
            </a:r>
            <a:r>
              <a:rPr spc="-5" dirty="0"/>
              <a:t>BETWEEN </a:t>
            </a:r>
            <a:r>
              <a:rPr dirty="0"/>
              <a:t>HYPERBOLIC AND </a:t>
            </a:r>
            <a:r>
              <a:rPr spc="-690" dirty="0"/>
              <a:t> </a:t>
            </a:r>
            <a:r>
              <a:rPr spc="-15" dirty="0"/>
              <a:t>CIRCULAR</a:t>
            </a:r>
            <a:r>
              <a:rPr spc="-35" dirty="0"/>
              <a:t> </a:t>
            </a:r>
            <a:r>
              <a:rPr spc="-5" dirty="0"/>
              <a:t>FUNCTIONS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17804" y="1235966"/>
            <a:ext cx="10505440" cy="5622290"/>
            <a:chOff x="717804" y="1235966"/>
            <a:chExt cx="10505440" cy="56222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1235966"/>
              <a:ext cx="10504932" cy="56220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1299970"/>
              <a:ext cx="10326624" cy="54818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2762" y="1280920"/>
              <a:ext cx="10365105" cy="5520055"/>
            </a:xfrm>
            <a:custGeom>
              <a:avLst/>
              <a:gdLst/>
              <a:ahLst/>
              <a:cxnLst/>
              <a:rect l="l" t="t" r="r" b="b"/>
              <a:pathLst>
                <a:path w="10365105" h="5520055">
                  <a:moveTo>
                    <a:pt x="0" y="5519928"/>
                  </a:moveTo>
                  <a:lnTo>
                    <a:pt x="10364724" y="5519928"/>
                  </a:lnTo>
                  <a:lnTo>
                    <a:pt x="10364724" y="0"/>
                  </a:lnTo>
                  <a:lnTo>
                    <a:pt x="0" y="0"/>
                  </a:lnTo>
                  <a:lnTo>
                    <a:pt x="0" y="5519928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7512" y="763523"/>
            <a:ext cx="11244580" cy="5256530"/>
            <a:chOff x="667512" y="763523"/>
            <a:chExt cx="11244580" cy="52565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512" y="763523"/>
              <a:ext cx="11244072" cy="52562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20" y="827531"/>
              <a:ext cx="11065764" cy="50779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2470" y="808481"/>
              <a:ext cx="11104245" cy="5116195"/>
            </a:xfrm>
            <a:custGeom>
              <a:avLst/>
              <a:gdLst/>
              <a:ahLst/>
              <a:cxnLst/>
              <a:rect l="l" t="t" r="r" b="b"/>
              <a:pathLst>
                <a:path w="11104245" h="5116195">
                  <a:moveTo>
                    <a:pt x="0" y="5116068"/>
                  </a:moveTo>
                  <a:lnTo>
                    <a:pt x="11103864" y="5116068"/>
                  </a:lnTo>
                  <a:lnTo>
                    <a:pt x="11103864" y="0"/>
                  </a:lnTo>
                  <a:lnTo>
                    <a:pt x="0" y="0"/>
                  </a:lnTo>
                  <a:lnTo>
                    <a:pt x="0" y="511606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" y="280415"/>
            <a:ext cx="10535920" cy="1114425"/>
            <a:chOff x="838200" y="280415"/>
            <a:chExt cx="10535920" cy="1114425"/>
          </a:xfrm>
        </p:grpSpPr>
        <p:sp>
          <p:nvSpPr>
            <p:cNvPr id="3" name="object 3"/>
            <p:cNvSpPr/>
            <p:nvPr/>
          </p:nvSpPr>
          <p:spPr>
            <a:xfrm>
              <a:off x="857250" y="299465"/>
              <a:ext cx="10497820" cy="1076325"/>
            </a:xfrm>
            <a:custGeom>
              <a:avLst/>
              <a:gdLst/>
              <a:ahLst/>
              <a:cxnLst/>
              <a:rect l="l" t="t" r="r" b="b"/>
              <a:pathLst>
                <a:path w="10497820" h="1076325">
                  <a:moveTo>
                    <a:pt x="10497312" y="0"/>
                  </a:moveTo>
                  <a:lnTo>
                    <a:pt x="0" y="0"/>
                  </a:lnTo>
                  <a:lnTo>
                    <a:pt x="0" y="1075943"/>
                  </a:lnTo>
                  <a:lnTo>
                    <a:pt x="10497312" y="1075943"/>
                  </a:lnTo>
                  <a:lnTo>
                    <a:pt x="10497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7250" y="299465"/>
              <a:ext cx="10497820" cy="1076325"/>
            </a:xfrm>
            <a:custGeom>
              <a:avLst/>
              <a:gdLst/>
              <a:ahLst/>
              <a:cxnLst/>
              <a:rect l="l" t="t" r="r" b="b"/>
              <a:pathLst>
                <a:path w="10497820" h="1076325">
                  <a:moveTo>
                    <a:pt x="0" y="1075943"/>
                  </a:moveTo>
                  <a:lnTo>
                    <a:pt x="10497312" y="1075943"/>
                  </a:lnTo>
                  <a:lnTo>
                    <a:pt x="10497312" y="0"/>
                  </a:lnTo>
                  <a:lnTo>
                    <a:pt x="0" y="0"/>
                  </a:lnTo>
                  <a:lnTo>
                    <a:pt x="0" y="1075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10489" marR="405765">
              <a:lnSpc>
                <a:spcPct val="100000"/>
              </a:lnSpc>
              <a:spcBef>
                <a:spcPts val="254"/>
              </a:spcBef>
            </a:pPr>
            <a:r>
              <a:rPr spc="-25" dirty="0"/>
              <a:t>PROVE</a:t>
            </a:r>
            <a:r>
              <a:rPr spc="-40" dirty="0"/>
              <a:t> </a:t>
            </a:r>
            <a:r>
              <a:rPr spc="-65" dirty="0"/>
              <a:t>THAT</a:t>
            </a:r>
            <a:r>
              <a:rPr spc="-15" dirty="0"/>
              <a:t> </a:t>
            </a:r>
            <a:r>
              <a:rPr dirty="0"/>
              <a:t>HYPERBOLIC</a:t>
            </a:r>
            <a:r>
              <a:rPr spc="-20" dirty="0"/>
              <a:t> </a:t>
            </a:r>
            <a:r>
              <a:rPr spc="-5" dirty="0"/>
              <a:t>FUNCTIONS ARE</a:t>
            </a:r>
            <a:r>
              <a:rPr spc="-15" dirty="0"/>
              <a:t> </a:t>
            </a:r>
            <a:r>
              <a:rPr spc="-5" dirty="0"/>
              <a:t>PERIODIC </a:t>
            </a:r>
            <a:r>
              <a:rPr spc="-69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5" dirty="0"/>
              <a:t>FIND</a:t>
            </a:r>
            <a:r>
              <a:rPr dirty="0"/>
              <a:t> </a:t>
            </a:r>
            <a:r>
              <a:rPr spc="-5" dirty="0"/>
              <a:t>THEIR </a:t>
            </a:r>
            <a:r>
              <a:rPr dirty="0"/>
              <a:t>PERIODS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5823" y="1485900"/>
            <a:ext cx="11750040" cy="4669790"/>
            <a:chOff x="115823" y="1485900"/>
            <a:chExt cx="11750040" cy="46697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823" y="1485900"/>
              <a:ext cx="11750040" cy="46695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831" y="1549907"/>
              <a:ext cx="11571731" cy="44912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0781" y="1530857"/>
              <a:ext cx="11610340" cy="4529455"/>
            </a:xfrm>
            <a:custGeom>
              <a:avLst/>
              <a:gdLst/>
              <a:ahLst/>
              <a:cxnLst/>
              <a:rect l="l" t="t" r="r" b="b"/>
              <a:pathLst>
                <a:path w="11610340" h="4529455">
                  <a:moveTo>
                    <a:pt x="0" y="4529328"/>
                  </a:moveTo>
                  <a:lnTo>
                    <a:pt x="11609832" y="4529328"/>
                  </a:lnTo>
                  <a:lnTo>
                    <a:pt x="11609832" y="0"/>
                  </a:lnTo>
                  <a:lnTo>
                    <a:pt x="0" y="0"/>
                  </a:lnTo>
                  <a:lnTo>
                    <a:pt x="0" y="452932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9995" y="473963"/>
            <a:ext cx="11330940" cy="3613785"/>
            <a:chOff x="729995" y="473963"/>
            <a:chExt cx="11330940" cy="3613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995" y="473963"/>
              <a:ext cx="11330940" cy="36134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003" y="537971"/>
              <a:ext cx="11152632" cy="34350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4953" y="518921"/>
              <a:ext cx="11191240" cy="3473450"/>
            </a:xfrm>
            <a:custGeom>
              <a:avLst/>
              <a:gdLst/>
              <a:ahLst/>
              <a:cxnLst/>
              <a:rect l="l" t="t" r="r" b="b"/>
              <a:pathLst>
                <a:path w="11191240" h="3473450">
                  <a:moveTo>
                    <a:pt x="0" y="3473196"/>
                  </a:moveTo>
                  <a:lnTo>
                    <a:pt x="11190732" y="3473196"/>
                  </a:lnTo>
                  <a:lnTo>
                    <a:pt x="11190732" y="0"/>
                  </a:lnTo>
                  <a:lnTo>
                    <a:pt x="0" y="0"/>
                  </a:lnTo>
                  <a:lnTo>
                    <a:pt x="0" y="3473196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29995" y="4171188"/>
            <a:ext cx="11195685" cy="1175385"/>
            <a:chOff x="729995" y="4171188"/>
            <a:chExt cx="11195685" cy="117538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995" y="4171188"/>
              <a:ext cx="11195304" cy="11750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4003" y="4235196"/>
              <a:ext cx="11016996" cy="9966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4953" y="4216146"/>
              <a:ext cx="11055350" cy="1035050"/>
            </a:xfrm>
            <a:custGeom>
              <a:avLst/>
              <a:gdLst/>
              <a:ahLst/>
              <a:cxnLst/>
              <a:rect l="l" t="t" r="r" b="b"/>
              <a:pathLst>
                <a:path w="11055350" h="1035050">
                  <a:moveTo>
                    <a:pt x="0" y="1034795"/>
                  </a:moveTo>
                  <a:lnTo>
                    <a:pt x="11055096" y="1034795"/>
                  </a:lnTo>
                  <a:lnTo>
                    <a:pt x="11055096" y="0"/>
                  </a:lnTo>
                  <a:lnTo>
                    <a:pt x="0" y="0"/>
                  </a:lnTo>
                  <a:lnTo>
                    <a:pt x="0" y="103479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3712" y="419100"/>
            <a:ext cx="10998835" cy="6052185"/>
            <a:chOff x="743712" y="419100"/>
            <a:chExt cx="10998835" cy="60521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712" y="419100"/>
              <a:ext cx="10998708" cy="60518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720" y="483107"/>
              <a:ext cx="10820400" cy="58734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8670" y="464057"/>
              <a:ext cx="10858500" cy="5911850"/>
            </a:xfrm>
            <a:custGeom>
              <a:avLst/>
              <a:gdLst/>
              <a:ahLst/>
              <a:cxnLst/>
              <a:rect l="l" t="t" r="r" b="b"/>
              <a:pathLst>
                <a:path w="10858500" h="5911850">
                  <a:moveTo>
                    <a:pt x="0" y="5911596"/>
                  </a:moveTo>
                  <a:lnTo>
                    <a:pt x="10858500" y="5911596"/>
                  </a:lnTo>
                  <a:lnTo>
                    <a:pt x="10858500" y="0"/>
                  </a:lnTo>
                  <a:lnTo>
                    <a:pt x="0" y="0"/>
                  </a:lnTo>
                  <a:lnTo>
                    <a:pt x="0" y="591159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65664" y="4552188"/>
              <a:ext cx="1362455" cy="6492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9831" y="1975104"/>
            <a:ext cx="11806555" cy="1724025"/>
            <a:chOff x="179831" y="1975104"/>
            <a:chExt cx="11806555" cy="17240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831" y="1975104"/>
              <a:ext cx="11806428" cy="17236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39" y="2039112"/>
              <a:ext cx="11628120" cy="15453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4789" y="2020062"/>
              <a:ext cx="11666220" cy="1583690"/>
            </a:xfrm>
            <a:custGeom>
              <a:avLst/>
              <a:gdLst/>
              <a:ahLst/>
              <a:cxnLst/>
              <a:rect l="l" t="t" r="r" b="b"/>
              <a:pathLst>
                <a:path w="11666220" h="1583689">
                  <a:moveTo>
                    <a:pt x="0" y="1583436"/>
                  </a:moveTo>
                  <a:lnTo>
                    <a:pt x="11666220" y="1583436"/>
                  </a:lnTo>
                  <a:lnTo>
                    <a:pt x="11666220" y="0"/>
                  </a:lnTo>
                  <a:lnTo>
                    <a:pt x="0" y="0"/>
                  </a:lnTo>
                  <a:lnTo>
                    <a:pt x="0" y="15834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3044" y="489204"/>
            <a:ext cx="7792720" cy="623570"/>
            <a:chOff x="733044" y="489204"/>
            <a:chExt cx="7792720" cy="623570"/>
          </a:xfrm>
        </p:grpSpPr>
        <p:sp>
          <p:nvSpPr>
            <p:cNvPr id="3" name="object 3"/>
            <p:cNvSpPr/>
            <p:nvPr/>
          </p:nvSpPr>
          <p:spPr>
            <a:xfrm>
              <a:off x="752094" y="508254"/>
              <a:ext cx="7754620" cy="585470"/>
            </a:xfrm>
            <a:custGeom>
              <a:avLst/>
              <a:gdLst/>
              <a:ahLst/>
              <a:cxnLst/>
              <a:rect l="l" t="t" r="r" b="b"/>
              <a:pathLst>
                <a:path w="7754620" h="585469">
                  <a:moveTo>
                    <a:pt x="7754111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7754111" y="585215"/>
                  </a:lnTo>
                  <a:lnTo>
                    <a:pt x="7754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2094" y="508254"/>
              <a:ext cx="7754620" cy="585470"/>
            </a:xfrm>
            <a:custGeom>
              <a:avLst/>
              <a:gdLst/>
              <a:ahLst/>
              <a:cxnLst/>
              <a:rect l="l" t="t" r="r" b="b"/>
              <a:pathLst>
                <a:path w="7754620" h="585469">
                  <a:moveTo>
                    <a:pt x="0" y="585215"/>
                  </a:moveTo>
                  <a:lnTo>
                    <a:pt x="7754111" y="585215"/>
                  </a:lnTo>
                  <a:lnTo>
                    <a:pt x="7754111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2094" y="508254"/>
            <a:ext cx="7754620" cy="5854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spc="-10" dirty="0"/>
              <a:t>FORMULA</a:t>
            </a:r>
            <a:r>
              <a:rPr spc="-45" dirty="0"/>
              <a:t> </a:t>
            </a:r>
            <a:r>
              <a:rPr spc="-25" dirty="0"/>
              <a:t>FOR</a:t>
            </a:r>
            <a:r>
              <a:rPr spc="-35" dirty="0"/>
              <a:t> </a:t>
            </a:r>
            <a:r>
              <a:rPr dirty="0"/>
              <a:t>HYPERBOLIC</a:t>
            </a:r>
            <a:r>
              <a:rPr spc="-10" dirty="0"/>
              <a:t> </a:t>
            </a:r>
            <a:r>
              <a:rPr spc="-5" dirty="0"/>
              <a:t>FUNCTIONS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723" y="1278633"/>
            <a:ext cx="11977370" cy="5556885"/>
            <a:chOff x="77723" y="1278633"/>
            <a:chExt cx="11977370" cy="55568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23" y="1278633"/>
              <a:ext cx="11977116" cy="55565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731" y="1342644"/>
              <a:ext cx="11798808" cy="53781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2681" y="1323594"/>
              <a:ext cx="11837035" cy="5416550"/>
            </a:xfrm>
            <a:custGeom>
              <a:avLst/>
              <a:gdLst/>
              <a:ahLst/>
              <a:cxnLst/>
              <a:rect l="l" t="t" r="r" b="b"/>
              <a:pathLst>
                <a:path w="11837035" h="5416550">
                  <a:moveTo>
                    <a:pt x="0" y="5416296"/>
                  </a:moveTo>
                  <a:lnTo>
                    <a:pt x="11836908" y="5416296"/>
                  </a:lnTo>
                  <a:lnTo>
                    <a:pt x="11836908" y="0"/>
                  </a:lnTo>
                  <a:lnTo>
                    <a:pt x="0" y="0"/>
                  </a:lnTo>
                  <a:lnTo>
                    <a:pt x="0" y="541629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9327" y="368808"/>
            <a:ext cx="11184890" cy="5951220"/>
            <a:chOff x="719327" y="368808"/>
            <a:chExt cx="11184890" cy="59512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327" y="368808"/>
              <a:ext cx="11184636" cy="59512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335" y="432816"/>
              <a:ext cx="11006328" cy="57729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4285" y="413766"/>
              <a:ext cx="11044555" cy="5811520"/>
            </a:xfrm>
            <a:custGeom>
              <a:avLst/>
              <a:gdLst/>
              <a:ahLst/>
              <a:cxnLst/>
              <a:rect l="l" t="t" r="r" b="b"/>
              <a:pathLst>
                <a:path w="11044555" h="5811520">
                  <a:moveTo>
                    <a:pt x="0" y="5811012"/>
                  </a:moveTo>
                  <a:lnTo>
                    <a:pt x="11044428" y="5811012"/>
                  </a:lnTo>
                  <a:lnTo>
                    <a:pt x="11044428" y="0"/>
                  </a:lnTo>
                  <a:lnTo>
                    <a:pt x="0" y="0"/>
                  </a:lnTo>
                  <a:lnTo>
                    <a:pt x="0" y="581101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7616" y="836675"/>
            <a:ext cx="11245850" cy="4658995"/>
            <a:chOff x="737616" y="836675"/>
            <a:chExt cx="11245850" cy="46589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836675"/>
              <a:ext cx="11245596" cy="46588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900683"/>
              <a:ext cx="11067288" cy="44805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2574" y="881633"/>
              <a:ext cx="11105515" cy="4518660"/>
            </a:xfrm>
            <a:custGeom>
              <a:avLst/>
              <a:gdLst/>
              <a:ahLst/>
              <a:cxnLst/>
              <a:rect l="l" t="t" r="r" b="b"/>
              <a:pathLst>
                <a:path w="11105515" h="4518660">
                  <a:moveTo>
                    <a:pt x="0" y="4518660"/>
                  </a:moveTo>
                  <a:lnTo>
                    <a:pt x="11105388" y="4518660"/>
                  </a:lnTo>
                  <a:lnTo>
                    <a:pt x="11105388" y="0"/>
                  </a:lnTo>
                  <a:lnTo>
                    <a:pt x="0" y="0"/>
                  </a:lnTo>
                  <a:lnTo>
                    <a:pt x="0" y="451866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6280" y="188973"/>
            <a:ext cx="10812780" cy="6646545"/>
            <a:chOff x="716280" y="188973"/>
            <a:chExt cx="10812780" cy="66465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80" y="188973"/>
              <a:ext cx="10812780" cy="66461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288" y="252984"/>
              <a:ext cx="10634471" cy="64678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1238" y="233933"/>
              <a:ext cx="10673080" cy="6506209"/>
            </a:xfrm>
            <a:custGeom>
              <a:avLst/>
              <a:gdLst/>
              <a:ahLst/>
              <a:cxnLst/>
              <a:rect l="l" t="t" r="r" b="b"/>
              <a:pathLst>
                <a:path w="10673080" h="6506209">
                  <a:moveTo>
                    <a:pt x="0" y="6505956"/>
                  </a:moveTo>
                  <a:lnTo>
                    <a:pt x="10672571" y="6505956"/>
                  </a:lnTo>
                  <a:lnTo>
                    <a:pt x="10672571" y="0"/>
                  </a:lnTo>
                  <a:lnTo>
                    <a:pt x="0" y="0"/>
                  </a:lnTo>
                  <a:lnTo>
                    <a:pt x="0" y="650595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3231" y="118871"/>
            <a:ext cx="10231120" cy="6535420"/>
            <a:chOff x="713231" y="118871"/>
            <a:chExt cx="10231120" cy="6535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231" y="118871"/>
              <a:ext cx="10230612" cy="65349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239" y="182879"/>
              <a:ext cx="10052304" cy="63566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8189" y="163829"/>
              <a:ext cx="10090785" cy="6395085"/>
            </a:xfrm>
            <a:custGeom>
              <a:avLst/>
              <a:gdLst/>
              <a:ahLst/>
              <a:cxnLst/>
              <a:rect l="l" t="t" r="r" b="b"/>
              <a:pathLst>
                <a:path w="10090785" h="6395084">
                  <a:moveTo>
                    <a:pt x="0" y="6394704"/>
                  </a:moveTo>
                  <a:lnTo>
                    <a:pt x="10090404" y="6394704"/>
                  </a:lnTo>
                  <a:lnTo>
                    <a:pt x="10090404" y="0"/>
                  </a:lnTo>
                  <a:lnTo>
                    <a:pt x="0" y="0"/>
                  </a:lnTo>
                  <a:lnTo>
                    <a:pt x="0" y="639470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9744" y="733044"/>
            <a:ext cx="10045065" cy="4913630"/>
            <a:chOff x="999744" y="733044"/>
            <a:chExt cx="10045065" cy="4913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9744" y="733044"/>
              <a:ext cx="10044684" cy="49133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3752" y="797052"/>
              <a:ext cx="9866376" cy="47350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4702" y="778002"/>
              <a:ext cx="9904730" cy="4773295"/>
            </a:xfrm>
            <a:custGeom>
              <a:avLst/>
              <a:gdLst/>
              <a:ahLst/>
              <a:cxnLst/>
              <a:rect l="l" t="t" r="r" b="b"/>
              <a:pathLst>
                <a:path w="9904730" h="4773295">
                  <a:moveTo>
                    <a:pt x="0" y="4773168"/>
                  </a:moveTo>
                  <a:lnTo>
                    <a:pt x="9904476" y="4773168"/>
                  </a:lnTo>
                  <a:lnTo>
                    <a:pt x="9904476" y="0"/>
                  </a:lnTo>
                  <a:lnTo>
                    <a:pt x="0" y="0"/>
                  </a:lnTo>
                  <a:lnTo>
                    <a:pt x="0" y="477316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9055" y="757427"/>
            <a:ext cx="10602595" cy="2714625"/>
            <a:chOff x="829055" y="757427"/>
            <a:chExt cx="10602595" cy="2714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55" y="757427"/>
              <a:ext cx="10602468" cy="27142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063" y="821435"/>
              <a:ext cx="10424160" cy="25359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74013" y="802385"/>
              <a:ext cx="10462260" cy="2574290"/>
            </a:xfrm>
            <a:custGeom>
              <a:avLst/>
              <a:gdLst/>
              <a:ahLst/>
              <a:cxnLst/>
              <a:rect l="l" t="t" r="r" b="b"/>
              <a:pathLst>
                <a:path w="10462260" h="2574290">
                  <a:moveTo>
                    <a:pt x="0" y="2574036"/>
                  </a:moveTo>
                  <a:lnTo>
                    <a:pt x="10462260" y="2574036"/>
                  </a:lnTo>
                  <a:lnTo>
                    <a:pt x="10462260" y="0"/>
                  </a:lnTo>
                  <a:lnTo>
                    <a:pt x="0" y="0"/>
                  </a:lnTo>
                  <a:lnTo>
                    <a:pt x="0" y="25740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3276" y="2260091"/>
              <a:ext cx="3145535" cy="70866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0851" y="82296"/>
            <a:ext cx="10875645" cy="6753225"/>
            <a:chOff x="720851" y="82296"/>
            <a:chExt cx="10875645" cy="6753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851" y="82296"/>
              <a:ext cx="10875264" cy="67528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59" y="146303"/>
              <a:ext cx="10696956" cy="65745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5809" y="127253"/>
              <a:ext cx="10735310" cy="6612890"/>
            </a:xfrm>
            <a:custGeom>
              <a:avLst/>
              <a:gdLst/>
              <a:ahLst/>
              <a:cxnLst/>
              <a:rect l="l" t="t" r="r" b="b"/>
              <a:pathLst>
                <a:path w="10735310" h="6612890">
                  <a:moveTo>
                    <a:pt x="0" y="6612635"/>
                  </a:moveTo>
                  <a:lnTo>
                    <a:pt x="10735056" y="6612635"/>
                  </a:lnTo>
                  <a:lnTo>
                    <a:pt x="10735056" y="0"/>
                  </a:lnTo>
                  <a:lnTo>
                    <a:pt x="0" y="0"/>
                  </a:lnTo>
                  <a:lnTo>
                    <a:pt x="0" y="6612635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7908" y="216408"/>
            <a:ext cx="10896600" cy="6254750"/>
            <a:chOff x="787908" y="216408"/>
            <a:chExt cx="10896600" cy="6254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908" y="216408"/>
              <a:ext cx="10896600" cy="62544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916" y="280416"/>
              <a:ext cx="10718292" cy="60761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2866" y="261366"/>
              <a:ext cx="10756900" cy="6114415"/>
            </a:xfrm>
            <a:custGeom>
              <a:avLst/>
              <a:gdLst/>
              <a:ahLst/>
              <a:cxnLst/>
              <a:rect l="l" t="t" r="r" b="b"/>
              <a:pathLst>
                <a:path w="10756900" h="6114415">
                  <a:moveTo>
                    <a:pt x="0" y="6114287"/>
                  </a:moveTo>
                  <a:lnTo>
                    <a:pt x="10756392" y="6114287"/>
                  </a:lnTo>
                  <a:lnTo>
                    <a:pt x="10756392" y="0"/>
                  </a:lnTo>
                  <a:lnTo>
                    <a:pt x="0" y="0"/>
                  </a:lnTo>
                  <a:lnTo>
                    <a:pt x="0" y="6114287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1708" y="339852"/>
            <a:ext cx="11318875" cy="5530850"/>
            <a:chOff x="711708" y="339852"/>
            <a:chExt cx="11318875" cy="5530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708" y="339852"/>
              <a:ext cx="11318748" cy="55305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716" y="403860"/>
              <a:ext cx="11140440" cy="53522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6666" y="384810"/>
              <a:ext cx="11178540" cy="5390515"/>
            </a:xfrm>
            <a:custGeom>
              <a:avLst/>
              <a:gdLst/>
              <a:ahLst/>
              <a:cxnLst/>
              <a:rect l="l" t="t" r="r" b="b"/>
              <a:pathLst>
                <a:path w="11178540" h="5390515">
                  <a:moveTo>
                    <a:pt x="0" y="5390388"/>
                  </a:moveTo>
                  <a:lnTo>
                    <a:pt x="11178540" y="5390388"/>
                  </a:lnTo>
                  <a:lnTo>
                    <a:pt x="11178540" y="0"/>
                  </a:lnTo>
                  <a:lnTo>
                    <a:pt x="0" y="0"/>
                  </a:lnTo>
                  <a:lnTo>
                    <a:pt x="0" y="539038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1519" y="156971"/>
            <a:ext cx="11337290" cy="5459095"/>
            <a:chOff x="731519" y="156971"/>
            <a:chExt cx="11337290" cy="5459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19" y="156971"/>
              <a:ext cx="11337036" cy="54589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527" y="220979"/>
              <a:ext cx="11158728" cy="52806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6477" y="201929"/>
              <a:ext cx="11196955" cy="5318760"/>
            </a:xfrm>
            <a:custGeom>
              <a:avLst/>
              <a:gdLst/>
              <a:ahLst/>
              <a:cxnLst/>
              <a:rect l="l" t="t" r="r" b="b"/>
              <a:pathLst>
                <a:path w="11196955" h="5318760">
                  <a:moveTo>
                    <a:pt x="0" y="5318760"/>
                  </a:moveTo>
                  <a:lnTo>
                    <a:pt x="11196828" y="5318760"/>
                  </a:lnTo>
                  <a:lnTo>
                    <a:pt x="11196828" y="0"/>
                  </a:lnTo>
                  <a:lnTo>
                    <a:pt x="0" y="0"/>
                  </a:lnTo>
                  <a:lnTo>
                    <a:pt x="0" y="531876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7427" y="83819"/>
            <a:ext cx="10540365" cy="6387465"/>
            <a:chOff x="757427" y="83819"/>
            <a:chExt cx="10540365" cy="63874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427" y="83819"/>
              <a:ext cx="10539984" cy="63870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1435" y="147827"/>
              <a:ext cx="10361675" cy="62087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2385" y="128777"/>
              <a:ext cx="10400030" cy="6247130"/>
            </a:xfrm>
            <a:custGeom>
              <a:avLst/>
              <a:gdLst/>
              <a:ahLst/>
              <a:cxnLst/>
              <a:rect l="l" t="t" r="r" b="b"/>
              <a:pathLst>
                <a:path w="10400030" h="6247130">
                  <a:moveTo>
                    <a:pt x="0" y="6246876"/>
                  </a:moveTo>
                  <a:lnTo>
                    <a:pt x="10399776" y="6246876"/>
                  </a:lnTo>
                  <a:lnTo>
                    <a:pt x="10399776" y="0"/>
                  </a:lnTo>
                  <a:lnTo>
                    <a:pt x="0" y="0"/>
                  </a:lnTo>
                  <a:lnTo>
                    <a:pt x="0" y="624687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4568" y="236220"/>
            <a:ext cx="11117580" cy="5949950"/>
            <a:chOff x="734568" y="236220"/>
            <a:chExt cx="11117580" cy="5949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568" y="236220"/>
              <a:ext cx="11117580" cy="59496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576" y="300228"/>
              <a:ext cx="10939272" cy="57713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9526" y="281178"/>
              <a:ext cx="10977880" cy="5809615"/>
            </a:xfrm>
            <a:custGeom>
              <a:avLst/>
              <a:gdLst/>
              <a:ahLst/>
              <a:cxnLst/>
              <a:rect l="l" t="t" r="r" b="b"/>
              <a:pathLst>
                <a:path w="10977880" h="5809615">
                  <a:moveTo>
                    <a:pt x="0" y="5809488"/>
                  </a:moveTo>
                  <a:lnTo>
                    <a:pt x="10977372" y="5809488"/>
                  </a:lnTo>
                  <a:lnTo>
                    <a:pt x="10977372" y="0"/>
                  </a:lnTo>
                  <a:lnTo>
                    <a:pt x="0" y="0"/>
                  </a:lnTo>
                  <a:lnTo>
                    <a:pt x="0" y="580948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4380" y="1068324"/>
            <a:ext cx="10353040" cy="4247515"/>
            <a:chOff x="754380" y="1068324"/>
            <a:chExt cx="10353040" cy="42475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380" y="1068324"/>
              <a:ext cx="10352532" cy="42473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388" y="1132332"/>
              <a:ext cx="10174223" cy="40690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9338" y="1113282"/>
              <a:ext cx="10212705" cy="4107179"/>
            </a:xfrm>
            <a:custGeom>
              <a:avLst/>
              <a:gdLst/>
              <a:ahLst/>
              <a:cxnLst/>
              <a:rect l="l" t="t" r="r" b="b"/>
              <a:pathLst>
                <a:path w="10212705" h="4107179">
                  <a:moveTo>
                    <a:pt x="0" y="4107179"/>
                  </a:moveTo>
                  <a:lnTo>
                    <a:pt x="10212323" y="4107179"/>
                  </a:lnTo>
                  <a:lnTo>
                    <a:pt x="10212323" y="0"/>
                  </a:lnTo>
                  <a:lnTo>
                    <a:pt x="0" y="0"/>
                  </a:lnTo>
                  <a:lnTo>
                    <a:pt x="0" y="4107179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2895" y="2470404"/>
              <a:ext cx="2912363" cy="72694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8763" y="257556"/>
            <a:ext cx="10910570" cy="5957570"/>
            <a:chOff x="778763" y="257556"/>
            <a:chExt cx="10910570" cy="59575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" y="257556"/>
              <a:ext cx="10910316" cy="59573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771" y="321564"/>
              <a:ext cx="10732008" cy="57790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3721" y="302514"/>
              <a:ext cx="10770235" cy="5817235"/>
            </a:xfrm>
            <a:custGeom>
              <a:avLst/>
              <a:gdLst/>
              <a:ahLst/>
              <a:cxnLst/>
              <a:rect l="l" t="t" r="r" b="b"/>
              <a:pathLst>
                <a:path w="10770235" h="5817235">
                  <a:moveTo>
                    <a:pt x="0" y="5817108"/>
                  </a:moveTo>
                  <a:lnTo>
                    <a:pt x="10770108" y="5817108"/>
                  </a:lnTo>
                  <a:lnTo>
                    <a:pt x="10770108" y="0"/>
                  </a:lnTo>
                  <a:lnTo>
                    <a:pt x="0" y="0"/>
                  </a:lnTo>
                  <a:lnTo>
                    <a:pt x="0" y="581710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4775" y="207263"/>
            <a:ext cx="10477500" cy="6097905"/>
            <a:chOff x="874775" y="207263"/>
            <a:chExt cx="10477500" cy="60979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775" y="207263"/>
              <a:ext cx="10477500" cy="60975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8783" y="271271"/>
              <a:ext cx="10299192" cy="59192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9733" y="252221"/>
              <a:ext cx="10337800" cy="5957570"/>
            </a:xfrm>
            <a:custGeom>
              <a:avLst/>
              <a:gdLst/>
              <a:ahLst/>
              <a:cxnLst/>
              <a:rect l="l" t="t" r="r" b="b"/>
              <a:pathLst>
                <a:path w="10337800" h="5957570">
                  <a:moveTo>
                    <a:pt x="0" y="5957316"/>
                  </a:moveTo>
                  <a:lnTo>
                    <a:pt x="10337292" y="5957316"/>
                  </a:lnTo>
                  <a:lnTo>
                    <a:pt x="10337292" y="0"/>
                  </a:lnTo>
                  <a:lnTo>
                    <a:pt x="0" y="0"/>
                  </a:lnTo>
                  <a:lnTo>
                    <a:pt x="0" y="595731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43771" y="2209799"/>
              <a:ext cx="2124455" cy="86258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43771" y="5326379"/>
              <a:ext cx="2124455" cy="86410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1519" y="54864"/>
            <a:ext cx="10360660" cy="6250305"/>
            <a:chOff x="731519" y="54864"/>
            <a:chExt cx="10360660" cy="6250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19" y="54864"/>
              <a:ext cx="10360152" cy="6249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527" y="118872"/>
              <a:ext cx="10181844" cy="60716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6477" y="99822"/>
              <a:ext cx="10220325" cy="6109970"/>
            </a:xfrm>
            <a:custGeom>
              <a:avLst/>
              <a:gdLst/>
              <a:ahLst/>
              <a:cxnLst/>
              <a:rect l="l" t="t" r="r" b="b"/>
              <a:pathLst>
                <a:path w="10220325" h="6109970">
                  <a:moveTo>
                    <a:pt x="0" y="6109716"/>
                  </a:moveTo>
                  <a:lnTo>
                    <a:pt x="10219944" y="6109716"/>
                  </a:lnTo>
                  <a:lnTo>
                    <a:pt x="10219944" y="0"/>
                  </a:lnTo>
                  <a:lnTo>
                    <a:pt x="0" y="0"/>
                  </a:lnTo>
                  <a:lnTo>
                    <a:pt x="0" y="610971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8095" y="97532"/>
            <a:ext cx="8880475" cy="6746875"/>
            <a:chOff x="768095" y="97532"/>
            <a:chExt cx="8880475" cy="67468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095" y="97532"/>
              <a:ext cx="8880348" cy="67467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103" y="161543"/>
              <a:ext cx="8702040" cy="65684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3053" y="142493"/>
              <a:ext cx="8740140" cy="6606540"/>
            </a:xfrm>
            <a:custGeom>
              <a:avLst/>
              <a:gdLst/>
              <a:ahLst/>
              <a:cxnLst/>
              <a:rect l="l" t="t" r="r" b="b"/>
              <a:pathLst>
                <a:path w="8740140" h="6606540">
                  <a:moveTo>
                    <a:pt x="0" y="6606540"/>
                  </a:moveTo>
                  <a:lnTo>
                    <a:pt x="8740140" y="6606540"/>
                  </a:lnTo>
                  <a:lnTo>
                    <a:pt x="8740140" y="0"/>
                  </a:lnTo>
                  <a:lnTo>
                    <a:pt x="0" y="0"/>
                  </a:lnTo>
                  <a:lnTo>
                    <a:pt x="0" y="66065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8472" y="149352"/>
            <a:ext cx="9924415" cy="6581140"/>
            <a:chOff x="728472" y="149352"/>
            <a:chExt cx="9924415" cy="6581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472" y="149352"/>
              <a:ext cx="9924288" cy="6580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480" y="213360"/>
              <a:ext cx="9745980" cy="64023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3430" y="194310"/>
              <a:ext cx="9784080" cy="6440805"/>
            </a:xfrm>
            <a:custGeom>
              <a:avLst/>
              <a:gdLst/>
              <a:ahLst/>
              <a:cxnLst/>
              <a:rect l="l" t="t" r="r" b="b"/>
              <a:pathLst>
                <a:path w="9784080" h="6440805">
                  <a:moveTo>
                    <a:pt x="0" y="6440424"/>
                  </a:moveTo>
                  <a:lnTo>
                    <a:pt x="9784080" y="6440424"/>
                  </a:lnTo>
                  <a:lnTo>
                    <a:pt x="9784080" y="0"/>
                  </a:lnTo>
                  <a:lnTo>
                    <a:pt x="0" y="0"/>
                  </a:lnTo>
                  <a:lnTo>
                    <a:pt x="0" y="64404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3203" y="865632"/>
              <a:ext cx="905255" cy="62941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8303" y="339852"/>
            <a:ext cx="10796270" cy="2232660"/>
            <a:chOff x="908303" y="339852"/>
            <a:chExt cx="10796270" cy="22326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303" y="339852"/>
              <a:ext cx="10796016" cy="22326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2311" y="403860"/>
              <a:ext cx="10617708" cy="20543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3261" y="384810"/>
              <a:ext cx="10655935" cy="2092960"/>
            </a:xfrm>
            <a:custGeom>
              <a:avLst/>
              <a:gdLst/>
              <a:ahLst/>
              <a:cxnLst/>
              <a:rect l="l" t="t" r="r" b="b"/>
              <a:pathLst>
                <a:path w="10655935" h="2092960">
                  <a:moveTo>
                    <a:pt x="0" y="2092452"/>
                  </a:moveTo>
                  <a:lnTo>
                    <a:pt x="10655808" y="2092452"/>
                  </a:lnTo>
                  <a:lnTo>
                    <a:pt x="10655808" y="0"/>
                  </a:lnTo>
                  <a:lnTo>
                    <a:pt x="0" y="0"/>
                  </a:lnTo>
                  <a:lnTo>
                    <a:pt x="0" y="209245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08303" y="2723388"/>
            <a:ext cx="10872470" cy="2428240"/>
            <a:chOff x="908303" y="2723388"/>
            <a:chExt cx="10872470" cy="242824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8303" y="2723388"/>
              <a:ext cx="10872216" cy="24277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311" y="2787396"/>
              <a:ext cx="10693908" cy="224942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53261" y="2768346"/>
              <a:ext cx="10732135" cy="2287905"/>
            </a:xfrm>
            <a:custGeom>
              <a:avLst/>
              <a:gdLst/>
              <a:ahLst/>
              <a:cxnLst/>
              <a:rect l="l" t="t" r="r" b="b"/>
              <a:pathLst>
                <a:path w="10732135" h="2287904">
                  <a:moveTo>
                    <a:pt x="0" y="2287523"/>
                  </a:moveTo>
                  <a:lnTo>
                    <a:pt x="10732008" y="2287523"/>
                  </a:lnTo>
                  <a:lnTo>
                    <a:pt x="10732008" y="0"/>
                  </a:lnTo>
                  <a:lnTo>
                    <a:pt x="0" y="0"/>
                  </a:lnTo>
                  <a:lnTo>
                    <a:pt x="0" y="2287523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5423" y="487680"/>
            <a:ext cx="11108690" cy="5367655"/>
            <a:chOff x="725423" y="487680"/>
            <a:chExt cx="11108690" cy="5367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423" y="487680"/>
              <a:ext cx="11108436" cy="53675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431" y="551688"/>
              <a:ext cx="10930128" cy="51892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0381" y="532638"/>
              <a:ext cx="10968355" cy="5227320"/>
            </a:xfrm>
            <a:custGeom>
              <a:avLst/>
              <a:gdLst/>
              <a:ahLst/>
              <a:cxnLst/>
              <a:rect l="l" t="t" r="r" b="b"/>
              <a:pathLst>
                <a:path w="10968355" h="5227320">
                  <a:moveTo>
                    <a:pt x="0" y="5227320"/>
                  </a:moveTo>
                  <a:lnTo>
                    <a:pt x="10968228" y="5227320"/>
                  </a:lnTo>
                  <a:lnTo>
                    <a:pt x="10968228" y="0"/>
                  </a:lnTo>
                  <a:lnTo>
                    <a:pt x="0" y="0"/>
                  </a:lnTo>
                  <a:lnTo>
                    <a:pt x="0" y="522732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14304" y="669036"/>
              <a:ext cx="757427" cy="47091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027" y="185928"/>
            <a:ext cx="11244580" cy="6434455"/>
            <a:chOff x="224027" y="185928"/>
            <a:chExt cx="11244580" cy="6434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" y="185928"/>
              <a:ext cx="8666988" cy="19415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5151" y="249936"/>
              <a:ext cx="8488680" cy="17632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6101" y="230886"/>
              <a:ext cx="8526780" cy="1801495"/>
            </a:xfrm>
            <a:custGeom>
              <a:avLst/>
              <a:gdLst/>
              <a:ahLst/>
              <a:cxnLst/>
              <a:rect l="l" t="t" r="r" b="b"/>
              <a:pathLst>
                <a:path w="8526780" h="1801495">
                  <a:moveTo>
                    <a:pt x="0" y="1801368"/>
                  </a:moveTo>
                  <a:lnTo>
                    <a:pt x="8526780" y="1801368"/>
                  </a:lnTo>
                  <a:lnTo>
                    <a:pt x="8526780" y="0"/>
                  </a:lnTo>
                  <a:lnTo>
                    <a:pt x="0" y="0"/>
                  </a:lnTo>
                  <a:lnTo>
                    <a:pt x="0" y="1801368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027" y="2136648"/>
              <a:ext cx="11244072" cy="44836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035" y="2200655"/>
              <a:ext cx="11065764" cy="4305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8985" y="2181605"/>
              <a:ext cx="11104245" cy="4343400"/>
            </a:xfrm>
            <a:custGeom>
              <a:avLst/>
              <a:gdLst/>
              <a:ahLst/>
              <a:cxnLst/>
              <a:rect l="l" t="t" r="r" b="b"/>
              <a:pathLst>
                <a:path w="11104245" h="4343400">
                  <a:moveTo>
                    <a:pt x="0" y="4343400"/>
                  </a:moveTo>
                  <a:lnTo>
                    <a:pt x="11103864" y="4343400"/>
                  </a:lnTo>
                  <a:lnTo>
                    <a:pt x="11103864" y="0"/>
                  </a:lnTo>
                  <a:lnTo>
                    <a:pt x="0" y="0"/>
                  </a:lnTo>
                  <a:lnTo>
                    <a:pt x="0" y="43434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6280" y="755904"/>
            <a:ext cx="11314430" cy="4739640"/>
            <a:chOff x="716280" y="755904"/>
            <a:chExt cx="11314430" cy="4739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80" y="755904"/>
              <a:ext cx="11314176" cy="47396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288" y="819912"/>
              <a:ext cx="11135867" cy="45613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1238" y="800862"/>
              <a:ext cx="11174095" cy="4599940"/>
            </a:xfrm>
            <a:custGeom>
              <a:avLst/>
              <a:gdLst/>
              <a:ahLst/>
              <a:cxnLst/>
              <a:rect l="l" t="t" r="r" b="b"/>
              <a:pathLst>
                <a:path w="11174095" h="4599940">
                  <a:moveTo>
                    <a:pt x="0" y="4599432"/>
                  </a:moveTo>
                  <a:lnTo>
                    <a:pt x="11173967" y="4599432"/>
                  </a:lnTo>
                  <a:lnTo>
                    <a:pt x="11173967" y="0"/>
                  </a:lnTo>
                  <a:lnTo>
                    <a:pt x="0" y="0"/>
                  </a:lnTo>
                  <a:lnTo>
                    <a:pt x="0" y="459943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4859" y="252984"/>
            <a:ext cx="4991100" cy="746760"/>
            <a:chOff x="784859" y="252984"/>
            <a:chExt cx="4991100" cy="746760"/>
          </a:xfrm>
        </p:grpSpPr>
        <p:sp>
          <p:nvSpPr>
            <p:cNvPr id="3" name="object 3"/>
            <p:cNvSpPr/>
            <p:nvPr/>
          </p:nvSpPr>
          <p:spPr>
            <a:xfrm>
              <a:off x="803909" y="272034"/>
              <a:ext cx="4953000" cy="708660"/>
            </a:xfrm>
            <a:custGeom>
              <a:avLst/>
              <a:gdLst/>
              <a:ahLst/>
              <a:cxnLst/>
              <a:rect l="l" t="t" r="r" b="b"/>
              <a:pathLst>
                <a:path w="4953000" h="708660">
                  <a:moveTo>
                    <a:pt x="4953000" y="0"/>
                  </a:moveTo>
                  <a:lnTo>
                    <a:pt x="0" y="0"/>
                  </a:lnTo>
                  <a:lnTo>
                    <a:pt x="0" y="708659"/>
                  </a:lnTo>
                  <a:lnTo>
                    <a:pt x="4953000" y="708659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3909" y="272034"/>
              <a:ext cx="4953000" cy="708660"/>
            </a:xfrm>
            <a:custGeom>
              <a:avLst/>
              <a:gdLst/>
              <a:ahLst/>
              <a:cxnLst/>
              <a:rect l="l" t="t" r="r" b="b"/>
              <a:pathLst>
                <a:path w="4953000" h="708660">
                  <a:moveTo>
                    <a:pt x="0" y="708659"/>
                  </a:moveTo>
                  <a:lnTo>
                    <a:pt x="4953000" y="708659"/>
                  </a:lnTo>
                  <a:lnTo>
                    <a:pt x="4953000" y="0"/>
                  </a:lnTo>
                  <a:lnTo>
                    <a:pt x="0" y="0"/>
                  </a:lnTo>
                  <a:lnTo>
                    <a:pt x="0" y="70865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3909" y="272034"/>
            <a:ext cx="4953000" cy="70866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sz="4000" spc="-5" dirty="0"/>
              <a:t>7.</a:t>
            </a:r>
            <a:r>
              <a:rPr sz="4000" spc="-30" dirty="0"/>
              <a:t> </a:t>
            </a:r>
            <a:r>
              <a:rPr sz="4000" spc="-35" dirty="0"/>
              <a:t>Inverse</a:t>
            </a:r>
            <a:r>
              <a:rPr sz="4000" spc="-15" dirty="0"/>
              <a:t> </a:t>
            </a:r>
            <a:r>
              <a:rPr sz="4000" spc="-10" dirty="0"/>
              <a:t>Functions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803909" y="1174241"/>
            <a:ext cx="8130540" cy="63119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3500" b="1" spc="-5" dirty="0">
                <a:latin typeface="Cambria"/>
                <a:cs typeface="Cambria"/>
              </a:rPr>
              <a:t>7.1 </a:t>
            </a:r>
            <a:r>
              <a:rPr sz="3500" b="1" spc="-30" dirty="0">
                <a:latin typeface="Cambria"/>
                <a:cs typeface="Cambria"/>
              </a:rPr>
              <a:t>Inverse</a:t>
            </a:r>
            <a:r>
              <a:rPr sz="3500" b="1" spc="5" dirty="0">
                <a:latin typeface="Cambria"/>
                <a:cs typeface="Cambria"/>
              </a:rPr>
              <a:t> </a:t>
            </a:r>
            <a:r>
              <a:rPr sz="3500" b="1" spc="-15" dirty="0">
                <a:latin typeface="Cambria"/>
                <a:cs typeface="Cambria"/>
              </a:rPr>
              <a:t>Trigonometrical</a:t>
            </a:r>
            <a:r>
              <a:rPr sz="3500" b="1" spc="-50" dirty="0">
                <a:latin typeface="Cambria"/>
                <a:cs typeface="Cambria"/>
              </a:rPr>
              <a:t> </a:t>
            </a:r>
            <a:r>
              <a:rPr sz="3500" b="1" spc="-10" dirty="0">
                <a:latin typeface="Cambria"/>
                <a:cs typeface="Cambria"/>
              </a:rPr>
              <a:t>Functions</a:t>
            </a:r>
            <a:endParaRPr sz="35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1252" y="1935481"/>
            <a:ext cx="11741150" cy="4848225"/>
            <a:chOff x="111252" y="1935481"/>
            <a:chExt cx="11741150" cy="48482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935481"/>
              <a:ext cx="11740896" cy="48478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" y="1999488"/>
              <a:ext cx="11562588" cy="46695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56210" y="1980438"/>
              <a:ext cx="11600815" cy="4707890"/>
            </a:xfrm>
            <a:custGeom>
              <a:avLst/>
              <a:gdLst/>
              <a:ahLst/>
              <a:cxnLst/>
              <a:rect l="l" t="t" r="r" b="b"/>
              <a:pathLst>
                <a:path w="11600815" h="4707890">
                  <a:moveTo>
                    <a:pt x="0" y="4707636"/>
                  </a:moveTo>
                  <a:lnTo>
                    <a:pt x="11600688" y="4707636"/>
                  </a:lnTo>
                  <a:lnTo>
                    <a:pt x="11600688" y="0"/>
                  </a:lnTo>
                  <a:lnTo>
                    <a:pt x="0" y="0"/>
                  </a:lnTo>
                  <a:lnTo>
                    <a:pt x="0" y="47076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4568" y="245363"/>
            <a:ext cx="11026140" cy="6408420"/>
            <a:chOff x="734568" y="245363"/>
            <a:chExt cx="11026140" cy="6408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568" y="245363"/>
              <a:ext cx="11026140" cy="64084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576" y="309371"/>
              <a:ext cx="10847832" cy="62301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9526" y="290321"/>
              <a:ext cx="10886440" cy="6268720"/>
            </a:xfrm>
            <a:custGeom>
              <a:avLst/>
              <a:gdLst/>
              <a:ahLst/>
              <a:cxnLst/>
              <a:rect l="l" t="t" r="r" b="b"/>
              <a:pathLst>
                <a:path w="10886440" h="6268720">
                  <a:moveTo>
                    <a:pt x="0" y="6268212"/>
                  </a:moveTo>
                  <a:lnTo>
                    <a:pt x="10885932" y="6268212"/>
                  </a:lnTo>
                  <a:lnTo>
                    <a:pt x="10885932" y="0"/>
                  </a:lnTo>
                  <a:lnTo>
                    <a:pt x="0" y="0"/>
                  </a:lnTo>
                  <a:lnTo>
                    <a:pt x="0" y="626821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7616" y="53339"/>
            <a:ext cx="9225280" cy="6266815"/>
            <a:chOff x="737616" y="53339"/>
            <a:chExt cx="9225280" cy="62668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53339"/>
              <a:ext cx="9224772" cy="36880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117347"/>
              <a:ext cx="9046464" cy="35097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2574" y="98297"/>
              <a:ext cx="9084945" cy="3548379"/>
            </a:xfrm>
            <a:custGeom>
              <a:avLst/>
              <a:gdLst/>
              <a:ahLst/>
              <a:cxnLst/>
              <a:rect l="l" t="t" r="r" b="b"/>
              <a:pathLst>
                <a:path w="9084945" h="3548379">
                  <a:moveTo>
                    <a:pt x="0" y="3547872"/>
                  </a:moveTo>
                  <a:lnTo>
                    <a:pt x="9084564" y="3547872"/>
                  </a:lnTo>
                  <a:lnTo>
                    <a:pt x="9084564" y="0"/>
                  </a:lnTo>
                  <a:lnTo>
                    <a:pt x="0" y="0"/>
                  </a:lnTo>
                  <a:lnTo>
                    <a:pt x="0" y="354787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1404" y="3714000"/>
              <a:ext cx="7110983" cy="26060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5411" y="3777995"/>
              <a:ext cx="6932676" cy="24277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96361" y="3758945"/>
              <a:ext cx="6971030" cy="2466340"/>
            </a:xfrm>
            <a:custGeom>
              <a:avLst/>
              <a:gdLst/>
              <a:ahLst/>
              <a:cxnLst/>
              <a:rect l="l" t="t" r="r" b="b"/>
              <a:pathLst>
                <a:path w="6971030" h="2466340">
                  <a:moveTo>
                    <a:pt x="0" y="2465831"/>
                  </a:moveTo>
                  <a:lnTo>
                    <a:pt x="6970776" y="2465831"/>
                  </a:lnTo>
                  <a:lnTo>
                    <a:pt x="6970776" y="0"/>
                  </a:lnTo>
                  <a:lnTo>
                    <a:pt x="0" y="0"/>
                  </a:lnTo>
                  <a:lnTo>
                    <a:pt x="0" y="2465831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150" y="305561"/>
            <a:ext cx="6931659" cy="63119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3500" spc="-5" dirty="0">
                <a:solidFill>
                  <a:srgbClr val="000000"/>
                </a:solidFill>
              </a:rPr>
              <a:t>7.2</a:t>
            </a:r>
            <a:r>
              <a:rPr sz="3500" spc="-15" dirty="0">
                <a:solidFill>
                  <a:srgbClr val="000000"/>
                </a:solidFill>
              </a:rPr>
              <a:t> </a:t>
            </a:r>
            <a:r>
              <a:rPr sz="3500" spc="-30" dirty="0">
                <a:solidFill>
                  <a:srgbClr val="000000"/>
                </a:solidFill>
              </a:rPr>
              <a:t>Inverse</a:t>
            </a:r>
            <a:r>
              <a:rPr sz="3500" spc="-5" dirty="0">
                <a:solidFill>
                  <a:srgbClr val="000000"/>
                </a:solidFill>
              </a:rPr>
              <a:t> </a:t>
            </a:r>
            <a:r>
              <a:rPr sz="3500" dirty="0">
                <a:solidFill>
                  <a:srgbClr val="000000"/>
                </a:solidFill>
              </a:rPr>
              <a:t>Hyperbolic</a:t>
            </a:r>
            <a:r>
              <a:rPr sz="3500" spc="-50" dirty="0">
                <a:solidFill>
                  <a:srgbClr val="000000"/>
                </a:solidFill>
              </a:rPr>
              <a:t> </a:t>
            </a:r>
            <a:r>
              <a:rPr sz="3500" spc="-10" dirty="0">
                <a:solidFill>
                  <a:srgbClr val="000000"/>
                </a:solidFill>
              </a:rPr>
              <a:t>Functions</a:t>
            </a:r>
            <a:endParaRPr sz="3500"/>
          </a:p>
        </p:txBody>
      </p:sp>
      <p:grpSp>
        <p:nvGrpSpPr>
          <p:cNvPr id="3" name="object 3"/>
          <p:cNvGrpSpPr/>
          <p:nvPr/>
        </p:nvGrpSpPr>
        <p:grpSpPr>
          <a:xfrm>
            <a:off x="754380" y="1139952"/>
            <a:ext cx="10403205" cy="5511165"/>
            <a:chOff x="754380" y="1139952"/>
            <a:chExt cx="10403205" cy="55111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380" y="1139952"/>
              <a:ext cx="10402824" cy="5510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388" y="1203960"/>
              <a:ext cx="10224516" cy="53324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9338" y="1184910"/>
              <a:ext cx="10262870" cy="5370830"/>
            </a:xfrm>
            <a:custGeom>
              <a:avLst/>
              <a:gdLst/>
              <a:ahLst/>
              <a:cxnLst/>
              <a:rect l="l" t="t" r="r" b="b"/>
              <a:pathLst>
                <a:path w="10262870" h="5370830">
                  <a:moveTo>
                    <a:pt x="0" y="5370576"/>
                  </a:moveTo>
                  <a:lnTo>
                    <a:pt x="10262616" y="5370576"/>
                  </a:lnTo>
                  <a:lnTo>
                    <a:pt x="10262616" y="0"/>
                  </a:lnTo>
                  <a:lnTo>
                    <a:pt x="0" y="0"/>
                  </a:lnTo>
                  <a:lnTo>
                    <a:pt x="0" y="537057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2103" y="167639"/>
            <a:ext cx="10328275" cy="6093460"/>
            <a:chOff x="832103" y="167639"/>
            <a:chExt cx="10328275" cy="6093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" y="167639"/>
              <a:ext cx="10328148" cy="60929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111" y="231647"/>
              <a:ext cx="10149840" cy="59146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77061" y="212597"/>
              <a:ext cx="10187940" cy="5953125"/>
            </a:xfrm>
            <a:custGeom>
              <a:avLst/>
              <a:gdLst/>
              <a:ahLst/>
              <a:cxnLst/>
              <a:rect l="l" t="t" r="r" b="b"/>
              <a:pathLst>
                <a:path w="10187940" h="5953125">
                  <a:moveTo>
                    <a:pt x="0" y="5952744"/>
                  </a:moveTo>
                  <a:lnTo>
                    <a:pt x="10187940" y="5952744"/>
                  </a:lnTo>
                  <a:lnTo>
                    <a:pt x="10187940" y="0"/>
                  </a:lnTo>
                  <a:lnTo>
                    <a:pt x="0" y="0"/>
                  </a:lnTo>
                  <a:lnTo>
                    <a:pt x="0" y="595274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4503" y="509016"/>
            <a:ext cx="8822690" cy="5962015"/>
            <a:chOff x="984503" y="509016"/>
            <a:chExt cx="8822690" cy="5962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503" y="509016"/>
              <a:ext cx="8822436" cy="59618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511" y="573024"/>
              <a:ext cx="8644128" cy="57835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9461" y="553974"/>
              <a:ext cx="8682355" cy="5821680"/>
            </a:xfrm>
            <a:custGeom>
              <a:avLst/>
              <a:gdLst/>
              <a:ahLst/>
              <a:cxnLst/>
              <a:rect l="l" t="t" r="r" b="b"/>
              <a:pathLst>
                <a:path w="8682355" h="5821680">
                  <a:moveTo>
                    <a:pt x="0" y="5821680"/>
                  </a:moveTo>
                  <a:lnTo>
                    <a:pt x="8682228" y="5821680"/>
                  </a:lnTo>
                  <a:lnTo>
                    <a:pt x="8682228" y="0"/>
                  </a:lnTo>
                  <a:lnTo>
                    <a:pt x="0" y="0"/>
                  </a:lnTo>
                  <a:lnTo>
                    <a:pt x="0" y="582168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5339" y="697991"/>
            <a:ext cx="10515600" cy="5097780"/>
            <a:chOff x="815339" y="697991"/>
            <a:chExt cx="10515600" cy="5097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39" y="697991"/>
              <a:ext cx="10515600" cy="50977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347" y="761999"/>
              <a:ext cx="10337292" cy="49194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60297" y="742949"/>
              <a:ext cx="10375900" cy="4958080"/>
            </a:xfrm>
            <a:custGeom>
              <a:avLst/>
              <a:gdLst/>
              <a:ahLst/>
              <a:cxnLst/>
              <a:rect l="l" t="t" r="r" b="b"/>
              <a:pathLst>
                <a:path w="10375900" h="4958080">
                  <a:moveTo>
                    <a:pt x="0" y="4957572"/>
                  </a:moveTo>
                  <a:lnTo>
                    <a:pt x="10375392" y="4957572"/>
                  </a:lnTo>
                  <a:lnTo>
                    <a:pt x="10375392" y="0"/>
                  </a:lnTo>
                  <a:lnTo>
                    <a:pt x="0" y="0"/>
                  </a:lnTo>
                  <a:lnTo>
                    <a:pt x="0" y="495757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5819" y="1028700"/>
            <a:ext cx="10829925" cy="4063365"/>
            <a:chOff x="845819" y="1028700"/>
            <a:chExt cx="10829925" cy="4063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819" y="1028700"/>
              <a:ext cx="10829544" cy="4062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9827" y="1092707"/>
              <a:ext cx="10651236" cy="38846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90777" y="1073657"/>
              <a:ext cx="10689590" cy="3923029"/>
            </a:xfrm>
            <a:custGeom>
              <a:avLst/>
              <a:gdLst/>
              <a:ahLst/>
              <a:cxnLst/>
              <a:rect l="l" t="t" r="r" b="b"/>
              <a:pathLst>
                <a:path w="10689590" h="3923029">
                  <a:moveTo>
                    <a:pt x="0" y="3922776"/>
                  </a:moveTo>
                  <a:lnTo>
                    <a:pt x="10689336" y="3922776"/>
                  </a:lnTo>
                  <a:lnTo>
                    <a:pt x="10689336" y="0"/>
                  </a:lnTo>
                  <a:lnTo>
                    <a:pt x="0" y="0"/>
                  </a:lnTo>
                  <a:lnTo>
                    <a:pt x="0" y="392277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8491" y="352043"/>
            <a:ext cx="9639300" cy="2266315"/>
            <a:chOff x="888491" y="352043"/>
            <a:chExt cx="9639300" cy="2266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491" y="352043"/>
              <a:ext cx="9639300" cy="22661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499" y="416051"/>
              <a:ext cx="9460992" cy="20878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3449" y="397001"/>
              <a:ext cx="9499600" cy="2125980"/>
            </a:xfrm>
            <a:custGeom>
              <a:avLst/>
              <a:gdLst/>
              <a:ahLst/>
              <a:cxnLst/>
              <a:rect l="l" t="t" r="r" b="b"/>
              <a:pathLst>
                <a:path w="9499600" h="2125980">
                  <a:moveTo>
                    <a:pt x="0" y="2125980"/>
                  </a:moveTo>
                  <a:lnTo>
                    <a:pt x="9499092" y="2125980"/>
                  </a:lnTo>
                  <a:lnTo>
                    <a:pt x="9499092" y="0"/>
                  </a:lnTo>
                  <a:lnTo>
                    <a:pt x="0" y="0"/>
                  </a:lnTo>
                  <a:lnTo>
                    <a:pt x="0" y="212598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3658" y="572262"/>
            <a:ext cx="2315210" cy="63119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3500" spc="-10" dirty="0">
                <a:solidFill>
                  <a:srgbClr val="000000"/>
                </a:solidFill>
              </a:rPr>
              <a:t>Problem:</a:t>
            </a:r>
            <a:endParaRPr sz="3500"/>
          </a:p>
        </p:txBody>
      </p:sp>
      <p:grpSp>
        <p:nvGrpSpPr>
          <p:cNvPr id="7" name="object 7"/>
          <p:cNvGrpSpPr/>
          <p:nvPr/>
        </p:nvGrpSpPr>
        <p:grpSpPr>
          <a:xfrm>
            <a:off x="124968" y="2595372"/>
            <a:ext cx="11722735" cy="4010025"/>
            <a:chOff x="124968" y="2595372"/>
            <a:chExt cx="11722735" cy="40100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968" y="2595372"/>
              <a:ext cx="11722608" cy="40096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976" y="2659380"/>
              <a:ext cx="11544300" cy="38313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9926" y="2640330"/>
              <a:ext cx="11582400" cy="3869690"/>
            </a:xfrm>
            <a:custGeom>
              <a:avLst/>
              <a:gdLst/>
              <a:ahLst/>
              <a:cxnLst/>
              <a:rect l="l" t="t" r="r" b="b"/>
              <a:pathLst>
                <a:path w="11582400" h="3869690">
                  <a:moveTo>
                    <a:pt x="0" y="3869436"/>
                  </a:moveTo>
                  <a:lnTo>
                    <a:pt x="11582400" y="3869436"/>
                  </a:lnTo>
                  <a:lnTo>
                    <a:pt x="11582400" y="0"/>
                  </a:lnTo>
                  <a:lnTo>
                    <a:pt x="0" y="0"/>
                  </a:lnTo>
                  <a:lnTo>
                    <a:pt x="0" y="38694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3039" y="1818132"/>
            <a:ext cx="6571488" cy="6858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2376" y="62484"/>
            <a:ext cx="10951845" cy="6588759"/>
            <a:chOff x="722376" y="62484"/>
            <a:chExt cx="10951845" cy="65887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376" y="62484"/>
              <a:ext cx="10951464" cy="65882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384" y="126492"/>
              <a:ext cx="10773156" cy="64099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7334" y="107442"/>
              <a:ext cx="10811510" cy="6448425"/>
            </a:xfrm>
            <a:custGeom>
              <a:avLst/>
              <a:gdLst/>
              <a:ahLst/>
              <a:cxnLst/>
              <a:rect l="l" t="t" r="r" b="b"/>
              <a:pathLst>
                <a:path w="10811510" h="6448425">
                  <a:moveTo>
                    <a:pt x="0" y="6448044"/>
                  </a:moveTo>
                  <a:lnTo>
                    <a:pt x="10811256" y="6448044"/>
                  </a:lnTo>
                  <a:lnTo>
                    <a:pt x="10811256" y="0"/>
                  </a:lnTo>
                  <a:lnTo>
                    <a:pt x="0" y="0"/>
                  </a:lnTo>
                  <a:lnTo>
                    <a:pt x="0" y="644804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9327" y="59435"/>
            <a:ext cx="11303635" cy="5495925"/>
            <a:chOff x="719327" y="59435"/>
            <a:chExt cx="11303635" cy="5495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327" y="59435"/>
              <a:ext cx="11303508" cy="54955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335" y="123443"/>
              <a:ext cx="11125200" cy="53172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4285" y="104393"/>
              <a:ext cx="11163300" cy="5355590"/>
            </a:xfrm>
            <a:custGeom>
              <a:avLst/>
              <a:gdLst/>
              <a:ahLst/>
              <a:cxnLst/>
              <a:rect l="l" t="t" r="r" b="b"/>
              <a:pathLst>
                <a:path w="11163300" h="5355590">
                  <a:moveTo>
                    <a:pt x="0" y="5355335"/>
                  </a:moveTo>
                  <a:lnTo>
                    <a:pt x="11163300" y="5355335"/>
                  </a:lnTo>
                  <a:lnTo>
                    <a:pt x="11163300" y="0"/>
                  </a:lnTo>
                  <a:lnTo>
                    <a:pt x="0" y="0"/>
                  </a:lnTo>
                  <a:lnTo>
                    <a:pt x="0" y="535533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7804" y="86870"/>
            <a:ext cx="11119485" cy="6748780"/>
            <a:chOff x="717804" y="86870"/>
            <a:chExt cx="11119485" cy="6748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86870"/>
              <a:ext cx="11119104" cy="67482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150876"/>
              <a:ext cx="10940796" cy="65699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2762" y="131825"/>
              <a:ext cx="10979150" cy="6608445"/>
            </a:xfrm>
            <a:custGeom>
              <a:avLst/>
              <a:gdLst/>
              <a:ahLst/>
              <a:cxnLst/>
              <a:rect l="l" t="t" r="r" b="b"/>
              <a:pathLst>
                <a:path w="10979150" h="6608445">
                  <a:moveTo>
                    <a:pt x="0" y="6608064"/>
                  </a:moveTo>
                  <a:lnTo>
                    <a:pt x="10978896" y="6608064"/>
                  </a:lnTo>
                  <a:lnTo>
                    <a:pt x="10978896" y="0"/>
                  </a:lnTo>
                  <a:lnTo>
                    <a:pt x="0" y="0"/>
                  </a:lnTo>
                  <a:lnTo>
                    <a:pt x="0" y="660806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6911" y="6477914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2376" y="73152"/>
            <a:ext cx="11067415" cy="6762115"/>
            <a:chOff x="722376" y="73152"/>
            <a:chExt cx="11067415" cy="67621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376" y="77726"/>
              <a:ext cx="11067288" cy="67574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384" y="141732"/>
              <a:ext cx="10888980" cy="65791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7334" y="122682"/>
              <a:ext cx="10927080" cy="6617334"/>
            </a:xfrm>
            <a:custGeom>
              <a:avLst/>
              <a:gdLst/>
              <a:ahLst/>
              <a:cxnLst/>
              <a:rect l="l" t="t" r="r" b="b"/>
              <a:pathLst>
                <a:path w="10927080" h="6617334">
                  <a:moveTo>
                    <a:pt x="0" y="6617208"/>
                  </a:moveTo>
                  <a:lnTo>
                    <a:pt x="10927080" y="6617208"/>
                  </a:lnTo>
                  <a:lnTo>
                    <a:pt x="10927080" y="0"/>
                  </a:lnTo>
                  <a:lnTo>
                    <a:pt x="0" y="0"/>
                  </a:lnTo>
                  <a:lnTo>
                    <a:pt x="0" y="6617208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4474" y="92202"/>
              <a:ext cx="1774189" cy="462280"/>
            </a:xfrm>
            <a:custGeom>
              <a:avLst/>
              <a:gdLst/>
              <a:ahLst/>
              <a:cxnLst/>
              <a:rect l="l" t="t" r="r" b="b"/>
              <a:pathLst>
                <a:path w="1774189" h="462280">
                  <a:moveTo>
                    <a:pt x="1773936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1773936" y="461772"/>
                  </a:lnTo>
                  <a:lnTo>
                    <a:pt x="17739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4474" y="92202"/>
              <a:ext cx="1774189" cy="462280"/>
            </a:xfrm>
            <a:custGeom>
              <a:avLst/>
              <a:gdLst/>
              <a:ahLst/>
              <a:cxnLst/>
              <a:rect l="l" t="t" r="r" b="b"/>
              <a:pathLst>
                <a:path w="1774189" h="462280">
                  <a:moveTo>
                    <a:pt x="0" y="461772"/>
                  </a:moveTo>
                  <a:lnTo>
                    <a:pt x="1773936" y="461772"/>
                  </a:lnTo>
                  <a:lnTo>
                    <a:pt x="1773936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22147" y="117728"/>
            <a:ext cx="1314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</a:rPr>
              <a:t>P</a:t>
            </a:r>
            <a:r>
              <a:rPr sz="2400" spc="-40" dirty="0">
                <a:solidFill>
                  <a:srgbClr val="000000"/>
                </a:solidFill>
              </a:rPr>
              <a:t>r</a:t>
            </a:r>
            <a:r>
              <a:rPr sz="2400" spc="-5" dirty="0">
                <a:solidFill>
                  <a:srgbClr val="000000"/>
                </a:solidFill>
              </a:rPr>
              <a:t>oblem:</a:t>
            </a:r>
            <a:endParaRPr sz="2400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11056" y="553212"/>
            <a:ext cx="2464307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65214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900" y="1034796"/>
            <a:ext cx="9144000" cy="746760"/>
            <a:chOff x="723900" y="1034796"/>
            <a:chExt cx="9144000" cy="746760"/>
          </a:xfrm>
        </p:grpSpPr>
        <p:sp>
          <p:nvSpPr>
            <p:cNvPr id="3" name="object 3"/>
            <p:cNvSpPr/>
            <p:nvPr/>
          </p:nvSpPr>
          <p:spPr>
            <a:xfrm>
              <a:off x="742950" y="1053846"/>
              <a:ext cx="9105900" cy="708660"/>
            </a:xfrm>
            <a:custGeom>
              <a:avLst/>
              <a:gdLst/>
              <a:ahLst/>
              <a:cxnLst/>
              <a:rect l="l" t="t" r="r" b="b"/>
              <a:pathLst>
                <a:path w="9105900" h="708660">
                  <a:moveTo>
                    <a:pt x="9105900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9105900" y="708660"/>
                  </a:lnTo>
                  <a:lnTo>
                    <a:pt x="9105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950" y="1053846"/>
              <a:ext cx="9105900" cy="708660"/>
            </a:xfrm>
            <a:custGeom>
              <a:avLst/>
              <a:gdLst/>
              <a:ahLst/>
              <a:cxnLst/>
              <a:rect l="l" t="t" r="r" b="b"/>
              <a:pathLst>
                <a:path w="9105900" h="708660">
                  <a:moveTo>
                    <a:pt x="0" y="708660"/>
                  </a:moveTo>
                  <a:lnTo>
                    <a:pt x="9105900" y="708660"/>
                  </a:lnTo>
                  <a:lnTo>
                    <a:pt x="9105900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2950" y="1053846"/>
            <a:ext cx="9105900" cy="70866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sz="4000" spc="-5" dirty="0"/>
              <a:t>8. </a:t>
            </a:r>
            <a:r>
              <a:rPr sz="4000" spc="-10" dirty="0"/>
              <a:t>Summation</a:t>
            </a:r>
            <a:r>
              <a:rPr sz="4000" spc="20" dirty="0"/>
              <a:t> </a:t>
            </a:r>
            <a:r>
              <a:rPr sz="4000" spc="-5" dirty="0"/>
              <a:t>of</a:t>
            </a:r>
            <a:r>
              <a:rPr sz="4000" spc="-15" dirty="0"/>
              <a:t> Trigonometric</a:t>
            </a:r>
            <a:r>
              <a:rPr sz="4000" spc="-5" dirty="0"/>
              <a:t> </a:t>
            </a:r>
            <a:r>
              <a:rPr sz="4000" dirty="0"/>
              <a:t>Series</a:t>
            </a:r>
            <a:endParaRPr sz="4000"/>
          </a:p>
        </p:txBody>
      </p:sp>
      <p:grpSp>
        <p:nvGrpSpPr>
          <p:cNvPr id="6" name="object 6"/>
          <p:cNvGrpSpPr/>
          <p:nvPr/>
        </p:nvGrpSpPr>
        <p:grpSpPr>
          <a:xfrm>
            <a:off x="85343" y="2110739"/>
            <a:ext cx="11904345" cy="2426335"/>
            <a:chOff x="85343" y="2110739"/>
            <a:chExt cx="11904345" cy="24263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" y="2110739"/>
              <a:ext cx="11903964" cy="24262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351" y="2174747"/>
              <a:ext cx="11725656" cy="2247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0301" y="2155697"/>
              <a:ext cx="11764010" cy="2286000"/>
            </a:xfrm>
            <a:custGeom>
              <a:avLst/>
              <a:gdLst/>
              <a:ahLst/>
              <a:cxnLst/>
              <a:rect l="l" t="t" r="r" b="b"/>
              <a:pathLst>
                <a:path w="11764010" h="2286000">
                  <a:moveTo>
                    <a:pt x="0" y="2286000"/>
                  </a:moveTo>
                  <a:lnTo>
                    <a:pt x="11763756" y="2286000"/>
                  </a:lnTo>
                  <a:lnTo>
                    <a:pt x="11763756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0851" y="330708"/>
            <a:ext cx="11099800" cy="6349365"/>
            <a:chOff x="720851" y="330708"/>
            <a:chExt cx="11099800" cy="6349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851" y="330708"/>
              <a:ext cx="11099292" cy="63489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59" y="394716"/>
              <a:ext cx="10920984" cy="61706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5809" y="375666"/>
              <a:ext cx="10959465" cy="6209030"/>
            </a:xfrm>
            <a:custGeom>
              <a:avLst/>
              <a:gdLst/>
              <a:ahLst/>
              <a:cxnLst/>
              <a:rect l="l" t="t" r="r" b="b"/>
              <a:pathLst>
                <a:path w="10959465" h="6209030">
                  <a:moveTo>
                    <a:pt x="0" y="6208776"/>
                  </a:moveTo>
                  <a:lnTo>
                    <a:pt x="10959084" y="6208776"/>
                  </a:lnTo>
                  <a:lnTo>
                    <a:pt x="10959084" y="0"/>
                  </a:lnTo>
                  <a:lnTo>
                    <a:pt x="0" y="0"/>
                  </a:lnTo>
                  <a:lnTo>
                    <a:pt x="0" y="620877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531" y="1117091"/>
            <a:ext cx="11841480" cy="5023485"/>
            <a:chOff x="65531" y="1117091"/>
            <a:chExt cx="11841480" cy="5023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1" y="1117091"/>
              <a:ext cx="11841480" cy="50231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39" y="1181099"/>
              <a:ext cx="11663172" cy="48447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489" y="1162049"/>
              <a:ext cx="11701780" cy="4883150"/>
            </a:xfrm>
            <a:custGeom>
              <a:avLst/>
              <a:gdLst/>
              <a:ahLst/>
              <a:cxnLst/>
              <a:rect l="l" t="t" r="r" b="b"/>
              <a:pathLst>
                <a:path w="11701780" h="4883150">
                  <a:moveTo>
                    <a:pt x="0" y="4882896"/>
                  </a:moveTo>
                  <a:lnTo>
                    <a:pt x="11701272" y="4882896"/>
                  </a:lnTo>
                  <a:lnTo>
                    <a:pt x="11701272" y="0"/>
                  </a:lnTo>
                  <a:lnTo>
                    <a:pt x="0" y="0"/>
                  </a:lnTo>
                  <a:lnTo>
                    <a:pt x="0" y="488289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2376" y="713231"/>
            <a:ext cx="10746105" cy="4872355"/>
            <a:chOff x="722376" y="713231"/>
            <a:chExt cx="10746105" cy="487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376" y="713231"/>
              <a:ext cx="10745724" cy="48722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384" y="777239"/>
              <a:ext cx="10567416" cy="46939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7334" y="758189"/>
              <a:ext cx="10605770" cy="4732020"/>
            </a:xfrm>
            <a:custGeom>
              <a:avLst/>
              <a:gdLst/>
              <a:ahLst/>
              <a:cxnLst/>
              <a:rect l="l" t="t" r="r" b="b"/>
              <a:pathLst>
                <a:path w="10605770" h="4732020">
                  <a:moveTo>
                    <a:pt x="0" y="4732020"/>
                  </a:moveTo>
                  <a:lnTo>
                    <a:pt x="10605516" y="4732020"/>
                  </a:lnTo>
                  <a:lnTo>
                    <a:pt x="10605516" y="0"/>
                  </a:lnTo>
                  <a:lnTo>
                    <a:pt x="0" y="0"/>
                  </a:lnTo>
                  <a:lnTo>
                    <a:pt x="0" y="473202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5591" y="1130808"/>
            <a:ext cx="10959465" cy="4095115"/>
            <a:chOff x="545591" y="1130808"/>
            <a:chExt cx="10959465" cy="40951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591" y="1130808"/>
              <a:ext cx="10959084" cy="40949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1194816"/>
              <a:ext cx="10780776" cy="39166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49" y="1175766"/>
              <a:ext cx="10819130" cy="3954779"/>
            </a:xfrm>
            <a:custGeom>
              <a:avLst/>
              <a:gdLst/>
              <a:ahLst/>
              <a:cxnLst/>
              <a:rect l="l" t="t" r="r" b="b"/>
              <a:pathLst>
                <a:path w="10819130" h="3954779">
                  <a:moveTo>
                    <a:pt x="0" y="3954779"/>
                  </a:moveTo>
                  <a:lnTo>
                    <a:pt x="10818876" y="3954779"/>
                  </a:lnTo>
                  <a:lnTo>
                    <a:pt x="10818876" y="0"/>
                  </a:lnTo>
                  <a:lnTo>
                    <a:pt x="0" y="0"/>
                  </a:lnTo>
                  <a:lnTo>
                    <a:pt x="0" y="3954779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187" y="163068"/>
            <a:ext cx="10911840" cy="6202680"/>
            <a:chOff x="742187" y="163068"/>
            <a:chExt cx="10911840" cy="6202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187" y="163068"/>
              <a:ext cx="10911840" cy="62026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195" y="227076"/>
              <a:ext cx="10733532" cy="60243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7145" y="208026"/>
              <a:ext cx="10772140" cy="6062980"/>
            </a:xfrm>
            <a:custGeom>
              <a:avLst/>
              <a:gdLst/>
              <a:ahLst/>
              <a:cxnLst/>
              <a:rect l="l" t="t" r="r" b="b"/>
              <a:pathLst>
                <a:path w="10772140" h="6062980">
                  <a:moveTo>
                    <a:pt x="0" y="6062472"/>
                  </a:moveTo>
                  <a:lnTo>
                    <a:pt x="10771632" y="6062472"/>
                  </a:lnTo>
                  <a:lnTo>
                    <a:pt x="10771632" y="0"/>
                  </a:lnTo>
                  <a:lnTo>
                    <a:pt x="0" y="0"/>
                  </a:lnTo>
                  <a:lnTo>
                    <a:pt x="0" y="606247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7616" y="694944"/>
            <a:ext cx="11162030" cy="5430520"/>
            <a:chOff x="737616" y="694944"/>
            <a:chExt cx="11162030" cy="5430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694944"/>
              <a:ext cx="11161776" cy="54300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4" y="758952"/>
              <a:ext cx="10983468" cy="52517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2574" y="739902"/>
              <a:ext cx="11021695" cy="5290185"/>
            </a:xfrm>
            <a:custGeom>
              <a:avLst/>
              <a:gdLst/>
              <a:ahLst/>
              <a:cxnLst/>
              <a:rect l="l" t="t" r="r" b="b"/>
              <a:pathLst>
                <a:path w="11021695" h="5290185">
                  <a:moveTo>
                    <a:pt x="0" y="5289804"/>
                  </a:moveTo>
                  <a:lnTo>
                    <a:pt x="11021568" y="5289804"/>
                  </a:lnTo>
                  <a:lnTo>
                    <a:pt x="11021568" y="0"/>
                  </a:lnTo>
                  <a:lnTo>
                    <a:pt x="0" y="0"/>
                  </a:lnTo>
                  <a:lnTo>
                    <a:pt x="0" y="528980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4672" y="507491"/>
            <a:ext cx="10872470" cy="5318760"/>
            <a:chOff x="804672" y="507491"/>
            <a:chExt cx="10872470" cy="5318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672" y="507491"/>
              <a:ext cx="10872216" cy="53187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80" y="571499"/>
              <a:ext cx="10693908" cy="51404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49630" y="552449"/>
              <a:ext cx="10732135" cy="5179060"/>
            </a:xfrm>
            <a:custGeom>
              <a:avLst/>
              <a:gdLst/>
              <a:ahLst/>
              <a:cxnLst/>
              <a:rect l="l" t="t" r="r" b="b"/>
              <a:pathLst>
                <a:path w="10732135" h="5179060">
                  <a:moveTo>
                    <a:pt x="0" y="5178552"/>
                  </a:moveTo>
                  <a:lnTo>
                    <a:pt x="10732008" y="5178552"/>
                  </a:lnTo>
                  <a:lnTo>
                    <a:pt x="10732008" y="0"/>
                  </a:lnTo>
                  <a:lnTo>
                    <a:pt x="0" y="0"/>
                  </a:lnTo>
                  <a:lnTo>
                    <a:pt x="0" y="5178552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2603" y="216408"/>
            <a:ext cx="9074150" cy="5954395"/>
            <a:chOff x="1022603" y="216408"/>
            <a:chExt cx="9074150" cy="59543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603" y="216408"/>
              <a:ext cx="9073896" cy="59542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611" y="280416"/>
              <a:ext cx="8895588" cy="57759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67561" y="261366"/>
              <a:ext cx="8933815" cy="5814060"/>
            </a:xfrm>
            <a:custGeom>
              <a:avLst/>
              <a:gdLst/>
              <a:ahLst/>
              <a:cxnLst/>
              <a:rect l="l" t="t" r="r" b="b"/>
              <a:pathLst>
                <a:path w="8933815" h="5814060">
                  <a:moveTo>
                    <a:pt x="0" y="5814059"/>
                  </a:moveTo>
                  <a:lnTo>
                    <a:pt x="8933688" y="5814059"/>
                  </a:lnTo>
                  <a:lnTo>
                    <a:pt x="8933688" y="0"/>
                  </a:lnTo>
                  <a:lnTo>
                    <a:pt x="0" y="0"/>
                  </a:lnTo>
                  <a:lnTo>
                    <a:pt x="0" y="5814059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6280" y="70103"/>
            <a:ext cx="10925810" cy="6400800"/>
            <a:chOff x="716280" y="70103"/>
            <a:chExt cx="10925810" cy="6400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80" y="70103"/>
              <a:ext cx="10925556" cy="6400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288" y="134111"/>
              <a:ext cx="10747248" cy="62224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1238" y="115061"/>
              <a:ext cx="10785475" cy="6261100"/>
            </a:xfrm>
            <a:custGeom>
              <a:avLst/>
              <a:gdLst/>
              <a:ahLst/>
              <a:cxnLst/>
              <a:rect l="l" t="t" r="r" b="b"/>
              <a:pathLst>
                <a:path w="10785475" h="6261100">
                  <a:moveTo>
                    <a:pt x="0" y="6260591"/>
                  </a:moveTo>
                  <a:lnTo>
                    <a:pt x="10785348" y="6260591"/>
                  </a:lnTo>
                  <a:lnTo>
                    <a:pt x="10785348" y="0"/>
                  </a:lnTo>
                  <a:lnTo>
                    <a:pt x="0" y="0"/>
                  </a:lnTo>
                  <a:lnTo>
                    <a:pt x="0" y="6260591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0183" y="466344"/>
            <a:ext cx="11041380" cy="5733415"/>
            <a:chOff x="710183" y="466344"/>
            <a:chExt cx="11041380" cy="57334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0183" y="466344"/>
              <a:ext cx="11041380" cy="57332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191" y="530352"/>
              <a:ext cx="10863072" cy="55549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5141" y="511302"/>
              <a:ext cx="10901680" cy="5593080"/>
            </a:xfrm>
            <a:custGeom>
              <a:avLst/>
              <a:gdLst/>
              <a:ahLst/>
              <a:cxnLst/>
              <a:rect l="l" t="t" r="r" b="b"/>
              <a:pathLst>
                <a:path w="10901680" h="5593080">
                  <a:moveTo>
                    <a:pt x="0" y="5593080"/>
                  </a:moveTo>
                  <a:lnTo>
                    <a:pt x="10901172" y="5593080"/>
                  </a:lnTo>
                  <a:lnTo>
                    <a:pt x="10901172" y="0"/>
                  </a:lnTo>
                  <a:lnTo>
                    <a:pt x="0" y="0"/>
                  </a:lnTo>
                  <a:lnTo>
                    <a:pt x="0" y="5593080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6759" y="48769"/>
            <a:ext cx="10520680" cy="6786880"/>
            <a:chOff x="746759" y="48769"/>
            <a:chExt cx="10520680" cy="67868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759" y="48769"/>
              <a:ext cx="10520172" cy="67863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767" y="112775"/>
              <a:ext cx="10341864" cy="66080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1717" y="93726"/>
              <a:ext cx="10380345" cy="6646545"/>
            </a:xfrm>
            <a:custGeom>
              <a:avLst/>
              <a:gdLst/>
              <a:ahLst/>
              <a:cxnLst/>
              <a:rect l="l" t="t" r="r" b="b"/>
              <a:pathLst>
                <a:path w="10380345" h="6646545">
                  <a:moveTo>
                    <a:pt x="0" y="6646164"/>
                  </a:moveTo>
                  <a:lnTo>
                    <a:pt x="10379964" y="6646164"/>
                  </a:lnTo>
                  <a:lnTo>
                    <a:pt x="10379964" y="0"/>
                  </a:lnTo>
                  <a:lnTo>
                    <a:pt x="0" y="0"/>
                  </a:lnTo>
                  <a:lnTo>
                    <a:pt x="0" y="664616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0203" y="1496567"/>
            <a:ext cx="9950450" cy="2486025"/>
            <a:chOff x="870203" y="1496567"/>
            <a:chExt cx="9950450" cy="24860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203" y="1496567"/>
              <a:ext cx="9950196" cy="24856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211" y="1560575"/>
              <a:ext cx="9771888" cy="23073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5161" y="1541525"/>
              <a:ext cx="9810115" cy="2345690"/>
            </a:xfrm>
            <a:custGeom>
              <a:avLst/>
              <a:gdLst/>
              <a:ahLst/>
              <a:cxnLst/>
              <a:rect l="l" t="t" r="r" b="b"/>
              <a:pathLst>
                <a:path w="9810115" h="2345690">
                  <a:moveTo>
                    <a:pt x="0" y="2345436"/>
                  </a:moveTo>
                  <a:lnTo>
                    <a:pt x="9809988" y="2345436"/>
                  </a:lnTo>
                  <a:lnTo>
                    <a:pt x="9809988" y="0"/>
                  </a:lnTo>
                  <a:lnTo>
                    <a:pt x="0" y="0"/>
                  </a:lnTo>
                  <a:lnTo>
                    <a:pt x="0" y="23454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13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187" y="67057"/>
            <a:ext cx="10629900" cy="6768465"/>
            <a:chOff x="742187" y="67057"/>
            <a:chExt cx="10629900" cy="67684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187" y="67057"/>
              <a:ext cx="10629900" cy="67680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195" y="131063"/>
              <a:ext cx="10451592" cy="65897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7145" y="112013"/>
              <a:ext cx="10490200" cy="6628130"/>
            </a:xfrm>
            <a:custGeom>
              <a:avLst/>
              <a:gdLst/>
              <a:ahLst/>
              <a:cxnLst/>
              <a:rect l="l" t="t" r="r" b="b"/>
              <a:pathLst>
                <a:path w="10490200" h="6628130">
                  <a:moveTo>
                    <a:pt x="0" y="6627876"/>
                  </a:moveTo>
                  <a:lnTo>
                    <a:pt x="10489692" y="6627876"/>
                  </a:lnTo>
                  <a:lnTo>
                    <a:pt x="10489692" y="0"/>
                  </a:lnTo>
                  <a:lnTo>
                    <a:pt x="0" y="0"/>
                  </a:lnTo>
                  <a:lnTo>
                    <a:pt x="0" y="6627876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1331" y="108204"/>
            <a:ext cx="10673080" cy="6362700"/>
            <a:chOff x="751331" y="108204"/>
            <a:chExt cx="10673080" cy="6362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331" y="108204"/>
              <a:ext cx="10672572" cy="6362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339" y="172212"/>
              <a:ext cx="10494264" cy="61843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6289" y="153162"/>
              <a:ext cx="10532745" cy="6223000"/>
            </a:xfrm>
            <a:custGeom>
              <a:avLst/>
              <a:gdLst/>
              <a:ahLst/>
              <a:cxnLst/>
              <a:rect l="l" t="t" r="r" b="b"/>
              <a:pathLst>
                <a:path w="10532745" h="6223000">
                  <a:moveTo>
                    <a:pt x="0" y="6222491"/>
                  </a:moveTo>
                  <a:lnTo>
                    <a:pt x="10532364" y="6222491"/>
                  </a:lnTo>
                  <a:lnTo>
                    <a:pt x="10532364" y="0"/>
                  </a:lnTo>
                  <a:lnTo>
                    <a:pt x="0" y="0"/>
                  </a:lnTo>
                  <a:lnTo>
                    <a:pt x="0" y="6222491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82CC86-AFB0-4D96-96FF-57B5291F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9FA7DA7-5811-4A51-BD9A-93A105760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985871"/>
            <a:ext cx="8086725" cy="3877985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Text and Reference </a:t>
            </a:r>
            <a:r>
              <a:rPr lang="en-US" sz="1800" b="1" dirty="0" smtClean="0"/>
              <a:t>Books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Higher Engineering Mathematics by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H.K.Daas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Higher Engineering Mathematics by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B.S.Grewal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text book of Engineering Mathematics by N.P. Bali and Manish Goyal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Advanced Engineering Mathematics by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E.Kreyszig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Online Video </a:t>
            </a:r>
            <a:r>
              <a:rPr lang="en-US" sz="1800" b="1" dirty="0" smtClean="0"/>
              <a:t>Sites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NPTEL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Unacademy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Coursera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68992AA-2239-4CFF-9ED3-A9D6DAEBFA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154196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=""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=""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=""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44927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 panose="02000506000000020004" pitchFamily="2" charset="0"/>
                <a:ea typeface="+mn-ea"/>
                <a:cs typeface="Segoe UI" panose="020B0502040204020203" pitchFamily="34" charset="0"/>
              </a:rPr>
              <a:t>Email: </a:t>
            </a:r>
            <a:r>
              <a:rPr lang="en-US" noProof="0" dirty="0">
                <a:solidFill>
                  <a:prstClr val="black"/>
                </a:solidFill>
                <a:latin typeface="Casper" panose="02000506000000020004" pitchFamily="2" charset="0"/>
                <a:cs typeface="Segoe UI" panose="020B0502040204020203" pitchFamily="34" charset="0"/>
              </a:rPr>
              <a:t>s</a:t>
            </a:r>
            <a:r>
              <a:rPr lang="en-US" dirty="0" err="1" smtClean="0">
                <a:solidFill>
                  <a:prstClr val="black"/>
                </a:solidFill>
                <a:latin typeface="Casper" panose="02000506000000020004" pitchFamily="2" charset="0"/>
                <a:cs typeface="Segoe UI" panose="020B0502040204020203" pitchFamily="34" charset="0"/>
              </a:rPr>
              <a:t>hivanibansal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 panose="02000506000000020004" pitchFamily="2" charset="0"/>
                <a:ea typeface="+mn-ea"/>
                <a:cs typeface="Segoe UI" panose="020B0502040204020203" pitchFamily="34" charset="0"/>
              </a:rPr>
              <a:t>.maths@cumail.in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 panose="02000506000000020004" pitchFamily="2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456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446</Words>
  <Application>Microsoft Office PowerPoint</Application>
  <PresentationFormat>Widescreen</PresentationFormat>
  <Paragraphs>240</Paragraphs>
  <Slides>152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65" baseType="lpstr">
      <vt:lpstr>Arial</vt:lpstr>
      <vt:lpstr>Arial Black</vt:lpstr>
      <vt:lpstr>Calibri</vt:lpstr>
      <vt:lpstr>Calibri Light</vt:lpstr>
      <vt:lpstr>Cambria</vt:lpstr>
      <vt:lpstr>Casper</vt:lpstr>
      <vt:lpstr>Casper Bold</vt:lpstr>
      <vt:lpstr>Karla</vt:lpstr>
      <vt:lpstr>Raleway ExtraBold</vt:lpstr>
      <vt:lpstr>Segoe UI</vt:lpstr>
      <vt:lpstr>Times New Roman</vt:lpstr>
      <vt:lpstr>Office Theme</vt:lpstr>
      <vt:lpstr>CorelDRAW</vt:lpstr>
      <vt:lpstr>PowerPoint Presentation</vt:lpstr>
      <vt:lpstr>Introduction to Complex Numbers</vt:lpstr>
      <vt:lpstr>Introduction</vt:lpstr>
      <vt:lpstr>PowerPoint Presentation</vt:lpstr>
      <vt:lpstr>PowerPoint Presentation</vt:lpstr>
      <vt:lpstr>Problem-1</vt:lpstr>
      <vt:lpstr>PowerPoint Presentation</vt:lpstr>
      <vt:lpstr>PowerPoint Presentation</vt:lpstr>
      <vt:lpstr>Definition: Rectangular form of a Complex Number</vt:lpstr>
      <vt:lpstr>Argand Plane</vt:lpstr>
      <vt:lpstr>Illustration:</vt:lpstr>
      <vt:lpstr>Definition: Conjugate of a Complex Number</vt:lpstr>
      <vt:lpstr>Properties of Complex Conjugates</vt:lpstr>
      <vt:lpstr>PowerPoint Presentation</vt:lpstr>
      <vt:lpstr>PowerPoint Presentation</vt:lpstr>
      <vt:lpstr>PowerPoint Presentation</vt:lpstr>
      <vt:lpstr>PowerPoint Presentation</vt:lpstr>
      <vt:lpstr>PROBLEM-1</vt:lpstr>
      <vt:lpstr>PowerPoint Presentation</vt:lpstr>
      <vt:lpstr>PROBLEM-2</vt:lpstr>
      <vt:lpstr>PROBLEM-3</vt:lpstr>
      <vt:lpstr>PowerPoint Presentation</vt:lpstr>
      <vt:lpstr>PROBLEM-4</vt:lpstr>
      <vt:lpstr>PowerPoint Presentation</vt:lpstr>
      <vt:lpstr>PowerPoint Presentation</vt:lpstr>
      <vt:lpstr>PROBLEM-5</vt:lpstr>
      <vt:lpstr>Solution:</vt:lpstr>
      <vt:lpstr>PROBLEM-6</vt:lpstr>
      <vt:lpstr>PowerPoint Presentation</vt:lpstr>
      <vt:lpstr>PROBLEM-7</vt:lpstr>
      <vt:lpstr>PowerPoint Presentation</vt:lpstr>
      <vt:lpstr>PowerPoint Presentation</vt:lpstr>
      <vt:lpstr>PROBLEM-8</vt:lpstr>
      <vt:lpstr>PowerPoint Presentation</vt:lpstr>
      <vt:lpstr>3. Real and Imaginary Parts of  Exponential Function</vt:lpstr>
      <vt:lpstr>Theorem</vt:lpstr>
      <vt:lpstr>PROBLEM: Split up into real and imaginary parts</vt:lpstr>
      <vt:lpstr>PROBLEM</vt:lpstr>
      <vt:lpstr>4. Logarithmic Functions</vt:lpstr>
      <vt:lpstr>PowerPoint Presentation</vt:lpstr>
      <vt:lpstr>PowerPoint Presentation</vt:lpstr>
      <vt:lpstr>Solution: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Problem:</vt:lpstr>
      <vt:lpstr>PowerPoint Presentation</vt:lpstr>
      <vt:lpstr>PowerPoint Presentation</vt:lpstr>
      <vt:lpstr>Definition: General exponential function</vt:lpstr>
      <vt:lpstr>Problem:</vt:lpstr>
      <vt:lpstr>PowerPoint Presentation</vt:lpstr>
      <vt:lpstr>Problem:</vt:lpstr>
      <vt:lpstr>PowerPoint Presentation</vt:lpstr>
      <vt:lpstr>Problem:</vt:lpstr>
      <vt:lpstr>PowerPoint Presentation</vt:lpstr>
      <vt:lpstr>5. Circular Functions of a  Complex Number</vt:lpstr>
      <vt:lpstr>PowerPoint Presentation</vt:lpstr>
      <vt:lpstr>Euler’s Theorem</vt:lpstr>
      <vt:lpstr>Periodicity of Circular Functions</vt:lpstr>
      <vt:lpstr>PowerPoint Presentation</vt:lpstr>
      <vt:lpstr>Trigonometrical formulae  for complex quantities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Problem:</vt:lpstr>
      <vt:lpstr>PowerPoint Presentation</vt:lpstr>
      <vt:lpstr>Problem:</vt:lpstr>
      <vt:lpstr>Problem:</vt:lpstr>
      <vt:lpstr>PowerPoint Presentation</vt:lpstr>
      <vt:lpstr>PowerPoint Presentation</vt:lpstr>
      <vt:lpstr>PowerPoint Presentation</vt:lpstr>
      <vt:lpstr>Problem:</vt:lpstr>
      <vt:lpstr>PowerPoint Presentation</vt:lpstr>
      <vt:lpstr>PowerPoint Presentation</vt:lpstr>
      <vt:lpstr>PowerPoint Presentation</vt:lpstr>
      <vt:lpstr>Problem:</vt:lpstr>
      <vt:lpstr>Problem:</vt:lpstr>
      <vt:lpstr>PowerPoint Presentation</vt:lpstr>
      <vt:lpstr>Problem:</vt:lpstr>
      <vt:lpstr>PowerPoint Presentation</vt:lpstr>
      <vt:lpstr>PowerPoint Presentation</vt:lpstr>
      <vt:lpstr>6. Hyperbolic Functions</vt:lpstr>
      <vt:lpstr>PowerPoint Presentation</vt:lpstr>
      <vt:lpstr>PowerPoint Presentation</vt:lpstr>
      <vt:lpstr>RELATIONS BETWEEN HYPERBOLIC AND  CIRCULAR FUNCTIONS</vt:lpstr>
      <vt:lpstr>PowerPoint Presentation</vt:lpstr>
      <vt:lpstr>PROVE THAT HYPERBOLIC FUNCTIONS ARE PERIODIC  AND FIND THEIR PERIODS</vt:lpstr>
      <vt:lpstr>PowerPoint Presentation</vt:lpstr>
      <vt:lpstr>PowerPoint Presentation</vt:lpstr>
      <vt:lpstr>PowerPoint Presentation</vt:lpstr>
      <vt:lpstr>FORMULA FOR HYPERBOLIC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 Inverse Functions</vt:lpstr>
      <vt:lpstr>PowerPoint Presentation</vt:lpstr>
      <vt:lpstr>PowerPoint Presentation</vt:lpstr>
      <vt:lpstr>7.2 Inverse Hyperbolic Functions</vt:lpstr>
      <vt:lpstr>PowerPoint Presentation</vt:lpstr>
      <vt:lpstr>PowerPoint Presentation</vt:lpstr>
      <vt:lpstr>PowerPoint Presentation</vt:lpstr>
      <vt:lpstr>PowerPoint Presentation</vt:lpstr>
      <vt:lpstr>Problem:</vt:lpstr>
      <vt:lpstr>PowerPoint Presentation</vt:lpstr>
      <vt:lpstr>PowerPoint Presentation</vt:lpstr>
      <vt:lpstr>PowerPoint Presentation</vt:lpstr>
      <vt:lpstr>Problem:</vt:lpstr>
      <vt:lpstr>PowerPoint Presentation</vt:lpstr>
      <vt:lpstr>8. Summation of Trigonometric Series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 Material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Shivani Bansal</dc:creator>
  <cp:lastModifiedBy>Rabdeep</cp:lastModifiedBy>
  <cp:revision>1</cp:revision>
  <dcterms:created xsi:type="dcterms:W3CDTF">2023-07-05T10:01:49Z</dcterms:created>
  <dcterms:modified xsi:type="dcterms:W3CDTF">2023-07-05T10:06:17Z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2023-07-05T00:00:00Z</vt:filetime>
  </property>
</Properties>
</file>