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15"/>
  </p:notesMasterIdLst>
  <p:handoutMasterIdLst>
    <p:handoutMasterId r:id="rId16"/>
  </p:handoutMasterIdLst>
  <p:sldIdLst>
    <p:sldId id="662" r:id="rId3"/>
    <p:sldId id="280" r:id="rId4"/>
    <p:sldId id="294" r:id="rId5"/>
    <p:sldId id="327" r:id="rId6"/>
    <p:sldId id="328" r:id="rId7"/>
    <p:sldId id="334" r:id="rId8"/>
    <p:sldId id="336" r:id="rId9"/>
    <p:sldId id="337" r:id="rId10"/>
    <p:sldId id="335" r:id="rId11"/>
    <p:sldId id="333" r:id="rId12"/>
    <p:sldId id="326" r:id="rId13"/>
    <p:sldId id="27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29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416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321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946DCE-6C3D-ADE0-B543-576B37855172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3446" y="0"/>
            <a:ext cx="882927" cy="785252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0B91ACD7-B17E-0ED4-BFC6-F06F44096F50}"/>
              </a:ext>
            </a:extLst>
          </p:cNvPr>
          <p:cNvPicPr/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6373" y="49261"/>
            <a:ext cx="1079146" cy="688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AB0853-8FBC-106D-F41B-6959AAB258E2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5519" y="58916"/>
            <a:ext cx="1916480" cy="64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hf hdr="0" ftr="0" dt="0"/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software-engineering-software-design-process/" TargetMode="External"/><Relationship Id="rId2" Type="http://schemas.openxmlformats.org/officeDocument/2006/relationships/hyperlink" Target="https://www.tutorialspoint.com/software_engineering/software_design_basics.ht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javatpoint.com/software-engineering-software-design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3;p1"/>
          <p:cNvSpPr/>
          <p:nvPr/>
        </p:nvSpPr>
        <p:spPr>
          <a:xfrm>
            <a:off x="501445" y="4837797"/>
            <a:ext cx="10958052" cy="151855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2662" y="4891470"/>
            <a:ext cx="4156822" cy="1236591"/>
          </a:xfrm>
        </p:spPr>
        <p:txBody>
          <a:bodyPr>
            <a:noAutofit/>
          </a:bodyPr>
          <a:lstStyle/>
          <a:p>
            <a:pPr algn="l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Er. Jagmeet Kaur</a:t>
            </a:r>
          </a:p>
          <a:p>
            <a:pPr algn="l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E8387</a:t>
            </a:r>
          </a:p>
          <a:p>
            <a:pPr algn="l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l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 </a:t>
            </a:r>
          </a:p>
        </p:txBody>
      </p:sp>
      <p:sp>
        <p:nvSpPr>
          <p:cNvPr id="7" name="Google Shape;100;p1"/>
          <p:cNvSpPr/>
          <p:nvPr/>
        </p:nvSpPr>
        <p:spPr>
          <a:xfrm flipH="1">
            <a:off x="9344623" y="4901508"/>
            <a:ext cx="2466377" cy="1712909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lIns="75585" tIns="37782" rIns="75585" bIns="37782" anchor="ctr"/>
          <a:lstStyle/>
          <a:p>
            <a:pPr algn="ctr">
              <a:defRPr/>
            </a:pPr>
            <a:endParaRPr sz="1488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01;p1"/>
          <p:cNvSpPr txBox="1"/>
          <p:nvPr/>
        </p:nvSpPr>
        <p:spPr>
          <a:xfrm>
            <a:off x="7158646" y="5490468"/>
            <a:ext cx="4075113" cy="534988"/>
          </a:xfrm>
          <a:prstGeom prst="rect">
            <a:avLst/>
          </a:prstGeom>
          <a:noFill/>
          <a:ln>
            <a:noFill/>
          </a:ln>
        </p:spPr>
        <p:txBody>
          <a:bodyPr spcFirstLastPara="1" lIns="75585" tIns="37782" rIns="75585" bIns="37782">
            <a:spAutoFit/>
          </a:bodyPr>
          <a:lstStyle/>
          <a:p>
            <a:pPr>
              <a:defRPr/>
            </a:pPr>
            <a:r>
              <a:rPr lang="en-US" sz="1653" b="1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DISCOVER . </a:t>
            </a:r>
            <a:r>
              <a:rPr lang="en-US" sz="1653" b="1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LEARN</a:t>
            </a:r>
            <a:r>
              <a:rPr lang="en-US" sz="1653" b="1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. EMPOWER</a:t>
            </a:r>
            <a:endParaRPr sz="992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defRPr/>
            </a:pPr>
            <a:endParaRPr sz="1323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4;p1"/>
          <p:cNvSpPr/>
          <p:nvPr/>
        </p:nvSpPr>
        <p:spPr>
          <a:xfrm>
            <a:off x="1826198" y="5901986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03;p1"/>
          <p:cNvSpPr txBox="1"/>
          <p:nvPr/>
        </p:nvSpPr>
        <p:spPr>
          <a:xfrm>
            <a:off x="910729" y="1207782"/>
            <a:ext cx="9722858" cy="2843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University Institute of Engineering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 OF COMPUTER SCIENCE &amp; ENGINEERING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Name: Software Engineering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Code: 23CST-206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09/12/24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4A37A-AFC2-4A01-80A1-FC20F2C0D5BB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3446" y="0"/>
            <a:ext cx="882927" cy="785252"/>
          </a:xfrm>
          <a:prstGeom prst="rect">
            <a:avLst/>
          </a:prstGeom>
        </p:spPr>
      </p:pic>
      <p:pic>
        <p:nvPicPr>
          <p:cNvPr id="15" name="Picture 14" descr="National Board of Accreditation - Wikipedia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6373" y="49261"/>
            <a:ext cx="1079146" cy="6883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A3E7AC5-0170-6A4D-3DDF-A62478ECD17A}"/>
              </a:ext>
            </a:extLst>
          </p:cNvPr>
          <p:cNvSpPr txBox="1"/>
          <p:nvPr/>
        </p:nvSpPr>
        <p:spPr>
          <a:xfrm>
            <a:off x="4719484" y="3934196"/>
            <a:ext cx="21976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Design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F0B105-58BC-C11C-1CFE-904A3F19CC8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5519" y="58916"/>
            <a:ext cx="1916480" cy="64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940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958851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itchFamily="18" charset="0"/>
              </a:rPr>
              <a:t>Chapter-4</a:t>
            </a:r>
            <a:br>
              <a:rPr lang="en-US" sz="3600" dirty="0">
                <a:latin typeface="Times New Roman" panose="02020603050405020304" pitchFamily="18" charset="0"/>
                <a:cs typeface="Times New Roman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Design</a:t>
            </a:r>
            <a:endParaRPr lang="en-US" sz="36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Design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07720" y="681037"/>
            <a:ext cx="10515600" cy="973455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Footer Placeholder 9">
            <a:extLst>
              <a:ext uri="{FF2B5EF4-FFF2-40B4-BE49-F238E27FC236}">
                <a16:creationId xmlns:a16="http://schemas.microsoft.com/office/drawing/2014/main" id="{3EC8677D-107F-ED29-08C2-AF26A3BFD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17581"/>
            <a:ext cx="10515600" cy="822307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Design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model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 Software Engineering is an object-based picture or pictures that represent the use cases for a system.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to put it another way, it is the means to describe a system's implementation and source code in a diagrammatic fashion.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type of representation has a couple of advantages.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First, it is a simpler representation than words alone.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Second, a group of people can look at these simple diagrams and quickly get the general idea behind a system. In the end, it boils down to the old adage, 'a picture is worth a thousand words.'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Footer Placeholder 9">
            <a:extLst>
              <a:ext uri="{FF2B5EF4-FFF2-40B4-BE49-F238E27FC236}">
                <a16:creationId xmlns:a16="http://schemas.microsoft.com/office/drawing/2014/main" id="{9ABBF9C9-3B87-BF7D-C50A-E0D9230DE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17581"/>
            <a:ext cx="10515600" cy="873107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Design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design elements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design element produced a model of data that represent a high level of abstraction.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model is then more refined into more implementation specific representation which is processed by the computer based system.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structure of data is the most important part of the software design.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1F44BFAC-BB73-531F-C72B-FBB17BE87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39096"/>
            <a:ext cx="10515600" cy="851592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Design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 design elements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architecture design elements provides us overall view of the system.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architectural design element is generally represented as a set of interconnected subsystem that are derived from analysis packages in the requirement model.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architecture model is derived from following sources: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information about the application domain to built the software.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model elements like data flow diagram or analysis classes, relationship and collaboration between them.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architectural style and pattern as per availability.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6DB02B23-B83B-709D-FD33-C38997CE4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71369"/>
            <a:ext cx="10515600" cy="819319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Types of Design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design elements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interface design elements for software represents the information flow within it and out of the system.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communicate between the components defined as part of architecture.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 are the important elements of the interface design: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The user interface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The external interface to the other systems, networks etc.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The internal interface between various components.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F5C96392-26B0-98D6-F74D-95D74A545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71369"/>
            <a:ext cx="10515600" cy="819319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Design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level diagram elements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component level design for software is similar to the set of detailed specification of each room in a house.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component level design for the software completely describes the internal details of the each software component.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processing of data structure occurs in a component and an interface which allows all the component operations.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context of object-oriented software engineering, a component shown in a UML diagram.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UML diagram is used to represent the processing logic.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880DDB10-AE08-9D40-7BA1-088B24444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06450"/>
            <a:ext cx="10515600" cy="884238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Types of Design Elements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68610" name="Picture 2" descr="componet level digram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84275" y="2381250"/>
            <a:ext cx="10143203" cy="2400300"/>
          </a:xfrm>
          <a:prstGeom prst="rect">
            <a:avLst/>
          </a:prstGeom>
          <a:noFill/>
        </p:spPr>
      </p:pic>
      <p:sp>
        <p:nvSpPr>
          <p:cNvPr id="3" name="Footer Placeholder 9">
            <a:extLst>
              <a:ext uri="{FF2B5EF4-FFF2-40B4-BE49-F238E27FC236}">
                <a16:creationId xmlns:a16="http://schemas.microsoft.com/office/drawing/2014/main" id="{673BE975-A557-57E5-C340-EF8B077C8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85308"/>
            <a:ext cx="10515600" cy="9053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Design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level design elements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deployment level design element shows the software functionality and subsystem that allocated in the physical computing environment which support the software.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 figure shows  three computing environment as shown. These are the personal computer, the CPI server and the Control panel.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AE72D4F0-1413-A863-828F-D489EF0E9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72706" name="Picture 2" descr="deployment diagram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70125" y="476250"/>
            <a:ext cx="5292725" cy="5502635"/>
          </a:xfrm>
          <a:prstGeom prst="rect">
            <a:avLst/>
          </a:prstGeom>
          <a:noFill/>
        </p:spPr>
      </p:pic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FEFE8EE3-6310-AE9F-19B2-114E91F7B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hlinkClick r:id="rId2"/>
              </a:rPr>
              <a:t>https://www.tutorialspoint.com/software_engineering/software_design_basics.htm#:~:text=Software%20design%20is%20a%20process,in%20software%20coding%20and%20implementation.&amp;text=Software%20design%20is%20the%20first,problem%20domain%20to%20solution%20domain.</a:t>
            </a:r>
            <a:endParaRPr lang="en-US" dirty="0"/>
          </a:p>
          <a:p>
            <a:r>
              <a:rPr lang="en-US" dirty="0">
                <a:hlinkClick r:id="rId3"/>
              </a:rPr>
              <a:t>https://www.geeksforgeeks.org/software-engineering-software-design-process/</a:t>
            </a:r>
            <a:endParaRPr lang="en-US" dirty="0"/>
          </a:p>
          <a:p>
            <a:r>
              <a:rPr lang="en-US" dirty="0">
                <a:hlinkClick r:id="rId4"/>
              </a:rPr>
              <a:t>https://www.javatpoint.com/software-engineering-software-design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796066"/>
            <a:ext cx="10515600" cy="89462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pPr algn="ctr"/>
            <a:b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  <a:b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9782F5DC-3AFD-C24A-80BE-B7CEAD69A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9142145"/>
                </p:ext>
              </p:extLst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2" imgW="2169000" imgH="2169360" progId="">
                    <p:embed/>
                  </p:oleObj>
                </mc:Choice>
                <mc:Fallback>
                  <p:oleObj name="CorelDRAW" r:id="rId2" imgW="2169000" imgH="2169360" progId="">
                    <p:embed/>
                    <p:pic>
                      <p:nvPicPr>
                        <p:cNvPr id="0" name="Picture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F2D2C76D-492F-21EE-0DEF-81D0E6E6C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1784</TotalTime>
  <Words>784</Words>
  <Application>Microsoft Macintosh PowerPoint</Application>
  <PresentationFormat>Widescreen</PresentationFormat>
  <Paragraphs>75</Paragraphs>
  <Slides>12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Arial Black</vt:lpstr>
      <vt:lpstr>Calibri</vt:lpstr>
      <vt:lpstr>Calibri Light</vt:lpstr>
      <vt:lpstr>Casper</vt:lpstr>
      <vt:lpstr>Times New Roman</vt:lpstr>
      <vt:lpstr>1_Office Theme</vt:lpstr>
      <vt:lpstr>Contents Slide Master</vt:lpstr>
      <vt:lpstr>CorelDRAW</vt:lpstr>
      <vt:lpstr>PowerPoint Presentation</vt:lpstr>
      <vt:lpstr>Chapter-4 Software Design</vt:lpstr>
      <vt:lpstr>Design Model</vt:lpstr>
      <vt:lpstr>Types of Design Elements</vt:lpstr>
      <vt:lpstr>Types of Design Elements</vt:lpstr>
      <vt:lpstr>Types of Design Elements</vt:lpstr>
      <vt:lpstr>Types of Design Elements</vt:lpstr>
      <vt:lpstr>Types of Design Elements</vt:lpstr>
      <vt:lpstr>Types of Design Elements</vt:lpstr>
      <vt:lpstr>PowerPoint Presentation</vt:lpstr>
      <vt:lpstr> References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Jagmeet Kaur</cp:lastModifiedBy>
  <cp:revision>233</cp:revision>
  <dcterms:created xsi:type="dcterms:W3CDTF">2019-01-09T10:33:58Z</dcterms:created>
  <dcterms:modified xsi:type="dcterms:W3CDTF">2024-12-12T06:34:53Z</dcterms:modified>
</cp:coreProperties>
</file>