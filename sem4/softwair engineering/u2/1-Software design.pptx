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5"/>
  </p:notesMasterIdLst>
  <p:handoutMasterIdLst>
    <p:handoutMasterId r:id="rId26"/>
  </p:handoutMasterIdLst>
  <p:sldIdLst>
    <p:sldId id="662" r:id="rId3"/>
    <p:sldId id="280" r:id="rId4"/>
    <p:sldId id="294" r:id="rId5"/>
    <p:sldId id="327" r:id="rId6"/>
    <p:sldId id="337" r:id="rId7"/>
    <p:sldId id="336" r:id="rId8"/>
    <p:sldId id="338" r:id="rId9"/>
    <p:sldId id="339" r:id="rId10"/>
    <p:sldId id="328" r:id="rId11"/>
    <p:sldId id="329" r:id="rId12"/>
    <p:sldId id="333" r:id="rId13"/>
    <p:sldId id="334" r:id="rId14"/>
    <p:sldId id="332" r:id="rId15"/>
    <p:sldId id="331" r:id="rId16"/>
    <p:sldId id="343" r:id="rId17"/>
    <p:sldId id="330" r:id="rId18"/>
    <p:sldId id="335" r:id="rId19"/>
    <p:sldId id="340" r:id="rId20"/>
    <p:sldId id="341" r:id="rId21"/>
    <p:sldId id="342" r:id="rId22"/>
    <p:sldId id="326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32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C5B66C-99AC-E58B-1AD4-FB6A4D39F17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0DF8424-0F48-F8E6-4EDF-51E30885C222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D3261F-CD2A-871D-82F4-3F86CF5E453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-software-design-process/" TargetMode="External"/><Relationship Id="rId2" Type="http://schemas.openxmlformats.org/officeDocument/2006/relationships/hyperlink" Target="https://www.tutorialspoint.com/software_engineering/software_design_basics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avatpoint.com/software-engineering-software-design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Jagmeet Kaur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E8387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1207782"/>
            <a:ext cx="9722858" cy="284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OF COMPUTER SCIENCE &amp;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Software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23CST-206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09/12/24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3E7AC5-0170-6A4D-3DDF-A62478ECD17A}"/>
              </a:ext>
            </a:extLst>
          </p:cNvPr>
          <p:cNvSpPr txBox="1"/>
          <p:nvPr/>
        </p:nvSpPr>
        <p:spPr>
          <a:xfrm>
            <a:off x="4719484" y="3934196"/>
            <a:ext cx="2197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</a:t>
            </a:r>
          </a:p>
        </p:txBody>
      </p:sp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58851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itchFamily="18" charset="0"/>
              </a:rPr>
              <a:t>Chapter-4</a:t>
            </a:r>
            <a:br>
              <a:rPr lang="en-US" sz="36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</a:t>
            </a:r>
            <a:endParaRPr lang="en-US" sz="36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Design process and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4614" y="696357"/>
            <a:ext cx="10515600" cy="9588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428F5638-89D1-8F59-7F54-CC9F0907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Software Design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is a process to transform user requirements into some suitable form, which helps the programmer in software coding and implementation.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assessing user requirements, an SRS (Software Requirement Specification) document is created whereas for coding and implementation, there is a need of more specific and detailed requirements in software terms. The output of this process can directly be used into implementation in programming languages.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0738A61B-D716-7803-20CF-E698FAF3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is the step in SDLC (Software Design Life Cycle), which moves the concentration from problem domain to solution domain. </a:t>
            </a: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tries to specify how to fulfill the requirements mentioned in SRS.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9B9291F2-7018-9570-AD7E-79BAD4B6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7581"/>
            <a:ext cx="10515600" cy="87310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sper Bold"/>
              </a:rPr>
              <a:t>DIFFERENCE BETWEEN ANALYSIS AND DESIGN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spcBef>
                <a:spcPts val="8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analysis is to understand the problem with a view to eliminate any deficiencies in the requirement specification such as incompleteness,  inconsistencies, etc. </a:t>
            </a:r>
          </a:p>
          <a:p>
            <a:pPr marL="342900" indent="-342900" algn="just">
              <a:spcBef>
                <a:spcPts val="8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8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which we are trying to build may be or may not be ready. </a:t>
            </a:r>
          </a:p>
          <a:p>
            <a:pPr marL="342900" indent="-342900" algn="just">
              <a:spcBef>
                <a:spcPts val="8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8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design is to produce a model that will provide a seamless transition to the coding phase, i.e. once the requirements are analyzed and found to be satisfactory, a design model is created which can be easily implemented.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A1901141-0F67-3171-6BFA-474F36C1D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Software Design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spcBef>
                <a:spcPts val="8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deals with transforming the customer requirements, as described in the SRS document, into a form (a set of documents) that is suitable for implementation in a programming language.</a:t>
            </a:r>
          </a:p>
          <a:p>
            <a:pPr marL="342900" indent="-342900" algn="just">
              <a:spcBef>
                <a:spcPts val="8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8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software design is seldom arrived by using a single step procedure but rather through several iterations through a series of steps. </a:t>
            </a:r>
          </a:p>
          <a:p>
            <a:pPr marL="342900" indent="-342900" algn="just">
              <a:spcBef>
                <a:spcPts val="8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8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activities can be broadly classified into two important parts:</a:t>
            </a:r>
          </a:p>
          <a:p>
            <a:pPr marL="800100" lvl="1" indent="-342900" algn="just">
              <a:spcBef>
                <a:spcPts val="80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Preliminary (or high-level) design and </a:t>
            </a:r>
          </a:p>
          <a:p>
            <a:pPr marL="800100" lvl="1" indent="-342900" algn="just">
              <a:spcBef>
                <a:spcPts val="800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Detailed design. </a:t>
            </a:r>
          </a:p>
          <a:p>
            <a:endParaRPr lang="en-US" sz="2400" dirty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A21F7410-3303-43FF-9BA8-F720FA3B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81931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OR HIGH LEVEL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 algn="just">
              <a:spcBef>
                <a:spcPts val="888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design means identification of different modules and the control relationships among them and the definition of the interfaces among these modules.</a:t>
            </a:r>
          </a:p>
          <a:p>
            <a:pPr marL="342900" indent="-342900" algn="just">
              <a:spcBef>
                <a:spcPts val="888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888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outcome of high-level design is called the program structure or software architecture.</a:t>
            </a:r>
          </a:p>
          <a:p>
            <a:pPr marL="342900" indent="-342900" algn="just">
              <a:spcBef>
                <a:spcPts val="888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888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different types of notations have been used to represent a high-level design.</a:t>
            </a:r>
          </a:p>
          <a:p>
            <a:pPr marL="342900" indent="-342900" algn="just">
              <a:spcBef>
                <a:spcPts val="888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888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popular way is to use a tree-like diagram called the structure chart to represent the control hierarchy in a high-level design.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8AF98D9F-7DAC-CBF8-B3B3-217E0901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819319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Casper Bold"/>
              </a:rPr>
              <a:t>DETAILED DESIGN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just">
              <a:spcBef>
                <a:spcPts val="82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detailed design, the data structure and the algorithms of the different modules are designed. </a:t>
            </a:r>
          </a:p>
          <a:p>
            <a:pPr marL="342900" indent="-342900" algn="just">
              <a:spcBef>
                <a:spcPts val="825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82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outcome of the detailed design stage is usually known as the module-specification document.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8055A8AB-F2F8-DC04-2594-539FE690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8188"/>
            <a:ext cx="10515600" cy="671700"/>
          </a:xfrm>
        </p:spPr>
        <p:txBody>
          <a:bodyPr>
            <a:noAutofit/>
          </a:bodyPr>
          <a:lstStyle/>
          <a:p>
            <a:pPr algn="ctr"/>
            <a:br>
              <a:rPr lang="en-US" sz="3600" dirty="0"/>
            </a:br>
            <a:r>
              <a:rPr lang="en-US" sz="3600" dirty="0"/>
              <a:t>Software Design Levels</a:t>
            </a:r>
            <a:br>
              <a:rPr lang="en-US" dirty="0"/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yields three levels of results: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 -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architectural design is the highest abstract version of the system. It identifies the software as a system with many components interacting with each other. At this level, the designers get the idea of proposed solution domain.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Design-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high-level design breaks the ‘single entity-multiple component’ concept of architectural design into less-abstracted view of sub-systems and modules and depicts their interaction with each other. High-level design focuses on how the system along with all of its components can be implemented in forms of modules. It recognizes modular structure of each sub-system and their relation and interaction among each other.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Design-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Detailed design deals with the implementation part of what is seen as a system and its sub-systems in the previous two designs. It is more detailed towards modules and their implementations. It defines logical structure of each module and their interfaces to communicate with other modules.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08354C34-7E68-37F8-C84F-960217C0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2429"/>
            <a:ext cx="10515600" cy="103746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Casper Bold"/>
              </a:rPr>
              <a:t>Items developed during the software design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6526"/>
            <a:ext cx="10515600" cy="5061473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design to be easily implemented in a conventional programming language, the following items must be designed during the design phase.</a:t>
            </a:r>
          </a:p>
          <a:p>
            <a:pPr marL="342900" indent="-34290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modules required to implement the design solution. </a:t>
            </a:r>
          </a:p>
          <a:p>
            <a:pPr marL="342900" indent="-34290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relationship among the identified modules. The relationship is also known as the call relationship or invocation relationship among modules. </a:t>
            </a:r>
          </a:p>
          <a:p>
            <a:pPr marL="342900" indent="-34290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among different modules. The interface among different modules identifies the exact data items exchanged among the modules. </a:t>
            </a:r>
          </a:p>
          <a:p>
            <a:pPr marL="342900" indent="-34290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of the individual modules. </a:t>
            </a:r>
          </a:p>
          <a:p>
            <a:pPr marL="342900" indent="-342900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required to implement each individual module.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A28C62E5-8507-9DF8-8728-FE7D3267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58851"/>
          </a:xfrm>
        </p:spPr>
        <p:txBody>
          <a:bodyPr>
            <a:noAutofit/>
          </a:bodyPr>
          <a:lstStyle/>
          <a:p>
            <a:pPr algn="ctr"/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GOOD 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should be correct as per requirement.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Completeness: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should have all components like data structures, modules, and external interfaces, etc.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should be used efficiently by the program.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Able to modify on changing needs.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should not be any inconsistency in the design.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The design should be so simple so that it can be easily maintainable by other designers.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BAFC8E2E-FC9F-302E-FB92-8AF39132F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76851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Software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phase of software development deals with transforming the customer requirements as described in the SRS documents into a form implementable using a programming language.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design process can be divided into the following three levels of phases of design: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Design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A02D9978-5FBA-86D9-5576-BB6DA3BA1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3131" y="720407"/>
            <a:ext cx="8596789" cy="5635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895BC33E-E0BD-5F6C-FCDD-0219C5B47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58851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Interface Design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 is the specification of the interaction between a system and its environment.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phase proceeds at a high level of abstraction with respect to the inner workings of the system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during interface design, the internal of the systems are completely ignored and the system is treated as a black box.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239F6896-CBBA-53D8-A623-1A8EA483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4551"/>
            <a:ext cx="10515600" cy="916137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is focused on the dialogue between the target system and the users, devices, and other systems with which it interacts.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problem statement produced during the problem analysis step should identify the people, other systems, and devices which are collectively called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C2B1B65D-41DC-570A-A223-E7F9B3E7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4551"/>
            <a:ext cx="10515600" cy="865337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 should include the following details: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description of events in the environment, or messages from agents to which the system must respond.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description of the events or messages that the system must produce.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 on the data, and the formats of the data coming into and going out of the system.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 of the ordering and timing relationships between incoming events or messages, and outgoing events or outputs.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681CF946-FF08-6D1F-D9D7-81CAAE71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6066"/>
            <a:ext cx="10515600" cy="84382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Architectural Design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 is the specification of the major components of a system, their responsibilities, properties, interfaces, and the relationships and interactions between them.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architectural design, the overall structure of the system is chosen, but the internal details of major components are ignored.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31237849-8D47-2E77-4818-7CAD1AA6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5308"/>
            <a:ext cx="10515600" cy="90538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Architectural Design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 architectural design includes: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decomposition of the systems into major components.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of functional responsibilities to components.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Interfaces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scaling and performance properties, resource consumption properties, reliability properties, and so forth.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interaction between components.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architectural design adds important details ignored during the interface design. Design of the internals of the major components is ignored until the last phase of the design.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F167DA07-ADB3-0FA4-5D03-516AF790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7581"/>
            <a:ext cx="10515600" cy="87310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Detailed Design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specification of the internal elements of all major system components, their properties, relationships, processing, and often their algorithms and the data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585FA59D-1D7A-0542-CDD0-45556038A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8339"/>
            <a:ext cx="10515600" cy="86234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Detailed Design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detailed design may include: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 of major system components into program units.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of functional responsibilities to units.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states and state changes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control interaction between units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packaging and implementation, including issues of scope and visibility of program elements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and data structures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1484E50F-189A-ECB2-B4BE-E510095A3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hlinkClick r:id="rId2"/>
              </a:rPr>
              <a:t>https://www.tutorialspoint.com/software_engineering/software_design_basics.htm#:~:text=Software%20design%20is%20a%20process,in%20software%20coding%20and%20implementation.&amp;text=Software%20design%20is%20the%20first,problem%20domain%20to%20solution%20domain.</a:t>
            </a:r>
            <a:endParaRPr lang="en-US" dirty="0"/>
          </a:p>
          <a:p>
            <a:r>
              <a:rPr lang="en-US" dirty="0">
                <a:hlinkClick r:id="rId3"/>
              </a:rPr>
              <a:t>https://www.geeksforgeeks.org/software-engineering-software-design-process/</a:t>
            </a:r>
            <a:endParaRPr lang="en-US" dirty="0"/>
          </a:p>
          <a:p>
            <a:r>
              <a:rPr lang="en-US" dirty="0">
                <a:hlinkClick r:id="rId4"/>
              </a:rPr>
              <a:t>https://www.javatpoint.com/software-engineering-software-design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946673"/>
            <a:ext cx="10515600" cy="74401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C3D2B014-7356-F05C-747E-4FB7167F6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4C73E654-656E-0AF3-3229-F889DF68C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1563</TotalTime>
  <Words>1680</Words>
  <Application>Microsoft Macintosh PowerPoint</Application>
  <PresentationFormat>Widescreen</PresentationFormat>
  <Paragraphs>155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Casper</vt:lpstr>
      <vt:lpstr>Casper Bold</vt:lpstr>
      <vt:lpstr>Times New Roman</vt:lpstr>
      <vt:lpstr>1_Office Theme</vt:lpstr>
      <vt:lpstr>Contents Slide Master</vt:lpstr>
      <vt:lpstr>CorelDRAW</vt:lpstr>
      <vt:lpstr>PowerPoint Presentation</vt:lpstr>
      <vt:lpstr>Chapter-4 Software Design</vt:lpstr>
      <vt:lpstr> Software Design </vt:lpstr>
      <vt:lpstr>Software Design</vt:lpstr>
      <vt:lpstr>DIFFERENCE BETWEEN ANALYSIS AND DESIGN</vt:lpstr>
      <vt:lpstr>Software Design </vt:lpstr>
      <vt:lpstr>PRELIMINARY OR HIGH LEVEL DESIGN</vt:lpstr>
      <vt:lpstr>DETAILED DESIGN</vt:lpstr>
      <vt:lpstr> Software Design Levels </vt:lpstr>
      <vt:lpstr>Items developed during the software design</vt:lpstr>
      <vt:lpstr> CHARACTERISTICS OF GOOD SOFTWARE DESIGN</vt:lpstr>
      <vt:lpstr>Software Design Process</vt:lpstr>
      <vt:lpstr>PowerPoint Presentation</vt:lpstr>
      <vt:lpstr>Interface Design</vt:lpstr>
      <vt:lpstr>Interface Design</vt:lpstr>
      <vt:lpstr>Interface Design</vt:lpstr>
      <vt:lpstr>Architectural Design</vt:lpstr>
      <vt:lpstr>Architectural Design</vt:lpstr>
      <vt:lpstr>Detailed Design</vt:lpstr>
      <vt:lpstr>Detailed Design</vt:lpstr>
      <vt:lpstr> 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Jagmeet Kaur</cp:lastModifiedBy>
  <cp:revision>222</cp:revision>
  <dcterms:created xsi:type="dcterms:W3CDTF">2019-01-09T10:33:58Z</dcterms:created>
  <dcterms:modified xsi:type="dcterms:W3CDTF">2024-12-16T05:52:47Z</dcterms:modified>
</cp:coreProperties>
</file>