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4"/>
  </p:notesMasterIdLst>
  <p:handoutMasterIdLst>
    <p:handoutMasterId r:id="rId15"/>
  </p:handoutMasterIdLst>
  <p:sldIdLst>
    <p:sldId id="662" r:id="rId3"/>
    <p:sldId id="280" r:id="rId4"/>
    <p:sldId id="326" r:id="rId5"/>
    <p:sldId id="344" r:id="rId6"/>
    <p:sldId id="348" r:id="rId7"/>
    <p:sldId id="349" r:id="rId8"/>
    <p:sldId id="327" r:id="rId9"/>
    <p:sldId id="345" r:id="rId10"/>
    <p:sldId id="350" r:id="rId11"/>
    <p:sldId id="284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F5B"/>
    <a:srgbClr val="ED8137"/>
    <a:srgbClr val="BC8F00"/>
    <a:srgbClr val="860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2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1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12/10/24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12/10/24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292CD6-74EF-4A3C-2798-2BFDA5A59CB8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D62B0BE-9DC4-202C-9C05-D8124A443F6A}"/>
              </a:ext>
            </a:extLst>
          </p:cNvPr>
          <p:cNvPicPr/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975818" cy="68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EB9D47-5581-6787-5EBC-AC5CC0A4A83D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191" y="58916"/>
            <a:ext cx="2019808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software-engineering-data-flow-diagram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3;p1"/>
          <p:cNvSpPr/>
          <p:nvPr/>
        </p:nvSpPr>
        <p:spPr>
          <a:xfrm>
            <a:off x="501445" y="4837797"/>
            <a:ext cx="10958052" cy="15185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662" y="4891470"/>
            <a:ext cx="4156822" cy="1236591"/>
          </a:xfrm>
        </p:spPr>
        <p:txBody>
          <a:bodyPr>
            <a:noAutofit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Jagmeet Kaur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E8387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</a:t>
            </a:r>
          </a:p>
        </p:txBody>
      </p:sp>
      <p:sp>
        <p:nvSpPr>
          <p:cNvPr id="7" name="Google Shape;100;p1"/>
          <p:cNvSpPr/>
          <p:nvPr/>
        </p:nvSpPr>
        <p:spPr>
          <a:xfrm flipH="1">
            <a:off x="9344623" y="4901508"/>
            <a:ext cx="2466377" cy="1712909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lIns="75585" tIns="37782" rIns="75585" bIns="37782" anchor="ctr"/>
          <a:lstStyle/>
          <a:p>
            <a:pPr algn="ctr">
              <a:defRPr/>
            </a:pPr>
            <a:endParaRPr sz="14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01;p1"/>
          <p:cNvSpPr txBox="1"/>
          <p:nvPr/>
        </p:nvSpPr>
        <p:spPr>
          <a:xfrm>
            <a:off x="7158646" y="5490468"/>
            <a:ext cx="4075113" cy="534988"/>
          </a:xfrm>
          <a:prstGeom prst="rect">
            <a:avLst/>
          </a:prstGeom>
          <a:noFill/>
          <a:ln>
            <a:noFill/>
          </a:ln>
        </p:spPr>
        <p:txBody>
          <a:bodyPr spcFirstLastPara="1" lIns="75585" tIns="37782" rIns="75585" bIns="37782">
            <a:spAutoFit/>
          </a:bodyPr>
          <a:lstStyle/>
          <a:p>
            <a:pPr>
              <a:defRPr/>
            </a:pP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lang="en-US" sz="1653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sz="992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/>
            </a:pPr>
            <a:endParaRPr sz="1323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1"/>
          <p:cNvSpPr/>
          <p:nvPr/>
        </p:nvSpPr>
        <p:spPr>
          <a:xfrm>
            <a:off x="1826198" y="5901986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03;p1"/>
          <p:cNvSpPr txBox="1"/>
          <p:nvPr/>
        </p:nvSpPr>
        <p:spPr>
          <a:xfrm>
            <a:off x="910729" y="1207782"/>
            <a:ext cx="9722858" cy="284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OF COMPUTER SCIENCE &amp;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Software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Code: 23CST-206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09/12/24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15" name="Picture 14" descr="National Board of Accreditation - Wikipedia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975818" cy="68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AAA74D-A8A2-1D79-E57D-BE2ABF9F41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191" y="58916"/>
            <a:ext cx="2019808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4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49854"/>
            <a:ext cx="10515600" cy="790034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Function Oriented Design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Data Flow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845091"/>
            <a:ext cx="10515600" cy="77892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31FA3AB2-F02D-6A9F-590D-95AEBDFDD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71369"/>
            <a:ext cx="10515600" cy="81931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algn="ctr"/>
            <a:b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Function Oriented Design</a:t>
            </a:r>
            <a:b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In function-oriented design, the system is comprised of many smaller sub-systems known as functions.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These functions are capable of performing significant task in the system.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The system is considered as top view of all functions.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This design mechanism divides the whole system into smaller functions, which provides means of abstraction by concealing the information and their operation.</a:t>
            </a: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1A40E41B-CAE6-B38C-EC47-D38F58880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b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Function Oriented Design</a:t>
            </a:r>
            <a:b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Another characteristic of functions is that when a program calls a function, the function changes the state of the program, which sometimes is not acceptable by other modules.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Function Oriented design is a method to software design where the model is decomposed into a set of interacting units or modules where each unit or module has a clearly defined function.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Thus, the system is designed from a functional viewpoint.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941C2E43-6A6C-F22E-F999-35DB70359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Design Notations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Design Notations are primarily meant to be used during the process of design and are used to represent design or design decisions.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For a function-oriented design, the design can be represented graphically or mathematically by the following: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48099" y="3643952"/>
            <a:ext cx="4081250" cy="2663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D1C71340-DA0C-53DF-4F3F-DBC69651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 Flow Diagram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Data-flow design is concerned with designing a series of functional transformations that convert system inputs into the required outputs.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design is described as data-flow diagrams.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These diagrams show how data flows through a system and how the output is derived from the input through a series of functional transformations.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Data-flow design is an integral part of several design methods, and most CASE tools support data-flow diagram creation.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Different ways may use different icons to represent data-flow diagram entities, but their meanings are similar.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CC0BAB16-9451-8D1B-C547-3C7A36AD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959621"/>
            <a:ext cx="10515600" cy="73106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b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 Flow Diagram</a:t>
            </a:r>
            <a:b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notation which is used is based on the following symbols:</a:t>
            </a:r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4276" y="2374710"/>
            <a:ext cx="10426888" cy="3523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F63C6AA2-DA2C-C3F2-146D-7C4FC581D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17581"/>
            <a:ext cx="10515600" cy="87310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b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 Flow Diagram</a:t>
            </a:r>
            <a:b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" name="Content Placeholder 9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37983" y="1839273"/>
            <a:ext cx="8707272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7A9A271F-97AA-C829-FA50-32C64D67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5308"/>
            <a:ext cx="10515600" cy="9053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report generator produces a report which describes all of the named entities in a data-flow diagram.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user inputs the name of the design represented by the diagram.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report generator then finds all the names used in the data-flow diagram.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 looks up a data dictionary and retrieves information about each name.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This is then collated into a report which is output by the system.</a:t>
            </a:r>
          </a:p>
          <a:p>
            <a:pPr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00753" y="871368"/>
            <a:ext cx="10617958" cy="7254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2513" y="1828800"/>
            <a:ext cx="10795380" cy="44764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A0E44653-BC3C-86D6-0944-6B822D829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1369"/>
            <a:ext cx="10515600" cy="768519"/>
          </a:xfrm>
        </p:spPr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Reference Books: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Suman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Ugrasen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“Software Engineering - Concepts and Practices”,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First Edition,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Cengage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Mohammad Ali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Shaikh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“Software Engineering with UML”,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Third Edition,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Notion Press.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Somerville Ian, “Software Engineering”, Addison Wesley, 8th Edition.</a:t>
            </a:r>
          </a:p>
          <a:p>
            <a:pPr marL="342900" lvl="0" indent="-34290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Text Books: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Pressman Rogers, “Software Engineering: A Practitioner's Approach”, Sixth edition.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Patterson and Hennessy, “Computer Architecture” , Fifth Edition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Morgaon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Kauffman.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Rajib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Mall, “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Fundamentals of Software Engineering’’, Fourth Edition, Pearson, PHI.</a:t>
            </a:r>
          </a:p>
          <a:p>
            <a:pPr marL="342900" indent="-34290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Image references</a:t>
            </a:r>
          </a:p>
          <a:p>
            <a:pPr marL="342900" indent="-342900" algn="just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  <a:hlinkClick r:id="rId2"/>
              </a:rPr>
              <a:t>https://www.javatpoint.com/software-engineering-data-flow-diagrams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855493"/>
            <a:ext cx="10515600" cy="76851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B220915F-C0D7-FE68-0A5A-FF4C10949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1B6915A4-369E-4EDE-2A4D-EE538A2E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1010</TotalTime>
  <Words>692</Words>
  <Application>Microsoft Macintosh PowerPoint</Application>
  <PresentationFormat>Widescreen</PresentationFormat>
  <Paragraphs>74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Casper</vt:lpstr>
      <vt:lpstr>Times New Roman</vt:lpstr>
      <vt:lpstr>1_Office Theme</vt:lpstr>
      <vt:lpstr>Contents Slide Master</vt:lpstr>
      <vt:lpstr>CorelDRAW</vt:lpstr>
      <vt:lpstr>PowerPoint Presentation</vt:lpstr>
      <vt:lpstr>Topics covered</vt:lpstr>
      <vt:lpstr> Function Oriented Design </vt:lpstr>
      <vt:lpstr> Function Oriented Design </vt:lpstr>
      <vt:lpstr> Design Notations </vt:lpstr>
      <vt:lpstr> Data Flow Diagram </vt:lpstr>
      <vt:lpstr> Data Flow Diagram </vt:lpstr>
      <vt:lpstr> Data Flow Diagram </vt:lpstr>
      <vt:lpstr>Example</vt:lpstr>
      <vt:lpstr>REFERENCES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Jagmeet Kaur</cp:lastModifiedBy>
  <cp:revision>232</cp:revision>
  <dcterms:created xsi:type="dcterms:W3CDTF">2019-01-09T10:33:58Z</dcterms:created>
  <dcterms:modified xsi:type="dcterms:W3CDTF">2024-12-10T09:31:50Z</dcterms:modified>
</cp:coreProperties>
</file>