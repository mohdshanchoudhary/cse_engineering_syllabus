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4"/>
  </p:notesMasterIdLst>
  <p:handoutMasterIdLst>
    <p:handoutMasterId r:id="rId35"/>
  </p:handoutMasterIdLst>
  <p:sldIdLst>
    <p:sldId id="662" r:id="rId3"/>
    <p:sldId id="280" r:id="rId4"/>
    <p:sldId id="326" r:id="rId5"/>
    <p:sldId id="344" r:id="rId6"/>
    <p:sldId id="348" r:id="rId7"/>
    <p:sldId id="349" r:id="rId8"/>
    <p:sldId id="327" r:id="rId9"/>
    <p:sldId id="345" r:id="rId10"/>
    <p:sldId id="354" r:id="rId11"/>
    <p:sldId id="355" r:id="rId12"/>
    <p:sldId id="356" r:id="rId13"/>
    <p:sldId id="357" r:id="rId14"/>
    <p:sldId id="351" r:id="rId15"/>
    <p:sldId id="350" r:id="rId16"/>
    <p:sldId id="358" r:id="rId17"/>
    <p:sldId id="362" r:id="rId18"/>
    <p:sldId id="361" r:id="rId19"/>
    <p:sldId id="360" r:id="rId20"/>
    <p:sldId id="352" r:id="rId21"/>
    <p:sldId id="363" r:id="rId22"/>
    <p:sldId id="364" r:id="rId23"/>
    <p:sldId id="365" r:id="rId24"/>
    <p:sldId id="347" r:id="rId25"/>
    <p:sldId id="366" r:id="rId26"/>
    <p:sldId id="367" r:id="rId27"/>
    <p:sldId id="368" r:id="rId28"/>
    <p:sldId id="353" r:id="rId29"/>
    <p:sldId id="369" r:id="rId30"/>
    <p:sldId id="371" r:id="rId31"/>
    <p:sldId id="284" r:id="rId32"/>
    <p:sldId id="27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2CAFA4-C791-7BAD-6BE5-B454B81EA280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E2AA3A8-7498-B494-5079-35EE6B9AD8A1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80C1B6-E5E3-F53B-5B1A-173559CA0DF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ml.org/" TargetMode="External"/><Relationship Id="rId2" Type="http://schemas.openxmlformats.org/officeDocument/2006/relationships/hyperlink" Target="https://www.geeksforgeeks.org/unified-modeling-language-uml-introduction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AAA74D-A8A2-1D79-E57D-BE2ABF9F41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10515600" cy="954088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9273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Unified Modeling Language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817581"/>
            <a:ext cx="10515600" cy="80643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6B250825-74DD-11CC-2F4E-42A8D8119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Unified Modeling Language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Unified Modeling Language (UML)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is a general purpose modeling language. </a:t>
            </a:r>
          </a:p>
          <a:p>
            <a:pPr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 main aim of UML is to define a standard way 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visualize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the way a system has been designed.</a:t>
            </a:r>
          </a:p>
          <a:p>
            <a:pPr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 It is quite similar to blueprints used in other fields of engineering.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D803A441-AF17-9A78-D1E3-C8B60C14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Unified Modeling Language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UML is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not a programming language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it is rather a visual language.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We use UML diagrams to portray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behavior and structure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of a system. 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UML helps software engineers, businessmen and system architects with modeling, design and analysis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E35260AD-F593-6A68-363E-2DDC5C4AF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Need of UML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Complex applications need collaboration and planning from multiple teams and hence require a clear and concise way to communicate amongst them.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Businessmen do not understand code. So UML becomes essential to communicate with non programmers essential requirements, functionalities and processes of the system.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 lot of time is saved down the line when teams are able to visualize processes, user interactions and static structure of the system.</a:t>
            </a:r>
          </a:p>
          <a:p>
            <a:pPr algn="just" fontAlgn="base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D42F0A09-2473-548A-6B7E-83FE21E1E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Classification of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Diagrams in UML can be broadly classified as: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Diagrams –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Capture static aspects or structure of a system. Structural Diagrams include: Component Diagrams, Object Diagrams, Class Diagrams and Deployment Diagrams.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Behavior Diagrams –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Capture dynamic aspects or behavior of the system. Behavior diagrams include: Use Case Diagrams, State Diagrams, Activity Diagrams and Interaction Diagrams.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40A30020-61CF-C0FE-FA38-8EDBFD0C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82127"/>
            <a:ext cx="10515600" cy="8085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Classification of UML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58507" y="1883392"/>
            <a:ext cx="10164669" cy="4299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5906D9DC-38A4-0270-7A52-467B10B41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28339"/>
            <a:ext cx="10515600" cy="86234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Class Diagram –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 most widely use UML diagram is the class diagram. It is the building block of all object oriented software systems.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We use class diagrams to depict the static structure of a system by showing system’s classes, their methods and attributes.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 Class diagrams also help us identify relationship between different classes or objects.</a:t>
            </a:r>
          </a:p>
          <a:p>
            <a:pPr algn="just" fontAlgn="base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A5B15324-C2D0-8C01-0879-E382A58B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03642"/>
            <a:ext cx="10515600" cy="78704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purpose of class diagram is to model the static view of an application.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Class diagrams are the only diagrams which can be directly mapped with object-oriented languages and thus widely used at the time of construction.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purpose of the class diagram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Analysis and design of the static view of an application.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Describe responsibilities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Base for component and deployment diagrams.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Forward and reverse engineering.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62261650-C6E7-80BA-8456-48C69282D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60612"/>
            <a:ext cx="10515600" cy="83007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lvl="0" algn="ctr"/>
            <a:b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Class Diagram</a:t>
            </a:r>
            <a:b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839273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following points should be remembered while drawing a class diagram −</a:t>
            </a:r>
          </a:p>
          <a:p>
            <a:pPr lvl="0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name of the class diagram should be meaningful to describe the aspect of the system.</a:t>
            </a:r>
          </a:p>
          <a:p>
            <a:pPr lvl="0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Each element and their relationships should be identified in advance.</a:t>
            </a:r>
          </a:p>
          <a:p>
            <a:pPr lvl="0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Responsibility (attributes and methods) of each class should be clearly identified</a:t>
            </a:r>
          </a:p>
          <a:p>
            <a:pPr lvl="0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For each class, minimum number of properties should be specified, as unnecessary properties will make the diagram complicated.</a:t>
            </a:r>
          </a:p>
          <a:p>
            <a:pPr lvl="0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Use notes whenever required to describe some aspect of the diagram. At the end of the drawing it should be understandable to the developer/coder.</a:t>
            </a:r>
          </a:p>
          <a:p>
            <a:pPr lvl="0"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Finally, before making the final version, the diagram should be drawn on plain paper and reworked as many times as possible to make it correct.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2B9C8532-2C3C-4D13-EA2A-A8D41316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Class Diagram : Example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8874" y="1840814"/>
            <a:ext cx="6342797" cy="4205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071697" y="681037"/>
            <a:ext cx="10126639" cy="7640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64525" y="1690688"/>
            <a:ext cx="10304060" cy="46282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9ED9D0BA-695D-DAC7-5261-4E052782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</p:spPr>
        <p:txBody>
          <a:bodyPr>
            <a:normAutofit fontScale="90000"/>
          </a:bodyPr>
          <a:lstStyle/>
          <a:p>
            <a:pPr algn="ctr"/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Where to Use Class Diagrams?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Describing the static view of the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Showing the collaboration among the elements of the static view.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Describing the functionalities performed by the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Construction of software applications using object oriented languages.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3458" y="765694"/>
            <a:ext cx="10372298" cy="9164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36979" y="1787857"/>
            <a:ext cx="10672549" cy="44628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8EDA322C-FC70-7582-6AF7-096EDFD6C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39096"/>
            <a:ext cx="10515600" cy="8515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Composite Structure Diagram –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0" algn="just"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use composite structure diagrams to represent the internal structure of a class and its interaction points with other parts of the system.</a:t>
            </a:r>
          </a:p>
          <a:p>
            <a:pPr lvl="0" algn="just"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 composite structure diagram represents relationship between parts and their configuration which determine how the classifier (class, a component, or a deployment node) behaves. </a:t>
            </a:r>
          </a:p>
          <a:p>
            <a:pPr lvl="0" algn="just"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represent internal structure of a structured classifier making the use of parts, ports, and connectors. </a:t>
            </a:r>
          </a:p>
          <a:p>
            <a:pPr lvl="0" algn="just"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can also model collaborations using composite structure diagrams.</a:t>
            </a:r>
          </a:p>
          <a:p>
            <a:pPr lvl="0" algn="just" fontAlgn="base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They are similar to class diagrams except they represent individual parts in detail as compared to the entire class.</a:t>
            </a:r>
          </a:p>
          <a:p>
            <a:pPr marL="342900" indent="-342900" algn="just"/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2D46987D-79F0-880B-0E5B-13D810C02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100965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 Diagram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An Object Diagram can be referred to as a screenshot of the instances in a system and the relationship that exists between them.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Since object diagrams depict behavior when objects have been instantiated, we are able to study the behavior of the system at a particular instant. 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00753" y="681036"/>
            <a:ext cx="10617958" cy="915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2513" y="1828800"/>
            <a:ext cx="10795380" cy="44764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1CAD8335-8A8E-C21F-045D-BBC285EE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diagrams are derived from class diagrams so object diagrams are dependent upon class diagrams.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diagrams represent an instance of a class diagram. The basic concepts are similar for class diagrams and object diagrams.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diagrams also represent the static view of a system but this static view is a snapshot of the system at a particular moment.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diagrams are used to render a set of objects and their relationships as an instance.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3E2EEC24-40E7-A909-B733-EEBB1768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object diagram can be summarized as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and reverse engineering.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relationships of a system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view of an interaction.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object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their relationship from practical perspective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AC01A066-7E75-7E37-DEC3-021F8323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7461" y="1864625"/>
            <a:ext cx="10462501" cy="3594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0E7F41C3-8317-1A3F-B979-70DDB261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points are to be decided before starting the construction of the diagram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 diagram should have a meaningful name to indicate its purpose.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important elements are to be identified.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association among objects should be clarified.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of different elements need to be captured to include in the object diagram.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proper notes at points where more clarity is required.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BEB05CCD-E105-21EC-2E5B-23761AD4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6"/>
            <a:ext cx="10515600" cy="100965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Component Diagram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Component diagrams are used to represent the how the physical components in a system have been organized.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We use them for modeling implementation details. 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Component Diagrams depict the structural relationship between software system elements and help us in understanding if functional requirements have been covered by planned development.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00753" y="681036"/>
            <a:ext cx="10617958" cy="9157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2513" y="1828800"/>
            <a:ext cx="10795380" cy="44764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94C31A6B-042E-DD71-9752-9231DF88A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Component Diagram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 is a special kind of diagram in UML.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not describe the functionality of the system but it describes the components used to make those functionalities.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from that point of view, component diagrams are used to visualize the physical components in a system. These components are libraries, packages, files,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CA0B172B-1776-8A87-D57D-971BBC91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component diagram can be summarized as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components of a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executables by using forward and reverse engineering.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organization and relationships of the components.</a:t>
            </a:r>
          </a:p>
          <a:p>
            <a:pPr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diagrams can be used to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components of a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database schema.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executables of an application.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the system's source code.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63E69E8-5B29-4302-B704-FE1E682BF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Component Diagram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33650" y="1786507"/>
            <a:ext cx="6368116" cy="4409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80517042-4D4D-1A21-CBAF-54607F7A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82127"/>
            <a:ext cx="10515600" cy="8085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Deployment Diagram –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Deployment Diagrams are used to represent system hardware and its software.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It tells us what hardware components exist and what software components run on them.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We illustrate system architecture as distribution of software artifacts over distributed targets.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 An artifact is the information that is generated by system software.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primarily used when a software is being used, distributed or deployed over multiple machines with different configurations.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342900" indent="-342900" algn="just"/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577D46AB-1679-7173-0685-19D95F1D9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diagrams are used for describing the hardware components, where software components are deployed.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diagrams and deployment diagrams are closely related.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diagrams are used to describe the components and deployment diagrams shows how they are deployed in hardware.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deployment diagrams can be described as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hardware topology of a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hardware components used to deploy software components.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runtime processing nodes.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24C8602D-DC82-5AE3-8965-36E2EB45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en-US" dirty="0"/>
            </a:br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diagrams can be used −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the hardware topology of a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the embedded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the hardware details for a client/server system.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model the hardware details of a distributed application.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Forward and Reverse engineering.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9B701619-4B86-C23D-4C32-A1048DDC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5185"/>
          </a:xfrm>
        </p:spPr>
        <p:txBody>
          <a:bodyPr/>
          <a:lstStyle/>
          <a:p>
            <a:pPr algn="ctr"/>
            <a:r>
              <a:rPr lang="en-US" dirty="0"/>
              <a:t>Deployment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2239" y="1403018"/>
            <a:ext cx="6636793" cy="4675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6F530DA7-FB7E-A83E-B5C4-3E78AA4B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796066"/>
            <a:ext cx="10515600" cy="89462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Package Diagram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We use Package Diagrams to depict how packages and their elements have been organized.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A package diagram simply shows us the dependencies between different packages and internal composition of packages.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Packages help us to organize UML diagrams into meaningful groups and make the diagram easy to understand.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They are primarily used to organize class and use case diagrams.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331418D2-018D-9AA3-A591-CC51A343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Structural UML Diagrams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Package Diagram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package is a grouping of model elements which means that a package can contain model elements of different kinds, including other packages to create hierarchies.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 is used to simplify complex class diagrams, you can group classes into packages.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package is a collection of logically related UML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559A1537-517C-1D63-4906-3B902A54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4070" y="1510495"/>
            <a:ext cx="645795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F5C5EE94-E610-6C25-C409-63CD08F86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Books: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Ugrasen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- Concepts and Practices”,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First Edition,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Mohammad Ali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Shaikh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with UML”,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Third Edition,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Notion Press.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Somerville Ian, “Software Engineering”, Addison Wesley, 8th Edition.</a:t>
            </a:r>
          </a:p>
          <a:p>
            <a:pPr marL="342900" lvl="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Text Books: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Pressman Rogers, “Software Engineering: A Practitioner's Approach”, Sixth edition.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Patterson and Hennessy, “Computer Architecture” , Fifth Edition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Morgaon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Kauffman.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Rajib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Mall, “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Fundamentals of Software Engineering’’, Fourth Edition, Pearson, PHI.</a:t>
            </a:r>
          </a:p>
          <a:p>
            <a:pPr marL="342900" indent="-342900" algn="just">
              <a:buNone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     Image References:</a:t>
            </a:r>
          </a:p>
          <a:p>
            <a:pPr lvl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https://www.geeksforgeeks.org/unified-modeling-language-uml-introduction/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https://www.uml.org/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681037"/>
            <a:ext cx="10515600" cy="94297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0B470EE9-BA7F-7451-073F-61073303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CD7C81D6-18AA-B2AA-A641-A677C373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1090</TotalTime>
  <Words>2083</Words>
  <Application>Microsoft Macintosh PowerPoint</Application>
  <PresentationFormat>Widescreen</PresentationFormat>
  <Paragraphs>223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Topics covered</vt:lpstr>
      <vt:lpstr>Unified Modeling Language</vt:lpstr>
      <vt:lpstr>Unified Modeling Language</vt:lpstr>
      <vt:lpstr>Need of UML</vt:lpstr>
      <vt:lpstr>Classification of UML</vt:lpstr>
      <vt:lpstr>Classification of UML</vt:lpstr>
      <vt:lpstr>Structural UML Diagrams </vt:lpstr>
      <vt:lpstr> Class Diagram </vt:lpstr>
      <vt:lpstr> Class Diagram </vt:lpstr>
      <vt:lpstr> Class Diagram : Example </vt:lpstr>
      <vt:lpstr> Where to Use Class Diagrams? </vt:lpstr>
      <vt:lpstr>Structural UML Diagrams </vt:lpstr>
      <vt:lpstr>Structural UML Diagrams </vt:lpstr>
      <vt:lpstr>Structural UML Diagrams </vt:lpstr>
      <vt:lpstr> Structural UML Diagrams </vt:lpstr>
      <vt:lpstr> Structural UML Diagrams </vt:lpstr>
      <vt:lpstr> Structural UML Diagrams </vt:lpstr>
      <vt:lpstr>Structural UML Diagrams </vt:lpstr>
      <vt:lpstr>Structural UML Diagrams </vt:lpstr>
      <vt:lpstr>Structural UML Diagrams </vt:lpstr>
      <vt:lpstr> Component Diagram </vt:lpstr>
      <vt:lpstr>Structural UML Diagrams </vt:lpstr>
      <vt:lpstr>Structural UML Diagrams </vt:lpstr>
      <vt:lpstr> Deployment Diagram</vt:lpstr>
      <vt:lpstr>Deployment Diagram</vt:lpstr>
      <vt:lpstr>Structural UML Diagrams </vt:lpstr>
      <vt:lpstr>Structural UML Diagrams </vt:lpstr>
      <vt:lpstr>Package Diagram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249</cp:revision>
  <dcterms:created xsi:type="dcterms:W3CDTF">2019-01-09T10:33:58Z</dcterms:created>
  <dcterms:modified xsi:type="dcterms:W3CDTF">2024-12-10T10:20:50Z</dcterms:modified>
</cp:coreProperties>
</file>