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19"/>
  </p:notesMasterIdLst>
  <p:handoutMasterIdLst>
    <p:handoutMasterId r:id="rId20"/>
  </p:handoutMasterIdLst>
  <p:sldIdLst>
    <p:sldId id="662" r:id="rId3"/>
    <p:sldId id="280" r:id="rId4"/>
    <p:sldId id="326" r:id="rId5"/>
    <p:sldId id="344" r:id="rId6"/>
    <p:sldId id="348" r:id="rId7"/>
    <p:sldId id="349" r:id="rId8"/>
    <p:sldId id="351" r:id="rId9"/>
    <p:sldId id="350" r:id="rId10"/>
    <p:sldId id="327" r:id="rId11"/>
    <p:sldId id="352" r:id="rId12"/>
    <p:sldId id="345" r:id="rId13"/>
    <p:sldId id="353" r:id="rId14"/>
    <p:sldId id="354" r:id="rId15"/>
    <p:sldId id="355" r:id="rId16"/>
    <p:sldId id="284" r:id="rId17"/>
    <p:sldId id="27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F5B"/>
    <a:srgbClr val="ED8137"/>
    <a:srgbClr val="BC8F00"/>
    <a:srgbClr val="86000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29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1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12/10/24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12/10/24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A71542-A5FA-D074-D3C1-2D71A5FB1BE9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D86F814-C9F5-2815-FA54-934758410F45}"/>
              </a:ext>
            </a:extLst>
          </p:cNvPr>
          <p:cNvPicPr/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373" y="49261"/>
            <a:ext cx="975818" cy="688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50A79A-8D5F-CF47-8036-85AD3E2A2ED4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2191" y="58916"/>
            <a:ext cx="2019808" cy="64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3;p1"/>
          <p:cNvSpPr/>
          <p:nvPr/>
        </p:nvSpPr>
        <p:spPr>
          <a:xfrm>
            <a:off x="501445" y="4837797"/>
            <a:ext cx="10958052" cy="15185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2662" y="4891470"/>
            <a:ext cx="4156822" cy="1236591"/>
          </a:xfrm>
        </p:spPr>
        <p:txBody>
          <a:bodyPr>
            <a:noAutofit/>
          </a:bodyPr>
          <a:lstStyle/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Jagmeet Kaur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E8387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</a:t>
            </a:r>
          </a:p>
        </p:txBody>
      </p:sp>
      <p:sp>
        <p:nvSpPr>
          <p:cNvPr id="7" name="Google Shape;100;p1"/>
          <p:cNvSpPr/>
          <p:nvPr/>
        </p:nvSpPr>
        <p:spPr>
          <a:xfrm flipH="1">
            <a:off x="9344623" y="4901508"/>
            <a:ext cx="2466377" cy="1712909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lIns="75585" tIns="37782" rIns="75585" bIns="37782" anchor="ctr"/>
          <a:lstStyle/>
          <a:p>
            <a:pPr algn="ctr">
              <a:defRPr/>
            </a:pPr>
            <a:endParaRPr sz="148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01;p1"/>
          <p:cNvSpPr txBox="1"/>
          <p:nvPr/>
        </p:nvSpPr>
        <p:spPr>
          <a:xfrm>
            <a:off x="7158646" y="5490468"/>
            <a:ext cx="4075113" cy="534988"/>
          </a:xfrm>
          <a:prstGeom prst="rect">
            <a:avLst/>
          </a:prstGeom>
          <a:noFill/>
          <a:ln>
            <a:noFill/>
          </a:ln>
        </p:spPr>
        <p:txBody>
          <a:bodyPr spcFirstLastPara="1" lIns="75585" tIns="37782" rIns="75585" bIns="37782">
            <a:spAutoFit/>
          </a:bodyPr>
          <a:lstStyle/>
          <a:p>
            <a:pPr>
              <a:defRPr/>
            </a:pPr>
            <a:r>
              <a:rPr lang="en-US" sz="1653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DISCOVER . </a:t>
            </a:r>
            <a:r>
              <a:rPr lang="en-US" sz="1653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r>
              <a:rPr lang="en-US" sz="1653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. EMPOWER</a:t>
            </a:r>
            <a:endParaRPr sz="992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defRPr/>
            </a:pPr>
            <a:endParaRPr sz="1323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1"/>
          <p:cNvSpPr/>
          <p:nvPr/>
        </p:nvSpPr>
        <p:spPr>
          <a:xfrm>
            <a:off x="1826198" y="5901986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03;p1"/>
          <p:cNvSpPr txBox="1"/>
          <p:nvPr/>
        </p:nvSpPr>
        <p:spPr>
          <a:xfrm>
            <a:off x="910729" y="1207782"/>
            <a:ext cx="9722858" cy="284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OF COMPUTER SCIENCE &amp;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Software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Code: 23CST-206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09/12/24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15" name="Picture 14" descr="National Board of Accreditation - Wikipedia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373" y="49261"/>
            <a:ext cx="975818" cy="688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AAA74D-A8A2-1D79-E57D-BE2ABF9F41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2191" y="58916"/>
            <a:ext cx="2019808" cy="64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940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95885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Object Oriented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681037"/>
            <a:ext cx="10515600" cy="94297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C5364AF4-1296-B3CC-1FF6-FF1C789EB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914400"/>
            <a:ext cx="10515600" cy="7762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 Oriented Design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In the object-oriented design method, the system is viewed as a collection of objects (i.e., entities).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state is distributed among the objects, and each object handles its state data.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For example, in a Library Automation Software, each library representative may be a separate object with its data and functions to operate on these data. </a:t>
            </a: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506D8199-3605-78CD-6F6A-6F7EABA4F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 Oriented Design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tasks defined for one purpose cannot refer or change data of other objects.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Objects have their internal data which represent their state. Similar objects create a class.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In other words, each object is a member of some class. Classes may inherit features from the super class.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1E96DC23-8023-BF61-6B23-1ADED7597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Object Oriented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51881" y="2077462"/>
            <a:ext cx="7792871" cy="364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4F65A6A2-5CD7-D09F-A0CF-FEB8FEF4A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Object Oriented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Objects: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All entities involved in the solution design are known as objects. 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For example, person, banks, company, and users are considered as objects.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Every entity has some attributes associated with it and has some methods to perform on the attributes.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43B16317-E5AC-5DC5-DAF3-0500D76E6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Object Oriented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Classes: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 A class is a generalized description of an object. An object is an instance of a class.</a:t>
            </a:r>
          </a:p>
          <a:p>
            <a:pPr lvl="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A class defines all the attributes, which an object can have and methods, which represents the functionality of the object.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F7393968-9000-4591-0CE2-45444DE1F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Object Oriented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Messages: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 Objects communicate by message passing.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Messages consist of the integrity of the target object, the name of the requested operation, and any other action needed to perform the function. 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Messages are often implemented as procedure or function calls.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8F29480B-6783-D7ED-3DA5-A1D6B5A73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60612"/>
            <a:ext cx="10515600" cy="83007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 Oriented Design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Abstraction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In object-oriented design, complexity is handled using abstraction. 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Abstraction is the removal of the irrelevant and the amplification of the essentials.</a:t>
            </a:r>
          </a:p>
          <a:p>
            <a:pPr lvl="0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Encapsulation: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Encapsulation is also called an information hiding concept. 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data and operations are linked to a single unit. Encapsulation not only bundles essential information of an object together but also restricts access to the data and methods from the outside world.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B7771178-6759-B788-216A-D5E7F64B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82127"/>
            <a:ext cx="10515600" cy="80856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 Oriented Design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Inheritance: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OOD allows similar classes to stack up in a hierarchical manner where the lower or sub-classes can import, implement, and re-use allowed variables and functions from their immediate super classes.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This property of OOD is called an inheritance. 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This makes it easier to define a specific class and to create generalized classes from specific ones.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2DDA9912-1238-4E09-E783-34995FE98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28339"/>
            <a:ext cx="10515600" cy="86234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 Oriented Design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Polymorphism:</a:t>
            </a:r>
          </a:p>
          <a:p>
            <a:pPr marL="342900" lvl="0" indent="-34290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 OOD languages provide a mechanism where methods performing similar tasks but vary in arguments, can be assigned the same name.</a:t>
            </a:r>
          </a:p>
          <a:p>
            <a:pPr marL="342900" lvl="0" indent="-34290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This is known as polymorphism, which allows a single interface is performing functions for different types.</a:t>
            </a:r>
          </a:p>
          <a:p>
            <a:pPr marL="342900" lvl="0" indent="-34290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Depending upon how the service is invoked, the respective portion of the code gets executed.</a:t>
            </a:r>
          </a:p>
          <a:p>
            <a:pPr marL="342900" indent="-342900" algn="just"/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8D7B83C9-D5B8-3839-F0AD-611662209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Advanatges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OO model is beneficial in the following ways −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facilitates changes in the system at low cost.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promotes the reuse of components.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simplifies the problem of integrating components to configure large system.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simplifies the design of distributed systems.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3B4E69EB-C155-3B4A-9772-B9F815C51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Stages of Object Oriented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stages for object–oriented design can be identified as −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the context of the system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system architecture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the objects in the system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design models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 of object interfaces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50C705C3-ED2D-68DB-2D89-9A1D3E184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3994" y="742278"/>
            <a:ext cx="10543657" cy="5614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35750DD1-2808-A396-09CB-1C49990D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958851"/>
          </a:xfrm>
        </p:spPr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 Reference Books: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Suman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Ugrasen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“Software Engineering - Concepts and Practices”,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First Edition,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Cengage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Mohammad Ali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Shaikh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“Software Engineering with UML”,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Third Edition,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Notion Press.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Somerville Ian, “Software Engineering”, Addison Wesley, 8th Edition.</a:t>
            </a:r>
          </a:p>
          <a:p>
            <a:pPr marL="342900" lvl="0" indent="-34290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Text Books: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Pressman Rogers, “Software Engineering: A Practitioner's Approach”, Sixth edition.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Patterson and Hennessy, “Computer Architecture” , Fifth Edition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Morgaon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Kauffman.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Rajib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Mall, “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Fundamentals of Software Engineering’’, Fourth Edition, Pearson, PHI.</a:t>
            </a:r>
          </a:p>
          <a:p>
            <a:pPr marL="342900" indent="-342900" algn="just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681037"/>
            <a:ext cx="10515600" cy="94297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5A4D037B-1839-3223-5910-3AAEEF80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F735881F-AED3-4EEF-9B48-63E4D1476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1007</TotalTime>
  <Words>940</Words>
  <Application>Microsoft Macintosh PowerPoint</Application>
  <PresentationFormat>Widescreen</PresentationFormat>
  <Paragraphs>106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Arial Black</vt:lpstr>
      <vt:lpstr>Calibri</vt:lpstr>
      <vt:lpstr>Calibri Light</vt:lpstr>
      <vt:lpstr>Casper</vt:lpstr>
      <vt:lpstr>Times New Roman</vt:lpstr>
      <vt:lpstr>1_Office Theme</vt:lpstr>
      <vt:lpstr>Contents Slide Master</vt:lpstr>
      <vt:lpstr>CorelDRAW</vt:lpstr>
      <vt:lpstr>PowerPoint Presentation</vt:lpstr>
      <vt:lpstr>Topics covered</vt:lpstr>
      <vt:lpstr>Object Oriented Design</vt:lpstr>
      <vt:lpstr>Object Oriented Design</vt:lpstr>
      <vt:lpstr>Object Oriented Design</vt:lpstr>
      <vt:lpstr>Object Oriented Design</vt:lpstr>
      <vt:lpstr>Object Oriented Design</vt:lpstr>
      <vt:lpstr>Object Oriented Design</vt:lpstr>
      <vt:lpstr>Object Oriented Design</vt:lpstr>
      <vt:lpstr>Object Oriented Design</vt:lpstr>
      <vt:lpstr>Object Oriented Design</vt:lpstr>
      <vt:lpstr>Advanatges</vt:lpstr>
      <vt:lpstr>Stages of Object Oriented Design</vt:lpstr>
      <vt:lpstr>PowerPoint Presentation</vt:lpstr>
      <vt:lpstr>REFERENCES 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Jagmeet Kaur</cp:lastModifiedBy>
  <cp:revision>228</cp:revision>
  <dcterms:created xsi:type="dcterms:W3CDTF">2019-01-09T10:33:58Z</dcterms:created>
  <dcterms:modified xsi:type="dcterms:W3CDTF">2024-12-10T10:21:48Z</dcterms:modified>
</cp:coreProperties>
</file>