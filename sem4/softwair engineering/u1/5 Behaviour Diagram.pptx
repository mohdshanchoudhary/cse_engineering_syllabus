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0"/>
  </p:notesMasterIdLst>
  <p:handoutMasterIdLst>
    <p:handoutMasterId r:id="rId21"/>
  </p:handoutMasterIdLst>
  <p:sldIdLst>
    <p:sldId id="662" r:id="rId3"/>
    <p:sldId id="280" r:id="rId4"/>
    <p:sldId id="348" r:id="rId5"/>
    <p:sldId id="355" r:id="rId6"/>
    <p:sldId id="356" r:id="rId7"/>
    <p:sldId id="352" r:id="rId8"/>
    <p:sldId id="357" r:id="rId9"/>
    <p:sldId id="358" r:id="rId10"/>
    <p:sldId id="359" r:id="rId11"/>
    <p:sldId id="349" r:id="rId12"/>
    <p:sldId id="360" r:id="rId13"/>
    <p:sldId id="354" r:id="rId14"/>
    <p:sldId id="327" r:id="rId15"/>
    <p:sldId id="345" r:id="rId16"/>
    <p:sldId id="350" r:id="rId17"/>
    <p:sldId id="284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ED8137"/>
    <a:srgbClr val="BC8F00"/>
    <a:srgbClr val="86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24" y="2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098D09-E9AB-EA65-C3C0-B15A7383F17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165F7E3-F000-512D-3BA2-9E02D12C4D5C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901794-E1C3-B728-4B0E-06E120EFFA8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unified-modeling-language-uml-introduction/" TargetMode="External"/><Relationship Id="rId2" Type="http://schemas.openxmlformats.org/officeDocument/2006/relationships/hyperlink" Target="https://www.uml.org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Jagmeet Kaur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E8387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1207782"/>
            <a:ext cx="9722858" cy="284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OF COMPUTER SCIENCE &amp;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Software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23CST-206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09/12/24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AAA74D-A8A2-1D79-E57D-BE2ABF9F41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4657"/>
            <a:ext cx="10515600" cy="84523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Behavior Diagrams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 case Diagrams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794657"/>
            <a:ext cx="10515600" cy="82935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D16E4C76-1CE5-89A1-1EB6-FD66D750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Behavior Diagrams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Sequence Diagram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A sequence diagram simply depicts interaction between objects in a sequential order i.e. the order in which these interactions take place.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We can also use the terms event diagrams or event scenarios to refer to a sequence diagram.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Sequence diagrams describe how and in what order the objects in a system function.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These diagrams are widely used by businessmen and software developers to document and understand requirements for new and existing systems.</a:t>
            </a:r>
          </a:p>
          <a:p>
            <a:pPr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87104" y="681037"/>
            <a:ext cx="10426890" cy="8338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4275" y="1692322"/>
            <a:ext cx="10699844" cy="46675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16EACD79-9AC2-1A5B-774F-730EA932B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Behavior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Sequence Diagram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describes an interaction by focusing on the sequence of messages that are exchanged, along with their corresponding occurrence specifications on the lifelines.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is used to: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details of a UML use case.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the logic of a sophisticated procedure, function, or operation.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how objects and components interact with each other to complete a process.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and understand the detailed functionality of an existing or future scenario.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30AF43A8-0DA1-507D-AABA-0B9C5AEA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38696" y="1318076"/>
            <a:ext cx="5308766" cy="503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E0468064-D0E4-3D31-27D4-B8DFA9FC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Behavior Diagrams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Communication Diagram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A Communication Diagram(known as Collaboration Diagram in UML 1.x) is used to show sequenced messages exchanged between objects.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A communication diagram focuses primarily on objects and their relationships.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 We can represent similar information using Sequence diagrams, however, communication diagrams represent objects and links in a free form.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87104" y="827313"/>
            <a:ext cx="10426890" cy="6875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4275" y="1692322"/>
            <a:ext cx="10699844" cy="46675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2F17BF86-1DFC-0A62-703E-5CF7EC12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Behavior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Communication Diagram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diagrams offer benefits similar to sequence diagrams, but they will offer a better understanding of how components communicate and interact with each other rather than solely emphasizing the sequence of events.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can be a useful reference for businesses, organizations, and engineers who need to visualize and understand the physical communications within a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B096A383-268C-1319-74D6-D2BECA1D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Behavior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 fontAlgn="base"/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Communication Diagram </a:t>
            </a:r>
          </a:p>
          <a:p>
            <a:pPr algn="just"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the logic of a sophisticated procedure, function, or operation.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how commands are sent and received between objects or components of a process.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consequences of specific interactions between various components in a process.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and understand the detailed functionality of an existing or future scenario.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EEE6F1BB-EF4E-C207-02F2-D3D56A2CD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Communication 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32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44935" y="1836345"/>
            <a:ext cx="8125620" cy="4455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D1E5E83C-E475-BBB2-2BFE-0D0348CEE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Behavior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algn="just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Timing Diagram</a:t>
            </a:r>
          </a:p>
          <a:p>
            <a:pPr lvl="0" algn="just" fontAlgn="base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Timing Diagram are a special form of Sequence diagrams which are used to depict the behavior of objects over a time frame.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We use them to show time and duration constraints which govern changes in states and behavior of objects.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diagrams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used to show interactions when a primary purpose of the diagram is to reason about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Timing diagrams focus on conditions changing within and among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lifelines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along a linear time axis. Timing diagrams describe behavior of both individual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interactions of classifiers, focusing attention on time of events causing changes in the modeled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18866" y="627797"/>
            <a:ext cx="10822674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46161" y="1828800"/>
            <a:ext cx="10836323" cy="46129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00B28D00-946B-995D-CA85-E3EC9630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Behavior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Timing Diagram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898" y="1831431"/>
            <a:ext cx="7026192" cy="459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B70171C9-02E4-4EB3-E281-61EF276A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27314"/>
            <a:ext cx="10515600" cy="86337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Behavior Diagrams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Use Case Diagrams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Use Case Diagrams are used to depict the functionality of a system or a part of a system.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They are widely used to illustrate the functional requirements of the system and its interaction with external agents(actors).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A use case is basically a diagram representing different scenarios where the system can be used.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B396BA4E-93B6-5CC4-DBFB-48DB4A2F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 Case Diagrams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purposes of use case diagrams can be said to be as follows 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Used to gather the requirements of a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Used to get an outside view of a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Identify the external and internal factors influencing the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Show the interaction among the requirements are actors.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434F6224-0BF0-15AA-3194-8023496A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59971"/>
            <a:ext cx="10515600" cy="83071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 Case Diagrams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04769" y="1937982"/>
            <a:ext cx="6102753" cy="3916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987612DA-EAF1-175E-BB84-91DFD1646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1009652"/>
          </a:xfrm>
        </p:spPr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Use Case Diagrams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Use case diagrams can be used for −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Requirement analysis and high level design.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Model the context of a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Reverse engineering.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Forward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00753" y="681036"/>
            <a:ext cx="10617958" cy="915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2513" y="1828800"/>
            <a:ext cx="10795380" cy="44764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C2C26D01-F01A-F567-9223-64AAA496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58851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Reference Books: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Suman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Ugrasen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- Concepts and Practices”,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First Edition,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Cengage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Mohammad Ali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Shaikh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with UML”,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Third Edition,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Notion Press.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Somerville Ian, “Software Engineering”, Addison Wesley, 8th Edition.</a:t>
            </a:r>
          </a:p>
          <a:p>
            <a:pPr marL="342900" lvl="0" indent="-34290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Text Books: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Pressman Rogers, “Software Engineering: A Practitioner's Approach”, Sixth edition.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Patterson and Hennessy, “Computer Architecture” , Fifth Edition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Morgaon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Kauffman.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Rajib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Mall, “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Fundamentals of Software Engineering’’, Fourth Edition, Pearson, PHI.</a:t>
            </a:r>
          </a:p>
          <a:p>
            <a:pPr lvl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Image Reference</a:t>
            </a:r>
          </a:p>
          <a:p>
            <a:pPr lvl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https://www.uml.org/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hlinkClick r:id="rId3"/>
              </a:rPr>
              <a:t>https://www.geeksforgeeks.org/unified-modeling-language-uml-introduction/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681037"/>
            <a:ext cx="10515600" cy="9429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7FC308EC-557A-382A-5477-7A99251A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954FE4EE-27BE-44EC-D1EE-06968C24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1049</TotalTime>
  <Words>1020</Words>
  <Application>Microsoft Macintosh PowerPoint</Application>
  <PresentationFormat>Widescreen</PresentationFormat>
  <Paragraphs>117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Contents Slide Master</vt:lpstr>
      <vt:lpstr>CorelDRAW</vt:lpstr>
      <vt:lpstr>PowerPoint Presentation</vt:lpstr>
      <vt:lpstr>Topics covered</vt:lpstr>
      <vt:lpstr>Behavior Diagrams</vt:lpstr>
      <vt:lpstr>Behavior Diagrams</vt:lpstr>
      <vt:lpstr>Sequence Diagram</vt:lpstr>
      <vt:lpstr>Behavior Diagrams</vt:lpstr>
      <vt:lpstr>Behavior Diagrams</vt:lpstr>
      <vt:lpstr>Behavior Diagrams</vt:lpstr>
      <vt:lpstr>Communication Diagram</vt:lpstr>
      <vt:lpstr>Behavior Diagrams</vt:lpstr>
      <vt:lpstr>Behavior Diagrams</vt:lpstr>
      <vt:lpstr>Behavior Diagrams</vt:lpstr>
      <vt:lpstr>Use Case Diagrams</vt:lpstr>
      <vt:lpstr>Use Case Diagrams</vt:lpstr>
      <vt:lpstr>Use Case Diagrams</vt:lpstr>
      <vt:lpstr>REFERENCES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Jagmeet Kaur</cp:lastModifiedBy>
  <cp:revision>239</cp:revision>
  <dcterms:created xsi:type="dcterms:W3CDTF">2019-01-09T10:33:58Z</dcterms:created>
  <dcterms:modified xsi:type="dcterms:W3CDTF">2024-12-10T10:17:41Z</dcterms:modified>
</cp:coreProperties>
</file>