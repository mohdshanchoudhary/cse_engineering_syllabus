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4"/>
  </p:notesMasterIdLst>
  <p:handoutMasterIdLst>
    <p:handoutMasterId r:id="rId15"/>
  </p:handoutMasterIdLst>
  <p:sldIdLst>
    <p:sldId id="662" r:id="rId3"/>
    <p:sldId id="280" r:id="rId4"/>
    <p:sldId id="326" r:id="rId5"/>
    <p:sldId id="344" r:id="rId6"/>
    <p:sldId id="327" r:id="rId7"/>
    <p:sldId id="345" r:id="rId8"/>
    <p:sldId id="347" r:id="rId9"/>
    <p:sldId id="348" r:id="rId10"/>
    <p:sldId id="349" r:id="rId11"/>
    <p:sldId id="284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5B"/>
    <a:srgbClr val="ED8137"/>
    <a:srgbClr val="BC8F00"/>
    <a:srgbClr val="86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1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F5E447-0ECA-E66B-763D-BFD65973AE2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232DB21-34C1-1E5B-5A00-FD6853AAC8A4}"/>
              </a:ext>
            </a:extLst>
          </p:cNvPr>
          <p:cNvPicPr/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1ADE06-A612-36A1-76F9-4CAD78D28B5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computer-organization-and-architecture-tutorial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3;p1"/>
          <p:cNvSpPr/>
          <p:nvPr/>
        </p:nvSpPr>
        <p:spPr>
          <a:xfrm>
            <a:off x="501445" y="4837797"/>
            <a:ext cx="10958052" cy="15185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662" y="4891470"/>
            <a:ext cx="4156822" cy="1236591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Jagmeet Kaur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E8387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</a:t>
            </a:r>
          </a:p>
        </p:txBody>
      </p:sp>
      <p:sp>
        <p:nvSpPr>
          <p:cNvPr id="7" name="Google Shape;100;p1"/>
          <p:cNvSpPr/>
          <p:nvPr/>
        </p:nvSpPr>
        <p:spPr>
          <a:xfrm flipH="1">
            <a:off x="9344623" y="4901508"/>
            <a:ext cx="2466377" cy="1712909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lIns="75585" tIns="37782" rIns="75585" bIns="37782" anchor="ctr"/>
          <a:lstStyle/>
          <a:p>
            <a:pPr algn="ctr">
              <a:defRPr/>
            </a:pPr>
            <a:endParaRPr sz="14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1;p1"/>
          <p:cNvSpPr txBox="1"/>
          <p:nvPr/>
        </p:nvSpPr>
        <p:spPr>
          <a:xfrm>
            <a:off x="7158646" y="5490468"/>
            <a:ext cx="4075113" cy="534988"/>
          </a:xfrm>
          <a:prstGeom prst="rect">
            <a:avLst/>
          </a:prstGeom>
          <a:noFill/>
          <a:ln>
            <a:noFill/>
          </a:ln>
        </p:spPr>
        <p:txBody>
          <a:bodyPr spcFirstLastPara="1" lIns="75585" tIns="37782" rIns="75585" bIns="37782">
            <a:spAutoFit/>
          </a:bodyPr>
          <a:lstStyle/>
          <a:p>
            <a:pPr>
              <a:defRPr/>
            </a:pP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-US" sz="1653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92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/>
            </a:pPr>
            <a:endParaRPr sz="1323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1"/>
          <p:cNvSpPr/>
          <p:nvPr/>
        </p:nvSpPr>
        <p:spPr>
          <a:xfrm>
            <a:off x="1826198" y="5901986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3;p1"/>
          <p:cNvSpPr txBox="1"/>
          <p:nvPr/>
        </p:nvSpPr>
        <p:spPr>
          <a:xfrm>
            <a:off x="910729" y="1207782"/>
            <a:ext cx="9722858" cy="284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OF COMPUTER SCIENCE &amp;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Software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23CST-206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09/12/24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15" name="Picture 14" descr="National Board of Accreditation - Wikipedia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AAA74D-A8A2-1D79-E57D-BE2ABF9F41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4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4551"/>
            <a:ext cx="10515600" cy="865337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Structural Modeling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Data Dictionary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774551"/>
            <a:ext cx="10515600" cy="84946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7762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Structural Modeling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Structural modeling captures the static features of a system. They consist of the following −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Classes diagrams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Objects diagrams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Deployment diagrams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Package diagrams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Composite structure diagram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Component diagram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925158"/>
            <a:ext cx="10515600" cy="7655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Structural Modeling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Structural model represents the framework for the system and this framework is the place where all other components exist.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Hence, the class diagram, component diagram and deployment diagrams are part of structural modeling.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They all represent the elements and the mechanism to assemble them.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82127"/>
            <a:ext cx="10515600" cy="80856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Structural Modeling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Structural models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of software display the organization of a system in terms of the components that make up that system and their relationships.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Structural models may be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models, which show the structure of the system design, or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dynamic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models, which show the organization of the system when it is executing.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You create structural models of a system when you are discussing and designing the system architecture.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903642"/>
            <a:ext cx="10515600" cy="78704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Structural Modeling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/>
            <a:r>
              <a:rPr lang="en-US" dirty="0">
                <a:latin typeface="Times New Roman"/>
                <a:ea typeface="Times New Roman"/>
              </a:rPr>
              <a:t>Structural models of software display the organization of a system in terms of the components that make up that system and their relationships. </a:t>
            </a:r>
          </a:p>
          <a:p>
            <a:pPr marL="342900" indent="-342900" algn="just">
              <a:buNone/>
            </a:pPr>
            <a:endParaRPr lang="en-US" dirty="0">
              <a:latin typeface="Times New Roman"/>
              <a:ea typeface="Times New Roman"/>
            </a:endParaRPr>
          </a:p>
          <a:p>
            <a:pPr marL="342900" indent="-342900" algn="just"/>
            <a:r>
              <a:rPr lang="en-US" dirty="0">
                <a:latin typeface="Times New Roman"/>
                <a:ea typeface="Times New Roman"/>
              </a:rPr>
              <a:t>Structural models may be static models, which show the structure of the system design or dynamic models, which show the organization of the system when it is executing. </a:t>
            </a: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Dictionary</a:t>
            </a:r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data dictionary is a file or a set of files that includes a database's metadata. </a:t>
            </a:r>
          </a:p>
          <a:p>
            <a:pPr marL="342900" indent="-34290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data dictionary hold records about other objects in the database, such as data ownership, data relationships to other objects, and other data.</a:t>
            </a:r>
          </a:p>
          <a:p>
            <a:pPr marL="342900" indent="-34290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data dictionary is an essential component of any relational database. </a:t>
            </a:r>
          </a:p>
          <a:p>
            <a:pPr marL="342900" indent="-34290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Ironically, because of its importance, it is invisible to most database users. 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Dictionary</a:t>
            </a:r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data dictionary, in general, includes information about the following:</a:t>
            </a:r>
          </a:p>
          <a:p>
            <a:pPr lvl="0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Name of the data item</a:t>
            </a:r>
          </a:p>
          <a:p>
            <a:pPr lvl="0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Aliases</a:t>
            </a:r>
          </a:p>
          <a:p>
            <a:pPr lvl="0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Description/purpose</a:t>
            </a:r>
          </a:p>
          <a:p>
            <a:pPr lvl="0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Related data items</a:t>
            </a:r>
          </a:p>
          <a:p>
            <a:pPr lvl="0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Range of values</a:t>
            </a:r>
          </a:p>
          <a:p>
            <a:pPr lvl="0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Data structure definition/Forms</a:t>
            </a:r>
          </a:p>
          <a:p>
            <a:pPr marL="342900" indent="-342900" algn="just"/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7762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Dictionary</a:t>
            </a:r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Data flows capture the name of processes that generate or receive the data items.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If the data item is primitive, then data structure form captures the physical structures of the data item.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If the data is itself a data aggregate, then data structure form capture the composition of the data items in terms of other data items.</a:t>
            </a:r>
          </a:p>
          <a:p>
            <a:pPr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9854"/>
            <a:ext cx="10515600" cy="79003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Reference Books: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Suman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Ugrasen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- Concepts and Practices”,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First Edition,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Cengage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Mohammad Ali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Shaikh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with UML”,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Third Edition,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Notion Press.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Somerville Ian, “Software Engineering”, Addison Wesley, 8th Edition.</a:t>
            </a:r>
          </a:p>
          <a:p>
            <a:pPr marL="342900" lvl="0" indent="-34290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Text Books: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Pressman Rogers, “Software Engineering: A Practitioner's Approach”, Sixth edition.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Patterson and Hennessy, “Computer Architecture” , Fifth Edition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Morgaon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Kauffman.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Rajib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Mall, “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Fundamentals of Software Engineering’’, Fourth Edition, Pearson, PHI.</a:t>
            </a:r>
          </a:p>
          <a:p>
            <a:pPr marL="342900" indent="-342900"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Reference Website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https://www.geeksforgeeks.org/computer-organization-and-architecture-tutorials/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833978"/>
            <a:ext cx="10515600" cy="7900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1003</TotalTime>
  <Words>573</Words>
  <Application>Microsoft Macintosh PowerPoint</Application>
  <PresentationFormat>Widescreen</PresentationFormat>
  <Paragraphs>74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Casper</vt:lpstr>
      <vt:lpstr>Times New Roman</vt:lpstr>
      <vt:lpstr>1_Office Theme</vt:lpstr>
      <vt:lpstr>Contents Slide Master</vt:lpstr>
      <vt:lpstr>CorelDRAW</vt:lpstr>
      <vt:lpstr>PowerPoint Presentation</vt:lpstr>
      <vt:lpstr>Topics covered</vt:lpstr>
      <vt:lpstr>Structural Modeling</vt:lpstr>
      <vt:lpstr>Structural Modeling</vt:lpstr>
      <vt:lpstr>Structural Modeling</vt:lpstr>
      <vt:lpstr>Structural Modeling</vt:lpstr>
      <vt:lpstr>  Data Dictionary </vt:lpstr>
      <vt:lpstr>  Data Dictionary </vt:lpstr>
      <vt:lpstr>  Data Dictionary </vt:lpstr>
      <vt:lpstr>REFERENCES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Jagmeet Kaur</cp:lastModifiedBy>
  <cp:revision>226</cp:revision>
  <dcterms:created xsi:type="dcterms:W3CDTF">2019-01-09T10:33:58Z</dcterms:created>
  <dcterms:modified xsi:type="dcterms:W3CDTF">2024-12-10T10:34:51Z</dcterms:modified>
</cp:coreProperties>
</file>