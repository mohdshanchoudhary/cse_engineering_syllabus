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13"/>
  </p:notesMasterIdLst>
  <p:sldIdLst>
    <p:sldId id="265" r:id="rId2"/>
    <p:sldId id="473" r:id="rId3"/>
    <p:sldId id="476" r:id="rId4"/>
    <p:sldId id="474" r:id="rId5"/>
    <p:sldId id="477" r:id="rId6"/>
    <p:sldId id="475" r:id="rId7"/>
    <p:sldId id="479" r:id="rId8"/>
    <p:sldId id="480" r:id="rId9"/>
    <p:sldId id="481" r:id="rId10"/>
    <p:sldId id="478" r:id="rId11"/>
    <p:sldId id="483" r:id="rId12"/>
  </p:sldIdLst>
  <p:sldSz cx="9144000" cy="5143500" type="screen16x9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5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874" y="67"/>
      </p:cViewPr>
      <p:guideLst>
        <p:guide orient="horz" pos="1385"/>
        <p:guide pos="26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035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0822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046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4651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017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286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489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33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866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786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65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260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2740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www.javatpoint.com/hardwired-vs-micro-programmed-control-unit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byjus.com/gate/difference-between-hardwired-and-microprogrammed-control-%20unit/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FCF30-EF72-A459-B1F4-E2DD160D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354A7-7091-D91A-A7E7-7B5DF5BDC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67096D5-CA38-0859-FAF8-58F7984BD00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33E20-ECE4-6406-DB92-ABF9EA9DFD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664002-4AA4-31D1-E101-4DF5A585878C}"/>
              </a:ext>
            </a:extLst>
          </p:cNvPr>
          <p:cNvSpPr txBox="1"/>
          <p:nvPr/>
        </p:nvSpPr>
        <p:spPr>
          <a:xfrm>
            <a:off x="961776" y="1435539"/>
            <a:ext cx="7220448" cy="1897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39815">
              <a:defRPr/>
            </a:pPr>
            <a:r>
              <a:rPr lang="en-US" sz="2597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University Institute of Engineering</a:t>
            </a:r>
            <a:endParaRPr lang="en-US" sz="2597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Department of Computer Science &amp; Engineering</a:t>
            </a:r>
          </a:p>
          <a:p>
            <a:pPr algn="ctr" defTabSz="439815">
              <a:defRPr/>
            </a:pP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&amp; ARCHITECTURE</a:t>
            </a: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lnSpc>
                <a:spcPct val="90000"/>
              </a:lnSpc>
              <a:spcBef>
                <a:spcPts val="606"/>
              </a:spcBef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(23CST-204/23ITT-204)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7016100-A7B3-0379-C4B5-D13BB8B70B9B}"/>
              </a:ext>
            </a:extLst>
          </p:cNvPr>
          <p:cNvSpPr txBox="1">
            <a:spLocks/>
          </p:cNvSpPr>
          <p:nvPr/>
        </p:nvSpPr>
        <p:spPr>
          <a:xfrm>
            <a:off x="304801" y="3655678"/>
            <a:ext cx="2364055" cy="1039831"/>
          </a:xfrm>
          <a:prstGeom prst="rect">
            <a:avLst/>
          </a:prstGeom>
        </p:spPr>
        <p:txBody>
          <a:bodyPr vert="horz" lIns="43982" tIns="21991" rIns="43982" bIns="21991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5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SHIKHA ATWAL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E11186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BE-CSE</a:t>
            </a:r>
          </a:p>
        </p:txBody>
      </p:sp>
    </p:spTree>
    <p:extLst>
      <p:ext uri="{BB962C8B-B14F-4D97-AF65-F5344CB8AC3E}">
        <p14:creationId xmlns:p14="http://schemas.microsoft.com/office/powerpoint/2010/main" val="127363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238DE-05D7-AB04-E4CE-D4B294ECE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CA71B4-176E-92C6-31CE-52D746472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997E51-752F-4395-4CD4-0659EF01AC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20F4F8A-2BC0-6066-9B43-1609B2B0856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9C7BC3-7FA0-D503-42B4-8302BD9AAEC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14400" y="692514"/>
            <a:ext cx="7138784" cy="39754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81306">
              <a:spcBef>
                <a:spcPts val="387"/>
              </a:spcBef>
            </a:pPr>
            <a:r>
              <a:rPr sz="1700" b="1" spc="-7" dirty="0">
                <a:latin typeface="Times New Roman"/>
                <a:cs typeface="Times New Roman"/>
              </a:rPr>
              <a:t>COM</a:t>
            </a:r>
            <a:r>
              <a:rPr sz="1700" b="1" dirty="0">
                <a:latin typeface="Times New Roman"/>
                <a:cs typeface="Times New Roman"/>
              </a:rPr>
              <a:t>P</a:t>
            </a:r>
            <a:r>
              <a:rPr sz="1700" b="1" spc="-2" dirty="0">
                <a:latin typeface="Times New Roman"/>
                <a:cs typeface="Times New Roman"/>
              </a:rPr>
              <a:t>ARA</a:t>
            </a: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2" dirty="0">
                <a:latin typeface="Times New Roman"/>
                <a:cs typeface="Times New Roman"/>
              </a:rPr>
              <a:t>IV</a:t>
            </a:r>
            <a:r>
              <a:rPr sz="1700" b="1" dirty="0">
                <a:latin typeface="Times New Roman"/>
                <a:cs typeface="Times New Roman"/>
              </a:rPr>
              <a:t>E </a:t>
            </a:r>
            <a:r>
              <a:rPr sz="1700" b="1" spc="2" dirty="0">
                <a:latin typeface="Times New Roman"/>
                <a:cs typeface="Times New Roman"/>
              </a:rPr>
              <a:t>S</a:t>
            </a: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2" dirty="0">
                <a:latin typeface="Times New Roman"/>
                <a:cs typeface="Times New Roman"/>
              </a:rPr>
              <a:t>UD</a:t>
            </a:r>
            <a:r>
              <a:rPr sz="1700" b="1" dirty="0">
                <a:latin typeface="Times New Roman"/>
                <a:cs typeface="Times New Roman"/>
              </a:rPr>
              <a:t>Y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OF</a:t>
            </a:r>
            <a:r>
              <a:rPr sz="1700" b="1" dirty="0">
                <a:latin typeface="Times New Roman"/>
                <a:cs typeface="Times New Roman"/>
              </a:rPr>
              <a:t> HA</a:t>
            </a:r>
            <a:r>
              <a:rPr sz="1700" b="1" spc="-2" dirty="0">
                <a:latin typeface="Times New Roman"/>
                <a:cs typeface="Times New Roman"/>
              </a:rPr>
              <a:t>RDWIR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AN</a:t>
            </a:r>
            <a:r>
              <a:rPr sz="1700" b="1" dirty="0">
                <a:latin typeface="Times New Roman"/>
                <a:cs typeface="Times New Roman"/>
              </a:rPr>
              <a:t>D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12" dirty="0">
                <a:latin typeface="Times New Roman"/>
                <a:cs typeface="Times New Roman"/>
              </a:rPr>
              <a:t>M</a:t>
            </a:r>
            <a:r>
              <a:rPr sz="1700" b="1" spc="-2" dirty="0">
                <a:latin typeface="Times New Roman"/>
                <a:cs typeface="Times New Roman"/>
              </a:rPr>
              <a:t>ICR</a:t>
            </a:r>
            <a:r>
              <a:rPr sz="1700" b="1" spc="7" dirty="0">
                <a:latin typeface="Times New Roman"/>
                <a:cs typeface="Times New Roman"/>
              </a:rPr>
              <a:t>O</a:t>
            </a:r>
            <a:r>
              <a:rPr sz="1700" b="1" spc="-2" dirty="0">
                <a:latin typeface="Times New Roman"/>
                <a:cs typeface="Times New Roman"/>
              </a:rPr>
              <a:t>-</a:t>
            </a:r>
            <a:r>
              <a:rPr sz="1700" b="1" dirty="0">
                <a:latin typeface="Times New Roman"/>
                <a:cs typeface="Times New Roman"/>
              </a:rPr>
              <a:t>P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OG</a:t>
            </a:r>
            <a:r>
              <a:rPr sz="1700" b="1" spc="2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A</a:t>
            </a:r>
            <a:r>
              <a:rPr sz="1700" b="1" spc="-5" dirty="0">
                <a:latin typeface="Times New Roman"/>
                <a:cs typeface="Times New Roman"/>
              </a:rPr>
              <a:t>M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 </a:t>
            </a:r>
            <a:r>
              <a:rPr sz="1700" b="1" spc="-2" dirty="0">
                <a:latin typeface="Times New Roman"/>
                <a:cs typeface="Times New Roman"/>
              </a:rPr>
              <a:t>CONTRO</a:t>
            </a:r>
            <a:r>
              <a:rPr sz="1700" b="1" dirty="0">
                <a:latin typeface="Times New Roman"/>
                <a:cs typeface="Times New Roman"/>
              </a:rPr>
              <a:t>L </a:t>
            </a:r>
            <a:r>
              <a:rPr sz="1700" b="1" spc="-2" dirty="0">
                <a:latin typeface="Times New Roman"/>
                <a:cs typeface="Times New Roman"/>
              </a:rPr>
              <a:t>UNIT</a:t>
            </a:r>
            <a:endParaRPr sz="1700" dirty="0">
              <a:latin typeface="Times New Roman"/>
              <a:cs typeface="Times New Roman"/>
            </a:endParaRPr>
          </a:p>
          <a:p>
            <a:pPr marL="225716" marR="3360" indent="-109651" algn="just">
              <a:spcBef>
                <a:spcPts val="438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To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ute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on,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two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types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control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Control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10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ro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dirty="0">
                <a:latin typeface="Times New Roman"/>
                <a:cs typeface="Times New Roman"/>
              </a:rPr>
              <a:t>pro</a:t>
            </a:r>
            <a:r>
              <a:rPr sz="1700" spc="2" dirty="0">
                <a:latin typeface="Times New Roman"/>
                <a:cs typeface="Times New Roman"/>
              </a:rPr>
              <a:t>g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unit.</a:t>
            </a:r>
            <a:endParaRPr sz="1700" dirty="0">
              <a:latin typeface="Times New Roman"/>
              <a:cs typeface="Times New Roman"/>
            </a:endParaRPr>
          </a:p>
          <a:p>
            <a:pPr marL="225716" marR="3971" indent="-109651" algn="just">
              <a:spcBef>
                <a:spcPts val="48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er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st</a:t>
            </a:r>
            <a:r>
              <a:rPr sz="1700" dirty="0">
                <a:latin typeface="Times New Roman"/>
                <a:cs typeface="Times New Roman"/>
              </a:rPr>
              <a:t>er 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rop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og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sign</a:t>
            </a:r>
            <a:r>
              <a:rPr sz="1700" dirty="0">
                <a:latin typeface="Times New Roman"/>
                <a:cs typeface="Times New Roman"/>
              </a:rPr>
              <a:t>s.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ontrol,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w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how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</a:t>
            </a:r>
            <a:r>
              <a:rPr sz="1700" dirty="0">
                <a:latin typeface="Times New Roman"/>
                <a:cs typeface="Times New Roman"/>
              </a:rPr>
              <a:t>g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qui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inside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usi</a:t>
            </a:r>
            <a:r>
              <a:rPr sz="1700" dirty="0">
                <a:latin typeface="Times New Roman"/>
                <a:cs typeface="Times New Roman"/>
              </a:rPr>
              <a:t>ng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state</a:t>
            </a:r>
            <a:r>
              <a:rPr sz="1700" spc="-2" dirty="0">
                <a:latin typeface="Times New Roman"/>
                <a:cs typeface="Times New Roman"/>
              </a:rPr>
              <a:t> c</a:t>
            </a:r>
            <a:r>
              <a:rPr sz="1700" spc="-5" dirty="0">
                <a:latin typeface="Times New Roman"/>
                <a:cs typeface="Times New Roman"/>
              </a:rPr>
              <a:t>ounter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Pro</a:t>
            </a:r>
            <a:r>
              <a:rPr sz="1700" spc="2" dirty="0">
                <a:latin typeface="Times New Roman"/>
                <a:cs typeface="Times New Roman"/>
              </a:rPr>
              <a:t>g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</a:t>
            </a:r>
            <a:r>
              <a:rPr sz="1700" spc="-2" dirty="0">
                <a:latin typeface="Times New Roman"/>
                <a:cs typeface="Times New Roman"/>
              </a:rPr>
              <a:t>able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ogic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2" dirty="0">
                <a:latin typeface="Times New Roman"/>
                <a:cs typeface="Times New Roman"/>
              </a:rPr>
              <a:t>(</a:t>
            </a:r>
            <a:r>
              <a:rPr sz="1700" dirty="0">
                <a:latin typeface="Times New Roman"/>
                <a:cs typeface="Times New Roman"/>
              </a:rPr>
              <a:t>PL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)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uit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25716" marR="3665" indent="-109651" algn="just">
              <a:spcBef>
                <a:spcPts val="46"/>
              </a:spcBef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rop</a:t>
            </a:r>
            <a:r>
              <a:rPr sz="1700" spc="-5" dirty="0">
                <a:latin typeface="Times New Roman"/>
                <a:cs typeface="Times New Roman"/>
              </a:rPr>
              <a:t>rogr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trol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latively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</a:t>
            </a:r>
            <a:r>
              <a:rPr sz="1700" spc="-2" dirty="0">
                <a:latin typeface="Times New Roman"/>
                <a:cs typeface="Times New Roman"/>
              </a:rPr>
              <a:t>mple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logic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uit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f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qu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ing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through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oins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ng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signal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ute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roinstru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225716" marR="2443" indent="-109651" algn="just">
              <a:spcBef>
                <a:spcPts val="48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 main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tw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wir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Micr</a:t>
            </a:r>
            <a:r>
              <a:rPr sz="1700" dirty="0">
                <a:latin typeface="Times New Roman"/>
                <a:cs typeface="Times New Roman"/>
              </a:rPr>
              <a:t>opro</a:t>
            </a:r>
            <a:r>
              <a:rPr sz="1700" spc="-2" dirty="0">
                <a:latin typeface="Times New Roman"/>
                <a:cs typeface="Times New Roman"/>
              </a:rPr>
              <a:t>g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Control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Uni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H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Control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Uni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qu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nti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uit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er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tes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signal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whil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Micr</a:t>
            </a:r>
            <a:r>
              <a:rPr sz="1700" dirty="0">
                <a:latin typeface="Times New Roman"/>
                <a:cs typeface="Times New Roman"/>
              </a:rPr>
              <a:t>opro</a:t>
            </a:r>
            <a:r>
              <a:rPr sz="1700" spc="-2" dirty="0">
                <a:latin typeface="Times New Roman"/>
                <a:cs typeface="Times New Roman"/>
              </a:rPr>
              <a:t>gr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Cont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ol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Uni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5" dirty="0">
                <a:latin typeface="Times New Roman"/>
                <a:cs typeface="Times New Roman"/>
              </a:rPr>
              <a:t> 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un</a:t>
            </a:r>
            <a:r>
              <a:rPr sz="1700" spc="-7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roinstru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c</a:t>
            </a:r>
            <a:r>
              <a:rPr sz="1700" spc="-5" dirty="0">
                <a:latin typeface="Times New Roman"/>
                <a:cs typeface="Times New Roman"/>
              </a:rPr>
              <a:t>on</a:t>
            </a:r>
            <a:r>
              <a:rPr sz="1700" spc="-7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rol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gen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sign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2" dirty="0">
                <a:latin typeface="Times New Roman"/>
                <a:cs typeface="Times New Roman"/>
              </a:rPr>
              <a:t>s.</a:t>
            </a: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19824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65ED3-DF91-D570-ADEB-B47971685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5A009B-A79B-A9E6-E187-8AE962F2F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E20A30-022B-A550-3374-11E1416AB6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AAD39AEC-643C-0745-031A-4848C3C3E60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7133D0-FE68-1322-A9D6-4C2418971FE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304DB0E3-A9D5-C07E-3658-84FE9DDF9432}"/>
              </a:ext>
            </a:extLst>
          </p:cNvPr>
          <p:cNvSpPr txBox="1"/>
          <p:nvPr/>
        </p:nvSpPr>
        <p:spPr>
          <a:xfrm>
            <a:off x="1014616" y="819150"/>
            <a:ext cx="7138784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65">
              <a:spcBef>
                <a:spcPts val="409"/>
              </a:spcBef>
            </a:pP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spc="-2" dirty="0">
                <a:latin typeface="Times New Roman"/>
                <a:cs typeface="Times New Roman"/>
              </a:rPr>
              <a:t>oll</a:t>
            </a:r>
            <a:r>
              <a:rPr lang="en-US" sz="1700" dirty="0">
                <a:latin typeface="Times New Roman"/>
                <a:cs typeface="Times New Roman"/>
              </a:rPr>
              <a:t>owing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re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fu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dif</a:t>
            </a:r>
            <a:r>
              <a:rPr lang="en-US" sz="1700" spc="-5" dirty="0">
                <a:latin typeface="Times New Roman"/>
                <a:cs typeface="Times New Roman"/>
              </a:rPr>
              <a:t>fe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ce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in 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bul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dirty="0">
                <a:latin typeface="Times New Roman"/>
                <a:cs typeface="Times New Roman"/>
              </a:rPr>
              <a:t>o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m.</a:t>
            </a:r>
            <a:endParaRPr lang="en-US" sz="1700" dirty="0">
              <a:latin typeface="Times New Roman"/>
              <a:cs typeface="Times New Roman"/>
            </a:endParaRPr>
          </a:p>
        </p:txBody>
      </p:sp>
      <p:graphicFrame>
        <p:nvGraphicFramePr>
          <p:cNvPr id="4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051443"/>
              </p:ext>
            </p:extLst>
          </p:nvPr>
        </p:nvGraphicFramePr>
        <p:xfrm>
          <a:off x="838200" y="1200150"/>
          <a:ext cx="7467600" cy="3413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31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6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8861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Hardwir</a:t>
                      </a:r>
                      <a:r>
                        <a:rPr sz="1600" b="1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600" b="1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Cont</a:t>
                      </a:r>
                      <a:r>
                        <a:rPr sz="1600" b="1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ol </a:t>
                      </a:r>
                      <a:r>
                        <a:rPr sz="1600" b="1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nit</a:t>
                      </a:r>
                      <a:endParaRPr sz="16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</a:pPr>
                      <a:r>
                        <a:rPr sz="1600" b="1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ic</a:t>
                      </a:r>
                      <a:r>
                        <a:rPr sz="1600" b="1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op</a:t>
                      </a:r>
                      <a:r>
                        <a:rPr sz="1600" b="1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og</a:t>
                      </a:r>
                      <a:r>
                        <a:rPr sz="1600" b="1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b="1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mm</a:t>
                      </a:r>
                      <a:r>
                        <a:rPr sz="1600" b="1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600" b="1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Cont</a:t>
                      </a:r>
                      <a:r>
                        <a:rPr sz="1600" b="1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ol </a:t>
                      </a:r>
                      <a:r>
                        <a:rPr sz="1600" b="1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nit</a:t>
                      </a:r>
                      <a:endParaRPr sz="16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530">
                <a:tc>
                  <a:txBody>
                    <a:bodyPr/>
                    <a:lstStyle/>
                    <a:p>
                      <a:pPr marL="92075" marR="83820" algn="just">
                        <a:lnSpc>
                          <a:spcPct val="100000"/>
                        </a:lnSpc>
                      </a:pP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ith </a:t>
                      </a:r>
                      <a:r>
                        <a:rPr sz="1600" spc="-1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600" spc="-1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lp </a:t>
                      </a:r>
                      <a:r>
                        <a:rPr sz="1600" spc="-1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600" spc="-114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600" spc="-13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re </a:t>
                      </a:r>
                      <a:r>
                        <a:rPr sz="1600" spc="-12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uit, </a:t>
                      </a:r>
                      <a:r>
                        <a:rPr sz="1600" spc="-1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 </a:t>
                      </a:r>
                      <a:r>
                        <a:rPr sz="1600" spc="-12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 implem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nt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1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rd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ontrol</a:t>
                      </a:r>
                      <a:r>
                        <a:rPr sz="1600" spc="-1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unit. </a:t>
                      </a:r>
                      <a:r>
                        <a:rPr sz="1600" spc="-2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spc="-1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oth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wo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ds,  </a:t>
                      </a:r>
                      <a:r>
                        <a:rPr sz="1600" spc="-1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  </a:t>
                      </a:r>
                      <a:r>
                        <a:rPr sz="1600" spc="-10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  </a:t>
                      </a:r>
                      <a:r>
                        <a:rPr sz="1600" spc="-1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y  </a:t>
                      </a:r>
                      <a:r>
                        <a:rPr sz="1600" spc="-1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  </a:t>
                      </a:r>
                      <a:r>
                        <a:rPr sz="1600" spc="-9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it  </a:t>
                      </a:r>
                      <a:r>
                        <a:rPr sz="1600" spc="-9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is  </a:t>
                      </a:r>
                      <a:r>
                        <a:rPr sz="1600" spc="-9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  </a:t>
                      </a:r>
                      <a:r>
                        <a:rPr sz="1600" spc="-9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uitry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ppro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85725" algn="just">
                        <a:lnSpc>
                          <a:spcPct val="100000"/>
                        </a:lnSpc>
                      </a:pP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hile</a:t>
                      </a:r>
                      <a:r>
                        <a:rPr sz="1600" spc="3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wit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3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3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lp</a:t>
                      </a:r>
                      <a:r>
                        <a:rPr sz="1600" spc="3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3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ogr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mming,</a:t>
                      </a:r>
                      <a:r>
                        <a:rPr sz="1600" spc="3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we ca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 </a:t>
                      </a:r>
                      <a:r>
                        <a:rPr sz="1600" spc="14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implem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nt </a:t>
                      </a:r>
                      <a:r>
                        <a:rPr sz="1600" spc="14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the  </a:t>
                      </a:r>
                      <a:r>
                        <a:rPr sz="1600" spc="-14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mi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o-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pro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mm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ontrol unit.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712">
                <a:tc>
                  <a:txBody>
                    <a:bodyPr/>
                    <a:lstStyle/>
                    <a:p>
                      <a:pPr marL="92075" marR="83185" algn="just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600" spc="1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rd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600" spc="114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ontrol </a:t>
                      </a:r>
                      <a:r>
                        <a:rPr sz="1600" spc="13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unit </a:t>
                      </a:r>
                      <a:r>
                        <a:rPr sz="1600" spc="12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us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sz="1600" spc="114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600" spc="114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logic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ir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uit </a:t>
                      </a:r>
                      <a:r>
                        <a:rPr sz="1600" spc="12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 </a:t>
                      </a:r>
                      <a:r>
                        <a:rPr sz="1600" spc="12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that </a:t>
                      </a:r>
                      <a:r>
                        <a:rPr sz="1600" spc="114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it </a:t>
                      </a:r>
                      <a:r>
                        <a:rPr sz="1600" spc="12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 </a:t>
                      </a:r>
                      <a:r>
                        <a:rPr sz="1600" spc="13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 </a:t>
                      </a:r>
                      <a:r>
                        <a:rPr sz="1600" spc="1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600" spc="114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rol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signals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,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whic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 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re r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qui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 for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cessor.</a:t>
                      </a:r>
                      <a:endParaRPr sz="16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85725" algn="just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The    </a:t>
                      </a:r>
                      <a:r>
                        <a:rPr sz="1600" spc="12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mi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ro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rog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mm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    </a:t>
                      </a:r>
                      <a:r>
                        <a:rPr sz="1600" spc="13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CU    </a:t>
                      </a:r>
                      <a:r>
                        <a:rPr sz="1600" spc="1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us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 mi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roinstru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tion </a:t>
                      </a:r>
                      <a:r>
                        <a:rPr sz="1600" spc="-7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 </a:t>
                      </a:r>
                      <a:r>
                        <a:rPr sz="1600" spc="-7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that </a:t>
                      </a:r>
                      <a:r>
                        <a:rPr sz="1600" spc="-7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it </a:t>
                      </a:r>
                      <a:r>
                        <a:rPr sz="1600" spc="-7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 </a:t>
                      </a:r>
                      <a:r>
                        <a:rPr sz="1600" spc="-7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te the  </a:t>
                      </a:r>
                      <a:r>
                        <a:rPr sz="1600" spc="6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ontrol  </a:t>
                      </a:r>
                      <a:r>
                        <a:rPr sz="1600" spc="7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signals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.  </a:t>
                      </a:r>
                      <a:r>
                        <a:rPr sz="1600" spc="9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Usu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lly,  </a:t>
                      </a:r>
                      <a:r>
                        <a:rPr sz="1600" spc="7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ontrol memo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y    </a:t>
                      </a:r>
                      <a:r>
                        <a:rPr sz="1600" spc="-9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is    </a:t>
                      </a:r>
                      <a:r>
                        <a:rPr sz="1600" spc="-8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us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    </a:t>
                      </a:r>
                      <a:r>
                        <a:rPr sz="1600" spc="-7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to    </a:t>
                      </a:r>
                      <a:r>
                        <a:rPr sz="1600" spc="-7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stor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    </a:t>
                      </a:r>
                      <a:r>
                        <a:rPr sz="1600" spc="-9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ese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mi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roinstru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tions.</a:t>
                      </a:r>
                      <a:endParaRPr sz="16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600">
                <a:tc>
                  <a:txBody>
                    <a:bodyPr/>
                    <a:lstStyle/>
                    <a:p>
                      <a:pPr marL="92075" marR="83820" algn="just">
                        <a:lnSpc>
                          <a:spcPct val="100000"/>
                        </a:lnSpc>
                      </a:pPr>
                      <a:r>
                        <a:rPr sz="1600" spc="-2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spc="4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600" spc="3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600" spc="3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4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ontrol</a:t>
                      </a:r>
                      <a:r>
                        <a:rPr sz="1600" spc="4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signal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3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3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going</a:t>
                      </a:r>
                      <a:r>
                        <a:rPr sz="1600" spc="3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4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be g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600" spc="-6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600" spc="-6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600" spc="-5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fo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 </a:t>
                      </a:r>
                      <a:r>
                        <a:rPr sz="1600" spc="-6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 </a:t>
                      </a:r>
                      <a:r>
                        <a:rPr sz="1600" spc="-6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rd </a:t>
                      </a:r>
                      <a:r>
                        <a:rPr sz="1600" spc="-5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wir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d. </a:t>
                      </a:r>
                      <a:r>
                        <a:rPr sz="1600" spc="-6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t's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wh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600" spc="-5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600" spc="-4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600" spc="-6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ry</a:t>
                      </a:r>
                      <a:r>
                        <a:rPr sz="1600" spc="-5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dif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icult</a:t>
                      </a:r>
                      <a:r>
                        <a:rPr sz="1600" spc="-5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-6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modify</a:t>
                      </a:r>
                      <a:r>
                        <a:rPr sz="1600" spc="-5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5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rd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ir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ontrol unit.</a:t>
                      </a:r>
                      <a:endParaRPr sz="16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85725" algn="just">
                        <a:lnSpc>
                          <a:spcPct val="100000"/>
                        </a:lnSpc>
                      </a:pPr>
                      <a:r>
                        <a:rPr sz="1600" spc="-2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1600" spc="10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600" spc="1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ry </a:t>
                      </a:r>
                      <a:r>
                        <a:rPr sz="1600" spc="114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eas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y </a:t>
                      </a:r>
                      <a:r>
                        <a:rPr sz="1600" spc="10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600" spc="114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dify </a:t>
                      </a:r>
                      <a:r>
                        <a:rPr sz="1600" spc="10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600" spc="1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mi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ro- prog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mm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  </a:t>
                      </a:r>
                      <a:r>
                        <a:rPr sz="1600" spc="-1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ontrol  </a:t>
                      </a:r>
                      <a:r>
                        <a:rPr sz="1600" spc="-1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nit  </a:t>
                      </a:r>
                      <a:r>
                        <a:rPr sz="1600" spc="-1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eca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use  </a:t>
                      </a:r>
                      <a:r>
                        <a:rPr sz="1600" spc="-10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the modifi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tions</a:t>
                      </a:r>
                      <a:r>
                        <a:rPr sz="1600" spc="9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re</a:t>
                      </a:r>
                      <a:r>
                        <a:rPr sz="1600" spc="8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going</a:t>
                      </a:r>
                      <a:r>
                        <a:rPr sz="1600" spc="10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9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600" spc="9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 only at the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instru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tion lev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l.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0675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238DE-05D7-AB04-E4CE-D4B294ECE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CA71B4-176E-92C6-31CE-52D746472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997E51-752F-4395-4CD4-0659EF01AC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20F4F8A-2BC0-6066-9B43-1609B2B0856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9C7BC3-7FA0-D503-42B4-8302BD9AAEC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961470"/>
              </p:ext>
            </p:extLst>
          </p:nvPr>
        </p:nvGraphicFramePr>
        <p:xfrm>
          <a:off x="685800" y="896331"/>
          <a:ext cx="7620000" cy="365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11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8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8979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Hardwir</a:t>
                      </a:r>
                      <a:r>
                        <a:rPr sz="1600" b="1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600" b="1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Cont</a:t>
                      </a:r>
                      <a:r>
                        <a:rPr sz="1600" b="1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ol </a:t>
                      </a:r>
                      <a:r>
                        <a:rPr sz="1600" b="1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nit</a:t>
                      </a:r>
                      <a:endParaRPr sz="16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</a:pPr>
                      <a:r>
                        <a:rPr sz="1600" b="1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ic</a:t>
                      </a:r>
                      <a:r>
                        <a:rPr sz="1600" b="1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op</a:t>
                      </a:r>
                      <a:r>
                        <a:rPr sz="1600" b="1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og</a:t>
                      </a:r>
                      <a:r>
                        <a:rPr sz="1600" b="1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b="1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mm</a:t>
                      </a:r>
                      <a:r>
                        <a:rPr sz="1600" b="1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600" b="1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Cont</a:t>
                      </a:r>
                      <a:r>
                        <a:rPr sz="1600" b="1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ol </a:t>
                      </a:r>
                      <a:r>
                        <a:rPr sz="1600" b="1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nit</a:t>
                      </a:r>
                      <a:endParaRPr sz="16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92075" marR="83820" algn="just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600" spc="-10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ompl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x </a:t>
                      </a:r>
                      <a:r>
                        <a:rPr sz="1600" spc="-1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instru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tions </a:t>
                      </a:r>
                      <a:r>
                        <a:rPr sz="1600" spc="-1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nnot </a:t>
                      </a:r>
                      <a:r>
                        <a:rPr sz="1600" spc="-9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be </a:t>
                      </a:r>
                      <a:r>
                        <a:rPr sz="1600" spc="-10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ndled by</a:t>
                      </a:r>
                      <a:r>
                        <a:rPr sz="1600" spc="7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6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rd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ir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7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ontrol</a:t>
                      </a:r>
                      <a:r>
                        <a:rPr sz="1600" spc="7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nit</a:t>
                      </a:r>
                      <a:r>
                        <a:rPr sz="1600" spc="7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eca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600" spc="6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wh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spc="7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we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esig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 </a:t>
                      </a:r>
                      <a:r>
                        <a:rPr sz="1600" spc="3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600" spc="3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ir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uit </a:t>
                      </a:r>
                      <a:r>
                        <a:rPr sz="1600" spc="3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600" spc="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sz="1600" spc="3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instru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tion, </a:t>
                      </a:r>
                      <a:r>
                        <a:rPr sz="1600" spc="2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it </a:t>
                      </a:r>
                      <a:r>
                        <a:rPr sz="1600" spc="3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wi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l b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ome 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ompl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x.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2075" marR="84455" algn="just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600" spc="4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mi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o-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progr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mm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600" spc="5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ontrol </a:t>
                      </a:r>
                      <a:r>
                        <a:rPr sz="1600" spc="4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unit </a:t>
                      </a:r>
                      <a:r>
                        <a:rPr sz="1600" spc="5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ble to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ndle the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ompl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x instru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tions.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92075" marR="83820" algn="just">
                        <a:lnSpc>
                          <a:spcPct val="100000"/>
                        </a:lnSpc>
                      </a:pPr>
                      <a:r>
                        <a:rPr sz="1600" spc="-2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spc="-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1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fo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spc="-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-3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logic</a:t>
                      </a:r>
                      <a:r>
                        <a:rPr sz="1600" spc="-3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es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600" spc="-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rything</a:t>
                      </a:r>
                      <a:r>
                        <a:rPr sz="1600" spc="-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-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-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be r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li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ze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600" spc="-15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600" spc="-14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600" spc="-15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rd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600" spc="-15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ontrol </a:t>
                      </a:r>
                      <a:r>
                        <a:rPr sz="1600" spc="-14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unit. </a:t>
                      </a:r>
                      <a:r>
                        <a:rPr sz="1600" spc="-15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t's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wh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600" spc="-3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600" spc="-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CU</a:t>
                      </a:r>
                      <a:r>
                        <a:rPr sz="1600" spc="-3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600" spc="-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sz="1600" spc="-3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os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ly</a:t>
                      </a:r>
                      <a:r>
                        <a:rPr sz="1600" spc="-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-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ompa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-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-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the mi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o-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progr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mm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ont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ol unit.</a:t>
                      </a:r>
                    </a:p>
                  </a:txBody>
                  <a:tcPr marL="0" marR="0" marT="0" marB="0">
                    <a:lnL w="73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3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3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84455" algn="just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600" spc="4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mi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o-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progr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mm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600" spc="5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ontrol </a:t>
                      </a:r>
                      <a:r>
                        <a:rPr sz="1600" spc="4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unit </a:t>
                      </a:r>
                      <a:r>
                        <a:rPr sz="1600" spc="5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 less</a:t>
                      </a:r>
                      <a:r>
                        <a:rPr sz="1600" spc="5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ost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600" spc="5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5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om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6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6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5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wir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 CU</a:t>
                      </a:r>
                      <a:r>
                        <a:rPr sz="1600" spc="-7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eca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8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600" spc="-7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ontrol</a:t>
                      </a:r>
                      <a:r>
                        <a:rPr sz="1600" spc="-7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nit</a:t>
                      </a:r>
                      <a:r>
                        <a:rPr sz="1600" spc="-7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sz="1600" spc="-7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quir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 the  </a:t>
                      </a:r>
                      <a:r>
                        <a:rPr sz="1600" spc="9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mi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roinstru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tion  </a:t>
                      </a:r>
                      <a:r>
                        <a:rPr sz="1600" spc="9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to  </a:t>
                      </a:r>
                      <a:r>
                        <a:rPr sz="1600" spc="9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  </a:t>
                      </a:r>
                      <a:r>
                        <a:rPr sz="1600" spc="9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ontrol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ign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ls.</a:t>
                      </a:r>
                    </a:p>
                  </a:txBody>
                  <a:tcPr marL="0" marR="0" marT="0" marB="0">
                    <a:lnL w="73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3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3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7070098"/>
                  </a:ext>
                </a:extLst>
              </a:tr>
              <a:tr h="384113">
                <a:tc>
                  <a:txBody>
                    <a:bodyPr/>
                    <a:lstStyle/>
                    <a:p>
                      <a:pPr marL="92075" marR="83185" algn="just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eca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600" spc="1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1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1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rdw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re</a:t>
                      </a:r>
                      <a:r>
                        <a:rPr sz="1600" spc="10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implem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ntation,</a:t>
                      </a:r>
                      <a:r>
                        <a:rPr sz="1600" spc="1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the h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rd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ir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5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rol</a:t>
                      </a:r>
                      <a:r>
                        <a:rPr sz="1600" spc="5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unit</a:t>
                      </a:r>
                      <a:r>
                        <a:rPr sz="1600" spc="6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600" spc="5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ble</a:t>
                      </a:r>
                      <a:r>
                        <a:rPr sz="1600" spc="5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6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600" spc="5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5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li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 number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of instru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tions.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84455" algn="just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600" spc="4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mi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o-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progr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mm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600" spc="5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ontrol </a:t>
                      </a:r>
                      <a:r>
                        <a:rPr sz="1600" spc="4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unit </a:t>
                      </a:r>
                      <a:r>
                        <a:rPr sz="1600" spc="5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ble</a:t>
                      </a:r>
                      <a:r>
                        <a:rPr sz="1600" spc="3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3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1600" spc="4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ontrol</a:t>
                      </a:r>
                      <a:r>
                        <a:rPr sz="1600" spc="3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ignals</a:t>
                      </a:r>
                      <a:r>
                        <a:rPr sz="1600" spc="3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600" spc="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ny instru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tions.</a:t>
                      </a:r>
                      <a:endParaRPr sz="16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737">
                <a:tc>
                  <a:txBody>
                    <a:bodyPr/>
                    <a:lstStyle/>
                    <a:p>
                      <a:pPr marL="92075" marR="160655" algn="just">
                        <a:lnSpc>
                          <a:spcPct val="100000"/>
                        </a:lnSpc>
                      </a:pP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Dif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icult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to modify 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ontrol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ign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ls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 n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 to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be g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rd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ir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43510" algn="just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y to modify 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modifi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tion n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 to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be done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only at the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instru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tion lev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7283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B890A-24CB-A510-7ABB-1853094E0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F25FEF-7020-F216-26E2-F73F602D4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1AF189-DE3C-376D-C5BF-11C49604D1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FD7C70E-73B3-3722-7D0C-27BE42F843E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9FB822-A1E7-29DB-ED08-C7DE04D95DA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DE9D4E35-4761-28D8-0DC3-3181F4D420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324462"/>
              </p:ext>
            </p:extLst>
          </p:nvPr>
        </p:nvGraphicFramePr>
        <p:xfrm>
          <a:off x="990600" y="1123950"/>
          <a:ext cx="7086600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30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5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8979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</a:pP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Hardwir</a:t>
                      </a:r>
                      <a:r>
                        <a:rPr sz="1600" b="1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600" b="1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Cont</a:t>
                      </a:r>
                      <a:r>
                        <a:rPr sz="1600" b="1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ol </a:t>
                      </a:r>
                      <a:r>
                        <a:rPr sz="1600" b="1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nit</a:t>
                      </a:r>
                      <a:endParaRPr sz="16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</a:pPr>
                      <a:r>
                        <a:rPr sz="1600" b="1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ic</a:t>
                      </a:r>
                      <a:r>
                        <a:rPr sz="1600" b="1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op</a:t>
                      </a:r>
                      <a:r>
                        <a:rPr sz="1600" b="1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og</a:t>
                      </a:r>
                      <a:r>
                        <a:rPr sz="1600" b="1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b="1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mm</a:t>
                      </a:r>
                      <a:r>
                        <a:rPr sz="1600" b="1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600" b="1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Cont</a:t>
                      </a:r>
                      <a:r>
                        <a:rPr sz="1600" b="1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ol </a:t>
                      </a:r>
                      <a:r>
                        <a:rPr sz="1600" b="1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nit</a:t>
                      </a:r>
                      <a:endParaRPr sz="16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113">
                <a:tc>
                  <a:txBody>
                    <a:bodyPr/>
                    <a:lstStyle/>
                    <a:p>
                      <a:pPr marL="92075" marR="137795" algn="just">
                        <a:lnSpc>
                          <a:spcPct val="100000"/>
                        </a:lnSpc>
                      </a:pP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Mor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ost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ier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ryth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ng h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re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li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ze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 in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rms of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logic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tes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3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248285" algn="just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 costlier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hard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ontrol as only mic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 instru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tions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re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us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 f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 g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ting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rol 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signals</a:t>
                      </a:r>
                      <a:endParaRPr sz="16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813">
                <a:tc>
                  <a:txBody>
                    <a:bodyPr/>
                    <a:lstStyle/>
                    <a:p>
                      <a:pPr marL="92075" marR="116839" algn="just">
                        <a:lnSpc>
                          <a:spcPct val="100000"/>
                        </a:lnSpc>
                      </a:pP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nl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600" spc="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600" spc="1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spc="1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mb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600" spc="2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nst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3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ar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2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us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du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1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600" spc="2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2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ar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war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3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imp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nt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tio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288925" algn="just">
                        <a:lnSpc>
                          <a:spcPct val="100000"/>
                        </a:lnSpc>
                      </a:pP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Cont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ol</a:t>
                      </a:r>
                      <a:r>
                        <a:rPr sz="1600" spc="3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gn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3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m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600" spc="1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inst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tion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spc="2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1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era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sz="16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230">
                <a:tc>
                  <a:txBody>
                    <a:bodyPr/>
                    <a:lstStyle/>
                    <a:p>
                      <a:pPr marL="92075" marR="99060" algn="just">
                        <a:lnSpc>
                          <a:spcPct val="100000"/>
                        </a:lnSpc>
                      </a:pP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spc="2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om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ut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3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us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2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600" spc="2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du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 I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st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tio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spc="3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1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mput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3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16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366395" algn="just">
                        <a:lnSpc>
                          <a:spcPct val="100000"/>
                        </a:lnSpc>
                      </a:pP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600" spc="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spc="2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om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ut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3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th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us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spc="2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of Com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600" spc="3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st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tio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spc="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1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Comp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er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SC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0475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238DE-05D7-AB04-E4CE-D4B294ECE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CA71B4-176E-92C6-31CE-52D746472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997E51-752F-4395-4CD4-0659EF01AC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20F4F8A-2BC0-6066-9B43-1609B2B0856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9C7BC3-7FA0-D503-42B4-8302BD9AAEC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/>
          <p:cNvSpPr txBox="1"/>
          <p:nvPr/>
        </p:nvSpPr>
        <p:spPr>
          <a:xfrm>
            <a:off x="1013088" y="831131"/>
            <a:ext cx="7064112" cy="3606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611175"/>
            <a:r>
              <a:rPr sz="1700" b="1" spc="-2" dirty="0">
                <a:latin typeface="Times New Roman"/>
                <a:cs typeface="Times New Roman"/>
              </a:rPr>
              <a:t>Dif</a:t>
            </a:r>
            <a:r>
              <a:rPr sz="1700" b="1" spc="-5" dirty="0">
                <a:latin typeface="Times New Roman"/>
                <a:cs typeface="Times New Roman"/>
              </a:rPr>
              <a:t>f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B</a:t>
            </a:r>
            <a:r>
              <a:rPr sz="1700" b="1" spc="-2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t</a:t>
            </a:r>
            <a:r>
              <a:rPr sz="1700" b="1" spc="-5" dirty="0">
                <a:latin typeface="Times New Roman"/>
                <a:cs typeface="Times New Roman"/>
              </a:rPr>
              <a:t>w</a:t>
            </a:r>
            <a:r>
              <a:rPr sz="1700" b="1" spc="-2" dirty="0">
                <a:latin typeface="Times New Roman"/>
                <a:cs typeface="Times New Roman"/>
              </a:rPr>
              <a:t>e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 </a:t>
            </a:r>
            <a:r>
              <a:rPr sz="1700" b="1" spc="-5" dirty="0">
                <a:latin typeface="Times New Roman"/>
                <a:cs typeface="Times New Roman"/>
              </a:rPr>
              <a:t>Hardwir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 and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2" dirty="0">
                <a:latin typeface="Times New Roman"/>
                <a:cs typeface="Times New Roman"/>
              </a:rPr>
              <a:t>ic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op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o</a:t>
            </a:r>
            <a:r>
              <a:rPr sz="1700" b="1" spc="5" dirty="0">
                <a:latin typeface="Times New Roman"/>
                <a:cs typeface="Times New Roman"/>
              </a:rPr>
              <a:t>g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</a:t>
            </a:r>
            <a:r>
              <a:rPr sz="1700" b="1" spc="2" dirty="0">
                <a:latin typeface="Times New Roman"/>
                <a:cs typeface="Times New Roman"/>
              </a:rPr>
              <a:t>mm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 </a:t>
            </a:r>
            <a:r>
              <a:rPr sz="1700" b="1" spc="-2" dirty="0">
                <a:latin typeface="Times New Roman"/>
                <a:cs typeface="Times New Roman"/>
              </a:rPr>
              <a:t>Cont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ol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U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it </a:t>
            </a:r>
            <a:endParaRPr lang="en-US" sz="1700" b="1" spc="-2" dirty="0">
              <a:latin typeface="Times New Roman"/>
              <a:cs typeface="Times New Roman"/>
            </a:endParaRPr>
          </a:p>
          <a:p>
            <a:pPr marL="6109" marR="611175"/>
            <a:endParaRPr lang="en-US" sz="1700" b="1" spc="-2" dirty="0">
              <a:latin typeface="Times New Roman"/>
              <a:cs typeface="Times New Roman"/>
            </a:endParaRPr>
          </a:p>
          <a:p>
            <a:pPr marL="6109" marR="611175"/>
            <a:r>
              <a:rPr sz="1700" b="1" spc="-2" dirty="0">
                <a:latin typeface="Times New Roman"/>
                <a:cs typeface="Times New Roman"/>
              </a:rPr>
              <a:t>D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finition</a:t>
            </a:r>
            <a:endParaRPr sz="1700" dirty="0">
              <a:latin typeface="Times New Roman"/>
              <a:cs typeface="Times New Roman"/>
            </a:endParaRPr>
          </a:p>
          <a:p>
            <a:pPr marL="6109" marR="3054" algn="just">
              <a:spcBef>
                <a:spcPts val="378"/>
              </a:spcBef>
            </a:pP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5" dirty="0">
                <a:latin typeface="Times New Roman"/>
                <a:cs typeface="Times New Roman"/>
              </a:rPr>
              <a:t>Control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Uni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unit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ombi</a:t>
            </a:r>
            <a:r>
              <a:rPr sz="1700" spc="-7" dirty="0">
                <a:latin typeface="Times New Roman"/>
                <a:cs typeface="Times New Roman"/>
              </a:rPr>
              <a:t>na</a:t>
            </a:r>
            <a:r>
              <a:rPr sz="1700" spc="-2" dirty="0">
                <a:latin typeface="Times New Roman"/>
                <a:cs typeface="Times New Roman"/>
              </a:rPr>
              <a:t>tion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logic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units,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spc="-2" dirty="0">
                <a:latin typeface="Times New Roman"/>
                <a:cs typeface="Times New Roman"/>
              </a:rPr>
              <a:t>turing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finite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numb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of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ific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esul</a:t>
            </a:r>
            <a:r>
              <a:rPr sz="1700" dirty="0">
                <a:latin typeface="Times New Roman"/>
                <a:cs typeface="Times New Roman"/>
              </a:rPr>
              <a:t>ts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invoke</a:t>
            </a:r>
            <a:r>
              <a:rPr sz="1700" spc="-2" dirty="0">
                <a:latin typeface="Times New Roman"/>
                <a:cs typeface="Times New Roman"/>
              </a:rPr>
              <a:t> those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sponses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Micr</a:t>
            </a:r>
            <a:r>
              <a:rPr sz="1700" dirty="0">
                <a:latin typeface="Times New Roman"/>
                <a:cs typeface="Times New Roman"/>
              </a:rPr>
              <a:t>op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ogr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Control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Uni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</a:t>
            </a:r>
            <a:r>
              <a:rPr sz="1700" spc="1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ins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ic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oins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 the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to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odu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sign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ls.</a:t>
            </a:r>
            <a:endParaRPr sz="1700" dirty="0">
              <a:latin typeface="Times New Roman"/>
              <a:cs typeface="Times New Roman"/>
            </a:endParaRPr>
          </a:p>
          <a:p>
            <a:pPr marL="6109" algn="just">
              <a:spcBef>
                <a:spcPts val="404"/>
              </a:spcBef>
            </a:pPr>
            <a:endParaRPr lang="en-US" sz="1700" b="1" dirty="0">
              <a:latin typeface="Times New Roman"/>
              <a:cs typeface="Times New Roman"/>
            </a:endParaRPr>
          </a:p>
          <a:p>
            <a:pPr marL="6109" algn="just">
              <a:spcBef>
                <a:spcPts val="404"/>
              </a:spcBef>
            </a:pPr>
            <a:r>
              <a:rPr sz="1700" b="1" dirty="0">
                <a:latin typeface="Times New Roman"/>
                <a:cs typeface="Times New Roman"/>
              </a:rPr>
              <a:t>Sp</a:t>
            </a:r>
            <a:r>
              <a:rPr sz="1700" b="1" spc="-7" dirty="0">
                <a:latin typeface="Times New Roman"/>
                <a:cs typeface="Times New Roman"/>
              </a:rPr>
              <a:t>ee</a:t>
            </a:r>
            <a:r>
              <a:rPr sz="1700" b="1" dirty="0">
                <a:latin typeface="Times New Roman"/>
                <a:cs typeface="Times New Roman"/>
              </a:rPr>
              <a:t>d</a:t>
            </a:r>
            <a:endParaRPr sz="1700" dirty="0">
              <a:latin typeface="Times New Roman"/>
              <a:cs typeface="Times New Roman"/>
            </a:endParaRPr>
          </a:p>
          <a:p>
            <a:pPr marL="6109" marR="6720" algn="just">
              <a:spcBef>
                <a:spcPts val="387"/>
              </a:spcBef>
            </a:pPr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5" dirty="0">
                <a:latin typeface="Times New Roman"/>
                <a:cs typeface="Times New Roman"/>
              </a:rPr>
              <a:t> op</a:t>
            </a:r>
            <a:r>
              <a:rPr sz="1700" spc="-2" dirty="0">
                <a:latin typeface="Times New Roman"/>
                <a:cs typeface="Times New Roman"/>
              </a:rPr>
              <a:t>er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ard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 Uni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ast</a:t>
            </a:r>
            <a:r>
              <a:rPr sz="1700" spc="-2" dirty="0">
                <a:latin typeface="Times New Roman"/>
                <a:cs typeface="Times New Roman"/>
              </a:rPr>
              <a:t>.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 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spee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 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 </a:t>
            </a:r>
            <a:r>
              <a:rPr sz="1700" spc="-7" dirty="0">
                <a:latin typeface="Times New Roman"/>
                <a:cs typeface="Times New Roman"/>
              </a:rPr>
              <a:t>Micr</a:t>
            </a:r>
            <a:r>
              <a:rPr sz="1700" dirty="0">
                <a:latin typeface="Times New Roman"/>
                <a:cs typeface="Times New Roman"/>
              </a:rPr>
              <a:t>opro</a:t>
            </a:r>
            <a:r>
              <a:rPr sz="1700" spc="-2" dirty="0">
                <a:latin typeface="Times New Roman"/>
                <a:cs typeface="Times New Roman"/>
              </a:rPr>
              <a:t>gr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5" dirty="0">
                <a:latin typeface="Times New Roman"/>
                <a:cs typeface="Times New Roman"/>
              </a:rPr>
              <a:t>Cont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Uni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dirty="0">
                <a:latin typeface="Times New Roman"/>
                <a:cs typeface="Times New Roman"/>
              </a:rPr>
              <a:t>slow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eca</a:t>
            </a:r>
            <a:r>
              <a:rPr sz="1700" dirty="0">
                <a:latin typeface="Times New Roman"/>
                <a:cs typeface="Times New Roman"/>
              </a:rPr>
              <a:t>use</a:t>
            </a:r>
            <a:r>
              <a:rPr sz="1700" spc="-2" dirty="0">
                <a:latin typeface="Times New Roman"/>
                <a:cs typeface="Times New Roman"/>
              </a:rPr>
              <a:t> 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quir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qu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sses.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59525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E79F1-F644-122E-4609-8D7B893EF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AFB3BE-9AC6-A037-C4A0-2A6B3B54D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AE87DD-7DA7-5E64-1B51-39CC08197A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6CA61C21-D0A9-86F6-D6B0-C5E56EC26FB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79CEC7-A5E8-B7B9-84B2-BC99325CFD9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>
            <a:extLst>
              <a:ext uri="{FF2B5EF4-FFF2-40B4-BE49-F238E27FC236}">
                <a16:creationId xmlns:a16="http://schemas.microsoft.com/office/drawing/2014/main" id="{7C1E6FB1-419B-ABCF-290C-A62FB0C5E010}"/>
              </a:ext>
            </a:extLst>
          </p:cNvPr>
          <p:cNvSpPr txBox="1"/>
          <p:nvPr/>
        </p:nvSpPr>
        <p:spPr>
          <a:xfrm>
            <a:off x="1013088" y="831131"/>
            <a:ext cx="7064112" cy="3867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611175"/>
            <a:r>
              <a:rPr sz="1700" b="1" spc="-2" dirty="0">
                <a:latin typeface="Times New Roman"/>
                <a:cs typeface="Times New Roman"/>
              </a:rPr>
              <a:t>Dif</a:t>
            </a:r>
            <a:r>
              <a:rPr sz="1700" b="1" spc="-5" dirty="0">
                <a:latin typeface="Times New Roman"/>
                <a:cs typeface="Times New Roman"/>
              </a:rPr>
              <a:t>f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B</a:t>
            </a:r>
            <a:r>
              <a:rPr sz="1700" b="1" spc="-2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t</a:t>
            </a:r>
            <a:r>
              <a:rPr sz="1700" b="1" spc="-5" dirty="0">
                <a:latin typeface="Times New Roman"/>
                <a:cs typeface="Times New Roman"/>
              </a:rPr>
              <a:t>w</a:t>
            </a:r>
            <a:r>
              <a:rPr sz="1700" b="1" spc="-2" dirty="0">
                <a:latin typeface="Times New Roman"/>
                <a:cs typeface="Times New Roman"/>
              </a:rPr>
              <a:t>e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 </a:t>
            </a:r>
            <a:r>
              <a:rPr sz="1700" b="1" spc="-5" dirty="0">
                <a:latin typeface="Times New Roman"/>
                <a:cs typeface="Times New Roman"/>
              </a:rPr>
              <a:t>Hardwir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 and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2" dirty="0">
                <a:latin typeface="Times New Roman"/>
                <a:cs typeface="Times New Roman"/>
              </a:rPr>
              <a:t>ic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op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o</a:t>
            </a:r>
            <a:r>
              <a:rPr sz="1700" b="1" spc="5" dirty="0">
                <a:latin typeface="Times New Roman"/>
                <a:cs typeface="Times New Roman"/>
              </a:rPr>
              <a:t>g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</a:t>
            </a:r>
            <a:r>
              <a:rPr sz="1700" b="1" spc="2" dirty="0">
                <a:latin typeface="Times New Roman"/>
                <a:cs typeface="Times New Roman"/>
              </a:rPr>
              <a:t>mm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 </a:t>
            </a:r>
            <a:r>
              <a:rPr sz="1700" b="1" spc="-2" dirty="0">
                <a:latin typeface="Times New Roman"/>
                <a:cs typeface="Times New Roman"/>
              </a:rPr>
              <a:t>Cont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ol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U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it </a:t>
            </a:r>
            <a:endParaRPr lang="en-US" sz="1700" b="1" spc="-2" dirty="0">
              <a:latin typeface="Times New Roman"/>
              <a:cs typeface="Times New Roman"/>
            </a:endParaRPr>
          </a:p>
          <a:p>
            <a:pPr marL="6109" marR="611175"/>
            <a:endParaRPr lang="en-US" sz="1700" b="1" spc="-2" dirty="0">
              <a:latin typeface="Times New Roman"/>
              <a:cs typeface="Times New Roman"/>
            </a:endParaRPr>
          </a:p>
          <a:p>
            <a:pPr marL="6109" marR="611175"/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od</a:t>
            </a:r>
            <a:r>
              <a:rPr sz="1700" b="1" spc="-2" dirty="0">
                <a:latin typeface="Times New Roman"/>
                <a:cs typeface="Times New Roman"/>
              </a:rPr>
              <a:t>ifi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ation</a:t>
            </a:r>
            <a:endParaRPr sz="1700" dirty="0">
              <a:latin typeface="Times New Roman"/>
              <a:cs typeface="Times New Roman"/>
            </a:endParaRPr>
          </a:p>
          <a:p>
            <a:pPr marL="6109" marR="2443" algn="just">
              <a:spcBef>
                <a:spcPts val="387"/>
              </a:spcBef>
            </a:pPr>
            <a:r>
              <a:rPr sz="1700" spc="-5" dirty="0">
                <a:latin typeface="Times New Roman"/>
                <a:cs typeface="Times New Roman"/>
              </a:rPr>
              <a:t>To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do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modifi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wir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</a:t>
            </a:r>
            <a:r>
              <a:rPr sz="1700" spc="2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ntire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shou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esigned</a:t>
            </a:r>
            <a:r>
              <a:rPr sz="1700" spc="-2" dirty="0">
                <a:latin typeface="Times New Roman"/>
                <a:cs typeface="Times New Roman"/>
              </a:rPr>
              <a:t>.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 </a:t>
            </a:r>
            <a:r>
              <a:rPr sz="1700" spc="-7" dirty="0">
                <a:latin typeface="Times New Roman"/>
                <a:cs typeface="Times New Roman"/>
              </a:rPr>
              <a:t>Micr</a:t>
            </a:r>
            <a:r>
              <a:rPr sz="1700" dirty="0">
                <a:latin typeface="Times New Roman"/>
                <a:cs typeface="Times New Roman"/>
              </a:rPr>
              <a:t>opro</a:t>
            </a:r>
            <a:r>
              <a:rPr sz="1700" spc="-2" dirty="0">
                <a:latin typeface="Times New Roman"/>
                <a:cs typeface="Times New Roman"/>
              </a:rPr>
              <a:t>gr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Con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rol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Unit</a:t>
            </a:r>
            <a:r>
              <a:rPr sz="1700" spc="-2" dirty="0">
                <a:latin typeface="Times New Roman"/>
                <a:cs typeface="Times New Roman"/>
              </a:rPr>
              <a:t>,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modifi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 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 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implem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nted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 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nging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roinstru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y.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Micr</a:t>
            </a:r>
            <a:r>
              <a:rPr sz="1700" dirty="0">
                <a:latin typeface="Times New Roman"/>
                <a:cs typeface="Times New Roman"/>
              </a:rPr>
              <a:t>opro</a:t>
            </a:r>
            <a:r>
              <a:rPr sz="1700" spc="2" dirty="0">
                <a:latin typeface="Times New Roman"/>
                <a:cs typeface="Times New Roman"/>
              </a:rPr>
              <a:t>g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Uni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</a:t>
            </a:r>
            <a:r>
              <a:rPr sz="1700" spc="1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fl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xibl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6109" algn="just">
              <a:spcBef>
                <a:spcPts val="409"/>
              </a:spcBef>
            </a:pPr>
            <a:r>
              <a:rPr sz="1700" b="1" spc="-2" dirty="0">
                <a:latin typeface="Times New Roman"/>
                <a:cs typeface="Times New Roman"/>
              </a:rPr>
              <a:t>Cost</a:t>
            </a:r>
            <a:endParaRPr lang="en-US" sz="1700" b="1" spc="-2" dirty="0">
              <a:latin typeface="Times New Roman"/>
              <a:cs typeface="Times New Roman"/>
            </a:endParaRPr>
          </a:p>
          <a:p>
            <a:pPr marL="6109" marR="5192"/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spc="-2" dirty="0">
                <a:latin typeface="Times New Roman"/>
                <a:cs typeface="Times New Roman"/>
              </a:rPr>
              <a:t>urth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rm</a:t>
            </a:r>
            <a:r>
              <a:rPr lang="en-US" sz="1700" spc="-2" dirty="0">
                <a:latin typeface="Times New Roman"/>
                <a:cs typeface="Times New Roman"/>
              </a:rPr>
              <a:t>or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H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2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wir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Control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Uni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more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ost</a:t>
            </a:r>
            <a:r>
              <a:rPr lang="en-US" sz="1700" dirty="0">
                <a:latin typeface="Times New Roman"/>
                <a:cs typeface="Times New Roman"/>
              </a:rPr>
              <a:t>ly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implem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nt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than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Micr</a:t>
            </a:r>
            <a:r>
              <a:rPr lang="en-US" sz="1700" dirty="0">
                <a:latin typeface="Times New Roman"/>
                <a:cs typeface="Times New Roman"/>
              </a:rPr>
              <a:t>opro</a:t>
            </a:r>
            <a:r>
              <a:rPr lang="en-US" sz="1700" spc="-2" dirty="0">
                <a:latin typeface="Times New Roman"/>
                <a:cs typeface="Times New Roman"/>
              </a:rPr>
              <a:t>gr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5" dirty="0">
                <a:latin typeface="Times New Roman"/>
                <a:cs typeface="Times New Roman"/>
              </a:rPr>
              <a:t>Control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Uni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</a:p>
          <a:p>
            <a:pPr marL="6109" algn="just">
              <a:spcBef>
                <a:spcPts val="409"/>
              </a:spcBef>
            </a:pPr>
            <a:r>
              <a:rPr lang="en-US" sz="1700" b="1" spc="-5" dirty="0">
                <a:latin typeface="Times New Roman"/>
                <a:cs typeface="Times New Roman"/>
              </a:rPr>
              <a:t>Ha</a:t>
            </a:r>
            <a:r>
              <a:rPr lang="en-US" sz="1700" b="1" spc="-2" dirty="0">
                <a:latin typeface="Times New Roman"/>
                <a:cs typeface="Times New Roman"/>
              </a:rPr>
              <a:t>n</a:t>
            </a:r>
            <a:r>
              <a:rPr lang="en-US" sz="1700" b="1" dirty="0">
                <a:latin typeface="Times New Roman"/>
                <a:cs typeface="Times New Roman"/>
              </a:rPr>
              <a:t>d</a:t>
            </a:r>
            <a:r>
              <a:rPr lang="en-US" sz="1700" b="1" spc="-2" dirty="0">
                <a:latin typeface="Times New Roman"/>
                <a:cs typeface="Times New Roman"/>
              </a:rPr>
              <a:t>l</a:t>
            </a:r>
            <a:r>
              <a:rPr lang="en-US" sz="1700" b="1" spc="-7" dirty="0">
                <a:latin typeface="Times New Roman"/>
                <a:cs typeface="Times New Roman"/>
              </a:rPr>
              <a:t>i</a:t>
            </a:r>
            <a:r>
              <a:rPr lang="en-US" sz="1700" b="1" dirty="0">
                <a:latin typeface="Times New Roman"/>
                <a:cs typeface="Times New Roman"/>
              </a:rPr>
              <a:t>ng </a:t>
            </a:r>
            <a:r>
              <a:rPr lang="en-US" sz="1700" b="1" spc="-2" dirty="0">
                <a:latin typeface="Times New Roman"/>
                <a:cs typeface="Times New Roman"/>
              </a:rPr>
              <a:t>Co</a:t>
            </a:r>
            <a:r>
              <a:rPr lang="en-US" sz="1700" b="1" spc="-5" dirty="0">
                <a:latin typeface="Times New Roman"/>
                <a:cs typeface="Times New Roman"/>
              </a:rPr>
              <a:t>m</a:t>
            </a:r>
            <a:r>
              <a:rPr lang="en-US" sz="1700" b="1" dirty="0">
                <a:latin typeface="Times New Roman"/>
                <a:cs typeface="Times New Roman"/>
              </a:rPr>
              <a:t>p</a:t>
            </a:r>
            <a:r>
              <a:rPr lang="en-US" sz="1700" b="1" spc="-2" dirty="0">
                <a:latin typeface="Times New Roman"/>
                <a:cs typeface="Times New Roman"/>
              </a:rPr>
              <a:t>lex I</a:t>
            </a:r>
            <a:r>
              <a:rPr lang="en-US" sz="1700" b="1" dirty="0">
                <a:latin typeface="Times New Roman"/>
                <a:cs typeface="Times New Roman"/>
              </a:rPr>
              <a:t>n</a:t>
            </a:r>
            <a:r>
              <a:rPr lang="en-US" sz="1700" b="1" spc="-2" dirty="0">
                <a:latin typeface="Times New Roman"/>
                <a:cs typeface="Times New Roman"/>
              </a:rPr>
              <a:t>s</a:t>
            </a:r>
            <a:r>
              <a:rPr lang="en-US" sz="1700" b="1" spc="-7" dirty="0">
                <a:latin typeface="Times New Roman"/>
                <a:cs typeface="Times New Roman"/>
              </a:rPr>
              <a:t>tr</a:t>
            </a:r>
            <a:r>
              <a:rPr lang="en-US" sz="1700" b="1" dirty="0">
                <a:latin typeface="Times New Roman"/>
                <a:cs typeface="Times New Roman"/>
              </a:rPr>
              <a:t>u</a:t>
            </a:r>
            <a:r>
              <a:rPr lang="en-US" sz="1700" b="1" spc="-7" dirty="0">
                <a:latin typeface="Times New Roman"/>
                <a:cs typeface="Times New Roman"/>
              </a:rPr>
              <a:t>c</a:t>
            </a:r>
            <a:r>
              <a:rPr lang="en-US" sz="1700" b="1" spc="-2" dirty="0">
                <a:latin typeface="Times New Roman"/>
                <a:cs typeface="Times New Roman"/>
              </a:rPr>
              <a:t>tion</a:t>
            </a:r>
            <a:r>
              <a:rPr lang="en-US" sz="1700" b="1" dirty="0">
                <a:latin typeface="Times New Roman"/>
                <a:cs typeface="Times New Roman"/>
              </a:rPr>
              <a:t>s</a:t>
            </a:r>
            <a:endParaRPr lang="en-US" sz="1700" dirty="0">
              <a:latin typeface="Times New Roman"/>
              <a:cs typeface="Times New Roman"/>
            </a:endParaRPr>
          </a:p>
          <a:p>
            <a:pPr marL="6109" marR="4582">
              <a:spcBef>
                <a:spcPts val="387"/>
              </a:spcBef>
            </a:pPr>
            <a:r>
              <a:rPr lang="en-US" sz="1700" spc="-2" dirty="0">
                <a:latin typeface="Times New Roman"/>
                <a:cs typeface="Times New Roman"/>
              </a:rPr>
              <a:t>Also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it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dif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spc="-2" dirty="0">
                <a:latin typeface="Times New Roman"/>
                <a:cs typeface="Times New Roman"/>
              </a:rPr>
              <a:t>icult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for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H</a:t>
            </a:r>
            <a:r>
              <a:rPr lang="en-US" sz="1700" dirty="0">
                <a:latin typeface="Times New Roman"/>
                <a:cs typeface="Times New Roman"/>
              </a:rPr>
              <a:t>ard</a:t>
            </a:r>
            <a:r>
              <a:rPr lang="en-US" sz="1700" spc="-5" dirty="0">
                <a:latin typeface="Times New Roman"/>
                <a:cs typeface="Times New Roman"/>
              </a:rPr>
              <a:t>w</a:t>
            </a:r>
            <a:r>
              <a:rPr lang="en-US" sz="1700" spc="-2" dirty="0">
                <a:latin typeface="Times New Roman"/>
                <a:cs typeface="Times New Roman"/>
              </a:rPr>
              <a:t>ir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Control</a:t>
            </a:r>
            <a:r>
              <a:rPr lang="en-US" sz="1700" spc="-7" dirty="0">
                <a:latin typeface="Times New Roman"/>
                <a:cs typeface="Times New Roman"/>
              </a:rPr>
              <a:t> Uni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ndle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ompl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x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ons,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but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easi</a:t>
            </a:r>
            <a:r>
              <a:rPr lang="en-US" sz="1700" dirty="0">
                <a:latin typeface="Times New Roman"/>
                <a:cs typeface="Times New Roman"/>
              </a:rPr>
              <a:t>er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</a:t>
            </a:r>
            <a:r>
              <a:rPr lang="en-US" sz="1700" spc="2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2" dirty="0">
                <a:latin typeface="Times New Roman"/>
                <a:cs typeface="Times New Roman"/>
              </a:rPr>
              <a:t>the </a:t>
            </a:r>
            <a:r>
              <a:rPr lang="en-US" sz="1700" spc="-7" dirty="0">
                <a:latin typeface="Times New Roman"/>
                <a:cs typeface="Times New Roman"/>
              </a:rPr>
              <a:t>Mic</a:t>
            </a:r>
            <a:r>
              <a:rPr lang="en-US" sz="1700" dirty="0">
                <a:latin typeface="Times New Roman"/>
                <a:cs typeface="Times New Roman"/>
              </a:rPr>
              <a:t>rop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og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5" dirty="0">
                <a:latin typeface="Times New Roman"/>
                <a:cs typeface="Times New Roman"/>
              </a:rPr>
              <a:t>Control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Uni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 </a:t>
            </a:r>
            <a:r>
              <a:rPr lang="en-US" sz="1700" spc="-5" dirty="0">
                <a:latin typeface="Times New Roman"/>
                <a:cs typeface="Times New Roman"/>
              </a:rPr>
              <a:t>handle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ompl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x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ons.</a:t>
            </a:r>
          </a:p>
        </p:txBody>
      </p:sp>
    </p:spTree>
    <p:extLst>
      <p:ext uri="{BB962C8B-B14F-4D97-AF65-F5344CB8AC3E}">
        <p14:creationId xmlns:p14="http://schemas.microsoft.com/office/powerpoint/2010/main" val="1274998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C0F04-4055-AD18-F71B-BAD4DDB60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D6A5BA-4F27-ECAF-EBE0-6D45A4FC6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FB828F-F9AD-93A1-37F3-63F31D140F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E54A7705-BCF2-161B-1CE5-00FFC58EB01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9AB5B0-3843-DC4D-DBCC-56D0F9D32D6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>
            <a:extLst>
              <a:ext uri="{FF2B5EF4-FFF2-40B4-BE49-F238E27FC236}">
                <a16:creationId xmlns:a16="http://schemas.microsoft.com/office/drawing/2014/main" id="{1DF76368-51DD-C9B1-BB0A-394FBFDB9549}"/>
              </a:ext>
            </a:extLst>
          </p:cNvPr>
          <p:cNvSpPr txBox="1"/>
          <p:nvPr/>
        </p:nvSpPr>
        <p:spPr>
          <a:xfrm>
            <a:off x="1013088" y="831131"/>
            <a:ext cx="7064112" cy="34470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611175"/>
            <a:r>
              <a:rPr sz="1700" b="1" spc="-2" dirty="0">
                <a:latin typeface="Times New Roman"/>
                <a:cs typeface="Times New Roman"/>
              </a:rPr>
              <a:t>Dif</a:t>
            </a:r>
            <a:r>
              <a:rPr sz="1700" b="1" spc="-5" dirty="0">
                <a:latin typeface="Times New Roman"/>
                <a:cs typeface="Times New Roman"/>
              </a:rPr>
              <a:t>f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B</a:t>
            </a:r>
            <a:r>
              <a:rPr sz="1700" b="1" spc="-2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t</a:t>
            </a:r>
            <a:r>
              <a:rPr sz="1700" b="1" spc="-5" dirty="0">
                <a:latin typeface="Times New Roman"/>
                <a:cs typeface="Times New Roman"/>
              </a:rPr>
              <a:t>w</a:t>
            </a:r>
            <a:r>
              <a:rPr sz="1700" b="1" spc="-2" dirty="0">
                <a:latin typeface="Times New Roman"/>
                <a:cs typeface="Times New Roman"/>
              </a:rPr>
              <a:t>e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 </a:t>
            </a:r>
            <a:r>
              <a:rPr sz="1700" b="1" spc="-5" dirty="0">
                <a:latin typeface="Times New Roman"/>
                <a:cs typeface="Times New Roman"/>
              </a:rPr>
              <a:t>Hardwir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 and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2" dirty="0">
                <a:latin typeface="Times New Roman"/>
                <a:cs typeface="Times New Roman"/>
              </a:rPr>
              <a:t>ic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op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o</a:t>
            </a:r>
            <a:r>
              <a:rPr sz="1700" b="1" spc="5" dirty="0">
                <a:latin typeface="Times New Roman"/>
                <a:cs typeface="Times New Roman"/>
              </a:rPr>
              <a:t>g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</a:t>
            </a:r>
            <a:r>
              <a:rPr sz="1700" b="1" spc="2" dirty="0">
                <a:latin typeface="Times New Roman"/>
                <a:cs typeface="Times New Roman"/>
              </a:rPr>
              <a:t>mm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 </a:t>
            </a:r>
            <a:r>
              <a:rPr sz="1700" b="1" spc="-2" dirty="0">
                <a:latin typeface="Times New Roman"/>
                <a:cs typeface="Times New Roman"/>
              </a:rPr>
              <a:t>Cont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ol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U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it </a:t>
            </a:r>
            <a:endParaRPr lang="en-US" sz="1700" b="1" spc="-2" dirty="0">
              <a:latin typeface="Times New Roman"/>
              <a:cs typeface="Times New Roman"/>
            </a:endParaRPr>
          </a:p>
          <a:p>
            <a:pPr marL="6109" marR="611175"/>
            <a:endParaRPr lang="en-US" sz="1700" b="1" spc="-2" dirty="0">
              <a:latin typeface="Times New Roman"/>
              <a:cs typeface="Times New Roman"/>
            </a:endParaRPr>
          </a:p>
          <a:p>
            <a:pPr marL="6109" algn="just">
              <a:spcBef>
                <a:spcPts val="404"/>
              </a:spcBef>
            </a:pPr>
            <a:r>
              <a:rPr lang="en-US" sz="1700" b="1" spc="-2" dirty="0">
                <a:latin typeface="Times New Roman"/>
                <a:cs typeface="Times New Roman"/>
              </a:rPr>
              <a:t>I</a:t>
            </a:r>
            <a:r>
              <a:rPr lang="en-US" sz="1700" b="1" dirty="0">
                <a:latin typeface="Times New Roman"/>
                <a:cs typeface="Times New Roman"/>
              </a:rPr>
              <a:t>n</a:t>
            </a:r>
            <a:r>
              <a:rPr lang="en-US" sz="1700" b="1" spc="-2" dirty="0">
                <a:latin typeface="Times New Roman"/>
                <a:cs typeface="Times New Roman"/>
              </a:rPr>
              <a:t>st</a:t>
            </a:r>
            <a:r>
              <a:rPr lang="en-US" sz="1700" b="1" spc="-5" dirty="0">
                <a:latin typeface="Times New Roman"/>
                <a:cs typeface="Times New Roman"/>
              </a:rPr>
              <a:t>r</a:t>
            </a:r>
            <a:r>
              <a:rPr lang="en-US" sz="1700" b="1" dirty="0">
                <a:latin typeface="Times New Roman"/>
                <a:cs typeface="Times New Roman"/>
              </a:rPr>
              <a:t>u</a:t>
            </a:r>
            <a:r>
              <a:rPr lang="en-US" sz="1700" b="1" spc="-7" dirty="0">
                <a:latin typeface="Times New Roman"/>
                <a:cs typeface="Times New Roman"/>
              </a:rPr>
              <a:t>c</a:t>
            </a:r>
            <a:r>
              <a:rPr lang="en-US" sz="1700" b="1" spc="-2" dirty="0">
                <a:latin typeface="Times New Roman"/>
                <a:cs typeface="Times New Roman"/>
              </a:rPr>
              <a:t>tion</a:t>
            </a:r>
            <a:r>
              <a:rPr lang="en-US" sz="1700" b="1" dirty="0">
                <a:latin typeface="Times New Roman"/>
                <a:cs typeface="Times New Roman"/>
              </a:rPr>
              <a:t> </a:t>
            </a:r>
            <a:r>
              <a:rPr lang="en-US" sz="1700" b="1" spc="-2" dirty="0">
                <a:latin typeface="Times New Roman"/>
                <a:cs typeface="Times New Roman"/>
              </a:rPr>
              <a:t>D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7" dirty="0">
                <a:latin typeface="Times New Roman"/>
                <a:cs typeface="Times New Roman"/>
              </a:rPr>
              <a:t>c</a:t>
            </a:r>
            <a:r>
              <a:rPr lang="en-US" sz="1700" b="1" dirty="0">
                <a:latin typeface="Times New Roman"/>
                <a:cs typeface="Times New Roman"/>
              </a:rPr>
              <a:t>od</a:t>
            </a:r>
            <a:r>
              <a:rPr lang="en-US" sz="1700" b="1" spc="-2" dirty="0">
                <a:latin typeface="Times New Roman"/>
                <a:cs typeface="Times New Roman"/>
              </a:rPr>
              <a:t>in</a:t>
            </a:r>
            <a:r>
              <a:rPr lang="en-US" sz="1700" b="1" dirty="0">
                <a:latin typeface="Times New Roman"/>
                <a:cs typeface="Times New Roman"/>
              </a:rPr>
              <a:t>g</a:t>
            </a:r>
            <a:endParaRPr lang="en-US" sz="1700" dirty="0">
              <a:latin typeface="Times New Roman"/>
              <a:cs typeface="Times New Roman"/>
            </a:endParaRPr>
          </a:p>
          <a:p>
            <a:pPr marL="6109" marR="2443">
              <a:spcBef>
                <a:spcPts val="387"/>
              </a:spcBef>
            </a:pPr>
            <a:r>
              <a:rPr lang="en-US" sz="1700" spc="-2" dirty="0">
                <a:latin typeface="Times New Roman"/>
                <a:cs typeface="Times New Roman"/>
              </a:rPr>
              <a:t>Mor</a:t>
            </a:r>
            <a:r>
              <a:rPr lang="en-US" sz="1700" spc="-5" dirty="0">
                <a:latin typeface="Times New Roman"/>
                <a:cs typeface="Times New Roman"/>
              </a:rPr>
              <a:t>eov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r,</a:t>
            </a:r>
            <a:r>
              <a:rPr lang="en-US" sz="1700" spc="6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it</a:t>
            </a:r>
            <a:r>
              <a:rPr lang="en-US" sz="1700" spc="6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spc="6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dif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spc="-2" dirty="0">
                <a:latin typeface="Times New Roman"/>
                <a:cs typeface="Times New Roman"/>
              </a:rPr>
              <a:t>icult</a:t>
            </a:r>
            <a:r>
              <a:rPr lang="en-US" sz="1700" spc="6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spc="6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form</a:t>
            </a:r>
            <a:r>
              <a:rPr lang="en-US" sz="1700" spc="6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6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5" dirty="0">
                <a:latin typeface="Times New Roman"/>
                <a:cs typeface="Times New Roman"/>
              </a:rPr>
              <a:t>oding</a:t>
            </a:r>
            <a:r>
              <a:rPr lang="en-US" sz="1700" spc="6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H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rd</a:t>
            </a:r>
            <a:r>
              <a:rPr lang="en-US" sz="1700" spc="-5" dirty="0">
                <a:latin typeface="Times New Roman"/>
                <a:cs typeface="Times New Roman"/>
              </a:rPr>
              <a:t>w</a:t>
            </a:r>
            <a:r>
              <a:rPr lang="en-US" sz="1700" spc="-2" dirty="0">
                <a:latin typeface="Times New Roman"/>
                <a:cs typeface="Times New Roman"/>
              </a:rPr>
              <a:t>ir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</a:t>
            </a:r>
            <a:r>
              <a:rPr lang="en-US" sz="1700" spc="63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ontrol</a:t>
            </a:r>
            <a:r>
              <a:rPr lang="en-US" sz="1700" spc="63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Uni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spc="6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than</a:t>
            </a:r>
            <a:r>
              <a:rPr lang="en-US" sz="1700" spc="6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7" dirty="0">
                <a:latin typeface="Times New Roman"/>
                <a:cs typeface="Times New Roman"/>
              </a:rPr>
              <a:t>Micr</a:t>
            </a:r>
            <a:r>
              <a:rPr lang="en-US" sz="1700" dirty="0">
                <a:latin typeface="Times New Roman"/>
                <a:cs typeface="Times New Roman"/>
              </a:rPr>
              <a:t>opro</a:t>
            </a:r>
            <a:r>
              <a:rPr lang="en-US" sz="1700" spc="-2" dirty="0">
                <a:latin typeface="Times New Roman"/>
                <a:cs typeface="Times New Roman"/>
              </a:rPr>
              <a:t>gr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5" dirty="0">
                <a:latin typeface="Times New Roman"/>
                <a:cs typeface="Times New Roman"/>
              </a:rPr>
              <a:t>Cont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ol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Uni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</a:p>
          <a:p>
            <a:pPr marL="6109" algn="just">
              <a:spcBef>
                <a:spcPts val="409"/>
              </a:spcBef>
            </a:pPr>
            <a:r>
              <a:rPr lang="en-US" sz="1700" b="1" spc="-2" dirty="0">
                <a:latin typeface="Times New Roman"/>
                <a:cs typeface="Times New Roman"/>
              </a:rPr>
              <a:t>I</a:t>
            </a:r>
            <a:r>
              <a:rPr lang="en-US" sz="1700" b="1" dirty="0">
                <a:latin typeface="Times New Roman"/>
                <a:cs typeface="Times New Roman"/>
              </a:rPr>
              <a:t>n</a:t>
            </a:r>
            <a:r>
              <a:rPr lang="en-US" sz="1700" b="1" spc="-2" dirty="0">
                <a:latin typeface="Times New Roman"/>
                <a:cs typeface="Times New Roman"/>
              </a:rPr>
              <a:t>st</a:t>
            </a:r>
            <a:r>
              <a:rPr lang="en-US" sz="1700" b="1" spc="-5" dirty="0">
                <a:latin typeface="Times New Roman"/>
                <a:cs typeface="Times New Roman"/>
              </a:rPr>
              <a:t>r</a:t>
            </a:r>
            <a:r>
              <a:rPr lang="en-US" sz="1700" b="1" dirty="0">
                <a:latin typeface="Times New Roman"/>
                <a:cs typeface="Times New Roman"/>
              </a:rPr>
              <a:t>u</a:t>
            </a:r>
            <a:r>
              <a:rPr lang="en-US" sz="1700" b="1" spc="-7" dirty="0">
                <a:latin typeface="Times New Roman"/>
                <a:cs typeface="Times New Roman"/>
              </a:rPr>
              <a:t>c</a:t>
            </a:r>
            <a:r>
              <a:rPr lang="en-US" sz="1700" b="1" spc="-2" dirty="0">
                <a:latin typeface="Times New Roman"/>
                <a:cs typeface="Times New Roman"/>
              </a:rPr>
              <a:t>tion</a:t>
            </a:r>
            <a:r>
              <a:rPr lang="en-US" sz="1700" b="1" dirty="0">
                <a:latin typeface="Times New Roman"/>
                <a:cs typeface="Times New Roman"/>
              </a:rPr>
              <a:t> </a:t>
            </a:r>
            <a:r>
              <a:rPr lang="en-US" sz="1700" b="1" spc="-2" dirty="0">
                <a:latin typeface="Times New Roman"/>
                <a:cs typeface="Times New Roman"/>
              </a:rPr>
              <a:t>se</a:t>
            </a:r>
            <a:r>
              <a:rPr lang="en-US" sz="1700" b="1" dirty="0">
                <a:latin typeface="Times New Roman"/>
                <a:cs typeface="Times New Roman"/>
              </a:rPr>
              <a:t>t </a:t>
            </a:r>
            <a:r>
              <a:rPr lang="en-US" sz="1700" b="1" spc="-7" dirty="0">
                <a:latin typeface="Times New Roman"/>
                <a:cs typeface="Times New Roman"/>
              </a:rPr>
              <a:t>S</a:t>
            </a:r>
            <a:r>
              <a:rPr lang="en-US" sz="1700" b="1" spc="-2" dirty="0">
                <a:latin typeface="Times New Roman"/>
                <a:cs typeface="Times New Roman"/>
              </a:rPr>
              <a:t>i</a:t>
            </a:r>
            <a:r>
              <a:rPr lang="en-US" sz="1700" b="1" spc="-7" dirty="0">
                <a:latin typeface="Times New Roman"/>
                <a:cs typeface="Times New Roman"/>
              </a:rPr>
              <a:t>z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endParaRPr lang="en-US" sz="1700" dirty="0">
              <a:latin typeface="Times New Roman"/>
              <a:cs typeface="Times New Roman"/>
            </a:endParaRPr>
          </a:p>
          <a:p>
            <a:pPr marL="6109" marR="5192">
              <a:spcBef>
                <a:spcPts val="387"/>
              </a:spcBef>
            </a:pP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38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ddition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bo</a:t>
            </a:r>
            <a:r>
              <a:rPr lang="en-US" sz="1700" spc="5" dirty="0">
                <a:latin typeface="Times New Roman"/>
                <a:cs typeface="Times New Roman"/>
              </a:rPr>
              <a:t>v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3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dif</a:t>
            </a:r>
            <a:r>
              <a:rPr lang="en-US" sz="1700" spc="-5" dirty="0">
                <a:latin typeface="Times New Roman"/>
                <a:cs typeface="Times New Roman"/>
              </a:rPr>
              <a:t>fe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ce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h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H</a:t>
            </a:r>
            <a:r>
              <a:rPr lang="en-US" sz="1700" dirty="0">
                <a:latin typeface="Times New Roman"/>
                <a:cs typeface="Times New Roman"/>
              </a:rPr>
              <a:t>ard</a:t>
            </a:r>
            <a:r>
              <a:rPr lang="en-US" sz="1700" spc="-5" dirty="0">
                <a:latin typeface="Times New Roman"/>
                <a:cs typeface="Times New Roman"/>
              </a:rPr>
              <a:t>w</a:t>
            </a:r>
            <a:r>
              <a:rPr lang="en-US" sz="1700" spc="-2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Control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Uni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us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s</a:t>
            </a:r>
            <a:r>
              <a:rPr lang="en-US" sz="1700" spc="-5" dirty="0">
                <a:latin typeface="Times New Roman"/>
                <a:cs typeface="Times New Roman"/>
              </a:rPr>
              <a:t>mall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set </a:t>
            </a:r>
            <a:r>
              <a:rPr lang="en-US" sz="1700" spc="-7" dirty="0">
                <a:latin typeface="Times New Roman"/>
                <a:cs typeface="Times New Roman"/>
              </a:rPr>
              <a:t>whil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 </a:t>
            </a:r>
            <a:r>
              <a:rPr lang="en-US" sz="1700" spc="-7" dirty="0">
                <a:latin typeface="Times New Roman"/>
                <a:cs typeface="Times New Roman"/>
              </a:rPr>
              <a:t>Micr</a:t>
            </a:r>
            <a:r>
              <a:rPr lang="en-US" sz="1700" dirty="0">
                <a:latin typeface="Times New Roman"/>
                <a:cs typeface="Times New Roman"/>
              </a:rPr>
              <a:t>opro</a:t>
            </a:r>
            <a:r>
              <a:rPr lang="en-US" sz="1700" spc="-2" dirty="0">
                <a:latin typeface="Times New Roman"/>
                <a:cs typeface="Times New Roman"/>
              </a:rPr>
              <a:t>g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m</a:t>
            </a:r>
            <a:r>
              <a:rPr lang="en-US" sz="1700" spc="-5" dirty="0">
                <a:latin typeface="Times New Roman"/>
                <a:cs typeface="Times New Roman"/>
              </a:rPr>
              <a:t>med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Control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Unit</a:t>
            </a:r>
            <a:r>
              <a:rPr lang="en-US" sz="1700" dirty="0">
                <a:latin typeface="Times New Roman"/>
                <a:cs typeface="Times New Roman"/>
              </a:rPr>
              <a:t> us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 la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ge</a:t>
            </a:r>
            <a:r>
              <a:rPr lang="en-US" sz="1700" spc="-2" dirty="0">
                <a:latin typeface="Times New Roman"/>
                <a:cs typeface="Times New Roman"/>
              </a:rPr>
              <a:t> 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2" dirty="0">
                <a:latin typeface="Times New Roman"/>
                <a:cs typeface="Times New Roman"/>
              </a:rPr>
              <a:t>set.</a:t>
            </a:r>
            <a:endParaRPr lang="en-US" sz="1700" dirty="0">
              <a:latin typeface="Times New Roman"/>
              <a:cs typeface="Times New Roman"/>
            </a:endParaRPr>
          </a:p>
          <a:p>
            <a:pPr marL="6109" algn="just">
              <a:spcBef>
                <a:spcPts val="409"/>
              </a:spcBef>
            </a:pPr>
            <a:r>
              <a:rPr lang="en-US" sz="1700" b="1" spc="-2" dirty="0">
                <a:latin typeface="Times New Roman"/>
                <a:cs typeface="Times New Roman"/>
              </a:rPr>
              <a:t>Cont</a:t>
            </a:r>
            <a:r>
              <a:rPr lang="en-US" sz="1700" b="1" spc="-5" dirty="0">
                <a:latin typeface="Times New Roman"/>
                <a:cs typeface="Times New Roman"/>
              </a:rPr>
              <a:t>r</a:t>
            </a:r>
            <a:r>
              <a:rPr lang="en-US" sz="1700" b="1" spc="-2" dirty="0">
                <a:latin typeface="Times New Roman"/>
                <a:cs typeface="Times New Roman"/>
              </a:rPr>
              <a:t>ol</a:t>
            </a:r>
            <a:r>
              <a:rPr lang="en-US" sz="1700" b="1" dirty="0">
                <a:latin typeface="Times New Roman"/>
                <a:cs typeface="Times New Roman"/>
              </a:rPr>
              <a:t> </a:t>
            </a:r>
            <a:r>
              <a:rPr lang="en-US" sz="1700" b="1" spc="-7" dirty="0">
                <a:latin typeface="Times New Roman"/>
                <a:cs typeface="Times New Roman"/>
              </a:rPr>
              <a:t>M</a:t>
            </a:r>
            <a:r>
              <a:rPr lang="en-US" sz="1700" b="1" spc="-10" dirty="0">
                <a:latin typeface="Times New Roman"/>
                <a:cs typeface="Times New Roman"/>
              </a:rPr>
              <a:t>e</a:t>
            </a:r>
            <a:r>
              <a:rPr lang="en-US" sz="1700" b="1" spc="2" dirty="0">
                <a:latin typeface="Times New Roman"/>
                <a:cs typeface="Times New Roman"/>
              </a:rPr>
              <a:t>m</a:t>
            </a:r>
            <a:r>
              <a:rPr lang="en-US" sz="1700" b="1" spc="-5" dirty="0">
                <a:latin typeface="Times New Roman"/>
                <a:cs typeface="Times New Roman"/>
              </a:rPr>
              <a:t>o</a:t>
            </a:r>
            <a:r>
              <a:rPr lang="en-US" sz="1700" b="1" spc="-7" dirty="0">
                <a:latin typeface="Times New Roman"/>
                <a:cs typeface="Times New Roman"/>
              </a:rPr>
              <a:t>r</a:t>
            </a:r>
            <a:r>
              <a:rPr lang="en-US" sz="1700" b="1" dirty="0">
                <a:latin typeface="Times New Roman"/>
                <a:cs typeface="Times New Roman"/>
              </a:rPr>
              <a:t>y</a:t>
            </a:r>
            <a:endParaRPr lang="en-US" sz="1700" dirty="0">
              <a:latin typeface="Times New Roman"/>
              <a:cs typeface="Times New Roman"/>
            </a:endParaRPr>
          </a:p>
          <a:p>
            <a:pPr marL="6109" marR="3665">
              <a:spcBef>
                <a:spcPts val="375"/>
              </a:spcBef>
            </a:pPr>
            <a:r>
              <a:rPr lang="en-US" sz="1700" spc="-2" dirty="0">
                <a:latin typeface="Times New Roman"/>
                <a:cs typeface="Times New Roman"/>
              </a:rPr>
              <a:t>Also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7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6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spc="70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no</a:t>
            </a:r>
            <a:r>
              <a:rPr lang="en-US" sz="1700" spc="67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ontrol</a:t>
            </a:r>
            <a:r>
              <a:rPr lang="en-US" sz="1700" spc="6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67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us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ge</a:t>
            </a:r>
            <a:r>
              <a:rPr lang="en-US" sz="1700" spc="6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spc="7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H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rd</a:t>
            </a:r>
            <a:r>
              <a:rPr lang="en-US" sz="1700" spc="-5" dirty="0">
                <a:latin typeface="Times New Roman"/>
                <a:cs typeface="Times New Roman"/>
              </a:rPr>
              <a:t>w</a:t>
            </a:r>
            <a:r>
              <a:rPr lang="en-US" sz="1700" spc="-2" dirty="0">
                <a:latin typeface="Times New Roman"/>
                <a:cs typeface="Times New Roman"/>
              </a:rPr>
              <a:t>ir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</a:t>
            </a:r>
            <a:r>
              <a:rPr lang="en-US" sz="1700" spc="6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Control</a:t>
            </a:r>
            <a:r>
              <a:rPr lang="en-US" sz="1700" spc="67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Uni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spc="70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b</a:t>
            </a:r>
            <a:r>
              <a:rPr lang="en-US" sz="1700" spc="-7" dirty="0">
                <a:latin typeface="Times New Roman"/>
                <a:cs typeface="Times New Roman"/>
              </a:rPr>
              <a:t>u</a:t>
            </a:r>
            <a:r>
              <a:rPr lang="en-US" sz="1700" spc="-2" dirty="0">
                <a:latin typeface="Times New Roman"/>
                <a:cs typeface="Times New Roman"/>
              </a:rPr>
              <a:t>t,</a:t>
            </a:r>
            <a:r>
              <a:rPr lang="en-US" sz="1700" spc="63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6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6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other</a:t>
            </a:r>
            <a:r>
              <a:rPr lang="en-US" sz="1700" spc="6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nd, </a:t>
            </a:r>
            <a:r>
              <a:rPr lang="en-US" sz="1700" spc="-7" dirty="0">
                <a:latin typeface="Times New Roman"/>
                <a:cs typeface="Times New Roman"/>
              </a:rPr>
              <a:t>Micr</a:t>
            </a:r>
            <a:r>
              <a:rPr lang="en-US" sz="1700" dirty="0">
                <a:latin typeface="Times New Roman"/>
                <a:cs typeface="Times New Roman"/>
              </a:rPr>
              <a:t>opro</a:t>
            </a:r>
            <a:r>
              <a:rPr lang="en-US" sz="1700" spc="-2" dirty="0">
                <a:latin typeface="Times New Roman"/>
                <a:cs typeface="Times New Roman"/>
              </a:rPr>
              <a:t>gr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5" dirty="0">
                <a:latin typeface="Times New Roman"/>
                <a:cs typeface="Times New Roman"/>
              </a:rPr>
              <a:t>Cont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ol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Uni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 us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ontrol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mory.</a:t>
            </a: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40399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7C612-C0E4-0A14-EA0E-98BABC8B3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B40DDA-DA75-DF08-7665-EB5CAD167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B43E05-8D86-A5A4-A4F4-8ED43EA544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BE351D73-BA52-D88C-73BC-0E1DF47C252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0ABD62-2A9A-0693-61F9-8795F7FD0F9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>
            <a:extLst>
              <a:ext uri="{FF2B5EF4-FFF2-40B4-BE49-F238E27FC236}">
                <a16:creationId xmlns:a16="http://schemas.microsoft.com/office/drawing/2014/main" id="{168C4034-81B0-4AAA-ABB0-A052CCDCBAAE}"/>
              </a:ext>
            </a:extLst>
          </p:cNvPr>
          <p:cNvSpPr txBox="1"/>
          <p:nvPr/>
        </p:nvSpPr>
        <p:spPr>
          <a:xfrm>
            <a:off x="1013088" y="831131"/>
            <a:ext cx="7064112" cy="2246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611175"/>
            <a:r>
              <a:rPr sz="1700" b="1" spc="-2" dirty="0">
                <a:latin typeface="Times New Roman"/>
                <a:cs typeface="Times New Roman"/>
              </a:rPr>
              <a:t>Dif</a:t>
            </a:r>
            <a:r>
              <a:rPr sz="1700" b="1" spc="-5" dirty="0">
                <a:latin typeface="Times New Roman"/>
                <a:cs typeface="Times New Roman"/>
              </a:rPr>
              <a:t>f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B</a:t>
            </a:r>
            <a:r>
              <a:rPr sz="1700" b="1" spc="-2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t</a:t>
            </a:r>
            <a:r>
              <a:rPr sz="1700" b="1" spc="-5" dirty="0">
                <a:latin typeface="Times New Roman"/>
                <a:cs typeface="Times New Roman"/>
              </a:rPr>
              <a:t>w</a:t>
            </a:r>
            <a:r>
              <a:rPr sz="1700" b="1" spc="-2" dirty="0">
                <a:latin typeface="Times New Roman"/>
                <a:cs typeface="Times New Roman"/>
              </a:rPr>
              <a:t>e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 </a:t>
            </a:r>
            <a:r>
              <a:rPr sz="1700" b="1" spc="-5" dirty="0">
                <a:latin typeface="Times New Roman"/>
                <a:cs typeface="Times New Roman"/>
              </a:rPr>
              <a:t>Hardwir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 and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2" dirty="0">
                <a:latin typeface="Times New Roman"/>
                <a:cs typeface="Times New Roman"/>
              </a:rPr>
              <a:t>ic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op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o</a:t>
            </a:r>
            <a:r>
              <a:rPr sz="1700" b="1" spc="5" dirty="0">
                <a:latin typeface="Times New Roman"/>
                <a:cs typeface="Times New Roman"/>
              </a:rPr>
              <a:t>g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</a:t>
            </a:r>
            <a:r>
              <a:rPr sz="1700" b="1" spc="2" dirty="0">
                <a:latin typeface="Times New Roman"/>
                <a:cs typeface="Times New Roman"/>
              </a:rPr>
              <a:t>mm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 </a:t>
            </a:r>
            <a:r>
              <a:rPr sz="1700" b="1" spc="-2" dirty="0">
                <a:latin typeface="Times New Roman"/>
                <a:cs typeface="Times New Roman"/>
              </a:rPr>
              <a:t>Cont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ol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U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it </a:t>
            </a:r>
            <a:endParaRPr lang="en-US" sz="1700" b="1" spc="-2" dirty="0">
              <a:latin typeface="Times New Roman"/>
              <a:cs typeface="Times New Roman"/>
            </a:endParaRPr>
          </a:p>
          <a:p>
            <a:pPr marL="6109" marR="611175"/>
            <a:endParaRPr lang="en-US" sz="1700" b="1" spc="-2" dirty="0">
              <a:latin typeface="Times New Roman"/>
              <a:cs typeface="Times New Roman"/>
            </a:endParaRPr>
          </a:p>
          <a:p>
            <a:pPr marL="6109" algn="just">
              <a:spcBef>
                <a:spcPts val="404"/>
              </a:spcBef>
            </a:pPr>
            <a:r>
              <a:rPr lang="en-US" sz="1700" b="1" spc="-2" dirty="0">
                <a:latin typeface="Times New Roman"/>
                <a:cs typeface="Times New Roman"/>
              </a:rPr>
              <a:t>Ap</a:t>
            </a:r>
            <a:r>
              <a:rPr lang="en-US" sz="1700" b="1" spc="2" dirty="0">
                <a:latin typeface="Times New Roman"/>
                <a:cs typeface="Times New Roman"/>
              </a:rPr>
              <a:t>p</a:t>
            </a:r>
            <a:r>
              <a:rPr lang="en-US" sz="1700" b="1" spc="-2" dirty="0">
                <a:latin typeface="Times New Roman"/>
                <a:cs typeface="Times New Roman"/>
              </a:rPr>
              <a:t>li</a:t>
            </a:r>
            <a:r>
              <a:rPr lang="en-US" sz="1700" b="1" spc="-7" dirty="0">
                <a:latin typeface="Times New Roman"/>
                <a:cs typeface="Times New Roman"/>
              </a:rPr>
              <a:t>c</a:t>
            </a:r>
            <a:r>
              <a:rPr lang="en-US" sz="1700" b="1" spc="-5" dirty="0">
                <a:latin typeface="Times New Roman"/>
                <a:cs typeface="Times New Roman"/>
              </a:rPr>
              <a:t>ation</a:t>
            </a:r>
            <a:r>
              <a:rPr lang="en-US" sz="1700" b="1" dirty="0">
                <a:latin typeface="Times New Roman"/>
                <a:cs typeface="Times New Roman"/>
              </a:rPr>
              <a:t>s</a:t>
            </a:r>
            <a:endParaRPr lang="en-US" sz="1700" dirty="0">
              <a:latin typeface="Times New Roman"/>
              <a:cs typeface="Times New Roman"/>
            </a:endParaRPr>
          </a:p>
          <a:p>
            <a:pPr marL="6109" marR="3054" algn="just">
              <a:spcBef>
                <a:spcPts val="387"/>
              </a:spcBef>
            </a:pPr>
            <a:r>
              <a:rPr lang="en-US" sz="1700" spc="-5" dirty="0">
                <a:latin typeface="Times New Roman"/>
                <a:cs typeface="Times New Roman"/>
              </a:rPr>
              <a:t>Consid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ring</a:t>
            </a:r>
            <a:r>
              <a:rPr lang="en-US" sz="1700" spc="-3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-36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ppli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ons,</a:t>
            </a:r>
            <a:r>
              <a:rPr lang="en-US" sz="1700" spc="-3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-3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H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rd</a:t>
            </a:r>
            <a:r>
              <a:rPr lang="en-US" sz="1700" spc="-5" dirty="0">
                <a:latin typeface="Times New Roman"/>
                <a:cs typeface="Times New Roman"/>
              </a:rPr>
              <a:t>w</a:t>
            </a:r>
            <a:r>
              <a:rPr lang="en-US" sz="1700" spc="-2" dirty="0">
                <a:latin typeface="Times New Roman"/>
                <a:cs typeface="Times New Roman"/>
              </a:rPr>
              <a:t>ir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</a:t>
            </a:r>
            <a:r>
              <a:rPr lang="en-US" sz="1700" spc="-36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Cont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ol</a:t>
            </a:r>
            <a:r>
              <a:rPr lang="en-US" sz="1700" spc="-3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Uni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spc="-3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spc="-3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us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</a:t>
            </a:r>
            <a:r>
              <a:rPr lang="en-US" sz="1700" spc="-3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spc="-3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pro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ssor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3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that</a:t>
            </a:r>
            <a:r>
              <a:rPr lang="en-US" sz="1700" spc="-36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use</a:t>
            </a:r>
            <a:r>
              <a:rPr lang="en-US" sz="1700" spc="-38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38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si</a:t>
            </a:r>
            <a:r>
              <a:rPr lang="en-US" sz="1700" spc="-2" dirty="0">
                <a:latin typeface="Times New Roman"/>
                <a:cs typeface="Times New Roman"/>
              </a:rPr>
              <a:t>mple 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2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set</a:t>
            </a:r>
            <a:r>
              <a:rPr lang="en-US" sz="1700" spc="29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known</a:t>
            </a:r>
            <a:r>
              <a:rPr lang="en-US" sz="1700" spc="26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26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du</a:t>
            </a:r>
            <a:r>
              <a:rPr lang="en-US" sz="1700" spc="-7" dirty="0">
                <a:latin typeface="Times New Roman"/>
                <a:cs typeface="Times New Roman"/>
              </a:rPr>
              <a:t>ce</a:t>
            </a:r>
            <a:r>
              <a:rPr lang="en-US" sz="1700" dirty="0">
                <a:latin typeface="Times New Roman"/>
                <a:cs typeface="Times New Roman"/>
              </a:rPr>
              <a:t>d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spc="-2" dirty="0">
                <a:latin typeface="Times New Roman"/>
                <a:cs typeface="Times New Roman"/>
              </a:rPr>
              <a:t>nstru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26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spc="29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Comput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rs</a:t>
            </a:r>
            <a:r>
              <a:rPr lang="en-US" sz="1700" spc="26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(R</a:t>
            </a: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5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). </a:t>
            </a:r>
            <a:r>
              <a:rPr lang="en-US" sz="1700" spc="48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Micr</a:t>
            </a:r>
            <a:r>
              <a:rPr lang="en-US" sz="1700" dirty="0">
                <a:latin typeface="Times New Roman"/>
                <a:cs typeface="Times New Roman"/>
              </a:rPr>
              <a:t>opro</a:t>
            </a:r>
            <a:r>
              <a:rPr lang="en-US" sz="1700" spc="-2" dirty="0">
                <a:latin typeface="Times New Roman"/>
                <a:cs typeface="Times New Roman"/>
              </a:rPr>
              <a:t>gr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5" dirty="0">
                <a:latin typeface="Times New Roman"/>
                <a:cs typeface="Times New Roman"/>
              </a:rPr>
              <a:t>Control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6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Uni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6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63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us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6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8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pro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ssor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65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b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se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6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6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6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ompl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x </a:t>
            </a:r>
            <a:r>
              <a:rPr lang="en-US" sz="1700" spc="-6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6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set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65" dirty="0">
                <a:latin typeface="Times New Roman"/>
                <a:cs typeface="Times New Roman"/>
              </a:rPr>
              <a:t> </a:t>
            </a:r>
            <a:r>
              <a:rPr lang="en-US" sz="1700" spc="19" dirty="0">
                <a:latin typeface="Times New Roman"/>
                <a:cs typeface="Times New Roman"/>
              </a:rPr>
              <a:t>k</a:t>
            </a:r>
            <a:r>
              <a:rPr lang="en-US" sz="1700" dirty="0">
                <a:latin typeface="Times New Roman"/>
                <a:cs typeface="Times New Roman"/>
              </a:rPr>
              <a:t>nown </a:t>
            </a:r>
            <a:r>
              <a:rPr lang="en-US" sz="1700" spc="-67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6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Compl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x </a:t>
            </a: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nstr</a:t>
            </a:r>
            <a:r>
              <a:rPr lang="en-US" sz="1700" spc="5" dirty="0">
                <a:latin typeface="Times New Roman"/>
                <a:cs typeface="Times New Roman"/>
              </a:rPr>
              <a:t>u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S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Comput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5" dirty="0">
                <a:latin typeface="Times New Roman"/>
                <a:cs typeface="Times New Roman"/>
              </a:rPr>
              <a:t>(C</a:t>
            </a: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5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).</a:t>
            </a:r>
          </a:p>
          <a:p>
            <a:pPr marL="6109" algn="just">
              <a:spcBef>
                <a:spcPts val="409"/>
              </a:spcBef>
            </a:pP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6919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42941-857B-3CBD-B034-5AEB295BF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DC9A7F-3FAE-3E47-DAE3-8CB90F0B3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4C32C8-8522-6CDB-8242-ECA4876418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552F8D5E-C78A-3F27-1282-3C5A19EA464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1BE846-E458-8688-D34F-65548E80B35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90600" y="742950"/>
            <a:ext cx="7086600" cy="38625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213487">
              <a:spcBef>
                <a:spcPts val="438"/>
              </a:spcBef>
            </a:pP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lang="en-US" sz="1700" b="1" dirty="0">
              <a:latin typeface="Times New Roman"/>
              <a:cs typeface="Times New Roman"/>
            </a:endParaRPr>
          </a:p>
          <a:p>
            <a:pPr marL="6109" marR="2213487">
              <a:spcBef>
                <a:spcPts val="438"/>
              </a:spcBef>
            </a:pPr>
            <a:endParaRPr lang="en-US" sz="1700" b="1" spc="-2" dirty="0">
              <a:latin typeface="Times New Roman"/>
              <a:cs typeface="Times New Roman"/>
            </a:endParaRPr>
          </a:p>
          <a:p>
            <a:pPr marL="6109" marR="2213487">
              <a:spcBef>
                <a:spcPts val="438"/>
              </a:spcBef>
            </a:pP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B</a:t>
            </a:r>
            <a:r>
              <a:rPr sz="1700" b="1" dirty="0">
                <a:latin typeface="Times New Roman"/>
                <a:cs typeface="Times New Roman"/>
              </a:rPr>
              <a:t>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04"/>
              </a:spcBef>
              <a:buFont typeface="Times New Roman"/>
              <a:buChar char="●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J.</a:t>
            </a:r>
            <a:r>
              <a:rPr sz="1700" dirty="0">
                <a:latin typeface="Times New Roman"/>
                <a:cs typeface="Times New Roman"/>
              </a:rPr>
              <a:t>P.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ay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io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Third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dition.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09"/>
              </a:spcBef>
              <a:buFont typeface="Times New Roman"/>
              <a:buChar char="●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Ma</a:t>
            </a:r>
            <a:r>
              <a:rPr sz="1700" dirty="0">
                <a:latin typeface="Times New Roman"/>
                <a:cs typeface="Times New Roman"/>
              </a:rPr>
              <a:t>no, </a:t>
            </a:r>
            <a:r>
              <a:rPr sz="1700" spc="-2" dirty="0">
                <a:latin typeface="Times New Roman"/>
                <a:cs typeface="Times New Roman"/>
              </a:rPr>
              <a:t>M.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rd </a:t>
            </a:r>
            <a:r>
              <a:rPr sz="1700" spc="-2" dirty="0">
                <a:latin typeface="Times New Roman"/>
                <a:cs typeface="Times New Roman"/>
              </a:rPr>
              <a:t>Edition, </a:t>
            </a:r>
            <a:r>
              <a:rPr sz="1700" spc="2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H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25716" marR="3665" indent="-109651">
              <a:spcBef>
                <a:spcPts val="387"/>
              </a:spcBef>
              <a:buFont typeface="Times New Roman"/>
              <a:buChar char="●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tallings,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.,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14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chit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ture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Eight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rson </a:t>
            </a:r>
            <a:r>
              <a:rPr sz="1700" spc="-5" dirty="0">
                <a:latin typeface="Times New Roman"/>
                <a:cs typeface="Times New Roman"/>
              </a:rPr>
              <a:t>Edu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6109" algn="just">
              <a:spcBef>
                <a:spcPts val="409"/>
              </a:spcBef>
            </a:pPr>
            <a:endParaRPr lang="en-US" sz="1700" b="1" spc="-5" dirty="0">
              <a:latin typeface="Times New Roman"/>
              <a:cs typeface="Times New Roman"/>
            </a:endParaRPr>
          </a:p>
          <a:p>
            <a:pPr marL="6109" algn="just">
              <a:spcBef>
                <a:spcPts val="409"/>
              </a:spcBef>
            </a:pP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xt Book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indent="-109651">
              <a:spcBef>
                <a:spcPts val="387"/>
              </a:spcBef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rpin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lli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J.D</a:t>
            </a:r>
            <a:r>
              <a:rPr sz="1700" spc="2" dirty="0">
                <a:latin typeface="Times New Roman"/>
                <a:cs typeface="Times New Roman"/>
              </a:rPr>
              <a:t>,</a:t>
            </a:r>
            <a:r>
              <a:rPr sz="1700" spc="-5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org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&amp;Ar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ou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2" dirty="0">
                <a:latin typeface="Times New Roman"/>
                <a:cs typeface="Times New Roman"/>
              </a:rPr>
              <a:t>Addiso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esley.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04"/>
              </a:spcBef>
              <a:buFont typeface="Times New Roman"/>
              <a:buChar char="●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rson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ssy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tur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ifth Edition Morga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K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uf</a:t>
            </a:r>
            <a:r>
              <a:rPr sz="1700" spc="-5" dirty="0">
                <a:latin typeface="Times New Roman"/>
                <a:cs typeface="Times New Roman"/>
              </a:rPr>
              <a:t>fman.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10793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693E2-094D-0A7E-EF52-B92CBDF00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4EC0DF-8FAA-FDD9-99C7-D5CB9534B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CD57FD-08F4-7E33-BEAE-0D86189F0F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6C5E3E1-B6A1-3D3D-FF4E-8658C73A4F6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4E2CA1-73F4-6C27-1276-EA696F9D829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663C36E2-ACA6-D3B1-967C-C40C38857CC4}"/>
              </a:ext>
            </a:extLst>
          </p:cNvPr>
          <p:cNvSpPr txBox="1"/>
          <p:nvPr/>
        </p:nvSpPr>
        <p:spPr>
          <a:xfrm>
            <a:off x="1028700" y="971550"/>
            <a:ext cx="7086600" cy="2036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>
              <a:spcBef>
                <a:spcPts val="409"/>
              </a:spcBef>
            </a:pP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5" dirty="0">
                <a:latin typeface="Times New Roman"/>
                <a:cs typeface="Times New Roman"/>
              </a:rPr>
              <a:t>W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b</a:t>
            </a:r>
            <a:r>
              <a:rPr sz="1700" b="1" spc="-5" dirty="0">
                <a:latin typeface="Times New Roman"/>
                <a:cs typeface="Times New Roman"/>
              </a:rPr>
              <a:t>site</a:t>
            </a:r>
            <a:endParaRPr sz="1700" dirty="0">
              <a:latin typeface="Times New Roman"/>
              <a:cs typeface="Times New Roman"/>
            </a:endParaRPr>
          </a:p>
          <a:p>
            <a:pPr marL="225716" marR="5498" indent="-109651">
              <a:spcBef>
                <a:spcPts val="387"/>
              </a:spcBef>
              <a:buFont typeface="Times New Roman"/>
              <a:buChar char="●"/>
              <a:tabLst>
                <a:tab pos="226022" algn="l"/>
              </a:tabLst>
            </a:pP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nstr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ti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on </a:t>
            </a:r>
            <a:r>
              <a:rPr sz="1700" u="sng" spc="3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3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hit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cture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29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41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Instr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ti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ons </a:t>
            </a:r>
            <a:r>
              <a:rPr sz="1700" u="sng" spc="3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nd </a:t>
            </a:r>
            <a:r>
              <a:rPr sz="1700" u="sng" spc="3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orm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ts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41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| </a:t>
            </a:r>
            <a:r>
              <a:rPr sz="1700" u="sng" spc="26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Comput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r </a:t>
            </a:r>
            <a:r>
              <a:rPr sz="1700" u="sng" spc="43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hit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tu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(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w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itsc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d.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om)</a:t>
            </a:r>
            <a:endParaRPr sz="1700" dirty="0">
              <a:latin typeface="Times New Roman"/>
              <a:cs typeface="Times New Roman"/>
            </a:endParaRPr>
          </a:p>
          <a:p>
            <a:pPr marL="225716" marR="25962" indent="-109651">
              <a:spcBef>
                <a:spcPts val="387"/>
              </a:spcBef>
              <a:buFont typeface="Times New Roman"/>
              <a:buChar char="●"/>
              <a:tabLst>
                <a:tab pos="226022" algn="l"/>
              </a:tabLst>
            </a:pP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https: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/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/byj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us.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om/g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te/d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f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f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e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r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n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c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-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b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t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w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ee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n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-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h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a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rd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w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i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r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d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-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a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n</a:t>
            </a:r>
            <a:r>
              <a:rPr sz="1700" u="sng" spc="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d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-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mi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c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rop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r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o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g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r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a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m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m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d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-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ontrol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-</a:t>
            </a:r>
            <a:r>
              <a:rPr sz="1700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unit/</a:t>
            </a:r>
            <a:endParaRPr lang="en-US" sz="1700" u="sng" spc="-2" dirty="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225716" marR="25962" indent="-109651">
              <a:spcBef>
                <a:spcPts val="387"/>
              </a:spcBef>
              <a:buFont typeface="Times New Roman"/>
              <a:buChar char="●"/>
              <a:tabLst>
                <a:tab pos="226022" algn="l"/>
              </a:tabLst>
            </a:pP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https: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//ww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w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.jav</a:t>
            </a:r>
            <a:r>
              <a:rPr lang="en-US"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tpoi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nt.com/hardwir</a:t>
            </a:r>
            <a:r>
              <a:rPr lang="en-US"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lang="en-US" sz="1700" u="sng" spc="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d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-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v</a:t>
            </a:r>
            <a:r>
              <a:rPr lang="en-US" sz="1700" u="sng" spc="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s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-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mi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c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r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o</a:t>
            </a:r>
            <a:r>
              <a:rPr lang="en-US" sz="1700" u="sng" spc="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-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prog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r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lang="en-US"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mm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lang="en-US"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d</a:t>
            </a:r>
            <a:r>
              <a:rPr lang="en-US" sz="1700" u="sng" spc="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-</a:t>
            </a:r>
            <a:r>
              <a:rPr lang="en-US"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c</a:t>
            </a:r>
            <a:r>
              <a:rPr lang="en-US"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ontrol-unit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marR="25962" indent="-109651">
              <a:spcBef>
                <a:spcPts val="387"/>
              </a:spcBef>
              <a:buFont typeface="Times New Roman"/>
              <a:buChar char="●"/>
              <a:tabLst>
                <a:tab pos="226022" algn="l"/>
              </a:tabLst>
            </a:pP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423418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57</TotalTime>
  <Words>1031</Words>
  <Application>Microsoft Office PowerPoint</Application>
  <PresentationFormat>On-screen Show (16:9)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Calibri Light</vt:lpstr>
      <vt:lpstr>Symbol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Shikha Atwal</cp:lastModifiedBy>
  <cp:revision>2</cp:revision>
  <dcterms:created xsi:type="dcterms:W3CDTF">2024-12-24T09:06:29Z</dcterms:created>
  <dcterms:modified xsi:type="dcterms:W3CDTF">2024-12-25T13:15:40Z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2024-12-24T00:00:00Z</vt:filetime>
  </property>
  <property fmtid="{D5CDD505-2E9C-101B-9397-08002B2CF9AE}" pid="3" name="LastSaved">
    <vt:filetime>2024-12-24T00:00:00Z</vt:filetime>
  </property>
</Properties>
</file>