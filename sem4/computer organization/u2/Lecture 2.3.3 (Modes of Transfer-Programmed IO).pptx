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23"/>
  </p:notesMasterIdLst>
  <p:sldIdLst>
    <p:sldId id="273" r:id="rId2"/>
    <p:sldId id="602" r:id="rId3"/>
    <p:sldId id="609" r:id="rId4"/>
    <p:sldId id="610" r:id="rId5"/>
    <p:sldId id="603" r:id="rId6"/>
    <p:sldId id="611" r:id="rId7"/>
    <p:sldId id="612" r:id="rId8"/>
    <p:sldId id="613" r:id="rId9"/>
    <p:sldId id="604" r:id="rId10"/>
    <p:sldId id="615" r:id="rId11"/>
    <p:sldId id="614" r:id="rId12"/>
    <p:sldId id="616" r:id="rId13"/>
    <p:sldId id="605" r:id="rId14"/>
    <p:sldId id="617" r:id="rId15"/>
    <p:sldId id="618" r:id="rId16"/>
    <p:sldId id="606" r:id="rId17"/>
    <p:sldId id="620" r:id="rId18"/>
    <p:sldId id="621" r:id="rId19"/>
    <p:sldId id="619" r:id="rId20"/>
    <p:sldId id="607" r:id="rId21"/>
    <p:sldId id="622" r:id="rId22"/>
  </p:sldIdLst>
  <p:sldSz cx="9144000" cy="5143500" type="screen16x9"/>
  <p:notesSz cx="7556500" cy="10693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85" userDrawn="1">
          <p15:clr>
            <a:srgbClr val="A4A3A4"/>
          </p15:clr>
        </p15:guide>
        <p15:guide id="2" pos="2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874" y="67"/>
      </p:cViewPr>
      <p:guideLst>
        <p:guide orient="horz" pos="1385"/>
        <p:guide pos="26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77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997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3435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275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803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127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91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362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83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6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037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1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060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CFCF30-EF72-A459-B1F4-E2DD160D2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6354A7-7091-D91A-A7E7-7B5DF5BDC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D67096D5-CA38-0859-FAF8-58F7984BD00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9233E20-ECE4-6406-DB92-ABF9EA9DFD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664002-4AA4-31D1-E101-4DF5A585878C}"/>
              </a:ext>
            </a:extLst>
          </p:cNvPr>
          <p:cNvSpPr txBox="1"/>
          <p:nvPr/>
        </p:nvSpPr>
        <p:spPr>
          <a:xfrm>
            <a:off x="961776" y="1435539"/>
            <a:ext cx="7220448" cy="1897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439815">
              <a:defRPr/>
            </a:pPr>
            <a:r>
              <a:rPr lang="en-US" sz="2597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University Institute of Engineering</a:t>
            </a:r>
            <a:endParaRPr lang="en-US" sz="2597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Department of Computer Science &amp; Engineering</a:t>
            </a:r>
          </a:p>
          <a:p>
            <a:pPr algn="ctr" defTabSz="439815">
              <a:defRPr/>
            </a:pP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  <a:p>
            <a:pPr algn="ctr" defTabSz="439815"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ORGANIZATION &amp; ARCHITECTURE</a:t>
            </a:r>
            <a:endParaRPr lang="en-US" sz="2213" b="1" dirty="0">
              <a:solidFill>
                <a:prstClr val="black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ctr" defTabSz="439815">
              <a:lnSpc>
                <a:spcPct val="90000"/>
              </a:lnSpc>
              <a:spcBef>
                <a:spcPts val="606"/>
              </a:spcBef>
              <a:defRPr/>
            </a:pPr>
            <a:r>
              <a:rPr lang="en-US" sz="2213" b="1" dirty="0">
                <a:solidFill>
                  <a:prstClr val="black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(23CST-204/23ITT-204)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F7016100-A7B3-0379-C4B5-D13BB8B70B9B}"/>
              </a:ext>
            </a:extLst>
          </p:cNvPr>
          <p:cNvSpPr txBox="1">
            <a:spLocks/>
          </p:cNvSpPr>
          <p:nvPr/>
        </p:nvSpPr>
        <p:spPr>
          <a:xfrm>
            <a:off x="304801" y="3655678"/>
            <a:ext cx="2364055" cy="1039831"/>
          </a:xfrm>
          <a:prstGeom prst="rect">
            <a:avLst/>
          </a:prstGeom>
        </p:spPr>
        <p:txBody>
          <a:bodyPr vert="horz" lIns="43982" tIns="21991" rIns="43982" bIns="21991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251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SHIKHA ATWAL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E11186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962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BE-CSE</a:t>
            </a:r>
          </a:p>
        </p:txBody>
      </p:sp>
    </p:spTree>
    <p:extLst>
      <p:ext uri="{BB962C8B-B14F-4D97-AF65-F5344CB8AC3E}">
        <p14:creationId xmlns:p14="http://schemas.microsoft.com/office/powerpoint/2010/main" val="1273637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6CA8-BD6B-3472-50B5-80150C3C9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B66F2-E588-0392-0477-00600135D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C6E75-7E82-3429-3315-BA9A0365E4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568BBBC-F302-B988-0CB0-81CD54D74B4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3545C-5B29-F619-4E47-935AC0855C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83237" y="934431"/>
            <a:ext cx="6977526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77" algn="ctr"/>
            <a:r>
              <a:rPr sz="1700" b="1" spc="-2" dirty="0">
                <a:latin typeface="Times New Roman"/>
                <a:cs typeface="Times New Roman"/>
              </a:rPr>
              <a:t>INPU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-</a:t>
            </a:r>
            <a:r>
              <a:rPr sz="1700" b="1" spc="-5" dirty="0">
                <a:latin typeface="Times New Roman"/>
                <a:cs typeface="Times New Roman"/>
              </a:rPr>
              <a:t>OUT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INT</a:t>
            </a:r>
            <a:r>
              <a:rPr sz="1700" b="1" spc="2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RFAC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14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35490" marR="4276" indent="-109957" algn="just">
              <a:buFont typeface="Symbol"/>
              <a:buChar char=""/>
              <a:tabLst>
                <a:tab pos="235796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method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storage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is</a:t>
            </a:r>
            <a:r>
              <a:rPr sz="1700" dirty="0">
                <a:latin typeface="Times New Roman"/>
                <a:cs typeface="Times New Roman"/>
              </a:rPr>
              <a:t> known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I/O</a:t>
            </a:r>
            <a:r>
              <a:rPr sz="1700" spc="-2" dirty="0">
                <a:latin typeface="Times New Roman"/>
                <a:cs typeface="Times New Roman"/>
              </a:rPr>
              <a:t> 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35490" marR="2749" indent="-109957" algn="just">
              <a:spcBef>
                <a:spcPts val="41"/>
              </a:spcBef>
              <a:buFont typeface="Symbol"/>
              <a:buChar char=""/>
              <a:tabLst>
                <a:tab pos="235796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ace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using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dirty="0">
                <a:latin typeface="Times New Roman"/>
                <a:cs typeface="Times New Roman"/>
              </a:rPr>
              <a:t>nks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onn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ted to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</a:t>
            </a:r>
            <a:r>
              <a:rPr sz="1700" dirty="0">
                <a:latin typeface="Times New Roman"/>
                <a:cs typeface="Times New Roman"/>
              </a:rPr>
              <a:t>nks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esolve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l.</a:t>
            </a:r>
            <a:endParaRPr sz="1700" dirty="0">
              <a:latin typeface="Times New Roman"/>
              <a:cs typeface="Times New Roman"/>
            </a:endParaRPr>
          </a:p>
          <a:p>
            <a:pPr marL="235490" marR="3360" indent="-109957" algn="just">
              <a:spcBef>
                <a:spcPts val="41"/>
              </a:spcBef>
              <a:buFont typeface="Symbol"/>
              <a:buChar char=""/>
              <a:tabLst>
                <a:tab pos="235796" algn="l"/>
              </a:tabLst>
            </a:pP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xist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ial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omponents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2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supervise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synchroniz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output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rf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nits.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8911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00D39-5FDB-4632-18B8-EB5B9D463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260278-5A4D-5D99-B6F5-A39CBA935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A34A7A-626F-B23D-B6E7-84E51AA43A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EC50B02-323F-8707-14A4-2108598662F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9FEA2AB-4F71-8C4E-8BB1-1ADA02004F5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FCD1136-960C-8343-8FC3-C79F795FD4EC}"/>
              </a:ext>
            </a:extLst>
          </p:cNvPr>
          <p:cNvSpPr txBox="1"/>
          <p:nvPr/>
        </p:nvSpPr>
        <p:spPr>
          <a:xfrm>
            <a:off x="1023474" y="819150"/>
            <a:ext cx="6977526" cy="33958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77" algn="ctr"/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 of 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2" dirty="0">
                <a:latin typeface="Times New Roman"/>
                <a:cs typeface="Times New Roman"/>
              </a:rPr>
              <a:t>sf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endParaRPr sz="1700" dirty="0">
              <a:latin typeface="Times New Roman"/>
              <a:cs typeface="Times New Roman"/>
            </a:endParaRPr>
          </a:p>
          <a:p>
            <a:pPr marL="15577" marR="2443" algn="just">
              <a:spcBef>
                <a:spcPts val="366"/>
              </a:spcBef>
            </a:pPr>
            <a:endParaRPr lang="en-US" sz="1700" spc="-5" dirty="0">
              <a:latin typeface="Times New Roman"/>
              <a:cs typeface="Times New Roman"/>
            </a:endParaRPr>
          </a:p>
          <a:p>
            <a:pPr marL="15577" marR="2443" algn="just">
              <a:spcBef>
                <a:spcPts val="366"/>
              </a:spcBef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bina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1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5" dirty="0">
                <a:latin typeface="Times New Roman"/>
                <a:cs typeface="Times New Roman"/>
              </a:rPr>
              <a:t>ived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usu</a:t>
            </a:r>
            <a:r>
              <a:rPr sz="1700" spc="-2" dirty="0">
                <a:latin typeface="Times New Roman"/>
                <a:cs typeface="Times New Roman"/>
              </a:rPr>
              <a:t>all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spc="-10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CPU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origin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2" dirty="0">
                <a:latin typeface="Times New Roman"/>
                <a:cs typeface="Times New Roman"/>
              </a:rPr>
              <a:t> 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ly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info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mation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but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1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our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lw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ys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done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 </a:t>
            </a:r>
            <a:r>
              <a:rPr sz="1700" spc="-5" dirty="0">
                <a:latin typeface="Times New Roman"/>
                <a:cs typeface="Times New Roman"/>
              </a:rPr>
              <a:t>modes.</a:t>
            </a:r>
            <a:endParaRPr sz="1700" dirty="0">
              <a:latin typeface="Times New Roman"/>
              <a:cs typeface="Times New Roman"/>
            </a:endParaRPr>
          </a:p>
          <a:p>
            <a:pPr marL="15577" algn="just">
              <a:spcBef>
                <a:spcPts val="334"/>
              </a:spcBef>
            </a:pPr>
            <a:r>
              <a:rPr sz="1700" spc="-2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 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-2" dirty="0">
                <a:latin typeface="Times New Roman"/>
                <a:cs typeface="Times New Roman"/>
              </a:rPr>
              <a:t> in </a:t>
            </a:r>
            <a:r>
              <a:rPr sz="1700" spc="-5" dirty="0">
                <a:latin typeface="Times New Roman"/>
                <a:cs typeface="Times New Roman"/>
              </a:rPr>
              <a:t>any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th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ys</a:t>
            </a:r>
          </a:p>
          <a:p>
            <a:pPr marL="225716" indent="-109651" algn="just">
              <a:spcBef>
                <a:spcPts val="329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</a:p>
          <a:p>
            <a:pPr marL="225716" indent="-109651" algn="just">
              <a:spcBef>
                <a:spcPts val="334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nte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rupt</a:t>
            </a:r>
            <a:r>
              <a:rPr sz="1700" spc="-2" dirty="0">
                <a:latin typeface="Times New Roman"/>
                <a:cs typeface="Times New Roman"/>
              </a:rPr>
              <a:t>-initi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</a:p>
          <a:p>
            <a:pPr marL="225716" indent="-109651" algn="just">
              <a:spcBef>
                <a:spcPts val="327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7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(D</a:t>
            </a:r>
            <a:r>
              <a:rPr sz="1700" spc="-2" dirty="0">
                <a:latin typeface="Times New Roman"/>
                <a:cs typeface="Times New Roman"/>
              </a:rPr>
              <a:t>MA)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9555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4FB3D-E6CC-039F-C381-83E14F4FC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4839A-8E68-1DDB-86B9-A88136BC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6D3E6E-3BBA-A455-BFF2-C8CB8E43F09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B5A6776-ABBE-4288-7089-D34073E5C109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0FA235-F129-2B4E-B742-DD4B8CDE09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F7CD544-7575-7848-EC87-F12813F17599}"/>
              </a:ext>
            </a:extLst>
          </p:cNvPr>
          <p:cNvSpPr txBox="1"/>
          <p:nvPr/>
        </p:nvSpPr>
        <p:spPr>
          <a:xfrm>
            <a:off x="1023474" y="819150"/>
            <a:ext cx="6977526" cy="34009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77" algn="just">
              <a:spcBef>
                <a:spcPts val="342"/>
              </a:spcBef>
            </a:pPr>
            <a:r>
              <a:rPr sz="1700" b="1" dirty="0">
                <a:latin typeface="Times New Roman"/>
                <a:cs typeface="Times New Roman"/>
              </a:rPr>
              <a:t>1.   </a:t>
            </a:r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7" dirty="0">
                <a:latin typeface="Times New Roman"/>
                <a:cs typeface="Times New Roman"/>
              </a:rPr>
              <a:t>I/O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25534" marR="2443" algn="just"/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one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mplest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rms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CPU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k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-5" dirty="0">
                <a:latin typeface="Times New Roman"/>
                <a:cs typeface="Times New Roman"/>
              </a:rPr>
              <a:t> due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sul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ions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itten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6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 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nsf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initi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Usu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ns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e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quir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nstant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mon</a:t>
            </a:r>
            <a:r>
              <a:rPr sz="1700" spc="12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toring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devi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This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hnique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ramm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/O.</a:t>
            </a:r>
          </a:p>
          <a:p>
            <a:pPr>
              <a:spcBef>
                <a:spcPts val="12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125534" marR="2443" algn="just"/>
            <a:r>
              <a:rPr sz="1700" spc="-5" dirty="0">
                <a:latin typeface="Times New Roman"/>
                <a:cs typeface="Times New Roman"/>
              </a:rPr>
              <a:t>Consid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nts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print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ara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ter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string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‘‘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AL</a:t>
            </a:r>
            <a:r>
              <a:rPr sz="1700" spc="-2" dirty="0">
                <a:latin typeface="Times New Roman"/>
                <a:cs typeface="Times New Roman"/>
              </a:rPr>
              <a:t>S’</a:t>
            </a:r>
            <a:r>
              <a:rPr sz="1700" dirty="0">
                <a:latin typeface="Times New Roman"/>
                <a:cs typeface="Times New Roman"/>
              </a:rPr>
              <a:t>’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lp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softw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5" dirty="0">
                <a:latin typeface="Times New Roman"/>
                <a:cs typeface="Times New Roman"/>
              </a:rPr>
              <a:t>rs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assemble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string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in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hown</a:t>
            </a:r>
            <a:r>
              <a:rPr sz="1700" spc="-2" dirty="0">
                <a:latin typeface="Times New Roman"/>
                <a:cs typeface="Times New Roman"/>
              </a:rPr>
              <a:t> in the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igure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lo</a:t>
            </a:r>
            <a:r>
              <a:rPr sz="1700" spc="5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666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6CA8-BD6B-3472-50B5-80150C3C9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B66F2-E588-0392-0477-00600135D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C6E75-7E82-3429-3315-BA9A0365E4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568BBBC-F302-B988-0CB0-81CD54D74B4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3545C-5B29-F619-4E47-935AC0855C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/>
          <p:cNvSpPr/>
          <p:nvPr/>
        </p:nvSpPr>
        <p:spPr>
          <a:xfrm>
            <a:off x="1981200" y="668514"/>
            <a:ext cx="5181600" cy="22869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B9418-6762-5079-9BF6-BDFD46BEAEBB}"/>
              </a:ext>
            </a:extLst>
          </p:cNvPr>
          <p:cNvSpPr txBox="1"/>
          <p:nvPr/>
        </p:nvSpPr>
        <p:spPr>
          <a:xfrm>
            <a:off x="838200" y="2955420"/>
            <a:ext cx="7391400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577" algn="just"/>
            <a:r>
              <a:rPr lang="en-US" sz="1800" b="1" dirty="0">
                <a:latin typeface="Times New Roman"/>
                <a:cs typeface="Times New Roman"/>
              </a:rPr>
              <a:t>S</a:t>
            </a:r>
            <a:r>
              <a:rPr lang="en-US" sz="1800" b="1" spc="-2" dirty="0">
                <a:latin typeface="Times New Roman"/>
                <a:cs typeface="Times New Roman"/>
              </a:rPr>
              <a:t>t</a:t>
            </a:r>
            <a:r>
              <a:rPr lang="en-US" sz="1800" b="1" spc="-10" dirty="0">
                <a:latin typeface="Times New Roman"/>
                <a:cs typeface="Times New Roman"/>
              </a:rPr>
              <a:t>e</a:t>
            </a:r>
            <a:r>
              <a:rPr lang="en-US" sz="1800" b="1" dirty="0">
                <a:latin typeface="Times New Roman"/>
                <a:cs typeface="Times New Roman"/>
              </a:rPr>
              <a:t>p 1 </a:t>
            </a:r>
            <a:r>
              <a:rPr lang="en-US" sz="1800" dirty="0">
                <a:latin typeface="Times New Roman"/>
                <a:cs typeface="Times New Roman"/>
              </a:rPr>
              <a:t>−</a:t>
            </a:r>
            <a:r>
              <a:rPr lang="en-US" sz="1800" spc="-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us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 </a:t>
            </a:r>
            <a:r>
              <a:rPr lang="en-US" sz="1800" spc="2" dirty="0">
                <a:latin typeface="Times New Roman"/>
                <a:cs typeface="Times New Roman"/>
              </a:rPr>
              <a:t>p</a:t>
            </a:r>
            <a:r>
              <a:rPr lang="en-US" sz="1800" dirty="0">
                <a:latin typeface="Times New Roman"/>
                <a:cs typeface="Times New Roman"/>
              </a:rPr>
              <a:t>roc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ss a</a:t>
            </a:r>
            <a:r>
              <a:rPr lang="en-US" sz="1800" spc="-5" dirty="0">
                <a:latin typeface="Times New Roman"/>
                <a:cs typeface="Times New Roman"/>
              </a:rPr>
              <a:t>c</a:t>
            </a:r>
            <a:r>
              <a:rPr lang="en-US" sz="1800" dirty="0">
                <a:latin typeface="Times New Roman"/>
                <a:cs typeface="Times New Roman"/>
              </a:rPr>
              <a:t>quir</a:t>
            </a:r>
            <a:r>
              <a:rPr lang="en-US" sz="1800" spc="-5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s the </a:t>
            </a:r>
            <a:r>
              <a:rPr lang="en-US" sz="1800" spc="2" dirty="0">
                <a:latin typeface="Times New Roman"/>
                <a:cs typeface="Times New Roman"/>
              </a:rPr>
              <a:t>p</a:t>
            </a:r>
            <a:r>
              <a:rPr lang="en-US" sz="1800" dirty="0">
                <a:latin typeface="Times New Roman"/>
                <a:cs typeface="Times New Roman"/>
              </a:rPr>
              <a:t>rint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 </a:t>
            </a:r>
            <a:r>
              <a:rPr lang="en-US" sz="1800" spc="-5" dirty="0">
                <a:latin typeface="Times New Roman"/>
                <a:cs typeface="Times New Roman"/>
              </a:rPr>
              <a:t>f</a:t>
            </a:r>
            <a:r>
              <a:rPr lang="en-US" sz="1800" dirty="0">
                <a:latin typeface="Times New Roman"/>
                <a:cs typeface="Times New Roman"/>
              </a:rPr>
              <a:t>or</a:t>
            </a:r>
            <a:r>
              <a:rPr lang="en-US" sz="1800" spc="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w</a:t>
            </a:r>
            <a:r>
              <a:rPr lang="en-US" sz="1800" spc="-5" dirty="0">
                <a:latin typeface="Times New Roman"/>
                <a:cs typeface="Times New Roman"/>
              </a:rPr>
              <a:t>r</a:t>
            </a:r>
            <a:r>
              <a:rPr lang="en-US" sz="1800" dirty="0">
                <a:latin typeface="Times New Roman"/>
                <a:cs typeface="Times New Roman"/>
              </a:rPr>
              <a:t>iting by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using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 sys</a:t>
            </a:r>
            <a:r>
              <a:rPr lang="en-US" sz="1800" dirty="0">
                <a:latin typeface="Times New Roman"/>
                <a:cs typeface="Times New Roman"/>
              </a:rPr>
              <a:t>t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5" dirty="0">
                <a:latin typeface="Times New Roman"/>
                <a:cs typeface="Times New Roman"/>
              </a:rPr>
              <a:t>m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c</a:t>
            </a:r>
            <a:r>
              <a:rPr lang="en-US" sz="1800" spc="-10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ll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to </a:t>
            </a:r>
            <a:r>
              <a:rPr lang="en-US" sz="1800" spc="-5" dirty="0">
                <a:latin typeface="Times New Roman"/>
                <a:cs typeface="Times New Roman"/>
              </a:rPr>
              <a:t>open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it.</a:t>
            </a:r>
            <a:endParaRPr lang="en-US" sz="1800" dirty="0">
              <a:latin typeface="Times New Roman"/>
              <a:cs typeface="Times New Roman"/>
            </a:endParaRPr>
          </a:p>
          <a:p>
            <a:pPr marL="15577" marR="11607" algn="just">
              <a:spcBef>
                <a:spcPts val="375"/>
              </a:spcBef>
            </a:pPr>
            <a:r>
              <a:rPr lang="en-US" sz="1800" b="1" dirty="0">
                <a:latin typeface="Times New Roman"/>
                <a:cs typeface="Times New Roman"/>
              </a:rPr>
              <a:t>S</a:t>
            </a:r>
            <a:r>
              <a:rPr lang="en-US" sz="1800" b="1" spc="-2" dirty="0">
                <a:latin typeface="Times New Roman"/>
                <a:cs typeface="Times New Roman"/>
              </a:rPr>
              <a:t>t</a:t>
            </a:r>
            <a:r>
              <a:rPr lang="en-US" sz="1800" b="1" spc="-10" dirty="0">
                <a:latin typeface="Times New Roman"/>
                <a:cs typeface="Times New Roman"/>
              </a:rPr>
              <a:t>e</a:t>
            </a:r>
            <a:r>
              <a:rPr lang="en-US" sz="1800" b="1" dirty="0">
                <a:latin typeface="Times New Roman"/>
                <a:cs typeface="Times New Roman"/>
              </a:rPr>
              <a:t>p</a:t>
            </a:r>
            <a:r>
              <a:rPr lang="en-US" sz="1800" b="1" spc="5" dirty="0">
                <a:latin typeface="Times New Roman"/>
                <a:cs typeface="Times New Roman"/>
              </a:rPr>
              <a:t> </a:t>
            </a:r>
            <a:r>
              <a:rPr lang="en-US" sz="1800" b="1" dirty="0">
                <a:latin typeface="Times New Roman"/>
                <a:cs typeface="Times New Roman"/>
              </a:rPr>
              <a:t>2 </a:t>
            </a:r>
            <a:r>
              <a:rPr lang="en-US" sz="1800" dirty="0">
                <a:latin typeface="Times New Roman"/>
                <a:cs typeface="Times New Roman"/>
              </a:rPr>
              <a:t>−</a:t>
            </a:r>
            <a:r>
              <a:rPr lang="en-US" sz="1800" spc="2" dirty="0">
                <a:latin typeface="Times New Roman"/>
                <a:cs typeface="Times New Roman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I</a:t>
            </a:r>
            <a:r>
              <a:rPr lang="en-US" sz="1800" dirty="0">
                <a:latin typeface="Times New Roman"/>
                <a:cs typeface="Times New Roman"/>
              </a:rPr>
              <a:t>f</a:t>
            </a:r>
            <a:r>
              <a:rPr lang="en-US" sz="1800" spc="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the</a:t>
            </a:r>
            <a:r>
              <a:rPr lang="en-US" sz="1800" spc="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print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</a:t>
            </a:r>
            <a:r>
              <a:rPr lang="en-US" sz="1800" spc="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is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c</a:t>
            </a:r>
            <a:r>
              <a:rPr lang="en-US" sz="1800" dirty="0">
                <a:latin typeface="Times New Roman"/>
                <a:cs typeface="Times New Roman"/>
              </a:rPr>
              <a:t>ur</a:t>
            </a:r>
            <a:r>
              <a:rPr lang="en-US" sz="1800" spc="-5" dirty="0">
                <a:latin typeface="Times New Roman"/>
                <a:cs typeface="Times New Roman"/>
              </a:rPr>
              <a:t>r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ntly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in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use</a:t>
            </a:r>
            <a:r>
              <a:rPr lang="en-US" sz="1800" spc="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by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a</a:t>
            </a:r>
            <a:r>
              <a:rPr lang="en-US" sz="1800" dirty="0">
                <a:latin typeface="Times New Roman"/>
                <a:cs typeface="Times New Roman"/>
              </a:rPr>
              <a:t>nother pro</a:t>
            </a:r>
            <a:r>
              <a:rPr lang="en-US" sz="1800" spc="-5" dirty="0">
                <a:latin typeface="Times New Roman"/>
                <a:cs typeface="Times New Roman"/>
              </a:rPr>
              <a:t>c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ss,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this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syst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m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ca</a:t>
            </a:r>
            <a:r>
              <a:rPr lang="en-US" sz="1800" dirty="0">
                <a:latin typeface="Times New Roman"/>
                <a:cs typeface="Times New Roman"/>
              </a:rPr>
              <a:t>ll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</a:t>
            </a:r>
            <a:r>
              <a:rPr lang="en-US" sz="1800" spc="-5" dirty="0">
                <a:latin typeface="Times New Roman"/>
                <a:cs typeface="Times New Roman"/>
              </a:rPr>
              <a:t>a</a:t>
            </a:r>
            <a:r>
              <a:rPr lang="en-US" sz="1800" dirty="0">
                <a:latin typeface="Times New Roman"/>
                <a:cs typeface="Times New Roman"/>
              </a:rPr>
              <a:t>ils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a</a:t>
            </a:r>
            <a:r>
              <a:rPr lang="en-US" sz="1800" dirty="0">
                <a:latin typeface="Times New Roman"/>
                <a:cs typeface="Times New Roman"/>
              </a:rPr>
              <a:t>nd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r</a:t>
            </a:r>
            <a:r>
              <a:rPr lang="en-US" sz="1800" spc="-5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turns 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dirty="0">
                <a:latin typeface="Times New Roman"/>
                <a:cs typeface="Times New Roman"/>
              </a:rPr>
              <a:t>n 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</a:t>
            </a:r>
            <a:r>
              <a:rPr lang="en-US" sz="1800" spc="-5" dirty="0">
                <a:latin typeface="Times New Roman"/>
                <a:cs typeface="Times New Roman"/>
              </a:rPr>
              <a:t>r</a:t>
            </a:r>
            <a:r>
              <a:rPr lang="en-US" sz="1800" dirty="0">
                <a:latin typeface="Times New Roman"/>
                <a:cs typeface="Times New Roman"/>
              </a:rPr>
              <a:t>or </a:t>
            </a:r>
            <a:r>
              <a:rPr lang="en-US" sz="1800" spc="-10" dirty="0">
                <a:latin typeface="Times New Roman"/>
                <a:cs typeface="Times New Roman"/>
              </a:rPr>
              <a:t>c</a:t>
            </a:r>
            <a:r>
              <a:rPr lang="en-US" sz="1800" spc="5" dirty="0">
                <a:latin typeface="Times New Roman"/>
                <a:cs typeface="Times New Roman"/>
              </a:rPr>
              <a:t>o</a:t>
            </a:r>
            <a:r>
              <a:rPr lang="en-US" sz="1800" spc="-5" dirty="0">
                <a:latin typeface="Times New Roman"/>
                <a:cs typeface="Times New Roman"/>
              </a:rPr>
              <a:t>de</a:t>
            </a:r>
            <a:r>
              <a:rPr lang="en-US" sz="1800" spc="-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or </a:t>
            </a:r>
            <a:r>
              <a:rPr lang="en-US" sz="1800" spc="-2" dirty="0">
                <a:latin typeface="Times New Roman"/>
                <a:cs typeface="Times New Roman"/>
              </a:rPr>
              <a:t>it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blo</a:t>
            </a:r>
            <a:r>
              <a:rPr lang="en-US" sz="1800" spc="-7" dirty="0">
                <a:latin typeface="Times New Roman"/>
                <a:cs typeface="Times New Roman"/>
              </a:rPr>
              <a:t>c</a:t>
            </a:r>
            <a:r>
              <a:rPr lang="en-US" sz="1800" dirty="0">
                <a:latin typeface="Times New Roman"/>
                <a:cs typeface="Times New Roman"/>
              </a:rPr>
              <a:t>ks</a:t>
            </a:r>
            <a:r>
              <a:rPr lang="en-US" sz="1800" spc="-2" dirty="0">
                <a:latin typeface="Times New Roman"/>
                <a:cs typeface="Times New Roman"/>
              </a:rPr>
              <a:t> until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the </a:t>
            </a:r>
            <a:r>
              <a:rPr lang="en-US" sz="1800" dirty="0">
                <a:latin typeface="Times New Roman"/>
                <a:cs typeface="Times New Roman"/>
              </a:rPr>
              <a:t>p</a:t>
            </a:r>
            <a:r>
              <a:rPr lang="en-US" sz="1800" spc="-5" dirty="0">
                <a:latin typeface="Times New Roman"/>
                <a:cs typeface="Times New Roman"/>
              </a:rPr>
              <a:t>r</a:t>
            </a:r>
            <a:r>
              <a:rPr lang="en-US" sz="1800" spc="-2" dirty="0">
                <a:latin typeface="Times New Roman"/>
                <a:cs typeface="Times New Roman"/>
              </a:rPr>
              <a:t>int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 </a:t>
            </a:r>
            <a:r>
              <a:rPr lang="en-US" sz="1800" spc="-2" dirty="0">
                <a:latin typeface="Times New Roman"/>
                <a:cs typeface="Times New Roman"/>
              </a:rPr>
              <a:t>is</a:t>
            </a:r>
            <a:r>
              <a:rPr lang="en-US" sz="1800" spc="-7" dirty="0">
                <a:latin typeface="Times New Roman"/>
                <a:cs typeface="Times New Roman"/>
              </a:rPr>
              <a:t> a</a:t>
            </a:r>
            <a:r>
              <a:rPr lang="en-US" sz="1800" spc="-5" dirty="0">
                <a:latin typeface="Times New Roman"/>
                <a:cs typeface="Times New Roman"/>
              </a:rPr>
              <a:t>v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il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ble,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d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spc="-5" dirty="0">
                <a:latin typeface="Times New Roman"/>
                <a:cs typeface="Times New Roman"/>
              </a:rPr>
              <a:t>p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5" dirty="0">
                <a:latin typeface="Times New Roman"/>
                <a:cs typeface="Times New Roman"/>
              </a:rPr>
              <a:t>nding</a:t>
            </a:r>
            <a:r>
              <a:rPr lang="en-US" sz="1800" dirty="0">
                <a:latin typeface="Times New Roman"/>
                <a:cs typeface="Times New Roman"/>
              </a:rPr>
              <a:t> on </a:t>
            </a:r>
            <a:r>
              <a:rPr lang="en-US" sz="1800" spc="-2" dirty="0">
                <a:latin typeface="Times New Roman"/>
                <a:cs typeface="Times New Roman"/>
              </a:rPr>
              <a:t>the </a:t>
            </a:r>
            <a:r>
              <a:rPr lang="en-US" sz="1800" spc="-5" dirty="0">
                <a:latin typeface="Times New Roman"/>
                <a:cs typeface="Times New Roman"/>
              </a:rPr>
              <a:t>op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r</a:t>
            </a:r>
            <a:r>
              <a:rPr lang="en-US" sz="1800" spc="-10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ti</a:t>
            </a:r>
            <a:r>
              <a:rPr lang="en-US" sz="1800" dirty="0">
                <a:latin typeface="Times New Roman"/>
                <a:cs typeface="Times New Roman"/>
              </a:rPr>
              <a:t>ng </a:t>
            </a:r>
            <a:r>
              <a:rPr lang="en-US" sz="1800" spc="-2" dirty="0">
                <a:latin typeface="Times New Roman"/>
                <a:cs typeface="Times New Roman"/>
              </a:rPr>
              <a:t>sys</a:t>
            </a:r>
            <a:r>
              <a:rPr lang="en-US" sz="1800" dirty="0">
                <a:latin typeface="Times New Roman"/>
                <a:cs typeface="Times New Roman"/>
              </a:rPr>
              <a:t>t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5" dirty="0">
                <a:latin typeface="Times New Roman"/>
                <a:cs typeface="Times New Roman"/>
              </a:rPr>
              <a:t>m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and</a:t>
            </a:r>
            <a:r>
              <a:rPr lang="en-US" sz="1800" spc="-2" dirty="0">
                <a:latin typeface="Times New Roman"/>
                <a:cs typeface="Times New Roman"/>
              </a:rPr>
              <a:t> the </a:t>
            </a:r>
            <a:r>
              <a:rPr lang="en-US" sz="1800" spc="-5" dirty="0">
                <a:latin typeface="Times New Roman"/>
                <a:cs typeface="Times New Roman"/>
              </a:rPr>
              <a:t>p</a:t>
            </a:r>
            <a:r>
              <a:rPr lang="en-US" sz="1800" spc="-10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r</a:t>
            </a:r>
            <a:r>
              <a:rPr lang="en-US" sz="1800" spc="-10" dirty="0">
                <a:latin typeface="Times New Roman"/>
                <a:cs typeface="Times New Roman"/>
              </a:rPr>
              <a:t>a</a:t>
            </a:r>
            <a:r>
              <a:rPr lang="en-US" sz="1800" spc="-5" dirty="0">
                <a:latin typeface="Times New Roman"/>
                <a:cs typeface="Times New Roman"/>
              </a:rPr>
              <a:t>me</a:t>
            </a:r>
            <a:r>
              <a:rPr lang="en-US" sz="1800" dirty="0">
                <a:latin typeface="Times New Roman"/>
                <a:cs typeface="Times New Roman"/>
              </a:rPr>
              <a:t>t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rs</a:t>
            </a:r>
            <a:r>
              <a:rPr lang="en-US" sz="1800" spc="-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of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the</a:t>
            </a:r>
            <a:r>
              <a:rPr lang="en-US" sz="1800" spc="2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ca</a:t>
            </a:r>
            <a:r>
              <a:rPr lang="en-US" sz="1800" spc="-2" dirty="0">
                <a:latin typeface="Times New Roman"/>
                <a:cs typeface="Times New Roman"/>
              </a:rPr>
              <a:t>l</a:t>
            </a:r>
            <a:r>
              <a:rPr lang="en-US" sz="1800" spc="2" dirty="0">
                <a:latin typeface="Times New Roman"/>
                <a:cs typeface="Times New Roman"/>
              </a:rPr>
              <a:t>l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49708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1EA90-F303-3A95-B37E-3491EAD6F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95B343-E392-26EC-11CB-26B1B869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A361B7-40B0-CCD6-86D8-108250058D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B0CC20A-17E7-668B-27DE-8F57292A12D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B06A04-1916-114C-DD39-7FEACA15572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9C4B809-0C86-0829-8280-B7988E382265}"/>
              </a:ext>
            </a:extLst>
          </p:cNvPr>
          <p:cNvSpPr txBox="1"/>
          <p:nvPr/>
        </p:nvSpPr>
        <p:spPr>
          <a:xfrm>
            <a:off x="1066800" y="819150"/>
            <a:ext cx="7010400" cy="37984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77" algn="just">
              <a:spcBef>
                <a:spcPts val="327"/>
              </a:spcBef>
            </a:pPr>
            <a:r>
              <a:rPr lang="en-US" sz="1600" b="1" dirty="0">
                <a:latin typeface="Times New Roman"/>
                <a:cs typeface="Times New Roman"/>
              </a:rPr>
              <a:t>S</a:t>
            </a:r>
            <a:r>
              <a:rPr lang="en-US" sz="1600" b="1" spc="-2" dirty="0">
                <a:latin typeface="Times New Roman"/>
                <a:cs typeface="Times New Roman"/>
              </a:rPr>
              <a:t>t</a:t>
            </a:r>
            <a:r>
              <a:rPr lang="en-US" sz="1600" b="1" spc="-10" dirty="0">
                <a:latin typeface="Times New Roman"/>
                <a:cs typeface="Times New Roman"/>
              </a:rPr>
              <a:t>e</a:t>
            </a:r>
            <a:r>
              <a:rPr lang="en-US" sz="1600" b="1" dirty="0">
                <a:latin typeface="Times New Roman"/>
                <a:cs typeface="Times New Roman"/>
              </a:rPr>
              <a:t>p </a:t>
            </a:r>
            <a:r>
              <a:rPr lang="en-US" sz="1600" b="1" spc="-29" dirty="0">
                <a:latin typeface="Times New Roman"/>
                <a:cs typeface="Times New Roman"/>
              </a:rPr>
              <a:t> </a:t>
            </a:r>
            <a:r>
              <a:rPr lang="en-US" sz="1600" b="1" dirty="0">
                <a:latin typeface="Times New Roman"/>
                <a:cs typeface="Times New Roman"/>
              </a:rPr>
              <a:t>3 </a:t>
            </a:r>
            <a:r>
              <a:rPr lang="en-US" sz="1600" dirty="0">
                <a:latin typeface="Times New Roman"/>
                <a:cs typeface="Times New Roman"/>
              </a:rPr>
              <a:t>− </a:t>
            </a:r>
            <a:r>
              <a:rPr lang="en-US" sz="1600" spc="-34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On</a:t>
            </a:r>
            <a:r>
              <a:rPr lang="en-US" sz="1600" spc="-5" dirty="0">
                <a:latin typeface="Times New Roman"/>
                <a:cs typeface="Times New Roman"/>
              </a:rPr>
              <a:t>c</a:t>
            </a:r>
            <a:r>
              <a:rPr lang="en-US" sz="1600" dirty="0">
                <a:latin typeface="Times New Roman"/>
                <a:cs typeface="Times New Roman"/>
              </a:rPr>
              <a:t>e </a:t>
            </a:r>
            <a:r>
              <a:rPr lang="en-US" sz="1600" spc="-34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t</a:t>
            </a:r>
            <a:r>
              <a:rPr lang="en-US" sz="1600" spc="5" dirty="0">
                <a:latin typeface="Times New Roman"/>
                <a:cs typeface="Times New Roman"/>
              </a:rPr>
              <a:t>h</a:t>
            </a:r>
            <a:r>
              <a:rPr lang="en-US" sz="1600" dirty="0">
                <a:latin typeface="Times New Roman"/>
                <a:cs typeface="Times New Roman"/>
              </a:rPr>
              <a:t>e </a:t>
            </a:r>
            <a:r>
              <a:rPr lang="en-US" sz="1600" spc="-34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print</a:t>
            </a:r>
            <a:r>
              <a:rPr lang="en-US" sz="1600" spc="-2" dirty="0">
                <a:latin typeface="Times New Roman"/>
                <a:cs typeface="Times New Roman"/>
              </a:rPr>
              <a:t>e</a:t>
            </a:r>
            <a:r>
              <a:rPr lang="en-US" sz="1600" dirty="0">
                <a:latin typeface="Times New Roman"/>
                <a:cs typeface="Times New Roman"/>
              </a:rPr>
              <a:t>r </a:t>
            </a:r>
            <a:r>
              <a:rPr lang="en-US" sz="1600" spc="-31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is </a:t>
            </a:r>
            <a:r>
              <a:rPr lang="en-US" sz="1600" spc="-29" dirty="0">
                <a:latin typeface="Times New Roman"/>
                <a:cs typeface="Times New Roman"/>
              </a:rPr>
              <a:t> </a:t>
            </a:r>
            <a:r>
              <a:rPr lang="en-US" sz="1600" spc="-2" dirty="0">
                <a:latin typeface="Times New Roman"/>
                <a:cs typeface="Times New Roman"/>
              </a:rPr>
              <a:t>a</a:t>
            </a:r>
            <a:r>
              <a:rPr lang="en-US" sz="1600" dirty="0">
                <a:latin typeface="Times New Roman"/>
                <a:cs typeface="Times New Roman"/>
              </a:rPr>
              <a:t>v</a:t>
            </a:r>
            <a:r>
              <a:rPr lang="en-US" sz="1600" spc="-2" dirty="0">
                <a:latin typeface="Times New Roman"/>
                <a:cs typeface="Times New Roman"/>
              </a:rPr>
              <a:t>a</a:t>
            </a:r>
            <a:r>
              <a:rPr lang="en-US" sz="1600" dirty="0">
                <a:latin typeface="Times New Roman"/>
                <a:cs typeface="Times New Roman"/>
              </a:rPr>
              <a:t>il</a:t>
            </a:r>
            <a:r>
              <a:rPr lang="en-US" sz="1600" spc="-2" dirty="0">
                <a:latin typeface="Times New Roman"/>
                <a:cs typeface="Times New Roman"/>
              </a:rPr>
              <a:t>a</a:t>
            </a:r>
            <a:r>
              <a:rPr lang="en-US" sz="1600" dirty="0">
                <a:latin typeface="Times New Roman"/>
                <a:cs typeface="Times New Roman"/>
              </a:rPr>
              <a:t>ble, </a:t>
            </a:r>
            <a:r>
              <a:rPr lang="en-US" sz="1600" spc="-31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the </a:t>
            </a:r>
            <a:r>
              <a:rPr lang="en-US" sz="1600" spc="-31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u</a:t>
            </a:r>
            <a:r>
              <a:rPr lang="en-US" sz="1600" spc="5" dirty="0">
                <a:latin typeface="Times New Roman"/>
                <a:cs typeface="Times New Roman"/>
              </a:rPr>
              <a:t>s</a:t>
            </a:r>
            <a:r>
              <a:rPr lang="en-US" sz="1600" spc="-2" dirty="0">
                <a:latin typeface="Times New Roman"/>
                <a:cs typeface="Times New Roman"/>
              </a:rPr>
              <a:t>e</a:t>
            </a:r>
            <a:r>
              <a:rPr lang="en-US" sz="1600" dirty="0">
                <a:latin typeface="Times New Roman"/>
                <a:cs typeface="Times New Roman"/>
              </a:rPr>
              <a:t>r </a:t>
            </a:r>
            <a:r>
              <a:rPr lang="en-US" sz="1600" spc="-26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pro</a:t>
            </a:r>
            <a:r>
              <a:rPr lang="en-US" sz="1600" spc="-5" dirty="0">
                <a:latin typeface="Times New Roman"/>
                <a:cs typeface="Times New Roman"/>
              </a:rPr>
              <a:t>c</a:t>
            </a:r>
            <a:r>
              <a:rPr lang="en-US" sz="1600" spc="-2" dirty="0">
                <a:latin typeface="Times New Roman"/>
                <a:cs typeface="Times New Roman"/>
              </a:rPr>
              <a:t>e</a:t>
            </a:r>
            <a:r>
              <a:rPr lang="en-US" sz="1600" dirty="0">
                <a:latin typeface="Times New Roman"/>
                <a:cs typeface="Times New Roman"/>
              </a:rPr>
              <a:t>ss </a:t>
            </a:r>
            <a:r>
              <a:rPr lang="en-US" sz="1600" spc="-29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mak</a:t>
            </a:r>
            <a:r>
              <a:rPr lang="en-US" sz="1600" spc="-5" dirty="0">
                <a:latin typeface="Times New Roman"/>
                <a:cs typeface="Times New Roman"/>
              </a:rPr>
              <a:t>e</a:t>
            </a:r>
            <a:r>
              <a:rPr lang="en-US" sz="1600" dirty="0">
                <a:latin typeface="Times New Roman"/>
                <a:cs typeface="Times New Roman"/>
              </a:rPr>
              <a:t>s </a:t>
            </a:r>
            <a:r>
              <a:rPr lang="en-US" sz="1600" spc="-24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a </a:t>
            </a:r>
            <a:r>
              <a:rPr lang="en-US" sz="1600" spc="-34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syst</a:t>
            </a:r>
            <a:r>
              <a:rPr lang="en-US" sz="1600" spc="2" dirty="0">
                <a:latin typeface="Times New Roman"/>
                <a:cs typeface="Times New Roman"/>
              </a:rPr>
              <a:t>e</a:t>
            </a:r>
            <a:r>
              <a:rPr lang="en-US" sz="1600" dirty="0">
                <a:latin typeface="Times New Roman"/>
                <a:cs typeface="Times New Roman"/>
              </a:rPr>
              <a:t>m </a:t>
            </a:r>
            <a:r>
              <a:rPr lang="en-US" sz="1600" spc="-29" dirty="0">
                <a:latin typeface="Times New Roman"/>
                <a:cs typeface="Times New Roman"/>
              </a:rPr>
              <a:t> </a:t>
            </a:r>
            <a:r>
              <a:rPr lang="en-US" sz="1600" spc="-2" dirty="0">
                <a:latin typeface="Times New Roman"/>
                <a:cs typeface="Times New Roman"/>
              </a:rPr>
              <a:t>ca</a:t>
            </a:r>
            <a:r>
              <a:rPr lang="en-US" sz="1600" dirty="0">
                <a:latin typeface="Times New Roman"/>
                <a:cs typeface="Times New Roman"/>
              </a:rPr>
              <a:t>ll </a:t>
            </a:r>
            <a:r>
              <a:rPr lang="en-US" sz="1600" spc="-29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telling </a:t>
            </a:r>
            <a:r>
              <a:rPr lang="en-US" sz="1600" spc="-31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Times New Roman"/>
                <a:cs typeface="Times New Roman"/>
              </a:rPr>
              <a:t>the </a:t>
            </a:r>
            <a:r>
              <a:rPr lang="en-US" sz="1600" spc="-5" dirty="0">
                <a:latin typeface="Times New Roman"/>
                <a:cs typeface="Times New Roman"/>
              </a:rPr>
              <a:t>op</a:t>
            </a:r>
            <a:r>
              <a:rPr lang="en-US" sz="1600" spc="-7" dirty="0">
                <a:latin typeface="Times New Roman"/>
                <a:cs typeface="Times New Roman"/>
              </a:rPr>
              <a:t>e</a:t>
            </a:r>
            <a:r>
              <a:rPr lang="en-US" sz="1600" spc="-2" dirty="0">
                <a:latin typeface="Times New Roman"/>
                <a:cs typeface="Times New Roman"/>
              </a:rPr>
              <a:t>r</a:t>
            </a:r>
            <a:r>
              <a:rPr lang="en-US" sz="1600" spc="-10" dirty="0">
                <a:latin typeface="Times New Roman"/>
                <a:cs typeface="Times New Roman"/>
              </a:rPr>
              <a:t>a</a:t>
            </a:r>
            <a:r>
              <a:rPr lang="en-US" sz="1600" spc="-2" dirty="0">
                <a:latin typeface="Times New Roman"/>
                <a:cs typeface="Times New Roman"/>
              </a:rPr>
              <a:t>ti</a:t>
            </a:r>
            <a:r>
              <a:rPr lang="en-US" sz="1600" dirty="0">
                <a:latin typeface="Times New Roman"/>
                <a:cs typeface="Times New Roman"/>
              </a:rPr>
              <a:t>ng </a:t>
            </a:r>
            <a:r>
              <a:rPr lang="en-US" sz="1600" spc="-2" dirty="0">
                <a:latin typeface="Times New Roman"/>
                <a:cs typeface="Times New Roman"/>
              </a:rPr>
              <a:t>sys</a:t>
            </a:r>
            <a:r>
              <a:rPr lang="en-US" sz="1600" dirty="0">
                <a:latin typeface="Times New Roman"/>
                <a:cs typeface="Times New Roman"/>
              </a:rPr>
              <a:t>t</a:t>
            </a:r>
            <a:r>
              <a:rPr lang="en-US" sz="1600" spc="-7" dirty="0">
                <a:latin typeface="Times New Roman"/>
                <a:cs typeface="Times New Roman"/>
              </a:rPr>
              <a:t>e</a:t>
            </a:r>
            <a:r>
              <a:rPr lang="en-US" sz="1600" spc="-5" dirty="0">
                <a:latin typeface="Times New Roman"/>
                <a:cs typeface="Times New Roman"/>
              </a:rPr>
              <a:t>m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 spc="-2" dirty="0">
                <a:latin typeface="Times New Roman"/>
                <a:cs typeface="Times New Roman"/>
              </a:rPr>
              <a:t>t</a:t>
            </a:r>
            <a:r>
              <a:rPr lang="en-US" sz="1600" dirty="0">
                <a:latin typeface="Times New Roman"/>
                <a:cs typeface="Times New Roman"/>
              </a:rPr>
              <a:t>o </a:t>
            </a:r>
            <a:r>
              <a:rPr lang="en-US" sz="1600" spc="-2" dirty="0">
                <a:latin typeface="Times New Roman"/>
                <a:cs typeface="Times New Roman"/>
              </a:rPr>
              <a:t>print</a:t>
            </a:r>
            <a:r>
              <a:rPr lang="en-US" sz="1600" dirty="0">
                <a:latin typeface="Times New Roman"/>
                <a:cs typeface="Times New Roman"/>
              </a:rPr>
              <a:t> </a:t>
            </a:r>
            <a:r>
              <a:rPr lang="en-US" sz="1600" spc="-2" dirty="0">
                <a:latin typeface="Times New Roman"/>
                <a:cs typeface="Times New Roman"/>
              </a:rPr>
              <a:t>the </a:t>
            </a:r>
            <a:r>
              <a:rPr lang="en-US" sz="1600" spc="-5" dirty="0">
                <a:latin typeface="Times New Roman"/>
                <a:cs typeface="Times New Roman"/>
              </a:rPr>
              <a:t>string</a:t>
            </a:r>
            <a:r>
              <a:rPr lang="en-US" sz="1600" dirty="0">
                <a:latin typeface="Times New Roman"/>
                <a:cs typeface="Times New Roman"/>
              </a:rPr>
              <a:t> on </a:t>
            </a:r>
            <a:r>
              <a:rPr lang="en-US" sz="1600" spc="-2" dirty="0">
                <a:latin typeface="Times New Roman"/>
                <a:cs typeface="Times New Roman"/>
              </a:rPr>
              <a:t>the printe</a:t>
            </a:r>
            <a:r>
              <a:rPr lang="en-US" sz="1600" spc="-7" dirty="0">
                <a:latin typeface="Times New Roman"/>
                <a:cs typeface="Times New Roman"/>
              </a:rPr>
              <a:t>r</a:t>
            </a:r>
            <a:r>
              <a:rPr lang="en-US" sz="1600" dirty="0">
                <a:latin typeface="Times New Roman"/>
                <a:cs typeface="Times New Roman"/>
              </a:rPr>
              <a:t>.</a:t>
            </a:r>
          </a:p>
          <a:p>
            <a:pPr marL="15577" algn="just">
              <a:spcBef>
                <a:spcPts val="327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 4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op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ting syst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 gen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lly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op</a:t>
            </a:r>
            <a:r>
              <a:rPr sz="1700" spc="5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the bu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fer 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ith the string to an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y.</a:t>
            </a:r>
          </a:p>
          <a:p>
            <a:pPr marL="15577" marR="11301" algn="just">
              <a:spcBef>
                <a:spcPts val="363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46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5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then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ks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print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ntly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il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ble.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not,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its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until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ble,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opies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ter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print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r’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bo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spc="10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mapp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I/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his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tes 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do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not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eca</a:t>
            </a:r>
            <a:r>
              <a:rPr sz="1700" dirty="0">
                <a:latin typeface="Times New Roman"/>
                <a:cs typeface="Times New Roman"/>
              </a:rPr>
              <a:t>use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som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print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buff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fo</a:t>
            </a:r>
            <a:r>
              <a:rPr sz="1700" spc="-5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rintin</a:t>
            </a:r>
            <a:r>
              <a:rPr sz="1700" dirty="0">
                <a:latin typeface="Times New Roman"/>
                <a:cs typeface="Times New Roman"/>
              </a:rPr>
              <a:t>g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nythi</a:t>
            </a:r>
            <a:r>
              <a:rPr sz="1700" dirty="0">
                <a:latin typeface="Times New Roman"/>
                <a:cs typeface="Times New Roman"/>
              </a:rPr>
              <a:t>ng.</a:t>
            </a:r>
          </a:p>
          <a:p>
            <a:pPr marL="15577" algn="just">
              <a:spcBef>
                <a:spcPts val="334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6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xt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figu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st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print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mark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‘‘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’</a:t>
            </a:r>
            <a:r>
              <a:rPr sz="1700" dirty="0">
                <a:latin typeface="Times New Roman"/>
                <a:cs typeface="Times New Roman"/>
              </a:rPr>
              <a:t>’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char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be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  <a:p>
            <a:pPr marL="15577" algn="just">
              <a:spcBef>
                <a:spcPts val="329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7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opied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fi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st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print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7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syst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ks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see </a:t>
            </a:r>
            <a:r>
              <a:rPr sz="1700" spc="-2" dirty="0">
                <a:latin typeface="Times New Roman"/>
                <a:cs typeface="Times New Roman"/>
              </a:rPr>
              <a:t>if the printer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dy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pt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nother on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7616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D7778-AD8B-FF0F-CF5F-5E4904E61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0FA5C-68B7-EE21-8CFF-6D7C691F3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D127AD-9677-117C-E992-F302E276B8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59D7B89-7CF2-6359-7E32-DC57C046D62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11403B-D504-6A7A-0DE4-715A0898838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D9CC560D-3884-0255-A0F4-C9DE62C3DC9E}"/>
              </a:ext>
            </a:extLst>
          </p:cNvPr>
          <p:cNvSpPr txBox="1"/>
          <p:nvPr/>
        </p:nvSpPr>
        <p:spPr>
          <a:xfrm>
            <a:off x="1066800" y="819150"/>
            <a:ext cx="7010400" cy="28084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577" algn="just">
              <a:spcBef>
                <a:spcPts val="334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</a:t>
            </a:r>
            <a:r>
              <a:rPr sz="1700" b="1" spc="-5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8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lly,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print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ond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gist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whi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gives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status.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iting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5" dirty="0">
                <a:latin typeface="Times New Roman"/>
                <a:cs typeface="Times New Roman"/>
              </a:rPr>
              <a:t>statu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ome</a:t>
            </a:r>
            <a:r>
              <a:rPr sz="1700" dirty="0">
                <a:latin typeface="Times New Roman"/>
                <a:cs typeface="Times New Roman"/>
              </a:rPr>
              <a:t> n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dy.</a:t>
            </a:r>
          </a:p>
          <a:p>
            <a:pPr marL="15577" algn="just">
              <a:spcBef>
                <a:spcPts val="329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 </a:t>
            </a:r>
            <a:r>
              <a:rPr sz="1700" b="1" spc="-34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9 </a:t>
            </a:r>
            <a:r>
              <a:rPr sz="1700" dirty="0">
                <a:latin typeface="Times New Roman"/>
                <a:cs typeface="Times New Roman"/>
              </a:rPr>
              <a:t>−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pri</a:t>
            </a:r>
            <a:r>
              <a:rPr sz="1700" spc="2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ter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ontroll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ce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urr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nt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ac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r, </a:t>
            </a:r>
            <a:r>
              <a:rPr sz="1700" spc="-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indi</a:t>
            </a:r>
            <a:r>
              <a:rPr sz="1700" spc="-2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tes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bilit</a:t>
            </a:r>
            <a:r>
              <a:rPr sz="1700" dirty="0">
                <a:latin typeface="Times New Roman"/>
                <a:cs typeface="Times New Roman"/>
              </a:rPr>
              <a:t>y by </a:t>
            </a:r>
            <a:r>
              <a:rPr sz="1700" spc="-2" dirty="0">
                <a:latin typeface="Times New Roman"/>
                <a:cs typeface="Times New Roman"/>
              </a:rPr>
              <a:t>setting s</a:t>
            </a:r>
            <a:r>
              <a:rPr sz="1700" spc="-5" dirty="0">
                <a:latin typeface="Times New Roman"/>
                <a:cs typeface="Times New Roman"/>
              </a:rPr>
              <a:t>ome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tus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putting s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lue in it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15577" algn="just">
              <a:spcBef>
                <a:spcPts val="337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 10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 this point t</a:t>
            </a:r>
            <a:r>
              <a:rPr sz="1700" spc="-7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op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ting syst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m w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its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 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int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to </a:t>
            </a:r>
            <a:r>
              <a:rPr sz="1700" spc="2" dirty="0">
                <a:latin typeface="Times New Roman"/>
                <a:cs typeface="Times New Roman"/>
              </a:rPr>
              <a:t>b</a:t>
            </a:r>
            <a:r>
              <a:rPr sz="1700" spc="-2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ome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dy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in.</a:t>
            </a:r>
          </a:p>
          <a:p>
            <a:pPr marL="15577" algn="just">
              <a:spcBef>
                <a:spcPts val="329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 11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t prints the next ch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ra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te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shown in the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third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igur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15577" algn="just">
              <a:spcBef>
                <a:spcPts val="334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 12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This loop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ontinu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till the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ntire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string has 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printed.</a:t>
            </a:r>
          </a:p>
          <a:p>
            <a:pPr marL="15577" algn="just">
              <a:spcBef>
                <a:spcPts val="329"/>
              </a:spcBef>
            </a:pP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p 13 </a:t>
            </a:r>
            <a:r>
              <a:rPr sz="1700" dirty="0">
                <a:latin typeface="Times New Roman"/>
                <a:cs typeface="Times New Roman"/>
              </a:rPr>
              <a:t>−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ontrol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turns to the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ce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19438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3EAF0-E111-979A-5508-D560301D3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438BA1-9470-05B5-9984-ADC76FFBD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E434E3-21B2-D4BB-A07F-D7DCF46A8A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6AAF2FA8-7AA3-13FF-B6E5-ADD785104548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64CBC24-F1BE-B619-DEAF-7A897D6DA9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0948E530-F56F-8BB2-4348-776DE5AFCC43}"/>
              </a:ext>
            </a:extLst>
          </p:cNvPr>
          <p:cNvSpPr txBox="1"/>
          <p:nvPr/>
        </p:nvSpPr>
        <p:spPr>
          <a:xfrm>
            <a:off x="1066800" y="1123950"/>
            <a:ext cx="7010400" cy="261610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spcBef>
                <a:spcPts val="380"/>
              </a:spcBef>
            </a:pP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hnique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than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rup</a:t>
            </a:r>
            <a:r>
              <a:rPr sz="1700" spc="10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-dr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M</a:t>
            </a:r>
            <a:r>
              <a:rPr sz="1700" spc="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).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as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</a:t>
            </a:r>
            <a:r>
              <a:rPr sz="1700" spc="-2" dirty="0">
                <a:latin typeface="Times New Roman"/>
                <a:cs typeface="Times New Roman"/>
              </a:rPr>
              <a:t>mplest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hnique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ommunic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</a:t>
            </a:r>
            <a:r>
              <a:rPr sz="1700" spc="2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ng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gives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ontrol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including</a:t>
            </a:r>
            <a:r>
              <a:rPr lang="en-US" sz="1700" spc="-2" dirty="0">
                <a:latin typeface="Times New Roman"/>
                <a:cs typeface="Times New Roman"/>
              </a:rPr>
              <a:t> sensing device status, sending a read or write command, and transferring the data. When the processor issues a command to the I/O module, it must wait until the I/O operation is complete. If the processor is faster than the I/O module, this is wasteful of processor time.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76784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6CA8-BD6B-3472-50B5-80150C3C9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B66F2-E588-0392-0477-00600135D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C6E75-7E82-3429-3315-BA9A0365E4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568BBBC-F302-B988-0CB0-81CD54D74B4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3545C-5B29-F619-4E47-935AC0855C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4006" y="819150"/>
            <a:ext cx="6986994" cy="291618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360" algn="just"/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of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med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su</a:t>
            </a:r>
            <a:r>
              <a:rPr sz="1700" spc="-5" dirty="0">
                <a:latin typeface="Times New Roman"/>
                <a:cs typeface="Times New Roman"/>
              </a:rPr>
              <a:t>mma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follo</a:t>
            </a:r>
            <a:r>
              <a:rPr sz="1700" dirty="0">
                <a:latin typeface="Times New Roman"/>
                <a:cs typeface="Times New Roman"/>
              </a:rPr>
              <a:t>ws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6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marR="5192" indent="-109651"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nte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225716" marR="4582" indent="-109651">
              <a:spcBef>
                <a:spcPts val="103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2" dirty="0">
                <a:latin typeface="Times New Roman"/>
                <a:cs typeface="Times New Roman"/>
              </a:rPr>
              <a:t>ecutes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iss</a:t>
            </a:r>
            <a:r>
              <a:rPr sz="1700" spc="-5" dirty="0">
                <a:latin typeface="Times New Roman"/>
                <a:cs typeface="Times New Roman"/>
              </a:rPr>
              <a:t>uing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ppro</a:t>
            </a:r>
            <a:r>
              <a:rPr sz="1700" spc="-2" dirty="0">
                <a:latin typeface="Times New Roman"/>
                <a:cs typeface="Times New Roman"/>
              </a:rPr>
              <a:t>pri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108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rf</a:t>
            </a:r>
            <a:r>
              <a:rPr sz="1700" spc="-5" dirty="0">
                <a:latin typeface="Times New Roman"/>
                <a:cs typeface="Times New Roman"/>
              </a:rPr>
              <a:t>orm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quested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se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iss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5" dirty="0">
                <a:latin typeface="Times New Roman"/>
                <a:cs typeface="Times New Roman"/>
              </a:rPr>
              <a:t>ro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(RE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D/</a:t>
            </a:r>
            <a:r>
              <a:rPr sz="1700" spc="-5" dirty="0">
                <a:latin typeface="Times New Roman"/>
                <a:cs typeface="Times New Roman"/>
              </a:rPr>
              <a:t>WR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TE)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ppro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ri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bits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 the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tus 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</a:p>
          <a:p>
            <a:pPr marL="225716" marR="2443" indent="-109651">
              <a:spcBef>
                <a:spcPts val="108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 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riodic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7" dirty="0">
                <a:latin typeface="Times New Roman"/>
                <a:cs typeface="Times New Roman"/>
              </a:rPr>
              <a:t> c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dirty="0">
                <a:latin typeface="Times New Roman"/>
                <a:cs typeface="Times New Roman"/>
              </a:rPr>
              <a:t>k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statu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until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7" dirty="0">
                <a:latin typeface="Times New Roman"/>
                <a:cs typeface="Times New Roman"/>
              </a:rPr>
              <a:t>d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1367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1A1BA-6E79-0005-5107-B90385055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54DEA3-68EC-E925-EA79-BDFC3AC8B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2F4ADF1-256D-C642-60BC-B09B6E3D2D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79B553E9-70BD-CD9F-532D-6584CDD0C56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35436C-56B0-0BEA-86D9-0021BC2F195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D461D9B-366C-C04F-A981-DC8400A8BA64}"/>
              </a:ext>
            </a:extLst>
          </p:cNvPr>
          <p:cNvSpPr txBox="1"/>
          <p:nvPr/>
        </p:nvSpPr>
        <p:spPr>
          <a:xfrm>
            <a:off x="1014006" y="819150"/>
            <a:ext cx="4700994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065"/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5" dirty="0">
                <a:latin typeface="Times New Roman"/>
                <a:cs typeface="Times New Roman"/>
              </a:rPr>
              <a:t>I/O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nput </a:t>
            </a:r>
            <a:r>
              <a:rPr sz="1700" b="1" spc="-5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ata 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2" dirty="0">
                <a:latin typeface="Times New Roman"/>
                <a:cs typeface="Times New Roman"/>
              </a:rPr>
              <a:t>sf</a:t>
            </a:r>
            <a:r>
              <a:rPr sz="1700" b="1" spc="-5" dirty="0">
                <a:latin typeface="Times New Roman"/>
                <a:cs typeface="Times New Roman"/>
              </a:rPr>
              <a:t>er</a:t>
            </a:r>
            <a:endParaRPr lang="en-US" sz="1700" b="1" spc="-5" dirty="0">
              <a:latin typeface="Times New Roman"/>
              <a:cs typeface="Times New Roman"/>
            </a:endParaRPr>
          </a:p>
          <a:p>
            <a:pPr marL="116065"/>
            <a:endParaRPr lang="en-US" sz="1700" spc="-5" dirty="0">
              <a:latin typeface="Times New Roman"/>
              <a:cs typeface="Times New Roman"/>
            </a:endParaRPr>
          </a:p>
          <a:p>
            <a:pPr marL="116065"/>
            <a:r>
              <a:rPr lang="en-US" sz="1700" dirty="0">
                <a:latin typeface="Times New Roman"/>
                <a:cs typeface="Times New Roman"/>
              </a:rPr>
              <a:t>1. Each input is read after first testing whether the device is ready with the input (a state reflected by a bit in a status register).</a:t>
            </a:r>
          </a:p>
          <a:p>
            <a:pPr marL="116065"/>
            <a:endParaRPr lang="en-US" sz="1700" dirty="0">
              <a:latin typeface="Times New Roman"/>
              <a:cs typeface="Times New Roman"/>
            </a:endParaRPr>
          </a:p>
          <a:p>
            <a:pPr marL="116065"/>
            <a:r>
              <a:rPr lang="en-US" sz="1700" dirty="0">
                <a:latin typeface="Times New Roman"/>
                <a:cs typeface="Times New Roman"/>
              </a:rPr>
              <a:t>2. The program waits for the ready status by repeatedly testing the status bit and till all targeted bytes are read from the input device.</a:t>
            </a:r>
          </a:p>
          <a:p>
            <a:pPr marL="116065"/>
            <a:endParaRPr lang="en-US" sz="1700" dirty="0">
              <a:latin typeface="Times New Roman"/>
              <a:cs typeface="Times New Roman"/>
            </a:endParaRPr>
          </a:p>
          <a:p>
            <a:pPr marL="116065"/>
            <a:r>
              <a:rPr lang="en-US" sz="1700" dirty="0">
                <a:latin typeface="Times New Roman"/>
                <a:cs typeface="Times New Roman"/>
              </a:rPr>
              <a:t>3. The program is in busy (non-waiting) state only after the device gets ready else in wait state.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64682525-4A7B-A014-30A1-932DA74B0B75}"/>
              </a:ext>
            </a:extLst>
          </p:cNvPr>
          <p:cNvSpPr/>
          <p:nvPr/>
        </p:nvSpPr>
        <p:spPr>
          <a:xfrm>
            <a:off x="6096000" y="665845"/>
            <a:ext cx="2209800" cy="403950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842712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4709D-BAAB-0E41-6EDE-747AD3BE2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97BB70-996E-0818-9683-078829B8F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32C8B9-5206-F86A-C761-250C9998E1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A798501-B244-EB96-ECEC-70148820382A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7463F0-A503-FE03-F79B-62F578AED0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50BBB117-7C4E-663E-DA06-B9227F475415}"/>
              </a:ext>
            </a:extLst>
          </p:cNvPr>
          <p:cNvSpPr txBox="1"/>
          <p:nvPr/>
        </p:nvSpPr>
        <p:spPr>
          <a:xfrm>
            <a:off x="914400" y="819150"/>
            <a:ext cx="5105400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latin typeface="Times New Roman"/>
                <a:cs typeface="Times New Roman"/>
              </a:rPr>
              <a:t>P</a:t>
            </a:r>
            <a:r>
              <a:rPr sz="1700" b="1" spc="-10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5" dirty="0">
                <a:latin typeface="Times New Roman"/>
                <a:cs typeface="Times New Roman"/>
              </a:rPr>
              <a:t>I/O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od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1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u</a:t>
            </a:r>
            <a:r>
              <a:rPr sz="1700" b="1" dirty="0">
                <a:latin typeface="Times New Roman"/>
                <a:cs typeface="Times New Roman"/>
              </a:rPr>
              <a:t>tput </a:t>
            </a:r>
            <a:r>
              <a:rPr sz="1700" b="1" spc="-5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ata </a:t>
            </a: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2" dirty="0">
                <a:latin typeface="Times New Roman"/>
                <a:cs typeface="Times New Roman"/>
              </a:rPr>
              <a:t>sf</a:t>
            </a:r>
            <a:r>
              <a:rPr sz="1700" b="1" spc="-5" dirty="0">
                <a:latin typeface="Times New Roman"/>
                <a:cs typeface="Times New Roman"/>
              </a:rPr>
              <a:t>er</a:t>
            </a:r>
            <a:endParaRPr sz="1700" dirty="0">
              <a:latin typeface="Times New Roman"/>
              <a:cs typeface="Times New Roman"/>
            </a:endParaRPr>
          </a:p>
        </p:txBody>
      </p:sp>
      <p:sp>
        <p:nvSpPr>
          <p:cNvPr id="7" name="object 3"/>
          <p:cNvSpPr/>
          <p:nvPr/>
        </p:nvSpPr>
        <p:spPr>
          <a:xfrm>
            <a:off x="1828800" y="1581150"/>
            <a:ext cx="4953000" cy="2362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866"/>
          </a:p>
        </p:txBody>
      </p:sp>
    </p:spTree>
    <p:extLst>
      <p:ext uri="{BB962C8B-B14F-4D97-AF65-F5344CB8AC3E}">
        <p14:creationId xmlns:p14="http://schemas.microsoft.com/office/powerpoint/2010/main" val="3957407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DAE5E-FCA1-A1F1-BCB9-A82DEFCE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085C6B-0322-6BCA-E1CB-4AC1E6ABE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9E5F81-3D70-8CA1-C646-B5633FD749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635779E-F43E-5E04-D610-E4DB70CE0EB4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684F0D-FC46-B503-6C03-6BD9EF5B84F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1E9554E-74B4-6E0E-66D1-DECF684F1493}"/>
              </a:ext>
            </a:extLst>
          </p:cNvPr>
          <p:cNvSpPr txBox="1"/>
          <p:nvPr/>
        </p:nvSpPr>
        <p:spPr>
          <a:xfrm>
            <a:off x="762000" y="1428750"/>
            <a:ext cx="7315200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5716" marR="5498" indent="-109651" algn="just"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800" spc="-5" dirty="0">
                <a:latin typeface="Times New Roman"/>
                <a:cs typeface="Times New Roman"/>
              </a:rPr>
              <a:t>E</a:t>
            </a:r>
            <a:r>
              <a:rPr lang="en-US" sz="1800" spc="-10" dirty="0">
                <a:latin typeface="Times New Roman"/>
                <a:cs typeface="Times New Roman"/>
              </a:rPr>
              <a:t>a</a:t>
            </a:r>
            <a:r>
              <a:rPr lang="en-US" sz="1800" spc="-7" dirty="0">
                <a:latin typeface="Times New Roman"/>
                <a:cs typeface="Times New Roman"/>
              </a:rPr>
              <a:t>c</a:t>
            </a:r>
            <a:r>
              <a:rPr lang="en-US" sz="1800" dirty="0">
                <a:latin typeface="Times New Roman"/>
                <a:cs typeface="Times New Roman"/>
              </a:rPr>
              <a:t>h</a:t>
            </a:r>
            <a:r>
              <a:rPr lang="en-US" sz="1800" spc="14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output</a:t>
            </a:r>
            <a:r>
              <a:rPr lang="en-US" sz="1800" spc="17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w</a:t>
            </a:r>
            <a:r>
              <a:rPr lang="en-US" sz="1800" spc="-5" dirty="0">
                <a:latin typeface="Times New Roman"/>
                <a:cs typeface="Times New Roman"/>
              </a:rPr>
              <a:t>r</a:t>
            </a:r>
            <a:r>
              <a:rPr lang="en-US" sz="1800" spc="-2" dirty="0">
                <a:latin typeface="Times New Roman"/>
                <a:cs typeface="Times New Roman"/>
              </a:rPr>
              <a:t>itten</a:t>
            </a:r>
            <a:r>
              <a:rPr lang="en-US" sz="1800" spc="14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ft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</a:t>
            </a:r>
            <a:r>
              <a:rPr lang="en-US" sz="1800" spc="19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fi</a:t>
            </a:r>
            <a:r>
              <a:rPr lang="en-US" sz="1800" spc="-5" dirty="0">
                <a:latin typeface="Times New Roman"/>
                <a:cs typeface="Times New Roman"/>
              </a:rPr>
              <a:t>rs</a:t>
            </a:r>
            <a:r>
              <a:rPr lang="en-US" sz="1800" spc="-2" dirty="0">
                <a:latin typeface="Times New Roman"/>
                <a:cs typeface="Times New Roman"/>
              </a:rPr>
              <a:t>t</a:t>
            </a:r>
            <a:r>
              <a:rPr lang="en-US" sz="1800" spc="17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testing</a:t>
            </a:r>
            <a:r>
              <a:rPr lang="en-US" sz="1800" spc="17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wh</a:t>
            </a:r>
            <a:r>
              <a:rPr lang="en-US" sz="1800" spc="-5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ther</a:t>
            </a:r>
            <a:r>
              <a:rPr lang="en-US" sz="1800" spc="12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the</a:t>
            </a:r>
            <a:r>
              <a:rPr lang="en-US" sz="1800" spc="14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d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vice</a:t>
            </a:r>
            <a:r>
              <a:rPr lang="en-US" sz="1800" spc="12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is</a:t>
            </a:r>
            <a:r>
              <a:rPr lang="en-US" sz="1800" spc="17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r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dirty="0">
                <a:latin typeface="Times New Roman"/>
                <a:cs typeface="Times New Roman"/>
              </a:rPr>
              <a:t>dy</a:t>
            </a:r>
            <a:r>
              <a:rPr lang="en-US" sz="1800" spc="14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to</a:t>
            </a:r>
            <a:r>
              <a:rPr lang="en-US" sz="1800" spc="17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a</a:t>
            </a:r>
            <a:r>
              <a:rPr lang="en-US" sz="1800" spc="-7" dirty="0">
                <a:latin typeface="Times New Roman"/>
                <a:cs typeface="Times New Roman"/>
              </a:rPr>
              <a:t>cce</a:t>
            </a:r>
            <a:r>
              <a:rPr lang="en-US" sz="1800" spc="-2" dirty="0">
                <a:latin typeface="Times New Roman"/>
                <a:cs typeface="Times New Roman"/>
              </a:rPr>
              <a:t>pt</a:t>
            </a:r>
            <a:r>
              <a:rPr lang="en-US" sz="1800" spc="22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the</a:t>
            </a:r>
            <a:r>
              <a:rPr lang="en-US" sz="1800" spc="14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byte</a:t>
            </a:r>
            <a:r>
              <a:rPr lang="en-US" sz="1800" spc="14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t it</a:t>
            </a:r>
            <a:r>
              <a:rPr lang="en-US" sz="1800" dirty="0">
                <a:latin typeface="Times New Roman"/>
                <a:cs typeface="Times New Roman"/>
              </a:rPr>
              <a:t>s</a:t>
            </a:r>
            <a:r>
              <a:rPr lang="en-US" sz="1800" spc="-2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output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r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gis</a:t>
            </a:r>
            <a:r>
              <a:rPr lang="en-US" sz="1800" dirty="0">
                <a:latin typeface="Times New Roman"/>
                <a:cs typeface="Times New Roman"/>
              </a:rPr>
              <a:t>t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 or</a:t>
            </a:r>
            <a:r>
              <a:rPr lang="en-US" sz="1800" spc="-5" dirty="0">
                <a:latin typeface="Times New Roman"/>
                <a:cs typeface="Times New Roman"/>
              </a:rPr>
              <a:t> output</a:t>
            </a:r>
            <a:r>
              <a:rPr lang="en-US" sz="1800" dirty="0">
                <a:latin typeface="Times New Roman"/>
                <a:cs typeface="Times New Roman"/>
              </a:rPr>
              <a:t> buf</a:t>
            </a:r>
            <a:r>
              <a:rPr lang="en-US" sz="1800" spc="-5" dirty="0">
                <a:latin typeface="Times New Roman"/>
                <a:cs typeface="Times New Roman"/>
              </a:rPr>
              <a:t>f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r </a:t>
            </a:r>
            <a:r>
              <a:rPr lang="en-US" sz="1800" spc="-2" dirty="0">
                <a:latin typeface="Times New Roman"/>
                <a:cs typeface="Times New Roman"/>
              </a:rPr>
              <a:t>is 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5" dirty="0">
                <a:latin typeface="Times New Roman"/>
                <a:cs typeface="Times New Roman"/>
              </a:rPr>
              <a:t>mpt</a:t>
            </a:r>
            <a:r>
              <a:rPr lang="en-US" sz="1800" dirty="0">
                <a:latin typeface="Times New Roman"/>
                <a:cs typeface="Times New Roman"/>
              </a:rPr>
              <a:t>y.</a:t>
            </a:r>
          </a:p>
          <a:p>
            <a:pPr marL="225716" marR="3665" indent="-109651" algn="just">
              <a:spcBef>
                <a:spcPts val="103"/>
              </a:spcBef>
              <a:buFont typeface="Times New Roman"/>
              <a:buAutoNum type="arabicPeriod"/>
              <a:tabLst>
                <a:tab pos="226022" algn="l"/>
              </a:tabLst>
            </a:pPr>
            <a:endParaRPr lang="en-US" sz="1800" spc="-5" dirty="0">
              <a:latin typeface="Times New Roman"/>
              <a:cs typeface="Times New Roman"/>
            </a:endParaRPr>
          </a:p>
          <a:p>
            <a:pPr marL="225716" marR="3665" indent="-109651" algn="just">
              <a:spcBef>
                <a:spcPts val="103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800" spc="-5" dirty="0">
                <a:latin typeface="Times New Roman"/>
                <a:cs typeface="Times New Roman"/>
              </a:rPr>
              <a:t>The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pro</a:t>
            </a:r>
            <a:r>
              <a:rPr lang="en-US" sz="1800" spc="2" dirty="0">
                <a:latin typeface="Times New Roman"/>
                <a:cs typeface="Times New Roman"/>
              </a:rPr>
              <a:t>g</a:t>
            </a:r>
            <a:r>
              <a:rPr lang="en-US" sz="1800" spc="-2" dirty="0">
                <a:latin typeface="Times New Roman"/>
                <a:cs typeface="Times New Roman"/>
              </a:rPr>
              <a:t>r</a:t>
            </a:r>
            <a:r>
              <a:rPr lang="en-US" sz="1800" spc="-10" dirty="0">
                <a:latin typeface="Times New Roman"/>
                <a:cs typeface="Times New Roman"/>
              </a:rPr>
              <a:t>a</a:t>
            </a:r>
            <a:r>
              <a:rPr lang="en-US" sz="1800" spc="-5" dirty="0">
                <a:latin typeface="Times New Roman"/>
                <a:cs typeface="Times New Roman"/>
              </a:rPr>
              <a:t>m </a:t>
            </a:r>
            <a:r>
              <a:rPr lang="en-US" sz="1800" spc="2" dirty="0">
                <a:latin typeface="Times New Roman"/>
                <a:cs typeface="Times New Roman"/>
              </a:rPr>
              <a:t>w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it</a:t>
            </a:r>
            <a:r>
              <a:rPr lang="en-US" sz="1800" dirty="0">
                <a:latin typeface="Times New Roman"/>
                <a:cs typeface="Times New Roman"/>
              </a:rPr>
              <a:t>s</a:t>
            </a:r>
            <a:r>
              <a:rPr lang="en-US" sz="1800" spc="-7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for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</a:t>
            </a:r>
            <a:r>
              <a:rPr lang="en-US" sz="1800" dirty="0">
                <a:latin typeface="Times New Roman"/>
                <a:cs typeface="Times New Roman"/>
              </a:rPr>
              <a:t>h</a:t>
            </a:r>
            <a:r>
              <a:rPr lang="en-US" sz="1800" spc="-5" dirty="0">
                <a:latin typeface="Times New Roman"/>
                <a:cs typeface="Times New Roman"/>
              </a:rPr>
              <a:t>e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spc="2" dirty="0">
                <a:latin typeface="Times New Roman"/>
                <a:cs typeface="Times New Roman"/>
              </a:rPr>
              <a:t>r</a:t>
            </a:r>
            <a:r>
              <a:rPr lang="en-US" sz="1800" spc="-7" dirty="0">
                <a:latin typeface="Times New Roman"/>
                <a:cs typeface="Times New Roman"/>
              </a:rPr>
              <a:t>ea</a:t>
            </a:r>
            <a:r>
              <a:rPr lang="en-US" sz="1800" dirty="0">
                <a:latin typeface="Times New Roman"/>
                <a:cs typeface="Times New Roman"/>
              </a:rPr>
              <a:t>dy</a:t>
            </a:r>
            <a:r>
              <a:rPr lang="en-US" sz="1800" spc="-7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s</a:t>
            </a:r>
            <a:r>
              <a:rPr lang="en-US" sz="1800" dirty="0">
                <a:latin typeface="Times New Roman"/>
                <a:cs typeface="Times New Roman"/>
              </a:rPr>
              <a:t>t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tus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by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r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spc="-5" dirty="0">
                <a:latin typeface="Times New Roman"/>
                <a:cs typeface="Times New Roman"/>
              </a:rPr>
              <a:t>p</a:t>
            </a:r>
            <a:r>
              <a:rPr lang="en-US" sz="1800" spc="-2" dirty="0">
                <a:latin typeface="Times New Roman"/>
                <a:cs typeface="Times New Roman"/>
              </a:rPr>
              <a:t>e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te</a:t>
            </a:r>
            <a:r>
              <a:rPr lang="en-US" sz="1800" spc="-5" dirty="0">
                <a:latin typeface="Times New Roman"/>
                <a:cs typeface="Times New Roman"/>
              </a:rPr>
              <a:t>dly </a:t>
            </a:r>
            <a:r>
              <a:rPr lang="en-US" sz="1800" spc="-2" dirty="0">
                <a:latin typeface="Times New Roman"/>
                <a:cs typeface="Times New Roman"/>
              </a:rPr>
              <a:t>testing</a:t>
            </a:r>
            <a:r>
              <a:rPr lang="en-US" sz="1800" spc="-7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the</a:t>
            </a:r>
            <a:r>
              <a:rPr lang="en-US" sz="1800" spc="-7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statu</a:t>
            </a:r>
            <a:r>
              <a:rPr lang="en-US" sz="1800" spc="-2" dirty="0">
                <a:latin typeface="Times New Roman"/>
                <a:cs typeface="Times New Roman"/>
              </a:rPr>
              <a:t>s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bit</a:t>
            </a:r>
            <a:r>
              <a:rPr lang="en-US" sz="1800" dirty="0">
                <a:latin typeface="Times New Roman"/>
                <a:cs typeface="Times New Roman"/>
              </a:rPr>
              <a:t>(</a:t>
            </a:r>
            <a:r>
              <a:rPr lang="en-US" sz="1800" spc="2" dirty="0">
                <a:latin typeface="Times New Roman"/>
                <a:cs typeface="Times New Roman"/>
              </a:rPr>
              <a:t>s</a:t>
            </a:r>
            <a:r>
              <a:rPr lang="en-US" sz="1800" dirty="0">
                <a:latin typeface="Times New Roman"/>
                <a:cs typeface="Times New Roman"/>
              </a:rPr>
              <a:t>)</a:t>
            </a:r>
            <a:r>
              <a:rPr lang="en-US" sz="1800" spc="-10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dirty="0">
                <a:latin typeface="Times New Roman"/>
                <a:cs typeface="Times New Roman"/>
              </a:rPr>
              <a:t>nd</a:t>
            </a:r>
            <a:r>
              <a:rPr lang="en-US" sz="1800" spc="-2" dirty="0">
                <a:latin typeface="Times New Roman"/>
                <a:cs typeface="Times New Roman"/>
              </a:rPr>
              <a:t> till</a:t>
            </a:r>
            <a:r>
              <a:rPr lang="en-US" sz="1800" spc="-5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ll the t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rg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ted </a:t>
            </a:r>
            <a:r>
              <a:rPr lang="en-US" sz="1800" spc="-5" dirty="0">
                <a:latin typeface="Times New Roman"/>
                <a:cs typeface="Times New Roman"/>
              </a:rPr>
              <a:t>byt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s</a:t>
            </a:r>
            <a:r>
              <a:rPr lang="en-US" sz="1800" spc="5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re</a:t>
            </a:r>
            <a:r>
              <a:rPr lang="en-US" sz="1800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w</a:t>
            </a:r>
            <a:r>
              <a:rPr lang="en-US" sz="1800" spc="-5" dirty="0">
                <a:latin typeface="Times New Roman"/>
                <a:cs typeface="Times New Roman"/>
              </a:rPr>
              <a:t>r</a:t>
            </a:r>
            <a:r>
              <a:rPr lang="en-US" sz="1800" dirty="0">
                <a:latin typeface="Times New Roman"/>
                <a:cs typeface="Times New Roman"/>
              </a:rPr>
              <a:t>i</a:t>
            </a:r>
            <a:r>
              <a:rPr lang="en-US" sz="1800" spc="-2" dirty="0">
                <a:latin typeface="Times New Roman"/>
                <a:cs typeface="Times New Roman"/>
              </a:rPr>
              <a:t>tt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n </a:t>
            </a:r>
            <a:r>
              <a:rPr lang="en-US" sz="1800" spc="-2" dirty="0">
                <a:latin typeface="Times New Roman"/>
                <a:cs typeface="Times New Roman"/>
              </a:rPr>
              <a:t>to the </a:t>
            </a:r>
            <a:r>
              <a:rPr lang="en-US" sz="1800" spc="-5" dirty="0">
                <a:latin typeface="Times New Roman"/>
                <a:cs typeface="Times New Roman"/>
              </a:rPr>
              <a:t>d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vic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</a:p>
          <a:p>
            <a:pPr marL="225716" indent="-109651" algn="just">
              <a:spcBef>
                <a:spcPts val="63"/>
              </a:spcBef>
              <a:buFont typeface="Times New Roman"/>
              <a:buAutoNum type="arabicPeriod"/>
              <a:tabLst>
                <a:tab pos="226022" algn="l"/>
              </a:tabLst>
            </a:pPr>
            <a:endParaRPr lang="en-US" sz="1800" spc="-5" dirty="0">
              <a:latin typeface="Times New Roman"/>
              <a:cs typeface="Times New Roman"/>
            </a:endParaRPr>
          </a:p>
          <a:p>
            <a:pPr marL="225716" indent="-109651" algn="just">
              <a:spcBef>
                <a:spcPts val="63"/>
              </a:spcBef>
              <a:buFont typeface="Times New Roman"/>
              <a:buAutoNum type="arabicPeriod"/>
              <a:tabLst>
                <a:tab pos="226022" algn="l"/>
              </a:tabLst>
            </a:pPr>
            <a:r>
              <a:rPr lang="en-US" sz="1800" spc="-5" dirty="0">
                <a:latin typeface="Times New Roman"/>
                <a:cs typeface="Times New Roman"/>
              </a:rPr>
              <a:t>The</a:t>
            </a:r>
            <a:r>
              <a:rPr lang="en-US" sz="1800" spc="-22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prog</a:t>
            </a:r>
            <a:r>
              <a:rPr lang="en-US" sz="1800" spc="-5" dirty="0">
                <a:latin typeface="Times New Roman"/>
                <a:cs typeface="Times New Roman"/>
              </a:rPr>
              <a:t>r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5" dirty="0">
                <a:latin typeface="Times New Roman"/>
                <a:cs typeface="Times New Roman"/>
              </a:rPr>
              <a:t>m</a:t>
            </a:r>
            <a:r>
              <a:rPr lang="en-US" sz="1800" spc="-17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in</a:t>
            </a:r>
            <a:r>
              <a:rPr lang="en-US" sz="1800" spc="-17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busy</a:t>
            </a:r>
            <a:r>
              <a:rPr lang="en-US" sz="1800" spc="-17" dirty="0">
                <a:latin typeface="Times New Roman"/>
                <a:cs typeface="Times New Roman"/>
              </a:rPr>
              <a:t> </a:t>
            </a:r>
            <a:r>
              <a:rPr lang="en-US" sz="1800" dirty="0">
                <a:latin typeface="Times New Roman"/>
                <a:cs typeface="Times New Roman"/>
              </a:rPr>
              <a:t>(no</a:t>
            </a:r>
            <a:r>
              <a:rPr lang="en-US" sz="1800" spc="-2" dirty="0">
                <a:latin typeface="Times New Roman"/>
                <a:cs typeface="Times New Roman"/>
              </a:rPr>
              <a:t>n-w</a:t>
            </a:r>
            <a:r>
              <a:rPr lang="en-US" sz="1800" spc="-5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iting)</a:t>
            </a:r>
            <a:r>
              <a:rPr lang="en-US" sz="1800" spc="-19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state</a:t>
            </a:r>
            <a:r>
              <a:rPr lang="en-US" sz="1800" spc="-19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only</a:t>
            </a:r>
            <a:r>
              <a:rPr lang="en-US" sz="1800" spc="-17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fte</a:t>
            </a:r>
            <a:r>
              <a:rPr lang="en-US" sz="1800" dirty="0">
                <a:latin typeface="Times New Roman"/>
                <a:cs typeface="Times New Roman"/>
              </a:rPr>
              <a:t>r</a:t>
            </a:r>
            <a:r>
              <a:rPr lang="en-US" sz="1800" spc="-19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the</a:t>
            </a:r>
            <a:r>
              <a:rPr lang="en-US" sz="1800" spc="-19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d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vice</a:t>
            </a:r>
            <a:r>
              <a:rPr lang="en-US" sz="1800" spc="-22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g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ts</a:t>
            </a:r>
            <a:r>
              <a:rPr lang="en-US" sz="1800" spc="-17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r</a:t>
            </a:r>
            <a:r>
              <a:rPr lang="en-US" sz="1800" spc="-10" dirty="0">
                <a:latin typeface="Times New Roman"/>
                <a:cs typeface="Times New Roman"/>
              </a:rPr>
              <a:t>e</a:t>
            </a:r>
            <a:r>
              <a:rPr lang="en-US" sz="1800" spc="-7" dirty="0">
                <a:latin typeface="Times New Roman"/>
                <a:cs typeface="Times New Roman"/>
              </a:rPr>
              <a:t>a</a:t>
            </a:r>
            <a:r>
              <a:rPr lang="en-US" sz="1800" dirty="0">
                <a:latin typeface="Times New Roman"/>
                <a:cs typeface="Times New Roman"/>
              </a:rPr>
              <a:t>dy</a:t>
            </a:r>
            <a:r>
              <a:rPr lang="en-US" sz="1800" spc="-19" dirty="0">
                <a:latin typeface="Times New Roman"/>
                <a:cs typeface="Times New Roman"/>
              </a:rPr>
              <a:t> </a:t>
            </a:r>
            <a:r>
              <a:rPr lang="en-US" sz="1800" spc="-7" dirty="0">
                <a:latin typeface="Times New Roman"/>
                <a:cs typeface="Times New Roman"/>
              </a:rPr>
              <a:t>e</a:t>
            </a:r>
            <a:r>
              <a:rPr lang="en-US" sz="1800" spc="-2" dirty="0">
                <a:latin typeface="Times New Roman"/>
                <a:cs typeface="Times New Roman"/>
              </a:rPr>
              <a:t>l</a:t>
            </a:r>
            <a:r>
              <a:rPr lang="en-US" sz="1800" dirty="0">
                <a:latin typeface="Times New Roman"/>
                <a:cs typeface="Times New Roman"/>
              </a:rPr>
              <a:t>s</a:t>
            </a:r>
            <a:r>
              <a:rPr lang="en-US" sz="1800" spc="-5" dirty="0">
                <a:latin typeface="Times New Roman"/>
                <a:cs typeface="Times New Roman"/>
              </a:rPr>
              <a:t>e</a:t>
            </a:r>
            <a:r>
              <a:rPr lang="en-US" sz="1800" spc="-22" dirty="0">
                <a:latin typeface="Times New Roman"/>
                <a:cs typeface="Times New Roman"/>
              </a:rPr>
              <a:t> </a:t>
            </a:r>
            <a:r>
              <a:rPr lang="en-US" sz="1800" spc="-2" dirty="0">
                <a:latin typeface="Times New Roman"/>
                <a:cs typeface="Times New Roman"/>
              </a:rPr>
              <a:t>w</a:t>
            </a:r>
            <a:r>
              <a:rPr lang="en-US" sz="1800" spc="-5" dirty="0">
                <a:latin typeface="Times New Roman"/>
                <a:cs typeface="Times New Roman"/>
              </a:rPr>
              <a:t>a</a:t>
            </a:r>
            <a:r>
              <a:rPr lang="en-US" sz="1800" spc="-2" dirty="0">
                <a:latin typeface="Times New Roman"/>
                <a:cs typeface="Times New Roman"/>
              </a:rPr>
              <a:t>it</a:t>
            </a:r>
            <a:r>
              <a:rPr lang="en-US" sz="1800" spc="-17" dirty="0">
                <a:latin typeface="Times New Roman"/>
                <a:cs typeface="Times New Roman"/>
              </a:rPr>
              <a:t> </a:t>
            </a:r>
            <a:r>
              <a:rPr lang="en-US" sz="1800" spc="-5" dirty="0">
                <a:latin typeface="Times New Roman"/>
                <a:cs typeface="Times New Roman"/>
              </a:rPr>
              <a:t>state</a:t>
            </a:r>
            <a:r>
              <a:rPr lang="en-US" sz="1800" dirty="0">
                <a:latin typeface="Times New Roman"/>
                <a:cs typeface="Times New 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9471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86CA8-BD6B-3472-50B5-80150C3C9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B66F2-E588-0392-0477-00600135D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7C6E75-7E82-3429-3315-BA9A0365E4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568BBBC-F302-B988-0CB0-81CD54D74B4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D3545C-5B29-F619-4E47-935AC0855C4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838200" y="895350"/>
            <a:ext cx="7239000" cy="36753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5" dirty="0">
                <a:latin typeface="Times New Roman"/>
                <a:cs typeface="Times New Roman"/>
              </a:rPr>
              <a:t>I/O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Co</a:t>
            </a:r>
            <a:r>
              <a:rPr sz="1700" b="1" spc="-5" dirty="0">
                <a:latin typeface="Times New Roman"/>
                <a:cs typeface="Times New Roman"/>
              </a:rPr>
              <a:t>m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an</a:t>
            </a:r>
            <a:r>
              <a:rPr sz="1700" b="1" spc="-5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1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5" dirty="0">
                <a:latin typeface="Times New Roman"/>
                <a:cs typeface="Times New Roman"/>
              </a:rPr>
              <a:t>To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ute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-r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iss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ying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ular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1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four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</a:t>
            </a:r>
            <a:r>
              <a:rPr sz="1700" spc="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 </a:t>
            </a:r>
            <a:r>
              <a:rPr sz="1700" spc="-2" dirty="0">
                <a:latin typeface="Times New Roman"/>
                <a:cs typeface="Times New Roman"/>
              </a:rPr>
              <a:t>that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ece</a:t>
            </a:r>
            <a:r>
              <a:rPr sz="1700" spc="-2" dirty="0">
                <a:latin typeface="Times New Roman"/>
                <a:cs typeface="Times New Roman"/>
              </a:rPr>
              <a:t>ive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5" dirty="0">
                <a:latin typeface="Times New Roman"/>
                <a:cs typeface="Times New Roman"/>
              </a:rPr>
              <a:t>add</a:t>
            </a:r>
            <a:r>
              <a:rPr sz="1700" spc="-7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by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ssor:</a:t>
            </a:r>
            <a:endParaRPr sz="1700" dirty="0">
              <a:latin typeface="Times New Roman"/>
              <a:cs typeface="Times New Roman"/>
            </a:endParaRPr>
          </a:p>
          <a:p>
            <a:endParaRPr sz="1700" dirty="0">
              <a:latin typeface="Times New Roman"/>
              <a:cs typeface="Times New Roman"/>
            </a:endParaRPr>
          </a:p>
          <a:p>
            <a:pPr marL="225716" marR="2443" indent="-109651" algn="just"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Cont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ol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2" dirty="0">
                <a:latin typeface="Times New Roman"/>
                <a:cs typeface="Times New Roman"/>
              </a:rPr>
              <a:t>tiv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tell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do.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magn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- </a:t>
            </a:r>
            <a:r>
              <a:rPr sz="1700" spc="-2" dirty="0">
                <a:latin typeface="Times New Roman"/>
                <a:cs typeface="Times New Roman"/>
              </a:rPr>
              <a:t>tape</a:t>
            </a:r>
            <a:r>
              <a:rPr sz="1700" spc="-1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unit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rewin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</a:t>
            </a:r>
            <a:r>
              <a:rPr sz="1700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rd.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tailo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2" dirty="0">
                <a:latin typeface="Times New Roman"/>
                <a:cs typeface="Times New Roman"/>
              </a:rPr>
              <a:t>to the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lar</a:t>
            </a:r>
            <a:r>
              <a:rPr sz="1700" spc="-5" dirty="0">
                <a:latin typeface="Times New Roman"/>
                <a:cs typeface="Times New Roman"/>
              </a:rPr>
              <a:t> type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5" dirty="0">
                <a:latin typeface="Times New Roman"/>
                <a:cs typeface="Times New Roman"/>
              </a:rPr>
              <a:t> p</a:t>
            </a:r>
            <a:r>
              <a:rPr sz="1700" spc="-2" dirty="0">
                <a:latin typeface="Times New Roman"/>
                <a:cs typeface="Times New Roman"/>
              </a:rPr>
              <a:t>eriph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4582" indent="-109651" algn="just">
              <a:spcBef>
                <a:spcPts val="108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Us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test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rio</a:t>
            </a:r>
            <a:r>
              <a:rPr sz="1700" dirty="0">
                <a:latin typeface="Times New Roman"/>
                <a:cs typeface="Times New Roman"/>
              </a:rPr>
              <a:t>us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statu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onditions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associa</a:t>
            </a:r>
            <a:r>
              <a:rPr sz="1700" spc="-2" dirty="0">
                <a:latin typeface="Times New Roman"/>
                <a:cs typeface="Times New Roman"/>
              </a:rPr>
              <a:t>ted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48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dule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know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pow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kn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if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most</a:t>
            </a:r>
            <a:r>
              <a:rPr sz="1700" spc="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ted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if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rrors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d.</a:t>
            </a:r>
          </a:p>
        </p:txBody>
      </p:sp>
    </p:spTree>
    <p:extLst>
      <p:ext uri="{BB962C8B-B14F-4D97-AF65-F5344CB8AC3E}">
        <p14:creationId xmlns:p14="http://schemas.microsoft.com/office/powerpoint/2010/main" val="1205725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163C-636B-EFFF-BBCB-7003681E2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05FB75-40B4-5D0A-EE6E-3D8E5B0D9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0448B8-FDBE-FF61-0150-1CE5D32F91F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E717777A-99B3-3943-D05C-769C11B19D37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0CD0ADA-FA55-2106-4777-2899524456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82D9F467-B4BC-18B2-C64D-F69EE6C0BDF3}"/>
              </a:ext>
            </a:extLst>
          </p:cNvPr>
          <p:cNvSpPr txBox="1"/>
          <p:nvPr/>
        </p:nvSpPr>
        <p:spPr>
          <a:xfrm>
            <a:off x="838200" y="1123950"/>
            <a:ext cx="7239000" cy="13208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25716" marR="3360" indent="-109651" algn="just">
              <a:spcBef>
                <a:spcPts val="108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ad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spc="-5" dirty="0">
                <a:latin typeface="Times New Roman"/>
                <a:cs typeface="Times New Roman"/>
              </a:rPr>
              <a:t> 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dule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obtain</a:t>
            </a:r>
            <a:r>
              <a:rPr sz="1700" spc="-7" dirty="0">
                <a:latin typeface="Times New Roman"/>
                <a:cs typeface="Times New Roman"/>
              </a:rPr>
              <a:t> 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riph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and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place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 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r.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 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then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obtain the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quest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ng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module</a:t>
            </a:r>
            <a:r>
              <a:rPr sz="1700" spc="-2" dirty="0">
                <a:latin typeface="Times New Roman"/>
                <a:cs typeface="Times New Roman"/>
              </a:rPr>
              <a:t> pla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it</a:t>
            </a:r>
            <a:r>
              <a:rPr sz="1700" dirty="0">
                <a:latin typeface="Times New Roman"/>
                <a:cs typeface="Times New Roman"/>
              </a:rPr>
              <a:t> on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bus.</a:t>
            </a:r>
          </a:p>
          <a:p>
            <a:pPr marL="225716" marR="4887" indent="-109651" algn="just">
              <a:spcBef>
                <a:spcPts val="103"/>
              </a:spcBef>
              <a:buSzPct val="83333"/>
              <a:buFont typeface="Symbol"/>
              <a:buChar char=""/>
              <a:tabLst>
                <a:tab pos="226022" algn="l"/>
              </a:tabLst>
            </a:pPr>
            <a:r>
              <a:rPr sz="1700" b="1" spc="-7" dirty="0">
                <a:latin typeface="Times New Roman"/>
                <a:cs typeface="Times New Roman"/>
              </a:rPr>
              <a:t>Wr</a:t>
            </a:r>
            <a:r>
              <a:rPr sz="1700" b="1" spc="-2" dirty="0">
                <a:latin typeface="Times New Roman"/>
                <a:cs typeface="Times New Roman"/>
              </a:rPr>
              <a:t>it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: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odule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 take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of </a:t>
            </a:r>
            <a:r>
              <a:rPr sz="1700" spc="2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(byte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w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rd)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b</a:t>
            </a:r>
            <a:r>
              <a:rPr sz="1700" spc="2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subsequ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ntl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nsm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data it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o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iphe</a:t>
            </a:r>
            <a:r>
              <a:rPr sz="1700" spc="-7" dirty="0">
                <a:latin typeface="Times New Roman"/>
                <a:cs typeface="Times New Roman"/>
              </a:rPr>
              <a:t>ra</a:t>
            </a:r>
            <a:r>
              <a:rPr sz="1700" spc="-2" dirty="0">
                <a:latin typeface="Times New Roman"/>
                <a:cs typeface="Times New Roman"/>
              </a:rPr>
              <a:t>l.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8761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3C20C-96D9-1C27-1319-7996C27E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451EC9-A2F8-539B-9667-AAFC665CB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FB1F22-4307-03F3-E633-E6A9EFEE57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C9B3FDB-0AA8-FCB4-7C02-29BEC3C4822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6603B11-D06C-9AFD-588C-1BD6014011E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1D085B92-64DB-C469-FD9F-CE949CB2F7BF}"/>
              </a:ext>
            </a:extLst>
          </p:cNvPr>
          <p:cNvSpPr txBox="1"/>
          <p:nvPr/>
        </p:nvSpPr>
        <p:spPr>
          <a:xfrm>
            <a:off x="838200" y="895350"/>
            <a:ext cx="7239000" cy="2641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ctr"/>
            <a:r>
              <a:rPr sz="1700" b="1" spc="-5" dirty="0">
                <a:latin typeface="Times New Roman"/>
                <a:cs typeface="Times New Roman"/>
              </a:rPr>
              <a:t>I/O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2" dirty="0">
                <a:latin typeface="Times New Roman"/>
                <a:cs typeface="Times New Roman"/>
              </a:rPr>
              <a:t>st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u</a:t>
            </a:r>
            <a:r>
              <a:rPr sz="1700" b="1" spc="-7" dirty="0">
                <a:latin typeface="Times New Roman"/>
                <a:cs typeface="Times New Roman"/>
              </a:rPr>
              <a:t>c</a:t>
            </a:r>
            <a:r>
              <a:rPr sz="1700" b="1" spc="-2" dirty="0">
                <a:latin typeface="Times New Roman"/>
                <a:cs typeface="Times New Roman"/>
              </a:rPr>
              <a:t>tion</a:t>
            </a:r>
            <a:endParaRPr sz="170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120"/>
              </a:spcBef>
            </a:pPr>
            <a:endParaRPr lang="en-US" sz="1700" spc="-10" dirty="0">
              <a:latin typeface="Times New Roman"/>
              <a:cs typeface="Times New Roman"/>
            </a:endParaRPr>
          </a:p>
          <a:p>
            <a:pPr marL="6109" marR="2443" algn="just">
              <a:spcBef>
                <a:spcPts val="120"/>
              </a:spcBef>
            </a:pP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lose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orr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sp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nd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tw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19" dirty="0">
                <a:latin typeface="Times New Roman"/>
                <a:cs typeface="Times New Roman"/>
              </a:rPr>
              <a:t>O</a:t>
            </a:r>
            <a:r>
              <a:rPr sz="1700" spc="2" dirty="0">
                <a:latin typeface="Times New Roman"/>
                <a:cs typeface="Times New Roman"/>
              </a:rPr>
              <a:t>-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tch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</a:t>
            </a:r>
            <a:r>
              <a:rPr sz="1700" spc="-5" dirty="0">
                <a:latin typeface="Times New Roman"/>
                <a:cs typeface="Times New Roman"/>
              </a:rPr>
              <a:t>rom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7" dirty="0">
                <a:latin typeface="Times New Roman"/>
                <a:cs typeface="Times New Roman"/>
              </a:rPr>
              <a:t>ce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iss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Typi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y,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wil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4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many</a:t>
            </a:r>
            <a:r>
              <a:rPr sz="1700" spc="3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38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onn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ted </a:t>
            </a:r>
            <a:r>
              <a:rPr sz="1700" spc="-5" dirty="0">
                <a:latin typeface="Times New Roman"/>
                <a:cs typeface="Times New Roman"/>
              </a:rPr>
              <a:t>through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5" dirty="0">
                <a:latin typeface="Times New Roman"/>
                <a:cs typeface="Times New Roman"/>
              </a:rPr>
              <a:t>he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evice</a:t>
            </a:r>
            <a:r>
              <a:rPr sz="1700" dirty="0">
                <a:latin typeface="Times New Roman"/>
                <a:cs typeface="Times New Roman"/>
              </a:rPr>
              <a:t> is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given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unique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identifie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iss</a:t>
            </a:r>
            <a:r>
              <a:rPr sz="1700" spc="-5" dirty="0">
                <a:latin typeface="Times New Roman"/>
                <a:cs typeface="Times New Roman"/>
              </a:rPr>
              <a:t>u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nd,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ontains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desire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. Thus,</a:t>
            </a:r>
            <a:r>
              <a:rPr sz="1700" spc="-2" dirty="0">
                <a:latin typeface="Times New Roman"/>
                <a:cs typeface="Times New Roman"/>
              </a:rPr>
              <a:t> the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module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u</a:t>
            </a:r>
            <a:r>
              <a:rPr sz="1700" spc="-5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i</a:t>
            </a:r>
            <a:r>
              <a:rPr sz="1700" spc="-2" dirty="0">
                <a:latin typeface="Times New Roman"/>
                <a:cs typeface="Times New Roman"/>
              </a:rPr>
              <a:t>nte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pr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to 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mine</a:t>
            </a:r>
            <a:r>
              <a:rPr sz="1700" spc="-2" dirty="0">
                <a:latin typeface="Times New Roman"/>
                <a:cs typeface="Times New Roman"/>
              </a:rPr>
              <a:t> if the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for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itself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lso wh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xtern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 that the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to.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18857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7447-A9F1-C19A-381D-12090ABD2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1BE434-1CF9-BB86-8D26-370512B01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603C0C-3ED5-B9DF-5876-35B38D9DEB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087E5D39-987E-EF54-9242-000A5CF0C8B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284275-C425-5F16-1859-569B66AE4C0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5"/>
          <p:cNvSpPr txBox="1"/>
          <p:nvPr/>
        </p:nvSpPr>
        <p:spPr>
          <a:xfrm>
            <a:off x="1014006" y="819150"/>
            <a:ext cx="6986994" cy="31393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3360" algn="just"/>
            <a:r>
              <a:rPr lang="en-US" sz="1700" spc="-10" dirty="0">
                <a:latin typeface="Times New Roman"/>
                <a:cs typeface="Times New Roman"/>
              </a:rPr>
              <a:t>W</a:t>
            </a:r>
            <a:r>
              <a:rPr lang="en-US" sz="1700" spc="-5" dirty="0">
                <a:latin typeface="Times New Roman"/>
                <a:cs typeface="Times New Roman"/>
              </a:rPr>
              <a:t>h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the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pro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spc="5" dirty="0">
                <a:latin typeface="Times New Roman"/>
                <a:cs typeface="Times New Roman"/>
              </a:rPr>
              <a:t>o</a:t>
            </a:r>
            <a:r>
              <a:rPr lang="en-US" sz="1700" dirty="0">
                <a:latin typeface="Times New Roman"/>
                <a:cs typeface="Times New Roman"/>
              </a:rPr>
              <a:t>r,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main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memor</a:t>
            </a:r>
            <a:r>
              <a:rPr lang="en-US" sz="1700" dirty="0">
                <a:latin typeface="Times New Roman"/>
                <a:cs typeface="Times New Roman"/>
              </a:rPr>
              <a:t>y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2" dirty="0">
                <a:latin typeface="Times New Roman"/>
                <a:cs typeface="Times New Roman"/>
              </a:rPr>
              <a:t>share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a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c</a:t>
            </a:r>
            <a:r>
              <a:rPr lang="en-US" sz="1700" spc="-5" dirty="0">
                <a:latin typeface="Times New Roman"/>
                <a:cs typeface="Times New Roman"/>
              </a:rPr>
              <a:t>omm</a:t>
            </a:r>
            <a:r>
              <a:rPr lang="en-US" sz="1700" dirty="0">
                <a:latin typeface="Times New Roman"/>
                <a:cs typeface="Times New Roman"/>
              </a:rPr>
              <a:t>on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bus,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two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5" dirty="0">
                <a:latin typeface="Times New Roman"/>
                <a:cs typeface="Times New Roman"/>
              </a:rPr>
              <a:t>modes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of</a:t>
            </a:r>
            <a:r>
              <a:rPr lang="en-US" sz="1700" spc="-26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dd</a:t>
            </a:r>
            <a:r>
              <a:rPr lang="en-US" sz="1700" spc="-10" dirty="0">
                <a:latin typeface="Times New Roman"/>
                <a:cs typeface="Times New Roman"/>
              </a:rPr>
              <a:t>r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ss</a:t>
            </a:r>
            <a:r>
              <a:rPr lang="en-US" sz="1700" dirty="0">
                <a:latin typeface="Times New Roman"/>
                <a:cs typeface="Times New Roman"/>
              </a:rPr>
              <a:t>ing</a:t>
            </a:r>
            <a:r>
              <a:rPr lang="en-US" sz="1700" spc="-24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re</a:t>
            </a:r>
            <a:r>
              <a:rPr lang="en-US" sz="1700" spc="-29" dirty="0">
                <a:latin typeface="Times New Roman"/>
                <a:cs typeface="Times New Roman"/>
              </a:rPr>
              <a:t> </a:t>
            </a:r>
            <a:r>
              <a:rPr lang="en-US" sz="1700" dirty="0">
                <a:latin typeface="Times New Roman"/>
                <a:cs typeface="Times New Roman"/>
              </a:rPr>
              <a:t>possi</a:t>
            </a:r>
            <a:r>
              <a:rPr lang="en-US" sz="1700" spc="-2" dirty="0">
                <a:latin typeface="Times New Roman"/>
                <a:cs typeface="Times New Roman"/>
              </a:rPr>
              <a:t>ble:</a:t>
            </a:r>
            <a:endParaRPr lang="en-US" sz="1700" dirty="0">
              <a:latin typeface="Times New Roman"/>
              <a:cs typeface="Times New Roman"/>
            </a:endParaRPr>
          </a:p>
          <a:p>
            <a:pPr marL="234709" marR="3360" indent="-228600" algn="just">
              <a:buAutoNum type="arabicPeriod"/>
            </a:pPr>
            <a:r>
              <a:rPr lang="en-US" sz="1700" spc="-10" dirty="0">
                <a:latin typeface="Times New Roman"/>
                <a:cs typeface="Times New Roman"/>
              </a:rPr>
              <a:t>Memory mapped I/O</a:t>
            </a:r>
          </a:p>
          <a:p>
            <a:pPr marL="234709" marR="3360" indent="-228600" algn="just">
              <a:buAutoNum type="arabicPeriod"/>
            </a:pPr>
            <a:r>
              <a:rPr lang="en-US" sz="1700" spc="-10" dirty="0">
                <a:latin typeface="Times New Roman"/>
                <a:cs typeface="Times New Roman"/>
              </a:rPr>
              <a:t>Isolated I/O</a:t>
            </a:r>
          </a:p>
          <a:p>
            <a:pPr marL="6109" marR="3360" algn="just"/>
            <a:endParaRPr lang="en-US" sz="1700" spc="-1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 </a:t>
            </a:r>
            <a:r>
              <a:rPr sz="1700" b="1" spc="-72" dirty="0">
                <a:latin typeface="Times New Roman"/>
                <a:cs typeface="Times New Roman"/>
              </a:rPr>
              <a:t> 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a</a:t>
            </a:r>
            <a:r>
              <a:rPr sz="1700" b="1" dirty="0">
                <a:latin typeface="Times New Roman"/>
                <a:cs typeface="Times New Roman"/>
              </a:rPr>
              <a:t>pp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70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I/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spac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pro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statu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gis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5" dirty="0">
                <a:latin typeface="Times New Roman"/>
                <a:cs typeface="Times New Roman"/>
              </a:rPr>
              <a:t>odules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sa</a:t>
            </a:r>
            <a:r>
              <a:rPr sz="1700" spc="-5" dirty="0">
                <a:latin typeface="Times New Roman"/>
                <a:cs typeface="Times New Roman"/>
              </a:rPr>
              <a:t>me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hine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acce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both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So, for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x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ombin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tot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 </a:t>
            </a:r>
            <a:r>
              <a:rPr sz="1700" spc="-3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=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1024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</a:t>
            </a:r>
            <a:r>
              <a:rPr sz="1700" dirty="0">
                <a:latin typeface="Times New Roman"/>
                <a:cs typeface="Times New Roman"/>
              </a:rPr>
              <a:t>ry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suppor</a:t>
            </a:r>
            <a:r>
              <a:rPr sz="1700" spc="5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ny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ombin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spc="7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spc="-5" dirty="0">
                <a:latin typeface="Times New Roman"/>
                <a:cs typeface="Times New Roman"/>
              </a:rPr>
              <a:t>map</a:t>
            </a:r>
            <a:r>
              <a:rPr sz="1700" spc="-2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sing</a:t>
            </a:r>
            <a:r>
              <a:rPr sz="1700" dirty="0">
                <a:latin typeface="Times New Roman"/>
                <a:cs typeface="Times New Roman"/>
              </a:rPr>
              <a:t>l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w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ite line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ee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on </a:t>
            </a:r>
            <a:r>
              <a:rPr sz="1700" spc="-2" dirty="0">
                <a:latin typeface="Times New Roman"/>
                <a:cs typeface="Times New Roman"/>
              </a:rPr>
              <a:t>the </a:t>
            </a:r>
            <a:r>
              <a:rPr sz="1700" dirty="0">
                <a:latin typeface="Times New Roman"/>
                <a:cs typeface="Times New Roman"/>
              </a:rPr>
              <a:t>bus.</a:t>
            </a:r>
          </a:p>
        </p:txBody>
      </p:sp>
    </p:spTree>
    <p:extLst>
      <p:ext uri="{BB962C8B-B14F-4D97-AF65-F5344CB8AC3E}">
        <p14:creationId xmlns:p14="http://schemas.microsoft.com/office/powerpoint/2010/main" val="35844437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1AC0A-C640-AD54-A752-09D4DC40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E155D-78E4-4808-210E-3B92087F1D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37CE02-09A6-AD02-D80C-6D0D5AA734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D1239FC-00CE-99DE-B422-AC5FD518067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CE578B-322F-B7C5-5E5F-00580C9D401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0156B954-5C82-A0FE-A160-CBD86403EC98}"/>
              </a:ext>
            </a:extLst>
          </p:cNvPr>
          <p:cNvSpPr txBox="1"/>
          <p:nvPr/>
        </p:nvSpPr>
        <p:spPr>
          <a:xfrm>
            <a:off x="1014006" y="819150"/>
            <a:ext cx="6986994" cy="28777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spcBef>
                <a:spcPts val="87"/>
              </a:spcBef>
            </a:pP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it</a:t>
            </a:r>
            <a:r>
              <a:rPr sz="1700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b="1" spc="-2" dirty="0">
                <a:latin typeface="Times New Roman"/>
                <a:cs typeface="Times New Roman"/>
              </a:rPr>
              <a:t>isolat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</a:t>
            </a:r>
            <a:r>
              <a:rPr sz="1700" b="1" spc="-12" dirty="0">
                <a:latin typeface="Times New Roman"/>
                <a:cs typeface="Times New Roman"/>
              </a:rPr>
              <a:t> </a:t>
            </a:r>
            <a:r>
              <a:rPr sz="1700" b="1" spc="-5" dirty="0">
                <a:latin typeface="Times New Roman"/>
                <a:cs typeface="Times New Roman"/>
              </a:rPr>
              <a:t>I/</a:t>
            </a:r>
            <a:r>
              <a:rPr sz="1700" b="1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-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bus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quipped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w</a:t>
            </a:r>
            <a:r>
              <a:rPr sz="1700" spc="-2" dirty="0">
                <a:latin typeface="Times New Roman"/>
                <a:cs typeface="Times New Roman"/>
              </a:rPr>
              <a:t>rite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plus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input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outp</a:t>
            </a:r>
            <a:r>
              <a:rPr sz="1700" spc="-10" dirty="0">
                <a:latin typeface="Times New Roman"/>
                <a:cs typeface="Times New Roman"/>
              </a:rPr>
              <a:t>u</a:t>
            </a:r>
            <a:r>
              <a:rPr sz="1700" spc="-2" dirty="0">
                <a:latin typeface="Times New Roman"/>
                <a:cs typeface="Times New Roman"/>
              </a:rPr>
              <a:t>t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.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Now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spe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ifie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ther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ef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7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26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vice</a:t>
            </a:r>
            <a:r>
              <a:rPr sz="1700" dirty="0">
                <a:latin typeface="Times New Roman"/>
                <a:cs typeface="Times New Roman"/>
              </a:rPr>
              <a:t>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The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full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g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" dirty="0">
                <a:latin typeface="Times New Roman"/>
                <a:cs typeface="Times New Roman"/>
              </a:rPr>
              <a:t>d</a:t>
            </a:r>
            <a:r>
              <a:rPr sz="1700" spc="-2" dirty="0">
                <a:latin typeface="Times New Roman"/>
                <a:cs typeface="Times New Roman"/>
              </a:rPr>
              <a:t>resse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il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ble</a:t>
            </a:r>
            <a:r>
              <a:rPr sz="1700" spc="1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2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both.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Ag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in,</a:t>
            </a:r>
            <a:r>
              <a:rPr sz="1700" spc="2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with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dd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lin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</a:t>
            </a:r>
            <a:r>
              <a:rPr sz="1700" spc="5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tem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may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now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suppor</a:t>
            </a:r>
            <a:r>
              <a:rPr sz="1700" dirty="0">
                <a:latin typeface="Times New Roman"/>
                <a:cs typeface="Times New Roman"/>
              </a:rPr>
              <a:t>t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b</a:t>
            </a:r>
            <a:r>
              <a:rPr sz="1700" spc="-5" dirty="0">
                <a:latin typeface="Times New Roman"/>
                <a:cs typeface="Times New Roman"/>
              </a:rPr>
              <a:t>oth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1024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loc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spc="2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1024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sses.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1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6109" marR="3360" algn="just"/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most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types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f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pr</a:t>
            </a:r>
            <a:r>
              <a:rPr sz="1700" spc="2" dirty="0">
                <a:latin typeface="Times New Roman"/>
                <a:cs typeface="Times New Roman"/>
              </a:rPr>
              <a:t>o</a:t>
            </a:r>
            <a:r>
              <a:rPr sz="1700" spc="-2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ssors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4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lat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ly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la</a:t>
            </a:r>
            <a:r>
              <a:rPr sz="1700" spc="-7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set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dif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12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fer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ing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dirty="0">
                <a:latin typeface="Times New Roman"/>
                <a:cs typeface="Times New Roman"/>
              </a:rPr>
              <a:t>y.</a:t>
            </a:r>
            <a:r>
              <a:rPr sz="1700" spc="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If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</a:t>
            </a:r>
            <a:r>
              <a:rPr sz="1700" spc="-5" dirty="0">
                <a:latin typeface="Times New Roman"/>
                <a:cs typeface="Times New Roman"/>
              </a:rPr>
              <a:t>solate</a:t>
            </a:r>
            <a:r>
              <a:rPr sz="1700" dirty="0">
                <a:latin typeface="Times New Roman"/>
                <a:cs typeface="Times New Roman"/>
              </a:rPr>
              <a:t>d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only</a:t>
            </a:r>
            <a:r>
              <a:rPr sz="1700" spc="58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53" dirty="0">
                <a:latin typeface="Times New Roman"/>
                <a:cs typeface="Times New Roman"/>
              </a:rPr>
              <a:t> 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w</a:t>
            </a:r>
            <a:r>
              <a:rPr sz="1700" spc="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tru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ons.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Thus,</a:t>
            </a:r>
            <a:r>
              <a:rPr sz="1700" spc="55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ntage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memor</a:t>
            </a:r>
            <a:r>
              <a:rPr sz="1700" spc="2" dirty="0">
                <a:latin typeface="Times New Roman"/>
                <a:cs typeface="Times New Roman"/>
              </a:rPr>
              <a:t>y</a:t>
            </a:r>
            <a:r>
              <a:rPr sz="1700" spc="-2" dirty="0">
                <a:latin typeface="Times New Roman"/>
                <a:cs typeface="Times New Roman"/>
              </a:rPr>
              <a:t>-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pp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</a:t>
            </a:r>
            <a:r>
              <a:rPr sz="1700" spc="-53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</a:t>
            </a:r>
            <a:r>
              <a:rPr sz="1700" dirty="0">
                <a:latin typeface="Times New Roman"/>
                <a:cs typeface="Times New Roman"/>
              </a:rPr>
              <a:t>/O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58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s 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l</a:t>
            </a:r>
            <a:r>
              <a:rPr sz="1700" spc="-1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rge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ertoire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instru</a:t>
            </a:r>
            <a:r>
              <a:rPr sz="170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ons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ca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63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d,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owing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more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fi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ient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dirty="0">
                <a:latin typeface="Times New Roman"/>
                <a:cs typeface="Times New Roman"/>
              </a:rPr>
              <a:t>rog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mming.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disadv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2" dirty="0">
                <a:latin typeface="Times New Roman"/>
                <a:cs typeface="Times New Roman"/>
              </a:rPr>
              <a:t>tage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is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that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v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luable</a:t>
            </a:r>
            <a:r>
              <a:rPr sz="1700" spc="7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m</a:t>
            </a:r>
            <a:r>
              <a:rPr sz="1700" spc="-2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mory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ddr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1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is </a:t>
            </a:r>
            <a:r>
              <a:rPr sz="1700" dirty="0">
                <a:latin typeface="Times New Roman"/>
                <a:cs typeface="Times New Roman"/>
              </a:rPr>
              <a:t>us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d up.</a:t>
            </a:r>
          </a:p>
        </p:txBody>
      </p:sp>
    </p:spTree>
    <p:extLst>
      <p:ext uri="{BB962C8B-B14F-4D97-AF65-F5344CB8AC3E}">
        <p14:creationId xmlns:p14="http://schemas.microsoft.com/office/powerpoint/2010/main" val="1143041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9A3F6-62EE-F103-581A-FFCAD143B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FFC612-343A-8064-E232-BBC411E4D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5975DE-281B-7A50-F0C7-4E0A87B221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5D4CC626-97A4-F0A5-A6B3-1B7A326D39B1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B35F00-4BBB-D242-3223-090A44F567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7" name="object 5">
            <a:extLst>
              <a:ext uri="{FF2B5EF4-FFF2-40B4-BE49-F238E27FC236}">
                <a16:creationId xmlns:a16="http://schemas.microsoft.com/office/drawing/2014/main" id="{7E2958BE-3AF6-F583-7D58-030106271F68}"/>
              </a:ext>
            </a:extLst>
          </p:cNvPr>
          <p:cNvSpPr txBox="1"/>
          <p:nvPr/>
        </p:nvSpPr>
        <p:spPr>
          <a:xfrm>
            <a:off x="1014006" y="819150"/>
            <a:ext cx="6986994" cy="2616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2443" algn="just">
              <a:spcBef>
                <a:spcPts val="87"/>
              </a:spcBef>
            </a:pPr>
            <a:r>
              <a:rPr sz="1700" b="1" spc="-2" dirty="0">
                <a:latin typeface="Times New Roman"/>
                <a:cs typeface="Times New Roman"/>
              </a:rPr>
              <a:t>Dif</a:t>
            </a:r>
            <a:r>
              <a:rPr sz="1700" b="1" spc="-5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b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t</a:t>
            </a:r>
            <a:r>
              <a:rPr sz="1700" b="1" spc="-2" dirty="0">
                <a:latin typeface="Times New Roman"/>
                <a:cs typeface="Times New Roman"/>
              </a:rPr>
              <a:t>w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 </a:t>
            </a:r>
            <a:r>
              <a:rPr sz="1700" b="1" spc="-2" dirty="0">
                <a:latin typeface="Times New Roman"/>
                <a:cs typeface="Times New Roman"/>
              </a:rPr>
              <a:t>Is</a:t>
            </a:r>
            <a:r>
              <a:rPr sz="1700" b="1" spc="5" dirty="0">
                <a:latin typeface="Times New Roman"/>
                <a:cs typeface="Times New Roman"/>
              </a:rPr>
              <a:t>o</a:t>
            </a:r>
            <a:r>
              <a:rPr sz="1700" b="1" spc="-2" dirty="0">
                <a:latin typeface="Times New Roman"/>
                <a:cs typeface="Times New Roman"/>
              </a:rPr>
              <a:t>lat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7" dirty="0">
                <a:latin typeface="Times New Roman"/>
                <a:cs typeface="Times New Roman"/>
              </a:rPr>
              <a:t>I/O</a:t>
            </a:r>
            <a:r>
              <a:rPr sz="1700" b="1" spc="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and </a:t>
            </a:r>
            <a:r>
              <a:rPr sz="1700" b="1" spc="-7" dirty="0">
                <a:latin typeface="Times New Roman"/>
                <a:cs typeface="Times New Roman"/>
              </a:rPr>
              <a:t>Me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5" dirty="0">
                <a:latin typeface="Times New Roman"/>
                <a:cs typeface="Times New Roman"/>
              </a:rPr>
              <a:t>o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y</a:t>
            </a:r>
            <a:r>
              <a:rPr sz="1700" b="1" spc="-7" dirty="0">
                <a:latin typeface="Times New Roman"/>
                <a:cs typeface="Times New Roman"/>
              </a:rPr>
              <a:t> </a:t>
            </a:r>
            <a:r>
              <a:rPr sz="1700" b="1" spc="-10" dirty="0">
                <a:latin typeface="Times New Roman"/>
                <a:cs typeface="Times New Roman"/>
              </a:rPr>
              <a:t>M</a:t>
            </a:r>
            <a:r>
              <a:rPr sz="1700" b="1" dirty="0">
                <a:latin typeface="Times New Roman"/>
                <a:cs typeface="Times New Roman"/>
              </a:rPr>
              <a:t>app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5" dirty="0">
                <a:latin typeface="Times New Roman"/>
                <a:cs typeface="Times New Roman"/>
              </a:rPr>
              <a:t>I/</a:t>
            </a:r>
            <a:r>
              <a:rPr sz="1700" b="1" spc="-2" dirty="0">
                <a:latin typeface="Times New Roman"/>
                <a:cs typeface="Times New Roman"/>
              </a:rPr>
              <a:t>O</a:t>
            </a:r>
            <a:r>
              <a:rPr sz="1700" b="1" dirty="0">
                <a:latin typeface="Times New Roman"/>
                <a:cs typeface="Times New Roman"/>
              </a:rPr>
              <a:t>:</a:t>
            </a:r>
            <a:endParaRPr sz="1700" dirty="0">
              <a:latin typeface="Times New Roman"/>
              <a:cs typeface="Times New Roman"/>
            </a:endParaRPr>
          </a:p>
        </p:txBody>
      </p:sp>
      <p:graphicFrame>
        <p:nvGraphicFramePr>
          <p:cNvPr id="11" name="object 6">
            <a:extLst>
              <a:ext uri="{FF2B5EF4-FFF2-40B4-BE49-F238E27FC236}">
                <a16:creationId xmlns:a16="http://schemas.microsoft.com/office/drawing/2014/main" id="{CCA717A9-BFF3-AA39-BACF-368254522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836355"/>
              </p:ext>
            </p:extLst>
          </p:nvPr>
        </p:nvGraphicFramePr>
        <p:xfrm>
          <a:off x="1029246" y="1428750"/>
          <a:ext cx="6971754" cy="2072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895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2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1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Iso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lat</a:t>
                      </a:r>
                      <a:r>
                        <a:rPr sz="1700" b="1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I/O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3720">
                        <a:lnSpc>
                          <a:spcPct val="100000"/>
                        </a:lnSpc>
                      </a:pP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sz="1700" b="1" spc="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app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b="1" dirty="0">
                          <a:latin typeface="Times New Roman"/>
                          <a:cs typeface="Times New Roman"/>
                        </a:rPr>
                        <a:t>d </a:t>
                      </a:r>
                      <a:r>
                        <a:rPr sz="1700" b="1" spc="-5" dirty="0">
                          <a:latin typeface="Times New Roman"/>
                          <a:cs typeface="Times New Roman"/>
                        </a:rPr>
                        <a:t>I/O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580">
                <a:tc>
                  <a:txBody>
                    <a:bodyPr/>
                    <a:lstStyle/>
                    <a:p>
                      <a:pPr marL="61594" marR="196850">
                        <a:lnSpc>
                          <a:spcPct val="100000"/>
                        </a:lnSpc>
                      </a:pP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sola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se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te 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space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06070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memory 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om the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196">
                <a:tc>
                  <a:txBody>
                    <a:bodyPr/>
                    <a:lstStyle/>
                    <a:p>
                      <a:pPr marL="61594" marR="28384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Lim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instru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tions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ca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 be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d. Those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re I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T,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NS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OU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25844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An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 instru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tion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whic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h ref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to memo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ca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n be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u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d.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763">
                <a:tc>
                  <a:txBody>
                    <a:bodyPr/>
                    <a:lstStyle/>
                    <a:p>
                      <a:pPr marL="61594" marR="9969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dd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es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for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sola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vic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 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re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ll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 po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ts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0325" marR="310515">
                        <a:lnSpc>
                          <a:spcPct val="100000"/>
                        </a:lnSpc>
                      </a:pPr>
                      <a:r>
                        <a:rPr sz="1700" spc="-5" dirty="0">
                          <a:latin typeface="Times New Roman"/>
                          <a:cs typeface="Times New Roman"/>
                        </a:rPr>
                        <a:t>Me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ma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p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20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/O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v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ic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a</a:t>
                      </a:r>
                      <a:r>
                        <a:rPr sz="1700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e tr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ted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spc="10" dirty="0">
                          <a:latin typeface="Times New Roman"/>
                          <a:cs typeface="Times New Roman"/>
                        </a:rPr>
                        <a:t>m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mory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loc</a:t>
                      </a:r>
                      <a:r>
                        <a:rPr sz="1700" spc="-10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t</a:t>
                      </a:r>
                      <a:r>
                        <a:rPr sz="1700" spc="15" dirty="0"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ons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on the memo</a:t>
                      </a:r>
                      <a:r>
                        <a:rPr sz="1700" spc="-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1700" dirty="0">
                          <a:latin typeface="Times New Roman"/>
                          <a:cs typeface="Times New Roman"/>
                        </a:rPr>
                        <a:t>y map.</a:t>
                      </a:r>
                    </a:p>
                  </a:txBody>
                  <a:tcPr marL="0" marR="0" marT="0" marB="0">
                    <a:lnL w="13461">
                      <a:solidFill>
                        <a:srgbClr val="000000"/>
                      </a:solidFill>
                      <a:prstDash val="solid"/>
                    </a:lnL>
                    <a:lnR w="13461">
                      <a:solidFill>
                        <a:srgbClr val="000000"/>
                      </a:solidFill>
                      <a:prstDash val="solid"/>
                    </a:lnR>
                    <a:lnT w="13461">
                      <a:solidFill>
                        <a:srgbClr val="000000"/>
                      </a:solidFill>
                      <a:prstDash val="solid"/>
                    </a:lnT>
                    <a:lnB w="13461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28047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E478E-2B90-6B2E-940F-9FB9F3439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3EA52F-37D1-2E4C-6AC3-DF9ABDD2C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CF692E-5643-2F50-F919-B4DC9A33358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8BFFC982-7971-E284-AF88-5C185C946EBF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C5454F-861F-DAF8-5466-5BF08B5C0E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10" name="object 7">
            <a:extLst>
              <a:ext uri="{FF2B5EF4-FFF2-40B4-BE49-F238E27FC236}">
                <a16:creationId xmlns:a16="http://schemas.microsoft.com/office/drawing/2014/main" id="{BF94B78D-78E3-F062-262B-7B455488F5C0}"/>
              </a:ext>
            </a:extLst>
          </p:cNvPr>
          <p:cNvSpPr txBox="1"/>
          <p:nvPr/>
        </p:nvSpPr>
        <p:spPr>
          <a:xfrm>
            <a:off x="1066800" y="923001"/>
            <a:ext cx="6618360" cy="235449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Adva</a:t>
            </a:r>
            <a:r>
              <a:rPr sz="1700" b="1" spc="2" dirty="0">
                <a:latin typeface="Times New Roman"/>
                <a:cs typeface="Times New Roman"/>
              </a:rPr>
              <a:t>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7" dirty="0">
                <a:latin typeface="Times New Roman"/>
                <a:cs typeface="Times New Roman"/>
              </a:rPr>
              <a:t>Pr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7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7" dirty="0">
                <a:latin typeface="Times New Roman"/>
                <a:cs typeface="Times New Roman"/>
              </a:rPr>
              <a:t>m</a:t>
            </a:r>
            <a:r>
              <a:rPr sz="1700" b="1" spc="2" dirty="0">
                <a:latin typeface="Times New Roman"/>
                <a:cs typeface="Times New Roman"/>
              </a:rPr>
              <a:t>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7" dirty="0">
                <a:latin typeface="Times New Roman"/>
                <a:cs typeface="Times New Roman"/>
              </a:rPr>
              <a:t>I/O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23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5" dirty="0">
                <a:latin typeface="Times New Roman"/>
                <a:cs typeface="Times New Roman"/>
              </a:rPr>
              <a:t>imple </a:t>
            </a:r>
            <a:r>
              <a:rPr sz="1700" spc="-2" dirty="0">
                <a:latin typeface="Times New Roman"/>
                <a:cs typeface="Times New Roman"/>
              </a:rPr>
              <a:t>to </a:t>
            </a:r>
            <a:r>
              <a:rPr sz="1700" spc="-5" dirty="0">
                <a:latin typeface="Times New Roman"/>
                <a:cs typeface="Times New Roman"/>
              </a:rPr>
              <a:t>implem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spcBef>
                <a:spcPts val="1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V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ry </a:t>
            </a:r>
            <a:r>
              <a:rPr sz="1700" spc="-2" dirty="0">
                <a:latin typeface="Times New Roman"/>
                <a:cs typeface="Times New Roman"/>
              </a:rPr>
              <a:t>little </a:t>
            </a:r>
            <a:r>
              <a:rPr sz="1700" spc="-5" dirty="0">
                <a:latin typeface="Times New Roman"/>
                <a:cs typeface="Times New Roman"/>
              </a:rPr>
              <a:t>h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rdw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re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sup</a:t>
            </a:r>
            <a:r>
              <a:rPr sz="1700" spc="5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ort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6"/>
              </a:spcBef>
              <a:buFont typeface="Symbol"/>
              <a:buChar char=""/>
            </a:pPr>
            <a:endParaRPr sz="1700" dirty="0">
              <a:latin typeface="Times New Roman"/>
              <a:cs typeface="Times New Roman"/>
            </a:endParaRPr>
          </a:p>
          <a:p>
            <a:pPr marL="6109" algn="just"/>
            <a:r>
              <a:rPr sz="1700" b="1" spc="-2" dirty="0">
                <a:latin typeface="Times New Roman"/>
                <a:cs typeface="Times New Roman"/>
              </a:rPr>
              <a:t>Disa</a:t>
            </a:r>
            <a:r>
              <a:rPr sz="1700" b="1" spc="2" dirty="0">
                <a:latin typeface="Times New Roman"/>
                <a:cs typeface="Times New Roman"/>
              </a:rPr>
              <a:t>d</a:t>
            </a:r>
            <a:r>
              <a:rPr sz="1700" b="1" dirty="0">
                <a:latin typeface="Times New Roman"/>
                <a:cs typeface="Times New Roman"/>
              </a:rPr>
              <a:t>van</a:t>
            </a:r>
            <a:r>
              <a:rPr sz="1700" b="1" spc="-5" dirty="0">
                <a:latin typeface="Times New Roman"/>
                <a:cs typeface="Times New Roman"/>
              </a:rPr>
              <a:t>tag</a:t>
            </a:r>
            <a:r>
              <a:rPr sz="1700" b="1" spc="-10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r>
              <a:rPr sz="1700" b="1" spc="-2" dirty="0">
                <a:latin typeface="Times New Roman"/>
                <a:cs typeface="Times New Roman"/>
              </a:rPr>
              <a:t> </a:t>
            </a:r>
            <a:r>
              <a:rPr sz="1700" b="1" dirty="0">
                <a:latin typeface="Times New Roman"/>
                <a:cs typeface="Times New Roman"/>
              </a:rPr>
              <a:t>of </a:t>
            </a:r>
            <a:r>
              <a:rPr sz="1700" b="1" spc="-7" dirty="0">
                <a:latin typeface="Times New Roman"/>
                <a:cs typeface="Times New Roman"/>
              </a:rPr>
              <a:t>Pr</a:t>
            </a:r>
            <a:r>
              <a:rPr sz="1700" b="1" spc="-5" dirty="0">
                <a:latin typeface="Times New Roman"/>
                <a:cs typeface="Times New Roman"/>
              </a:rPr>
              <a:t>og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dirty="0">
                <a:latin typeface="Times New Roman"/>
                <a:cs typeface="Times New Roman"/>
              </a:rPr>
              <a:t>a</a:t>
            </a:r>
            <a:r>
              <a:rPr sz="1700" b="1" spc="2" dirty="0">
                <a:latin typeface="Times New Roman"/>
                <a:cs typeface="Times New Roman"/>
              </a:rPr>
              <a:t>mm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d </a:t>
            </a:r>
            <a:r>
              <a:rPr sz="1700" b="1" spc="-7" dirty="0">
                <a:latin typeface="Times New Roman"/>
                <a:cs typeface="Times New Roman"/>
              </a:rPr>
              <a:t>I</a:t>
            </a:r>
            <a:r>
              <a:rPr sz="1700" b="1" spc="-5" dirty="0">
                <a:latin typeface="Times New Roman"/>
                <a:cs typeface="Times New Roman"/>
              </a:rPr>
              <a:t>/O</a:t>
            </a:r>
            <a:endParaRPr sz="1700" dirty="0">
              <a:latin typeface="Times New Roman"/>
              <a:cs typeface="Times New Roman"/>
            </a:endParaRPr>
          </a:p>
          <a:p>
            <a:pPr algn="just">
              <a:spcBef>
                <a:spcPts val="17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Busy</a:t>
            </a:r>
            <a:r>
              <a:rPr sz="1700" spc="-2" dirty="0">
                <a:latin typeface="Times New Roman"/>
                <a:cs typeface="Times New Roman"/>
              </a:rPr>
              <a:t> i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iting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ompl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of</a:t>
            </a:r>
            <a:r>
              <a:rPr sz="1700" spc="-2" dirty="0">
                <a:latin typeface="Times New Roman"/>
                <a:cs typeface="Times New Roman"/>
              </a:rPr>
              <a:t> task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 algn="just">
              <a:spcBef>
                <a:spcPts val="17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7" dirty="0">
                <a:latin typeface="Times New Roman"/>
                <a:cs typeface="Times New Roman"/>
              </a:rPr>
              <a:t>T</a:t>
            </a:r>
            <a:r>
              <a:rPr sz="1700" spc="-2" dirty="0">
                <a:latin typeface="Times New Roman"/>
                <a:cs typeface="Times New Roman"/>
              </a:rPr>
              <a:t>ies </a:t>
            </a:r>
            <a:r>
              <a:rPr sz="1700" dirty="0">
                <a:latin typeface="Times New Roman"/>
                <a:cs typeface="Times New Roman"/>
              </a:rPr>
              <a:t>up </a:t>
            </a: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dirty="0">
                <a:latin typeface="Times New Roman"/>
                <a:cs typeface="Times New Roman"/>
              </a:rPr>
              <a:t>PU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or </a:t>
            </a:r>
            <a:r>
              <a:rPr sz="1700" spc="-5" dirty="0">
                <a:latin typeface="Times New Roman"/>
                <a:cs typeface="Times New Roman"/>
              </a:rPr>
              <a:t>long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p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iod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wi</a:t>
            </a:r>
            <a:r>
              <a:rPr sz="1700" spc="-2" dirty="0">
                <a:latin typeface="Times New Roman"/>
                <a:cs typeface="Times New Roman"/>
              </a:rPr>
              <a:t>t</a:t>
            </a:r>
            <a:r>
              <a:rPr sz="1700" dirty="0">
                <a:latin typeface="Times New Roman"/>
                <a:cs typeface="Times New Roman"/>
              </a:rPr>
              <a:t>h no us</a:t>
            </a:r>
            <a:r>
              <a:rPr sz="1700" spc="-2" dirty="0">
                <a:latin typeface="Times New Roman"/>
                <a:cs typeface="Times New Roman"/>
              </a:rPr>
              <a:t>eful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ork</a:t>
            </a:r>
          </a:p>
        </p:txBody>
      </p:sp>
    </p:spTree>
    <p:extLst>
      <p:ext uri="{BB962C8B-B14F-4D97-AF65-F5344CB8AC3E}">
        <p14:creationId xmlns:p14="http://schemas.microsoft.com/office/powerpoint/2010/main" val="9735417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0CCBC-807A-AAD4-458F-F525720BA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5B5C85-D1E1-0BE6-ACC7-9C8C5FAE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880CC3-CAE1-AB55-F700-8F0A2038DD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92CFDD09-ED21-20DB-FAC3-FDC8E29F4182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E367DD-6BE6-D63A-F2E1-CC09FB168CA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/>
          <p:cNvSpPr txBox="1"/>
          <p:nvPr/>
        </p:nvSpPr>
        <p:spPr>
          <a:xfrm>
            <a:off x="1013700" y="819150"/>
            <a:ext cx="6987300" cy="37856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 marR="1740063">
              <a:spcBef>
                <a:spcPts val="231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ce</a:t>
            </a:r>
            <a:r>
              <a:rPr lang="en-US" sz="1700" b="1" dirty="0">
                <a:latin typeface="Times New Roman"/>
                <a:cs typeface="Times New Roman"/>
              </a:rPr>
              <a:t>s</a:t>
            </a:r>
          </a:p>
          <a:p>
            <a:pPr marL="6109" marR="1740063">
              <a:spcBef>
                <a:spcPts val="231"/>
              </a:spcBef>
            </a:pPr>
            <a:endParaRPr lang="en-US" sz="1700" b="1" dirty="0">
              <a:latin typeface="Times New Roman"/>
              <a:cs typeface="Times New Roman"/>
            </a:endParaRPr>
          </a:p>
          <a:p>
            <a:pPr marL="6109" marR="1740063">
              <a:spcBef>
                <a:spcPts val="231"/>
              </a:spcBef>
            </a:pPr>
            <a:r>
              <a:rPr lang="en-US" sz="1700" b="1" spc="-2" dirty="0">
                <a:latin typeface="Times New Roman"/>
                <a:cs typeface="Times New Roman"/>
              </a:rPr>
              <a:t>R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fe</a:t>
            </a:r>
            <a:r>
              <a:rPr lang="en-US" sz="1700" b="1" spc="-7" dirty="0">
                <a:latin typeface="Times New Roman"/>
                <a:cs typeface="Times New Roman"/>
              </a:rPr>
              <a:t>re</a:t>
            </a:r>
            <a:r>
              <a:rPr lang="en-US" sz="1700" b="1" dirty="0">
                <a:latin typeface="Times New Roman"/>
                <a:cs typeface="Times New Roman"/>
              </a:rPr>
              <a:t>n</a:t>
            </a:r>
            <a:r>
              <a:rPr lang="en-US" sz="1700" b="1" spc="-7" dirty="0">
                <a:latin typeface="Times New Roman"/>
                <a:cs typeface="Times New Roman"/>
              </a:rPr>
              <a:t>c</a:t>
            </a:r>
            <a:r>
              <a:rPr lang="en-US" sz="1700" b="1" spc="-5" dirty="0">
                <a:latin typeface="Times New Roman"/>
                <a:cs typeface="Times New Roman"/>
              </a:rPr>
              <a:t>e</a:t>
            </a:r>
            <a:r>
              <a:rPr lang="en-US" sz="1700" b="1" spc="-2" dirty="0">
                <a:latin typeface="Times New Roman"/>
                <a:cs typeface="Times New Roman"/>
              </a:rPr>
              <a:t> </a:t>
            </a:r>
            <a:r>
              <a:rPr lang="en-US" sz="1700" b="1" spc="-5" dirty="0">
                <a:latin typeface="Times New Roman"/>
                <a:cs typeface="Times New Roman"/>
              </a:rPr>
              <a:t>B</a:t>
            </a:r>
            <a:r>
              <a:rPr lang="en-US" sz="1700" b="1" dirty="0">
                <a:latin typeface="Times New Roman"/>
                <a:cs typeface="Times New Roman"/>
              </a:rPr>
              <a:t>ook</a:t>
            </a:r>
            <a:r>
              <a:rPr lang="en-US" sz="1700" b="1" spc="-2" dirty="0">
                <a:latin typeface="Times New Roman"/>
                <a:cs typeface="Times New Roman"/>
              </a:rPr>
              <a:t>s:</a:t>
            </a:r>
            <a:endParaRPr lang="en-US"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lang="en-US" sz="1700" spc="-2" dirty="0">
                <a:latin typeface="Times New Roman"/>
                <a:cs typeface="Times New Roman"/>
              </a:rPr>
              <a:t>J.</a:t>
            </a:r>
            <a:r>
              <a:rPr lang="en-US" sz="1700" dirty="0">
                <a:latin typeface="Times New Roman"/>
                <a:cs typeface="Times New Roman"/>
              </a:rPr>
              <a:t>P. </a:t>
            </a:r>
            <a:r>
              <a:rPr lang="en-US" sz="1700" spc="-2" dirty="0">
                <a:latin typeface="Times New Roman"/>
                <a:cs typeface="Times New Roman"/>
              </a:rPr>
              <a:t>H</a:t>
            </a:r>
            <a:r>
              <a:rPr lang="en-US" sz="1700" spc="-5" dirty="0">
                <a:latin typeface="Times New Roman"/>
                <a:cs typeface="Times New Roman"/>
              </a:rPr>
              <a:t>ay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s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2" dirty="0">
                <a:latin typeface="Times New Roman"/>
                <a:cs typeface="Times New Roman"/>
              </a:rPr>
              <a:t>“</a:t>
            </a:r>
            <a:r>
              <a:rPr lang="en-US" sz="1700" spc="-5" dirty="0">
                <a:latin typeface="Times New Roman"/>
                <a:cs typeface="Times New Roman"/>
              </a:rPr>
              <a:t>Comput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dirty="0">
                <a:latin typeface="Times New Roman"/>
                <a:cs typeface="Times New Roman"/>
              </a:rPr>
              <a:t>r A</a:t>
            </a:r>
            <a:r>
              <a:rPr lang="en-US" sz="1700" spc="-2" dirty="0">
                <a:latin typeface="Times New Roman"/>
                <a:cs typeface="Times New Roman"/>
              </a:rPr>
              <a:t>r</a:t>
            </a:r>
            <a:r>
              <a:rPr lang="en-US" sz="1700" spc="-10" dirty="0">
                <a:latin typeface="Times New Roman"/>
                <a:cs typeface="Times New Roman"/>
              </a:rPr>
              <a:t>c</a:t>
            </a:r>
            <a:r>
              <a:rPr lang="en-US" sz="1700" spc="-2" dirty="0">
                <a:latin typeface="Times New Roman"/>
                <a:cs typeface="Times New Roman"/>
              </a:rPr>
              <a:t>hit</a:t>
            </a:r>
            <a:r>
              <a:rPr lang="en-US" sz="1700" spc="-7" dirty="0">
                <a:latin typeface="Times New Roman"/>
                <a:cs typeface="Times New Roman"/>
              </a:rPr>
              <a:t>ec</a:t>
            </a:r>
            <a:r>
              <a:rPr lang="en-US" sz="1700" spc="-2" dirty="0">
                <a:latin typeface="Times New Roman"/>
                <a:cs typeface="Times New Roman"/>
              </a:rPr>
              <a:t>tu</a:t>
            </a:r>
            <a:r>
              <a:rPr lang="en-US" sz="1700" dirty="0">
                <a:latin typeface="Times New Roman"/>
                <a:cs typeface="Times New Roman"/>
              </a:rPr>
              <a:t>r</a:t>
            </a:r>
            <a:r>
              <a:rPr lang="en-US" sz="1700" spc="-5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nd </a:t>
            </a:r>
            <a:r>
              <a:rPr lang="en-US" sz="1700" spc="-2" dirty="0">
                <a:latin typeface="Times New Roman"/>
                <a:cs typeface="Times New Roman"/>
              </a:rPr>
              <a:t>O</a:t>
            </a:r>
            <a:r>
              <a:rPr lang="en-US" sz="1700" spc="-5" dirty="0">
                <a:latin typeface="Times New Roman"/>
                <a:cs typeface="Times New Roman"/>
              </a:rPr>
              <a:t>r</a:t>
            </a:r>
            <a:r>
              <a:rPr lang="en-US" sz="1700" spc="5" dirty="0">
                <a:latin typeface="Times New Roman"/>
                <a:cs typeface="Times New Roman"/>
              </a:rPr>
              <a:t>g</a:t>
            </a:r>
            <a:r>
              <a:rPr lang="en-US" sz="1700" spc="-7" dirty="0">
                <a:latin typeface="Times New Roman"/>
                <a:cs typeface="Times New Roman"/>
              </a:rPr>
              <a:t>a</a:t>
            </a:r>
            <a:r>
              <a:rPr lang="en-US" sz="1700" spc="-2" dirty="0">
                <a:latin typeface="Times New Roman"/>
                <a:cs typeface="Times New Roman"/>
              </a:rPr>
              <a:t>niz</a:t>
            </a:r>
            <a:r>
              <a:rPr lang="en-US" sz="1700" spc="-10" dirty="0">
                <a:latin typeface="Times New Roman"/>
                <a:cs typeface="Times New Roman"/>
              </a:rPr>
              <a:t>a</a:t>
            </a:r>
            <a:r>
              <a:rPr lang="en-US" sz="1700" dirty="0">
                <a:latin typeface="Times New Roman"/>
                <a:cs typeface="Times New Roman"/>
              </a:rPr>
              <a:t>t</a:t>
            </a:r>
            <a:r>
              <a:rPr lang="en-US" sz="1700" spc="-2" dirty="0">
                <a:latin typeface="Times New Roman"/>
                <a:cs typeface="Times New Roman"/>
              </a:rPr>
              <a:t>io</a:t>
            </a:r>
            <a:r>
              <a:rPr lang="en-US" sz="1700" dirty="0">
                <a:latin typeface="Times New Roman"/>
                <a:cs typeface="Times New Roman"/>
              </a:rPr>
              <a:t>n</a:t>
            </a:r>
            <a:r>
              <a:rPr lang="en-US" sz="1700" spc="-2" dirty="0">
                <a:latin typeface="Times New Roman"/>
                <a:cs typeface="Times New Roman"/>
              </a:rPr>
              <a:t>”</a:t>
            </a:r>
            <a:r>
              <a:rPr lang="en-US" sz="1700" dirty="0">
                <a:latin typeface="Times New Roman"/>
                <a:cs typeface="Times New Roman"/>
              </a:rPr>
              <a:t>, </a:t>
            </a:r>
            <a:r>
              <a:rPr lang="en-US" sz="1700" spc="-5" dirty="0">
                <a:latin typeface="Times New Roman"/>
                <a:cs typeface="Times New Roman"/>
              </a:rPr>
              <a:t>Third</a:t>
            </a:r>
            <a:r>
              <a:rPr lang="en-US" sz="1700" spc="-2" dirty="0">
                <a:latin typeface="Times New Roman"/>
                <a:cs typeface="Times New Roman"/>
              </a:rPr>
              <a:t> </a:t>
            </a:r>
            <a:r>
              <a:rPr lang="en-US" sz="1700" spc="-7" dirty="0">
                <a:latin typeface="Times New Roman"/>
                <a:cs typeface="Times New Roman"/>
              </a:rPr>
              <a:t>E</a:t>
            </a:r>
            <a:r>
              <a:rPr lang="en-US" sz="1700" spc="-2" dirty="0">
                <a:latin typeface="Times New Roman"/>
                <a:cs typeface="Times New Roman"/>
              </a:rPr>
              <a:t>dition.</a:t>
            </a: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spc="-2" dirty="0">
                <a:latin typeface="Times New Roman"/>
                <a:cs typeface="Times New Roman"/>
              </a:rPr>
              <a:t>Ma</a:t>
            </a:r>
            <a:r>
              <a:rPr sz="1700" dirty="0">
                <a:latin typeface="Times New Roman"/>
                <a:cs typeface="Times New Roman"/>
              </a:rPr>
              <a:t>no, </a:t>
            </a:r>
            <a:r>
              <a:rPr sz="1700" spc="-2" dirty="0">
                <a:latin typeface="Times New Roman"/>
                <a:cs typeface="Times New Roman"/>
              </a:rPr>
              <a:t>M.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Ar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Thi</a:t>
            </a:r>
            <a:r>
              <a:rPr sz="1700" dirty="0">
                <a:latin typeface="Times New Roman"/>
                <a:cs typeface="Times New Roman"/>
              </a:rPr>
              <a:t>rd </a:t>
            </a:r>
            <a:r>
              <a:rPr sz="1700" spc="-2" dirty="0">
                <a:latin typeface="Times New Roman"/>
                <a:cs typeface="Times New Roman"/>
              </a:rPr>
              <a:t>Edition, </a:t>
            </a:r>
            <a:r>
              <a:rPr sz="1700" spc="2" dirty="0">
                <a:latin typeface="Times New Roman"/>
                <a:cs typeface="Times New Roman"/>
              </a:rPr>
              <a:t>P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nti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 H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ll</a:t>
            </a:r>
            <a:r>
              <a:rPr sz="1700" dirty="0">
                <a:latin typeface="Times New Roman"/>
                <a:cs typeface="Times New Roman"/>
              </a:rPr>
              <a:t>.</a:t>
            </a:r>
          </a:p>
          <a:p>
            <a:pPr marL="225716" marR="3665" indent="-109651">
              <a:spcBef>
                <a:spcPts val="43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S</a:t>
            </a:r>
            <a:r>
              <a:rPr sz="1700" spc="-2" dirty="0">
                <a:latin typeface="Times New Roman"/>
                <a:cs typeface="Times New Roman"/>
              </a:rPr>
              <a:t>tallings,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dirty="0">
                <a:latin typeface="Times New Roman"/>
                <a:cs typeface="Times New Roman"/>
              </a:rPr>
              <a:t>., </a:t>
            </a:r>
            <a:r>
              <a:rPr sz="1700" spc="-2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14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O</a:t>
            </a:r>
            <a:r>
              <a:rPr sz="1700" spc="-5" dirty="0">
                <a:latin typeface="Times New Roman"/>
                <a:cs typeface="Times New Roman"/>
              </a:rPr>
              <a:t>rg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chit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ture”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Eight</a:t>
            </a:r>
            <a:r>
              <a:rPr sz="1700" dirty="0">
                <a:latin typeface="Times New Roman"/>
                <a:cs typeface="Times New Roman"/>
              </a:rPr>
              <a:t>h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31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ea</a:t>
            </a:r>
            <a:r>
              <a:rPr sz="1700" dirty="0">
                <a:latin typeface="Times New Roman"/>
                <a:cs typeface="Times New Roman"/>
              </a:rPr>
              <a:t>rson </a:t>
            </a:r>
            <a:r>
              <a:rPr sz="1700" spc="-5" dirty="0">
                <a:latin typeface="Times New Roman"/>
                <a:cs typeface="Times New Roman"/>
              </a:rPr>
              <a:t>Edu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dirty="0">
                <a:latin typeface="Times New Roman"/>
                <a:cs typeface="Times New Roman"/>
              </a:rPr>
              <a:t>on.</a:t>
            </a:r>
          </a:p>
          <a:p>
            <a:pPr marL="6109">
              <a:spcBef>
                <a:spcPts val="409"/>
              </a:spcBef>
            </a:pPr>
            <a:endParaRPr lang="en-US" sz="1700" b="1" spc="-5" dirty="0">
              <a:latin typeface="Times New Roman"/>
              <a:cs typeface="Times New Roman"/>
            </a:endParaRPr>
          </a:p>
          <a:p>
            <a:pPr marL="6109">
              <a:spcBef>
                <a:spcPts val="409"/>
              </a:spcBef>
            </a:pPr>
            <a:r>
              <a:rPr sz="1700" b="1" spc="-5" dirty="0">
                <a:latin typeface="Times New Roman"/>
                <a:cs typeface="Times New Roman"/>
              </a:rPr>
              <a:t>T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xt Book</a:t>
            </a:r>
            <a:r>
              <a:rPr sz="1700" b="1" spc="-2" dirty="0">
                <a:latin typeface="Times New Roman"/>
                <a:cs typeface="Times New Roman"/>
              </a:rPr>
              <a:t>s:</a:t>
            </a:r>
            <a:endParaRPr sz="1700" dirty="0">
              <a:latin typeface="Times New Roman"/>
              <a:cs typeface="Times New Roman"/>
            </a:endParaRPr>
          </a:p>
          <a:p>
            <a:pPr marL="225716" marR="2443" indent="-109651">
              <a:spcBef>
                <a:spcPts val="438"/>
              </a:spcBef>
              <a:buFont typeface="Symbol"/>
              <a:buChar char=""/>
              <a:tabLst>
                <a:tab pos="226022" algn="l"/>
              </a:tabLst>
            </a:pPr>
            <a:r>
              <a:rPr sz="1700" spc="-5" dirty="0">
                <a:latin typeface="Times New Roman"/>
                <a:cs typeface="Times New Roman"/>
              </a:rPr>
              <a:t>C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rpin</a:t>
            </a:r>
            <a:r>
              <a:rPr sz="1700" spc="-10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lli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J.D</a:t>
            </a:r>
            <a:r>
              <a:rPr sz="1700" spc="2" dirty="0">
                <a:latin typeface="Times New Roman"/>
                <a:cs typeface="Times New Roman"/>
              </a:rPr>
              <a:t>,</a:t>
            </a:r>
            <a:r>
              <a:rPr sz="1700" dirty="0">
                <a:latin typeface="Times New Roman"/>
                <a:cs typeface="Times New Roman"/>
              </a:rPr>
              <a:t>”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sys</a:t>
            </a:r>
            <a:r>
              <a:rPr sz="1700" dirty="0">
                <a:latin typeface="Times New Roman"/>
                <a:cs typeface="Times New Roman"/>
              </a:rPr>
              <a:t>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5" dirty="0">
                <a:latin typeface="Times New Roman"/>
                <a:cs typeface="Times New Roman"/>
              </a:rPr>
              <a:t>ms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org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niz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ti</a:t>
            </a:r>
            <a:r>
              <a:rPr sz="1700" spc="5" dirty="0">
                <a:latin typeface="Times New Roman"/>
                <a:cs typeface="Times New Roman"/>
              </a:rPr>
              <a:t>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43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&amp;Ar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</a:t>
            </a:r>
            <a:r>
              <a:rPr sz="1700" spc="-7" dirty="0">
                <a:latin typeface="Times New Roman"/>
                <a:cs typeface="Times New Roman"/>
              </a:rPr>
              <a:t>ec</a:t>
            </a:r>
            <a:r>
              <a:rPr sz="1700" spc="-2" dirty="0">
                <a:latin typeface="Times New Roman"/>
                <a:cs typeface="Times New Roman"/>
              </a:rPr>
              <a:t>tu</a:t>
            </a:r>
            <a:r>
              <a:rPr sz="1700" dirty="0">
                <a:latin typeface="Times New Roman"/>
                <a:cs typeface="Times New Roman"/>
              </a:rPr>
              <a:t>re</a:t>
            </a:r>
            <a:r>
              <a:rPr sz="1700" spc="-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51" dirty="0">
                <a:latin typeface="Times New Roman"/>
                <a:cs typeface="Times New Roman"/>
              </a:rPr>
              <a:t>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dirty="0">
                <a:latin typeface="Times New Roman"/>
                <a:cs typeface="Times New Roman"/>
              </a:rPr>
              <a:t>ou</a:t>
            </a:r>
            <a:r>
              <a:rPr sz="1700" spc="2" dirty="0">
                <a:latin typeface="Times New Roman"/>
                <a:cs typeface="Times New Roman"/>
              </a:rPr>
              <a:t>r</a:t>
            </a:r>
            <a:r>
              <a:rPr sz="1700" spc="-2" dirty="0">
                <a:latin typeface="Times New Roman"/>
                <a:cs typeface="Times New Roman"/>
              </a:rPr>
              <a:t>th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46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Editi</a:t>
            </a:r>
            <a:r>
              <a:rPr sz="1700" dirty="0">
                <a:latin typeface="Times New Roman"/>
                <a:cs typeface="Times New Roman"/>
              </a:rPr>
              <a:t>on, </a:t>
            </a:r>
            <a:r>
              <a:rPr sz="1700" spc="-2" dirty="0">
                <a:latin typeface="Times New Roman"/>
                <a:cs typeface="Times New Roman"/>
              </a:rPr>
              <a:t>Addiso</a:t>
            </a:r>
            <a:r>
              <a:rPr sz="1700" dirty="0">
                <a:latin typeface="Times New Roman"/>
                <a:cs typeface="Times New Roman"/>
              </a:rPr>
              <a:t>n </a:t>
            </a:r>
            <a:r>
              <a:rPr sz="1700" spc="-10" dirty="0">
                <a:latin typeface="Times New Roman"/>
                <a:cs typeface="Times New Roman"/>
              </a:rPr>
              <a:t>W</a:t>
            </a:r>
            <a:r>
              <a:rPr sz="1700" spc="-5" dirty="0">
                <a:latin typeface="Times New Roman"/>
                <a:cs typeface="Times New Roman"/>
              </a:rPr>
              <a:t>esley.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454"/>
              </a:spcBef>
              <a:buFont typeface="Symbol"/>
              <a:buChar char=""/>
              <a:tabLst>
                <a:tab pos="226022" algn="l"/>
              </a:tabLst>
            </a:pPr>
            <a:r>
              <a:rPr sz="1700" dirty="0">
                <a:latin typeface="Times New Roman"/>
                <a:cs typeface="Times New Roman"/>
              </a:rPr>
              <a:t>P</a:t>
            </a:r>
            <a:r>
              <a:rPr sz="1700" spc="-7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tt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rson</a:t>
            </a:r>
            <a:r>
              <a:rPr sz="1700" spc="-2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nd </a:t>
            </a:r>
            <a:r>
              <a:rPr sz="1700" spc="-2" dirty="0">
                <a:latin typeface="Times New Roman"/>
                <a:cs typeface="Times New Roman"/>
              </a:rPr>
              <a:t>H</a:t>
            </a:r>
            <a:r>
              <a:rPr sz="1700" spc="-5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n</a:t>
            </a:r>
            <a:r>
              <a:rPr sz="1700" spc="5" dirty="0">
                <a:latin typeface="Times New Roman"/>
                <a:cs typeface="Times New Roman"/>
              </a:rPr>
              <a:t>n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spc="-2" dirty="0">
                <a:latin typeface="Times New Roman"/>
                <a:cs typeface="Times New Roman"/>
              </a:rPr>
              <a:t>ssy</a:t>
            </a:r>
            <a:r>
              <a:rPr sz="1700" dirty="0">
                <a:latin typeface="Times New Roman"/>
                <a:cs typeface="Times New Roman"/>
              </a:rPr>
              <a:t>,</a:t>
            </a:r>
            <a:r>
              <a:rPr sz="1700" spc="2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“</a:t>
            </a:r>
            <a:r>
              <a:rPr sz="1700" spc="-5" dirty="0">
                <a:latin typeface="Times New Roman"/>
                <a:cs typeface="Times New Roman"/>
              </a:rPr>
              <a:t>Comput</a:t>
            </a:r>
            <a:r>
              <a:rPr sz="1700" spc="-7" dirty="0">
                <a:latin typeface="Times New Roman"/>
                <a:cs typeface="Times New Roman"/>
              </a:rPr>
              <a:t>e</a:t>
            </a:r>
            <a:r>
              <a:rPr sz="1700" dirty="0">
                <a:latin typeface="Times New Roman"/>
                <a:cs typeface="Times New Roman"/>
              </a:rPr>
              <a:t>r 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spc="-2" dirty="0">
                <a:latin typeface="Times New Roman"/>
                <a:cs typeface="Times New Roman"/>
              </a:rPr>
              <a:t>r</a:t>
            </a:r>
            <a:r>
              <a:rPr sz="1700" spc="-10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hite</a:t>
            </a:r>
            <a:r>
              <a:rPr sz="1700" spc="-7" dirty="0">
                <a:latin typeface="Times New Roman"/>
                <a:cs typeface="Times New Roman"/>
              </a:rPr>
              <a:t>c</a:t>
            </a:r>
            <a:r>
              <a:rPr sz="1700" spc="-2" dirty="0">
                <a:latin typeface="Times New Roman"/>
                <a:cs typeface="Times New Roman"/>
              </a:rPr>
              <a:t>tur</a:t>
            </a:r>
            <a:r>
              <a:rPr sz="1700" dirty="0">
                <a:latin typeface="Times New Roman"/>
                <a:cs typeface="Times New Roman"/>
              </a:rPr>
              <a:t>e</a:t>
            </a:r>
            <a:r>
              <a:rPr sz="1700" spc="2" dirty="0">
                <a:latin typeface="Times New Roman"/>
                <a:cs typeface="Times New Roman"/>
              </a:rPr>
              <a:t>”</a:t>
            </a:r>
            <a:r>
              <a:rPr sz="1700" dirty="0">
                <a:latin typeface="Times New Roman"/>
                <a:cs typeface="Times New Roman"/>
              </a:rPr>
              <a:t>, </a:t>
            </a:r>
            <a:r>
              <a:rPr sz="1700" spc="-5" dirty="0">
                <a:latin typeface="Times New Roman"/>
                <a:cs typeface="Times New Roman"/>
              </a:rPr>
              <a:t>F</a:t>
            </a:r>
            <a:r>
              <a:rPr sz="1700" spc="-2" dirty="0">
                <a:latin typeface="Times New Roman"/>
                <a:cs typeface="Times New Roman"/>
              </a:rPr>
              <a:t>ifth Edition Morga</a:t>
            </a:r>
            <a:r>
              <a:rPr sz="1700" dirty="0">
                <a:latin typeface="Times New Roman"/>
                <a:cs typeface="Times New Roman"/>
              </a:rPr>
              <a:t>on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spc="-2" dirty="0">
                <a:latin typeface="Times New Roman"/>
                <a:cs typeface="Times New Roman"/>
              </a:rPr>
              <a:t>K</a:t>
            </a:r>
            <a:r>
              <a:rPr sz="1700" spc="-5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uf</a:t>
            </a:r>
            <a:r>
              <a:rPr sz="1700" spc="-5" dirty="0">
                <a:latin typeface="Times New Roman"/>
                <a:cs typeface="Times New Roman"/>
              </a:rPr>
              <a:t>fman.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79055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BE9B4-DEC0-1751-2BEC-F4795E7B9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ECC43B-00FB-2288-D97C-DF68881B1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55" y="116066"/>
            <a:ext cx="476476" cy="8069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F94362-D50E-29D6-FDD6-570CD33CCA4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4118" y="116066"/>
            <a:ext cx="1423359" cy="476476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1F6FCC03-9C6C-AC32-6940-8C5AF0FC2665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1033" y="116065"/>
            <a:ext cx="549780" cy="549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6A01E19-E2AA-5DC0-9A93-CADAA958A59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94" y="116064"/>
            <a:ext cx="659736" cy="54978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3A4578F8-A8A0-9048-9526-FA3137397BF8}"/>
              </a:ext>
            </a:extLst>
          </p:cNvPr>
          <p:cNvSpPr txBox="1"/>
          <p:nvPr/>
        </p:nvSpPr>
        <p:spPr>
          <a:xfrm>
            <a:off x="990600" y="1428750"/>
            <a:ext cx="6987300" cy="13336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09"/>
            <a:r>
              <a:rPr sz="1700" b="1" spc="-5" dirty="0">
                <a:latin typeface="Times New Roman"/>
                <a:cs typeface="Times New Roman"/>
              </a:rPr>
              <a:t>Oth</a:t>
            </a:r>
            <a:r>
              <a:rPr sz="1700" b="1" spc="-2" dirty="0">
                <a:latin typeface="Times New Roman"/>
                <a:cs typeface="Times New Roman"/>
              </a:rPr>
              <a:t>e</a:t>
            </a:r>
            <a:r>
              <a:rPr sz="1700" b="1" spc="-5" dirty="0">
                <a:latin typeface="Times New Roman"/>
                <a:cs typeface="Times New Roman"/>
              </a:rPr>
              <a:t>r</a:t>
            </a:r>
            <a:r>
              <a:rPr sz="1700" b="1" spc="-2" dirty="0">
                <a:latin typeface="Times New Roman"/>
                <a:cs typeface="Times New Roman"/>
              </a:rPr>
              <a:t> R</a:t>
            </a:r>
            <a:r>
              <a:rPr sz="1700" b="1" spc="-5" dirty="0">
                <a:latin typeface="Times New Roman"/>
                <a:cs typeface="Times New Roman"/>
              </a:rPr>
              <a:t>e</a:t>
            </a:r>
            <a:r>
              <a:rPr sz="1700" b="1" spc="2" dirty="0">
                <a:latin typeface="Times New Roman"/>
                <a:cs typeface="Times New Roman"/>
              </a:rPr>
              <a:t>f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spc="-2" dirty="0">
                <a:latin typeface="Times New Roman"/>
                <a:cs typeface="Times New Roman"/>
              </a:rPr>
              <a:t>r</a:t>
            </a:r>
            <a:r>
              <a:rPr sz="1700" b="1" spc="-7" dirty="0">
                <a:latin typeface="Times New Roman"/>
                <a:cs typeface="Times New Roman"/>
              </a:rPr>
              <a:t>e</a:t>
            </a:r>
            <a:r>
              <a:rPr sz="1700" b="1" dirty="0">
                <a:latin typeface="Times New Roman"/>
                <a:cs typeface="Times New Roman"/>
              </a:rPr>
              <a:t>n</a:t>
            </a:r>
            <a:r>
              <a:rPr sz="1700" b="1" spc="-7" dirty="0">
                <a:latin typeface="Times New Roman"/>
                <a:cs typeface="Times New Roman"/>
              </a:rPr>
              <a:t>ce</a:t>
            </a:r>
            <a:r>
              <a:rPr sz="1700" b="1" dirty="0">
                <a:latin typeface="Times New Roman"/>
                <a:cs typeface="Times New Roman"/>
              </a:rPr>
              <a:t>s</a:t>
            </a:r>
            <a:endParaRPr sz="1700" dirty="0">
              <a:latin typeface="Times New Roman"/>
              <a:cs typeface="Times New Roman"/>
            </a:endParaRPr>
          </a:p>
          <a:p>
            <a:pPr>
              <a:spcBef>
                <a:spcPts val="25"/>
              </a:spcBef>
            </a:pP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buFont typeface="Symbol"/>
              <a:buChar char=""/>
              <a:tabLst>
                <a:tab pos="226022" algn="l"/>
              </a:tabLst>
            </a:pP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Prog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mm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/O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(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in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k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rt.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om)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70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/C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l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rjP</a:t>
            </a:r>
            <a:r>
              <a:rPr sz="1700" u="sng" spc="5" dirty="0">
                <a:solidFill>
                  <a:srgbClr val="0000FF"/>
                </a:solidFill>
                <a:latin typeface="Times New Roman"/>
                <a:cs typeface="Times New Roman"/>
              </a:rPr>
              <a:t>b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2bs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?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si=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9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2K5y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X3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i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FC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spc="2" dirty="0">
                <a:solidFill>
                  <a:srgbClr val="0000FF"/>
                </a:solidFill>
                <a:latin typeface="Times New Roman"/>
                <a:cs typeface="Times New Roman"/>
              </a:rPr>
              <a:t>Z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4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endParaRPr sz="1700" dirty="0">
              <a:latin typeface="Times New Roman"/>
              <a:cs typeface="Times New Roman"/>
            </a:endParaRPr>
          </a:p>
          <a:p>
            <a:pPr marL="225716" indent="-109651">
              <a:spcBef>
                <a:spcPts val="63"/>
              </a:spcBef>
              <a:buFont typeface="Symbol"/>
              <a:buChar char=""/>
              <a:tabLst>
                <a:tab pos="226022" algn="l"/>
              </a:tabLst>
            </a:pP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https: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/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/youtu.b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/ZC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7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d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a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lOY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E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?si=6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sz="1700" u="sng" spc="-10" dirty="0">
                <a:solidFill>
                  <a:srgbClr val="0000FF"/>
                </a:solidFill>
                <a:latin typeface="Times New Roman"/>
                <a:cs typeface="Times New Roman"/>
              </a:rPr>
              <a:t>W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uju9</a:t>
            </a:r>
            <a:r>
              <a:rPr sz="1700" u="sng" spc="-7" dirty="0">
                <a:solidFill>
                  <a:srgbClr val="0000FF"/>
                </a:solidFill>
                <a:latin typeface="Times New Roman"/>
                <a:cs typeface="Times New Roman"/>
              </a:rPr>
              <a:t>F</a:t>
            </a:r>
            <a:r>
              <a:rPr sz="1700" u="sng" spc="-2" dirty="0">
                <a:solidFill>
                  <a:srgbClr val="0000FF"/>
                </a:solidFill>
                <a:latin typeface="Times New Roman"/>
                <a:cs typeface="Times New Roman"/>
              </a:rPr>
              <a:t>jje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IhM</a:t>
            </a:r>
            <a:r>
              <a:rPr sz="1700" u="sng" spc="-5" dirty="0">
                <a:solidFill>
                  <a:srgbClr val="0000FF"/>
                </a:solidFill>
                <a:latin typeface="Times New Roman"/>
                <a:cs typeface="Times New Roman"/>
              </a:rPr>
              <a:t>c</a:t>
            </a:r>
            <a:r>
              <a:rPr sz="1700" u="sng" dirty="0">
                <a:solidFill>
                  <a:srgbClr val="0000FF"/>
                </a:solidFill>
                <a:latin typeface="Times New Roman"/>
                <a:cs typeface="Times New Roman"/>
              </a:rPr>
              <a:t>M</a:t>
            </a:r>
            <a:endParaRPr sz="17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071586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40</TotalTime>
  <Words>2071</Words>
  <Application>Microsoft Office PowerPoint</Application>
  <PresentationFormat>On-screen Show (16:9)</PresentationFormat>
  <Paragraphs>111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Calibri</vt:lpstr>
      <vt:lpstr>Calibri Light</vt:lpstr>
      <vt:lpstr>Symbol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Online2PDF.com</dc:creator>
  <cp:lastModifiedBy>Shikha Atwal</cp:lastModifiedBy>
  <cp:revision>4</cp:revision>
  <dcterms:created xsi:type="dcterms:W3CDTF">2024-12-24T17:02:48Z</dcterms:created>
  <dcterms:modified xsi:type="dcterms:W3CDTF">2024-12-26T06:18:05Z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2024-12-24T00:00:00Z</vt:filetime>
  </property>
  <property fmtid="{D5CDD505-2E9C-101B-9397-08002B2CF9AE}" pid="3" name="LastSaved">
    <vt:filetime>2024-12-24T00:00:00Z</vt:filetime>
  </property>
</Properties>
</file>