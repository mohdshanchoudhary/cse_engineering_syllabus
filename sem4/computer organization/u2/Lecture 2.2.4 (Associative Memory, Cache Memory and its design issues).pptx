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6.jpg" ContentType="image/jpg"/>
  <Override PartName="/ppt/media/image7.jpg" ContentType="image/jpg"/>
  <Override PartName="/ppt/media/image8.jpg" ContentType="image/jpg"/>
  <Override PartName="/ppt/media/image9.jpg" ContentType="image/jpg"/>
  <Override PartName="/ppt/media/image10.jpg" ContentType="image/jpg"/>
  <Override PartName="/ppt/media/image11.jpg" ContentType="image/jpg"/>
  <Override PartName="/ppt/media/image12.jpg" ContentType="image/jpg"/>
  <Override PartName="/ppt/media/image14.jpg" ContentType="image/jpg"/>
  <Override PartName="/ppt/media/image16.jpg" ContentType="image/jpg"/>
  <Override PartName="/ppt/media/image19.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56"/>
  </p:notesMasterIdLst>
  <p:sldIdLst>
    <p:sldId id="273" r:id="rId2"/>
    <p:sldId id="511" r:id="rId3"/>
    <p:sldId id="512" r:id="rId4"/>
    <p:sldId id="514" r:id="rId5"/>
    <p:sldId id="513" r:id="rId6"/>
    <p:sldId id="515" r:id="rId7"/>
    <p:sldId id="517" r:id="rId8"/>
    <p:sldId id="518" r:id="rId9"/>
    <p:sldId id="516" r:id="rId10"/>
    <p:sldId id="519" r:id="rId11"/>
    <p:sldId id="522" r:id="rId12"/>
    <p:sldId id="520" r:id="rId13"/>
    <p:sldId id="521" r:id="rId14"/>
    <p:sldId id="525" r:id="rId15"/>
    <p:sldId id="526" r:id="rId16"/>
    <p:sldId id="527" r:id="rId17"/>
    <p:sldId id="528" r:id="rId18"/>
    <p:sldId id="529" r:id="rId19"/>
    <p:sldId id="530" r:id="rId20"/>
    <p:sldId id="523" r:id="rId21"/>
    <p:sldId id="531" r:id="rId22"/>
    <p:sldId id="532" r:id="rId23"/>
    <p:sldId id="524" r:id="rId24"/>
    <p:sldId id="534" r:id="rId25"/>
    <p:sldId id="533" r:id="rId26"/>
    <p:sldId id="535" r:id="rId27"/>
    <p:sldId id="536" r:id="rId28"/>
    <p:sldId id="537" r:id="rId29"/>
    <p:sldId id="538" r:id="rId30"/>
    <p:sldId id="540" r:id="rId31"/>
    <p:sldId id="539" r:id="rId32"/>
    <p:sldId id="542" r:id="rId33"/>
    <p:sldId id="543" r:id="rId34"/>
    <p:sldId id="541" r:id="rId35"/>
    <p:sldId id="544" r:id="rId36"/>
    <p:sldId id="545" r:id="rId37"/>
    <p:sldId id="546" r:id="rId38"/>
    <p:sldId id="547" r:id="rId39"/>
    <p:sldId id="551" r:id="rId40"/>
    <p:sldId id="552" r:id="rId41"/>
    <p:sldId id="553" r:id="rId42"/>
    <p:sldId id="548" r:id="rId43"/>
    <p:sldId id="554" r:id="rId44"/>
    <p:sldId id="555" r:id="rId45"/>
    <p:sldId id="556" r:id="rId46"/>
    <p:sldId id="557" r:id="rId47"/>
    <p:sldId id="558" r:id="rId48"/>
    <p:sldId id="559" r:id="rId49"/>
    <p:sldId id="560" r:id="rId50"/>
    <p:sldId id="549" r:id="rId51"/>
    <p:sldId id="550" r:id="rId52"/>
    <p:sldId id="561" r:id="rId53"/>
    <p:sldId id="562" r:id="rId54"/>
    <p:sldId id="564" r:id="rId55"/>
  </p:sldIdLst>
  <p:sldSz cx="9144000" cy="5143500" type="screen16x9"/>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5" userDrawn="1">
          <p15:clr>
            <a:srgbClr val="A4A3A4"/>
          </p15:clr>
        </p15:guide>
        <p15:guide id="2" pos="26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874" y="67"/>
      </p:cViewPr>
      <p:guideLst>
        <p:guide orient="horz" pos="1385"/>
        <p:guide pos="261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1406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6144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617285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622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07701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41212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24255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12/25/2024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397315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1D8BD707-D9CF-40AE-B4C6-C98DA3205C09}" type="datetimeFigureOut">
              <a:rPr lang="en-US" smtClean="0"/>
              <a:t>12/25/2024</a:t>
            </a:fld>
            <a:endParaRPr lang="en-US"/>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880353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333423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26605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765629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1D8BD707-D9CF-40AE-B4C6-C98DA3205C09}" type="datetimeFigureOut">
              <a:rPr lang="en-US" smtClean="0"/>
              <a:t>12/25/2024</a:t>
            </a:fld>
            <a:endParaRPr lang="en-US"/>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B6F15528-21DE-4FAA-801E-634DDDAF4B2B}" type="slidenum">
              <a:rPr lang="en-US" smtClean="0"/>
              <a:t>‹#›</a:t>
            </a:fld>
            <a:endParaRPr lang="en-US"/>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943121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jp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jp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jp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jp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jpg"/><Relationship Id="rId5" Type="http://schemas.openxmlformats.org/officeDocument/2006/relationships/image" Target="../media/image5.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4.jpg"/><Relationship Id="rId5" Type="http://schemas.openxmlformats.org/officeDocument/2006/relationships/image" Target="../media/image5.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6.jpg"/><Relationship Id="rId5" Type="http://schemas.openxmlformats.org/officeDocument/2006/relationships/image" Target="../media/image5.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5.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9.jpg"/><Relationship Id="rId5" Type="http://schemas.openxmlformats.org/officeDocument/2006/relationships/image" Target="../media/image5.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www.includehelp.com/cso/types-of-cache-replacement-policies.aspx" TargetMode="Externa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CFCF30-EF72-A459-B1F4-E2DD160D29AA}"/>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86354A7-7091-D91A-A7E7-7B5DF5BDC9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67096D5-CA38-0859-FAF8-58F7984BD00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9233E20-ECE4-6406-DB92-ABF9EA9DFD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13" name="TextBox 12">
            <a:extLst>
              <a:ext uri="{FF2B5EF4-FFF2-40B4-BE49-F238E27FC236}">
                <a16:creationId xmlns:a16="http://schemas.microsoft.com/office/drawing/2014/main" id="{0E664002-4AA4-31D1-E101-4DF5A585878C}"/>
              </a:ext>
            </a:extLst>
          </p:cNvPr>
          <p:cNvSpPr txBox="1"/>
          <p:nvPr/>
        </p:nvSpPr>
        <p:spPr>
          <a:xfrm>
            <a:off x="961776" y="1435539"/>
            <a:ext cx="7220448" cy="1897058"/>
          </a:xfrm>
          <a:prstGeom prst="rect">
            <a:avLst/>
          </a:prstGeom>
          <a:noFill/>
        </p:spPr>
        <p:txBody>
          <a:bodyPr wrap="square">
            <a:spAutoFit/>
          </a:bodyPr>
          <a:lstStyle/>
          <a:p>
            <a:pPr algn="ctr" defTabSz="439815">
              <a:defRPr/>
            </a:pPr>
            <a:r>
              <a:rPr lang="en-US" sz="2597" b="1" dirty="0">
                <a:solidFill>
                  <a:prstClr val="black"/>
                </a:solidFill>
                <a:latin typeface="Times New Roman" panose="02020603050405020304" pitchFamily="18" charset="0"/>
                <a:ea typeface="Arial"/>
                <a:cs typeface="Times New Roman" panose="02020603050405020304" pitchFamily="18" charset="0"/>
                <a:sym typeface="Arial"/>
              </a:rPr>
              <a:t>University Institute of Engineering</a:t>
            </a:r>
            <a:endParaRPr lang="en-US" sz="2597"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Department of Computer Science &amp; Engineering</a:t>
            </a:r>
          </a:p>
          <a:p>
            <a:pPr algn="ctr" defTabSz="439815">
              <a:defRPr/>
            </a:pPr>
            <a:endParaRPr lang="en-US" sz="2213" b="1" dirty="0">
              <a:solidFill>
                <a:prstClr val="black"/>
              </a:solidFill>
              <a:latin typeface="Times New Roman" panose="02020603050405020304" pitchFamily="18" charset="0"/>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cs typeface="Times New Roman" panose="02020603050405020304" pitchFamily="18" charset="0"/>
              </a:rPr>
              <a:t>COMPUTER ORGANIZATION &amp; ARCHITECTURE</a:t>
            </a:r>
            <a:endParaRPr lang="en-US" sz="2213" b="1"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lnSpc>
                <a:spcPct val="90000"/>
              </a:lnSpc>
              <a:spcBef>
                <a:spcPts val="606"/>
              </a:spcBef>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(23CST-204/23ITT-204)</a:t>
            </a:r>
          </a:p>
        </p:txBody>
      </p:sp>
      <p:sp>
        <p:nvSpPr>
          <p:cNvPr id="16" name="Subtitle 2">
            <a:extLst>
              <a:ext uri="{FF2B5EF4-FFF2-40B4-BE49-F238E27FC236}">
                <a16:creationId xmlns:a16="http://schemas.microsoft.com/office/drawing/2014/main" id="{F7016100-A7B3-0379-C4B5-D13BB8B70B9B}"/>
              </a:ext>
            </a:extLst>
          </p:cNvPr>
          <p:cNvSpPr txBox="1">
            <a:spLocks/>
          </p:cNvSpPr>
          <p:nvPr/>
        </p:nvSpPr>
        <p:spPr>
          <a:xfrm>
            <a:off x="304801" y="3655678"/>
            <a:ext cx="2364055" cy="1039831"/>
          </a:xfrm>
          <a:prstGeom prst="rect">
            <a:avLst/>
          </a:prstGeom>
        </p:spPr>
        <p:txBody>
          <a:bodyPr vert="horz" lIns="43982" tIns="21991" rIns="43982" bIns="21991"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51" b="1" dirty="0">
                <a:latin typeface="Times New Roman" panose="02020603050405020304" pitchFamily="18" charset="0"/>
                <a:cs typeface="Times New Roman" panose="02020603050405020304" pitchFamily="18" charset="0"/>
              </a:rPr>
              <a:t>ER. SHIKHA ATWAL</a:t>
            </a:r>
          </a:p>
          <a:p>
            <a:pPr algn="l"/>
            <a:r>
              <a:rPr lang="en-US" sz="962" b="1" dirty="0">
                <a:latin typeface="Times New Roman" panose="02020603050405020304" pitchFamily="18" charset="0"/>
                <a:cs typeface="Times New Roman" panose="02020603050405020304" pitchFamily="18" charset="0"/>
              </a:rPr>
              <a:t>E11186</a:t>
            </a:r>
          </a:p>
          <a:p>
            <a:pPr algn="l"/>
            <a:r>
              <a:rPr lang="en-US" sz="962" b="1" dirty="0">
                <a:latin typeface="Times New Roman" panose="02020603050405020304" pitchFamily="18" charset="0"/>
                <a:cs typeface="Times New Roman" panose="02020603050405020304" pitchFamily="18" charset="0"/>
              </a:rPr>
              <a:t>ASSISTANT PROFESSOR</a:t>
            </a:r>
          </a:p>
          <a:p>
            <a:pPr algn="l"/>
            <a:r>
              <a:rPr lang="en-US" sz="962" b="1" dirty="0">
                <a:latin typeface="Times New Roman" panose="02020603050405020304" pitchFamily="18" charset="0"/>
                <a:cs typeface="Times New Roman" panose="02020603050405020304" pitchFamily="18" charset="0"/>
              </a:rPr>
              <a:t>BE-CSE</a:t>
            </a:r>
          </a:p>
        </p:txBody>
      </p:sp>
    </p:spTree>
    <p:extLst>
      <p:ext uri="{BB962C8B-B14F-4D97-AF65-F5344CB8AC3E}">
        <p14:creationId xmlns:p14="http://schemas.microsoft.com/office/powerpoint/2010/main" val="1273637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2EC67-A2BE-100D-92B4-34977E07B65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175090D-BA4F-5931-83C4-3E2E8BDD7C06}"/>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FE421EA3-8C30-E4CE-03A6-AFE5FA8706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13B931FE-A30E-FD2D-CDF1-6B809A47420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2D68830C-AB7B-C8D0-FA70-6C7BAFDBED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914400" y="919191"/>
            <a:ext cx="7162800" cy="1646605"/>
          </a:xfrm>
          <a:prstGeom prst="rect">
            <a:avLst/>
          </a:prstGeom>
        </p:spPr>
        <p:txBody>
          <a:bodyPr vert="horz" wrap="square" lIns="0" tIns="0" rIns="0" bIns="0" rtlCol="0">
            <a:spAutoFit/>
          </a:bodyPr>
          <a:lstStyle/>
          <a:p>
            <a:pPr marL="6109" marR="309711" algn="ctr"/>
            <a:r>
              <a:rPr sz="1700" b="1" spc="-2" dirty="0">
                <a:latin typeface="Times New Roman"/>
                <a:cs typeface="Times New Roman"/>
              </a:rPr>
              <a:t>AS</a:t>
            </a:r>
            <a:r>
              <a:rPr sz="1700" b="1" spc="2" dirty="0">
                <a:latin typeface="Times New Roman"/>
                <a:cs typeface="Times New Roman"/>
              </a:rPr>
              <a:t>S</a:t>
            </a:r>
            <a:r>
              <a:rPr sz="1700" b="1" dirty="0">
                <a:latin typeface="Times New Roman"/>
                <a:cs typeface="Times New Roman"/>
              </a:rPr>
              <a:t>OCIATI</a:t>
            </a:r>
            <a:r>
              <a:rPr sz="1700" b="1" spc="-2" dirty="0">
                <a:latin typeface="Times New Roman"/>
                <a:cs typeface="Times New Roman"/>
              </a:rPr>
              <a:t>V</a:t>
            </a:r>
            <a:r>
              <a:rPr sz="1700" b="1" dirty="0">
                <a:latin typeface="Times New Roman"/>
                <a:cs typeface="Times New Roman"/>
              </a:rPr>
              <a:t>E </a:t>
            </a:r>
            <a:r>
              <a:rPr sz="1700" b="1" spc="-10" dirty="0">
                <a:latin typeface="Times New Roman"/>
                <a:cs typeface="Times New Roman"/>
              </a:rPr>
              <a:t>M</a:t>
            </a:r>
            <a:r>
              <a:rPr sz="1700" b="1" spc="-5" dirty="0">
                <a:latin typeface="Times New Roman"/>
                <a:cs typeface="Times New Roman"/>
              </a:rPr>
              <a:t>E</a:t>
            </a:r>
            <a:r>
              <a:rPr sz="1700" b="1" spc="-10" dirty="0">
                <a:latin typeface="Times New Roman"/>
                <a:cs typeface="Times New Roman"/>
              </a:rPr>
              <a:t>M</a:t>
            </a:r>
            <a:r>
              <a:rPr sz="1700" b="1" dirty="0">
                <a:latin typeface="Times New Roman"/>
                <a:cs typeface="Times New Roman"/>
              </a:rPr>
              <a:t>ORY</a:t>
            </a:r>
            <a:endParaRPr sz="1700" dirty="0">
              <a:latin typeface="Times New Roman"/>
              <a:cs typeface="Times New Roman"/>
            </a:endParaRPr>
          </a:p>
          <a:p>
            <a:pPr marL="15577" marR="2443" algn="just">
              <a:spcBef>
                <a:spcPts val="305"/>
              </a:spcBef>
            </a:pPr>
            <a:endParaRPr lang="en-US" sz="1700" spc="-2" dirty="0">
              <a:latin typeface="Times New Roman"/>
              <a:cs typeface="Times New Roman"/>
            </a:endParaRPr>
          </a:p>
          <a:p>
            <a:pPr marL="15577" marR="2443" algn="just">
              <a:spcBef>
                <a:spcPts val="305"/>
              </a:spcBef>
            </a:pPr>
            <a:r>
              <a:rPr sz="1700" spc="-2" dirty="0">
                <a:latin typeface="Times New Roman"/>
                <a:cs typeface="Times New Roman"/>
              </a:rPr>
              <a:t>A</a:t>
            </a:r>
            <a:r>
              <a:rPr sz="1700" dirty="0">
                <a:latin typeface="Times New Roman"/>
                <a:cs typeface="Times New Roman"/>
              </a:rPr>
              <a:t>n </a:t>
            </a:r>
            <a:r>
              <a:rPr sz="1700" spc="-72" dirty="0">
                <a:latin typeface="Times New Roman"/>
                <a:cs typeface="Times New Roman"/>
              </a:rPr>
              <a:t> </a:t>
            </a:r>
            <a:r>
              <a:rPr sz="1700" spc="-5" dirty="0">
                <a:latin typeface="Times New Roman"/>
                <a:cs typeface="Times New Roman"/>
              </a:rPr>
              <a:t>associa</a:t>
            </a:r>
            <a:r>
              <a:rPr sz="1700" spc="-2" dirty="0">
                <a:latin typeface="Times New Roman"/>
                <a:cs typeface="Times New Roman"/>
              </a:rPr>
              <a:t>tive</a:t>
            </a:r>
            <a:r>
              <a:rPr sz="1700" dirty="0">
                <a:latin typeface="Times New Roman"/>
                <a:cs typeface="Times New Roman"/>
              </a:rPr>
              <a:t> </a:t>
            </a:r>
            <a:r>
              <a:rPr sz="1700" spc="-72"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65" dirty="0">
                <a:latin typeface="Times New Roman"/>
                <a:cs typeface="Times New Roman"/>
              </a:rPr>
              <a:t> </a:t>
            </a:r>
            <a:r>
              <a:rPr sz="1700" spc="-7" dirty="0">
                <a:latin typeface="Times New Roman"/>
                <a:cs typeface="Times New Roman"/>
              </a:rPr>
              <a:t>ca</a:t>
            </a:r>
            <a:r>
              <a:rPr sz="1700" dirty="0">
                <a:latin typeface="Times New Roman"/>
                <a:cs typeface="Times New Roman"/>
              </a:rPr>
              <a:t>n </a:t>
            </a:r>
            <a:r>
              <a:rPr sz="1700" spc="-72" dirty="0">
                <a:latin typeface="Times New Roman"/>
                <a:cs typeface="Times New Roman"/>
              </a:rPr>
              <a:t> </a:t>
            </a:r>
            <a:r>
              <a:rPr sz="1700" spc="-5" dirty="0">
                <a:latin typeface="Times New Roman"/>
                <a:cs typeface="Times New Roman"/>
              </a:rPr>
              <a:t>be</a:t>
            </a:r>
            <a:r>
              <a:rPr sz="1700" dirty="0">
                <a:latin typeface="Times New Roman"/>
                <a:cs typeface="Times New Roman"/>
              </a:rPr>
              <a:t> </a:t>
            </a:r>
            <a:r>
              <a:rPr sz="1700" spc="-72" dirty="0">
                <a:latin typeface="Times New Roman"/>
                <a:cs typeface="Times New Roman"/>
              </a:rPr>
              <a:t> </a:t>
            </a:r>
            <a:r>
              <a:rPr sz="1700" spc="-2" dirty="0">
                <a:latin typeface="Times New Roman"/>
                <a:cs typeface="Times New Roman"/>
              </a:rPr>
              <a:t>t</a:t>
            </a:r>
            <a:r>
              <a:rPr sz="1700" dirty="0">
                <a:latin typeface="Times New Roman"/>
                <a:cs typeface="Times New Roman"/>
              </a:rPr>
              <a:t>r</a:t>
            </a:r>
            <a:r>
              <a:rPr sz="1700" spc="-7" dirty="0">
                <a:latin typeface="Times New Roman"/>
                <a:cs typeface="Times New Roman"/>
              </a:rPr>
              <a:t>ea</a:t>
            </a:r>
            <a:r>
              <a:rPr sz="1700" spc="-2" dirty="0">
                <a:latin typeface="Times New Roman"/>
                <a:cs typeface="Times New Roman"/>
              </a:rPr>
              <a:t>ted</a:t>
            </a:r>
            <a:r>
              <a:rPr sz="1700" dirty="0">
                <a:latin typeface="Times New Roman"/>
                <a:cs typeface="Times New Roman"/>
              </a:rPr>
              <a:t> </a:t>
            </a:r>
            <a:r>
              <a:rPr sz="1700" spc="-67" dirty="0">
                <a:latin typeface="Times New Roman"/>
                <a:cs typeface="Times New Roman"/>
              </a:rPr>
              <a:t> </a:t>
            </a:r>
            <a:r>
              <a:rPr sz="1700" spc="-7" dirty="0">
                <a:latin typeface="Times New Roman"/>
                <a:cs typeface="Times New Roman"/>
              </a:rPr>
              <a:t>a</a:t>
            </a:r>
            <a:r>
              <a:rPr sz="1700" dirty="0">
                <a:latin typeface="Times New Roman"/>
                <a:cs typeface="Times New Roman"/>
              </a:rPr>
              <a:t>s </a:t>
            </a:r>
            <a:r>
              <a:rPr sz="1700" spc="-70"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72" dirty="0">
                <a:latin typeface="Times New Roman"/>
                <a:cs typeface="Times New Roman"/>
              </a:rPr>
              <a:t> </a:t>
            </a:r>
            <a:r>
              <a:rPr sz="1700" spc="-5" dirty="0">
                <a:latin typeface="Times New Roman"/>
                <a:cs typeface="Times New Roman"/>
              </a:rPr>
              <a:t>me</a:t>
            </a:r>
            <a:r>
              <a:rPr sz="1700" dirty="0">
                <a:latin typeface="Times New Roman"/>
                <a:cs typeface="Times New Roman"/>
              </a:rPr>
              <a:t>mory </a:t>
            </a:r>
            <a:r>
              <a:rPr sz="1700" spc="-72" dirty="0">
                <a:latin typeface="Times New Roman"/>
                <a:cs typeface="Times New Roman"/>
              </a:rPr>
              <a:t> </a:t>
            </a:r>
            <a:r>
              <a:rPr sz="1700" spc="-2" dirty="0">
                <a:latin typeface="Times New Roman"/>
                <a:cs typeface="Times New Roman"/>
              </a:rPr>
              <a:t>unit</a:t>
            </a:r>
            <a:r>
              <a:rPr sz="1700" dirty="0">
                <a:latin typeface="Times New Roman"/>
                <a:cs typeface="Times New Roman"/>
              </a:rPr>
              <a:t> </a:t>
            </a:r>
            <a:r>
              <a:rPr sz="1700" spc="-70" dirty="0">
                <a:latin typeface="Times New Roman"/>
                <a:cs typeface="Times New Roman"/>
              </a:rPr>
              <a:t> </a:t>
            </a:r>
            <a:r>
              <a:rPr sz="1700" spc="-2" dirty="0">
                <a:latin typeface="Times New Roman"/>
                <a:cs typeface="Times New Roman"/>
              </a:rPr>
              <a:t>whos</a:t>
            </a:r>
            <a:r>
              <a:rPr sz="1700" dirty="0">
                <a:latin typeface="Times New Roman"/>
                <a:cs typeface="Times New Roman"/>
              </a:rPr>
              <a:t>e</a:t>
            </a:r>
            <a:r>
              <a:rPr sz="1700" spc="70" dirty="0">
                <a:latin typeface="Times New Roman"/>
                <a:cs typeface="Times New Roman"/>
              </a:rPr>
              <a:t> </a:t>
            </a:r>
            <a:r>
              <a:rPr sz="1700" spc="-2" dirty="0">
                <a:latin typeface="Times New Roman"/>
                <a:cs typeface="Times New Roman"/>
              </a:rPr>
              <a:t>sa</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d </a:t>
            </a:r>
            <a:r>
              <a:rPr sz="1700" spc="-72" dirty="0">
                <a:latin typeface="Times New Roman"/>
                <a:cs typeface="Times New Roman"/>
              </a:rPr>
              <a:t> </a:t>
            </a:r>
            <a:r>
              <a:rPr sz="1700" spc="-2" dirty="0">
                <a:latin typeface="Times New Roman"/>
                <a:cs typeface="Times New Roman"/>
              </a:rPr>
              <a:t>i</a:t>
            </a:r>
            <a:r>
              <a:rPr sz="1700" dirty="0">
                <a:latin typeface="Times New Roman"/>
                <a:cs typeface="Times New Roman"/>
              </a:rPr>
              <a:t>nfo</a:t>
            </a:r>
            <a:r>
              <a:rPr sz="1700" spc="-5" dirty="0">
                <a:latin typeface="Times New Roman"/>
                <a:cs typeface="Times New Roman"/>
              </a:rPr>
              <a:t>rmation</a:t>
            </a:r>
            <a:r>
              <a:rPr sz="1700" dirty="0">
                <a:latin typeface="Times New Roman"/>
                <a:cs typeface="Times New Roman"/>
              </a:rPr>
              <a:t> </a:t>
            </a:r>
            <a:r>
              <a:rPr sz="1700" spc="-70" dirty="0">
                <a:latin typeface="Times New Roman"/>
                <a:cs typeface="Times New Roman"/>
              </a:rPr>
              <a:t> </a:t>
            </a:r>
            <a:r>
              <a:rPr sz="1700" spc="-7" dirty="0">
                <a:latin typeface="Times New Roman"/>
                <a:cs typeface="Times New Roman"/>
              </a:rPr>
              <a:t>ca</a:t>
            </a:r>
            <a:r>
              <a:rPr sz="1700" dirty="0">
                <a:latin typeface="Times New Roman"/>
                <a:cs typeface="Times New Roman"/>
              </a:rPr>
              <a:t>n </a:t>
            </a:r>
            <a:r>
              <a:rPr sz="1700" spc="-72" dirty="0">
                <a:latin typeface="Times New Roman"/>
                <a:cs typeface="Times New Roman"/>
              </a:rPr>
              <a:t> </a:t>
            </a:r>
            <a:r>
              <a:rPr sz="1700" spc="-5" dirty="0">
                <a:latin typeface="Times New Roman"/>
                <a:cs typeface="Times New Roman"/>
              </a:rPr>
              <a:t>be</a:t>
            </a:r>
            <a:r>
              <a:rPr sz="1700" spc="-2" dirty="0">
                <a:latin typeface="Times New Roman"/>
                <a:cs typeface="Times New Roman"/>
              </a:rPr>
              <a:t> r</a:t>
            </a:r>
            <a:r>
              <a:rPr sz="1700" spc="-10" dirty="0">
                <a:latin typeface="Times New Roman"/>
                <a:cs typeface="Times New Roman"/>
              </a:rPr>
              <a:t>e</a:t>
            </a:r>
            <a:r>
              <a:rPr sz="1700" spc="-7" dirty="0">
                <a:latin typeface="Times New Roman"/>
                <a:cs typeface="Times New Roman"/>
              </a:rPr>
              <a:t>c</a:t>
            </a:r>
            <a:r>
              <a:rPr sz="1700" spc="-5" dirty="0">
                <a:latin typeface="Times New Roman"/>
                <a:cs typeface="Times New Roman"/>
              </a:rPr>
              <a:t>ogni</a:t>
            </a:r>
            <a:r>
              <a:rPr sz="1700" spc="-2" dirty="0">
                <a:latin typeface="Times New Roman"/>
                <a:cs typeface="Times New Roman"/>
              </a:rPr>
              <a:t>z</a:t>
            </a:r>
            <a:r>
              <a:rPr sz="1700" spc="-7" dirty="0">
                <a:latin typeface="Times New Roman"/>
                <a:cs typeface="Times New Roman"/>
              </a:rPr>
              <a:t>e</a:t>
            </a:r>
            <a:r>
              <a:rPr sz="1700" dirty="0">
                <a:latin typeface="Times New Roman"/>
                <a:cs typeface="Times New Roman"/>
              </a:rPr>
              <a:t>d</a:t>
            </a:r>
            <a:r>
              <a:rPr sz="1700" spc="38" dirty="0">
                <a:latin typeface="Times New Roman"/>
                <a:cs typeface="Times New Roman"/>
              </a:rPr>
              <a:t> </a:t>
            </a:r>
            <a:r>
              <a:rPr sz="1700" dirty="0">
                <a:latin typeface="Times New Roman"/>
                <a:cs typeface="Times New Roman"/>
              </a:rPr>
              <a:t>for</a:t>
            </a:r>
            <a:r>
              <a:rPr sz="1700" spc="36" dirty="0">
                <a:latin typeface="Times New Roman"/>
                <a:cs typeface="Times New Roman"/>
              </a:rPr>
              <a:t> </a:t>
            </a:r>
            <a:r>
              <a:rPr sz="1700" spc="-7" dirty="0">
                <a:latin typeface="Times New Roman"/>
                <a:cs typeface="Times New Roman"/>
              </a:rPr>
              <a:t>a</a:t>
            </a:r>
            <a:r>
              <a:rPr sz="1700" dirty="0">
                <a:latin typeface="Times New Roman"/>
                <a:cs typeface="Times New Roman"/>
              </a:rPr>
              <a:t>ppr</a:t>
            </a:r>
            <a:r>
              <a:rPr sz="1700" spc="2" dirty="0">
                <a:latin typeface="Times New Roman"/>
                <a:cs typeface="Times New Roman"/>
              </a:rPr>
              <a:t>o</a:t>
            </a:r>
            <a:r>
              <a:rPr sz="1700" spc="-7" dirty="0">
                <a:latin typeface="Times New Roman"/>
                <a:cs typeface="Times New Roman"/>
              </a:rPr>
              <a:t>ac</a:t>
            </a:r>
            <a:r>
              <a:rPr sz="1700" dirty="0">
                <a:latin typeface="Times New Roman"/>
                <a:cs typeface="Times New Roman"/>
              </a:rPr>
              <a:t>h</a:t>
            </a:r>
            <a:r>
              <a:rPr sz="1700" spc="43" dirty="0">
                <a:latin typeface="Times New Roman"/>
                <a:cs typeface="Times New Roman"/>
              </a:rPr>
              <a:t> </a:t>
            </a:r>
            <a:r>
              <a:rPr sz="1700" dirty="0">
                <a:latin typeface="Times New Roman"/>
                <a:cs typeface="Times New Roman"/>
              </a:rPr>
              <a:t>by</a:t>
            </a:r>
            <a:r>
              <a:rPr sz="1700" spc="38"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7" dirty="0">
                <a:latin typeface="Times New Roman"/>
                <a:cs typeface="Times New Roman"/>
              </a:rPr>
              <a:t>c</a:t>
            </a:r>
            <a:r>
              <a:rPr sz="1700" spc="-2" dirty="0">
                <a:latin typeface="Times New Roman"/>
                <a:cs typeface="Times New Roman"/>
              </a:rPr>
              <a:t>ontent</a:t>
            </a:r>
            <a:r>
              <a:rPr sz="1700" spc="38" dirty="0">
                <a:latin typeface="Times New Roman"/>
                <a:cs typeface="Times New Roman"/>
              </a:rPr>
              <a:t> </a:t>
            </a:r>
            <a:r>
              <a:rPr sz="1700" dirty="0">
                <a:latin typeface="Times New Roman"/>
                <a:cs typeface="Times New Roman"/>
              </a:rPr>
              <a:t>of</a:t>
            </a:r>
            <a:r>
              <a:rPr sz="1700" spc="36"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mation</a:t>
            </a:r>
            <a:r>
              <a:rPr sz="1700" spc="38" dirty="0">
                <a:latin typeface="Times New Roman"/>
                <a:cs typeface="Times New Roman"/>
              </a:rPr>
              <a:t> </a:t>
            </a:r>
            <a:r>
              <a:rPr sz="1700" spc="-2" dirty="0">
                <a:latin typeface="Times New Roman"/>
                <a:cs typeface="Times New Roman"/>
              </a:rPr>
              <a:t>itself</a:t>
            </a:r>
            <a:r>
              <a:rPr sz="1700" spc="48" dirty="0">
                <a:latin typeface="Times New Roman"/>
                <a:cs typeface="Times New Roman"/>
              </a:rPr>
              <a:t> </a:t>
            </a:r>
            <a:r>
              <a:rPr sz="1700" spc="-2" dirty="0">
                <a:latin typeface="Times New Roman"/>
                <a:cs typeface="Times New Roman"/>
              </a:rPr>
              <a:t>inst</a:t>
            </a:r>
            <a:r>
              <a:rPr sz="1700" spc="-7" dirty="0">
                <a:latin typeface="Times New Roman"/>
                <a:cs typeface="Times New Roman"/>
              </a:rPr>
              <a:t>ea</a:t>
            </a:r>
            <a:r>
              <a:rPr sz="1700" dirty="0">
                <a:latin typeface="Times New Roman"/>
                <a:cs typeface="Times New Roman"/>
              </a:rPr>
              <a:t>d</a:t>
            </a:r>
            <a:r>
              <a:rPr sz="1700" spc="38" dirty="0">
                <a:latin typeface="Times New Roman"/>
                <a:cs typeface="Times New Roman"/>
              </a:rPr>
              <a:t> </a:t>
            </a:r>
            <a:r>
              <a:rPr sz="1700" dirty="0">
                <a:latin typeface="Times New Roman"/>
                <a:cs typeface="Times New Roman"/>
              </a:rPr>
              <a:t>of</a:t>
            </a:r>
            <a:r>
              <a:rPr sz="1700" spc="36" dirty="0">
                <a:latin typeface="Times New Roman"/>
                <a:cs typeface="Times New Roman"/>
              </a:rPr>
              <a:t> </a:t>
            </a:r>
            <a:r>
              <a:rPr sz="1700" dirty="0">
                <a:latin typeface="Times New Roman"/>
                <a:cs typeface="Times New Roman"/>
              </a:rPr>
              <a:t>by</a:t>
            </a:r>
            <a:r>
              <a:rPr sz="1700" spc="38"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38"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41" dirty="0">
                <a:latin typeface="Times New Roman"/>
                <a:cs typeface="Times New Roman"/>
              </a:rPr>
              <a:t> </a:t>
            </a:r>
            <a:r>
              <a:rPr sz="1700" dirty="0">
                <a:latin typeface="Times New Roman"/>
                <a:cs typeface="Times New Roman"/>
              </a:rPr>
              <a:t>or </a:t>
            </a:r>
            <a:r>
              <a:rPr sz="1700" spc="-5" dirty="0">
                <a:latin typeface="Times New Roman"/>
                <a:cs typeface="Times New Roman"/>
              </a:rPr>
              <a:t>memor</a:t>
            </a:r>
            <a:r>
              <a:rPr sz="1700" dirty="0">
                <a:latin typeface="Times New Roman"/>
                <a:cs typeface="Times New Roman"/>
              </a:rPr>
              <a:t>y </a:t>
            </a:r>
            <a:r>
              <a:rPr sz="1700" spc="-31" dirty="0">
                <a:latin typeface="Times New Roman"/>
                <a:cs typeface="Times New Roman"/>
              </a:rPr>
              <a:t> </a:t>
            </a:r>
            <a:r>
              <a:rPr sz="1700" spc="-2" dirty="0">
                <a:latin typeface="Times New Roman"/>
                <a:cs typeface="Times New Roman"/>
              </a:rPr>
              <a:t>loc</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31" dirty="0">
                <a:latin typeface="Times New Roman"/>
                <a:cs typeface="Times New Roman"/>
              </a:rPr>
              <a:t> </a:t>
            </a:r>
            <a:r>
              <a:rPr sz="1700" spc="-2" dirty="0">
                <a:latin typeface="Times New Roman"/>
                <a:cs typeface="Times New Roman"/>
              </a:rPr>
              <a:t>Ass</a:t>
            </a:r>
            <a:r>
              <a:rPr sz="1700" spc="5" dirty="0">
                <a:latin typeface="Times New Roman"/>
                <a:cs typeface="Times New Roman"/>
              </a:rPr>
              <a:t>o</a:t>
            </a:r>
            <a:r>
              <a:rPr sz="1700" spc="-2" dirty="0">
                <a:latin typeface="Times New Roman"/>
                <a:cs typeface="Times New Roman"/>
              </a:rPr>
              <a:t>ciative</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31"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24"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dirty="0">
                <a:latin typeface="Times New Roman"/>
                <a:cs typeface="Times New Roman"/>
              </a:rPr>
              <a:t> </a:t>
            </a:r>
            <a:r>
              <a:rPr sz="1700" spc="-29" dirty="0">
                <a:latin typeface="Times New Roman"/>
                <a:cs typeface="Times New Roman"/>
              </a:rPr>
              <a:t> </a:t>
            </a:r>
            <a:r>
              <a:rPr sz="1700" spc="5" dirty="0">
                <a:latin typeface="Times New Roman"/>
                <a:cs typeface="Times New Roman"/>
              </a:rPr>
              <a:t>k</a:t>
            </a:r>
            <a:r>
              <a:rPr sz="1700" dirty="0">
                <a:latin typeface="Times New Roman"/>
                <a:cs typeface="Times New Roman"/>
              </a:rPr>
              <a:t>nown </a:t>
            </a:r>
            <a:r>
              <a:rPr sz="1700" spc="-31"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7" dirty="0">
                <a:latin typeface="Times New Roman"/>
                <a:cs typeface="Times New Roman"/>
              </a:rPr>
              <a:t> </a:t>
            </a:r>
            <a:r>
              <a:rPr sz="1700" b="1" spc="-2" dirty="0">
                <a:latin typeface="Times New Roman"/>
                <a:cs typeface="Times New Roman"/>
              </a:rPr>
              <a:t>Cont</a:t>
            </a:r>
            <a:r>
              <a:rPr sz="1700" b="1" spc="-5" dirty="0">
                <a:latin typeface="Times New Roman"/>
                <a:cs typeface="Times New Roman"/>
              </a:rPr>
              <a:t>e</a:t>
            </a:r>
            <a:r>
              <a:rPr sz="1700" b="1" dirty="0">
                <a:latin typeface="Times New Roman"/>
                <a:cs typeface="Times New Roman"/>
              </a:rPr>
              <a:t>nt </a:t>
            </a:r>
            <a:r>
              <a:rPr sz="1700" b="1" spc="-26" dirty="0">
                <a:latin typeface="Times New Roman"/>
                <a:cs typeface="Times New Roman"/>
              </a:rPr>
              <a:t> </a:t>
            </a:r>
            <a:r>
              <a:rPr sz="1700" b="1" spc="-2" dirty="0">
                <a:latin typeface="Times New Roman"/>
                <a:cs typeface="Times New Roman"/>
              </a:rPr>
              <a:t>Ad</a:t>
            </a:r>
            <a:r>
              <a:rPr sz="1700" b="1" spc="2" dirty="0">
                <a:latin typeface="Times New Roman"/>
                <a:cs typeface="Times New Roman"/>
              </a:rPr>
              <a:t>d</a:t>
            </a:r>
            <a:r>
              <a:rPr sz="1700" b="1" spc="-2" dirty="0">
                <a:latin typeface="Times New Roman"/>
                <a:cs typeface="Times New Roman"/>
              </a:rPr>
              <a:t>r</a:t>
            </a:r>
            <a:r>
              <a:rPr sz="1700" b="1" spc="-7" dirty="0">
                <a:latin typeface="Times New Roman"/>
                <a:cs typeface="Times New Roman"/>
              </a:rPr>
              <a:t>e</a:t>
            </a:r>
            <a:r>
              <a:rPr sz="1700" b="1" spc="-2" dirty="0">
                <a:latin typeface="Times New Roman"/>
                <a:cs typeface="Times New Roman"/>
              </a:rPr>
              <a:t>ssa</a:t>
            </a:r>
            <a:r>
              <a:rPr sz="1700" b="1" spc="2" dirty="0">
                <a:latin typeface="Times New Roman"/>
                <a:cs typeface="Times New Roman"/>
              </a:rPr>
              <a:t>b</a:t>
            </a:r>
            <a:r>
              <a:rPr sz="1700" b="1" spc="-2" dirty="0">
                <a:latin typeface="Times New Roman"/>
                <a:cs typeface="Times New Roman"/>
              </a:rPr>
              <a:t>le</a:t>
            </a:r>
            <a:r>
              <a:rPr sz="1700" b="1" dirty="0">
                <a:latin typeface="Times New Roman"/>
                <a:cs typeface="Times New Roman"/>
              </a:rPr>
              <a:t> </a:t>
            </a:r>
            <a:r>
              <a:rPr sz="1700" b="1" spc="-31" dirty="0">
                <a:latin typeface="Times New Roman"/>
                <a:cs typeface="Times New Roman"/>
              </a:rPr>
              <a:t> </a:t>
            </a:r>
            <a:r>
              <a:rPr sz="1700" b="1" spc="-7" dirty="0">
                <a:latin typeface="Times New Roman"/>
                <a:cs typeface="Times New Roman"/>
              </a:rPr>
              <a:t>Me</a:t>
            </a:r>
            <a:r>
              <a:rPr sz="1700" b="1" spc="2" dirty="0">
                <a:latin typeface="Times New Roman"/>
                <a:cs typeface="Times New Roman"/>
              </a:rPr>
              <a:t>m</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y (</a:t>
            </a:r>
            <a:r>
              <a:rPr sz="1700" b="1" spc="-5" dirty="0">
                <a:latin typeface="Times New Roman"/>
                <a:cs typeface="Times New Roman"/>
              </a:rPr>
              <a:t>C</a:t>
            </a:r>
            <a:r>
              <a:rPr sz="1700" b="1" spc="-2" dirty="0">
                <a:latin typeface="Times New Roman"/>
                <a:cs typeface="Times New Roman"/>
              </a:rPr>
              <a:t>A</a:t>
            </a:r>
            <a:r>
              <a:rPr sz="1700" b="1" spc="-5" dirty="0">
                <a:latin typeface="Times New Roman"/>
                <a:cs typeface="Times New Roman"/>
              </a:rPr>
              <a:t>M</a:t>
            </a:r>
            <a:r>
              <a:rPr sz="1700" b="1" spc="-2" dirty="0">
                <a:latin typeface="Times New Roman"/>
                <a:cs typeface="Times New Roman"/>
              </a:rPr>
              <a:t>)</a:t>
            </a:r>
            <a:r>
              <a:rPr sz="1700" dirty="0">
                <a:latin typeface="Times New Roman"/>
                <a:cs typeface="Times New Roman"/>
              </a:rPr>
              <a:t>.</a:t>
            </a:r>
          </a:p>
        </p:txBody>
      </p:sp>
    </p:spTree>
    <p:extLst>
      <p:ext uri="{BB962C8B-B14F-4D97-AF65-F5344CB8AC3E}">
        <p14:creationId xmlns:p14="http://schemas.microsoft.com/office/powerpoint/2010/main" val="69403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2EC67-A2BE-100D-92B4-34977E07B65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175090D-BA4F-5931-83C4-3E2E8BDD7C06}"/>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FE421EA3-8C30-E4CE-03A6-AFE5FA8706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13B931FE-A30E-FD2D-CDF1-6B809A47420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2D68830C-AB7B-C8D0-FA70-6C7BAFDBED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4"/>
          <p:cNvSpPr/>
          <p:nvPr/>
        </p:nvSpPr>
        <p:spPr>
          <a:xfrm>
            <a:off x="5334000" y="975174"/>
            <a:ext cx="3528618" cy="3193151"/>
          </a:xfrm>
          <a:prstGeom prst="rect">
            <a:avLst/>
          </a:prstGeom>
          <a:blipFill>
            <a:blip r:embed="rId6" cstate="print"/>
            <a:stretch>
              <a:fillRect/>
            </a:stretch>
          </a:blipFill>
        </p:spPr>
        <p:txBody>
          <a:bodyPr wrap="square" lIns="0" tIns="0" rIns="0" bIns="0" rtlCol="0"/>
          <a:lstStyle/>
          <a:p>
            <a:endParaRPr sz="866"/>
          </a:p>
        </p:txBody>
      </p:sp>
      <p:sp>
        <p:nvSpPr>
          <p:cNvPr id="2" name="object 3"/>
          <p:cNvSpPr txBox="1"/>
          <p:nvPr/>
        </p:nvSpPr>
        <p:spPr>
          <a:xfrm>
            <a:off x="1032636" y="819150"/>
            <a:ext cx="4225164" cy="3190617"/>
          </a:xfrm>
          <a:prstGeom prst="rect">
            <a:avLst/>
          </a:prstGeom>
        </p:spPr>
        <p:txBody>
          <a:bodyPr vert="horz" wrap="square" lIns="0" tIns="0" rIns="0" bIns="0" rtlCol="0">
            <a:spAutoFit/>
          </a:bodyPr>
          <a:lstStyle/>
          <a:p>
            <a:pPr marL="6109" marR="3054" algn="just"/>
            <a:r>
              <a:rPr sz="1700" spc="-5" dirty="0">
                <a:latin typeface="Times New Roman"/>
                <a:cs typeface="Times New Roman"/>
              </a:rPr>
              <a:t>The</a:t>
            </a:r>
            <a:r>
              <a:rPr sz="1700" spc="-38" dirty="0">
                <a:latin typeface="Times New Roman"/>
                <a:cs typeface="Times New Roman"/>
              </a:rPr>
              <a:t> </a:t>
            </a:r>
            <a:r>
              <a:rPr sz="1700" spc="-5" dirty="0">
                <a:latin typeface="Times New Roman"/>
                <a:cs typeface="Times New Roman"/>
              </a:rPr>
              <a:t>block</a:t>
            </a:r>
            <a:r>
              <a:rPr sz="1700" spc="-36" dirty="0">
                <a:latin typeface="Times New Roman"/>
                <a:cs typeface="Times New Roman"/>
              </a:rPr>
              <a:t> </a:t>
            </a:r>
            <a:r>
              <a:rPr sz="1700" spc="-5" dirty="0">
                <a:latin typeface="Times New Roman"/>
                <a:cs typeface="Times New Roman"/>
              </a:rPr>
              <a:t>diag</a:t>
            </a:r>
            <a:r>
              <a:rPr sz="1700" dirty="0">
                <a:latin typeface="Times New Roman"/>
                <a:cs typeface="Times New Roman"/>
              </a:rPr>
              <a:t>r</a:t>
            </a:r>
            <a:r>
              <a:rPr sz="1700" spc="-7" dirty="0">
                <a:latin typeface="Times New Roman"/>
                <a:cs typeface="Times New Roman"/>
              </a:rPr>
              <a:t>a</a:t>
            </a:r>
            <a:r>
              <a:rPr sz="1700" spc="-5" dirty="0">
                <a:latin typeface="Times New Roman"/>
                <a:cs typeface="Times New Roman"/>
              </a:rPr>
              <a:t>m</a:t>
            </a:r>
            <a:r>
              <a:rPr sz="1700" spc="-34" dirty="0">
                <a:latin typeface="Times New Roman"/>
                <a:cs typeface="Times New Roman"/>
              </a:rPr>
              <a:t> </a:t>
            </a:r>
            <a:r>
              <a:rPr sz="1700" dirty="0">
                <a:latin typeface="Times New Roman"/>
                <a:cs typeface="Times New Roman"/>
              </a:rPr>
              <a:t>of</a:t>
            </a:r>
            <a:r>
              <a:rPr sz="1700" spc="-31" dirty="0">
                <a:latin typeface="Times New Roman"/>
                <a:cs typeface="Times New Roman"/>
              </a:rPr>
              <a:t> </a:t>
            </a:r>
            <a:r>
              <a:rPr sz="1700" spc="-5" dirty="0">
                <a:latin typeface="Times New Roman"/>
                <a:cs typeface="Times New Roman"/>
              </a:rPr>
              <a:t>associa</a:t>
            </a:r>
            <a:r>
              <a:rPr sz="1700" spc="-2" dirty="0">
                <a:latin typeface="Times New Roman"/>
                <a:cs typeface="Times New Roman"/>
              </a:rPr>
              <a:t>tive</a:t>
            </a:r>
            <a:r>
              <a:rPr sz="1700" spc="-38"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36" dirty="0">
                <a:latin typeface="Times New Roman"/>
                <a:cs typeface="Times New Roman"/>
              </a:rPr>
              <a:t> </a:t>
            </a:r>
            <a:r>
              <a:rPr sz="1700" spc="-2" dirty="0">
                <a:latin typeface="Times New Roman"/>
                <a:cs typeface="Times New Roman"/>
              </a:rPr>
              <a:t>is</a:t>
            </a:r>
            <a:r>
              <a:rPr sz="1700" spc="-34" dirty="0">
                <a:latin typeface="Times New Roman"/>
                <a:cs typeface="Times New Roman"/>
              </a:rPr>
              <a:t> </a:t>
            </a:r>
            <a:r>
              <a:rPr sz="1700" spc="-2" dirty="0">
                <a:latin typeface="Times New Roman"/>
                <a:cs typeface="Times New Roman"/>
              </a:rPr>
              <a:t>sho</a:t>
            </a:r>
            <a:r>
              <a:rPr sz="1700" spc="2" dirty="0">
                <a:latin typeface="Times New Roman"/>
                <a:cs typeface="Times New Roman"/>
              </a:rPr>
              <a:t>w</a:t>
            </a:r>
            <a:r>
              <a:rPr sz="1700" dirty="0">
                <a:latin typeface="Times New Roman"/>
                <a:cs typeface="Times New Roman"/>
              </a:rPr>
              <a:t>n</a:t>
            </a:r>
            <a:r>
              <a:rPr sz="1700" spc="-36" dirty="0">
                <a:latin typeface="Times New Roman"/>
                <a:cs typeface="Times New Roman"/>
              </a:rPr>
              <a:t> </a:t>
            </a:r>
            <a:r>
              <a:rPr sz="1700" spc="-2" dirty="0">
                <a:latin typeface="Times New Roman"/>
                <a:cs typeface="Times New Roman"/>
              </a:rPr>
              <a:t>in</a:t>
            </a:r>
            <a:r>
              <a:rPr sz="1700" spc="-34" dirty="0">
                <a:latin typeface="Times New Roman"/>
                <a:cs typeface="Times New Roman"/>
              </a:rPr>
              <a:t> </a:t>
            </a:r>
            <a:r>
              <a:rPr sz="1700" spc="-2" dirty="0">
                <a:latin typeface="Times New Roman"/>
                <a:cs typeface="Times New Roman"/>
              </a:rPr>
              <a:t>the</a:t>
            </a:r>
            <a:r>
              <a:rPr sz="1700" spc="-36" dirty="0">
                <a:latin typeface="Times New Roman"/>
                <a:cs typeface="Times New Roman"/>
              </a:rPr>
              <a:t> </a:t>
            </a:r>
            <a:r>
              <a:rPr sz="1700" spc="-2" dirty="0">
                <a:latin typeface="Times New Roman"/>
                <a:cs typeface="Times New Roman"/>
              </a:rPr>
              <a:t>figu</a:t>
            </a:r>
            <a:r>
              <a:rPr sz="1700" spc="-5" dirty="0">
                <a:latin typeface="Times New Roman"/>
                <a:cs typeface="Times New Roman"/>
              </a:rPr>
              <a:t>re</a:t>
            </a:r>
            <a:r>
              <a:rPr sz="1700" spc="-26" dirty="0">
                <a:latin typeface="Times New Roman"/>
                <a:cs typeface="Times New Roman"/>
              </a:rPr>
              <a:t> </a:t>
            </a:r>
            <a:r>
              <a:rPr sz="1700" spc="-7" dirty="0">
                <a:latin typeface="Times New Roman"/>
                <a:cs typeface="Times New Roman"/>
              </a:rPr>
              <a:t>a</a:t>
            </a:r>
            <a:r>
              <a:rPr sz="1700" spc="-5" dirty="0">
                <a:latin typeface="Times New Roman"/>
                <a:cs typeface="Times New Roman"/>
              </a:rPr>
              <a:t>bov</a:t>
            </a:r>
            <a:r>
              <a:rPr sz="1700" spc="-7" dirty="0">
                <a:latin typeface="Times New Roman"/>
                <a:cs typeface="Times New Roman"/>
              </a:rPr>
              <a:t>e</a:t>
            </a:r>
            <a:r>
              <a:rPr sz="1700" dirty="0">
                <a:latin typeface="Times New Roman"/>
                <a:cs typeface="Times New Roman"/>
              </a:rPr>
              <a:t>.</a:t>
            </a:r>
            <a:r>
              <a:rPr sz="1700" spc="-29" dirty="0">
                <a:latin typeface="Times New Roman"/>
                <a:cs typeface="Times New Roman"/>
              </a:rPr>
              <a:t> </a:t>
            </a:r>
            <a:r>
              <a:rPr sz="1700" spc="-10" dirty="0">
                <a:latin typeface="Times New Roman"/>
                <a:cs typeface="Times New Roman"/>
              </a:rPr>
              <a:t>I</a:t>
            </a:r>
            <a:r>
              <a:rPr sz="1700" spc="-2" dirty="0">
                <a:latin typeface="Times New Roman"/>
                <a:cs typeface="Times New Roman"/>
              </a:rPr>
              <a:t>t</a:t>
            </a:r>
            <a:r>
              <a:rPr sz="1700" spc="-29" dirty="0">
                <a:latin typeface="Times New Roman"/>
                <a:cs typeface="Times New Roman"/>
              </a:rPr>
              <a:t> </a:t>
            </a:r>
            <a:r>
              <a:rPr sz="1700" spc="-7" dirty="0">
                <a:latin typeface="Times New Roman"/>
                <a:cs typeface="Times New Roman"/>
              </a:rPr>
              <a:t>c</a:t>
            </a:r>
            <a:r>
              <a:rPr sz="1700" spc="5" dirty="0">
                <a:latin typeface="Times New Roman"/>
                <a:cs typeface="Times New Roman"/>
              </a:rPr>
              <a:t>o</a:t>
            </a:r>
            <a:r>
              <a:rPr sz="1700" dirty="0">
                <a:latin typeface="Times New Roman"/>
                <a:cs typeface="Times New Roman"/>
              </a:rPr>
              <a:t>nsis</a:t>
            </a:r>
            <a:r>
              <a:rPr sz="1700" spc="-2" dirty="0">
                <a:latin typeface="Times New Roman"/>
                <a:cs typeface="Times New Roman"/>
              </a:rPr>
              <a:t>ts</a:t>
            </a:r>
            <a:r>
              <a:rPr sz="1700" spc="-34" dirty="0">
                <a:latin typeface="Times New Roman"/>
                <a:cs typeface="Times New Roman"/>
              </a:rPr>
              <a:t> </a:t>
            </a:r>
            <a:r>
              <a:rPr sz="1700" dirty="0">
                <a:latin typeface="Times New Roman"/>
                <a:cs typeface="Times New Roman"/>
              </a:rPr>
              <a:t>of</a:t>
            </a:r>
            <a:r>
              <a:rPr sz="1700" spc="-38" dirty="0">
                <a:latin typeface="Times New Roman"/>
                <a:cs typeface="Times New Roman"/>
              </a:rPr>
              <a:t> </a:t>
            </a:r>
            <a:r>
              <a:rPr sz="1700" spc="-5" dirty="0">
                <a:latin typeface="Times New Roman"/>
                <a:cs typeface="Times New Roman"/>
              </a:rPr>
              <a:t>a</a:t>
            </a:r>
            <a:r>
              <a:rPr sz="1700" spc="-38"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7" dirty="0">
                <a:latin typeface="Times New Roman"/>
                <a:cs typeface="Times New Roman"/>
              </a:rPr>
              <a:t>a</a:t>
            </a:r>
            <a:r>
              <a:rPr sz="1700" dirty="0">
                <a:latin typeface="Times New Roman"/>
                <a:cs typeface="Times New Roman"/>
              </a:rPr>
              <a:t>r</a:t>
            </a:r>
            <a:r>
              <a:rPr sz="1700" spc="-5" dirty="0">
                <a:latin typeface="Times New Roman"/>
                <a:cs typeface="Times New Roman"/>
              </a:rPr>
              <a:t>r</a:t>
            </a:r>
            <a:r>
              <a:rPr sz="1700" spc="-7" dirty="0">
                <a:latin typeface="Times New Roman"/>
                <a:cs typeface="Times New Roman"/>
              </a:rPr>
              <a:t>a</a:t>
            </a:r>
            <a:r>
              <a:rPr sz="1700" dirty="0">
                <a:latin typeface="Times New Roman"/>
                <a:cs typeface="Times New Roman"/>
              </a:rPr>
              <a:t>y</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logic </a:t>
            </a:r>
            <a:r>
              <a:rPr sz="1700" dirty="0">
                <a:latin typeface="Times New Roman"/>
                <a:cs typeface="Times New Roman"/>
              </a:rPr>
              <a:t>for</a:t>
            </a:r>
            <a:r>
              <a:rPr sz="1700" spc="-5" dirty="0">
                <a:latin typeface="Times New Roman"/>
                <a:cs typeface="Times New Roman"/>
              </a:rPr>
              <a:t> m</a:t>
            </a:r>
            <a:r>
              <a:rPr sz="1700" dirty="0">
                <a:latin typeface="Times New Roman"/>
                <a:cs typeface="Times New Roman"/>
              </a:rPr>
              <a:t> </a:t>
            </a:r>
            <a:r>
              <a:rPr sz="1700" spc="-2" dirty="0">
                <a:latin typeface="Times New Roman"/>
                <a:cs typeface="Times New Roman"/>
              </a:rPr>
              <a:t>w</a:t>
            </a:r>
            <a:r>
              <a:rPr sz="1700" spc="5" dirty="0">
                <a:latin typeface="Times New Roman"/>
                <a:cs typeface="Times New Roman"/>
              </a:rPr>
              <a:t>o</a:t>
            </a:r>
            <a:r>
              <a:rPr sz="1700" dirty="0">
                <a:latin typeface="Times New Roman"/>
                <a:cs typeface="Times New Roman"/>
              </a:rPr>
              <a:t>rds</a:t>
            </a:r>
            <a:r>
              <a:rPr sz="1700" spc="-2" dirty="0">
                <a:latin typeface="Times New Roman"/>
                <a:cs typeface="Times New Roman"/>
              </a:rPr>
              <a:t> wit</a:t>
            </a:r>
            <a:r>
              <a:rPr sz="1700" dirty="0">
                <a:latin typeface="Times New Roman"/>
                <a:cs typeface="Times New Roman"/>
              </a:rPr>
              <a:t>h n </a:t>
            </a:r>
            <a:r>
              <a:rPr sz="1700" spc="-2" dirty="0">
                <a:latin typeface="Times New Roman"/>
                <a:cs typeface="Times New Roman"/>
              </a:rPr>
              <a:t>bit</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w</a:t>
            </a:r>
            <a:r>
              <a:rPr sz="1700" dirty="0">
                <a:latin typeface="Times New Roman"/>
                <a:cs typeface="Times New Roman"/>
              </a:rPr>
              <a:t>ord.</a:t>
            </a:r>
          </a:p>
          <a:p>
            <a:pPr marL="6109" marR="2443" algn="just">
              <a:spcBef>
                <a:spcPts val="363"/>
              </a:spcBef>
            </a:pPr>
            <a:r>
              <a:rPr sz="1700" spc="-5" dirty="0">
                <a:latin typeface="Times New Roman"/>
                <a:cs typeface="Times New Roman"/>
              </a:rPr>
              <a:t>The</a:t>
            </a:r>
            <a:r>
              <a:rPr sz="1700" spc="7" dirty="0">
                <a:latin typeface="Times New Roman"/>
                <a:cs typeface="Times New Roman"/>
              </a:rPr>
              <a:t> </a:t>
            </a:r>
            <a:r>
              <a:rPr sz="1700" spc="-7" dirty="0">
                <a:latin typeface="Times New Roman"/>
                <a:cs typeface="Times New Roman"/>
              </a:rPr>
              <a:t>a</a:t>
            </a:r>
            <a:r>
              <a:rPr sz="1700" spc="-5" dirty="0">
                <a:latin typeface="Times New Roman"/>
                <a:cs typeface="Times New Roman"/>
              </a:rPr>
              <a:t>rgum</a:t>
            </a:r>
            <a:r>
              <a:rPr sz="1700" spc="-10" dirty="0">
                <a:latin typeface="Times New Roman"/>
                <a:cs typeface="Times New Roman"/>
              </a:rPr>
              <a:t>e</a:t>
            </a:r>
            <a:r>
              <a:rPr sz="1700" spc="-2" dirty="0">
                <a:latin typeface="Times New Roman"/>
                <a:cs typeface="Times New Roman"/>
              </a:rPr>
              <a:t>nt</a:t>
            </a:r>
            <a:r>
              <a:rPr sz="1700" spc="17"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14" dirty="0">
                <a:latin typeface="Times New Roman"/>
                <a:cs typeface="Times New Roman"/>
              </a:rPr>
              <a:t> </a:t>
            </a:r>
            <a:r>
              <a:rPr sz="1700" dirty="0">
                <a:latin typeface="Times New Roman"/>
                <a:cs typeface="Times New Roman"/>
              </a:rPr>
              <a:t>A</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0" dirty="0">
                <a:latin typeface="Times New Roman"/>
                <a:cs typeface="Times New Roman"/>
              </a:rPr>
              <a:t> </a:t>
            </a:r>
            <a:r>
              <a:rPr sz="1700" spc="-5" dirty="0">
                <a:latin typeface="Times New Roman"/>
                <a:cs typeface="Times New Roman"/>
              </a:rPr>
              <a:t>k</a:t>
            </a:r>
            <a:r>
              <a:rPr sz="1700" spc="-7" dirty="0">
                <a:latin typeface="Times New Roman"/>
                <a:cs typeface="Times New Roman"/>
              </a:rPr>
              <a:t>e</a:t>
            </a:r>
            <a:r>
              <a:rPr sz="1700" dirty="0">
                <a:latin typeface="Times New Roman"/>
                <a:cs typeface="Times New Roman"/>
              </a:rPr>
              <a:t>y</a:t>
            </a:r>
            <a:r>
              <a:rPr sz="1700" spc="10"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7" dirty="0">
                <a:latin typeface="Times New Roman"/>
                <a:cs typeface="Times New Roman"/>
              </a:rPr>
              <a:t> </a:t>
            </a:r>
            <a:r>
              <a:rPr sz="1700" dirty="0">
                <a:latin typeface="Times New Roman"/>
                <a:cs typeface="Times New Roman"/>
              </a:rPr>
              <a:t>K</a:t>
            </a:r>
            <a:r>
              <a:rPr sz="1700" spc="14" dirty="0">
                <a:latin typeface="Times New Roman"/>
                <a:cs typeface="Times New Roman"/>
              </a:rPr>
              <a:t> </a:t>
            </a:r>
            <a:r>
              <a:rPr sz="1700" spc="-7" dirty="0">
                <a:latin typeface="Times New Roman"/>
                <a:cs typeface="Times New Roman"/>
              </a:rPr>
              <a:t>eac</a:t>
            </a:r>
            <a:r>
              <a:rPr sz="1700" dirty="0">
                <a:latin typeface="Times New Roman"/>
                <a:cs typeface="Times New Roman"/>
              </a:rPr>
              <a:t>h</a:t>
            </a:r>
            <a:r>
              <a:rPr sz="1700" spc="22"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ve</a:t>
            </a:r>
            <a:r>
              <a:rPr sz="1700" spc="7" dirty="0">
                <a:latin typeface="Times New Roman"/>
                <a:cs typeface="Times New Roman"/>
              </a:rPr>
              <a:t> </a:t>
            </a:r>
            <a:r>
              <a:rPr sz="1700" dirty="0">
                <a:latin typeface="Times New Roman"/>
                <a:cs typeface="Times New Roman"/>
              </a:rPr>
              <a:t>n</a:t>
            </a:r>
            <a:r>
              <a:rPr sz="1700" spc="10" dirty="0">
                <a:latin typeface="Times New Roman"/>
                <a:cs typeface="Times New Roman"/>
              </a:rPr>
              <a:t> </a:t>
            </a:r>
            <a:r>
              <a:rPr sz="1700" spc="-2" dirty="0">
                <a:latin typeface="Times New Roman"/>
                <a:cs typeface="Times New Roman"/>
              </a:rPr>
              <a:t>bits</a:t>
            </a:r>
            <a:r>
              <a:rPr sz="1700" dirty="0">
                <a:latin typeface="Times New Roman"/>
                <a:cs typeface="Times New Roman"/>
              </a:rPr>
              <a:t>,</a:t>
            </a:r>
            <a:r>
              <a:rPr sz="1700" spc="10" dirty="0">
                <a:latin typeface="Times New Roman"/>
                <a:cs typeface="Times New Roman"/>
              </a:rPr>
              <a:t> </a:t>
            </a:r>
            <a:r>
              <a:rPr sz="1700" spc="-5" dirty="0">
                <a:latin typeface="Times New Roman"/>
                <a:cs typeface="Times New Roman"/>
              </a:rPr>
              <a:t>one</a:t>
            </a:r>
            <a:r>
              <a:rPr sz="1700" spc="7" dirty="0">
                <a:latin typeface="Times New Roman"/>
                <a:cs typeface="Times New Roman"/>
              </a:rPr>
              <a:t> </a:t>
            </a:r>
            <a:r>
              <a:rPr sz="1700" dirty="0">
                <a:latin typeface="Times New Roman"/>
                <a:cs typeface="Times New Roman"/>
              </a:rPr>
              <a:t>f</a:t>
            </a:r>
            <a:r>
              <a:rPr sz="1700" spc="2" dirty="0">
                <a:latin typeface="Times New Roman"/>
                <a:cs typeface="Times New Roman"/>
              </a:rPr>
              <a:t>o</a:t>
            </a:r>
            <a:r>
              <a:rPr sz="1700" dirty="0">
                <a:latin typeface="Times New Roman"/>
                <a:cs typeface="Times New Roman"/>
              </a:rPr>
              <a:t>r</a:t>
            </a:r>
            <a:r>
              <a:rPr sz="1700" spc="7" dirty="0">
                <a:latin typeface="Times New Roman"/>
                <a:cs typeface="Times New Roman"/>
              </a:rPr>
              <a:t> </a:t>
            </a:r>
            <a:r>
              <a:rPr sz="1700" spc="-2" dirty="0">
                <a:latin typeface="Times New Roman"/>
                <a:cs typeface="Times New Roman"/>
              </a:rPr>
              <a:t>e</a:t>
            </a:r>
            <a:r>
              <a:rPr sz="1700" spc="-7" dirty="0">
                <a:latin typeface="Times New Roman"/>
                <a:cs typeface="Times New Roman"/>
              </a:rPr>
              <a:t>ac</a:t>
            </a:r>
            <a:r>
              <a:rPr sz="1700" dirty="0">
                <a:latin typeface="Times New Roman"/>
                <a:cs typeface="Times New Roman"/>
              </a:rPr>
              <a:t>h</a:t>
            </a:r>
            <a:r>
              <a:rPr sz="1700" spc="14" dirty="0">
                <a:latin typeface="Times New Roman"/>
                <a:cs typeface="Times New Roman"/>
              </a:rPr>
              <a:t> </a:t>
            </a:r>
            <a:r>
              <a:rPr sz="1700" spc="-2" dirty="0">
                <a:latin typeface="Times New Roman"/>
                <a:cs typeface="Times New Roman"/>
              </a:rPr>
              <a:t>bit</a:t>
            </a:r>
            <a:r>
              <a:rPr sz="1700" spc="12" dirty="0">
                <a:latin typeface="Times New Roman"/>
                <a:cs typeface="Times New Roman"/>
              </a:rPr>
              <a:t> </a:t>
            </a:r>
            <a:r>
              <a:rPr sz="1700" dirty="0">
                <a:latin typeface="Times New Roman"/>
                <a:cs typeface="Times New Roman"/>
              </a:rPr>
              <a:t>of</a:t>
            </a:r>
            <a:r>
              <a:rPr sz="1700" spc="7" dirty="0">
                <a:latin typeface="Times New Roman"/>
                <a:cs typeface="Times New Roman"/>
              </a:rPr>
              <a:t> </a:t>
            </a:r>
            <a:r>
              <a:rPr sz="1700" spc="-5" dirty="0">
                <a:latin typeface="Times New Roman"/>
                <a:cs typeface="Times New Roman"/>
              </a:rPr>
              <a:t>a</a:t>
            </a:r>
            <a:r>
              <a:rPr sz="1700" spc="7"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10" dirty="0">
                <a:latin typeface="Times New Roman"/>
                <a:cs typeface="Times New Roman"/>
              </a:rPr>
              <a:t> </a:t>
            </a:r>
            <a:r>
              <a:rPr sz="1700" spc="-5" dirty="0">
                <a:latin typeface="Times New Roman"/>
                <a:cs typeface="Times New Roman"/>
              </a:rPr>
              <a:t>T</a:t>
            </a:r>
            <a:r>
              <a:rPr sz="1700" spc="-2"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mat</a:t>
            </a:r>
            <a:r>
              <a:rPr sz="1700" spc="-7" dirty="0">
                <a:latin typeface="Times New Roman"/>
                <a:cs typeface="Times New Roman"/>
              </a:rPr>
              <a:t>c</a:t>
            </a:r>
            <a:r>
              <a:rPr sz="1700" dirty="0">
                <a:latin typeface="Times New Roman"/>
                <a:cs typeface="Times New Roman"/>
              </a:rPr>
              <a:t>h</a:t>
            </a:r>
            <a:r>
              <a:rPr sz="1700" spc="1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ter</a:t>
            </a:r>
            <a:r>
              <a:rPr sz="1700" spc="7" dirty="0">
                <a:latin typeface="Times New Roman"/>
                <a:cs typeface="Times New Roman"/>
              </a:rPr>
              <a:t> </a:t>
            </a:r>
            <a:r>
              <a:rPr sz="1700" dirty="0">
                <a:latin typeface="Times New Roman"/>
                <a:cs typeface="Times New Roman"/>
              </a:rPr>
              <a:t>M</a:t>
            </a:r>
            <a:r>
              <a:rPr sz="1700" spc="10"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14" dirty="0">
                <a:latin typeface="Times New Roman"/>
                <a:cs typeface="Times New Roman"/>
              </a:rPr>
              <a:t> </a:t>
            </a:r>
            <a:r>
              <a:rPr sz="1700" spc="-5" dirty="0">
                <a:latin typeface="Times New Roman"/>
                <a:cs typeface="Times New Roman"/>
              </a:rPr>
              <a:t>m</a:t>
            </a:r>
            <a:r>
              <a:rPr sz="1700" spc="17" dirty="0">
                <a:latin typeface="Times New Roman"/>
                <a:cs typeface="Times New Roman"/>
              </a:rPr>
              <a:t> </a:t>
            </a:r>
            <a:r>
              <a:rPr sz="1700" spc="-2" dirty="0">
                <a:latin typeface="Times New Roman"/>
                <a:cs typeface="Times New Roman"/>
              </a:rPr>
              <a:t>bits</a:t>
            </a:r>
            <a:r>
              <a:rPr sz="1700" dirty="0">
                <a:latin typeface="Times New Roman"/>
                <a:cs typeface="Times New Roman"/>
              </a:rPr>
              <a:t>,</a:t>
            </a:r>
            <a:r>
              <a:rPr sz="1700" spc="10" dirty="0">
                <a:latin typeface="Times New Roman"/>
                <a:cs typeface="Times New Roman"/>
              </a:rPr>
              <a:t> </a:t>
            </a:r>
            <a:r>
              <a:rPr sz="1700" spc="-5" dirty="0">
                <a:latin typeface="Times New Roman"/>
                <a:cs typeface="Times New Roman"/>
              </a:rPr>
              <a:t>one</a:t>
            </a:r>
            <a:r>
              <a:rPr sz="1700" spc="7" dirty="0">
                <a:latin typeface="Times New Roman"/>
                <a:cs typeface="Times New Roman"/>
              </a:rPr>
              <a:t> </a:t>
            </a:r>
            <a:r>
              <a:rPr sz="1700" dirty="0">
                <a:latin typeface="Times New Roman"/>
                <a:cs typeface="Times New Roman"/>
              </a:rPr>
              <a:t>for</a:t>
            </a:r>
            <a:r>
              <a:rPr sz="1700" spc="12" dirty="0">
                <a:latin typeface="Times New Roman"/>
                <a:cs typeface="Times New Roman"/>
              </a:rPr>
              <a:t> </a:t>
            </a:r>
            <a:r>
              <a:rPr sz="1700" spc="-7" dirty="0">
                <a:latin typeface="Times New Roman"/>
                <a:cs typeface="Times New Roman"/>
              </a:rPr>
              <a:t>e</a:t>
            </a:r>
            <a:r>
              <a:rPr sz="1700" spc="-2" dirty="0">
                <a:latin typeface="Times New Roman"/>
                <a:cs typeface="Times New Roman"/>
              </a:rPr>
              <a:t>a</a:t>
            </a:r>
            <a:r>
              <a:rPr sz="1700" spc="-7" dirty="0">
                <a:latin typeface="Times New Roman"/>
                <a:cs typeface="Times New Roman"/>
              </a:rPr>
              <a:t>c</a:t>
            </a:r>
            <a:r>
              <a:rPr sz="1700" dirty="0">
                <a:latin typeface="Times New Roman"/>
                <a:cs typeface="Times New Roman"/>
              </a:rPr>
              <a:t>h</a:t>
            </a:r>
            <a:r>
              <a:rPr sz="1700" spc="10" dirty="0">
                <a:latin typeface="Times New Roman"/>
                <a:cs typeface="Times New Roman"/>
              </a:rPr>
              <a:t> </a:t>
            </a:r>
            <a:r>
              <a:rPr sz="1700" spc="-5" dirty="0">
                <a:latin typeface="Times New Roman"/>
                <a:cs typeface="Times New Roman"/>
              </a:rPr>
              <a:t>memo</a:t>
            </a:r>
            <a:r>
              <a:rPr sz="1700" dirty="0">
                <a:latin typeface="Times New Roman"/>
                <a:cs typeface="Times New Roman"/>
              </a:rPr>
              <a:t>ry</a:t>
            </a:r>
            <a:r>
              <a:rPr sz="1700" spc="10"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10" dirty="0">
                <a:latin typeface="Times New Roman"/>
                <a:cs typeface="Times New Roman"/>
              </a:rPr>
              <a:t> </a:t>
            </a:r>
            <a:r>
              <a:rPr sz="1700" spc="-2" dirty="0">
                <a:latin typeface="Times New Roman"/>
                <a:cs typeface="Times New Roman"/>
              </a:rPr>
              <a:t>E</a:t>
            </a:r>
            <a:r>
              <a:rPr sz="1700" spc="-7" dirty="0">
                <a:latin typeface="Times New Roman"/>
                <a:cs typeface="Times New Roman"/>
              </a:rPr>
              <a:t>ac</a:t>
            </a:r>
            <a:r>
              <a:rPr sz="1700" dirty="0">
                <a:latin typeface="Times New Roman"/>
                <a:cs typeface="Times New Roman"/>
              </a:rPr>
              <a:t>h</a:t>
            </a:r>
            <a:r>
              <a:rPr sz="1700" spc="14"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10" dirty="0">
                <a:latin typeface="Times New Roman"/>
                <a:cs typeface="Times New Roman"/>
              </a:rPr>
              <a:t> </a:t>
            </a:r>
            <a:r>
              <a:rPr sz="1700" spc="-2" dirty="0">
                <a:latin typeface="Times New Roman"/>
                <a:cs typeface="Times New Roman"/>
              </a:rPr>
              <a:t>in</a:t>
            </a:r>
            <a:r>
              <a:rPr sz="1700" spc="12" dirty="0">
                <a:latin typeface="Times New Roman"/>
                <a:cs typeface="Times New Roman"/>
              </a:rPr>
              <a:t> </a:t>
            </a:r>
            <a:r>
              <a:rPr sz="1700" spc="-5" dirty="0">
                <a:latin typeface="Times New Roman"/>
                <a:cs typeface="Times New Roman"/>
              </a:rPr>
              <a:t>m</a:t>
            </a:r>
            <a:r>
              <a:rPr sz="1700" spc="-2" dirty="0">
                <a:latin typeface="Times New Roman"/>
                <a:cs typeface="Times New Roman"/>
              </a:rPr>
              <a:t>e</a:t>
            </a:r>
            <a:r>
              <a:rPr sz="1700" spc="-5" dirty="0">
                <a:latin typeface="Times New Roman"/>
                <a:cs typeface="Times New Roman"/>
              </a:rPr>
              <a:t>mory</a:t>
            </a:r>
            <a:r>
              <a:rPr sz="1700" spc="10"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7" dirty="0">
                <a:latin typeface="Times New Roman"/>
                <a:cs typeface="Times New Roman"/>
              </a:rPr>
              <a:t>c</a:t>
            </a:r>
            <a:r>
              <a:rPr sz="1700" spc="-5" dirty="0">
                <a:latin typeface="Times New Roman"/>
                <a:cs typeface="Times New Roman"/>
              </a:rPr>
              <a:t>ompa</a:t>
            </a:r>
            <a:r>
              <a:rPr sz="1700" dirty="0">
                <a:latin typeface="Times New Roman"/>
                <a:cs typeface="Times New Roman"/>
              </a:rPr>
              <a:t>r</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in</a:t>
            </a:r>
            <a:r>
              <a:rPr sz="1700" spc="70"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ll</a:t>
            </a:r>
            <a:r>
              <a:rPr sz="1700" spc="-7" dirty="0">
                <a:latin typeface="Times New Roman"/>
                <a:cs typeface="Times New Roman"/>
              </a:rPr>
              <a:t>e</a:t>
            </a:r>
            <a:r>
              <a:rPr sz="1700" spc="-2" dirty="0">
                <a:latin typeface="Times New Roman"/>
                <a:cs typeface="Times New Roman"/>
              </a:rPr>
              <a:t>l</a:t>
            </a:r>
            <a:r>
              <a:rPr sz="1700" spc="70"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spc="70" dirty="0">
                <a:latin typeface="Times New Roman"/>
                <a:cs typeface="Times New Roman"/>
              </a:rPr>
              <a:t> </a:t>
            </a:r>
            <a:r>
              <a:rPr sz="1700" spc="-2" dirty="0">
                <a:latin typeface="Times New Roman"/>
                <a:cs typeface="Times New Roman"/>
              </a:rPr>
              <a:t>the</a:t>
            </a:r>
            <a:r>
              <a:rPr sz="1700" spc="67" dirty="0">
                <a:latin typeface="Times New Roman"/>
                <a:cs typeface="Times New Roman"/>
              </a:rPr>
              <a:t> </a:t>
            </a:r>
            <a:r>
              <a:rPr sz="1700" spc="-7" dirty="0">
                <a:latin typeface="Times New Roman"/>
                <a:cs typeface="Times New Roman"/>
              </a:rPr>
              <a:t>c</a:t>
            </a:r>
            <a:r>
              <a:rPr sz="1700" spc="-2" dirty="0">
                <a:latin typeface="Times New Roman"/>
                <a:cs typeface="Times New Roman"/>
              </a:rPr>
              <a:t>ontent</a:t>
            </a:r>
            <a:r>
              <a:rPr sz="1700" spc="67" dirty="0">
                <a:latin typeface="Times New Roman"/>
                <a:cs typeface="Times New Roman"/>
              </a:rPr>
              <a:t> </a:t>
            </a:r>
            <a:r>
              <a:rPr sz="1700" dirty="0">
                <a:latin typeface="Times New Roman"/>
                <a:cs typeface="Times New Roman"/>
              </a:rPr>
              <a:t>of</a:t>
            </a:r>
            <a:r>
              <a:rPr sz="1700" spc="65" dirty="0">
                <a:latin typeface="Times New Roman"/>
                <a:cs typeface="Times New Roman"/>
              </a:rPr>
              <a:t> </a:t>
            </a:r>
            <a:r>
              <a:rPr sz="1700" spc="-2" dirty="0">
                <a:latin typeface="Times New Roman"/>
                <a:cs typeface="Times New Roman"/>
              </a:rPr>
              <a:t>the</a:t>
            </a:r>
            <a:r>
              <a:rPr sz="1700" spc="67" dirty="0">
                <a:latin typeface="Times New Roman"/>
                <a:cs typeface="Times New Roman"/>
              </a:rPr>
              <a:t> </a:t>
            </a:r>
            <a:r>
              <a:rPr sz="1700" spc="-7" dirty="0">
                <a:latin typeface="Times New Roman"/>
                <a:cs typeface="Times New Roman"/>
              </a:rPr>
              <a:t>a</a:t>
            </a:r>
            <a:r>
              <a:rPr sz="1700" spc="-5" dirty="0">
                <a:latin typeface="Times New Roman"/>
                <a:cs typeface="Times New Roman"/>
              </a:rPr>
              <a:t>rgum</a:t>
            </a:r>
            <a:r>
              <a:rPr sz="1700" spc="-10" dirty="0">
                <a:latin typeface="Times New Roman"/>
                <a:cs typeface="Times New Roman"/>
              </a:rPr>
              <a:t>e</a:t>
            </a:r>
            <a:r>
              <a:rPr sz="1700" spc="-2" dirty="0">
                <a:latin typeface="Times New Roman"/>
                <a:cs typeface="Times New Roman"/>
              </a:rPr>
              <a:t>nt</a:t>
            </a:r>
            <a:r>
              <a:rPr sz="1700" spc="7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g</a:t>
            </a:r>
            <a:r>
              <a:rPr sz="1700" dirty="0">
                <a:latin typeface="Times New Roman"/>
                <a:cs typeface="Times New Roman"/>
              </a:rPr>
              <a:t>i</a:t>
            </a:r>
            <a:r>
              <a:rPr sz="1700" spc="-5" dirty="0">
                <a:latin typeface="Times New Roman"/>
                <a:cs typeface="Times New Roman"/>
              </a:rPr>
              <a:t>ster</a:t>
            </a:r>
            <a:r>
              <a:rPr sz="1700" dirty="0">
                <a:latin typeface="Times New Roman"/>
                <a:cs typeface="Times New Roman"/>
              </a:rPr>
              <a:t>.</a:t>
            </a:r>
            <a:r>
              <a:rPr sz="1700" spc="67" dirty="0">
                <a:latin typeface="Times New Roman"/>
                <a:cs typeface="Times New Roman"/>
              </a:rPr>
              <a:t> </a:t>
            </a:r>
            <a:r>
              <a:rPr sz="1700" spc="-5" dirty="0">
                <a:latin typeface="Times New Roman"/>
                <a:cs typeface="Times New Roman"/>
              </a:rPr>
              <a:t>The</a:t>
            </a:r>
            <a:r>
              <a:rPr sz="1700" spc="65"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ds</a:t>
            </a:r>
            <a:r>
              <a:rPr sz="1700" spc="67" dirty="0">
                <a:latin typeface="Times New Roman"/>
                <a:cs typeface="Times New Roman"/>
              </a:rPr>
              <a:t> </a:t>
            </a:r>
            <a:r>
              <a:rPr sz="1700" spc="-2" dirty="0">
                <a:latin typeface="Times New Roman"/>
                <a:cs typeface="Times New Roman"/>
              </a:rPr>
              <a:t>that</a:t>
            </a:r>
            <a:r>
              <a:rPr sz="1700" spc="67" dirty="0">
                <a:latin typeface="Times New Roman"/>
                <a:cs typeface="Times New Roman"/>
              </a:rPr>
              <a:t> </a:t>
            </a:r>
            <a:r>
              <a:rPr sz="1700" spc="-5" dirty="0">
                <a:latin typeface="Times New Roman"/>
                <a:cs typeface="Times New Roman"/>
              </a:rPr>
              <a:t>ma</a:t>
            </a:r>
            <a:r>
              <a:rPr sz="1700" dirty="0">
                <a:latin typeface="Times New Roman"/>
                <a:cs typeface="Times New Roman"/>
              </a:rPr>
              <a:t>t</a:t>
            </a:r>
            <a:r>
              <a:rPr sz="1700" spc="-7" dirty="0">
                <a:latin typeface="Times New Roman"/>
                <a:cs typeface="Times New Roman"/>
              </a:rPr>
              <a:t>c</a:t>
            </a:r>
            <a:r>
              <a:rPr sz="1700" dirty="0">
                <a:latin typeface="Times New Roman"/>
                <a:cs typeface="Times New Roman"/>
              </a:rPr>
              <a:t>h </a:t>
            </a:r>
            <a:r>
              <a:rPr sz="1700" spc="-65" dirty="0">
                <a:latin typeface="Times New Roman"/>
                <a:cs typeface="Times New Roman"/>
              </a:rPr>
              <a:t> </a:t>
            </a:r>
            <a:r>
              <a:rPr sz="1700" spc="-2" dirty="0">
                <a:latin typeface="Times New Roman"/>
                <a:cs typeface="Times New Roman"/>
              </a:rPr>
              <a:t>the</a:t>
            </a:r>
            <a:r>
              <a:rPr sz="1700" spc="67" dirty="0">
                <a:latin typeface="Times New Roman"/>
                <a:cs typeface="Times New Roman"/>
              </a:rPr>
              <a:t> </a:t>
            </a:r>
            <a:r>
              <a:rPr sz="1700" spc="-2" dirty="0">
                <a:latin typeface="Times New Roman"/>
                <a:cs typeface="Times New Roman"/>
              </a:rPr>
              <a:t>bit</a:t>
            </a:r>
            <a:r>
              <a:rPr sz="1700" dirty="0">
                <a:latin typeface="Times New Roman"/>
                <a:cs typeface="Times New Roman"/>
              </a:rPr>
              <a:t>s</a:t>
            </a:r>
            <a:r>
              <a:rPr sz="1700" spc="67" dirty="0">
                <a:latin typeface="Times New Roman"/>
                <a:cs typeface="Times New Roman"/>
              </a:rPr>
              <a:t> </a:t>
            </a:r>
            <a:r>
              <a:rPr sz="1700" dirty="0">
                <a:latin typeface="Times New Roman"/>
                <a:cs typeface="Times New Roman"/>
              </a:rPr>
              <a:t>of</a:t>
            </a:r>
            <a:r>
              <a:rPr sz="1700" spc="65" dirty="0">
                <a:latin typeface="Times New Roman"/>
                <a:cs typeface="Times New Roman"/>
              </a:rPr>
              <a:t> </a:t>
            </a:r>
            <a:r>
              <a:rPr sz="1700" spc="-2" dirty="0">
                <a:latin typeface="Times New Roman"/>
                <a:cs typeface="Times New Roman"/>
              </a:rPr>
              <a:t>the </a:t>
            </a:r>
            <a:r>
              <a:rPr sz="1700" spc="-7" dirty="0">
                <a:latin typeface="Times New Roman"/>
                <a:cs typeface="Times New Roman"/>
              </a:rPr>
              <a:t>a</a:t>
            </a:r>
            <a:r>
              <a:rPr sz="1700" spc="-5" dirty="0">
                <a:latin typeface="Times New Roman"/>
                <a:cs typeface="Times New Roman"/>
              </a:rPr>
              <a:t>rgum</a:t>
            </a:r>
            <a:r>
              <a:rPr sz="1700" spc="-10" dirty="0">
                <a:latin typeface="Times New Roman"/>
                <a:cs typeface="Times New Roman"/>
              </a:rPr>
              <a:t>e</a:t>
            </a:r>
            <a:r>
              <a:rPr sz="1700" spc="-2" dirty="0">
                <a:latin typeface="Times New Roman"/>
                <a:cs typeface="Times New Roman"/>
              </a:rPr>
              <a:t>nt</a:t>
            </a:r>
            <a:r>
              <a:rPr sz="170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ter </a:t>
            </a:r>
            <a:r>
              <a:rPr sz="1700" spc="-2" dirty="0">
                <a:latin typeface="Times New Roman"/>
                <a:cs typeface="Times New Roman"/>
              </a:rPr>
              <a:t>s</a:t>
            </a:r>
            <a:r>
              <a:rPr sz="1700" spc="-5" dirty="0">
                <a:latin typeface="Times New Roman"/>
                <a:cs typeface="Times New Roman"/>
              </a:rPr>
              <a:t>e</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5" dirty="0">
                <a:latin typeface="Times New Roman"/>
                <a:cs typeface="Times New Roman"/>
              </a:rPr>
              <a:t>c</a:t>
            </a:r>
            <a:r>
              <a:rPr sz="1700" dirty="0">
                <a:latin typeface="Times New Roman"/>
                <a:cs typeface="Times New Roman"/>
              </a:rPr>
              <a:t>or</a:t>
            </a:r>
            <a:r>
              <a:rPr sz="1700" spc="-5" dirty="0">
                <a:latin typeface="Times New Roman"/>
                <a:cs typeface="Times New Roman"/>
              </a:rPr>
              <a:t>r</a:t>
            </a:r>
            <a:r>
              <a:rPr sz="1700" spc="-7" dirty="0">
                <a:latin typeface="Times New Roman"/>
                <a:cs typeface="Times New Roman"/>
              </a:rPr>
              <a:t>espond</a:t>
            </a:r>
            <a:r>
              <a:rPr sz="1700" spc="-2" dirty="0">
                <a:latin typeface="Times New Roman"/>
                <a:cs typeface="Times New Roman"/>
              </a:rPr>
              <a:t>i</a:t>
            </a:r>
            <a:r>
              <a:rPr sz="1700" dirty="0">
                <a:latin typeface="Times New Roman"/>
                <a:cs typeface="Times New Roman"/>
              </a:rPr>
              <a:t>ng </a:t>
            </a:r>
            <a:r>
              <a:rPr sz="1700" spc="-2" dirty="0">
                <a:latin typeface="Times New Roman"/>
                <a:cs typeface="Times New Roman"/>
              </a:rPr>
              <a:t>bit</a:t>
            </a:r>
            <a:r>
              <a:rPr sz="1700" dirty="0">
                <a:latin typeface="Times New Roman"/>
                <a:cs typeface="Times New Roman"/>
              </a:rPr>
              <a:t> </a:t>
            </a:r>
            <a:r>
              <a:rPr sz="1700" spc="-2" dirty="0">
                <a:latin typeface="Times New Roman"/>
                <a:cs typeface="Times New Roman"/>
              </a:rPr>
              <a:t>in the </a:t>
            </a:r>
            <a:r>
              <a:rPr sz="1700" spc="-5" dirty="0">
                <a:latin typeface="Times New Roman"/>
                <a:cs typeface="Times New Roman"/>
              </a:rPr>
              <a:t>mat</a:t>
            </a:r>
            <a:r>
              <a:rPr sz="1700" spc="-7" dirty="0">
                <a:latin typeface="Times New Roman"/>
                <a:cs typeface="Times New Roman"/>
              </a:rPr>
              <a:t>c</a:t>
            </a:r>
            <a:r>
              <a:rPr sz="1700" dirty="0">
                <a:latin typeface="Times New Roman"/>
                <a:cs typeface="Times New Roman"/>
              </a:rPr>
              <a:t>h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p>
        </p:txBody>
      </p:sp>
    </p:spTree>
    <p:extLst>
      <p:ext uri="{BB962C8B-B14F-4D97-AF65-F5344CB8AC3E}">
        <p14:creationId xmlns:p14="http://schemas.microsoft.com/office/powerpoint/2010/main" val="3893572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582C7-EB6E-CEC8-03EC-E093BE68CAF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C7F2E3E-CB72-36BA-47F9-B1C70E33A948}"/>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D25299F0-6229-2B2F-F5C2-C882086302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CD8BF882-7397-B128-B014-8EB755DAD82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D4C7E772-DB63-C755-82B4-60E79EA9E25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a:extLst>
              <a:ext uri="{FF2B5EF4-FFF2-40B4-BE49-F238E27FC236}">
                <a16:creationId xmlns:a16="http://schemas.microsoft.com/office/drawing/2014/main" id="{8252C217-C424-0CBF-76CA-1582903DBF37}"/>
              </a:ext>
            </a:extLst>
          </p:cNvPr>
          <p:cNvSpPr txBox="1"/>
          <p:nvPr/>
        </p:nvSpPr>
        <p:spPr>
          <a:xfrm>
            <a:off x="1032636" y="819150"/>
            <a:ext cx="7044564" cy="3606115"/>
          </a:xfrm>
          <a:prstGeom prst="rect">
            <a:avLst/>
          </a:prstGeom>
        </p:spPr>
        <p:txBody>
          <a:bodyPr vert="horz" wrap="square" lIns="0" tIns="0" rIns="0" bIns="0" rtlCol="0">
            <a:spAutoFit/>
          </a:bodyPr>
          <a:lstStyle/>
          <a:p>
            <a:pPr marL="6109" marR="3971" algn="just">
              <a:spcBef>
                <a:spcPts val="358"/>
              </a:spcBef>
            </a:pPr>
            <a:r>
              <a:rPr sz="1700" spc="-2" dirty="0">
                <a:latin typeface="Times New Roman"/>
                <a:cs typeface="Times New Roman"/>
              </a:rPr>
              <a:t>A</a:t>
            </a:r>
            <a:r>
              <a:rPr sz="1700" spc="-5" dirty="0">
                <a:latin typeface="Times New Roman"/>
                <a:cs typeface="Times New Roman"/>
              </a:rPr>
              <a:t>f</a:t>
            </a:r>
            <a:r>
              <a:rPr sz="1700" spc="-2" dirty="0">
                <a:latin typeface="Times New Roman"/>
                <a:cs typeface="Times New Roman"/>
              </a:rPr>
              <a:t>ter</a:t>
            </a:r>
            <a:r>
              <a:rPr sz="1700" spc="-10"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mat</a:t>
            </a:r>
            <a:r>
              <a:rPr sz="1700" spc="-7" dirty="0">
                <a:latin typeface="Times New Roman"/>
                <a:cs typeface="Times New Roman"/>
              </a:rPr>
              <a:t>c</a:t>
            </a:r>
            <a:r>
              <a:rPr sz="1700" spc="-5" dirty="0">
                <a:latin typeface="Times New Roman"/>
                <a:cs typeface="Times New Roman"/>
              </a:rPr>
              <a:t>hing pro</a:t>
            </a:r>
            <a:r>
              <a:rPr sz="1700" spc="-10" dirty="0">
                <a:latin typeface="Times New Roman"/>
                <a:cs typeface="Times New Roman"/>
              </a:rPr>
              <a:t>c</a:t>
            </a:r>
            <a:r>
              <a:rPr sz="1700" spc="-2" dirty="0">
                <a:latin typeface="Times New Roman"/>
                <a:cs typeface="Times New Roman"/>
              </a:rPr>
              <a:t>ess</a:t>
            </a:r>
            <a:r>
              <a:rPr sz="1700" dirty="0">
                <a:latin typeface="Times New Roman"/>
                <a:cs typeface="Times New Roman"/>
              </a:rPr>
              <a:t>,</a:t>
            </a:r>
            <a:r>
              <a:rPr sz="1700" spc="-5" dirty="0">
                <a:latin typeface="Times New Roman"/>
                <a:cs typeface="Times New Roman"/>
              </a:rPr>
              <a:t> </a:t>
            </a:r>
            <a:r>
              <a:rPr sz="1700" spc="-2" dirty="0">
                <a:latin typeface="Times New Roman"/>
                <a:cs typeface="Times New Roman"/>
              </a:rPr>
              <a:t>those</a:t>
            </a:r>
            <a:r>
              <a:rPr sz="1700" spc="-7" dirty="0">
                <a:latin typeface="Times New Roman"/>
                <a:cs typeface="Times New Roman"/>
              </a:rPr>
              <a:t> </a:t>
            </a:r>
            <a:r>
              <a:rPr sz="1700" spc="-2" dirty="0">
                <a:latin typeface="Times New Roman"/>
                <a:cs typeface="Times New Roman"/>
              </a:rPr>
              <a:t>bit</a:t>
            </a:r>
            <a:r>
              <a:rPr sz="1700" dirty="0">
                <a:latin typeface="Times New Roman"/>
                <a:cs typeface="Times New Roman"/>
              </a:rPr>
              <a:t>s</a:t>
            </a:r>
            <a:r>
              <a:rPr sz="1700" spc="-12" dirty="0">
                <a:latin typeface="Times New Roman"/>
                <a:cs typeface="Times New Roman"/>
              </a:rPr>
              <a:t> </a:t>
            </a:r>
            <a:r>
              <a:rPr sz="1700" spc="-2" dirty="0">
                <a:latin typeface="Times New Roman"/>
                <a:cs typeface="Times New Roman"/>
              </a:rPr>
              <a:t>in</a:t>
            </a:r>
            <a:r>
              <a:rPr sz="1700" spc="-5"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mat</a:t>
            </a:r>
            <a:r>
              <a:rPr sz="1700" spc="-7" dirty="0">
                <a:latin typeface="Times New Roman"/>
                <a:cs typeface="Times New Roman"/>
              </a:rPr>
              <a:t>c</a:t>
            </a:r>
            <a:r>
              <a:rPr sz="1700" dirty="0">
                <a:latin typeface="Times New Roman"/>
                <a:cs typeface="Times New Roman"/>
              </a:rPr>
              <a:t>h</a:t>
            </a:r>
            <a:r>
              <a:rPr sz="1700" spc="-1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10" dirty="0">
                <a:latin typeface="Times New Roman"/>
                <a:cs typeface="Times New Roman"/>
              </a:rPr>
              <a:t> </a:t>
            </a:r>
            <a:r>
              <a:rPr sz="1700" spc="-2" dirty="0">
                <a:latin typeface="Times New Roman"/>
                <a:cs typeface="Times New Roman"/>
              </a:rPr>
              <a:t>that</a:t>
            </a:r>
            <a:r>
              <a:rPr sz="1700" spc="-7"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ve</a:t>
            </a:r>
            <a:r>
              <a:rPr sz="1700" spc="-10" dirty="0">
                <a:latin typeface="Times New Roman"/>
                <a:cs typeface="Times New Roman"/>
              </a:rPr>
              <a:t> </a:t>
            </a:r>
            <a:r>
              <a:rPr sz="1700" spc="-5" dirty="0">
                <a:latin typeface="Times New Roman"/>
                <a:cs typeface="Times New Roman"/>
              </a:rPr>
              <a:t>b</a:t>
            </a:r>
            <a:r>
              <a:rPr sz="1700" spc="-7" dirty="0">
                <a:latin typeface="Times New Roman"/>
                <a:cs typeface="Times New Roman"/>
              </a:rPr>
              <a:t>ee</a:t>
            </a:r>
            <a:r>
              <a:rPr sz="1700" dirty="0">
                <a:latin typeface="Times New Roman"/>
                <a:cs typeface="Times New Roman"/>
              </a:rPr>
              <a:t>n</a:t>
            </a:r>
            <a:r>
              <a:rPr sz="1700" spc="-7" dirty="0">
                <a:latin typeface="Times New Roman"/>
                <a:cs typeface="Times New Roman"/>
              </a:rPr>
              <a:t> </a:t>
            </a:r>
            <a:r>
              <a:rPr sz="1700" spc="5" dirty="0">
                <a:latin typeface="Times New Roman"/>
                <a:cs typeface="Times New Roman"/>
              </a:rPr>
              <a:t>s</a:t>
            </a:r>
            <a:r>
              <a:rPr sz="1700" spc="-7" dirty="0">
                <a:latin typeface="Times New Roman"/>
                <a:cs typeface="Times New Roman"/>
              </a:rPr>
              <a:t>e</a:t>
            </a:r>
            <a:r>
              <a:rPr sz="1700" spc="-2" dirty="0">
                <a:latin typeface="Times New Roman"/>
                <a:cs typeface="Times New Roman"/>
              </a:rPr>
              <a:t>t</a:t>
            </a:r>
            <a:r>
              <a:rPr sz="1700" spc="-5" dirty="0">
                <a:latin typeface="Times New Roman"/>
                <a:cs typeface="Times New Roman"/>
              </a:rPr>
              <a:t> </a:t>
            </a:r>
            <a:r>
              <a:rPr sz="1700" spc="-2" dirty="0">
                <a:latin typeface="Times New Roman"/>
                <a:cs typeface="Times New Roman"/>
              </a:rPr>
              <a:t>indi</a:t>
            </a:r>
            <a:r>
              <a:rPr sz="1700" spc="-7" dirty="0">
                <a:latin typeface="Times New Roman"/>
                <a:cs typeface="Times New Roman"/>
              </a:rPr>
              <a:t>ca</a:t>
            </a:r>
            <a:r>
              <a:rPr sz="1700" spc="-2" dirty="0">
                <a:latin typeface="Times New Roman"/>
                <a:cs typeface="Times New Roman"/>
              </a:rPr>
              <a:t>te</a:t>
            </a:r>
            <a:r>
              <a:rPr sz="1700" spc="-7"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2" dirty="0">
                <a:latin typeface="Times New Roman"/>
                <a:cs typeface="Times New Roman"/>
              </a:rPr>
              <a:t>f</a:t>
            </a:r>
            <a:r>
              <a:rPr sz="1700" spc="-10" dirty="0">
                <a:latin typeface="Times New Roman"/>
                <a:cs typeface="Times New Roman"/>
              </a:rPr>
              <a:t>a</a:t>
            </a:r>
            <a:r>
              <a:rPr sz="1700" spc="-7" dirty="0">
                <a:latin typeface="Times New Roman"/>
                <a:cs typeface="Times New Roman"/>
              </a:rPr>
              <a:t>c</a:t>
            </a:r>
            <a:r>
              <a:rPr sz="1700" spc="-2" dirty="0">
                <a:latin typeface="Times New Roman"/>
                <a:cs typeface="Times New Roman"/>
              </a:rPr>
              <a:t>t that their </a:t>
            </a:r>
            <a:r>
              <a:rPr sz="1700" spc="-7" dirty="0">
                <a:latin typeface="Times New Roman"/>
                <a:cs typeface="Times New Roman"/>
              </a:rPr>
              <a:t>c</a:t>
            </a:r>
            <a:r>
              <a:rPr sz="1700" dirty="0">
                <a:latin typeface="Times New Roman"/>
                <a:cs typeface="Times New Roman"/>
              </a:rPr>
              <a:t>orr</a:t>
            </a:r>
            <a:r>
              <a:rPr sz="1700" spc="-7" dirty="0">
                <a:latin typeface="Times New Roman"/>
                <a:cs typeface="Times New Roman"/>
              </a:rPr>
              <a:t>espond</a:t>
            </a:r>
            <a:r>
              <a:rPr sz="1700" spc="-2" dirty="0">
                <a:latin typeface="Times New Roman"/>
                <a:cs typeface="Times New Roman"/>
              </a:rPr>
              <a:t>i</a:t>
            </a:r>
            <a:r>
              <a:rPr sz="1700" dirty="0">
                <a:latin typeface="Times New Roman"/>
                <a:cs typeface="Times New Roman"/>
              </a:rPr>
              <a:t>ng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ds</a:t>
            </a:r>
            <a:r>
              <a:rPr sz="1700" spc="-2"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ve</a:t>
            </a:r>
            <a:r>
              <a:rPr sz="1700" spc="-2" dirty="0">
                <a:latin typeface="Times New Roman"/>
                <a:cs typeface="Times New Roman"/>
              </a:rPr>
              <a:t> </a:t>
            </a:r>
            <a:r>
              <a:rPr sz="1700" spc="5" dirty="0">
                <a:latin typeface="Times New Roman"/>
                <a:cs typeface="Times New Roman"/>
              </a:rPr>
              <a:t>b</a:t>
            </a:r>
            <a:r>
              <a:rPr sz="1700" spc="-7" dirty="0">
                <a:latin typeface="Times New Roman"/>
                <a:cs typeface="Times New Roman"/>
              </a:rPr>
              <a:t>ee</a:t>
            </a:r>
            <a:r>
              <a:rPr sz="1700" dirty="0">
                <a:latin typeface="Times New Roman"/>
                <a:cs typeface="Times New Roman"/>
              </a:rPr>
              <a:t>n </a:t>
            </a:r>
            <a:r>
              <a:rPr sz="1700" spc="-5" dirty="0">
                <a:latin typeface="Times New Roman"/>
                <a:cs typeface="Times New Roman"/>
              </a:rPr>
              <a:t>mat</a:t>
            </a:r>
            <a:r>
              <a:rPr sz="1700" spc="-7" dirty="0">
                <a:latin typeface="Times New Roman"/>
                <a:cs typeface="Times New Roman"/>
              </a:rPr>
              <a:t>c</a:t>
            </a:r>
            <a:r>
              <a:rPr sz="1700" spc="5" dirty="0">
                <a:latin typeface="Times New Roman"/>
                <a:cs typeface="Times New Roman"/>
              </a:rPr>
              <a:t>h</a:t>
            </a:r>
            <a:r>
              <a:rPr sz="1700" spc="-2" dirty="0">
                <a:latin typeface="Times New Roman"/>
                <a:cs typeface="Times New Roman"/>
              </a:rPr>
              <a:t>e</a:t>
            </a:r>
            <a:r>
              <a:rPr sz="1700" dirty="0">
                <a:latin typeface="Times New Roman"/>
                <a:cs typeface="Times New Roman"/>
              </a:rPr>
              <a:t>d.</a:t>
            </a:r>
          </a:p>
          <a:p>
            <a:pPr marL="6109" marR="4276" algn="just">
              <a:spcBef>
                <a:spcPts val="363"/>
              </a:spcBef>
            </a:pPr>
            <a:r>
              <a:rPr sz="1700" spc="-5" dirty="0">
                <a:latin typeface="Times New Roman"/>
                <a:cs typeface="Times New Roman"/>
              </a:rPr>
              <a:t>R</a:t>
            </a:r>
            <a:r>
              <a:rPr sz="1700" spc="-7" dirty="0">
                <a:latin typeface="Times New Roman"/>
                <a:cs typeface="Times New Roman"/>
              </a:rPr>
              <a:t>ea</a:t>
            </a:r>
            <a:r>
              <a:rPr sz="1700" spc="-5" dirty="0">
                <a:latin typeface="Times New Roman"/>
                <a:cs typeface="Times New Roman"/>
              </a:rPr>
              <a:t>ding</a:t>
            </a:r>
            <a:r>
              <a:rPr sz="1700" dirty="0">
                <a:latin typeface="Times New Roman"/>
                <a:cs typeface="Times New Roman"/>
              </a:rPr>
              <a:t> </a:t>
            </a:r>
            <a:r>
              <a:rPr sz="1700" spc="70"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70" dirty="0">
                <a:latin typeface="Times New Roman"/>
                <a:cs typeface="Times New Roman"/>
              </a:rPr>
              <a:t> </a:t>
            </a:r>
            <a:r>
              <a:rPr sz="1700" spc="-7" dirty="0">
                <a:latin typeface="Times New Roman"/>
                <a:cs typeface="Times New Roman"/>
              </a:rPr>
              <a:t>acc</a:t>
            </a:r>
            <a:r>
              <a:rPr sz="1700" spc="-5" dirty="0">
                <a:latin typeface="Times New Roman"/>
                <a:cs typeface="Times New Roman"/>
              </a:rPr>
              <a:t>omplished</a:t>
            </a:r>
            <a:r>
              <a:rPr sz="1700" dirty="0">
                <a:latin typeface="Times New Roman"/>
                <a:cs typeface="Times New Roman"/>
              </a:rPr>
              <a:t> </a:t>
            </a:r>
            <a:r>
              <a:rPr sz="1700" spc="67" dirty="0">
                <a:latin typeface="Times New Roman"/>
                <a:cs typeface="Times New Roman"/>
              </a:rPr>
              <a:t> </a:t>
            </a:r>
            <a:r>
              <a:rPr sz="1700" dirty="0">
                <a:latin typeface="Times New Roman"/>
                <a:cs typeface="Times New Roman"/>
              </a:rPr>
              <a:t>by </a:t>
            </a:r>
            <a:r>
              <a:rPr sz="1700" spc="67"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65" dirty="0">
                <a:latin typeface="Times New Roman"/>
                <a:cs typeface="Times New Roman"/>
              </a:rPr>
              <a:t> </a:t>
            </a:r>
            <a:r>
              <a:rPr sz="1700" spc="-2" dirty="0">
                <a:latin typeface="Times New Roman"/>
                <a:cs typeface="Times New Roman"/>
              </a:rPr>
              <a:t>se</a:t>
            </a:r>
            <a:r>
              <a:rPr sz="1700" spc="-5" dirty="0">
                <a:latin typeface="Times New Roman"/>
                <a:cs typeface="Times New Roman"/>
              </a:rPr>
              <a:t>qu</a:t>
            </a:r>
            <a:r>
              <a:rPr sz="1700" spc="-7" dirty="0">
                <a:latin typeface="Times New Roman"/>
                <a:cs typeface="Times New Roman"/>
              </a:rPr>
              <a:t>e</a:t>
            </a:r>
            <a:r>
              <a:rPr sz="1700" spc="-2" dirty="0">
                <a:latin typeface="Times New Roman"/>
                <a:cs typeface="Times New Roman"/>
              </a:rPr>
              <a:t>nti</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70" dirty="0">
                <a:latin typeface="Times New Roman"/>
                <a:cs typeface="Times New Roman"/>
              </a:rPr>
              <a:t> </a:t>
            </a:r>
            <a:r>
              <a:rPr sz="1700" spc="-7" dirty="0">
                <a:latin typeface="Times New Roman"/>
                <a:cs typeface="Times New Roman"/>
              </a:rPr>
              <a:t>a</a:t>
            </a:r>
            <a:r>
              <a:rPr sz="1700" spc="-2" dirty="0">
                <a:latin typeface="Times New Roman"/>
                <a:cs typeface="Times New Roman"/>
              </a:rPr>
              <a:t>c</a:t>
            </a:r>
            <a:r>
              <a:rPr sz="1700" spc="-7" dirty="0">
                <a:latin typeface="Times New Roman"/>
                <a:cs typeface="Times New Roman"/>
              </a:rPr>
              <a:t>ce</a:t>
            </a:r>
            <a:r>
              <a:rPr sz="1700" spc="-2" dirty="0">
                <a:latin typeface="Times New Roman"/>
                <a:cs typeface="Times New Roman"/>
              </a:rPr>
              <a:t>s</a:t>
            </a:r>
            <a:r>
              <a:rPr sz="1700" dirty="0">
                <a:latin typeface="Times New Roman"/>
                <a:cs typeface="Times New Roman"/>
              </a:rPr>
              <a:t>s </a:t>
            </a:r>
            <a:r>
              <a:rPr sz="1700" spc="70"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70"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67" dirty="0">
                <a:latin typeface="Times New Roman"/>
                <a:cs typeface="Times New Roman"/>
              </a:rPr>
              <a:t> </a:t>
            </a:r>
            <a:r>
              <a:rPr sz="1700" dirty="0">
                <a:latin typeface="Times New Roman"/>
                <a:cs typeface="Times New Roman"/>
              </a:rPr>
              <a:t>for </a:t>
            </a:r>
            <a:r>
              <a:rPr sz="1700" spc="65" dirty="0">
                <a:latin typeface="Times New Roman"/>
                <a:cs typeface="Times New Roman"/>
              </a:rPr>
              <a:t> </a:t>
            </a:r>
            <a:r>
              <a:rPr sz="1700" spc="-2" dirty="0">
                <a:latin typeface="Times New Roman"/>
                <a:cs typeface="Times New Roman"/>
              </a:rPr>
              <a:t>t</a:t>
            </a:r>
            <a:r>
              <a:rPr sz="1700" dirty="0">
                <a:latin typeface="Times New Roman"/>
                <a:cs typeface="Times New Roman"/>
              </a:rPr>
              <a:t>hose </a:t>
            </a:r>
            <a:r>
              <a:rPr sz="1700" spc="65"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ds </a:t>
            </a:r>
            <a:r>
              <a:rPr sz="1700" spc="67" dirty="0">
                <a:latin typeface="Times New Roman"/>
                <a:cs typeface="Times New Roman"/>
              </a:rPr>
              <a:t> </a:t>
            </a:r>
            <a:r>
              <a:rPr sz="1700" spc="-2" dirty="0">
                <a:latin typeface="Times New Roman"/>
                <a:cs typeface="Times New Roman"/>
              </a:rPr>
              <a:t>whose </a:t>
            </a:r>
            <a:r>
              <a:rPr sz="1700" spc="-7" dirty="0">
                <a:latin typeface="Times New Roman"/>
                <a:cs typeface="Times New Roman"/>
              </a:rPr>
              <a:t>c</a:t>
            </a:r>
            <a:r>
              <a:rPr sz="1700" dirty="0">
                <a:latin typeface="Times New Roman"/>
                <a:cs typeface="Times New Roman"/>
              </a:rPr>
              <a:t>or</a:t>
            </a:r>
            <a:r>
              <a:rPr sz="1700" spc="-5" dirty="0">
                <a:latin typeface="Times New Roman"/>
                <a:cs typeface="Times New Roman"/>
              </a:rPr>
              <a:t>r</a:t>
            </a:r>
            <a:r>
              <a:rPr sz="1700" spc="-7" dirty="0">
                <a:latin typeface="Times New Roman"/>
                <a:cs typeface="Times New Roman"/>
              </a:rPr>
              <a:t>espond</a:t>
            </a:r>
            <a:r>
              <a:rPr sz="1700" spc="-2" dirty="0">
                <a:latin typeface="Times New Roman"/>
                <a:cs typeface="Times New Roman"/>
              </a:rPr>
              <a:t>i</a:t>
            </a:r>
            <a:r>
              <a:rPr sz="1700" dirty="0">
                <a:latin typeface="Times New Roman"/>
                <a:cs typeface="Times New Roman"/>
              </a:rPr>
              <a:t>ng </a:t>
            </a:r>
            <a:r>
              <a:rPr sz="1700" spc="-2" dirty="0">
                <a:latin typeface="Times New Roman"/>
                <a:cs typeface="Times New Roman"/>
              </a:rPr>
              <a:t>bit</a:t>
            </a:r>
            <a:r>
              <a:rPr sz="1700" dirty="0">
                <a:latin typeface="Times New Roman"/>
                <a:cs typeface="Times New Roman"/>
              </a:rPr>
              <a:t>s</a:t>
            </a:r>
            <a:r>
              <a:rPr sz="1700" spc="-2" dirty="0">
                <a:latin typeface="Times New Roman"/>
                <a:cs typeface="Times New Roman"/>
              </a:rPr>
              <a:t> in </a:t>
            </a:r>
            <a:r>
              <a:rPr sz="1700" dirty="0">
                <a:latin typeface="Times New Roman"/>
                <a:cs typeface="Times New Roman"/>
              </a:rPr>
              <a:t>t</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mat</a:t>
            </a:r>
            <a:r>
              <a:rPr sz="1700" spc="-7" dirty="0">
                <a:latin typeface="Times New Roman"/>
                <a:cs typeface="Times New Roman"/>
              </a:rPr>
              <a:t>c</a:t>
            </a:r>
            <a:r>
              <a:rPr sz="1700" dirty="0">
                <a:latin typeface="Times New Roman"/>
                <a:cs typeface="Times New Roman"/>
              </a:rPr>
              <a:t>h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h</a:t>
            </a:r>
            <a:r>
              <a:rPr sz="1700" spc="-7" dirty="0">
                <a:latin typeface="Times New Roman"/>
                <a:cs typeface="Times New Roman"/>
              </a:rPr>
              <a:t>a</a:t>
            </a:r>
            <a:r>
              <a:rPr sz="1700" spc="-5" dirty="0">
                <a:latin typeface="Times New Roman"/>
                <a:cs typeface="Times New Roman"/>
              </a:rPr>
              <a:t>ve</a:t>
            </a:r>
            <a:r>
              <a:rPr sz="1700" spc="-2" dirty="0">
                <a:latin typeface="Times New Roman"/>
                <a:cs typeface="Times New Roman"/>
              </a:rPr>
              <a:t> </a:t>
            </a:r>
            <a:r>
              <a:rPr sz="1700" spc="-5" dirty="0">
                <a:latin typeface="Times New Roman"/>
                <a:cs typeface="Times New Roman"/>
              </a:rPr>
              <a:t>b</a:t>
            </a:r>
            <a:r>
              <a:rPr sz="1700" spc="-2" dirty="0">
                <a:latin typeface="Times New Roman"/>
                <a:cs typeface="Times New Roman"/>
              </a:rPr>
              <a:t>e</a:t>
            </a:r>
            <a:r>
              <a:rPr sz="1700" spc="-7" dirty="0">
                <a:latin typeface="Times New Roman"/>
                <a:cs typeface="Times New Roman"/>
              </a:rPr>
              <a:t>e</a:t>
            </a:r>
            <a:r>
              <a:rPr sz="1700" dirty="0">
                <a:latin typeface="Times New Roman"/>
                <a:cs typeface="Times New Roman"/>
              </a:rPr>
              <a:t>n</a:t>
            </a:r>
            <a:r>
              <a:rPr sz="1700" spc="5" dirty="0">
                <a:latin typeface="Times New Roman"/>
                <a:cs typeface="Times New Roman"/>
              </a:rPr>
              <a:t> </a:t>
            </a:r>
            <a:r>
              <a:rPr sz="1700" spc="-2" dirty="0">
                <a:latin typeface="Times New Roman"/>
                <a:cs typeface="Times New Roman"/>
              </a:rPr>
              <a:t>set.</a:t>
            </a:r>
            <a:endParaRPr sz="1700" dirty="0">
              <a:latin typeface="Times New Roman"/>
              <a:cs typeface="Times New Roman"/>
            </a:endParaRPr>
          </a:p>
          <a:p>
            <a:pPr marL="6109" marR="3971" algn="just">
              <a:spcBef>
                <a:spcPts val="358"/>
              </a:spcBef>
            </a:pPr>
            <a:r>
              <a:rPr sz="1700" spc="-5" dirty="0">
                <a:latin typeface="Times New Roman"/>
                <a:cs typeface="Times New Roman"/>
              </a:rPr>
              <a:t>The</a:t>
            </a:r>
            <a:r>
              <a:rPr sz="1700" spc="29" dirty="0">
                <a:latin typeface="Times New Roman"/>
                <a:cs typeface="Times New Roman"/>
              </a:rPr>
              <a:t> </a:t>
            </a:r>
            <a:r>
              <a:rPr sz="1700" spc="-5" dirty="0">
                <a:latin typeface="Times New Roman"/>
                <a:cs typeface="Times New Roman"/>
              </a:rPr>
              <a:t>k</a:t>
            </a:r>
            <a:r>
              <a:rPr sz="1700" spc="-7" dirty="0">
                <a:latin typeface="Times New Roman"/>
                <a:cs typeface="Times New Roman"/>
              </a:rPr>
              <a:t>e</a:t>
            </a:r>
            <a:r>
              <a:rPr sz="1700" dirty="0">
                <a:latin typeface="Times New Roman"/>
                <a:cs typeface="Times New Roman"/>
              </a:rPr>
              <a:t>y</a:t>
            </a:r>
            <a:r>
              <a:rPr sz="1700" spc="34"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ter</a:t>
            </a:r>
            <a:r>
              <a:rPr sz="1700" spc="31" dirty="0">
                <a:latin typeface="Times New Roman"/>
                <a:cs typeface="Times New Roman"/>
              </a:rPr>
              <a:t> </a:t>
            </a:r>
            <a:r>
              <a:rPr sz="1700" spc="-2" dirty="0">
                <a:latin typeface="Times New Roman"/>
                <a:cs typeface="Times New Roman"/>
              </a:rPr>
              <a:t>suppor</a:t>
            </a:r>
            <a:r>
              <a:rPr sz="1700" spc="5" dirty="0">
                <a:latin typeface="Times New Roman"/>
                <a:cs typeface="Times New Roman"/>
              </a:rPr>
              <a:t>t</a:t>
            </a:r>
            <a:r>
              <a:rPr sz="1700" dirty="0">
                <a:latin typeface="Times New Roman"/>
                <a:cs typeface="Times New Roman"/>
              </a:rPr>
              <a:t>s</a:t>
            </a:r>
            <a:r>
              <a:rPr sz="1700" spc="34" dirty="0">
                <a:latin typeface="Times New Roman"/>
                <a:cs typeface="Times New Roman"/>
              </a:rPr>
              <a:t> </a:t>
            </a:r>
            <a:r>
              <a:rPr sz="1700" spc="-5" dirty="0">
                <a:latin typeface="Times New Roman"/>
                <a:cs typeface="Times New Roman"/>
              </a:rPr>
              <a:t>a</a:t>
            </a:r>
            <a:r>
              <a:rPr sz="1700" spc="31" dirty="0">
                <a:latin typeface="Times New Roman"/>
                <a:cs typeface="Times New Roman"/>
              </a:rPr>
              <a:t> </a:t>
            </a:r>
            <a:r>
              <a:rPr sz="1700" spc="-5" dirty="0">
                <a:latin typeface="Times New Roman"/>
                <a:cs typeface="Times New Roman"/>
              </a:rPr>
              <a:t>mask</a:t>
            </a:r>
            <a:r>
              <a:rPr sz="1700" spc="31" dirty="0">
                <a:latin typeface="Times New Roman"/>
                <a:cs typeface="Times New Roman"/>
              </a:rPr>
              <a:t> </a:t>
            </a:r>
            <a:r>
              <a:rPr sz="1700" dirty="0">
                <a:latin typeface="Times New Roman"/>
                <a:cs typeface="Times New Roman"/>
              </a:rPr>
              <a:t>for</a:t>
            </a:r>
            <a:r>
              <a:rPr sz="1700" spc="29" dirty="0">
                <a:latin typeface="Times New Roman"/>
                <a:cs typeface="Times New Roman"/>
              </a:rPr>
              <a:t> </a:t>
            </a:r>
            <a:r>
              <a:rPr sz="1700" spc="-2" dirty="0">
                <a:latin typeface="Times New Roman"/>
                <a:cs typeface="Times New Roman"/>
              </a:rPr>
              <a:t>sele</a:t>
            </a:r>
            <a:r>
              <a:rPr sz="1700" spc="-7" dirty="0">
                <a:latin typeface="Times New Roman"/>
                <a:cs typeface="Times New Roman"/>
              </a:rPr>
              <a:t>c</a:t>
            </a:r>
            <a:r>
              <a:rPr sz="1700" spc="-2" dirty="0">
                <a:latin typeface="Times New Roman"/>
                <a:cs typeface="Times New Roman"/>
              </a:rPr>
              <a:t>ti</a:t>
            </a:r>
            <a:r>
              <a:rPr sz="1700" dirty="0">
                <a:latin typeface="Times New Roman"/>
                <a:cs typeface="Times New Roman"/>
              </a:rPr>
              <a:t>ng</a:t>
            </a:r>
            <a:r>
              <a:rPr sz="1700" spc="34" dirty="0">
                <a:latin typeface="Times New Roman"/>
                <a:cs typeface="Times New Roman"/>
              </a:rPr>
              <a:t> </a:t>
            </a:r>
            <a:r>
              <a:rPr sz="1700" spc="-5" dirty="0">
                <a:latin typeface="Times New Roman"/>
                <a:cs typeface="Times New Roman"/>
              </a:rPr>
              <a:t>a</a:t>
            </a:r>
            <a:r>
              <a:rPr sz="1700" spc="36" dirty="0">
                <a:latin typeface="Times New Roman"/>
                <a:cs typeface="Times New Roman"/>
              </a:rPr>
              <a:t> </a:t>
            </a:r>
            <a:r>
              <a:rPr sz="1700" spc="-2" dirty="0">
                <a:latin typeface="Times New Roman"/>
                <a:cs typeface="Times New Roman"/>
              </a:rPr>
              <a:t>spe</a:t>
            </a:r>
            <a:r>
              <a:rPr sz="1700" spc="-7" dirty="0">
                <a:latin typeface="Times New Roman"/>
                <a:cs typeface="Times New Roman"/>
              </a:rPr>
              <a:t>c</a:t>
            </a:r>
            <a:r>
              <a:rPr sz="1700" spc="-2" dirty="0">
                <a:latin typeface="Times New Roman"/>
                <a:cs typeface="Times New Roman"/>
              </a:rPr>
              <a:t>ific</a:t>
            </a:r>
            <a:r>
              <a:rPr sz="1700" spc="31" dirty="0">
                <a:latin typeface="Times New Roman"/>
                <a:cs typeface="Times New Roman"/>
              </a:rPr>
              <a:t> </a:t>
            </a:r>
            <a:r>
              <a:rPr sz="1700" spc="-2" dirty="0">
                <a:latin typeface="Times New Roman"/>
                <a:cs typeface="Times New Roman"/>
              </a:rPr>
              <a:t>fi</a:t>
            </a:r>
            <a:r>
              <a:rPr sz="1700" spc="-10" dirty="0">
                <a:latin typeface="Times New Roman"/>
                <a:cs typeface="Times New Roman"/>
              </a:rPr>
              <a:t>e</a:t>
            </a:r>
            <a:r>
              <a:rPr sz="1700" spc="-2" dirty="0">
                <a:latin typeface="Times New Roman"/>
                <a:cs typeface="Times New Roman"/>
              </a:rPr>
              <a:t>ld</a:t>
            </a:r>
            <a:r>
              <a:rPr sz="1700" spc="34" dirty="0">
                <a:latin typeface="Times New Roman"/>
                <a:cs typeface="Times New Roman"/>
              </a:rPr>
              <a:t> </a:t>
            </a:r>
            <a:r>
              <a:rPr sz="1700" dirty="0">
                <a:latin typeface="Times New Roman"/>
                <a:cs typeface="Times New Roman"/>
              </a:rPr>
              <a:t>or</a:t>
            </a:r>
            <a:r>
              <a:rPr sz="1700" spc="31" dirty="0">
                <a:latin typeface="Times New Roman"/>
                <a:cs typeface="Times New Roman"/>
              </a:rPr>
              <a:t> </a:t>
            </a:r>
            <a:r>
              <a:rPr sz="1700" spc="5" dirty="0">
                <a:latin typeface="Times New Roman"/>
                <a:cs typeface="Times New Roman"/>
              </a:rPr>
              <a:t>k</a:t>
            </a:r>
            <a:r>
              <a:rPr sz="1700" spc="-7" dirty="0">
                <a:latin typeface="Times New Roman"/>
                <a:cs typeface="Times New Roman"/>
              </a:rPr>
              <a:t>e</a:t>
            </a:r>
            <a:r>
              <a:rPr sz="1700" dirty="0">
                <a:latin typeface="Times New Roman"/>
                <a:cs typeface="Times New Roman"/>
              </a:rPr>
              <a:t>y</a:t>
            </a:r>
            <a:r>
              <a:rPr sz="1700" spc="34" dirty="0">
                <a:latin typeface="Times New Roman"/>
                <a:cs typeface="Times New Roman"/>
              </a:rPr>
              <a:t> </a:t>
            </a:r>
            <a:r>
              <a:rPr sz="1700" spc="-2" dirty="0">
                <a:latin typeface="Times New Roman"/>
                <a:cs typeface="Times New Roman"/>
              </a:rPr>
              <a:t>in</a:t>
            </a:r>
            <a:r>
              <a:rPr sz="1700" spc="34"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7" dirty="0">
                <a:latin typeface="Times New Roman"/>
                <a:cs typeface="Times New Roman"/>
              </a:rPr>
              <a:t>a</a:t>
            </a:r>
            <a:r>
              <a:rPr sz="1700" spc="-5" dirty="0">
                <a:latin typeface="Times New Roman"/>
                <a:cs typeface="Times New Roman"/>
              </a:rPr>
              <a:t>rgum</a:t>
            </a:r>
            <a:r>
              <a:rPr sz="1700" spc="-10" dirty="0">
                <a:latin typeface="Times New Roman"/>
                <a:cs typeface="Times New Roman"/>
              </a:rPr>
              <a:t>e</a:t>
            </a:r>
            <a:r>
              <a:rPr sz="1700" spc="-2" dirty="0">
                <a:latin typeface="Times New Roman"/>
                <a:cs typeface="Times New Roman"/>
              </a:rPr>
              <a:t>nt</a:t>
            </a:r>
            <a:r>
              <a:rPr sz="1700" spc="34" dirty="0">
                <a:latin typeface="Times New Roman"/>
                <a:cs typeface="Times New Roman"/>
              </a:rPr>
              <a:t> </a:t>
            </a:r>
            <a:r>
              <a:rPr sz="1700" spc="-2" dirty="0">
                <a:latin typeface="Times New Roman"/>
                <a:cs typeface="Times New Roman"/>
              </a:rPr>
              <a:t>w</a:t>
            </a:r>
            <a:r>
              <a:rPr sz="1700" spc="2" dirty="0">
                <a:latin typeface="Times New Roman"/>
                <a:cs typeface="Times New Roman"/>
              </a:rPr>
              <a:t>o</a:t>
            </a:r>
            <a:r>
              <a:rPr sz="1700" dirty="0">
                <a:latin typeface="Times New Roman"/>
                <a:cs typeface="Times New Roman"/>
              </a:rPr>
              <a:t>rd. </a:t>
            </a:r>
            <a:r>
              <a:rPr sz="1700" spc="-5" dirty="0">
                <a:latin typeface="Times New Roman"/>
                <a:cs typeface="Times New Roman"/>
              </a:rPr>
              <a:t>The</a:t>
            </a:r>
            <a:r>
              <a:rPr sz="1700" spc="12" dirty="0">
                <a:latin typeface="Times New Roman"/>
                <a:cs typeface="Times New Roman"/>
              </a:rPr>
              <a:t> </a:t>
            </a:r>
            <a:r>
              <a:rPr sz="1700" spc="-7" dirty="0">
                <a:latin typeface="Times New Roman"/>
                <a:cs typeface="Times New Roman"/>
              </a:rPr>
              <a:t>whol</a:t>
            </a:r>
            <a:r>
              <a:rPr sz="1700" spc="-5" dirty="0">
                <a:latin typeface="Times New Roman"/>
                <a:cs typeface="Times New Roman"/>
              </a:rPr>
              <a:t>e</a:t>
            </a:r>
            <a:r>
              <a:rPr sz="1700" spc="19" dirty="0">
                <a:latin typeface="Times New Roman"/>
                <a:cs typeface="Times New Roman"/>
              </a:rPr>
              <a:t> </a:t>
            </a:r>
            <a:r>
              <a:rPr sz="1700" spc="-7" dirty="0">
                <a:latin typeface="Times New Roman"/>
                <a:cs typeface="Times New Roman"/>
              </a:rPr>
              <a:t>a</a:t>
            </a:r>
            <a:r>
              <a:rPr sz="1700" spc="-5" dirty="0">
                <a:latin typeface="Times New Roman"/>
                <a:cs typeface="Times New Roman"/>
              </a:rPr>
              <a:t>rgu</a:t>
            </a:r>
            <a:r>
              <a:rPr sz="1700" spc="-2" dirty="0">
                <a:latin typeface="Times New Roman"/>
                <a:cs typeface="Times New Roman"/>
              </a:rPr>
              <a:t>m</a:t>
            </a:r>
            <a:r>
              <a:rPr sz="1700" spc="-7" dirty="0">
                <a:latin typeface="Times New Roman"/>
                <a:cs typeface="Times New Roman"/>
              </a:rPr>
              <a:t>e</a:t>
            </a:r>
            <a:r>
              <a:rPr sz="1700" spc="-2" dirty="0">
                <a:latin typeface="Times New Roman"/>
                <a:cs typeface="Times New Roman"/>
              </a:rPr>
              <a:t>nt</a:t>
            </a:r>
            <a:r>
              <a:rPr sz="1700" spc="17"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5" dirty="0">
                <a:latin typeface="Times New Roman"/>
                <a:cs typeface="Times New Roman"/>
              </a:rPr>
              <a:t>d</a:t>
            </a:r>
            <a:r>
              <a:rPr sz="1700" spc="-2" dirty="0">
                <a:latin typeface="Times New Roman"/>
                <a:cs typeface="Times New Roman"/>
              </a:rPr>
              <a:t>istinguishe</a:t>
            </a:r>
            <a:r>
              <a:rPr sz="1700" dirty="0">
                <a:latin typeface="Times New Roman"/>
                <a:cs typeface="Times New Roman"/>
              </a:rPr>
              <a:t>d</a:t>
            </a:r>
            <a:r>
              <a:rPr sz="1700" spc="14"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spc="17" dirty="0">
                <a:latin typeface="Times New Roman"/>
                <a:cs typeface="Times New Roman"/>
              </a:rPr>
              <a:t> </a:t>
            </a:r>
            <a:r>
              <a:rPr sz="1700" spc="-7" dirty="0">
                <a:latin typeface="Times New Roman"/>
                <a:cs typeface="Times New Roman"/>
              </a:rPr>
              <a:t>eac</a:t>
            </a:r>
            <a:r>
              <a:rPr sz="1700" dirty="0">
                <a:latin typeface="Times New Roman"/>
                <a:cs typeface="Times New Roman"/>
              </a:rPr>
              <a:t>h</a:t>
            </a:r>
            <a:r>
              <a:rPr sz="1700" spc="22"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4"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22" dirty="0">
                <a:latin typeface="Times New Roman"/>
                <a:cs typeface="Times New Roman"/>
              </a:rPr>
              <a:t> </a:t>
            </a:r>
            <a:r>
              <a:rPr sz="1700" spc="-2" dirty="0">
                <a:latin typeface="Times New Roman"/>
                <a:cs typeface="Times New Roman"/>
              </a:rPr>
              <a:t>if</a:t>
            </a:r>
            <a:r>
              <a:rPr sz="1700" spc="14"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14" dirty="0">
                <a:latin typeface="Times New Roman"/>
                <a:cs typeface="Times New Roman"/>
              </a:rPr>
              <a:t> </a:t>
            </a:r>
            <a:r>
              <a:rPr sz="1700" spc="-5" dirty="0">
                <a:latin typeface="Times New Roman"/>
                <a:cs typeface="Times New Roman"/>
              </a:rPr>
              <a:t>k</a:t>
            </a:r>
            <a:r>
              <a:rPr sz="1700" spc="-7" dirty="0">
                <a:latin typeface="Times New Roman"/>
                <a:cs typeface="Times New Roman"/>
              </a:rPr>
              <a:t>e</a:t>
            </a:r>
            <a:r>
              <a:rPr sz="1700" dirty="0">
                <a:latin typeface="Times New Roman"/>
                <a:cs typeface="Times New Roman"/>
              </a:rPr>
              <a:t>y</a:t>
            </a:r>
            <a:r>
              <a:rPr sz="1700" spc="22" dirty="0">
                <a:latin typeface="Times New Roman"/>
                <a:cs typeface="Times New Roman"/>
              </a:rPr>
              <a:t> </a:t>
            </a:r>
            <a:r>
              <a:rPr sz="1700" spc="-2" dirty="0">
                <a:latin typeface="Times New Roman"/>
                <a:cs typeface="Times New Roman"/>
              </a:rPr>
              <a:t>regis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14" dirty="0">
                <a:latin typeface="Times New Roman"/>
                <a:cs typeface="Times New Roman"/>
              </a:rPr>
              <a:t> </a:t>
            </a:r>
            <a:r>
              <a:rPr sz="1700" spc="-2" dirty="0">
                <a:latin typeface="Times New Roman"/>
                <a:cs typeface="Times New Roman"/>
              </a:rPr>
              <a:t>includ</a:t>
            </a:r>
            <a:r>
              <a:rPr sz="1700" spc="-10" dirty="0">
                <a:latin typeface="Times New Roman"/>
                <a:cs typeface="Times New Roman"/>
              </a:rPr>
              <a:t>e</a:t>
            </a:r>
            <a:r>
              <a:rPr sz="1700" dirty="0">
                <a:latin typeface="Times New Roman"/>
                <a:cs typeface="Times New Roman"/>
              </a:rPr>
              <a:t>s</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ll </a:t>
            </a:r>
            <a:r>
              <a:rPr sz="1700" dirty="0">
                <a:latin typeface="Times New Roman"/>
                <a:cs typeface="Times New Roman"/>
              </a:rPr>
              <a:t>1's.</a:t>
            </a:r>
          </a:p>
          <a:p>
            <a:pPr marL="6109" marR="3971" algn="just">
              <a:spcBef>
                <a:spcPts val="363"/>
              </a:spcBef>
            </a:pPr>
            <a:r>
              <a:rPr sz="1700" spc="-2" dirty="0">
                <a:latin typeface="Times New Roman"/>
                <a:cs typeface="Times New Roman"/>
              </a:rPr>
              <a:t>H</a:t>
            </a:r>
            <a:r>
              <a:rPr sz="1700" spc="-5" dirty="0">
                <a:latin typeface="Times New Roman"/>
                <a:cs typeface="Times New Roman"/>
              </a:rPr>
              <a:t>en</a:t>
            </a:r>
            <a:r>
              <a:rPr sz="1700" spc="-7" dirty="0">
                <a:latin typeface="Times New Roman"/>
                <a:cs typeface="Times New Roman"/>
              </a:rPr>
              <a:t>ce</a:t>
            </a:r>
            <a:r>
              <a:rPr sz="1700" dirty="0">
                <a:latin typeface="Times New Roman"/>
                <a:cs typeface="Times New Roman"/>
              </a:rPr>
              <a:t>,</a:t>
            </a:r>
            <a:r>
              <a:rPr sz="1700" spc="34" dirty="0">
                <a:latin typeface="Times New Roman"/>
                <a:cs typeface="Times New Roman"/>
              </a:rPr>
              <a:t> </a:t>
            </a:r>
            <a:r>
              <a:rPr sz="1700" spc="-2" dirty="0">
                <a:latin typeface="Times New Roman"/>
                <a:cs typeface="Times New Roman"/>
              </a:rPr>
              <a:t>there</a:t>
            </a:r>
            <a:r>
              <a:rPr sz="1700" spc="29" dirty="0">
                <a:latin typeface="Times New Roman"/>
                <a:cs typeface="Times New Roman"/>
              </a:rPr>
              <a:t> </a:t>
            </a:r>
            <a:r>
              <a:rPr sz="1700" spc="-2" dirty="0">
                <a:latin typeface="Times New Roman"/>
                <a:cs typeface="Times New Roman"/>
              </a:rPr>
              <a:t>are</a:t>
            </a:r>
            <a:r>
              <a:rPr sz="1700" spc="29" dirty="0">
                <a:latin typeface="Times New Roman"/>
                <a:cs typeface="Times New Roman"/>
              </a:rPr>
              <a:t> </a:t>
            </a:r>
            <a:r>
              <a:rPr sz="1700" spc="-5" dirty="0">
                <a:latin typeface="Times New Roman"/>
                <a:cs typeface="Times New Roman"/>
              </a:rPr>
              <a:t>only</a:t>
            </a:r>
            <a:r>
              <a:rPr sz="1700" spc="34" dirty="0">
                <a:latin typeface="Times New Roman"/>
                <a:cs typeface="Times New Roman"/>
              </a:rPr>
              <a:t> </a:t>
            </a:r>
            <a:r>
              <a:rPr sz="1700" spc="-2" dirty="0">
                <a:latin typeface="Times New Roman"/>
                <a:cs typeface="Times New Roman"/>
              </a:rPr>
              <a:t>those</a:t>
            </a:r>
            <a:r>
              <a:rPr sz="1700" spc="31" dirty="0">
                <a:latin typeface="Times New Roman"/>
                <a:cs typeface="Times New Roman"/>
              </a:rPr>
              <a:t> </a:t>
            </a:r>
            <a:r>
              <a:rPr sz="1700" spc="-2" dirty="0">
                <a:latin typeface="Times New Roman"/>
                <a:cs typeface="Times New Roman"/>
              </a:rPr>
              <a:t>bit</a:t>
            </a:r>
            <a:r>
              <a:rPr sz="1700" dirty="0">
                <a:latin typeface="Times New Roman"/>
                <a:cs typeface="Times New Roman"/>
              </a:rPr>
              <a:t>s</a:t>
            </a:r>
            <a:r>
              <a:rPr sz="1700" spc="34" dirty="0">
                <a:latin typeface="Times New Roman"/>
                <a:cs typeface="Times New Roman"/>
              </a:rPr>
              <a:t> </a:t>
            </a:r>
            <a:r>
              <a:rPr sz="1700" spc="-2" dirty="0">
                <a:latin typeface="Times New Roman"/>
                <a:cs typeface="Times New Roman"/>
              </a:rPr>
              <a:t>in</a:t>
            </a:r>
            <a:r>
              <a:rPr sz="1700" spc="34"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7" dirty="0">
                <a:latin typeface="Times New Roman"/>
                <a:cs typeface="Times New Roman"/>
              </a:rPr>
              <a:t>a</a:t>
            </a:r>
            <a:r>
              <a:rPr sz="1700" spc="-5" dirty="0">
                <a:latin typeface="Times New Roman"/>
                <a:cs typeface="Times New Roman"/>
              </a:rPr>
              <a:t>rgum</a:t>
            </a:r>
            <a:r>
              <a:rPr sz="1700" spc="-10" dirty="0">
                <a:latin typeface="Times New Roman"/>
                <a:cs typeface="Times New Roman"/>
              </a:rPr>
              <a:t>e</a:t>
            </a:r>
            <a:r>
              <a:rPr sz="1700" spc="-2" dirty="0">
                <a:latin typeface="Times New Roman"/>
                <a:cs typeface="Times New Roman"/>
              </a:rPr>
              <a:t>nt</a:t>
            </a:r>
            <a:r>
              <a:rPr sz="1700" spc="34" dirty="0">
                <a:latin typeface="Times New Roman"/>
                <a:cs typeface="Times New Roman"/>
              </a:rPr>
              <a:t> </a:t>
            </a:r>
            <a:r>
              <a:rPr sz="1700" spc="-2" dirty="0">
                <a:latin typeface="Times New Roman"/>
                <a:cs typeface="Times New Roman"/>
              </a:rPr>
              <a:t>that</a:t>
            </a:r>
            <a:r>
              <a:rPr sz="1700" spc="34"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ve</a:t>
            </a:r>
            <a:r>
              <a:rPr sz="1700" spc="31" dirty="0">
                <a:latin typeface="Times New Roman"/>
                <a:cs typeface="Times New Roman"/>
              </a:rPr>
              <a:t> </a:t>
            </a:r>
            <a:r>
              <a:rPr sz="1700" dirty="0">
                <a:latin typeface="Times New Roman"/>
                <a:cs typeface="Times New Roman"/>
              </a:rPr>
              <a:t>1's</a:t>
            </a:r>
            <a:r>
              <a:rPr sz="1700" spc="34" dirty="0">
                <a:latin typeface="Times New Roman"/>
                <a:cs typeface="Times New Roman"/>
              </a:rPr>
              <a:t> </a:t>
            </a:r>
            <a:r>
              <a:rPr sz="1700" spc="-2" dirty="0">
                <a:latin typeface="Times New Roman"/>
                <a:cs typeface="Times New Roman"/>
              </a:rPr>
              <a:t>in</a:t>
            </a:r>
            <a:r>
              <a:rPr sz="1700" spc="34" dirty="0">
                <a:latin typeface="Times New Roman"/>
                <a:cs typeface="Times New Roman"/>
              </a:rPr>
              <a:t> </a:t>
            </a:r>
            <a:r>
              <a:rPr sz="1700" spc="-2" dirty="0">
                <a:latin typeface="Times New Roman"/>
                <a:cs typeface="Times New Roman"/>
              </a:rPr>
              <a:t>their</a:t>
            </a:r>
            <a:r>
              <a:rPr sz="1700" spc="31" dirty="0">
                <a:latin typeface="Times New Roman"/>
                <a:cs typeface="Times New Roman"/>
              </a:rPr>
              <a:t> </a:t>
            </a:r>
            <a:r>
              <a:rPr sz="1700" spc="-7" dirty="0">
                <a:latin typeface="Times New Roman"/>
                <a:cs typeface="Times New Roman"/>
              </a:rPr>
              <a:t>e</a:t>
            </a:r>
            <a:r>
              <a:rPr sz="1700" spc="-2" dirty="0">
                <a:latin typeface="Times New Roman"/>
                <a:cs typeface="Times New Roman"/>
              </a:rPr>
              <a:t>quival</a:t>
            </a:r>
            <a:r>
              <a:rPr sz="1700" spc="-7" dirty="0">
                <a:latin typeface="Times New Roman"/>
                <a:cs typeface="Times New Roman"/>
              </a:rPr>
              <a:t>e</a:t>
            </a:r>
            <a:r>
              <a:rPr sz="1700" spc="-2" dirty="0">
                <a:latin typeface="Times New Roman"/>
                <a:cs typeface="Times New Roman"/>
              </a:rPr>
              <a:t>nt</a:t>
            </a:r>
            <a:r>
              <a:rPr sz="1700" spc="34" dirty="0">
                <a:latin typeface="Times New Roman"/>
                <a:cs typeface="Times New Roman"/>
              </a:rPr>
              <a:t> </a:t>
            </a:r>
            <a:r>
              <a:rPr sz="1700" spc="-2" dirty="0">
                <a:latin typeface="Times New Roman"/>
                <a:cs typeface="Times New Roman"/>
              </a:rPr>
              <a:t>positi</a:t>
            </a:r>
            <a:r>
              <a:rPr sz="1700" dirty="0">
                <a:latin typeface="Times New Roman"/>
                <a:cs typeface="Times New Roman"/>
              </a:rPr>
              <a:t>on</a:t>
            </a:r>
            <a:r>
              <a:rPr sz="1700" spc="34" dirty="0">
                <a:latin typeface="Times New Roman"/>
                <a:cs typeface="Times New Roman"/>
              </a:rPr>
              <a:t> </a:t>
            </a:r>
            <a:r>
              <a:rPr sz="1700" dirty="0">
                <a:latin typeface="Times New Roman"/>
                <a:cs typeface="Times New Roman"/>
              </a:rPr>
              <a:t>of </a:t>
            </a:r>
            <a:r>
              <a:rPr sz="1700" spc="-2" dirty="0">
                <a:latin typeface="Times New Roman"/>
                <a:cs typeface="Times New Roman"/>
              </a:rPr>
              <a:t>the</a:t>
            </a:r>
            <a:r>
              <a:rPr sz="1700" spc="2" dirty="0">
                <a:latin typeface="Times New Roman"/>
                <a:cs typeface="Times New Roman"/>
              </a:rPr>
              <a:t> </a:t>
            </a:r>
            <a:r>
              <a:rPr sz="1700" spc="-5" dirty="0">
                <a:latin typeface="Times New Roman"/>
                <a:cs typeface="Times New Roman"/>
              </a:rPr>
              <a:t>k</a:t>
            </a:r>
            <a:r>
              <a:rPr sz="1700" spc="-7" dirty="0">
                <a:latin typeface="Times New Roman"/>
                <a:cs typeface="Times New Roman"/>
              </a:rPr>
              <a:t>e</a:t>
            </a:r>
            <a:r>
              <a:rPr sz="1700" dirty="0">
                <a:latin typeface="Times New Roman"/>
                <a:cs typeface="Times New Roman"/>
              </a:rPr>
              <a:t>y</a:t>
            </a:r>
            <a:r>
              <a:rPr sz="1700" spc="5"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7"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spc="-7" dirty="0">
                <a:latin typeface="Times New Roman"/>
                <a:cs typeface="Times New Roman"/>
              </a:rPr>
              <a:t>c</a:t>
            </a:r>
            <a:r>
              <a:rPr sz="1700" spc="-5" dirty="0">
                <a:latin typeface="Times New Roman"/>
                <a:cs typeface="Times New Roman"/>
              </a:rPr>
              <a:t>om</a:t>
            </a:r>
            <a:r>
              <a:rPr sz="1700" dirty="0">
                <a:latin typeface="Times New Roman"/>
                <a:cs typeface="Times New Roman"/>
              </a:rPr>
              <a:t>p</a:t>
            </a:r>
            <a:r>
              <a:rPr sz="1700" spc="-7" dirty="0">
                <a:latin typeface="Times New Roman"/>
                <a:cs typeface="Times New Roman"/>
              </a:rPr>
              <a:t>a</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d.</a:t>
            </a:r>
            <a:r>
              <a:rPr sz="1700" spc="5" dirty="0">
                <a:latin typeface="Times New Roman"/>
                <a:cs typeface="Times New Roman"/>
              </a:rPr>
              <a:t> </a:t>
            </a:r>
            <a:r>
              <a:rPr sz="1700" spc="-5" dirty="0">
                <a:latin typeface="Times New Roman"/>
                <a:cs typeface="Times New Roman"/>
              </a:rPr>
              <a:t>T</a:t>
            </a:r>
            <a:r>
              <a:rPr sz="1700" spc="-2" dirty="0">
                <a:latin typeface="Times New Roman"/>
                <a:cs typeface="Times New Roman"/>
              </a:rPr>
              <a:t>h</a:t>
            </a:r>
            <a:r>
              <a:rPr sz="1700" spc="-7" dirty="0">
                <a:latin typeface="Times New Roman"/>
                <a:cs typeface="Times New Roman"/>
              </a:rPr>
              <a:t>e</a:t>
            </a:r>
            <a:r>
              <a:rPr sz="1700" spc="-2" dirty="0">
                <a:latin typeface="Times New Roman"/>
                <a:cs typeface="Times New Roman"/>
              </a:rPr>
              <a:t>re</a:t>
            </a:r>
            <a:r>
              <a:rPr sz="1700" dirty="0">
                <a:latin typeface="Times New Roman"/>
                <a:cs typeface="Times New Roman"/>
              </a:rPr>
              <a:t>fo</a:t>
            </a:r>
            <a:r>
              <a:rPr sz="1700" spc="-5" dirty="0">
                <a:latin typeface="Times New Roman"/>
                <a:cs typeface="Times New Roman"/>
              </a:rPr>
              <a:t>r</a:t>
            </a:r>
            <a:r>
              <a:rPr sz="1700" spc="-7" dirty="0">
                <a:latin typeface="Times New Roman"/>
                <a:cs typeface="Times New Roman"/>
              </a:rPr>
              <a:t>e</a:t>
            </a:r>
            <a:r>
              <a:rPr sz="1700" dirty="0">
                <a:latin typeface="Times New Roman"/>
                <a:cs typeface="Times New Roman"/>
              </a:rPr>
              <a:t>,</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5" dirty="0">
                <a:latin typeface="Times New Roman"/>
                <a:cs typeface="Times New Roman"/>
              </a:rPr>
              <a:t>k</a:t>
            </a:r>
            <a:r>
              <a:rPr sz="1700" spc="-7" dirty="0">
                <a:latin typeface="Times New Roman"/>
                <a:cs typeface="Times New Roman"/>
              </a:rPr>
              <a:t>e</a:t>
            </a:r>
            <a:r>
              <a:rPr sz="1700" dirty="0">
                <a:latin typeface="Times New Roman"/>
                <a:cs typeface="Times New Roman"/>
              </a:rPr>
              <a:t>y</a:t>
            </a:r>
            <a:r>
              <a:rPr sz="1700" spc="10" dirty="0">
                <a:latin typeface="Times New Roman"/>
                <a:cs typeface="Times New Roman"/>
              </a:rPr>
              <a:t> </a:t>
            </a:r>
            <a:r>
              <a:rPr sz="1700" spc="-2" dirty="0">
                <a:latin typeface="Times New Roman"/>
                <a:cs typeface="Times New Roman"/>
              </a:rPr>
              <a:t>gives</a:t>
            </a:r>
            <a:r>
              <a:rPr sz="1700" spc="2"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mask</a:t>
            </a:r>
            <a:r>
              <a:rPr sz="1700" spc="2" dirty="0">
                <a:latin typeface="Times New Roman"/>
                <a:cs typeface="Times New Roman"/>
              </a:rPr>
              <a:t> </a:t>
            </a:r>
            <a:r>
              <a:rPr sz="1700" dirty="0">
                <a:latin typeface="Times New Roman"/>
                <a:cs typeface="Times New Roman"/>
              </a:rPr>
              <a:t>or</a:t>
            </a:r>
            <a:r>
              <a:rPr sz="1700" spc="2" dirty="0">
                <a:latin typeface="Times New Roman"/>
                <a:cs typeface="Times New Roman"/>
              </a:rPr>
              <a:t> </a:t>
            </a:r>
            <a:r>
              <a:rPr sz="1700" spc="-2" dirty="0">
                <a:latin typeface="Times New Roman"/>
                <a:cs typeface="Times New Roman"/>
              </a:rPr>
              <a:t>re</a:t>
            </a:r>
            <a:r>
              <a:rPr sz="1700" spc="-7" dirty="0">
                <a:latin typeface="Times New Roman"/>
                <a:cs typeface="Times New Roman"/>
              </a:rPr>
              <a:t>c</a:t>
            </a:r>
            <a:r>
              <a:rPr sz="1700" spc="-5" dirty="0">
                <a:latin typeface="Times New Roman"/>
                <a:cs typeface="Times New Roman"/>
              </a:rPr>
              <a:t>ogni</a:t>
            </a:r>
            <a:r>
              <a:rPr sz="1700" spc="-2" dirty="0">
                <a:latin typeface="Times New Roman"/>
                <a:cs typeface="Times New Roman"/>
              </a:rPr>
              <a:t>z</a:t>
            </a:r>
            <a:r>
              <a:rPr sz="1700" spc="-5" dirty="0">
                <a:latin typeface="Times New Roman"/>
                <a:cs typeface="Times New Roman"/>
              </a:rPr>
              <a:t>ing</a:t>
            </a:r>
            <a:r>
              <a:rPr sz="1700" spc="5"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2" dirty="0">
                <a:latin typeface="Times New Roman"/>
                <a:cs typeface="Times New Roman"/>
              </a:rPr>
              <a:t>pie</a:t>
            </a:r>
            <a:r>
              <a:rPr sz="1700" spc="-10" dirty="0">
                <a:latin typeface="Times New Roman"/>
                <a:cs typeface="Times New Roman"/>
              </a:rPr>
              <a:t>c</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 that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te</a:t>
            </a:r>
            <a:r>
              <a:rPr sz="1700" spc="-7" dirty="0">
                <a:latin typeface="Times New Roman"/>
                <a:cs typeface="Times New Roman"/>
              </a:rPr>
              <a:t>r</a:t>
            </a:r>
            <a:r>
              <a:rPr sz="1700" spc="-5" dirty="0">
                <a:latin typeface="Times New Roman"/>
                <a:cs typeface="Times New Roman"/>
              </a:rPr>
              <a:t>min</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how</a:t>
            </a:r>
            <a:r>
              <a:rPr sz="1700" spc="-2" dirty="0">
                <a:latin typeface="Times New Roman"/>
                <a:cs typeface="Times New Roman"/>
              </a:rPr>
              <a:t> the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f</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e</a:t>
            </a:r>
            <a:r>
              <a:rPr sz="1700" spc="-5" dirty="0">
                <a:latin typeface="Times New Roman"/>
                <a:cs typeface="Times New Roman"/>
              </a:rPr>
              <a:t>n</a:t>
            </a:r>
            <a:r>
              <a:rPr sz="1700" spc="-2" dirty="0">
                <a:latin typeface="Times New Roman"/>
                <a:cs typeface="Times New Roman"/>
              </a:rPr>
              <a:t>c</a:t>
            </a:r>
            <a:r>
              <a:rPr sz="1700" spc="-5" dirty="0">
                <a:latin typeface="Times New Roman"/>
                <a:cs typeface="Times New Roman"/>
              </a:rPr>
              <a:t>e</a:t>
            </a:r>
            <a:r>
              <a:rPr sz="1700" spc="-2" dirty="0">
                <a:latin typeface="Times New Roman"/>
                <a:cs typeface="Times New Roman"/>
              </a:rPr>
              <a:t> to </a:t>
            </a:r>
            <a:r>
              <a:rPr sz="1700" spc="-5"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is cr</a:t>
            </a:r>
            <a:r>
              <a:rPr sz="1700" spc="-7" dirty="0">
                <a:latin typeface="Times New Roman"/>
                <a:cs typeface="Times New Roman"/>
              </a:rPr>
              <a:t>ea</a:t>
            </a:r>
            <a:r>
              <a:rPr sz="1700" spc="-2" dirty="0">
                <a:latin typeface="Times New Roman"/>
                <a:cs typeface="Times New Roman"/>
              </a:rPr>
              <a:t>ted.</a:t>
            </a:r>
            <a:endParaRPr sz="1700" dirty="0">
              <a:latin typeface="Times New Roman"/>
              <a:cs typeface="Times New Roman"/>
            </a:endParaRPr>
          </a:p>
          <a:p>
            <a:pPr marL="6109" marR="3971" algn="just">
              <a:spcBef>
                <a:spcPts val="358"/>
              </a:spcBef>
            </a:pPr>
            <a:r>
              <a:rPr sz="1700" spc="-5" dirty="0">
                <a:latin typeface="Times New Roman"/>
                <a:cs typeface="Times New Roman"/>
              </a:rPr>
              <a:t>The </a:t>
            </a:r>
            <a:r>
              <a:rPr sz="1700" spc="-46" dirty="0">
                <a:latin typeface="Times New Roman"/>
                <a:cs typeface="Times New Roman"/>
              </a:rPr>
              <a:t> </a:t>
            </a:r>
            <a:r>
              <a:rPr sz="1700" spc="-5" dirty="0">
                <a:latin typeface="Times New Roman"/>
                <a:cs typeface="Times New Roman"/>
              </a:rPr>
              <a:t>following</a:t>
            </a:r>
            <a:r>
              <a:rPr sz="1700" dirty="0">
                <a:latin typeface="Times New Roman"/>
                <a:cs typeface="Times New Roman"/>
              </a:rPr>
              <a:t> </a:t>
            </a:r>
            <a:r>
              <a:rPr sz="1700" spc="-41" dirty="0">
                <a:latin typeface="Times New Roman"/>
                <a:cs typeface="Times New Roman"/>
              </a:rPr>
              <a:t> </a:t>
            </a:r>
            <a:r>
              <a:rPr sz="1700" spc="-2" dirty="0">
                <a:latin typeface="Times New Roman"/>
                <a:cs typeface="Times New Roman"/>
              </a:rPr>
              <a:t>figu</a:t>
            </a:r>
            <a:r>
              <a:rPr sz="1700" spc="-5" dirty="0">
                <a:latin typeface="Times New Roman"/>
                <a:cs typeface="Times New Roman"/>
              </a:rPr>
              <a:t>re</a:t>
            </a:r>
            <a:r>
              <a:rPr sz="1700" dirty="0">
                <a:latin typeface="Times New Roman"/>
                <a:cs typeface="Times New Roman"/>
              </a:rPr>
              <a:t> </a:t>
            </a:r>
            <a:r>
              <a:rPr sz="1700" spc="-43"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dirty="0">
                <a:latin typeface="Times New Roman"/>
                <a:cs typeface="Times New Roman"/>
              </a:rPr>
              <a:t>n </a:t>
            </a:r>
            <a:r>
              <a:rPr sz="1700" spc="-43"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fine</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3"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lation</a:t>
            </a:r>
            <a:r>
              <a:rPr sz="1700" dirty="0">
                <a:latin typeface="Times New Roman"/>
                <a:cs typeface="Times New Roman"/>
              </a:rPr>
              <a:t> </a:t>
            </a:r>
            <a:r>
              <a:rPr sz="1700" spc="-41"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7" dirty="0">
                <a:latin typeface="Times New Roman"/>
                <a:cs typeface="Times New Roman"/>
              </a:rPr>
              <a:t>ee</a:t>
            </a:r>
            <a:r>
              <a:rPr sz="1700" dirty="0">
                <a:latin typeface="Times New Roman"/>
                <a:cs typeface="Times New Roman"/>
              </a:rPr>
              <a:t>n </a:t>
            </a:r>
            <a:r>
              <a:rPr sz="1700" spc="-43"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43" dirty="0">
                <a:latin typeface="Times New Roman"/>
                <a:cs typeface="Times New Roman"/>
              </a:rPr>
              <a:t> </a:t>
            </a:r>
            <a:r>
              <a:rPr sz="1700" spc="-7" dirty="0">
                <a:latin typeface="Times New Roman"/>
                <a:cs typeface="Times New Roman"/>
              </a:rPr>
              <a:t>a</a:t>
            </a:r>
            <a:r>
              <a:rPr sz="1700" dirty="0">
                <a:latin typeface="Times New Roman"/>
                <a:cs typeface="Times New Roman"/>
              </a:rPr>
              <a:t>rr</a:t>
            </a:r>
            <a:r>
              <a:rPr sz="1700" spc="-7" dirty="0">
                <a:latin typeface="Times New Roman"/>
                <a:cs typeface="Times New Roman"/>
              </a:rPr>
              <a:t>a</a:t>
            </a:r>
            <a:r>
              <a:rPr sz="1700" dirty="0">
                <a:latin typeface="Times New Roman"/>
                <a:cs typeface="Times New Roman"/>
              </a:rPr>
              <a:t>y </a:t>
            </a:r>
            <a:r>
              <a:rPr sz="1700" spc="-36"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43"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3" dirty="0">
                <a:latin typeface="Times New Roman"/>
                <a:cs typeface="Times New Roman"/>
              </a:rPr>
              <a:t> </a:t>
            </a:r>
            <a:r>
              <a:rPr sz="1700" spc="-7" dirty="0">
                <a:latin typeface="Times New Roman"/>
                <a:cs typeface="Times New Roman"/>
              </a:rPr>
              <a:t>e</a:t>
            </a:r>
            <a:r>
              <a:rPr sz="1700" spc="-2" dirty="0">
                <a:latin typeface="Times New Roman"/>
                <a:cs typeface="Times New Roman"/>
              </a:rPr>
              <a:t>xte</a:t>
            </a:r>
            <a:r>
              <a:rPr sz="1700" spc="-7" dirty="0">
                <a:latin typeface="Times New Roman"/>
                <a:cs typeface="Times New Roman"/>
              </a:rPr>
              <a:t>r</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l 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rs</a:t>
            </a:r>
            <a:r>
              <a:rPr sz="1700" spc="-2" dirty="0">
                <a:latin typeface="Times New Roman"/>
                <a:cs typeface="Times New Roman"/>
              </a:rPr>
              <a:t> in </a:t>
            </a:r>
            <a:r>
              <a:rPr sz="1700" spc="-5" dirty="0">
                <a:latin typeface="Times New Roman"/>
                <a:cs typeface="Times New Roman"/>
              </a:rPr>
              <a:t>associa</a:t>
            </a:r>
            <a:r>
              <a:rPr sz="1700" spc="-2" dirty="0">
                <a:latin typeface="Times New Roman"/>
                <a:cs typeface="Times New Roman"/>
              </a:rPr>
              <a:t>tive </a:t>
            </a:r>
            <a:r>
              <a:rPr sz="1700"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endParaRPr sz="1700" dirty="0">
              <a:latin typeface="Times New Roman"/>
              <a:cs typeface="Times New Roman"/>
            </a:endParaRPr>
          </a:p>
        </p:txBody>
      </p:sp>
    </p:spTree>
    <p:extLst>
      <p:ext uri="{BB962C8B-B14F-4D97-AF65-F5344CB8AC3E}">
        <p14:creationId xmlns:p14="http://schemas.microsoft.com/office/powerpoint/2010/main" val="2606508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2EC67-A2BE-100D-92B4-34977E07B65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175090D-BA4F-5931-83C4-3E2E8BDD7C06}"/>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FE421EA3-8C30-E4CE-03A6-AFE5FA8706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13B931FE-A30E-FD2D-CDF1-6B809A47420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2D68830C-AB7B-C8D0-FA70-6C7BAFDBED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p:cNvSpPr/>
          <p:nvPr/>
        </p:nvSpPr>
        <p:spPr>
          <a:xfrm>
            <a:off x="2362200" y="903951"/>
            <a:ext cx="4024304" cy="3298479"/>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2022323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29ABD-85B9-B88E-59F7-65C884A674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3C3F250-93F3-D7EF-4919-8EA002B9B731}"/>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074FFBA6-AB41-625B-3818-C7AD2EC598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A99EDA9A-B412-9F7E-37DA-ECF59F9FA1C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5AD50577-0511-9734-25EB-C2AFA436DB4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104900" y="1123950"/>
            <a:ext cx="6934200" cy="3057247"/>
          </a:xfrm>
          <a:prstGeom prst="rect">
            <a:avLst/>
          </a:prstGeom>
        </p:spPr>
        <p:txBody>
          <a:bodyPr vert="horz" wrap="square" lIns="0" tIns="0" rIns="0" bIns="0" rtlCol="0">
            <a:spAutoFit/>
          </a:bodyPr>
          <a:lstStyle/>
          <a:p>
            <a:pPr marL="15577" marR="13745" algn="just"/>
            <a:r>
              <a:rPr sz="1700" spc="-5" dirty="0">
                <a:latin typeface="Times New Roman"/>
                <a:cs typeface="Times New Roman"/>
              </a:rPr>
              <a:t>The</a:t>
            </a:r>
            <a:r>
              <a:rPr sz="1700" spc="36" dirty="0">
                <a:latin typeface="Times New Roman"/>
                <a:cs typeface="Times New Roman"/>
              </a:rPr>
              <a:t> </a:t>
            </a:r>
            <a:r>
              <a:rPr sz="1700" spc="-7" dirty="0">
                <a:latin typeface="Times New Roman"/>
                <a:cs typeface="Times New Roman"/>
              </a:rPr>
              <a:t>ce</a:t>
            </a:r>
            <a:r>
              <a:rPr sz="1700" spc="-2" dirty="0">
                <a:latin typeface="Times New Roman"/>
                <a:cs typeface="Times New Roman"/>
              </a:rPr>
              <a:t>ll</a:t>
            </a:r>
            <a:r>
              <a:rPr sz="1700" dirty="0">
                <a:latin typeface="Times New Roman"/>
                <a:cs typeface="Times New Roman"/>
              </a:rPr>
              <a:t>s</a:t>
            </a:r>
            <a:r>
              <a:rPr sz="1700" spc="38" dirty="0">
                <a:latin typeface="Times New Roman"/>
                <a:cs typeface="Times New Roman"/>
              </a:rPr>
              <a:t> </a:t>
            </a:r>
            <a:r>
              <a:rPr sz="1700" spc="-2" dirty="0">
                <a:latin typeface="Times New Roman"/>
                <a:cs typeface="Times New Roman"/>
              </a:rPr>
              <a:t>in</a:t>
            </a:r>
            <a:r>
              <a:rPr sz="1700" spc="41"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2" dirty="0">
                <a:latin typeface="Times New Roman"/>
                <a:cs typeface="Times New Roman"/>
              </a:rPr>
              <a:t>r</a:t>
            </a:r>
            <a:r>
              <a:rPr sz="1700" spc="-10" dirty="0">
                <a:latin typeface="Times New Roman"/>
                <a:cs typeface="Times New Roman"/>
              </a:rPr>
              <a:t>a</a:t>
            </a:r>
            <a:r>
              <a:rPr sz="1700" dirty="0">
                <a:latin typeface="Times New Roman"/>
                <a:cs typeface="Times New Roman"/>
              </a:rPr>
              <a:t>y</a:t>
            </a:r>
            <a:r>
              <a:rPr sz="1700" spc="38" dirty="0">
                <a:latin typeface="Times New Roman"/>
                <a:cs typeface="Times New Roman"/>
              </a:rPr>
              <a:t> </a:t>
            </a:r>
            <a:r>
              <a:rPr sz="1700" spc="-2"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36" dirty="0">
                <a:latin typeface="Times New Roman"/>
                <a:cs typeface="Times New Roman"/>
              </a:rPr>
              <a:t> </a:t>
            </a:r>
            <a:r>
              <a:rPr sz="1700" spc="-7" dirty="0">
                <a:latin typeface="Times New Roman"/>
                <a:cs typeface="Times New Roman"/>
              </a:rPr>
              <a:t>c</a:t>
            </a:r>
            <a:r>
              <a:rPr sz="1700" spc="-5" dirty="0">
                <a:latin typeface="Times New Roman"/>
                <a:cs typeface="Times New Roman"/>
              </a:rPr>
              <a:t>onsid</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e</a:t>
            </a:r>
            <a:r>
              <a:rPr sz="1700" dirty="0">
                <a:latin typeface="Times New Roman"/>
                <a:cs typeface="Times New Roman"/>
              </a:rPr>
              <a:t>d</a:t>
            </a:r>
            <a:r>
              <a:rPr sz="1700" spc="38" dirty="0">
                <a:latin typeface="Times New Roman"/>
                <a:cs typeface="Times New Roman"/>
              </a:rPr>
              <a:t> </a:t>
            </a:r>
            <a:r>
              <a:rPr sz="1700" dirty="0">
                <a:latin typeface="Times New Roman"/>
                <a:cs typeface="Times New Roman"/>
              </a:rPr>
              <a:t>by</a:t>
            </a:r>
            <a:r>
              <a:rPr sz="1700" spc="38"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2" dirty="0">
                <a:latin typeface="Times New Roman"/>
                <a:cs typeface="Times New Roman"/>
              </a:rPr>
              <a:t>lette</a:t>
            </a:r>
            <a:r>
              <a:rPr sz="1700" dirty="0">
                <a:latin typeface="Times New Roman"/>
                <a:cs typeface="Times New Roman"/>
              </a:rPr>
              <a:t>r</a:t>
            </a:r>
            <a:r>
              <a:rPr sz="1700" spc="36" dirty="0">
                <a:latin typeface="Times New Roman"/>
                <a:cs typeface="Times New Roman"/>
              </a:rPr>
              <a:t> </a:t>
            </a:r>
            <a:r>
              <a:rPr sz="1700" spc="-5" dirty="0">
                <a:latin typeface="Times New Roman"/>
                <a:cs typeface="Times New Roman"/>
              </a:rPr>
              <a:t>C</a:t>
            </a:r>
            <a:r>
              <a:rPr sz="1700" spc="41"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spc="41" dirty="0">
                <a:latin typeface="Times New Roman"/>
                <a:cs typeface="Times New Roman"/>
              </a:rPr>
              <a:t> </a:t>
            </a:r>
            <a:r>
              <a:rPr sz="1700" dirty="0">
                <a:latin typeface="Times New Roman"/>
                <a:cs typeface="Times New Roman"/>
              </a:rPr>
              <a:t>two</a:t>
            </a:r>
            <a:r>
              <a:rPr sz="1700" spc="38" dirty="0">
                <a:latin typeface="Times New Roman"/>
                <a:cs typeface="Times New Roman"/>
              </a:rPr>
              <a:t> </a:t>
            </a:r>
            <a:r>
              <a:rPr sz="1700" spc="-2" dirty="0">
                <a:latin typeface="Times New Roman"/>
                <a:cs typeface="Times New Roman"/>
              </a:rPr>
              <a:t>subsc</a:t>
            </a:r>
            <a:r>
              <a:rPr sz="1700" spc="-5" dirty="0">
                <a:latin typeface="Times New Roman"/>
                <a:cs typeface="Times New Roman"/>
              </a:rPr>
              <a:t>r</a:t>
            </a:r>
            <a:r>
              <a:rPr sz="1700" spc="-2" dirty="0">
                <a:latin typeface="Times New Roman"/>
                <a:cs typeface="Times New Roman"/>
              </a:rPr>
              <a:t>ipts</a:t>
            </a:r>
            <a:r>
              <a:rPr sz="1700" dirty="0">
                <a:latin typeface="Times New Roman"/>
                <a:cs typeface="Times New Roman"/>
              </a:rPr>
              <a:t>.</a:t>
            </a:r>
            <a:r>
              <a:rPr sz="1700" spc="38" dirty="0">
                <a:latin typeface="Times New Roman"/>
                <a:cs typeface="Times New Roman"/>
              </a:rPr>
              <a:t> </a:t>
            </a:r>
            <a:r>
              <a:rPr sz="1700" spc="-5" dirty="0">
                <a:latin typeface="Times New Roman"/>
                <a:cs typeface="Times New Roman"/>
              </a:rPr>
              <a:t>The</a:t>
            </a:r>
            <a:r>
              <a:rPr sz="1700" spc="36" dirty="0">
                <a:latin typeface="Times New Roman"/>
                <a:cs typeface="Times New Roman"/>
              </a:rPr>
              <a:t> </a:t>
            </a:r>
            <a:r>
              <a:rPr sz="1700" spc="-2" dirty="0">
                <a:latin typeface="Times New Roman"/>
                <a:cs typeface="Times New Roman"/>
              </a:rPr>
              <a:t>fi</a:t>
            </a:r>
            <a:r>
              <a:rPr sz="1700" spc="-5" dirty="0">
                <a:latin typeface="Times New Roman"/>
                <a:cs typeface="Times New Roman"/>
              </a:rPr>
              <a:t>rs</a:t>
            </a:r>
            <a:r>
              <a:rPr sz="1700" spc="-2" dirty="0">
                <a:latin typeface="Times New Roman"/>
                <a:cs typeface="Times New Roman"/>
              </a:rPr>
              <a:t>t</a:t>
            </a:r>
            <a:r>
              <a:rPr sz="1700" spc="41" dirty="0">
                <a:latin typeface="Times New Roman"/>
                <a:cs typeface="Times New Roman"/>
              </a:rPr>
              <a:t> </a:t>
            </a:r>
            <a:r>
              <a:rPr sz="1700" spc="-2" dirty="0">
                <a:latin typeface="Times New Roman"/>
                <a:cs typeface="Times New Roman"/>
              </a:rPr>
              <a:t>subsc</a:t>
            </a:r>
            <a:r>
              <a:rPr sz="1700" spc="-5" dirty="0">
                <a:latin typeface="Times New Roman"/>
                <a:cs typeface="Times New Roman"/>
              </a:rPr>
              <a:t>r</a:t>
            </a:r>
            <a:r>
              <a:rPr sz="1700" spc="-2" dirty="0">
                <a:latin typeface="Times New Roman"/>
                <a:cs typeface="Times New Roman"/>
              </a:rPr>
              <a:t>ipt </a:t>
            </a:r>
            <a:r>
              <a:rPr sz="1700" spc="-5" dirty="0">
                <a:latin typeface="Times New Roman"/>
                <a:cs typeface="Times New Roman"/>
              </a:rPr>
              <a:t>provid</a:t>
            </a:r>
            <a:r>
              <a:rPr sz="1700" spc="-10" dirty="0">
                <a:latin typeface="Times New Roman"/>
                <a:cs typeface="Times New Roman"/>
              </a:rPr>
              <a:t>e</a:t>
            </a:r>
            <a:r>
              <a:rPr sz="1700" dirty="0">
                <a:latin typeface="Times New Roman"/>
                <a:cs typeface="Times New Roman"/>
              </a:rPr>
              <a:t>s</a:t>
            </a:r>
            <a:r>
              <a:rPr sz="1700" spc="10"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10" dirty="0">
                <a:latin typeface="Times New Roman"/>
                <a:cs typeface="Times New Roman"/>
              </a:rPr>
              <a:t> </a:t>
            </a:r>
            <a:r>
              <a:rPr sz="1700" spc="-5" dirty="0">
                <a:latin typeface="Times New Roman"/>
                <a:cs typeface="Times New Roman"/>
              </a:rPr>
              <a:t>number</a:t>
            </a:r>
            <a:r>
              <a:rPr sz="1700" spc="7"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0"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se</a:t>
            </a:r>
            <a:r>
              <a:rPr sz="1700" spc="-7" dirty="0">
                <a:latin typeface="Times New Roman"/>
                <a:cs typeface="Times New Roman"/>
              </a:rPr>
              <a:t>c</a:t>
            </a:r>
            <a:r>
              <a:rPr sz="1700" dirty="0">
                <a:latin typeface="Times New Roman"/>
                <a:cs typeface="Times New Roman"/>
              </a:rPr>
              <a:t>ond</a:t>
            </a:r>
            <a:r>
              <a:rPr sz="1700" spc="10"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te</a:t>
            </a:r>
            <a:r>
              <a:rPr sz="1700" spc="-7" dirty="0">
                <a:latin typeface="Times New Roman"/>
                <a:cs typeface="Times New Roman"/>
              </a:rPr>
              <a:t>r</a:t>
            </a:r>
            <a:r>
              <a:rPr sz="1700" dirty="0">
                <a:latin typeface="Times New Roman"/>
                <a:cs typeface="Times New Roman"/>
              </a:rPr>
              <a:t>m</a:t>
            </a:r>
            <a:r>
              <a:rPr sz="1700" spc="-2" dirty="0">
                <a:latin typeface="Times New Roman"/>
                <a:cs typeface="Times New Roman"/>
              </a:rPr>
              <a:t>ines</a:t>
            </a:r>
            <a:r>
              <a:rPr sz="1700" spc="10"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bit</a:t>
            </a:r>
            <a:r>
              <a:rPr sz="1700" spc="12" dirty="0">
                <a:latin typeface="Times New Roman"/>
                <a:cs typeface="Times New Roman"/>
              </a:rPr>
              <a:t> </a:t>
            </a:r>
            <a:r>
              <a:rPr sz="1700" spc="-2" dirty="0">
                <a:latin typeface="Times New Roman"/>
                <a:cs typeface="Times New Roman"/>
              </a:rPr>
              <a:t>positi</a:t>
            </a:r>
            <a:r>
              <a:rPr sz="1700" dirty="0">
                <a:latin typeface="Times New Roman"/>
                <a:cs typeface="Times New Roman"/>
              </a:rPr>
              <a:t>on</a:t>
            </a:r>
            <a:r>
              <a:rPr sz="1700" spc="5" dirty="0">
                <a:latin typeface="Times New Roman"/>
                <a:cs typeface="Times New Roman"/>
              </a:rPr>
              <a:t> </a:t>
            </a:r>
            <a:r>
              <a:rPr sz="1700" spc="-2" dirty="0">
                <a:latin typeface="Times New Roman"/>
                <a:cs typeface="Times New Roman"/>
              </a:rPr>
              <a:t>in</a:t>
            </a:r>
            <a:r>
              <a:rPr sz="1700" spc="12" dirty="0">
                <a:latin typeface="Times New Roman"/>
                <a:cs typeface="Times New Roman"/>
              </a:rPr>
              <a:t> </a:t>
            </a:r>
            <a:r>
              <a:rPr sz="1700" spc="-2" dirty="0">
                <a:latin typeface="Times New Roman"/>
                <a:cs typeface="Times New Roman"/>
              </a:rPr>
              <a:t>t</a:t>
            </a:r>
            <a:r>
              <a:rPr sz="1700" spc="-10" dirty="0">
                <a:latin typeface="Times New Roman"/>
                <a:cs typeface="Times New Roman"/>
              </a:rPr>
              <a:t>h</a:t>
            </a:r>
            <a:r>
              <a:rPr sz="1700" spc="-5" dirty="0">
                <a:latin typeface="Times New Roman"/>
                <a:cs typeface="Times New Roman"/>
              </a:rPr>
              <a:t>e</a:t>
            </a:r>
            <a:r>
              <a:rPr sz="1700" spc="7"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10" dirty="0">
                <a:latin typeface="Times New Roman"/>
                <a:cs typeface="Times New Roman"/>
              </a:rPr>
              <a:t> </a:t>
            </a:r>
            <a:r>
              <a:rPr sz="1700" spc="-5" dirty="0">
                <a:latin typeface="Times New Roman"/>
                <a:cs typeface="Times New Roman"/>
              </a:rPr>
              <a:t>Th</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e</a:t>
            </a:r>
            <a:r>
              <a:rPr sz="1700" dirty="0">
                <a:latin typeface="Times New Roman"/>
                <a:cs typeface="Times New Roman"/>
              </a:rPr>
              <a:t>for</a:t>
            </a:r>
            <a:r>
              <a:rPr sz="1700" spc="-7" dirty="0">
                <a:latin typeface="Times New Roman"/>
                <a:cs typeface="Times New Roman"/>
              </a:rPr>
              <a:t>e</a:t>
            </a:r>
            <a:r>
              <a:rPr sz="1700" dirty="0">
                <a:latin typeface="Times New Roman"/>
                <a:cs typeface="Times New Roman"/>
              </a:rPr>
              <a:t>, </a:t>
            </a:r>
            <a:r>
              <a:rPr lang="en-US" sz="1700" dirty="0">
                <a:latin typeface="Times New Roman"/>
                <a:cs typeface="Times New Roman"/>
              </a:rPr>
              <a:t>cell </a:t>
            </a:r>
            <a:r>
              <a:rPr lang="en-US" sz="1700" dirty="0" err="1">
                <a:latin typeface="Times New Roman"/>
                <a:cs typeface="Times New Roman"/>
              </a:rPr>
              <a:t>c</a:t>
            </a:r>
            <a:r>
              <a:rPr sz="1700" dirty="0" err="1">
                <a:latin typeface="Times New Roman"/>
                <a:cs typeface="Times New Roman"/>
              </a:rPr>
              <a:t>ij</a:t>
            </a:r>
            <a:r>
              <a:rPr lang="en-US" sz="1700" dirty="0">
                <a:latin typeface="Times New Roman"/>
                <a:cs typeface="Times New Roman"/>
              </a:rPr>
              <a:t> is the cell</a:t>
            </a:r>
            <a:r>
              <a:rPr sz="1700" dirty="0">
                <a:latin typeface="Times New Roman"/>
                <a:cs typeface="Times New Roman"/>
              </a:rPr>
              <a:t> for bit j in word </a:t>
            </a:r>
            <a:r>
              <a:rPr sz="1700" dirty="0" err="1">
                <a:latin typeface="Times New Roman"/>
                <a:cs typeface="Times New Roman"/>
              </a:rPr>
              <a:t>i</a:t>
            </a:r>
            <a:r>
              <a:rPr sz="1700" dirty="0">
                <a:latin typeface="Times New Roman"/>
                <a:cs typeface="Times New Roman"/>
              </a:rPr>
              <a:t>.</a:t>
            </a:r>
          </a:p>
          <a:p>
            <a:pPr marL="15577" marR="11912" algn="just">
              <a:spcBef>
                <a:spcPts val="380"/>
              </a:spcBef>
            </a:pPr>
            <a:endParaRPr lang="en-US" sz="1700" dirty="0">
              <a:latin typeface="Times New Roman"/>
              <a:cs typeface="Times New Roman"/>
            </a:endParaRPr>
          </a:p>
          <a:p>
            <a:pPr marL="15577" marR="11912" algn="just">
              <a:spcBef>
                <a:spcPts val="380"/>
              </a:spcBef>
            </a:pPr>
            <a:r>
              <a:rPr sz="1700" dirty="0">
                <a:latin typeface="Times New Roman"/>
                <a:cs typeface="Times New Roman"/>
              </a:rPr>
              <a:t>A bit Aj in the argument register is compared with all the bits in column j of the array supported that </a:t>
            </a:r>
            <a:r>
              <a:rPr sz="1700" dirty="0" err="1">
                <a:latin typeface="Times New Roman"/>
                <a:cs typeface="Times New Roman"/>
              </a:rPr>
              <a:t>Kj</a:t>
            </a:r>
            <a:r>
              <a:rPr sz="1700" dirty="0">
                <a:latin typeface="Times New Roman"/>
                <a:cs typeface="Times New Roman"/>
              </a:rPr>
              <a:t>  = 1. This is completed for all columns j = 1, 2, ..., n.</a:t>
            </a:r>
          </a:p>
          <a:p>
            <a:pPr marL="15577" marR="11607" algn="just">
              <a:spcBef>
                <a:spcPts val="269"/>
              </a:spcBef>
            </a:pPr>
            <a:endParaRPr lang="en-US" sz="1700" dirty="0">
              <a:latin typeface="Times New Roman"/>
              <a:cs typeface="Times New Roman"/>
            </a:endParaRPr>
          </a:p>
          <a:p>
            <a:pPr marL="15577" marR="11607" algn="just">
              <a:spcBef>
                <a:spcPts val="269"/>
              </a:spcBef>
            </a:pPr>
            <a:r>
              <a:rPr sz="1700" dirty="0">
                <a:latin typeface="Times New Roman"/>
                <a:cs typeface="Times New Roman"/>
              </a:rPr>
              <a:t>If a match appears between all the unmasked bits of the argument and the bits in word I, the corresponding bit Mi  in the match register is set to 1. If one or more unmasked bits of the argument and the word do not match, Mi  is cleared to 0.</a:t>
            </a:r>
          </a:p>
        </p:txBody>
      </p:sp>
    </p:spTree>
    <p:extLst>
      <p:ext uri="{BB962C8B-B14F-4D97-AF65-F5344CB8AC3E}">
        <p14:creationId xmlns:p14="http://schemas.microsoft.com/office/powerpoint/2010/main" val="3874078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DFB16-217B-F14B-FB5F-A64F4C3412F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D37A3B1-4A6D-0529-F0EF-C3FE24D19984}"/>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5DCBF7D0-3835-35A2-FD14-C19BEFE1BF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2C31C5A8-F75E-B4BD-D526-D81E573D17A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1CD43D2-C6CE-6267-E653-4C9214832D0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4C86772A-C18B-F3D9-FB7F-B18755D7360A}"/>
              </a:ext>
            </a:extLst>
          </p:cNvPr>
          <p:cNvSpPr txBox="1"/>
          <p:nvPr/>
        </p:nvSpPr>
        <p:spPr>
          <a:xfrm>
            <a:off x="1066800" y="942051"/>
            <a:ext cx="6934200" cy="3139321"/>
          </a:xfrm>
          <a:prstGeom prst="rect">
            <a:avLst/>
          </a:prstGeom>
        </p:spPr>
        <p:txBody>
          <a:bodyPr vert="horz" wrap="square" lIns="0" tIns="0" rIns="0" bIns="0" rtlCol="0">
            <a:spAutoFit/>
          </a:bodyPr>
          <a:lstStyle/>
          <a:p>
            <a:pPr marL="6109" algn="just">
              <a:spcBef>
                <a:spcPts val="289"/>
              </a:spcBef>
            </a:pPr>
            <a:r>
              <a:rPr sz="1700" b="1" spc="-2" dirty="0">
                <a:latin typeface="Times New Roman"/>
                <a:cs typeface="Times New Roman"/>
              </a:rPr>
              <a:t>Ap</a:t>
            </a:r>
            <a:r>
              <a:rPr sz="1700" b="1" spc="2" dirty="0">
                <a:latin typeface="Times New Roman"/>
                <a:cs typeface="Times New Roman"/>
              </a:rPr>
              <a:t>p</a:t>
            </a:r>
            <a:r>
              <a:rPr sz="1700" b="1" spc="-2" dirty="0">
                <a:latin typeface="Times New Roman"/>
                <a:cs typeface="Times New Roman"/>
              </a:rPr>
              <a:t>li</a:t>
            </a:r>
            <a:r>
              <a:rPr sz="1700" b="1" spc="-7" dirty="0">
                <a:latin typeface="Times New Roman"/>
                <a:cs typeface="Times New Roman"/>
              </a:rPr>
              <a:t>c</a:t>
            </a:r>
            <a:r>
              <a:rPr sz="1700" b="1" spc="-5" dirty="0">
                <a:latin typeface="Times New Roman"/>
                <a:cs typeface="Times New Roman"/>
              </a:rPr>
              <a:t>ation</a:t>
            </a:r>
            <a:r>
              <a:rPr sz="1700" b="1" dirty="0">
                <a:latin typeface="Times New Roman"/>
                <a:cs typeface="Times New Roman"/>
              </a:rPr>
              <a:t>s</a:t>
            </a:r>
            <a:r>
              <a:rPr sz="1700" b="1" spc="-2" dirty="0">
                <a:latin typeface="Times New Roman"/>
                <a:cs typeface="Times New Roman"/>
              </a:rPr>
              <a:t> </a:t>
            </a:r>
            <a:r>
              <a:rPr sz="1700" b="1" dirty="0">
                <a:latin typeface="Times New Roman"/>
                <a:cs typeface="Times New Roman"/>
              </a:rPr>
              <a:t>of </a:t>
            </a:r>
            <a:r>
              <a:rPr sz="1700" b="1" spc="-2" dirty="0">
                <a:latin typeface="Times New Roman"/>
                <a:cs typeface="Times New Roman"/>
              </a:rPr>
              <a:t>Associative </a:t>
            </a:r>
            <a:r>
              <a:rPr sz="1700" b="1" dirty="0">
                <a:latin typeface="Times New Roman"/>
                <a:cs typeface="Times New Roman"/>
              </a:rPr>
              <a:t>m</a:t>
            </a:r>
            <a:r>
              <a:rPr sz="1700" b="1" spc="-7" dirty="0">
                <a:latin typeface="Times New Roman"/>
                <a:cs typeface="Times New Roman"/>
              </a:rPr>
              <a:t>e</a:t>
            </a:r>
            <a:r>
              <a:rPr sz="1700" b="1" spc="2" dirty="0">
                <a:latin typeface="Times New Roman"/>
                <a:cs typeface="Times New Roman"/>
              </a:rPr>
              <a:t>m</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y:</a:t>
            </a:r>
            <a:endParaRPr sz="1700" dirty="0">
              <a:latin typeface="Times New Roman"/>
              <a:cs typeface="Times New Roman"/>
            </a:endParaRPr>
          </a:p>
          <a:p>
            <a:pPr algn="just">
              <a:spcBef>
                <a:spcPts val="26"/>
              </a:spcBef>
            </a:pPr>
            <a:endParaRPr sz="1700" dirty="0">
              <a:latin typeface="Times New Roman"/>
              <a:cs typeface="Times New Roman"/>
            </a:endParaRPr>
          </a:p>
          <a:p>
            <a:pPr marL="225716" indent="-109651" algn="just">
              <a:buFont typeface="Times New Roman"/>
              <a:buAutoNum type="arabicPeriod"/>
              <a:tabLst>
                <a:tab pos="226022" algn="l"/>
              </a:tabLst>
            </a:pPr>
            <a:r>
              <a:rPr lang="en-US" sz="1700" spc="-10" dirty="0">
                <a:latin typeface="Times New Roman"/>
                <a:cs typeface="Times New Roman"/>
              </a:rPr>
              <a:t> </a:t>
            </a:r>
            <a:r>
              <a:rPr sz="1700" spc="-10" dirty="0">
                <a:latin typeface="Times New Roman"/>
                <a:cs typeface="Times New Roman"/>
              </a:rPr>
              <a:t>I</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n </a:t>
            </a:r>
            <a:r>
              <a:rPr sz="1700" spc="-5" dirty="0">
                <a:latin typeface="Times New Roman"/>
                <a:cs typeface="Times New Roman"/>
              </a:rPr>
              <a:t>be</a:t>
            </a:r>
            <a:r>
              <a:rPr sz="1700" spc="-2" dirty="0">
                <a:latin typeface="Times New Roman"/>
                <a:cs typeface="Times New Roman"/>
              </a:rPr>
              <a:t> </a:t>
            </a:r>
            <a:r>
              <a:rPr sz="1700" spc="-5" dirty="0">
                <a:latin typeface="Times New Roman"/>
                <a:cs typeface="Times New Roman"/>
              </a:rPr>
              <a:t>only</a:t>
            </a:r>
            <a:r>
              <a:rPr sz="1700" dirty="0">
                <a:latin typeface="Times New Roman"/>
                <a:cs typeface="Times New Roman"/>
              </a:rPr>
              <a:t> us</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in </a:t>
            </a:r>
            <a:r>
              <a:rPr sz="1700" spc="-5" dirty="0">
                <a:latin typeface="Times New Roman"/>
                <a:cs typeface="Times New Roman"/>
              </a:rPr>
              <a:t>m</a:t>
            </a:r>
            <a:r>
              <a:rPr sz="1700" spc="-2"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spc="-10" dirty="0">
                <a:latin typeface="Times New Roman"/>
                <a:cs typeface="Times New Roman"/>
              </a:rPr>
              <a:t>a</a:t>
            </a:r>
            <a:r>
              <a:rPr sz="1700" spc="-2" dirty="0">
                <a:latin typeface="Times New Roman"/>
                <a:cs typeface="Times New Roman"/>
              </a:rPr>
              <a:t>llo</a:t>
            </a:r>
            <a:r>
              <a:rPr sz="1700" spc="-7" dirty="0">
                <a:latin typeface="Times New Roman"/>
                <a:cs typeface="Times New Roman"/>
              </a:rPr>
              <a:t>ca</a:t>
            </a:r>
            <a:r>
              <a:rPr sz="1700" spc="-2" dirty="0">
                <a:latin typeface="Times New Roman"/>
                <a:cs typeface="Times New Roman"/>
              </a:rPr>
              <a:t>ti</a:t>
            </a:r>
            <a:r>
              <a:rPr sz="1700" dirty="0">
                <a:latin typeface="Times New Roman"/>
                <a:cs typeface="Times New Roman"/>
              </a:rPr>
              <a:t>on f</a:t>
            </a:r>
            <a:r>
              <a:rPr sz="1700" spc="-2" dirty="0">
                <a:latin typeface="Times New Roman"/>
                <a:cs typeface="Times New Roman"/>
              </a:rPr>
              <a:t>o</a:t>
            </a:r>
            <a:r>
              <a:rPr sz="1700" spc="-5" dirty="0">
                <a:latin typeface="Times New Roman"/>
                <a:cs typeface="Times New Roman"/>
              </a:rPr>
              <a:t>rm</a:t>
            </a:r>
            <a:r>
              <a:rPr sz="1700" spc="-10" dirty="0">
                <a:latin typeface="Times New Roman"/>
                <a:cs typeface="Times New Roman"/>
              </a:rPr>
              <a:t>a</a:t>
            </a:r>
            <a:r>
              <a:rPr sz="1700" spc="-2" dirty="0">
                <a:latin typeface="Times New Roman"/>
                <a:cs typeface="Times New Roman"/>
              </a:rPr>
              <a:t>t.</a:t>
            </a:r>
            <a:endParaRPr sz="1700" dirty="0">
              <a:latin typeface="Times New Roman"/>
              <a:cs typeface="Times New Roman"/>
            </a:endParaRPr>
          </a:p>
          <a:p>
            <a:pPr marL="225716" indent="-109651" algn="just">
              <a:buFont typeface="Times New Roman"/>
              <a:buAutoNum type="arabicPeriod"/>
              <a:tabLst>
                <a:tab pos="226022" algn="l"/>
              </a:tabLst>
            </a:pPr>
            <a:r>
              <a:rPr lang="en-US" sz="1700" spc="-10" dirty="0">
                <a:latin typeface="Times New Roman"/>
                <a:cs typeface="Times New Roman"/>
              </a:rPr>
              <a:t> </a:t>
            </a:r>
            <a:r>
              <a:rPr sz="1700" spc="-10" dirty="0">
                <a:latin typeface="Times New Roman"/>
                <a:cs typeface="Times New Roman"/>
              </a:rPr>
              <a:t>I</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wide</a:t>
            </a:r>
            <a:r>
              <a:rPr sz="1700" spc="-2" dirty="0">
                <a:latin typeface="Times New Roman"/>
                <a:cs typeface="Times New Roman"/>
              </a:rPr>
              <a:t>ly </a:t>
            </a:r>
            <a:r>
              <a:rPr sz="1700" dirty="0">
                <a:latin typeface="Times New Roman"/>
                <a:cs typeface="Times New Roman"/>
              </a:rPr>
              <a:t>used </a:t>
            </a:r>
            <a:r>
              <a:rPr sz="1700" spc="-2" dirty="0">
                <a:latin typeface="Times New Roman"/>
                <a:cs typeface="Times New Roman"/>
              </a:rPr>
              <a:t>in the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tab</a:t>
            </a:r>
            <a:r>
              <a:rPr sz="1700" spc="-10" dirty="0">
                <a:latin typeface="Times New Roman"/>
                <a:cs typeface="Times New Roman"/>
              </a:rPr>
              <a:t>a</a:t>
            </a:r>
            <a:r>
              <a:rPr sz="1700" spc="-2" dirty="0">
                <a:latin typeface="Times New Roman"/>
                <a:cs typeface="Times New Roman"/>
              </a:rPr>
              <a:t>s</a:t>
            </a:r>
            <a:r>
              <a:rPr sz="1700" dirty="0">
                <a:latin typeface="Times New Roman"/>
                <a:cs typeface="Times New Roman"/>
              </a:rPr>
              <a:t>e</a:t>
            </a:r>
            <a:r>
              <a:rPr sz="1700" spc="-2" dirty="0">
                <a:latin typeface="Times New Roman"/>
                <a:cs typeface="Times New Roman"/>
              </a:rPr>
              <a:t> </a:t>
            </a:r>
            <a:r>
              <a:rPr sz="1700" spc="-5" dirty="0">
                <a:latin typeface="Times New Roman"/>
                <a:cs typeface="Times New Roman"/>
              </a:rPr>
              <a:t>ma</a:t>
            </a:r>
            <a:r>
              <a:rPr sz="1700" spc="-2" dirty="0">
                <a:latin typeface="Times New Roman"/>
                <a:cs typeface="Times New Roman"/>
              </a:rPr>
              <a:t>n</a:t>
            </a:r>
            <a:r>
              <a:rPr sz="1700" spc="-7" dirty="0">
                <a:latin typeface="Times New Roman"/>
                <a:cs typeface="Times New Roman"/>
              </a:rPr>
              <a:t>a</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ment</a:t>
            </a:r>
            <a:r>
              <a:rPr sz="1700" spc="-2" dirty="0">
                <a:latin typeface="Times New Roman"/>
                <a:cs typeface="Times New Roman"/>
              </a:rPr>
              <a:t> sys</a:t>
            </a:r>
            <a:r>
              <a:rPr sz="1700" spc="7"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spc="-2" dirty="0">
                <a:latin typeface="Times New Roman"/>
                <a:cs typeface="Times New Roman"/>
              </a:rPr>
              <a:t> et</a:t>
            </a:r>
            <a:r>
              <a:rPr sz="1700" spc="-7" dirty="0">
                <a:latin typeface="Times New Roman"/>
                <a:cs typeface="Times New Roman"/>
              </a:rPr>
              <a:t>c</a:t>
            </a:r>
            <a:r>
              <a:rPr sz="1700" dirty="0">
                <a:latin typeface="Times New Roman"/>
                <a:cs typeface="Times New Roman"/>
              </a:rPr>
              <a:t>.</a:t>
            </a:r>
          </a:p>
          <a:p>
            <a:pPr marL="225716" marR="2443" indent="-109651" algn="just">
              <a:spcBef>
                <a:spcPts val="31"/>
              </a:spcBef>
              <a:buFont typeface="Times New Roman"/>
              <a:buAutoNum type="arabicPeriod"/>
              <a:tabLst>
                <a:tab pos="226022" algn="l"/>
              </a:tabLst>
            </a:pPr>
            <a:r>
              <a:rPr lang="en-US" sz="1700" spc="-2" dirty="0">
                <a:latin typeface="Times New Roman"/>
                <a:cs typeface="Times New Roman"/>
              </a:rPr>
              <a:t> </a:t>
            </a:r>
            <a:r>
              <a:rPr sz="1700" spc="-2" dirty="0">
                <a:latin typeface="Times New Roman"/>
                <a:cs typeface="Times New Roman"/>
              </a:rPr>
              <a:t>N</a:t>
            </a:r>
            <a:r>
              <a:rPr sz="1700" spc="-5" dirty="0">
                <a:latin typeface="Times New Roman"/>
                <a:cs typeface="Times New Roman"/>
              </a:rPr>
              <a:t>e</a:t>
            </a:r>
            <a:r>
              <a:rPr sz="1700" dirty="0">
                <a:latin typeface="Times New Roman"/>
                <a:cs typeface="Times New Roman"/>
              </a:rPr>
              <a:t>twor</a:t>
            </a:r>
            <a:r>
              <a:rPr sz="1700" spc="-2" dirty="0">
                <a:latin typeface="Times New Roman"/>
                <a:cs typeface="Times New Roman"/>
              </a:rPr>
              <a:t>king:</a:t>
            </a:r>
            <a:r>
              <a:rPr sz="1700" spc="5" dirty="0">
                <a:latin typeface="Times New Roman"/>
                <a:cs typeface="Times New Roman"/>
              </a:rPr>
              <a:t> </a:t>
            </a:r>
            <a:r>
              <a:rPr sz="1700" spc="-2" dirty="0">
                <a:latin typeface="Times New Roman"/>
                <a:cs typeface="Times New Roman"/>
              </a:rPr>
              <a:t>Assoc</a:t>
            </a:r>
            <a:r>
              <a:rPr sz="1700" dirty="0">
                <a:latin typeface="Times New Roman"/>
                <a:cs typeface="Times New Roman"/>
              </a:rPr>
              <a:t>i</a:t>
            </a:r>
            <a:r>
              <a:rPr sz="1700" spc="-7" dirty="0">
                <a:latin typeface="Times New Roman"/>
                <a:cs typeface="Times New Roman"/>
              </a:rPr>
              <a:t>a</a:t>
            </a:r>
            <a:r>
              <a:rPr sz="1700" spc="-2" dirty="0">
                <a:latin typeface="Times New Roman"/>
                <a:cs typeface="Times New Roman"/>
              </a:rPr>
              <a:t>tive</a:t>
            </a:r>
            <a:r>
              <a:rPr sz="1700" spc="7"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5"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dirty="0">
                <a:latin typeface="Times New Roman"/>
                <a:cs typeface="Times New Roman"/>
              </a:rPr>
              <a:t>u</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d</a:t>
            </a:r>
            <a:r>
              <a:rPr sz="1700" spc="5" dirty="0">
                <a:latin typeface="Times New Roman"/>
                <a:cs typeface="Times New Roman"/>
              </a:rPr>
              <a:t> </a:t>
            </a:r>
            <a:r>
              <a:rPr sz="1700" spc="-2" dirty="0">
                <a:latin typeface="Times New Roman"/>
                <a:cs typeface="Times New Roman"/>
              </a:rPr>
              <a:t>in</a:t>
            </a:r>
            <a:r>
              <a:rPr sz="1700" spc="5" dirty="0">
                <a:latin typeface="Times New Roman"/>
                <a:cs typeface="Times New Roman"/>
              </a:rPr>
              <a:t> n</a:t>
            </a:r>
            <a:r>
              <a:rPr sz="1700" spc="-7" dirty="0">
                <a:latin typeface="Times New Roman"/>
                <a:cs typeface="Times New Roman"/>
              </a:rPr>
              <a:t>e</a:t>
            </a:r>
            <a:r>
              <a:rPr sz="1700" dirty="0">
                <a:latin typeface="Times New Roman"/>
                <a:cs typeface="Times New Roman"/>
              </a:rPr>
              <a:t>t</a:t>
            </a:r>
            <a:r>
              <a:rPr sz="1700" spc="5" dirty="0">
                <a:latin typeface="Times New Roman"/>
                <a:cs typeface="Times New Roman"/>
              </a:rPr>
              <a:t>w</a:t>
            </a:r>
            <a:r>
              <a:rPr sz="1700" dirty="0">
                <a:latin typeface="Times New Roman"/>
                <a:cs typeface="Times New Roman"/>
              </a:rPr>
              <a:t>ork</a:t>
            </a:r>
            <a:r>
              <a:rPr sz="1700" spc="2" dirty="0">
                <a:latin typeface="Times New Roman"/>
                <a:cs typeface="Times New Roman"/>
              </a:rPr>
              <a:t> </a:t>
            </a:r>
            <a:r>
              <a:rPr sz="1700" spc="-2" dirty="0">
                <a:latin typeface="Times New Roman"/>
                <a:cs typeface="Times New Roman"/>
              </a:rPr>
              <a:t>routing</a:t>
            </a:r>
            <a:r>
              <a:rPr sz="1700" spc="5" dirty="0">
                <a:latin typeface="Times New Roman"/>
                <a:cs typeface="Times New Roman"/>
              </a:rPr>
              <a:t> </a:t>
            </a:r>
            <a:r>
              <a:rPr sz="1700" spc="-2" dirty="0">
                <a:latin typeface="Times New Roman"/>
                <a:cs typeface="Times New Roman"/>
              </a:rPr>
              <a:t>tabl</a:t>
            </a:r>
            <a:r>
              <a:rPr sz="1700" spc="-7" dirty="0">
                <a:latin typeface="Times New Roman"/>
                <a:cs typeface="Times New Roman"/>
              </a:rPr>
              <a:t>e</a:t>
            </a:r>
            <a:r>
              <a:rPr sz="1700" dirty="0">
                <a:latin typeface="Times New Roman"/>
                <a:cs typeface="Times New Roman"/>
              </a:rPr>
              <a:t>s</a:t>
            </a:r>
            <a:r>
              <a:rPr sz="1700" spc="10" dirty="0">
                <a:latin typeface="Times New Roman"/>
                <a:cs typeface="Times New Roman"/>
              </a:rPr>
              <a:t> </a:t>
            </a:r>
            <a:r>
              <a:rPr sz="1700" spc="-2" dirty="0">
                <a:latin typeface="Times New Roman"/>
                <a:cs typeface="Times New Roman"/>
              </a:rPr>
              <a:t>to</a:t>
            </a:r>
            <a:r>
              <a:rPr lang="en-US" sz="1700" spc="-2" dirty="0">
                <a:latin typeface="Times New Roman"/>
                <a:cs typeface="Times New Roman"/>
              </a:rPr>
              <a:t> </a:t>
            </a:r>
            <a:r>
              <a:rPr sz="1700" spc="-5" dirty="0">
                <a:latin typeface="Times New Roman"/>
                <a:cs typeface="Times New Roman"/>
              </a:rPr>
              <a:t>qui</a:t>
            </a:r>
            <a:r>
              <a:rPr sz="1700" spc="-2" dirty="0">
                <a:latin typeface="Times New Roman"/>
                <a:cs typeface="Times New Roman"/>
              </a:rPr>
              <a:t>c</a:t>
            </a:r>
            <a:r>
              <a:rPr sz="1700" spc="-5" dirty="0">
                <a:latin typeface="Times New Roman"/>
                <a:cs typeface="Times New Roman"/>
              </a:rPr>
              <a:t>kly</a:t>
            </a:r>
            <a:r>
              <a:rPr sz="1700" spc="5" dirty="0">
                <a:latin typeface="Times New Roman"/>
                <a:cs typeface="Times New Roman"/>
              </a:rPr>
              <a:t> </a:t>
            </a:r>
            <a:r>
              <a:rPr sz="1700" spc="-2" dirty="0">
                <a:latin typeface="Times New Roman"/>
                <a:cs typeface="Times New Roman"/>
              </a:rPr>
              <a:t>find</a:t>
            </a:r>
            <a:r>
              <a:rPr sz="1700" spc="2" dirty="0">
                <a:latin typeface="Times New Roman"/>
                <a:cs typeface="Times New Roman"/>
              </a:rPr>
              <a:t> </a:t>
            </a:r>
            <a:r>
              <a:rPr sz="1700" spc="-2" dirty="0">
                <a:latin typeface="Times New Roman"/>
                <a:cs typeface="Times New Roman"/>
              </a:rPr>
              <a:t>the </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th t</a:t>
            </a:r>
            <a:r>
              <a:rPr sz="1700" dirty="0">
                <a:latin typeface="Times New Roman"/>
                <a:cs typeface="Times New Roman"/>
              </a:rPr>
              <a:t>o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5" dirty="0">
                <a:latin typeface="Times New Roman"/>
                <a:cs typeface="Times New Roman"/>
              </a:rPr>
              <a:t>n</a:t>
            </a:r>
            <a:r>
              <a:rPr sz="1700" spc="-7" dirty="0">
                <a:latin typeface="Times New Roman"/>
                <a:cs typeface="Times New Roman"/>
              </a:rPr>
              <a:t>e</a:t>
            </a:r>
            <a:r>
              <a:rPr sz="1700" dirty="0">
                <a:latin typeface="Times New Roman"/>
                <a:cs typeface="Times New Roman"/>
              </a:rPr>
              <a:t>twork</a:t>
            </a:r>
            <a:r>
              <a:rPr sz="1700" spc="-2" dirty="0">
                <a:latin typeface="Times New Roman"/>
                <a:cs typeface="Times New Roman"/>
              </a:rPr>
              <a:t> </a:t>
            </a:r>
            <a:r>
              <a:rPr sz="1700" spc="-5" dirty="0">
                <a:latin typeface="Times New Roman"/>
                <a:cs typeface="Times New Roman"/>
              </a:rPr>
              <a:t>b</a:t>
            </a:r>
            <a:r>
              <a:rPr sz="1700" spc="-7" dirty="0">
                <a:latin typeface="Times New Roman"/>
                <a:cs typeface="Times New Roman"/>
              </a:rPr>
              <a:t>a</a:t>
            </a:r>
            <a:r>
              <a:rPr sz="1700" spc="-2" dirty="0">
                <a:latin typeface="Times New Roman"/>
                <a:cs typeface="Times New Roman"/>
              </a:rPr>
              <a:t>se</a:t>
            </a:r>
            <a:r>
              <a:rPr sz="1700" dirty="0">
                <a:latin typeface="Times New Roman"/>
                <a:cs typeface="Times New Roman"/>
              </a:rPr>
              <a:t>d on </a:t>
            </a:r>
            <a:r>
              <a:rPr sz="1700" spc="-2" dirty="0">
                <a:latin typeface="Times New Roman"/>
                <a:cs typeface="Times New Roman"/>
              </a:rPr>
              <a:t>it</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dd</a:t>
            </a:r>
            <a:r>
              <a:rPr sz="1700" spc="2" dirty="0">
                <a:latin typeface="Times New Roman"/>
                <a:cs typeface="Times New Roman"/>
              </a:rPr>
              <a:t>r</a:t>
            </a:r>
            <a:r>
              <a:rPr sz="1700" spc="-7" dirty="0">
                <a:latin typeface="Times New Roman"/>
                <a:cs typeface="Times New Roman"/>
              </a:rPr>
              <a:t>e</a:t>
            </a:r>
            <a:r>
              <a:rPr sz="1700" spc="5" dirty="0">
                <a:latin typeface="Times New Roman"/>
                <a:cs typeface="Times New Roman"/>
              </a:rPr>
              <a:t>s</a:t>
            </a:r>
            <a:r>
              <a:rPr sz="1700" spc="-2" dirty="0">
                <a:latin typeface="Times New Roman"/>
                <a:cs typeface="Times New Roman"/>
              </a:rPr>
              <a:t>s.</a:t>
            </a:r>
            <a:endParaRPr sz="1700" dirty="0">
              <a:latin typeface="Times New Roman"/>
              <a:cs typeface="Times New Roman"/>
            </a:endParaRPr>
          </a:p>
          <a:p>
            <a:pPr marL="225716" marR="4582" indent="-109651" algn="just">
              <a:buFont typeface="Times New Roman"/>
              <a:buAutoNum type="arabicPeriod"/>
              <a:tabLst>
                <a:tab pos="226022" algn="l"/>
              </a:tabLst>
            </a:pPr>
            <a:r>
              <a:rPr lang="en-US" sz="1700" spc="-10" dirty="0">
                <a:latin typeface="Times New Roman"/>
                <a:cs typeface="Times New Roman"/>
              </a:rPr>
              <a:t> </a:t>
            </a:r>
            <a:r>
              <a:rPr sz="1700" spc="-10" dirty="0">
                <a:latin typeface="Times New Roman"/>
                <a:cs typeface="Times New Roman"/>
              </a:rPr>
              <a:t>I</a:t>
            </a:r>
            <a:r>
              <a:rPr sz="1700" spc="-5" dirty="0">
                <a:latin typeface="Times New Roman"/>
                <a:cs typeface="Times New Roman"/>
              </a:rPr>
              <a:t>ma</a:t>
            </a:r>
            <a:r>
              <a:rPr sz="1700" spc="-2" dirty="0">
                <a:latin typeface="Times New Roman"/>
                <a:cs typeface="Times New Roman"/>
              </a:rPr>
              <a:t>g</a:t>
            </a:r>
            <a:r>
              <a:rPr sz="1700" spc="-5" dirty="0">
                <a:latin typeface="Times New Roman"/>
                <a:cs typeface="Times New Roman"/>
              </a:rPr>
              <a:t>e</a:t>
            </a:r>
            <a:r>
              <a:rPr sz="1700" dirty="0">
                <a:latin typeface="Times New Roman"/>
                <a:cs typeface="Times New Roman"/>
              </a:rPr>
              <a:t> </a:t>
            </a:r>
            <a:r>
              <a:rPr sz="1700" spc="-67" dirty="0">
                <a:latin typeface="Times New Roman"/>
                <a:cs typeface="Times New Roman"/>
              </a:rPr>
              <a:t> </a:t>
            </a:r>
            <a:r>
              <a:rPr sz="1700" spc="5" dirty="0">
                <a:latin typeface="Times New Roman"/>
                <a:cs typeface="Times New Roman"/>
              </a:rPr>
              <a:t>p</a:t>
            </a:r>
            <a:r>
              <a:rPr sz="1700" spc="-2" dirty="0">
                <a:latin typeface="Times New Roman"/>
                <a:cs typeface="Times New Roman"/>
              </a:rPr>
              <a:t>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ss</a:t>
            </a:r>
            <a:r>
              <a:rPr sz="1700" dirty="0">
                <a:latin typeface="Times New Roman"/>
                <a:cs typeface="Times New Roman"/>
              </a:rPr>
              <a:t>i</a:t>
            </a:r>
            <a:r>
              <a:rPr sz="1700" spc="-5" dirty="0">
                <a:latin typeface="Times New Roman"/>
                <a:cs typeface="Times New Roman"/>
              </a:rPr>
              <a:t>ng:</a:t>
            </a:r>
            <a:r>
              <a:rPr sz="1700" dirty="0">
                <a:latin typeface="Times New Roman"/>
                <a:cs typeface="Times New Roman"/>
              </a:rPr>
              <a:t> </a:t>
            </a:r>
            <a:r>
              <a:rPr sz="1700" spc="-58" dirty="0">
                <a:latin typeface="Times New Roman"/>
                <a:cs typeface="Times New Roman"/>
              </a:rPr>
              <a:t> </a:t>
            </a:r>
            <a:r>
              <a:rPr sz="1700" spc="-2" dirty="0">
                <a:latin typeface="Times New Roman"/>
                <a:cs typeface="Times New Roman"/>
              </a:rPr>
              <a:t>Associative</a:t>
            </a:r>
            <a:r>
              <a:rPr sz="1700" dirty="0">
                <a:latin typeface="Times New Roman"/>
                <a:cs typeface="Times New Roman"/>
              </a:rPr>
              <a:t> </a:t>
            </a:r>
            <a:r>
              <a:rPr sz="1700" spc="-67"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60"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63"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 </a:t>
            </a:r>
            <a:r>
              <a:rPr sz="1700" spc="-55" dirty="0">
                <a:latin typeface="Times New Roman"/>
                <a:cs typeface="Times New Roman"/>
              </a:rPr>
              <a:t> </a:t>
            </a:r>
            <a:r>
              <a:rPr sz="1700" spc="-2" dirty="0">
                <a:latin typeface="Times New Roman"/>
                <a:cs typeface="Times New Roman"/>
              </a:rPr>
              <a:t>in</a:t>
            </a:r>
            <a:r>
              <a:rPr sz="1700" dirty="0">
                <a:latin typeface="Times New Roman"/>
                <a:cs typeface="Times New Roman"/>
              </a:rPr>
              <a:t> </a:t>
            </a:r>
            <a:r>
              <a:rPr sz="1700" spc="-65" dirty="0">
                <a:latin typeface="Times New Roman"/>
                <a:cs typeface="Times New Roman"/>
              </a:rPr>
              <a:t> </a:t>
            </a:r>
            <a:r>
              <a:rPr sz="1700" spc="-5" dirty="0">
                <a:latin typeface="Times New Roman"/>
                <a:cs typeface="Times New Roman"/>
              </a:rPr>
              <a:t>im</a:t>
            </a:r>
            <a:r>
              <a:rPr sz="1700" spc="-7" dirty="0">
                <a:latin typeface="Times New Roman"/>
                <a:cs typeface="Times New Roman"/>
              </a:rPr>
              <a:t>a</a:t>
            </a:r>
            <a:r>
              <a:rPr sz="1700" spc="-5" dirty="0">
                <a:latin typeface="Times New Roman"/>
                <a:cs typeface="Times New Roman"/>
              </a:rPr>
              <a:t>ge</a:t>
            </a:r>
            <a:r>
              <a:rPr sz="1700" dirty="0">
                <a:latin typeface="Times New Roman"/>
                <a:cs typeface="Times New Roman"/>
              </a:rPr>
              <a:t> </a:t>
            </a:r>
            <a:r>
              <a:rPr sz="1700" spc="-67" dirty="0">
                <a:latin typeface="Times New Roman"/>
                <a:cs typeface="Times New Roman"/>
              </a:rPr>
              <a:t> </a:t>
            </a:r>
            <a:r>
              <a:rPr sz="1700" dirty="0">
                <a:latin typeface="Times New Roman"/>
                <a:cs typeface="Times New Roman"/>
              </a:rPr>
              <a:t>pr</a:t>
            </a:r>
            <a:r>
              <a:rPr sz="1700" spc="2" dirty="0">
                <a:latin typeface="Times New Roman"/>
                <a:cs typeface="Times New Roman"/>
              </a:rPr>
              <a:t>o</a:t>
            </a:r>
            <a:r>
              <a:rPr sz="1700" spc="-7" dirty="0">
                <a:latin typeface="Times New Roman"/>
                <a:cs typeface="Times New Roman"/>
              </a:rPr>
              <a:t>ce</a:t>
            </a:r>
            <a:r>
              <a:rPr sz="1700" spc="-2" dirty="0">
                <a:latin typeface="Times New Roman"/>
                <a:cs typeface="Times New Roman"/>
              </a:rPr>
              <a:t>ss</a:t>
            </a:r>
            <a:r>
              <a:rPr sz="1700" dirty="0">
                <a:latin typeface="Times New Roman"/>
                <a:cs typeface="Times New Roman"/>
              </a:rPr>
              <a:t>ing</a:t>
            </a:r>
            <a:r>
              <a:rPr lang="en-US" sz="1700" dirty="0">
                <a:latin typeface="Times New Roman"/>
                <a:cs typeface="Times New Roman"/>
              </a:rPr>
              <a:t> </a:t>
            </a:r>
            <a:r>
              <a:rPr sz="1700" spc="-7" dirty="0">
                <a:latin typeface="Times New Roman"/>
                <a:cs typeface="Times New Roman"/>
              </a:rPr>
              <a:t>a</a:t>
            </a:r>
            <a:r>
              <a:rPr sz="1700" dirty="0">
                <a:latin typeface="Times New Roman"/>
                <a:cs typeface="Times New Roman"/>
              </a:rPr>
              <a:t>p</a:t>
            </a:r>
            <a:r>
              <a:rPr sz="1700" spc="5" dirty="0">
                <a:latin typeface="Times New Roman"/>
                <a:cs typeface="Times New Roman"/>
              </a:rPr>
              <a:t>p</a:t>
            </a:r>
            <a:r>
              <a:rPr sz="1700" spc="-2" dirty="0">
                <a:latin typeface="Times New Roman"/>
                <a:cs typeface="Times New Roman"/>
              </a:rPr>
              <a:t>li</a:t>
            </a:r>
            <a:r>
              <a:rPr sz="1700" spc="-7" dirty="0">
                <a:latin typeface="Times New Roman"/>
                <a:cs typeface="Times New Roman"/>
              </a:rPr>
              <a:t>ca</a:t>
            </a:r>
            <a:r>
              <a:rPr sz="1700" spc="-2" dirty="0">
                <a:latin typeface="Times New Roman"/>
                <a:cs typeface="Times New Roman"/>
              </a:rPr>
              <a:t>ti</a:t>
            </a:r>
            <a:r>
              <a:rPr sz="1700" dirty="0">
                <a:latin typeface="Times New Roman"/>
                <a:cs typeface="Times New Roman"/>
              </a:rPr>
              <a:t>ons </a:t>
            </a:r>
            <a:r>
              <a:rPr sz="1700" spc="-65" dirty="0">
                <a:latin typeface="Times New Roman"/>
                <a:cs typeface="Times New Roman"/>
              </a:rPr>
              <a:t> </a:t>
            </a:r>
            <a:r>
              <a:rPr sz="1700" spc="-2" dirty="0">
                <a:latin typeface="Times New Roman"/>
                <a:cs typeface="Times New Roman"/>
              </a:rPr>
              <a:t>to se</a:t>
            </a:r>
            <a:r>
              <a:rPr sz="1700" spc="-7" dirty="0">
                <a:latin typeface="Times New Roman"/>
                <a:cs typeface="Times New Roman"/>
              </a:rPr>
              <a:t>a</a:t>
            </a:r>
            <a:r>
              <a:rPr sz="1700" spc="-2" dirty="0">
                <a:latin typeface="Times New Roman"/>
                <a:cs typeface="Times New Roman"/>
              </a:rPr>
              <a:t>r</a:t>
            </a:r>
            <a:r>
              <a:rPr sz="1700" spc="-10" dirty="0">
                <a:latin typeface="Times New Roman"/>
                <a:cs typeface="Times New Roman"/>
              </a:rPr>
              <a:t>c</a:t>
            </a:r>
            <a:r>
              <a:rPr sz="1700" dirty="0">
                <a:latin typeface="Times New Roman"/>
                <a:cs typeface="Times New Roman"/>
              </a:rPr>
              <a:t>h</a:t>
            </a:r>
            <a:r>
              <a:rPr sz="1700" spc="5" dirty="0">
                <a:latin typeface="Times New Roman"/>
                <a:cs typeface="Times New Roman"/>
              </a:rPr>
              <a:t> </a:t>
            </a:r>
            <a:r>
              <a:rPr sz="1700" dirty="0">
                <a:latin typeface="Times New Roman"/>
                <a:cs typeface="Times New Roman"/>
              </a:rPr>
              <a:t>for</a:t>
            </a:r>
            <a:r>
              <a:rPr sz="1700" spc="-5" dirty="0">
                <a:latin typeface="Times New Roman"/>
                <a:cs typeface="Times New Roman"/>
              </a:rPr>
              <a:t> </a:t>
            </a:r>
            <a:r>
              <a:rPr sz="1700" spc="-2" dirty="0">
                <a:latin typeface="Times New Roman"/>
                <a:cs typeface="Times New Roman"/>
              </a:rPr>
              <a:t>sp</a:t>
            </a:r>
            <a:r>
              <a:rPr sz="1700" spc="2" dirty="0">
                <a:latin typeface="Times New Roman"/>
                <a:cs typeface="Times New Roman"/>
              </a:rPr>
              <a:t>e</a:t>
            </a:r>
            <a:r>
              <a:rPr sz="1700" spc="-7" dirty="0">
                <a:latin typeface="Times New Roman"/>
                <a:cs typeface="Times New Roman"/>
              </a:rPr>
              <a:t>c</a:t>
            </a:r>
            <a:r>
              <a:rPr sz="1700" spc="-2" dirty="0">
                <a:latin typeface="Times New Roman"/>
                <a:cs typeface="Times New Roman"/>
              </a:rPr>
              <a:t>ific </a:t>
            </a:r>
            <a:r>
              <a:rPr sz="1700" spc="2" dirty="0">
                <a:latin typeface="Times New Roman"/>
                <a:cs typeface="Times New Roman"/>
              </a:rPr>
              <a:t>f</a:t>
            </a:r>
            <a:r>
              <a:rPr sz="1700" spc="-7" dirty="0">
                <a:latin typeface="Times New Roman"/>
                <a:cs typeface="Times New Roman"/>
              </a:rPr>
              <a:t>ea</a:t>
            </a:r>
            <a:r>
              <a:rPr sz="1700" spc="-2" dirty="0">
                <a:latin typeface="Times New Roman"/>
                <a:cs typeface="Times New Roman"/>
              </a:rPr>
              <a:t>tu</a:t>
            </a:r>
            <a:r>
              <a:rPr sz="1700" dirty="0">
                <a:latin typeface="Times New Roman"/>
                <a:cs typeface="Times New Roman"/>
              </a:rPr>
              <a:t>r</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or </a:t>
            </a:r>
            <a:r>
              <a:rPr sz="1700" spc="-5" dirty="0">
                <a:latin typeface="Times New Roman"/>
                <a:cs typeface="Times New Roman"/>
              </a:rPr>
              <a:t>p</a:t>
            </a:r>
            <a:r>
              <a:rPr sz="1700" spc="-10" dirty="0">
                <a:latin typeface="Times New Roman"/>
                <a:cs typeface="Times New Roman"/>
              </a:rPr>
              <a:t>a</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rns</a:t>
            </a:r>
            <a:r>
              <a:rPr sz="1700" spc="-2" dirty="0">
                <a:latin typeface="Times New Roman"/>
                <a:cs typeface="Times New Roman"/>
              </a:rPr>
              <a:t> within</a:t>
            </a:r>
            <a:r>
              <a:rPr sz="1700" dirty="0">
                <a:latin typeface="Times New Roman"/>
                <a:cs typeface="Times New Roman"/>
              </a:rPr>
              <a:t> </a:t>
            </a:r>
            <a:r>
              <a:rPr sz="1700" spc="-5" dirty="0">
                <a:latin typeface="Times New Roman"/>
                <a:cs typeface="Times New Roman"/>
              </a:rPr>
              <a:t>an</a:t>
            </a:r>
            <a:r>
              <a:rPr sz="1700" spc="-2" dirty="0">
                <a:latin typeface="Times New Roman"/>
                <a:cs typeface="Times New Roman"/>
              </a:rPr>
              <a:t> </a:t>
            </a:r>
            <a:r>
              <a:rPr sz="1700" dirty="0">
                <a:latin typeface="Times New Roman"/>
                <a:cs typeface="Times New Roman"/>
              </a:rPr>
              <a:t>i</a:t>
            </a:r>
            <a:r>
              <a:rPr sz="1700" spc="-5" dirty="0">
                <a:latin typeface="Times New Roman"/>
                <a:cs typeface="Times New Roman"/>
              </a:rPr>
              <a:t>mag</a:t>
            </a:r>
            <a:r>
              <a:rPr sz="1700" spc="-10" dirty="0">
                <a:latin typeface="Times New Roman"/>
                <a:cs typeface="Times New Roman"/>
              </a:rPr>
              <a:t>e</a:t>
            </a:r>
            <a:r>
              <a:rPr sz="1700" dirty="0">
                <a:latin typeface="Times New Roman"/>
                <a:cs typeface="Times New Roman"/>
              </a:rPr>
              <a:t>.</a:t>
            </a:r>
          </a:p>
          <a:p>
            <a:pPr marL="225716" marR="3054" indent="-109651" algn="just">
              <a:buFont typeface="Times New Roman"/>
              <a:buAutoNum type="arabicPeriod"/>
              <a:tabLst>
                <a:tab pos="226022" algn="l"/>
              </a:tabLst>
            </a:pPr>
            <a:r>
              <a:rPr lang="en-US" sz="1700" spc="-2" dirty="0">
                <a:latin typeface="Times New Roman"/>
                <a:cs typeface="Times New Roman"/>
              </a:rPr>
              <a:t> </a:t>
            </a:r>
            <a:r>
              <a:rPr sz="1700" spc="-2" dirty="0">
                <a:latin typeface="Times New Roman"/>
                <a:cs typeface="Times New Roman"/>
              </a:rPr>
              <a:t>A</a:t>
            </a:r>
            <a:r>
              <a:rPr sz="1700" spc="-5" dirty="0">
                <a:latin typeface="Times New Roman"/>
                <a:cs typeface="Times New Roman"/>
              </a:rPr>
              <a:t>r</a:t>
            </a:r>
            <a:r>
              <a:rPr sz="1700" spc="-2" dirty="0">
                <a:latin typeface="Times New Roman"/>
                <a:cs typeface="Times New Roman"/>
              </a:rPr>
              <a:t>tifi</a:t>
            </a:r>
            <a:r>
              <a:rPr sz="1700" spc="-10" dirty="0">
                <a:latin typeface="Times New Roman"/>
                <a:cs typeface="Times New Roman"/>
              </a:rPr>
              <a:t>c</a:t>
            </a:r>
            <a:r>
              <a:rPr sz="1700" spc="-2" dirty="0">
                <a:latin typeface="Times New Roman"/>
                <a:cs typeface="Times New Roman"/>
              </a:rPr>
              <a:t>ial</a:t>
            </a:r>
            <a:r>
              <a:rPr sz="1700" spc="-31"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lligen</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a:t>
            </a:r>
            <a:r>
              <a:rPr sz="1700" spc="-24" dirty="0">
                <a:latin typeface="Times New Roman"/>
                <a:cs typeface="Times New Roman"/>
              </a:rPr>
              <a:t> </a:t>
            </a:r>
            <a:r>
              <a:rPr sz="1700" spc="-2" dirty="0">
                <a:latin typeface="Times New Roman"/>
                <a:cs typeface="Times New Roman"/>
              </a:rPr>
              <a:t>A</a:t>
            </a:r>
            <a:r>
              <a:rPr sz="1700" spc="2" dirty="0">
                <a:latin typeface="Times New Roman"/>
                <a:cs typeface="Times New Roman"/>
              </a:rPr>
              <a:t>s</a:t>
            </a:r>
            <a:r>
              <a:rPr sz="1700" spc="-2" dirty="0">
                <a:latin typeface="Times New Roman"/>
                <a:cs typeface="Times New Roman"/>
              </a:rPr>
              <a:t>sociative</a:t>
            </a:r>
            <a:r>
              <a:rPr sz="1700" spc="-31"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4"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19" dirty="0">
                <a:latin typeface="Times New Roman"/>
                <a:cs typeface="Times New Roman"/>
              </a:rPr>
              <a:t> </a:t>
            </a:r>
            <a:r>
              <a:rPr sz="1700" spc="-2" dirty="0">
                <a:latin typeface="Times New Roman"/>
                <a:cs typeface="Times New Roman"/>
              </a:rPr>
              <a:t>in</a:t>
            </a:r>
            <a:r>
              <a:rPr sz="1700" spc="-29" dirty="0">
                <a:latin typeface="Times New Roman"/>
                <a:cs typeface="Times New Roman"/>
              </a:rPr>
              <a:t> </a:t>
            </a:r>
            <a:r>
              <a:rPr sz="1700" spc="-7" dirty="0">
                <a:latin typeface="Times New Roman"/>
                <a:cs typeface="Times New Roman"/>
              </a:rPr>
              <a:t>a</a:t>
            </a:r>
            <a:r>
              <a:rPr sz="1700" spc="-2" dirty="0">
                <a:latin typeface="Times New Roman"/>
                <a:cs typeface="Times New Roman"/>
              </a:rPr>
              <a:t>rtifi</a:t>
            </a:r>
            <a:r>
              <a:rPr sz="1700" spc="-7" dirty="0">
                <a:latin typeface="Times New Roman"/>
                <a:cs typeface="Times New Roman"/>
              </a:rPr>
              <a:t>c</a:t>
            </a:r>
            <a:r>
              <a:rPr sz="1700" spc="-2" dirty="0">
                <a:latin typeface="Times New Roman"/>
                <a:cs typeface="Times New Roman"/>
              </a:rPr>
              <a:t>ial</a:t>
            </a:r>
            <a:r>
              <a:rPr sz="1700" spc="-31"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lligen</a:t>
            </a:r>
            <a:r>
              <a:rPr sz="1700" spc="-7" dirty="0">
                <a:latin typeface="Times New Roman"/>
                <a:cs typeface="Times New Roman"/>
              </a:rPr>
              <a:t>c</a:t>
            </a:r>
            <a:r>
              <a:rPr sz="1700" spc="-5" dirty="0">
                <a:latin typeface="Times New Roman"/>
                <a:cs typeface="Times New Roman"/>
              </a:rPr>
              <a:t>e</a:t>
            </a:r>
            <a:r>
              <a:rPr lang="en-US" sz="1700" spc="-5" dirty="0">
                <a:latin typeface="Times New Roman"/>
                <a:cs typeface="Times New Roman"/>
              </a:rPr>
              <a:t> </a:t>
            </a:r>
            <a:r>
              <a:rPr sz="1700" spc="-2" dirty="0">
                <a:latin typeface="Times New Roman"/>
                <a:cs typeface="Times New Roman"/>
              </a:rPr>
              <a:t>appli</a:t>
            </a:r>
            <a:r>
              <a:rPr sz="1700" spc="-7" dirty="0">
                <a:latin typeface="Times New Roman"/>
                <a:cs typeface="Times New Roman"/>
              </a:rPr>
              <a:t>ca</a:t>
            </a:r>
            <a:r>
              <a:rPr sz="1700" spc="-2" dirty="0">
                <a:latin typeface="Times New Roman"/>
                <a:cs typeface="Times New Roman"/>
              </a:rPr>
              <a:t>ti</a:t>
            </a:r>
            <a:r>
              <a:rPr sz="1700" dirty="0">
                <a:latin typeface="Times New Roman"/>
                <a:cs typeface="Times New Roman"/>
              </a:rPr>
              <a:t>ons </a:t>
            </a:r>
            <a:r>
              <a:rPr sz="1700" spc="-2" dirty="0">
                <a:latin typeface="Times New Roman"/>
                <a:cs typeface="Times New Roman"/>
              </a:rPr>
              <a:t>suc</a:t>
            </a:r>
            <a:r>
              <a:rPr sz="1700" dirty="0">
                <a:latin typeface="Times New Roman"/>
                <a:cs typeface="Times New Roman"/>
              </a:rPr>
              <a:t>h </a:t>
            </a:r>
            <a:r>
              <a:rPr sz="1700" spc="-7" dirty="0">
                <a:latin typeface="Times New Roman"/>
                <a:cs typeface="Times New Roman"/>
              </a:rPr>
              <a:t>a</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e</a:t>
            </a:r>
            <a:r>
              <a:rPr sz="1700" spc="-5" dirty="0">
                <a:latin typeface="Times New Roman"/>
                <a:cs typeface="Times New Roman"/>
              </a:rPr>
              <a:t>xp</a:t>
            </a:r>
            <a:r>
              <a:rPr sz="1700" spc="-2" dirty="0">
                <a:latin typeface="Times New Roman"/>
                <a:cs typeface="Times New Roman"/>
              </a:rPr>
              <a:t>ert</a:t>
            </a:r>
            <a:r>
              <a:rPr sz="1700"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spc="-2" dirty="0">
                <a:latin typeface="Times New Roman"/>
                <a:cs typeface="Times New Roman"/>
              </a:rPr>
              <a:t> a</a:t>
            </a:r>
            <a:r>
              <a:rPr sz="1700" dirty="0">
                <a:latin typeface="Times New Roman"/>
                <a:cs typeface="Times New Roman"/>
              </a:rPr>
              <a:t>nd </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rn </a:t>
            </a:r>
            <a:r>
              <a:rPr sz="1700" spc="-5" dirty="0">
                <a:latin typeface="Times New Roman"/>
                <a:cs typeface="Times New Roman"/>
              </a:rPr>
              <a:t>r</a:t>
            </a:r>
            <a:r>
              <a:rPr sz="1700" spc="-2" dirty="0">
                <a:latin typeface="Times New Roman"/>
                <a:cs typeface="Times New Roman"/>
              </a:rPr>
              <a:t>e</a:t>
            </a:r>
            <a:r>
              <a:rPr sz="1700" spc="-7" dirty="0">
                <a:latin typeface="Times New Roman"/>
                <a:cs typeface="Times New Roman"/>
              </a:rPr>
              <a:t>c</a:t>
            </a:r>
            <a:r>
              <a:rPr sz="1700" spc="-2" dirty="0">
                <a:latin typeface="Times New Roman"/>
                <a:cs typeface="Times New Roman"/>
              </a:rPr>
              <a:t>ognition.</a:t>
            </a:r>
            <a:endParaRPr sz="1700" dirty="0">
              <a:latin typeface="Times New Roman"/>
              <a:cs typeface="Times New Roman"/>
            </a:endParaRPr>
          </a:p>
          <a:p>
            <a:pPr marL="225716" marR="3665" indent="-109651" algn="just">
              <a:buFont typeface="Times New Roman"/>
              <a:buAutoNum type="arabicPeriod"/>
              <a:tabLst>
                <a:tab pos="226022" algn="l"/>
              </a:tabLst>
            </a:pPr>
            <a:r>
              <a:rPr lang="en-US" sz="1700" spc="-2" dirty="0">
                <a:latin typeface="Times New Roman"/>
                <a:cs typeface="Times New Roman"/>
              </a:rPr>
              <a:t> </a:t>
            </a:r>
            <a:r>
              <a:rPr sz="1700" spc="-2" dirty="0">
                <a:latin typeface="Times New Roman"/>
                <a:cs typeface="Times New Roman"/>
              </a:rPr>
              <a:t>D</a:t>
            </a:r>
            <a:r>
              <a:rPr sz="1700" spc="-5" dirty="0">
                <a:latin typeface="Times New Roman"/>
                <a:cs typeface="Times New Roman"/>
              </a:rPr>
              <a:t>a</a:t>
            </a:r>
            <a:r>
              <a:rPr sz="1700" spc="-2" dirty="0">
                <a:latin typeface="Times New Roman"/>
                <a:cs typeface="Times New Roman"/>
              </a:rPr>
              <a:t>tab</a:t>
            </a:r>
            <a:r>
              <a:rPr sz="1700" spc="-10" dirty="0">
                <a:latin typeface="Times New Roman"/>
                <a:cs typeface="Times New Roman"/>
              </a:rPr>
              <a:t>a</a:t>
            </a:r>
            <a:r>
              <a:rPr sz="1700" spc="-2" dirty="0">
                <a:latin typeface="Times New Roman"/>
                <a:cs typeface="Times New Roman"/>
              </a:rPr>
              <a:t>s</a:t>
            </a:r>
            <a:r>
              <a:rPr sz="1700" dirty="0">
                <a:latin typeface="Times New Roman"/>
                <a:cs typeface="Times New Roman"/>
              </a:rPr>
              <a:t>e </a:t>
            </a:r>
            <a:r>
              <a:rPr sz="1700" spc="-26" dirty="0">
                <a:latin typeface="Times New Roman"/>
                <a:cs typeface="Times New Roman"/>
              </a:rPr>
              <a:t> </a:t>
            </a:r>
            <a:r>
              <a:rPr sz="1700" spc="-5" dirty="0">
                <a:latin typeface="Times New Roman"/>
                <a:cs typeface="Times New Roman"/>
              </a:rPr>
              <a:t>man</a:t>
            </a:r>
            <a:r>
              <a:rPr sz="1700" spc="-10" dirty="0">
                <a:latin typeface="Times New Roman"/>
                <a:cs typeface="Times New Roman"/>
              </a:rPr>
              <a:t>a</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ment:</a:t>
            </a:r>
            <a:r>
              <a:rPr sz="1700" dirty="0">
                <a:latin typeface="Times New Roman"/>
                <a:cs typeface="Times New Roman"/>
              </a:rPr>
              <a:t> </a:t>
            </a:r>
            <a:r>
              <a:rPr sz="1700" spc="-24" dirty="0">
                <a:latin typeface="Times New Roman"/>
                <a:cs typeface="Times New Roman"/>
              </a:rPr>
              <a:t> </a:t>
            </a:r>
            <a:r>
              <a:rPr sz="1700" spc="-2" dirty="0">
                <a:latin typeface="Times New Roman"/>
                <a:cs typeface="Times New Roman"/>
              </a:rPr>
              <a:t>Associative</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24"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dirty="0">
                <a:latin typeface="Times New Roman"/>
                <a:cs typeface="Times New Roman"/>
              </a:rPr>
              <a:t>n </a:t>
            </a:r>
            <a:r>
              <a:rPr sz="1700" spc="-31" dirty="0">
                <a:latin typeface="Times New Roman"/>
                <a:cs typeface="Times New Roman"/>
              </a:rPr>
              <a:t> </a:t>
            </a:r>
            <a:r>
              <a:rPr sz="1700" spc="-5" dirty="0">
                <a:latin typeface="Times New Roman"/>
                <a:cs typeface="Times New Roman"/>
              </a:rPr>
              <a:t>be</a:t>
            </a:r>
            <a:r>
              <a:rPr sz="1700" dirty="0">
                <a:latin typeface="Times New Roman"/>
                <a:cs typeface="Times New Roman"/>
              </a:rPr>
              <a:t> </a:t>
            </a:r>
            <a:r>
              <a:rPr sz="1700" spc="-34"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 </a:t>
            </a:r>
            <a:r>
              <a:rPr sz="1700" spc="-31" dirty="0">
                <a:latin typeface="Times New Roman"/>
                <a:cs typeface="Times New Roman"/>
              </a:rPr>
              <a:t> </a:t>
            </a:r>
            <a:r>
              <a:rPr sz="1700" spc="-2" dirty="0">
                <a:latin typeface="Times New Roman"/>
                <a:cs typeface="Times New Roman"/>
              </a:rPr>
              <a:t>in</a:t>
            </a:r>
            <a:r>
              <a:rPr sz="1700" dirty="0">
                <a:latin typeface="Times New Roman"/>
                <a:cs typeface="Times New Roman"/>
              </a:rPr>
              <a:t> </a:t>
            </a:r>
            <a:r>
              <a:rPr sz="1700" spc="-29"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tab</a:t>
            </a:r>
            <a:r>
              <a:rPr sz="1700" spc="-10" dirty="0">
                <a:latin typeface="Times New Roman"/>
                <a:cs typeface="Times New Roman"/>
              </a:rPr>
              <a:t>a</a:t>
            </a:r>
            <a:r>
              <a:rPr sz="1700" spc="-2" dirty="0">
                <a:latin typeface="Times New Roman"/>
                <a:cs typeface="Times New Roman"/>
              </a:rPr>
              <a:t>s</a:t>
            </a:r>
            <a:r>
              <a:rPr sz="1700" dirty="0">
                <a:latin typeface="Times New Roman"/>
                <a:cs typeface="Times New Roman"/>
              </a:rPr>
              <a:t>e </a:t>
            </a:r>
            <a:r>
              <a:rPr sz="1700" spc="-22" dirty="0">
                <a:latin typeface="Times New Roman"/>
                <a:cs typeface="Times New Roman"/>
              </a:rPr>
              <a:t> </a:t>
            </a:r>
            <a:r>
              <a:rPr sz="1700" spc="-5" dirty="0">
                <a:latin typeface="Times New Roman"/>
                <a:cs typeface="Times New Roman"/>
              </a:rPr>
              <a:t>man</a:t>
            </a:r>
            <a:r>
              <a:rPr sz="1700" spc="-10" dirty="0">
                <a:latin typeface="Times New Roman"/>
                <a:cs typeface="Times New Roman"/>
              </a:rPr>
              <a:t>a</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ment</a:t>
            </a:r>
            <a:r>
              <a:rPr sz="1700" spc="-2" dirty="0">
                <a:latin typeface="Times New Roman"/>
                <a:cs typeface="Times New Roman"/>
              </a:rPr>
              <a:t> 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spc="-2" dirty="0">
                <a:latin typeface="Times New Roman"/>
                <a:cs typeface="Times New Roman"/>
              </a:rPr>
              <a:t> </a:t>
            </a:r>
            <a:r>
              <a:rPr sz="1700" dirty="0">
                <a:latin typeface="Times New Roman"/>
                <a:cs typeface="Times New Roman"/>
              </a:rPr>
              <a:t>to </a:t>
            </a:r>
            <a:r>
              <a:rPr sz="1700" spc="-5" dirty="0">
                <a:latin typeface="Times New Roman"/>
                <a:cs typeface="Times New Roman"/>
              </a:rPr>
              <a:t>quickly</a:t>
            </a:r>
            <a:r>
              <a:rPr sz="1700"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tri</a:t>
            </a:r>
            <a:r>
              <a:rPr sz="1700" spc="-7" dirty="0">
                <a:latin typeface="Times New Roman"/>
                <a:cs typeface="Times New Roman"/>
              </a:rPr>
              <a:t>e</a:t>
            </a:r>
            <a:r>
              <a:rPr sz="1700" spc="-5" dirty="0">
                <a:latin typeface="Times New Roman"/>
                <a:cs typeface="Times New Roman"/>
              </a:rPr>
              <a:t>ve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5" dirty="0">
                <a:latin typeface="Times New Roman"/>
                <a:cs typeface="Times New Roman"/>
              </a:rPr>
              <a:t>b</a:t>
            </a:r>
            <a:r>
              <a:rPr sz="1700" spc="-10" dirty="0">
                <a:latin typeface="Times New Roman"/>
                <a:cs typeface="Times New Roman"/>
              </a:rPr>
              <a:t>a</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d on </a:t>
            </a:r>
            <a:r>
              <a:rPr sz="1700" spc="-2" dirty="0">
                <a:latin typeface="Times New Roman"/>
                <a:cs typeface="Times New Roman"/>
              </a:rPr>
              <a:t>it</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ontent.</a:t>
            </a:r>
            <a:endParaRPr sz="1700" dirty="0">
              <a:latin typeface="Times New Roman"/>
              <a:cs typeface="Times New Roman"/>
            </a:endParaRPr>
          </a:p>
        </p:txBody>
      </p:sp>
    </p:spTree>
    <p:extLst>
      <p:ext uri="{BB962C8B-B14F-4D97-AF65-F5344CB8AC3E}">
        <p14:creationId xmlns:p14="http://schemas.microsoft.com/office/powerpoint/2010/main" val="1235600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B2B0D-11CF-71FD-495D-ED8AE4C52C7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E30E37D-3589-A071-DFC8-7C6526FD9146}"/>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ADEBD34-6ECE-81F3-6DE1-0F4141A6CA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6800D3AE-69CF-A598-ECA1-E7A94D71952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6E6F5963-85E6-5DCF-BFE1-F27A29DFAC5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95376EB2-5B5D-CC6B-0170-D1C5C0E24073}"/>
              </a:ext>
            </a:extLst>
          </p:cNvPr>
          <p:cNvSpPr txBox="1"/>
          <p:nvPr/>
        </p:nvSpPr>
        <p:spPr>
          <a:xfrm>
            <a:off x="1066800" y="942051"/>
            <a:ext cx="6934200" cy="3400931"/>
          </a:xfrm>
          <a:prstGeom prst="rect">
            <a:avLst/>
          </a:prstGeom>
        </p:spPr>
        <p:txBody>
          <a:bodyPr vert="horz" wrap="square" lIns="0" tIns="0" rIns="0" bIns="0" rtlCol="0">
            <a:spAutoFit/>
          </a:bodyPr>
          <a:lstStyle/>
          <a:p>
            <a:pPr marL="6109" algn="just"/>
            <a:r>
              <a:rPr sz="1700" b="1" spc="-2" dirty="0">
                <a:latin typeface="Times New Roman"/>
                <a:cs typeface="Times New Roman"/>
              </a:rPr>
              <a:t>Adva</a:t>
            </a:r>
            <a:r>
              <a:rPr sz="1700" b="1" spc="2" dirty="0">
                <a:latin typeface="Times New Roman"/>
                <a:cs typeface="Times New Roman"/>
              </a:rPr>
              <a:t>n</a:t>
            </a:r>
            <a:r>
              <a:rPr sz="1700" b="1" spc="-5" dirty="0">
                <a:latin typeface="Times New Roman"/>
                <a:cs typeface="Times New Roman"/>
              </a:rPr>
              <a:t>tag</a:t>
            </a:r>
            <a:r>
              <a:rPr sz="1700" b="1" spc="-10" dirty="0">
                <a:latin typeface="Times New Roman"/>
                <a:cs typeface="Times New Roman"/>
              </a:rPr>
              <a:t>e</a:t>
            </a:r>
            <a:r>
              <a:rPr sz="1700" b="1" dirty="0">
                <a:latin typeface="Times New Roman"/>
                <a:cs typeface="Times New Roman"/>
              </a:rPr>
              <a:t>s</a:t>
            </a:r>
            <a:r>
              <a:rPr sz="1700" b="1" spc="-2" dirty="0">
                <a:latin typeface="Times New Roman"/>
                <a:cs typeface="Times New Roman"/>
              </a:rPr>
              <a:t> </a:t>
            </a:r>
            <a:r>
              <a:rPr sz="1700" b="1" dirty="0">
                <a:latin typeface="Times New Roman"/>
                <a:cs typeface="Times New Roman"/>
              </a:rPr>
              <a:t>of</a:t>
            </a:r>
            <a:r>
              <a:rPr sz="1700" b="1" spc="-2" dirty="0">
                <a:latin typeface="Times New Roman"/>
                <a:cs typeface="Times New Roman"/>
              </a:rPr>
              <a:t> Associat</a:t>
            </a:r>
            <a:r>
              <a:rPr sz="1700" b="1" dirty="0">
                <a:latin typeface="Times New Roman"/>
                <a:cs typeface="Times New Roman"/>
              </a:rPr>
              <a:t>i</a:t>
            </a:r>
            <a:r>
              <a:rPr sz="1700" b="1" spc="-5" dirty="0">
                <a:latin typeface="Times New Roman"/>
                <a:cs typeface="Times New Roman"/>
              </a:rPr>
              <a:t>ve</a:t>
            </a:r>
            <a:r>
              <a:rPr sz="1700" b="1" spc="-2" dirty="0">
                <a:latin typeface="Times New Roman"/>
                <a:cs typeface="Times New Roman"/>
              </a:rPr>
              <a:t> </a:t>
            </a:r>
            <a:r>
              <a:rPr sz="1700" b="1" spc="2" dirty="0">
                <a:latin typeface="Times New Roman"/>
                <a:cs typeface="Times New Roman"/>
              </a:rPr>
              <a:t>m</a:t>
            </a:r>
            <a:r>
              <a:rPr sz="1700" b="1" spc="-7" dirty="0">
                <a:latin typeface="Times New Roman"/>
                <a:cs typeface="Times New Roman"/>
              </a:rPr>
              <a:t>e</a:t>
            </a:r>
            <a:r>
              <a:rPr sz="1700" b="1" spc="2" dirty="0">
                <a:latin typeface="Times New Roman"/>
                <a:cs typeface="Times New Roman"/>
              </a:rPr>
              <a:t>m</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y:</a:t>
            </a:r>
            <a:endParaRPr sz="1700" dirty="0">
              <a:latin typeface="Times New Roman"/>
              <a:cs typeface="Times New Roman"/>
            </a:endParaRPr>
          </a:p>
          <a:p>
            <a:pPr>
              <a:spcBef>
                <a:spcPts val="26"/>
              </a:spcBef>
            </a:pPr>
            <a:endParaRPr sz="1700" dirty="0">
              <a:latin typeface="Times New Roman"/>
              <a:cs typeface="Times New Roman"/>
            </a:endParaRPr>
          </a:p>
          <a:p>
            <a:pPr marL="116065"/>
            <a:r>
              <a:rPr sz="1700" dirty="0">
                <a:latin typeface="Times New Roman"/>
                <a:cs typeface="Times New Roman"/>
              </a:rPr>
              <a:t>1. </a:t>
            </a:r>
            <a:r>
              <a:rPr sz="1700" spc="-10" dirty="0">
                <a:latin typeface="Times New Roman"/>
                <a:cs typeface="Times New Roman"/>
              </a:rPr>
              <a:t>I</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used </a:t>
            </a:r>
            <a:r>
              <a:rPr sz="1700" spc="-2"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spc="-2" dirty="0">
                <a:latin typeface="Times New Roman"/>
                <a:cs typeface="Times New Roman"/>
              </a:rPr>
              <a:t>re</a:t>
            </a:r>
            <a:r>
              <a:rPr sz="1700" spc="-5" dirty="0">
                <a:latin typeface="Times New Roman"/>
                <a:cs typeface="Times New Roman"/>
              </a:rPr>
              <a:t> </a:t>
            </a:r>
            <a:r>
              <a:rPr sz="1700" spc="5" dirty="0">
                <a:latin typeface="Times New Roman"/>
                <a:cs typeface="Times New Roman"/>
              </a:rPr>
              <a:t>s</a:t>
            </a:r>
            <a:r>
              <a:rPr sz="1700" spc="-7" dirty="0">
                <a:latin typeface="Times New Roman"/>
                <a:cs typeface="Times New Roman"/>
              </a:rPr>
              <a:t>ea</a:t>
            </a:r>
            <a:r>
              <a:rPr sz="1700" spc="2" dirty="0">
                <a:latin typeface="Times New Roman"/>
                <a:cs typeface="Times New Roman"/>
              </a:rPr>
              <a:t>r</a:t>
            </a:r>
            <a:r>
              <a:rPr sz="1700" spc="-7" dirty="0">
                <a:latin typeface="Times New Roman"/>
                <a:cs typeface="Times New Roman"/>
              </a:rPr>
              <a:t>c</a:t>
            </a:r>
            <a:r>
              <a:rPr sz="1700" dirty="0">
                <a:latin typeface="Times New Roman"/>
                <a:cs typeface="Times New Roman"/>
              </a:rPr>
              <a:t>h </a:t>
            </a:r>
            <a:r>
              <a:rPr sz="1700" spc="-5" dirty="0">
                <a:latin typeface="Times New Roman"/>
                <a:cs typeface="Times New Roman"/>
              </a:rPr>
              <a:t>time</a:t>
            </a:r>
            <a:r>
              <a:rPr sz="1700" dirty="0">
                <a:latin typeface="Times New Roman"/>
                <a:cs typeface="Times New Roman"/>
              </a:rPr>
              <a:t> </a:t>
            </a:r>
            <a:r>
              <a:rPr sz="1700" spc="-5" dirty="0">
                <a:latin typeface="Times New Roman"/>
                <a:cs typeface="Times New Roman"/>
              </a:rPr>
              <a:t>n</a:t>
            </a:r>
            <a:r>
              <a:rPr sz="1700" spc="-10" dirty="0">
                <a:latin typeface="Times New Roman"/>
                <a:cs typeface="Times New Roman"/>
              </a:rPr>
              <a:t>e</a:t>
            </a:r>
            <a:r>
              <a:rPr sz="1700" spc="-7" dirty="0">
                <a:latin typeface="Times New Roman"/>
                <a:cs typeface="Times New Roman"/>
              </a:rPr>
              <a:t>e</a:t>
            </a:r>
            <a:r>
              <a:rPr sz="1700" dirty="0">
                <a:latin typeface="Times New Roman"/>
                <a:cs typeface="Times New Roman"/>
              </a:rPr>
              <a:t>ds</a:t>
            </a:r>
            <a:r>
              <a:rPr sz="1700" spc="-2" dirty="0">
                <a:latin typeface="Times New Roman"/>
                <a:cs typeface="Times New Roman"/>
              </a:rPr>
              <a:t> t</a:t>
            </a:r>
            <a:r>
              <a:rPr sz="1700" dirty="0">
                <a:latin typeface="Times New Roman"/>
                <a:cs typeface="Times New Roman"/>
              </a:rPr>
              <a:t>o </a:t>
            </a:r>
            <a:r>
              <a:rPr sz="1700" spc="-5" dirty="0">
                <a:latin typeface="Times New Roman"/>
                <a:cs typeface="Times New Roman"/>
              </a:rPr>
              <a:t>be</a:t>
            </a:r>
            <a:r>
              <a:rPr sz="1700" spc="-2" dirty="0">
                <a:latin typeface="Times New Roman"/>
                <a:cs typeface="Times New Roman"/>
              </a:rPr>
              <a:t> </a:t>
            </a:r>
            <a:r>
              <a:rPr sz="1700" dirty="0">
                <a:latin typeface="Times New Roman"/>
                <a:cs typeface="Times New Roman"/>
              </a:rPr>
              <a:t>less</a:t>
            </a:r>
            <a:r>
              <a:rPr sz="1700" spc="-2" dirty="0">
                <a:latin typeface="Times New Roman"/>
                <a:cs typeface="Times New Roman"/>
              </a:rPr>
              <a:t> </a:t>
            </a:r>
            <a:r>
              <a:rPr sz="1700" dirty="0">
                <a:latin typeface="Times New Roman"/>
                <a:cs typeface="Times New Roman"/>
              </a:rPr>
              <a:t>or</a:t>
            </a:r>
            <a:r>
              <a:rPr sz="1700" spc="-2" dirty="0">
                <a:latin typeface="Times New Roman"/>
                <a:cs typeface="Times New Roman"/>
              </a:rPr>
              <a:t> s</a:t>
            </a:r>
            <a:r>
              <a:rPr sz="1700" spc="5" dirty="0">
                <a:latin typeface="Times New Roman"/>
                <a:cs typeface="Times New Roman"/>
              </a:rPr>
              <a:t>h</a:t>
            </a:r>
            <a:r>
              <a:rPr sz="1700" spc="-2" dirty="0">
                <a:latin typeface="Times New Roman"/>
                <a:cs typeface="Times New Roman"/>
              </a:rPr>
              <a:t>ort.</a:t>
            </a:r>
            <a:endParaRPr lang="en-US" sz="1700" spc="-2" dirty="0">
              <a:latin typeface="Times New Roman"/>
              <a:cs typeface="Times New Roman"/>
            </a:endParaRPr>
          </a:p>
          <a:p>
            <a:pPr marL="116065"/>
            <a:r>
              <a:rPr lang="en-US" sz="1700" spc="-2" dirty="0">
                <a:latin typeface="Times New Roman"/>
                <a:cs typeface="Times New Roman"/>
              </a:rPr>
              <a:t>2. </a:t>
            </a:r>
            <a:r>
              <a:rPr lang="en-US" sz="1700" spc="-10" dirty="0">
                <a:latin typeface="Times New Roman"/>
                <a:cs typeface="Times New Roman"/>
              </a:rPr>
              <a:t>I</a:t>
            </a:r>
            <a:r>
              <a:rPr lang="en-US" sz="1700" spc="-2" dirty="0">
                <a:latin typeface="Times New Roman"/>
                <a:cs typeface="Times New Roman"/>
              </a:rPr>
              <a:t>t</a:t>
            </a:r>
            <a:r>
              <a:rPr lang="en-US" sz="1700" dirty="0">
                <a:latin typeface="Times New Roman"/>
                <a:cs typeface="Times New Roman"/>
              </a:rPr>
              <a:t> </a:t>
            </a:r>
            <a:r>
              <a:rPr lang="en-US" sz="1700" spc="-2" dirty="0">
                <a:latin typeface="Times New Roman"/>
                <a:cs typeface="Times New Roman"/>
              </a:rPr>
              <a:t>i</a:t>
            </a:r>
            <a:r>
              <a:rPr lang="en-US" sz="1700" dirty="0">
                <a:latin typeface="Times New Roman"/>
                <a:cs typeface="Times New Roman"/>
              </a:rPr>
              <a:t>s</a:t>
            </a:r>
            <a:r>
              <a:rPr lang="en-US" sz="1700" spc="-2" dirty="0">
                <a:latin typeface="Times New Roman"/>
                <a:cs typeface="Times New Roman"/>
              </a:rPr>
              <a:t> </a:t>
            </a:r>
            <a:r>
              <a:rPr lang="en-US" sz="1700" spc="-7" dirty="0">
                <a:latin typeface="Times New Roman"/>
                <a:cs typeface="Times New Roman"/>
              </a:rPr>
              <a:t>su</a:t>
            </a:r>
            <a:r>
              <a:rPr lang="en-US" sz="1700" spc="-2" dirty="0">
                <a:latin typeface="Times New Roman"/>
                <a:cs typeface="Times New Roman"/>
              </a:rPr>
              <a:t>itable </a:t>
            </a:r>
            <a:r>
              <a:rPr lang="en-US" sz="1700" dirty="0">
                <a:latin typeface="Times New Roman"/>
                <a:cs typeface="Times New Roman"/>
              </a:rPr>
              <a:t>for</a:t>
            </a:r>
            <a:r>
              <a:rPr lang="en-US" sz="1700" spc="-5" dirty="0">
                <a:latin typeface="Times New Roman"/>
                <a:cs typeface="Times New Roman"/>
              </a:rPr>
              <a:t> </a:t>
            </a:r>
            <a:r>
              <a:rPr lang="en-US" sz="1700" spc="5" dirty="0">
                <a:latin typeface="Times New Roman"/>
                <a:cs typeface="Times New Roman"/>
              </a:rPr>
              <a:t>p</a:t>
            </a:r>
            <a:r>
              <a:rPr lang="en-US" sz="1700" spc="-7" dirty="0">
                <a:latin typeface="Times New Roman"/>
                <a:cs typeface="Times New Roman"/>
              </a:rPr>
              <a:t>a</a:t>
            </a:r>
            <a:r>
              <a:rPr lang="en-US" sz="1700" spc="2" dirty="0">
                <a:latin typeface="Times New Roman"/>
                <a:cs typeface="Times New Roman"/>
              </a:rPr>
              <a:t>r</a:t>
            </a:r>
            <a:r>
              <a:rPr lang="en-US" sz="1700" spc="-7" dirty="0">
                <a:latin typeface="Times New Roman"/>
                <a:cs typeface="Times New Roman"/>
              </a:rPr>
              <a:t>a</a:t>
            </a:r>
            <a:r>
              <a:rPr lang="en-US" sz="1700" spc="-2" dirty="0">
                <a:latin typeface="Times New Roman"/>
                <a:cs typeface="Times New Roman"/>
              </a:rPr>
              <a:t>ll</a:t>
            </a:r>
            <a:r>
              <a:rPr lang="en-US" sz="1700" spc="-7" dirty="0">
                <a:latin typeface="Times New Roman"/>
                <a:cs typeface="Times New Roman"/>
              </a:rPr>
              <a:t>e</a:t>
            </a:r>
            <a:r>
              <a:rPr lang="en-US" sz="1700" spc="-2" dirty="0">
                <a:latin typeface="Times New Roman"/>
                <a:cs typeface="Times New Roman"/>
              </a:rPr>
              <a:t>l</a:t>
            </a:r>
            <a:r>
              <a:rPr lang="en-US" sz="1700" dirty="0">
                <a:latin typeface="Times New Roman"/>
                <a:cs typeface="Times New Roman"/>
              </a:rPr>
              <a:t> </a:t>
            </a:r>
            <a:r>
              <a:rPr lang="en-US" sz="1700" spc="-5" dirty="0">
                <a:latin typeface="Times New Roman"/>
                <a:cs typeface="Times New Roman"/>
              </a:rPr>
              <a:t>se</a:t>
            </a:r>
            <a:r>
              <a:rPr lang="en-US" sz="1700" spc="-10" dirty="0">
                <a:latin typeface="Times New Roman"/>
                <a:cs typeface="Times New Roman"/>
              </a:rPr>
              <a:t>a</a:t>
            </a:r>
            <a:r>
              <a:rPr lang="en-US" sz="1700" spc="-2" dirty="0">
                <a:latin typeface="Times New Roman"/>
                <a:cs typeface="Times New Roman"/>
              </a:rPr>
              <a:t>r</a:t>
            </a:r>
            <a:r>
              <a:rPr lang="en-US" sz="1700" spc="-10" dirty="0">
                <a:latin typeface="Times New Roman"/>
                <a:cs typeface="Times New Roman"/>
              </a:rPr>
              <a:t>c</a:t>
            </a:r>
            <a:r>
              <a:rPr lang="en-US" sz="1700" spc="5" dirty="0">
                <a:latin typeface="Times New Roman"/>
                <a:cs typeface="Times New Roman"/>
              </a:rPr>
              <a:t>h</a:t>
            </a:r>
            <a:r>
              <a:rPr lang="en-US" sz="1700" spc="-7" dirty="0">
                <a:latin typeface="Times New Roman"/>
                <a:cs typeface="Times New Roman"/>
              </a:rPr>
              <a:t>e</a:t>
            </a:r>
            <a:r>
              <a:rPr lang="en-US" sz="1700" spc="-2" dirty="0">
                <a:latin typeface="Times New Roman"/>
                <a:cs typeface="Times New Roman"/>
              </a:rPr>
              <a:t>s.</a:t>
            </a:r>
            <a:endParaRPr lang="en-US" sz="1700" dirty="0">
              <a:latin typeface="Times New Roman"/>
              <a:cs typeface="Times New Roman"/>
            </a:endParaRPr>
          </a:p>
          <a:p>
            <a:pPr marL="225716" indent="-109651">
              <a:buFont typeface="Times New Roman"/>
              <a:buAutoNum type="arabicPeriod" startAt="2"/>
              <a:tabLst>
                <a:tab pos="226022" algn="l"/>
              </a:tabLst>
            </a:pPr>
            <a:r>
              <a:rPr lang="en-US" sz="1700" spc="-10" dirty="0">
                <a:latin typeface="Times New Roman"/>
                <a:cs typeface="Times New Roman"/>
              </a:rPr>
              <a:t> I</a:t>
            </a:r>
            <a:r>
              <a:rPr lang="en-US" sz="1700" spc="-2" dirty="0">
                <a:latin typeface="Times New Roman"/>
                <a:cs typeface="Times New Roman"/>
              </a:rPr>
              <a:t>t</a:t>
            </a:r>
            <a:r>
              <a:rPr lang="en-US" sz="1700" dirty="0">
                <a:latin typeface="Times New Roman"/>
                <a:cs typeface="Times New Roman"/>
              </a:rPr>
              <a:t> </a:t>
            </a:r>
            <a:r>
              <a:rPr lang="en-US" sz="1700" spc="-2" dirty="0">
                <a:latin typeface="Times New Roman"/>
                <a:cs typeface="Times New Roman"/>
              </a:rPr>
              <a:t>i</a:t>
            </a:r>
            <a:r>
              <a:rPr lang="en-US" sz="1700" dirty="0">
                <a:latin typeface="Times New Roman"/>
                <a:cs typeface="Times New Roman"/>
              </a:rPr>
              <a:t>s</a:t>
            </a:r>
            <a:r>
              <a:rPr lang="en-US" sz="1700" spc="-2" dirty="0">
                <a:latin typeface="Times New Roman"/>
                <a:cs typeface="Times New Roman"/>
              </a:rPr>
              <a:t> oft</a:t>
            </a:r>
            <a:r>
              <a:rPr lang="en-US" sz="1700" spc="-7" dirty="0">
                <a:latin typeface="Times New Roman"/>
                <a:cs typeface="Times New Roman"/>
              </a:rPr>
              <a:t>e</a:t>
            </a:r>
            <a:r>
              <a:rPr lang="en-US" sz="1700" dirty="0">
                <a:latin typeface="Times New Roman"/>
                <a:cs typeface="Times New Roman"/>
              </a:rPr>
              <a:t>n u</a:t>
            </a:r>
            <a:r>
              <a:rPr lang="en-US" sz="1700" spc="5" dirty="0">
                <a:latin typeface="Times New Roman"/>
                <a:cs typeface="Times New Roman"/>
              </a:rPr>
              <a:t>s</a:t>
            </a:r>
            <a:r>
              <a:rPr lang="en-US" sz="1700" spc="-7" dirty="0">
                <a:latin typeface="Times New Roman"/>
                <a:cs typeface="Times New Roman"/>
              </a:rPr>
              <a:t>e</a:t>
            </a:r>
            <a:r>
              <a:rPr lang="en-US" sz="1700" dirty="0">
                <a:latin typeface="Times New Roman"/>
                <a:cs typeface="Times New Roman"/>
              </a:rPr>
              <a:t>d </a:t>
            </a:r>
            <a:r>
              <a:rPr lang="en-US" sz="1700" spc="-2" dirty="0">
                <a:latin typeface="Times New Roman"/>
                <a:cs typeface="Times New Roman"/>
              </a:rPr>
              <a:t>to </a:t>
            </a:r>
            <a:r>
              <a:rPr lang="en-US" sz="1700" dirty="0">
                <a:latin typeface="Times New Roman"/>
                <a:cs typeface="Times New Roman"/>
              </a:rPr>
              <a:t>s</a:t>
            </a:r>
            <a:r>
              <a:rPr lang="en-US" sz="1700" spc="-5" dirty="0">
                <a:latin typeface="Times New Roman"/>
                <a:cs typeface="Times New Roman"/>
              </a:rPr>
              <a:t>p</a:t>
            </a:r>
            <a:r>
              <a:rPr lang="en-US" sz="1700" spc="-7" dirty="0">
                <a:latin typeface="Times New Roman"/>
                <a:cs typeface="Times New Roman"/>
              </a:rPr>
              <a:t>ee</a:t>
            </a:r>
            <a:r>
              <a:rPr lang="en-US" sz="1700" dirty="0">
                <a:latin typeface="Times New Roman"/>
                <a:cs typeface="Times New Roman"/>
              </a:rPr>
              <a:t>d</a:t>
            </a:r>
            <a:r>
              <a:rPr lang="en-US" sz="1700" spc="5" dirty="0">
                <a:latin typeface="Times New Roman"/>
                <a:cs typeface="Times New Roman"/>
              </a:rPr>
              <a:t>u</a:t>
            </a:r>
            <a:r>
              <a:rPr lang="en-US" sz="1700" dirty="0">
                <a:latin typeface="Times New Roman"/>
                <a:cs typeface="Times New Roman"/>
              </a:rPr>
              <a:t>p </a:t>
            </a:r>
            <a:r>
              <a:rPr lang="en-US" sz="1700" spc="-5" dirty="0">
                <a:latin typeface="Times New Roman"/>
                <a:cs typeface="Times New Roman"/>
              </a:rPr>
              <a:t>d</a:t>
            </a:r>
            <a:r>
              <a:rPr lang="en-US" sz="1700" spc="-7" dirty="0">
                <a:latin typeface="Times New Roman"/>
                <a:cs typeface="Times New Roman"/>
              </a:rPr>
              <a:t>a</a:t>
            </a:r>
            <a:r>
              <a:rPr lang="en-US" sz="1700" spc="-2" dirty="0">
                <a:latin typeface="Times New Roman"/>
                <a:cs typeface="Times New Roman"/>
              </a:rPr>
              <a:t>tab</a:t>
            </a:r>
            <a:r>
              <a:rPr lang="en-US" sz="1700" spc="-10" dirty="0">
                <a:latin typeface="Times New Roman"/>
                <a:cs typeface="Times New Roman"/>
              </a:rPr>
              <a:t>a</a:t>
            </a:r>
            <a:r>
              <a:rPr lang="en-US" sz="1700" spc="-2" dirty="0">
                <a:latin typeface="Times New Roman"/>
                <a:cs typeface="Times New Roman"/>
              </a:rPr>
              <a:t>ses.</a:t>
            </a:r>
            <a:endParaRPr lang="en-US" sz="1700" dirty="0">
              <a:latin typeface="Times New Roman"/>
              <a:cs typeface="Times New Roman"/>
            </a:endParaRPr>
          </a:p>
          <a:p>
            <a:pPr marL="225716" indent="-109651">
              <a:buFont typeface="Times New Roman"/>
              <a:buAutoNum type="arabicPeriod" startAt="2"/>
              <a:tabLst>
                <a:tab pos="226022" algn="l"/>
              </a:tabLst>
            </a:pPr>
            <a:r>
              <a:rPr lang="en-US" sz="1700" spc="-10" dirty="0">
                <a:latin typeface="Times New Roman"/>
                <a:cs typeface="Times New Roman"/>
              </a:rPr>
              <a:t> I</a:t>
            </a:r>
            <a:r>
              <a:rPr lang="en-US" sz="1700" spc="-2" dirty="0">
                <a:latin typeface="Times New Roman"/>
                <a:cs typeface="Times New Roman"/>
              </a:rPr>
              <a:t>t</a:t>
            </a:r>
            <a:r>
              <a:rPr lang="en-US" sz="1700" dirty="0">
                <a:latin typeface="Times New Roman"/>
                <a:cs typeface="Times New Roman"/>
              </a:rPr>
              <a:t> </a:t>
            </a:r>
            <a:r>
              <a:rPr lang="en-US" sz="1700" spc="-2" dirty="0">
                <a:latin typeface="Times New Roman"/>
                <a:cs typeface="Times New Roman"/>
              </a:rPr>
              <a:t>i</a:t>
            </a:r>
            <a:r>
              <a:rPr lang="en-US" sz="1700" dirty="0">
                <a:latin typeface="Times New Roman"/>
                <a:cs typeface="Times New Roman"/>
              </a:rPr>
              <a:t>s</a:t>
            </a:r>
            <a:r>
              <a:rPr lang="en-US" sz="1700" spc="-2" dirty="0">
                <a:latin typeface="Times New Roman"/>
                <a:cs typeface="Times New Roman"/>
              </a:rPr>
              <a:t> </a:t>
            </a:r>
            <a:r>
              <a:rPr lang="en-US" sz="1700" dirty="0">
                <a:latin typeface="Times New Roman"/>
                <a:cs typeface="Times New Roman"/>
              </a:rPr>
              <a:t>used </a:t>
            </a:r>
            <a:r>
              <a:rPr lang="en-US" sz="1700" spc="-2" dirty="0">
                <a:latin typeface="Times New Roman"/>
                <a:cs typeface="Times New Roman"/>
              </a:rPr>
              <a:t>in </a:t>
            </a:r>
            <a:r>
              <a:rPr lang="en-US" sz="1700" spc="-5" dirty="0">
                <a:latin typeface="Times New Roman"/>
                <a:cs typeface="Times New Roman"/>
              </a:rPr>
              <a:t>p</a:t>
            </a:r>
            <a:r>
              <a:rPr lang="en-US" sz="1700" spc="-7" dirty="0">
                <a:latin typeface="Times New Roman"/>
                <a:cs typeface="Times New Roman"/>
              </a:rPr>
              <a:t>a</a:t>
            </a:r>
            <a:r>
              <a:rPr lang="en-US" sz="1700" spc="5" dirty="0">
                <a:latin typeface="Times New Roman"/>
                <a:cs typeface="Times New Roman"/>
              </a:rPr>
              <a:t>g</a:t>
            </a:r>
            <a:r>
              <a:rPr lang="en-US" sz="1700" spc="-5" dirty="0">
                <a:latin typeface="Times New Roman"/>
                <a:cs typeface="Times New Roman"/>
              </a:rPr>
              <a:t>e</a:t>
            </a:r>
            <a:r>
              <a:rPr lang="en-US" sz="1700" spc="-2" dirty="0">
                <a:latin typeface="Times New Roman"/>
                <a:cs typeface="Times New Roman"/>
              </a:rPr>
              <a:t> tabl</a:t>
            </a:r>
            <a:r>
              <a:rPr lang="en-US" sz="1700" spc="-7" dirty="0">
                <a:latin typeface="Times New Roman"/>
                <a:cs typeface="Times New Roman"/>
              </a:rPr>
              <a:t>e</a:t>
            </a:r>
            <a:r>
              <a:rPr lang="en-US" sz="1700" dirty="0">
                <a:latin typeface="Times New Roman"/>
                <a:cs typeface="Times New Roman"/>
              </a:rPr>
              <a:t>s</a:t>
            </a:r>
            <a:r>
              <a:rPr lang="en-US" sz="1700" spc="-2" dirty="0">
                <a:latin typeface="Times New Roman"/>
                <a:cs typeface="Times New Roman"/>
              </a:rPr>
              <a:t> </a:t>
            </a:r>
            <a:r>
              <a:rPr lang="en-US" sz="1700" spc="5" dirty="0">
                <a:latin typeface="Times New Roman"/>
                <a:cs typeface="Times New Roman"/>
              </a:rPr>
              <a:t>u</a:t>
            </a:r>
            <a:r>
              <a:rPr lang="en-US" sz="1700" spc="-2" dirty="0">
                <a:latin typeface="Times New Roman"/>
                <a:cs typeface="Times New Roman"/>
              </a:rPr>
              <a:t>se</a:t>
            </a:r>
            <a:r>
              <a:rPr lang="en-US" sz="1700" dirty="0">
                <a:latin typeface="Times New Roman"/>
                <a:cs typeface="Times New Roman"/>
              </a:rPr>
              <a:t>d by </a:t>
            </a:r>
            <a:r>
              <a:rPr lang="en-US" sz="1700" spc="-2" dirty="0">
                <a:latin typeface="Times New Roman"/>
                <a:cs typeface="Times New Roman"/>
              </a:rPr>
              <a:t>the vi</a:t>
            </a:r>
            <a:r>
              <a:rPr lang="en-US" sz="1700" spc="-5" dirty="0">
                <a:latin typeface="Times New Roman"/>
                <a:cs typeface="Times New Roman"/>
              </a:rPr>
              <a:t>r</a:t>
            </a:r>
            <a:r>
              <a:rPr lang="en-US" sz="1700" spc="-2" dirty="0">
                <a:latin typeface="Times New Roman"/>
                <a:cs typeface="Times New Roman"/>
              </a:rPr>
              <a:t>tual </a:t>
            </a:r>
            <a:r>
              <a:rPr lang="en-US" sz="1700" spc="-5" dirty="0">
                <a:latin typeface="Times New Roman"/>
                <a:cs typeface="Times New Roman"/>
              </a:rPr>
              <a:t>memo</a:t>
            </a:r>
            <a:r>
              <a:rPr lang="en-US" sz="1700" dirty="0">
                <a:latin typeface="Times New Roman"/>
                <a:cs typeface="Times New Roman"/>
              </a:rPr>
              <a:t>ry </a:t>
            </a:r>
            <a:r>
              <a:rPr lang="en-US" sz="1700" spc="-7" dirty="0">
                <a:latin typeface="Times New Roman"/>
                <a:cs typeface="Times New Roman"/>
              </a:rPr>
              <a:t>a</a:t>
            </a:r>
            <a:r>
              <a:rPr lang="en-US" sz="1700" dirty="0">
                <a:latin typeface="Times New Roman"/>
                <a:cs typeface="Times New Roman"/>
              </a:rPr>
              <a:t>nd us</a:t>
            </a:r>
            <a:r>
              <a:rPr lang="en-US" sz="1700" spc="-2" dirty="0">
                <a:latin typeface="Times New Roman"/>
                <a:cs typeface="Times New Roman"/>
              </a:rPr>
              <a:t>e</a:t>
            </a:r>
            <a:r>
              <a:rPr lang="en-US" sz="1700" dirty="0">
                <a:latin typeface="Times New Roman"/>
                <a:cs typeface="Times New Roman"/>
              </a:rPr>
              <a:t>d </a:t>
            </a:r>
            <a:r>
              <a:rPr lang="en-US" sz="1700" spc="-2" dirty="0">
                <a:latin typeface="Times New Roman"/>
                <a:cs typeface="Times New Roman"/>
              </a:rPr>
              <a:t>in </a:t>
            </a:r>
            <a:r>
              <a:rPr lang="en-US" sz="1700" spc="-5" dirty="0">
                <a:latin typeface="Times New Roman"/>
                <a:cs typeface="Times New Roman"/>
              </a:rPr>
              <a:t>neu</a:t>
            </a:r>
            <a:r>
              <a:rPr lang="en-US" sz="1700" dirty="0">
                <a:latin typeface="Times New Roman"/>
                <a:cs typeface="Times New Roman"/>
              </a:rPr>
              <a:t>r</a:t>
            </a:r>
            <a:r>
              <a:rPr lang="en-US" sz="1700" spc="-7" dirty="0">
                <a:latin typeface="Times New Roman"/>
                <a:cs typeface="Times New Roman"/>
              </a:rPr>
              <a:t>a</a:t>
            </a:r>
            <a:r>
              <a:rPr lang="en-US" sz="1700" spc="-2" dirty="0">
                <a:latin typeface="Times New Roman"/>
                <a:cs typeface="Times New Roman"/>
              </a:rPr>
              <a:t>l</a:t>
            </a:r>
            <a:r>
              <a:rPr lang="en-US" sz="1700" dirty="0">
                <a:latin typeface="Times New Roman"/>
                <a:cs typeface="Times New Roman"/>
              </a:rPr>
              <a:t> </a:t>
            </a:r>
            <a:r>
              <a:rPr lang="en-US" sz="1700" spc="-5" dirty="0">
                <a:latin typeface="Times New Roman"/>
                <a:cs typeface="Times New Roman"/>
              </a:rPr>
              <a:t>ne</a:t>
            </a:r>
            <a:r>
              <a:rPr lang="en-US" sz="1700" dirty="0">
                <a:latin typeface="Times New Roman"/>
                <a:cs typeface="Times New Roman"/>
              </a:rPr>
              <a:t>t</a:t>
            </a:r>
            <a:r>
              <a:rPr lang="en-US" sz="1700" spc="-2" dirty="0">
                <a:latin typeface="Times New Roman"/>
                <a:cs typeface="Times New Roman"/>
              </a:rPr>
              <a:t>wo</a:t>
            </a:r>
            <a:r>
              <a:rPr lang="en-US" sz="1700" spc="-5" dirty="0">
                <a:latin typeface="Times New Roman"/>
                <a:cs typeface="Times New Roman"/>
              </a:rPr>
              <a:t>r</a:t>
            </a:r>
            <a:r>
              <a:rPr lang="en-US" sz="1700" dirty="0">
                <a:latin typeface="Times New Roman"/>
                <a:cs typeface="Times New Roman"/>
              </a:rPr>
              <a:t>ks.</a:t>
            </a:r>
          </a:p>
          <a:p>
            <a:pPr>
              <a:spcBef>
                <a:spcPts val="26"/>
              </a:spcBef>
            </a:pPr>
            <a:endParaRPr lang="en-US" sz="1700" dirty="0">
              <a:latin typeface="Times New Roman"/>
              <a:cs typeface="Times New Roman"/>
            </a:endParaRPr>
          </a:p>
          <a:p>
            <a:pPr marL="6109" algn="just"/>
            <a:r>
              <a:rPr lang="en-US" sz="1700" b="1" spc="-2" dirty="0">
                <a:latin typeface="Times New Roman"/>
                <a:cs typeface="Times New Roman"/>
              </a:rPr>
              <a:t>Disa</a:t>
            </a:r>
            <a:r>
              <a:rPr lang="en-US" sz="1700" b="1" spc="2" dirty="0">
                <a:latin typeface="Times New Roman"/>
                <a:cs typeface="Times New Roman"/>
              </a:rPr>
              <a:t>d</a:t>
            </a:r>
            <a:r>
              <a:rPr lang="en-US" sz="1700" b="1" dirty="0">
                <a:latin typeface="Times New Roman"/>
                <a:cs typeface="Times New Roman"/>
              </a:rPr>
              <a:t>van</a:t>
            </a:r>
            <a:r>
              <a:rPr lang="en-US" sz="1700" b="1" spc="-5" dirty="0">
                <a:latin typeface="Times New Roman"/>
                <a:cs typeface="Times New Roman"/>
              </a:rPr>
              <a:t>tag</a:t>
            </a:r>
            <a:r>
              <a:rPr lang="en-US" sz="1700" b="1" spc="-10" dirty="0">
                <a:latin typeface="Times New Roman"/>
                <a:cs typeface="Times New Roman"/>
              </a:rPr>
              <a:t>e</a:t>
            </a:r>
            <a:r>
              <a:rPr lang="en-US" sz="1700" b="1" dirty="0">
                <a:latin typeface="Times New Roman"/>
                <a:cs typeface="Times New Roman"/>
              </a:rPr>
              <a:t>s</a:t>
            </a:r>
            <a:r>
              <a:rPr lang="en-US" sz="1700" b="1" spc="-2" dirty="0">
                <a:latin typeface="Times New Roman"/>
                <a:cs typeface="Times New Roman"/>
              </a:rPr>
              <a:t> </a:t>
            </a:r>
            <a:r>
              <a:rPr lang="en-US" sz="1700" b="1" dirty="0">
                <a:latin typeface="Times New Roman"/>
                <a:cs typeface="Times New Roman"/>
              </a:rPr>
              <a:t>of </a:t>
            </a:r>
            <a:r>
              <a:rPr lang="en-US" sz="1700" b="1" spc="-2" dirty="0">
                <a:latin typeface="Times New Roman"/>
                <a:cs typeface="Times New Roman"/>
              </a:rPr>
              <a:t>Associative </a:t>
            </a:r>
            <a:r>
              <a:rPr lang="en-US" sz="1700" b="1" spc="2" dirty="0">
                <a:latin typeface="Times New Roman"/>
                <a:cs typeface="Times New Roman"/>
              </a:rPr>
              <a:t>m</a:t>
            </a:r>
            <a:r>
              <a:rPr lang="en-US" sz="1700" b="1" spc="-7" dirty="0">
                <a:latin typeface="Times New Roman"/>
                <a:cs typeface="Times New Roman"/>
              </a:rPr>
              <a:t>e</a:t>
            </a:r>
            <a:r>
              <a:rPr lang="en-US" sz="1700" b="1" spc="2" dirty="0">
                <a:latin typeface="Times New Roman"/>
                <a:cs typeface="Times New Roman"/>
              </a:rPr>
              <a:t>m</a:t>
            </a:r>
            <a:r>
              <a:rPr lang="en-US" sz="1700" b="1" spc="-5" dirty="0">
                <a:latin typeface="Times New Roman"/>
                <a:cs typeface="Times New Roman"/>
              </a:rPr>
              <a:t>o</a:t>
            </a:r>
            <a:r>
              <a:rPr lang="en-US" sz="1700" b="1" spc="-7" dirty="0">
                <a:latin typeface="Times New Roman"/>
                <a:cs typeface="Times New Roman"/>
              </a:rPr>
              <a:t>r</a:t>
            </a:r>
            <a:r>
              <a:rPr lang="en-US" sz="1700" b="1" dirty="0">
                <a:latin typeface="Times New Roman"/>
                <a:cs typeface="Times New Roman"/>
              </a:rPr>
              <a:t>y:</a:t>
            </a:r>
            <a:endParaRPr lang="en-US" sz="1700" dirty="0">
              <a:latin typeface="Times New Roman"/>
              <a:cs typeface="Times New Roman"/>
            </a:endParaRPr>
          </a:p>
          <a:p>
            <a:pPr>
              <a:spcBef>
                <a:spcPts val="26"/>
              </a:spcBef>
            </a:pPr>
            <a:endParaRPr lang="en-US" sz="1700" dirty="0">
              <a:latin typeface="Times New Roman"/>
              <a:cs typeface="Times New Roman"/>
            </a:endParaRPr>
          </a:p>
          <a:p>
            <a:pPr marL="225716" indent="-109651">
              <a:buFont typeface="Times New Roman"/>
              <a:buAutoNum type="arabicPeriod"/>
              <a:tabLst>
                <a:tab pos="226022" algn="l"/>
              </a:tabLst>
            </a:pPr>
            <a:r>
              <a:rPr lang="en-US" sz="1700" spc="-10" dirty="0">
                <a:latin typeface="Times New Roman"/>
                <a:cs typeface="Times New Roman"/>
              </a:rPr>
              <a:t> I</a:t>
            </a:r>
            <a:r>
              <a:rPr lang="en-US" sz="1700" spc="-2" dirty="0">
                <a:latin typeface="Times New Roman"/>
                <a:cs typeface="Times New Roman"/>
              </a:rPr>
              <a:t>t</a:t>
            </a:r>
            <a:r>
              <a:rPr lang="en-US" sz="1700" dirty="0">
                <a:latin typeface="Times New Roman"/>
                <a:cs typeface="Times New Roman"/>
              </a:rPr>
              <a:t> </a:t>
            </a:r>
            <a:r>
              <a:rPr lang="en-US" sz="1700" spc="-2" dirty="0">
                <a:latin typeface="Times New Roman"/>
                <a:cs typeface="Times New Roman"/>
              </a:rPr>
              <a:t>i</a:t>
            </a:r>
            <a:r>
              <a:rPr lang="en-US" sz="1700" dirty="0">
                <a:latin typeface="Times New Roman"/>
                <a:cs typeface="Times New Roman"/>
              </a:rPr>
              <a:t>s</a:t>
            </a:r>
            <a:r>
              <a:rPr lang="en-US" sz="1700" spc="-2" dirty="0">
                <a:latin typeface="Times New Roman"/>
                <a:cs typeface="Times New Roman"/>
              </a:rPr>
              <a:t> </a:t>
            </a:r>
            <a:r>
              <a:rPr lang="en-US" sz="1700" spc="-5" dirty="0">
                <a:latin typeface="Times New Roman"/>
                <a:cs typeface="Times New Roman"/>
              </a:rPr>
              <a:t>more</a:t>
            </a:r>
            <a:r>
              <a:rPr lang="en-US" sz="1700" spc="2" dirty="0">
                <a:latin typeface="Times New Roman"/>
                <a:cs typeface="Times New Roman"/>
              </a:rPr>
              <a:t> </a:t>
            </a:r>
            <a:r>
              <a:rPr lang="en-US" sz="1700" spc="-7" dirty="0">
                <a:latin typeface="Times New Roman"/>
                <a:cs typeface="Times New Roman"/>
              </a:rPr>
              <a:t>e</a:t>
            </a:r>
            <a:r>
              <a:rPr lang="en-US" sz="1700" spc="-5" dirty="0">
                <a:latin typeface="Times New Roman"/>
                <a:cs typeface="Times New Roman"/>
              </a:rPr>
              <a:t>xp</a:t>
            </a:r>
            <a:r>
              <a:rPr lang="en-US" sz="1700" spc="-7" dirty="0">
                <a:latin typeface="Times New Roman"/>
                <a:cs typeface="Times New Roman"/>
              </a:rPr>
              <a:t>e</a:t>
            </a:r>
            <a:r>
              <a:rPr lang="en-US" sz="1700" spc="-2" dirty="0">
                <a:latin typeface="Times New Roman"/>
                <a:cs typeface="Times New Roman"/>
              </a:rPr>
              <a:t>nsive</a:t>
            </a:r>
            <a:r>
              <a:rPr lang="en-US" sz="1700" dirty="0">
                <a:latin typeface="Times New Roman"/>
                <a:cs typeface="Times New Roman"/>
              </a:rPr>
              <a:t> </a:t>
            </a:r>
            <a:r>
              <a:rPr lang="en-US" sz="1700" spc="-2" dirty="0">
                <a:latin typeface="Times New Roman"/>
                <a:cs typeface="Times New Roman"/>
              </a:rPr>
              <a:t>th</a:t>
            </a:r>
            <a:r>
              <a:rPr lang="en-US" sz="1700" spc="-7" dirty="0">
                <a:latin typeface="Times New Roman"/>
                <a:cs typeface="Times New Roman"/>
              </a:rPr>
              <a:t>a</a:t>
            </a:r>
            <a:r>
              <a:rPr lang="en-US" sz="1700" dirty="0">
                <a:latin typeface="Times New Roman"/>
                <a:cs typeface="Times New Roman"/>
              </a:rPr>
              <a:t>n</a:t>
            </a:r>
            <a:r>
              <a:rPr lang="en-US" sz="1700" spc="5" dirty="0">
                <a:latin typeface="Times New Roman"/>
                <a:cs typeface="Times New Roman"/>
              </a:rPr>
              <a:t> </a:t>
            </a:r>
            <a:r>
              <a:rPr lang="en-US" sz="1700" spc="-5" dirty="0">
                <a:latin typeface="Times New Roman"/>
                <a:cs typeface="Times New Roman"/>
              </a:rPr>
              <a:t>R</a:t>
            </a:r>
            <a:r>
              <a:rPr lang="en-US" sz="1700" spc="-2" dirty="0">
                <a:latin typeface="Times New Roman"/>
                <a:cs typeface="Times New Roman"/>
              </a:rPr>
              <a:t>AM</a:t>
            </a:r>
            <a:endParaRPr lang="en-US" sz="1700" dirty="0">
              <a:latin typeface="Times New Roman"/>
              <a:cs typeface="Times New Roman"/>
            </a:endParaRPr>
          </a:p>
          <a:p>
            <a:pPr marL="225716" marR="3054" indent="-109651">
              <a:spcBef>
                <a:spcPts val="31"/>
              </a:spcBef>
              <a:buFont typeface="Times New Roman"/>
              <a:buAutoNum type="arabicPeriod"/>
              <a:tabLst>
                <a:tab pos="226022" algn="l"/>
              </a:tabLst>
            </a:pPr>
            <a:r>
              <a:rPr lang="en-US" sz="1700" spc="-5" dirty="0">
                <a:latin typeface="Times New Roman"/>
                <a:cs typeface="Times New Roman"/>
              </a:rPr>
              <a:t> E</a:t>
            </a:r>
            <a:r>
              <a:rPr lang="en-US" sz="1700" spc="-10" dirty="0">
                <a:latin typeface="Times New Roman"/>
                <a:cs typeface="Times New Roman"/>
              </a:rPr>
              <a:t>a</a:t>
            </a:r>
            <a:r>
              <a:rPr lang="en-US" sz="1700" spc="-7" dirty="0">
                <a:latin typeface="Times New Roman"/>
                <a:cs typeface="Times New Roman"/>
              </a:rPr>
              <a:t>c</a:t>
            </a:r>
            <a:r>
              <a:rPr lang="en-US" sz="1700" dirty="0">
                <a:latin typeface="Times New Roman"/>
                <a:cs typeface="Times New Roman"/>
              </a:rPr>
              <a:t>h</a:t>
            </a:r>
            <a:r>
              <a:rPr lang="en-US" sz="1700" spc="-19" dirty="0">
                <a:latin typeface="Times New Roman"/>
                <a:cs typeface="Times New Roman"/>
              </a:rPr>
              <a:t> </a:t>
            </a:r>
            <a:r>
              <a:rPr lang="en-US" sz="1700" spc="-2" dirty="0">
                <a:latin typeface="Times New Roman"/>
                <a:cs typeface="Times New Roman"/>
              </a:rPr>
              <a:t>c</a:t>
            </a:r>
            <a:r>
              <a:rPr lang="en-US" sz="1700" spc="-7" dirty="0">
                <a:latin typeface="Times New Roman"/>
                <a:cs typeface="Times New Roman"/>
              </a:rPr>
              <a:t>e</a:t>
            </a:r>
            <a:r>
              <a:rPr lang="en-US" sz="1700" spc="-2" dirty="0">
                <a:latin typeface="Times New Roman"/>
                <a:cs typeface="Times New Roman"/>
              </a:rPr>
              <a:t>ll</a:t>
            </a:r>
            <a:r>
              <a:rPr lang="en-US" sz="1700" spc="-17" dirty="0">
                <a:latin typeface="Times New Roman"/>
                <a:cs typeface="Times New Roman"/>
              </a:rPr>
              <a:t> </a:t>
            </a:r>
            <a:r>
              <a:rPr lang="en-US" sz="1700" spc="-5" dirty="0">
                <a:latin typeface="Times New Roman"/>
                <a:cs typeface="Times New Roman"/>
              </a:rPr>
              <a:t>must</a:t>
            </a:r>
            <a:r>
              <a:rPr lang="en-US" sz="1700" spc="-17" dirty="0">
                <a:latin typeface="Times New Roman"/>
                <a:cs typeface="Times New Roman"/>
              </a:rPr>
              <a:t> </a:t>
            </a:r>
            <a:r>
              <a:rPr lang="en-US" sz="1700" spc="-5" dirty="0">
                <a:latin typeface="Times New Roman"/>
                <a:cs typeface="Times New Roman"/>
              </a:rPr>
              <a:t>h</a:t>
            </a:r>
            <a:r>
              <a:rPr lang="en-US" sz="1700" spc="-7" dirty="0">
                <a:latin typeface="Times New Roman"/>
                <a:cs typeface="Times New Roman"/>
              </a:rPr>
              <a:t>a</a:t>
            </a:r>
            <a:r>
              <a:rPr lang="en-US" sz="1700" spc="-5" dirty="0">
                <a:latin typeface="Times New Roman"/>
                <a:cs typeface="Times New Roman"/>
              </a:rPr>
              <a:t>ve</a:t>
            </a:r>
            <a:r>
              <a:rPr lang="en-US" sz="1700" spc="-22" dirty="0">
                <a:latin typeface="Times New Roman"/>
                <a:cs typeface="Times New Roman"/>
              </a:rPr>
              <a:t> </a:t>
            </a:r>
            <a:r>
              <a:rPr lang="en-US" sz="1700" spc="-5" dirty="0">
                <a:latin typeface="Times New Roman"/>
                <a:cs typeface="Times New Roman"/>
              </a:rPr>
              <a:t>storage</a:t>
            </a:r>
            <a:r>
              <a:rPr lang="en-US" sz="1700" spc="-22" dirty="0">
                <a:latin typeface="Times New Roman"/>
                <a:cs typeface="Times New Roman"/>
              </a:rPr>
              <a:t> </a:t>
            </a:r>
            <a:r>
              <a:rPr lang="en-US" sz="1700" spc="-7" dirty="0">
                <a:latin typeface="Times New Roman"/>
                <a:cs typeface="Times New Roman"/>
              </a:rPr>
              <a:t>ca</a:t>
            </a:r>
            <a:r>
              <a:rPr lang="en-US" sz="1700" spc="-5" dirty="0">
                <a:latin typeface="Times New Roman"/>
                <a:cs typeface="Times New Roman"/>
              </a:rPr>
              <a:t>p</a:t>
            </a:r>
            <a:r>
              <a:rPr lang="en-US" sz="1700" spc="-7" dirty="0">
                <a:latin typeface="Times New Roman"/>
                <a:cs typeface="Times New Roman"/>
              </a:rPr>
              <a:t>a</a:t>
            </a:r>
            <a:r>
              <a:rPr lang="en-US" sz="1700" spc="-2" dirty="0">
                <a:latin typeface="Times New Roman"/>
                <a:cs typeface="Times New Roman"/>
              </a:rPr>
              <a:t>bilit</a:t>
            </a:r>
            <a:r>
              <a:rPr lang="en-US" sz="1700" dirty="0">
                <a:latin typeface="Times New Roman"/>
                <a:cs typeface="Times New Roman"/>
              </a:rPr>
              <a:t>y</a:t>
            </a:r>
            <a:r>
              <a:rPr lang="en-US" sz="1700" spc="-19"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a:t>
            </a:r>
            <a:r>
              <a:rPr lang="en-US" sz="1700" spc="-19" dirty="0">
                <a:latin typeface="Times New Roman"/>
                <a:cs typeface="Times New Roman"/>
              </a:rPr>
              <a:t> </a:t>
            </a:r>
            <a:r>
              <a:rPr lang="en-US" sz="1700" spc="-2" dirty="0">
                <a:latin typeface="Times New Roman"/>
                <a:cs typeface="Times New Roman"/>
              </a:rPr>
              <a:t>logi</a:t>
            </a:r>
            <a:r>
              <a:rPr lang="en-US" sz="1700" spc="-7" dirty="0">
                <a:latin typeface="Times New Roman"/>
                <a:cs typeface="Times New Roman"/>
              </a:rPr>
              <a:t>ca</a:t>
            </a:r>
            <a:r>
              <a:rPr lang="en-US" sz="1700" spc="-2" dirty="0">
                <a:latin typeface="Times New Roman"/>
                <a:cs typeface="Times New Roman"/>
              </a:rPr>
              <a:t>l</a:t>
            </a:r>
            <a:r>
              <a:rPr lang="en-US" sz="1700" spc="-12"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ir</a:t>
            </a:r>
            <a:r>
              <a:rPr lang="en-US" sz="1700" spc="-10" dirty="0">
                <a:latin typeface="Times New Roman"/>
                <a:cs typeface="Times New Roman"/>
              </a:rPr>
              <a:t>c</a:t>
            </a:r>
            <a:r>
              <a:rPr lang="en-US" sz="1700" spc="-2" dirty="0">
                <a:latin typeface="Times New Roman"/>
                <a:cs typeface="Times New Roman"/>
              </a:rPr>
              <a:t>uit</a:t>
            </a:r>
            <a:r>
              <a:rPr lang="en-US" sz="1700" dirty="0">
                <a:latin typeface="Times New Roman"/>
                <a:cs typeface="Times New Roman"/>
              </a:rPr>
              <a:t>s</a:t>
            </a:r>
            <a:r>
              <a:rPr lang="en-US" sz="1700" spc="-17" dirty="0">
                <a:latin typeface="Times New Roman"/>
                <a:cs typeface="Times New Roman"/>
              </a:rPr>
              <a:t> </a:t>
            </a:r>
            <a:r>
              <a:rPr lang="en-US" sz="1700" dirty="0">
                <a:latin typeface="Times New Roman"/>
                <a:cs typeface="Times New Roman"/>
              </a:rPr>
              <a:t>for</a:t>
            </a:r>
            <a:r>
              <a:rPr lang="en-US" sz="1700" spc="-22" dirty="0">
                <a:latin typeface="Times New Roman"/>
                <a:cs typeface="Times New Roman"/>
              </a:rPr>
              <a:t> </a:t>
            </a:r>
            <a:r>
              <a:rPr lang="en-US" sz="1700" spc="-5" dirty="0">
                <a:latin typeface="Times New Roman"/>
                <a:cs typeface="Times New Roman"/>
              </a:rPr>
              <a:t>mat</a:t>
            </a:r>
            <a:r>
              <a:rPr lang="en-US" sz="1700" spc="-7" dirty="0">
                <a:latin typeface="Times New Roman"/>
                <a:cs typeface="Times New Roman"/>
              </a:rPr>
              <a:t>c</a:t>
            </a:r>
            <a:r>
              <a:rPr lang="en-US" sz="1700" spc="-5" dirty="0">
                <a:latin typeface="Times New Roman"/>
                <a:cs typeface="Times New Roman"/>
              </a:rPr>
              <a:t>hing</a:t>
            </a:r>
            <a:r>
              <a:rPr lang="en-US" sz="1700" spc="-17" dirty="0">
                <a:latin typeface="Times New Roman"/>
                <a:cs typeface="Times New Roman"/>
              </a:rPr>
              <a:t> </a:t>
            </a:r>
            <a:r>
              <a:rPr lang="en-US" sz="1700" spc="-2" dirty="0">
                <a:latin typeface="Times New Roman"/>
                <a:cs typeface="Times New Roman"/>
              </a:rPr>
              <a:t>it</a:t>
            </a:r>
            <a:r>
              <a:rPr lang="en-US" sz="1700" dirty="0">
                <a:latin typeface="Times New Roman"/>
                <a:cs typeface="Times New Roman"/>
              </a:rPr>
              <a:t>s</a:t>
            </a:r>
            <a:r>
              <a:rPr lang="en-US" sz="1700" spc="-17"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ontent</a:t>
            </a:r>
            <a:r>
              <a:rPr lang="en-US" sz="1700" spc="-19" dirty="0">
                <a:latin typeface="Times New Roman"/>
                <a:cs typeface="Times New Roman"/>
              </a:rPr>
              <a:t> </a:t>
            </a:r>
            <a:r>
              <a:rPr lang="en-US" sz="1700" spc="-7" dirty="0">
                <a:latin typeface="Times New Roman"/>
                <a:cs typeface="Times New Roman"/>
              </a:rPr>
              <a:t>with</a:t>
            </a:r>
            <a:r>
              <a:rPr lang="en-US" sz="1700" spc="-5" dirty="0">
                <a:latin typeface="Times New Roman"/>
                <a:cs typeface="Times New Roman"/>
              </a:rPr>
              <a:t> </a:t>
            </a:r>
            <a:r>
              <a:rPr lang="en-US" sz="1700" spc="-7" dirty="0">
                <a:latin typeface="Times New Roman"/>
                <a:cs typeface="Times New Roman"/>
              </a:rPr>
              <a:t>e</a:t>
            </a:r>
            <a:r>
              <a:rPr lang="en-US" sz="1700" spc="-2" dirty="0">
                <a:latin typeface="Times New Roman"/>
                <a:cs typeface="Times New Roman"/>
              </a:rPr>
              <a:t>xte</a:t>
            </a:r>
            <a:r>
              <a:rPr lang="en-US" sz="1700" spc="-7" dirty="0">
                <a:latin typeface="Times New Roman"/>
                <a:cs typeface="Times New Roman"/>
              </a:rPr>
              <a:t>r</a:t>
            </a:r>
            <a:r>
              <a:rPr lang="en-US" sz="1700" spc="-5" dirty="0">
                <a:latin typeface="Times New Roman"/>
                <a:cs typeface="Times New Roman"/>
              </a:rPr>
              <a:t>n</a:t>
            </a:r>
            <a:r>
              <a:rPr lang="en-US" sz="1700" spc="-7" dirty="0">
                <a:latin typeface="Times New Roman"/>
                <a:cs typeface="Times New Roman"/>
              </a:rPr>
              <a:t>a</a:t>
            </a:r>
            <a:r>
              <a:rPr lang="en-US" sz="1700" spc="-2" dirty="0">
                <a:latin typeface="Times New Roman"/>
                <a:cs typeface="Times New Roman"/>
              </a:rPr>
              <a:t>l</a:t>
            </a:r>
            <a:r>
              <a:rPr lang="en-US" sz="1700" dirty="0">
                <a:latin typeface="Times New Roman"/>
                <a:cs typeface="Times New Roman"/>
              </a:rPr>
              <a:t> </a:t>
            </a:r>
            <a:r>
              <a:rPr lang="en-US" sz="1700" spc="-2" dirty="0">
                <a:latin typeface="Times New Roman"/>
                <a:cs typeface="Times New Roman"/>
              </a:rPr>
              <a:t>a</a:t>
            </a:r>
            <a:r>
              <a:rPr lang="en-US" sz="1700" spc="-5" dirty="0">
                <a:latin typeface="Times New Roman"/>
                <a:cs typeface="Times New Roman"/>
              </a:rPr>
              <a:t>rgum</a:t>
            </a:r>
            <a:r>
              <a:rPr lang="en-US" sz="1700" spc="-10" dirty="0">
                <a:latin typeface="Times New Roman"/>
                <a:cs typeface="Times New Roman"/>
              </a:rPr>
              <a:t>e</a:t>
            </a:r>
            <a:r>
              <a:rPr lang="en-US" sz="1700" spc="-2" dirty="0">
                <a:latin typeface="Times New Roman"/>
                <a:cs typeface="Times New Roman"/>
              </a:rPr>
              <a:t>nt.</a:t>
            </a:r>
            <a:endParaRPr lang="en-US" sz="1700" dirty="0">
              <a:latin typeface="Times New Roman"/>
              <a:cs typeface="Times New Roman"/>
            </a:endParaRPr>
          </a:p>
        </p:txBody>
      </p:sp>
    </p:spTree>
    <p:extLst>
      <p:ext uri="{BB962C8B-B14F-4D97-AF65-F5344CB8AC3E}">
        <p14:creationId xmlns:p14="http://schemas.microsoft.com/office/powerpoint/2010/main" val="2169043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EED50-9F8B-CE46-E3A5-5AB616CBBC8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E9DA0AF-2E71-2708-B04A-841168467BC4}"/>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AC66F3D7-A0CA-E121-FF65-8A1E600201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A35869F4-DC02-C921-DBF8-09525CBD81F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20396F71-8254-BD21-80B7-FEA3C648FA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14922" y="742950"/>
            <a:ext cx="7062278" cy="2508379"/>
          </a:xfrm>
          <a:prstGeom prst="rect">
            <a:avLst/>
          </a:prstGeom>
        </p:spPr>
        <p:txBody>
          <a:bodyPr vert="horz" wrap="square" lIns="0" tIns="0" rIns="0" bIns="0" rtlCol="0">
            <a:spAutoFit/>
          </a:bodyPr>
          <a:lstStyle/>
          <a:p>
            <a:pPr marL="6109" algn="ctr">
              <a:spcBef>
                <a:spcPts val="392"/>
              </a:spcBef>
            </a:pPr>
            <a:r>
              <a:rPr lang="en-US" sz="1700" b="1" spc="-2" dirty="0">
                <a:latin typeface="Times New Roman"/>
                <a:cs typeface="Times New Roman"/>
              </a:rPr>
              <a:t>C</a:t>
            </a:r>
            <a:r>
              <a:rPr sz="1700" b="1" spc="-2" dirty="0">
                <a:latin typeface="Times New Roman"/>
                <a:cs typeface="Times New Roman"/>
              </a:rPr>
              <a:t>A</a:t>
            </a:r>
            <a:r>
              <a:rPr sz="1700" b="1" spc="-7" dirty="0">
                <a:latin typeface="Times New Roman"/>
                <a:cs typeface="Times New Roman"/>
              </a:rPr>
              <a:t>CH</a:t>
            </a:r>
            <a:r>
              <a:rPr sz="1700" b="1" spc="-5" dirty="0">
                <a:latin typeface="Times New Roman"/>
                <a:cs typeface="Times New Roman"/>
              </a:rPr>
              <a:t>E</a:t>
            </a:r>
            <a:r>
              <a:rPr sz="1700" b="1" dirty="0">
                <a:latin typeface="Times New Roman"/>
                <a:cs typeface="Times New Roman"/>
              </a:rPr>
              <a:t> </a:t>
            </a:r>
            <a:r>
              <a:rPr sz="1700" b="1" spc="-10" dirty="0">
                <a:latin typeface="Times New Roman"/>
                <a:cs typeface="Times New Roman"/>
              </a:rPr>
              <a:t>M</a:t>
            </a:r>
            <a:r>
              <a:rPr sz="1700" b="1" spc="-5" dirty="0">
                <a:latin typeface="Times New Roman"/>
                <a:cs typeface="Times New Roman"/>
              </a:rPr>
              <a:t>E</a:t>
            </a:r>
            <a:r>
              <a:rPr sz="1700" b="1" spc="-10" dirty="0">
                <a:latin typeface="Times New Roman"/>
                <a:cs typeface="Times New Roman"/>
              </a:rPr>
              <a:t>M</a:t>
            </a:r>
            <a:r>
              <a:rPr sz="1700" b="1" dirty="0">
                <a:latin typeface="Times New Roman"/>
                <a:cs typeface="Times New Roman"/>
              </a:rPr>
              <a:t>ORY</a:t>
            </a:r>
            <a:endParaRPr sz="1700" dirty="0">
              <a:latin typeface="Times New Roman"/>
              <a:cs typeface="Times New Roman"/>
            </a:endParaRPr>
          </a:p>
          <a:p>
            <a:pPr marL="6109" marR="2443" algn="just">
              <a:spcBef>
                <a:spcPts val="380"/>
              </a:spcBef>
            </a:pPr>
            <a:endParaRPr lang="en-US" sz="1700" spc="-5" dirty="0">
              <a:latin typeface="Times New Roman"/>
              <a:cs typeface="Times New Roman"/>
            </a:endParaRPr>
          </a:p>
          <a:p>
            <a:pPr marL="6109" marR="2443" algn="just">
              <a:spcBef>
                <a:spcPts val="380"/>
              </a:spcBef>
            </a:pPr>
            <a:r>
              <a:rPr sz="1700" spc="-5" dirty="0">
                <a:latin typeface="Times New Roman"/>
                <a:cs typeface="Times New Roman"/>
              </a:rPr>
              <a:t>The</a:t>
            </a:r>
            <a:r>
              <a:rPr sz="1700" spc="41"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43" dirty="0">
                <a:latin typeface="Times New Roman"/>
                <a:cs typeface="Times New Roman"/>
              </a:rPr>
              <a:t> </a:t>
            </a:r>
            <a:r>
              <a:rPr sz="1700" dirty="0">
                <a:latin typeface="Times New Roman"/>
                <a:cs typeface="Times New Roman"/>
              </a:rPr>
              <a:t>or</a:t>
            </a:r>
            <a:r>
              <a:rPr sz="1700" spc="43" dirty="0">
                <a:latin typeface="Times New Roman"/>
                <a:cs typeface="Times New Roman"/>
              </a:rPr>
              <a:t> </a:t>
            </a:r>
            <a:r>
              <a:rPr sz="1700" spc="-7" dirty="0">
                <a:latin typeface="Times New Roman"/>
                <a:cs typeface="Times New Roman"/>
              </a:rPr>
              <a:t>c</a:t>
            </a:r>
            <a:r>
              <a:rPr sz="1700" spc="-2" dirty="0">
                <a:latin typeface="Times New Roman"/>
                <a:cs typeface="Times New Roman"/>
              </a:rPr>
              <a:t>ontents</a:t>
            </a:r>
            <a:r>
              <a:rPr sz="1700" spc="46" dirty="0">
                <a:latin typeface="Times New Roman"/>
                <a:cs typeface="Times New Roman"/>
              </a:rPr>
              <a:t> </a:t>
            </a:r>
            <a:r>
              <a:rPr sz="1700" dirty="0">
                <a:latin typeface="Times New Roman"/>
                <a:cs typeface="Times New Roman"/>
              </a:rPr>
              <a:t>of</a:t>
            </a:r>
            <a:r>
              <a:rPr sz="1700" spc="43" dirty="0">
                <a:latin typeface="Times New Roman"/>
                <a:cs typeface="Times New Roman"/>
              </a:rPr>
              <a:t> </a:t>
            </a:r>
            <a:r>
              <a:rPr sz="1700" spc="-2" dirty="0">
                <a:latin typeface="Times New Roman"/>
                <a:cs typeface="Times New Roman"/>
              </a:rPr>
              <a:t>the</a:t>
            </a:r>
            <a:r>
              <a:rPr sz="1700" spc="43" dirty="0">
                <a:latin typeface="Times New Roman"/>
                <a:cs typeface="Times New Roman"/>
              </a:rPr>
              <a:t> </a:t>
            </a:r>
            <a:r>
              <a:rPr sz="1700" spc="-5" dirty="0">
                <a:latin typeface="Times New Roman"/>
                <a:cs typeface="Times New Roman"/>
              </a:rPr>
              <a:t>main</a:t>
            </a:r>
            <a:r>
              <a:rPr sz="1700" spc="43"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43" dirty="0">
                <a:latin typeface="Times New Roman"/>
                <a:cs typeface="Times New Roman"/>
              </a:rPr>
              <a:t> </a:t>
            </a:r>
            <a:r>
              <a:rPr sz="1700" spc="-2" dirty="0">
                <a:latin typeface="Times New Roman"/>
                <a:cs typeface="Times New Roman"/>
              </a:rPr>
              <a:t>that</a:t>
            </a:r>
            <a:r>
              <a:rPr sz="1700" spc="43"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41"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43" dirty="0">
                <a:latin typeface="Times New Roman"/>
                <a:cs typeface="Times New Roman"/>
              </a:rPr>
              <a:t> </a:t>
            </a:r>
            <a:r>
              <a:rPr sz="1700" dirty="0">
                <a:latin typeface="Times New Roman"/>
                <a:cs typeface="Times New Roman"/>
              </a:rPr>
              <a:t>f</a:t>
            </a:r>
            <a:r>
              <a:rPr sz="1700" spc="-5" dirty="0">
                <a:latin typeface="Times New Roman"/>
                <a:cs typeface="Times New Roman"/>
              </a:rPr>
              <a:t>r</a:t>
            </a:r>
            <a:r>
              <a:rPr sz="1700" spc="-7" dirty="0">
                <a:latin typeface="Times New Roman"/>
                <a:cs typeface="Times New Roman"/>
              </a:rPr>
              <a:t>e</a:t>
            </a:r>
            <a:r>
              <a:rPr sz="1700" dirty="0">
                <a:latin typeface="Times New Roman"/>
                <a:cs typeface="Times New Roman"/>
              </a:rPr>
              <a:t>q</a:t>
            </a:r>
            <a:r>
              <a:rPr sz="1700" spc="5" dirty="0">
                <a:latin typeface="Times New Roman"/>
                <a:cs typeface="Times New Roman"/>
              </a:rPr>
              <a:t>u</a:t>
            </a:r>
            <a:r>
              <a:rPr sz="1700" spc="-7" dirty="0">
                <a:latin typeface="Times New Roman"/>
                <a:cs typeface="Times New Roman"/>
              </a:rPr>
              <a:t>e</a:t>
            </a:r>
            <a:r>
              <a:rPr sz="1700" spc="-2" dirty="0">
                <a:latin typeface="Times New Roman"/>
                <a:cs typeface="Times New Roman"/>
              </a:rPr>
              <a:t>ntl</a:t>
            </a:r>
            <a:r>
              <a:rPr sz="1700" dirty="0">
                <a:latin typeface="Times New Roman"/>
                <a:cs typeface="Times New Roman"/>
              </a:rPr>
              <a:t>y</a:t>
            </a:r>
            <a:r>
              <a:rPr sz="1700" spc="43" dirty="0">
                <a:latin typeface="Times New Roman"/>
                <a:cs typeface="Times New Roman"/>
              </a:rPr>
              <a:t> </a:t>
            </a:r>
            <a:r>
              <a:rPr sz="1700" dirty="0">
                <a:latin typeface="Times New Roman"/>
                <a:cs typeface="Times New Roman"/>
              </a:rPr>
              <a:t>by</a:t>
            </a:r>
            <a:r>
              <a:rPr sz="1700" spc="43" dirty="0">
                <a:latin typeface="Times New Roman"/>
                <a:cs typeface="Times New Roman"/>
              </a:rPr>
              <a:t> </a:t>
            </a:r>
            <a:r>
              <a:rPr sz="1700" spc="-5" dirty="0">
                <a:latin typeface="Times New Roman"/>
                <a:cs typeface="Times New Roman"/>
              </a:rPr>
              <a:t>CP</a:t>
            </a:r>
            <a:r>
              <a:rPr sz="1700" dirty="0">
                <a:latin typeface="Times New Roman"/>
                <a:cs typeface="Times New Roman"/>
              </a:rPr>
              <a:t>U</a:t>
            </a:r>
            <a:r>
              <a:rPr sz="1700" spc="43"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5" dirty="0">
                <a:latin typeface="Times New Roman"/>
                <a:cs typeface="Times New Roman"/>
              </a:rPr>
              <a:t> </a:t>
            </a:r>
            <a:r>
              <a:rPr sz="1700" spc="-5" dirty="0">
                <a:latin typeface="Times New Roman"/>
                <a:cs typeface="Times New Roman"/>
              </a:rPr>
              <a:t>store</a:t>
            </a:r>
            <a:r>
              <a:rPr sz="1700" dirty="0">
                <a:latin typeface="Times New Roman"/>
                <a:cs typeface="Times New Roman"/>
              </a:rPr>
              <a:t>d</a:t>
            </a:r>
            <a:r>
              <a:rPr sz="1700" spc="43" dirty="0">
                <a:latin typeface="Times New Roman"/>
                <a:cs typeface="Times New Roman"/>
              </a:rPr>
              <a:t> </a:t>
            </a:r>
            <a:r>
              <a:rPr sz="1700" spc="-2" dirty="0">
                <a:latin typeface="Times New Roman"/>
                <a:cs typeface="Times New Roman"/>
              </a:rPr>
              <a:t>in</a:t>
            </a:r>
            <a:r>
              <a:rPr sz="1700" spc="46" dirty="0">
                <a:latin typeface="Times New Roman"/>
                <a:cs typeface="Times New Roman"/>
              </a:rPr>
              <a:t> </a:t>
            </a:r>
            <a:r>
              <a:rPr sz="1700" spc="-2" dirty="0">
                <a:latin typeface="Times New Roman"/>
                <a:cs typeface="Times New Roman"/>
              </a:rPr>
              <a:t>the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10"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7" dirty="0">
                <a:latin typeface="Times New Roman"/>
                <a:cs typeface="Times New Roman"/>
              </a:rPr>
              <a:t> </a:t>
            </a:r>
            <a:r>
              <a:rPr sz="1700" spc="-2" dirty="0">
                <a:latin typeface="Times New Roman"/>
                <a:cs typeface="Times New Roman"/>
              </a:rPr>
              <a:t>s</a:t>
            </a:r>
            <a:r>
              <a:rPr sz="1700" dirty="0">
                <a:latin typeface="Times New Roman"/>
                <a:cs typeface="Times New Roman"/>
              </a:rPr>
              <a:t>o</a:t>
            </a:r>
            <a:r>
              <a:rPr sz="1700" spc="-7" dirty="0">
                <a:latin typeface="Times New Roman"/>
                <a:cs typeface="Times New Roman"/>
              </a:rPr>
              <a:t> </a:t>
            </a:r>
            <a:r>
              <a:rPr sz="1700" spc="-2" dirty="0">
                <a:latin typeface="Times New Roman"/>
                <a:cs typeface="Times New Roman"/>
              </a:rPr>
              <a:t>that</a:t>
            </a:r>
            <a:r>
              <a:rPr sz="1700" spc="-7"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pro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sso</a:t>
            </a:r>
            <a:r>
              <a:rPr sz="1700" dirty="0">
                <a:latin typeface="Times New Roman"/>
                <a:cs typeface="Times New Roman"/>
              </a:rPr>
              <a:t>r</a:t>
            </a:r>
            <a:r>
              <a:rPr sz="1700" spc="-7" dirty="0">
                <a:latin typeface="Times New Roman"/>
                <a:cs typeface="Times New Roman"/>
              </a:rPr>
              <a:t> ca</a:t>
            </a:r>
            <a:r>
              <a:rPr sz="1700" dirty="0">
                <a:latin typeface="Times New Roman"/>
                <a:cs typeface="Times New Roman"/>
              </a:rPr>
              <a:t>n</a:t>
            </a:r>
            <a:r>
              <a:rPr sz="1700" spc="-7" dirty="0">
                <a:latin typeface="Times New Roman"/>
                <a:cs typeface="Times New Roman"/>
              </a:rPr>
              <a:t> </a:t>
            </a:r>
            <a:r>
              <a:rPr sz="1700" spc="-5" dirty="0">
                <a:latin typeface="Times New Roman"/>
                <a:cs typeface="Times New Roman"/>
              </a:rPr>
              <a:t>easi</a:t>
            </a:r>
            <a:r>
              <a:rPr sz="1700" dirty="0">
                <a:latin typeface="Times New Roman"/>
                <a:cs typeface="Times New Roman"/>
              </a:rPr>
              <a:t>ly</a:t>
            </a:r>
            <a:r>
              <a:rPr sz="1700" spc="-7" dirty="0">
                <a:latin typeface="Times New Roman"/>
                <a:cs typeface="Times New Roman"/>
              </a:rPr>
              <a:t> a</a:t>
            </a:r>
            <a:r>
              <a:rPr sz="1700" spc="-2" dirty="0">
                <a:latin typeface="Times New Roman"/>
                <a:cs typeface="Times New Roman"/>
              </a:rPr>
              <a:t>cc</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that</a:t>
            </a:r>
            <a:r>
              <a:rPr sz="1700" spc="-7"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7" dirty="0">
                <a:latin typeface="Times New Roman"/>
                <a:cs typeface="Times New Roman"/>
              </a:rPr>
              <a:t> </a:t>
            </a:r>
            <a:r>
              <a:rPr sz="1700" spc="-2" dirty="0">
                <a:latin typeface="Times New Roman"/>
                <a:cs typeface="Times New Roman"/>
              </a:rPr>
              <a:t>in</a:t>
            </a:r>
            <a:r>
              <a:rPr sz="1700" spc="-5" dirty="0">
                <a:latin typeface="Times New Roman"/>
                <a:cs typeface="Times New Roman"/>
              </a:rPr>
              <a:t> a</a:t>
            </a:r>
            <a:r>
              <a:rPr sz="1700" spc="-14" dirty="0">
                <a:latin typeface="Times New Roman"/>
                <a:cs typeface="Times New Roman"/>
              </a:rPr>
              <a:t> </a:t>
            </a:r>
            <a:r>
              <a:rPr sz="1700" spc="-5" dirty="0">
                <a:latin typeface="Times New Roman"/>
                <a:cs typeface="Times New Roman"/>
              </a:rPr>
              <a:t>shorte</a:t>
            </a:r>
            <a:r>
              <a:rPr sz="1700" dirty="0">
                <a:latin typeface="Times New Roman"/>
                <a:cs typeface="Times New Roman"/>
              </a:rPr>
              <a:t>r</a:t>
            </a:r>
            <a:r>
              <a:rPr sz="1700" spc="-10" dirty="0">
                <a:latin typeface="Times New Roman"/>
                <a:cs typeface="Times New Roman"/>
              </a:rPr>
              <a:t> </a:t>
            </a:r>
            <a:r>
              <a:rPr sz="1700" spc="-2" dirty="0">
                <a:latin typeface="Times New Roman"/>
                <a:cs typeface="Times New Roman"/>
              </a:rPr>
              <a:t>time.</a:t>
            </a:r>
            <a:r>
              <a:rPr sz="1700" spc="-7" dirty="0">
                <a:latin typeface="Times New Roman"/>
                <a:cs typeface="Times New Roman"/>
              </a:rPr>
              <a:t> </a:t>
            </a: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a:t>
            </a:r>
            <a:r>
              <a:rPr sz="1700" spc="-10" dirty="0">
                <a:latin typeface="Times New Roman"/>
                <a:cs typeface="Times New Roman"/>
              </a:rPr>
              <a:t> </a:t>
            </a:r>
            <a:r>
              <a:rPr sz="1700" spc="-2" dirty="0">
                <a:latin typeface="Times New Roman"/>
                <a:cs typeface="Times New Roman"/>
              </a:rPr>
              <a:t>the </a:t>
            </a:r>
            <a:r>
              <a:rPr sz="1700" spc="-5" dirty="0">
                <a:latin typeface="Times New Roman"/>
                <a:cs typeface="Times New Roman"/>
              </a:rPr>
              <a:t>C</a:t>
            </a:r>
            <a:r>
              <a:rPr sz="1700" dirty="0">
                <a:latin typeface="Times New Roman"/>
                <a:cs typeface="Times New Roman"/>
              </a:rPr>
              <a:t>PU</a:t>
            </a:r>
            <a:r>
              <a:rPr sz="1700" spc="55" dirty="0">
                <a:latin typeface="Times New Roman"/>
                <a:cs typeface="Times New Roman"/>
              </a:rPr>
              <a:t> </a:t>
            </a:r>
            <a:r>
              <a:rPr sz="1700" spc="-5" dirty="0">
                <a:latin typeface="Times New Roman"/>
                <a:cs typeface="Times New Roman"/>
              </a:rPr>
              <a:t>n</a:t>
            </a:r>
            <a:r>
              <a:rPr sz="1700" spc="-7" dirty="0">
                <a:latin typeface="Times New Roman"/>
                <a:cs typeface="Times New Roman"/>
              </a:rPr>
              <a:t>ee</a:t>
            </a:r>
            <a:r>
              <a:rPr sz="1700" dirty="0">
                <a:latin typeface="Times New Roman"/>
                <a:cs typeface="Times New Roman"/>
              </a:rPr>
              <a:t>ds</a:t>
            </a:r>
            <a:r>
              <a:rPr sz="1700" spc="55" dirty="0">
                <a:latin typeface="Times New Roman"/>
                <a:cs typeface="Times New Roman"/>
              </a:rPr>
              <a:t> </a:t>
            </a:r>
            <a:r>
              <a:rPr sz="1700" spc="-2" dirty="0">
                <a:latin typeface="Times New Roman"/>
                <a:cs typeface="Times New Roman"/>
              </a:rPr>
              <a:t>to</a:t>
            </a:r>
            <a:r>
              <a:rPr sz="1700" spc="58" dirty="0">
                <a:latin typeface="Times New Roman"/>
                <a:cs typeface="Times New Roman"/>
              </a:rPr>
              <a:t> </a:t>
            </a:r>
            <a:r>
              <a:rPr sz="1700" spc="-7" dirty="0">
                <a:latin typeface="Times New Roman"/>
                <a:cs typeface="Times New Roman"/>
              </a:rPr>
              <a:t>acce</a:t>
            </a:r>
            <a:r>
              <a:rPr sz="1700" spc="-2" dirty="0">
                <a:latin typeface="Times New Roman"/>
                <a:cs typeface="Times New Roman"/>
              </a:rPr>
              <a:t>s</a:t>
            </a:r>
            <a:r>
              <a:rPr sz="1700" dirty="0">
                <a:latin typeface="Times New Roman"/>
                <a:cs typeface="Times New Roman"/>
              </a:rPr>
              <a:t>s</a:t>
            </a:r>
            <a:r>
              <a:rPr sz="1700" spc="58"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55" dirty="0">
                <a:latin typeface="Times New Roman"/>
                <a:cs typeface="Times New Roman"/>
              </a:rPr>
              <a:t> </a:t>
            </a:r>
            <a:r>
              <a:rPr sz="1700" spc="-2" dirty="0">
                <a:latin typeface="Times New Roman"/>
                <a:cs typeface="Times New Roman"/>
              </a:rPr>
              <a:t>it</a:t>
            </a:r>
            <a:r>
              <a:rPr sz="1700" spc="58" dirty="0">
                <a:latin typeface="Times New Roman"/>
                <a:cs typeface="Times New Roman"/>
              </a:rPr>
              <a:t> </a:t>
            </a:r>
            <a:r>
              <a:rPr sz="1700" spc="-2" dirty="0">
                <a:latin typeface="Times New Roman"/>
                <a:cs typeface="Times New Roman"/>
              </a:rPr>
              <a:t>fi</a:t>
            </a:r>
            <a:r>
              <a:rPr sz="1700" spc="-5" dirty="0">
                <a:latin typeface="Times New Roman"/>
                <a:cs typeface="Times New Roman"/>
              </a:rPr>
              <a:t>rs</a:t>
            </a:r>
            <a:r>
              <a:rPr sz="1700" spc="-2" dirty="0">
                <a:latin typeface="Times New Roman"/>
                <a:cs typeface="Times New Roman"/>
              </a:rPr>
              <a:t>t</a:t>
            </a:r>
            <a:r>
              <a:rPr sz="1700" spc="58" dirty="0">
                <a:latin typeface="Times New Roman"/>
                <a:cs typeface="Times New Roman"/>
              </a:rPr>
              <a:t> </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ec</a:t>
            </a:r>
            <a:r>
              <a:rPr sz="1700" dirty="0">
                <a:latin typeface="Times New Roman"/>
                <a:cs typeface="Times New Roman"/>
              </a:rPr>
              <a:t>ks</a:t>
            </a:r>
            <a:r>
              <a:rPr sz="1700" spc="55" dirty="0">
                <a:latin typeface="Times New Roman"/>
                <a:cs typeface="Times New Roman"/>
              </a:rPr>
              <a:t> </a:t>
            </a:r>
            <a:r>
              <a:rPr sz="1700" spc="-2" dirty="0">
                <a:latin typeface="Times New Roman"/>
                <a:cs typeface="Times New Roman"/>
              </a:rPr>
              <a:t>the</a:t>
            </a:r>
            <a:r>
              <a:rPr sz="1700" spc="48"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53"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63" dirty="0">
                <a:latin typeface="Times New Roman"/>
                <a:cs typeface="Times New Roman"/>
              </a:rPr>
              <a:t> </a:t>
            </a:r>
            <a:r>
              <a:rPr sz="1700" spc="-10" dirty="0">
                <a:latin typeface="Times New Roman"/>
                <a:cs typeface="Times New Roman"/>
              </a:rPr>
              <a:t>I</a:t>
            </a:r>
            <a:r>
              <a:rPr sz="1700" dirty="0">
                <a:latin typeface="Times New Roman"/>
                <a:cs typeface="Times New Roman"/>
              </a:rPr>
              <a:t>f</a:t>
            </a:r>
            <a:r>
              <a:rPr sz="1700" spc="55" dirty="0">
                <a:latin typeface="Times New Roman"/>
                <a:cs typeface="Times New Roman"/>
              </a:rPr>
              <a:t> </a:t>
            </a:r>
            <a:r>
              <a:rPr sz="1700" spc="-2" dirty="0">
                <a:latin typeface="Times New Roman"/>
                <a:cs typeface="Times New Roman"/>
              </a:rPr>
              <a:t>the</a:t>
            </a:r>
            <a:r>
              <a:rPr sz="1700" spc="55" dirty="0">
                <a:latin typeface="Times New Roman"/>
                <a:cs typeface="Times New Roman"/>
              </a:rPr>
              <a:t> </a:t>
            </a:r>
            <a:r>
              <a:rPr sz="1700" spc="-5" dirty="0">
                <a:latin typeface="Times New Roman"/>
                <a:cs typeface="Times New Roman"/>
              </a:rPr>
              <a:t>d</a:t>
            </a:r>
            <a:r>
              <a:rPr sz="1700" spc="-2" dirty="0">
                <a:latin typeface="Times New Roman"/>
                <a:cs typeface="Times New Roman"/>
              </a:rPr>
              <a:t>ata</a:t>
            </a:r>
            <a:r>
              <a:rPr sz="1700" spc="55" dirty="0">
                <a:latin typeface="Times New Roman"/>
                <a:cs typeface="Times New Roman"/>
              </a:rPr>
              <a:t> </a:t>
            </a:r>
            <a:r>
              <a:rPr sz="1700" spc="-2" dirty="0">
                <a:latin typeface="Times New Roman"/>
                <a:cs typeface="Times New Roman"/>
              </a:rPr>
              <a:t>is</a:t>
            </a:r>
            <a:r>
              <a:rPr sz="1700" spc="58" dirty="0">
                <a:latin typeface="Times New Roman"/>
                <a:cs typeface="Times New Roman"/>
              </a:rPr>
              <a:t> </a:t>
            </a:r>
            <a:r>
              <a:rPr sz="1700" spc="-5" dirty="0">
                <a:latin typeface="Times New Roman"/>
                <a:cs typeface="Times New Roman"/>
              </a:rPr>
              <a:t>not</a:t>
            </a:r>
            <a:r>
              <a:rPr sz="1700" spc="58" dirty="0">
                <a:latin typeface="Times New Roman"/>
                <a:cs typeface="Times New Roman"/>
              </a:rPr>
              <a:t> </a:t>
            </a:r>
            <a:r>
              <a:rPr sz="1700" dirty="0">
                <a:latin typeface="Times New Roman"/>
                <a:cs typeface="Times New Roman"/>
              </a:rPr>
              <a:t>found</a:t>
            </a:r>
            <a:r>
              <a:rPr sz="1700" spc="55" dirty="0">
                <a:latin typeface="Times New Roman"/>
                <a:cs typeface="Times New Roman"/>
              </a:rPr>
              <a:t> </a:t>
            </a:r>
            <a:r>
              <a:rPr sz="1700" spc="-2" dirty="0">
                <a:latin typeface="Times New Roman"/>
                <a:cs typeface="Times New Roman"/>
              </a:rPr>
              <a:t>in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5" dirty="0">
                <a:latin typeface="Times New Roman"/>
                <a:cs typeface="Times New Roman"/>
              </a:rPr>
              <a:t>then</a:t>
            </a:r>
            <a:r>
              <a:rPr sz="1700" spc="-2" dirty="0">
                <a:latin typeface="Times New Roman"/>
                <a:cs typeface="Times New Roman"/>
              </a:rPr>
              <a:t> the</a:t>
            </a:r>
            <a:r>
              <a:rPr sz="1700" spc="2" dirty="0">
                <a:latin typeface="Times New Roman"/>
                <a:cs typeface="Times New Roman"/>
              </a:rPr>
              <a:t> </a:t>
            </a:r>
            <a:r>
              <a:rPr sz="1700" spc="-5" dirty="0">
                <a:latin typeface="Times New Roman"/>
                <a:cs typeface="Times New Roman"/>
              </a:rPr>
              <a:t>C</a:t>
            </a:r>
            <a:r>
              <a:rPr sz="1700" dirty="0">
                <a:latin typeface="Times New Roman"/>
                <a:cs typeface="Times New Roman"/>
              </a:rPr>
              <a:t>PU</a:t>
            </a:r>
            <a:r>
              <a:rPr sz="1700" spc="-2" dirty="0">
                <a:latin typeface="Times New Roman"/>
                <a:cs typeface="Times New Roman"/>
              </a:rPr>
              <a:t> </a:t>
            </a:r>
            <a:r>
              <a:rPr sz="1700" spc="-5" dirty="0">
                <a:latin typeface="Times New Roman"/>
                <a:cs typeface="Times New Roman"/>
              </a:rPr>
              <a:t>mov</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int</a:t>
            </a:r>
            <a:r>
              <a:rPr sz="1700" dirty="0">
                <a:latin typeface="Times New Roman"/>
                <a:cs typeface="Times New Roman"/>
              </a:rPr>
              <a:t>o </a:t>
            </a:r>
            <a:r>
              <a:rPr sz="1700" spc="-2" dirty="0">
                <a:latin typeface="Times New Roman"/>
                <a:cs typeface="Times New Roman"/>
              </a:rPr>
              <a:t>the </a:t>
            </a:r>
            <a:r>
              <a:rPr sz="1700" spc="-5" dirty="0">
                <a:latin typeface="Times New Roman"/>
                <a:cs typeface="Times New Roman"/>
              </a:rPr>
              <a:t>m</a:t>
            </a:r>
            <a:r>
              <a:rPr sz="1700" spc="-7" dirty="0">
                <a:latin typeface="Times New Roman"/>
                <a:cs typeface="Times New Roman"/>
              </a:rPr>
              <a:t>ai</a:t>
            </a:r>
            <a:r>
              <a:rPr sz="1700" dirty="0">
                <a:latin typeface="Times New Roman"/>
                <a:cs typeface="Times New Roman"/>
              </a:rPr>
              <a:t>n </a:t>
            </a:r>
            <a:r>
              <a:rPr sz="1700" spc="-5" dirty="0">
                <a:latin typeface="Times New Roman"/>
                <a:cs typeface="Times New Roman"/>
              </a:rPr>
              <a:t>memor</a:t>
            </a:r>
            <a:r>
              <a:rPr sz="1700" dirty="0">
                <a:latin typeface="Times New Roman"/>
                <a:cs typeface="Times New Roman"/>
              </a:rPr>
              <a:t>y.</a:t>
            </a:r>
          </a:p>
          <a:p>
            <a:pPr marL="6109" marR="3665" algn="just">
              <a:spcBef>
                <a:spcPts val="404"/>
              </a:spcBef>
            </a:pPr>
            <a:r>
              <a:rPr sz="1700" spc="-5" dirty="0">
                <a:latin typeface="Times New Roman"/>
                <a:cs typeface="Times New Roman"/>
              </a:rPr>
              <a:t>C</a:t>
            </a:r>
            <a:r>
              <a:rPr sz="1700" spc="-7" dirty="0">
                <a:latin typeface="Times New Roman"/>
                <a:cs typeface="Times New Roman"/>
              </a:rPr>
              <a:t>ac</a:t>
            </a:r>
            <a:r>
              <a:rPr sz="1700" spc="-5" dirty="0">
                <a:latin typeface="Times New Roman"/>
                <a:cs typeface="Times New Roman"/>
              </a:rPr>
              <a:t>he</a:t>
            </a:r>
            <a:r>
              <a:rPr sz="1700" spc="48"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51" dirty="0">
                <a:latin typeface="Times New Roman"/>
                <a:cs typeface="Times New Roman"/>
              </a:rPr>
              <a:t> </a:t>
            </a:r>
            <a:r>
              <a:rPr sz="1700" spc="-2" dirty="0">
                <a:latin typeface="Times New Roman"/>
                <a:cs typeface="Times New Roman"/>
              </a:rPr>
              <a:t>is</a:t>
            </a:r>
            <a:r>
              <a:rPr sz="1700" spc="53" dirty="0">
                <a:latin typeface="Times New Roman"/>
                <a:cs typeface="Times New Roman"/>
              </a:rPr>
              <a:t> </a:t>
            </a:r>
            <a:r>
              <a:rPr sz="1700" spc="-2" dirty="0">
                <a:latin typeface="Times New Roman"/>
                <a:cs typeface="Times New Roman"/>
              </a:rPr>
              <a:t>plac</a:t>
            </a:r>
            <a:r>
              <a:rPr sz="1700" spc="-7" dirty="0">
                <a:latin typeface="Times New Roman"/>
                <a:cs typeface="Times New Roman"/>
              </a:rPr>
              <a:t>e</a:t>
            </a:r>
            <a:r>
              <a:rPr sz="1700" dirty="0">
                <a:latin typeface="Times New Roman"/>
                <a:cs typeface="Times New Roman"/>
              </a:rPr>
              <a:t>d</a:t>
            </a:r>
            <a:r>
              <a:rPr sz="1700" spc="55"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7" dirty="0">
                <a:latin typeface="Times New Roman"/>
                <a:cs typeface="Times New Roman"/>
              </a:rPr>
              <a:t>ee</a:t>
            </a:r>
            <a:r>
              <a:rPr sz="1700" dirty="0">
                <a:latin typeface="Times New Roman"/>
                <a:cs typeface="Times New Roman"/>
              </a:rPr>
              <a:t>n</a:t>
            </a:r>
            <a:r>
              <a:rPr sz="1700" spc="51" dirty="0">
                <a:latin typeface="Times New Roman"/>
                <a:cs typeface="Times New Roman"/>
              </a:rPr>
              <a:t> </a:t>
            </a:r>
            <a:r>
              <a:rPr sz="1700" spc="-2" dirty="0">
                <a:latin typeface="Times New Roman"/>
                <a:cs typeface="Times New Roman"/>
              </a:rPr>
              <a:t>the</a:t>
            </a:r>
            <a:r>
              <a:rPr sz="1700" spc="48" dirty="0">
                <a:latin typeface="Times New Roman"/>
                <a:cs typeface="Times New Roman"/>
              </a:rPr>
              <a:t> </a:t>
            </a:r>
            <a:r>
              <a:rPr sz="1700" spc="-5" dirty="0">
                <a:latin typeface="Times New Roman"/>
                <a:cs typeface="Times New Roman"/>
              </a:rPr>
              <a:t>C</a:t>
            </a:r>
            <a:r>
              <a:rPr sz="1700" dirty="0">
                <a:latin typeface="Times New Roman"/>
                <a:cs typeface="Times New Roman"/>
              </a:rPr>
              <a:t>PU</a:t>
            </a:r>
            <a:r>
              <a:rPr sz="1700" spc="48"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51" dirty="0">
                <a:latin typeface="Times New Roman"/>
                <a:cs typeface="Times New Roman"/>
              </a:rPr>
              <a:t> </a:t>
            </a:r>
            <a:r>
              <a:rPr sz="1700" dirty="0">
                <a:latin typeface="Times New Roman"/>
                <a:cs typeface="Times New Roman"/>
              </a:rPr>
              <a:t>t</a:t>
            </a:r>
            <a:r>
              <a:rPr sz="1700" spc="-5" dirty="0">
                <a:latin typeface="Times New Roman"/>
                <a:cs typeface="Times New Roman"/>
              </a:rPr>
              <a:t>he</a:t>
            </a:r>
            <a:r>
              <a:rPr sz="1700" spc="48" dirty="0">
                <a:latin typeface="Times New Roman"/>
                <a:cs typeface="Times New Roman"/>
              </a:rPr>
              <a:t> </a:t>
            </a:r>
            <a:r>
              <a:rPr sz="1700" spc="-5" dirty="0">
                <a:latin typeface="Times New Roman"/>
                <a:cs typeface="Times New Roman"/>
              </a:rPr>
              <a:t>main</a:t>
            </a:r>
            <a:r>
              <a:rPr sz="1700" spc="51"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51" dirty="0">
                <a:latin typeface="Times New Roman"/>
                <a:cs typeface="Times New Roman"/>
              </a:rPr>
              <a:t> </a:t>
            </a:r>
            <a:r>
              <a:rPr sz="1700" spc="-5" dirty="0">
                <a:latin typeface="Times New Roman"/>
                <a:cs typeface="Times New Roman"/>
              </a:rPr>
              <a:t>The</a:t>
            </a:r>
            <a:r>
              <a:rPr sz="1700" spc="48" dirty="0">
                <a:latin typeface="Times New Roman"/>
                <a:cs typeface="Times New Roman"/>
              </a:rPr>
              <a:t> </a:t>
            </a:r>
            <a:r>
              <a:rPr sz="1700" spc="-5" dirty="0">
                <a:latin typeface="Times New Roman"/>
                <a:cs typeface="Times New Roman"/>
              </a:rPr>
              <a:t>b</a:t>
            </a:r>
            <a:r>
              <a:rPr sz="1700" dirty="0">
                <a:latin typeface="Times New Roman"/>
                <a:cs typeface="Times New Roman"/>
              </a:rPr>
              <a:t>l</a:t>
            </a:r>
            <a:r>
              <a:rPr sz="1700" spc="-5" dirty="0">
                <a:latin typeface="Times New Roman"/>
                <a:cs typeface="Times New Roman"/>
              </a:rPr>
              <a:t>o</a:t>
            </a:r>
            <a:r>
              <a:rPr sz="1700" spc="-7" dirty="0">
                <a:latin typeface="Times New Roman"/>
                <a:cs typeface="Times New Roman"/>
              </a:rPr>
              <a:t>c</a:t>
            </a:r>
            <a:r>
              <a:rPr sz="1700" dirty="0">
                <a:latin typeface="Times New Roman"/>
                <a:cs typeface="Times New Roman"/>
              </a:rPr>
              <a:t>k</a:t>
            </a:r>
            <a:r>
              <a:rPr sz="1700" spc="51" dirty="0">
                <a:latin typeface="Times New Roman"/>
                <a:cs typeface="Times New Roman"/>
              </a:rPr>
              <a:t> </a:t>
            </a:r>
            <a:r>
              <a:rPr sz="1700" spc="-5" dirty="0">
                <a:latin typeface="Times New Roman"/>
                <a:cs typeface="Times New Roman"/>
              </a:rPr>
              <a:t>diag</a:t>
            </a:r>
            <a:r>
              <a:rPr sz="1700" spc="-7" dirty="0">
                <a:latin typeface="Times New Roman"/>
                <a:cs typeface="Times New Roman"/>
              </a:rPr>
              <a:t>ra</a:t>
            </a:r>
            <a:r>
              <a:rPr sz="1700" spc="-5" dirty="0">
                <a:latin typeface="Times New Roman"/>
                <a:cs typeface="Times New Roman"/>
              </a:rPr>
              <a:t>m</a:t>
            </a:r>
            <a:r>
              <a:rPr sz="1700" spc="51" dirty="0">
                <a:latin typeface="Times New Roman"/>
                <a:cs typeface="Times New Roman"/>
              </a:rPr>
              <a:t> </a:t>
            </a:r>
            <a:r>
              <a:rPr sz="1700" dirty="0">
                <a:latin typeface="Times New Roman"/>
                <a:cs typeface="Times New Roman"/>
              </a:rPr>
              <a:t>f</a:t>
            </a:r>
            <a:r>
              <a:rPr sz="1700" spc="2" dirty="0">
                <a:latin typeface="Times New Roman"/>
                <a:cs typeface="Times New Roman"/>
              </a:rPr>
              <a:t>o</a:t>
            </a:r>
            <a:r>
              <a:rPr sz="1700" dirty="0">
                <a:latin typeface="Times New Roman"/>
                <a:cs typeface="Times New Roman"/>
              </a:rPr>
              <a:t>r</a:t>
            </a:r>
            <a:r>
              <a:rPr sz="1700" spc="48"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n </a:t>
            </a:r>
            <a:r>
              <a:rPr sz="1700" spc="-5" dirty="0">
                <a:latin typeface="Times New Roman"/>
                <a:cs typeface="Times New Roman"/>
              </a:rPr>
              <a:t>be</a:t>
            </a:r>
            <a:r>
              <a:rPr sz="1700" spc="-2"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5" dirty="0">
                <a:latin typeface="Times New Roman"/>
                <a:cs typeface="Times New Roman"/>
              </a:rPr>
              <a:t>p</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se</a:t>
            </a:r>
            <a:r>
              <a:rPr sz="1700" spc="-5" dirty="0">
                <a:latin typeface="Times New Roman"/>
                <a:cs typeface="Times New Roman"/>
              </a:rPr>
              <a:t>nted</a:t>
            </a:r>
            <a:r>
              <a:rPr sz="1700" spc="2" dirty="0">
                <a:latin typeface="Times New Roman"/>
                <a:cs typeface="Times New Roman"/>
              </a:rPr>
              <a:t> </a:t>
            </a:r>
            <a:r>
              <a:rPr sz="1700" spc="-5" dirty="0">
                <a:latin typeface="Times New Roman"/>
                <a:cs typeface="Times New Roman"/>
              </a:rPr>
              <a:t>as:</a:t>
            </a:r>
            <a:endParaRPr sz="1700" dirty="0">
              <a:latin typeface="Times New Roman"/>
              <a:cs typeface="Times New Roman"/>
            </a:endParaRPr>
          </a:p>
        </p:txBody>
      </p:sp>
      <p:sp>
        <p:nvSpPr>
          <p:cNvPr id="4" name="object 4"/>
          <p:cNvSpPr/>
          <p:nvPr/>
        </p:nvSpPr>
        <p:spPr>
          <a:xfrm>
            <a:off x="2190433" y="3270379"/>
            <a:ext cx="4800600" cy="1419731"/>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524071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195DF-E867-7831-18A2-EFC1968614F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A19047A-D2E4-EACA-B427-D69BCB541509}"/>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BC805288-E3B1-F55C-8203-124C6E2618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248C583-E43A-13CA-98BD-72F773A305DB}"/>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76908ED-A1C9-1CAE-43F1-798382A8321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p:cNvSpPr txBox="1"/>
          <p:nvPr/>
        </p:nvSpPr>
        <p:spPr>
          <a:xfrm>
            <a:off x="1066800" y="819150"/>
            <a:ext cx="7086600" cy="3005951"/>
          </a:xfrm>
          <a:prstGeom prst="rect">
            <a:avLst/>
          </a:prstGeom>
        </p:spPr>
        <p:txBody>
          <a:bodyPr vert="horz" wrap="square" lIns="0" tIns="0" rIns="0" bIns="0" rtlCol="0">
            <a:spAutoFit/>
          </a:bodyPr>
          <a:lstStyle/>
          <a:p>
            <a:pPr marL="6109" marR="2749" algn="just"/>
            <a:r>
              <a:rPr sz="1700" spc="-5" dirty="0">
                <a:latin typeface="Times New Roman"/>
                <a:cs typeface="Times New Roman"/>
              </a:rPr>
              <a:t>The</a:t>
            </a:r>
            <a:r>
              <a:rPr sz="1700" spc="-10"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10"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2" dirty="0">
                <a:latin typeface="Times New Roman"/>
                <a:cs typeface="Times New Roman"/>
              </a:rPr>
              <a:t>f</a:t>
            </a:r>
            <a:r>
              <a:rPr sz="1700" spc="-10" dirty="0">
                <a:latin typeface="Times New Roman"/>
                <a:cs typeface="Times New Roman"/>
              </a:rPr>
              <a:t>a</a:t>
            </a:r>
            <a:r>
              <a:rPr sz="1700" spc="-5" dirty="0">
                <a:latin typeface="Times New Roman"/>
                <a:cs typeface="Times New Roman"/>
              </a:rPr>
              <a:t>stes</a:t>
            </a:r>
            <a:r>
              <a:rPr sz="1700" spc="-2" dirty="0">
                <a:latin typeface="Times New Roman"/>
                <a:cs typeface="Times New Roman"/>
              </a:rPr>
              <a:t>t</a:t>
            </a:r>
            <a:r>
              <a:rPr sz="1700" spc="-5" dirty="0">
                <a:latin typeface="Times New Roman"/>
                <a:cs typeface="Times New Roman"/>
              </a:rPr>
              <a:t> </a:t>
            </a:r>
            <a:r>
              <a:rPr sz="1700" spc="-2" dirty="0">
                <a:latin typeface="Times New Roman"/>
                <a:cs typeface="Times New Roman"/>
              </a:rPr>
              <a:t>c</a:t>
            </a:r>
            <a:r>
              <a:rPr sz="1700" spc="-5" dirty="0">
                <a:latin typeface="Times New Roman"/>
                <a:cs typeface="Times New Roman"/>
              </a:rPr>
              <a:t>omponent</a:t>
            </a:r>
            <a:r>
              <a:rPr sz="1700" spc="-7" dirty="0">
                <a:latin typeface="Times New Roman"/>
                <a:cs typeface="Times New Roman"/>
              </a:rPr>
              <a:t> </a:t>
            </a:r>
            <a:r>
              <a:rPr sz="1700" spc="-2" dirty="0">
                <a:latin typeface="Times New Roman"/>
                <a:cs typeface="Times New Roman"/>
              </a:rPr>
              <a:t>in</a:t>
            </a:r>
            <a:r>
              <a:rPr sz="1700" spc="-5"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7" dirty="0">
                <a:latin typeface="Times New Roman"/>
                <a:cs typeface="Times New Roman"/>
              </a:rPr>
              <a:t> </a:t>
            </a:r>
            <a:r>
              <a:rPr sz="1700" spc="-2" dirty="0">
                <a:latin typeface="Times New Roman"/>
                <a:cs typeface="Times New Roman"/>
              </a:rPr>
              <a:t>hie</a:t>
            </a:r>
            <a:r>
              <a:rPr sz="1700" spc="-7" dirty="0">
                <a:latin typeface="Times New Roman"/>
                <a:cs typeface="Times New Roman"/>
              </a:rPr>
              <a:t>ra</a:t>
            </a:r>
            <a:r>
              <a:rPr sz="1700" spc="-2" dirty="0">
                <a:latin typeface="Times New Roman"/>
                <a:cs typeface="Times New Roman"/>
              </a:rPr>
              <a:t>r</a:t>
            </a:r>
            <a:r>
              <a:rPr sz="1700" spc="-10" dirty="0">
                <a:latin typeface="Times New Roman"/>
                <a:cs typeface="Times New Roman"/>
              </a:rPr>
              <a:t>c</a:t>
            </a:r>
            <a:r>
              <a:rPr sz="1700" dirty="0">
                <a:latin typeface="Times New Roman"/>
                <a:cs typeface="Times New Roman"/>
              </a:rPr>
              <a:t>hy </a:t>
            </a:r>
            <a:r>
              <a:rPr sz="1700" spc="-7" dirty="0">
                <a:latin typeface="Times New Roman"/>
                <a:cs typeface="Times New Roman"/>
              </a:rPr>
              <a:t>a</a:t>
            </a:r>
            <a:r>
              <a:rPr sz="1700" dirty="0">
                <a:latin typeface="Times New Roman"/>
                <a:cs typeface="Times New Roman"/>
              </a:rPr>
              <a:t>nd</a:t>
            </a:r>
            <a:r>
              <a:rPr sz="1700" spc="-7" dirty="0">
                <a:latin typeface="Times New Roman"/>
                <a:cs typeface="Times New Roman"/>
              </a:rPr>
              <a:t> a</a:t>
            </a:r>
            <a:r>
              <a:rPr sz="1700" spc="-5" dirty="0">
                <a:latin typeface="Times New Roman"/>
                <a:cs typeface="Times New Roman"/>
              </a:rPr>
              <a:t>pproa</a:t>
            </a:r>
            <a:r>
              <a:rPr sz="1700" spc="-7" dirty="0">
                <a:latin typeface="Times New Roman"/>
                <a:cs typeface="Times New Roman"/>
              </a:rPr>
              <a:t>c</a:t>
            </a:r>
            <a:r>
              <a:rPr sz="1700" spc="-5" dirty="0">
                <a:latin typeface="Times New Roman"/>
                <a:cs typeface="Times New Roman"/>
              </a:rPr>
              <a:t>h</a:t>
            </a:r>
            <a:r>
              <a:rPr sz="1700" spc="-2" dirty="0">
                <a:latin typeface="Times New Roman"/>
                <a:cs typeface="Times New Roman"/>
              </a:rPr>
              <a:t>e</a:t>
            </a:r>
            <a:r>
              <a:rPr sz="1700" dirty="0">
                <a:latin typeface="Times New Roman"/>
                <a:cs typeface="Times New Roman"/>
              </a:rPr>
              <a:t>s</a:t>
            </a:r>
            <a:r>
              <a:rPr sz="1700" spc="-7"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2" dirty="0">
                <a:latin typeface="Times New Roman"/>
                <a:cs typeface="Times New Roman"/>
              </a:rPr>
              <a:t>spe</a:t>
            </a:r>
            <a:r>
              <a:rPr sz="1700" spc="-7" dirty="0">
                <a:latin typeface="Times New Roman"/>
                <a:cs typeface="Times New Roman"/>
              </a:rPr>
              <a:t>e</a:t>
            </a:r>
            <a:r>
              <a:rPr sz="1700" dirty="0">
                <a:latin typeface="Times New Roman"/>
                <a:cs typeface="Times New Roman"/>
              </a:rPr>
              <a:t>d</a:t>
            </a:r>
            <a:r>
              <a:rPr sz="1700" spc="-7"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5" dirty="0">
                <a:latin typeface="Times New Roman"/>
                <a:cs typeface="Times New Roman"/>
              </a:rPr>
              <a:t>C</a:t>
            </a:r>
            <a:r>
              <a:rPr sz="1700" dirty="0">
                <a:latin typeface="Times New Roman"/>
                <a:cs typeface="Times New Roman"/>
              </a:rPr>
              <a:t>PU </a:t>
            </a:r>
            <a:r>
              <a:rPr sz="1700" spc="-7" dirty="0">
                <a:latin typeface="Times New Roman"/>
                <a:cs typeface="Times New Roman"/>
              </a:rPr>
              <a:t>c</a:t>
            </a:r>
            <a:r>
              <a:rPr sz="1700" spc="-5" dirty="0">
                <a:latin typeface="Times New Roman"/>
                <a:cs typeface="Times New Roman"/>
              </a:rPr>
              <a:t>omponents.</a:t>
            </a:r>
            <a:endParaRPr sz="1700" dirty="0">
              <a:latin typeface="Times New Roman"/>
              <a:cs typeface="Times New Roman"/>
            </a:endParaRPr>
          </a:p>
          <a:p>
            <a:pPr marL="6109" algn="just">
              <a:spcBef>
                <a:spcPts val="339"/>
              </a:spcBef>
            </a:pPr>
            <a:endParaRPr lang="en-US" sz="1700" b="1" spc="-2" dirty="0">
              <a:latin typeface="Times New Roman"/>
              <a:cs typeface="Times New Roman"/>
            </a:endParaRPr>
          </a:p>
          <a:p>
            <a:pPr marL="6109" algn="just">
              <a:spcBef>
                <a:spcPts val="339"/>
              </a:spcBef>
            </a:pPr>
            <a:r>
              <a:rPr sz="1700" b="1" spc="-2" dirty="0">
                <a:latin typeface="Times New Roman"/>
                <a:cs typeface="Times New Roman"/>
              </a:rPr>
              <a:t>N</a:t>
            </a:r>
            <a:r>
              <a:rPr sz="1700" b="1" spc="-5" dirty="0">
                <a:latin typeface="Times New Roman"/>
                <a:cs typeface="Times New Roman"/>
              </a:rPr>
              <a:t>e</a:t>
            </a:r>
            <a:r>
              <a:rPr sz="1700" b="1" spc="-7" dirty="0">
                <a:latin typeface="Times New Roman"/>
                <a:cs typeface="Times New Roman"/>
              </a:rPr>
              <a:t>e</a:t>
            </a:r>
            <a:r>
              <a:rPr sz="1700" b="1" dirty="0">
                <a:latin typeface="Times New Roman"/>
                <a:cs typeface="Times New Roman"/>
              </a:rPr>
              <a:t>d of </a:t>
            </a:r>
            <a:r>
              <a:rPr sz="1700" b="1" spc="-10" dirty="0">
                <a:latin typeface="Times New Roman"/>
                <a:cs typeface="Times New Roman"/>
              </a:rPr>
              <a:t>c</a:t>
            </a:r>
            <a:r>
              <a:rPr sz="1700" b="1" spc="5" dirty="0">
                <a:latin typeface="Times New Roman"/>
                <a:cs typeface="Times New Roman"/>
              </a:rPr>
              <a:t>a</a:t>
            </a:r>
            <a:r>
              <a:rPr sz="1700" b="1" spc="-7"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a:t>
            </a:r>
            <a:r>
              <a:rPr sz="1700" b="1" spc="2" dirty="0">
                <a:latin typeface="Times New Roman"/>
                <a:cs typeface="Times New Roman"/>
              </a:rPr>
              <a:t>m</a:t>
            </a:r>
            <a:r>
              <a:rPr sz="1700" b="1" spc="-7" dirty="0">
                <a:latin typeface="Times New Roman"/>
                <a:cs typeface="Times New Roman"/>
              </a:rPr>
              <a:t>e</a:t>
            </a:r>
            <a:r>
              <a:rPr sz="1700" b="1" spc="2" dirty="0">
                <a:latin typeface="Times New Roman"/>
                <a:cs typeface="Times New Roman"/>
              </a:rPr>
              <a:t>m</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y</a:t>
            </a:r>
            <a:endParaRPr sz="1700" dirty="0">
              <a:latin typeface="Times New Roman"/>
              <a:cs typeface="Times New Roman"/>
            </a:endParaRPr>
          </a:p>
          <a:p>
            <a:pPr marL="6109" marR="3360" algn="just">
              <a:spcBef>
                <a:spcPts val="404"/>
              </a:spcBef>
            </a:pPr>
            <a:r>
              <a:rPr sz="1700" spc="-2" dirty="0">
                <a:latin typeface="Times New Roman"/>
                <a:cs typeface="Times New Roman"/>
              </a:rPr>
              <a:t>D</a:t>
            </a:r>
            <a:r>
              <a:rPr sz="1700" spc="-5"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 dirty="0">
                <a:latin typeface="Times New Roman"/>
                <a:cs typeface="Times New Roman"/>
              </a:rPr>
              <a:t>in </a:t>
            </a:r>
            <a:r>
              <a:rPr sz="1700" dirty="0">
                <a:latin typeface="Times New Roman"/>
                <a:cs typeface="Times New Roman"/>
              </a:rPr>
              <a:t>p</a:t>
            </a:r>
            <a:r>
              <a:rPr sz="1700" spc="-2" dirty="0">
                <a:latin typeface="Times New Roman"/>
                <a:cs typeface="Times New Roman"/>
              </a:rPr>
              <a:t>r</a:t>
            </a:r>
            <a:r>
              <a:rPr sz="1700" spc="-5" dirty="0">
                <a:latin typeface="Times New Roman"/>
                <a:cs typeface="Times New Roman"/>
              </a:rPr>
              <a:t>im</a:t>
            </a:r>
            <a:r>
              <a:rPr sz="1700" spc="-2" dirty="0">
                <a:latin typeface="Times New Roman"/>
                <a:cs typeface="Times New Roman"/>
              </a:rPr>
              <a:t>a</a:t>
            </a:r>
            <a:r>
              <a:rPr sz="1700" dirty="0">
                <a:latin typeface="Times New Roman"/>
                <a:cs typeface="Times New Roman"/>
              </a:rPr>
              <a:t>ry </a:t>
            </a:r>
            <a:r>
              <a:rPr sz="1700" spc="-5" dirty="0">
                <a:latin typeface="Times New Roman"/>
                <a:cs typeface="Times New Roman"/>
              </a:rPr>
              <a:t>m</a:t>
            </a:r>
            <a:r>
              <a:rPr sz="1700" spc="-10" dirty="0">
                <a:latin typeface="Times New Roman"/>
                <a:cs typeface="Times New Roman"/>
              </a:rPr>
              <a:t>e</a:t>
            </a:r>
            <a:r>
              <a:rPr sz="1700" spc="-5" dirty="0">
                <a:latin typeface="Times New Roman"/>
                <a:cs typeface="Times New Roman"/>
              </a:rPr>
              <a:t>mory</a:t>
            </a:r>
            <a:r>
              <a:rPr sz="1700" spc="10" dirty="0">
                <a:latin typeface="Times New Roman"/>
                <a:cs typeface="Times New Roman"/>
              </a:rPr>
              <a:t> </a:t>
            </a:r>
            <a:r>
              <a:rPr sz="1700" spc="-7" dirty="0">
                <a:latin typeface="Times New Roman"/>
                <a:cs typeface="Times New Roman"/>
              </a:rPr>
              <a:t>ca</a:t>
            </a:r>
            <a:r>
              <a:rPr sz="1700" dirty="0">
                <a:latin typeface="Times New Roman"/>
                <a:cs typeface="Times New Roman"/>
              </a:rPr>
              <a:t>n </a:t>
            </a:r>
            <a:r>
              <a:rPr sz="1700" spc="-5" dirty="0">
                <a:latin typeface="Times New Roman"/>
                <a:cs typeface="Times New Roman"/>
              </a:rPr>
              <a:t>be</a:t>
            </a:r>
            <a:r>
              <a:rPr sz="1700" spc="2" dirty="0">
                <a:latin typeface="Times New Roman"/>
                <a:cs typeface="Times New Roman"/>
              </a:rPr>
              <a:t> </a:t>
            </a:r>
            <a:r>
              <a:rPr sz="1700" spc="-2" dirty="0">
                <a:latin typeface="Times New Roman"/>
                <a:cs typeface="Times New Roman"/>
              </a:rPr>
              <a:t>a</a:t>
            </a:r>
            <a:r>
              <a:rPr sz="1700" spc="-7" dirty="0">
                <a:latin typeface="Times New Roman"/>
                <a:cs typeface="Times New Roman"/>
              </a:rPr>
              <a:t>cce</a:t>
            </a:r>
            <a:r>
              <a:rPr sz="1700" spc="-2" dirty="0">
                <a:latin typeface="Times New Roman"/>
                <a:cs typeface="Times New Roman"/>
              </a:rPr>
              <a:t>s</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f</a:t>
            </a:r>
            <a:r>
              <a:rPr sz="1700" spc="-10" dirty="0">
                <a:latin typeface="Times New Roman"/>
                <a:cs typeface="Times New Roman"/>
              </a:rPr>
              <a:t>a</a:t>
            </a:r>
            <a:r>
              <a:rPr sz="1700" spc="-5" dirty="0">
                <a:latin typeface="Times New Roman"/>
                <a:cs typeface="Times New Roman"/>
              </a:rPr>
              <a:t>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th</a:t>
            </a:r>
            <a:r>
              <a:rPr sz="1700" spc="-7" dirty="0">
                <a:latin typeface="Times New Roman"/>
                <a:cs typeface="Times New Roman"/>
              </a:rPr>
              <a:t>a</a:t>
            </a:r>
            <a:r>
              <a:rPr sz="1700" dirty="0">
                <a:latin typeface="Times New Roman"/>
                <a:cs typeface="Times New Roman"/>
              </a:rPr>
              <a:t>n </a:t>
            </a:r>
            <a:r>
              <a:rPr sz="1700" spc="-2" dirty="0">
                <a:latin typeface="Times New Roman"/>
                <a:cs typeface="Times New Roman"/>
              </a:rPr>
              <a:t>se</a:t>
            </a:r>
            <a:r>
              <a:rPr sz="1700" spc="-7" dirty="0">
                <a:latin typeface="Times New Roman"/>
                <a:cs typeface="Times New Roman"/>
              </a:rPr>
              <a:t>c</a:t>
            </a:r>
            <a:r>
              <a:rPr sz="1700" dirty="0">
                <a:latin typeface="Times New Roman"/>
                <a:cs typeface="Times New Roman"/>
              </a:rPr>
              <a:t>on</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ry </a:t>
            </a:r>
            <a:r>
              <a:rPr sz="1700" spc="-2"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dirty="0">
                <a:latin typeface="Times New Roman"/>
                <a:cs typeface="Times New Roman"/>
              </a:rPr>
              <a:t>b</a:t>
            </a:r>
            <a:r>
              <a:rPr sz="1700" spc="2" dirty="0">
                <a:latin typeface="Times New Roman"/>
                <a:cs typeface="Times New Roman"/>
              </a:rPr>
              <a:t>u</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s</a:t>
            </a:r>
            <a:r>
              <a:rPr sz="1700" dirty="0">
                <a:latin typeface="Times New Roman"/>
                <a:cs typeface="Times New Roman"/>
              </a:rPr>
              <a:t>t</a:t>
            </a:r>
            <a:r>
              <a:rPr sz="1700" spc="-2" dirty="0">
                <a:latin typeface="Times New Roman"/>
                <a:cs typeface="Times New Roman"/>
              </a:rPr>
              <a:t>ill, </a:t>
            </a:r>
            <a:r>
              <a:rPr sz="1700" spc="-5" dirty="0">
                <a:latin typeface="Times New Roman"/>
                <a:cs typeface="Times New Roman"/>
              </a:rPr>
              <a:t>a</a:t>
            </a:r>
            <a:r>
              <a:rPr sz="1700" spc="-10" dirty="0">
                <a:latin typeface="Times New Roman"/>
                <a:cs typeface="Times New Roman"/>
              </a:rPr>
              <a:t>c</a:t>
            </a:r>
            <a:r>
              <a:rPr sz="1700" spc="-7" dirty="0">
                <a:latin typeface="Times New Roman"/>
                <a:cs typeface="Times New Roman"/>
              </a:rPr>
              <a:t>ce</a:t>
            </a:r>
            <a:r>
              <a:rPr sz="1700" spc="-2" dirty="0">
                <a:latin typeface="Times New Roman"/>
                <a:cs typeface="Times New Roman"/>
              </a:rPr>
              <a:t>s</a:t>
            </a:r>
            <a:r>
              <a:rPr sz="1700" dirty="0">
                <a:latin typeface="Times New Roman"/>
                <a:cs typeface="Times New Roman"/>
              </a:rPr>
              <a:t>s </a:t>
            </a:r>
            <a:r>
              <a:rPr sz="1700" spc="-5" dirty="0">
                <a:latin typeface="Times New Roman"/>
                <a:cs typeface="Times New Roman"/>
              </a:rPr>
              <a:t>tim</a:t>
            </a:r>
            <a:r>
              <a:rPr sz="1700" spc="-7" dirty="0">
                <a:latin typeface="Times New Roman"/>
                <a:cs typeface="Times New Roman"/>
              </a:rPr>
              <a:t>e</a:t>
            </a:r>
            <a:r>
              <a:rPr sz="1700" dirty="0">
                <a:latin typeface="Times New Roman"/>
                <a:cs typeface="Times New Roman"/>
              </a:rPr>
              <a:t>s of</a:t>
            </a:r>
            <a:r>
              <a:rPr sz="1700" spc="-14" dirty="0">
                <a:latin typeface="Times New Roman"/>
                <a:cs typeface="Times New Roman"/>
              </a:rPr>
              <a:t> </a:t>
            </a:r>
            <a:r>
              <a:rPr sz="1700" spc="-5" dirty="0">
                <a:latin typeface="Times New Roman"/>
                <a:cs typeface="Times New Roman"/>
              </a:rPr>
              <a:t>prim</a:t>
            </a:r>
            <a:r>
              <a:rPr sz="1700" spc="-7" dirty="0">
                <a:latin typeface="Times New Roman"/>
                <a:cs typeface="Times New Roman"/>
              </a:rPr>
              <a:t>a</a:t>
            </a:r>
            <a:r>
              <a:rPr sz="1700" dirty="0">
                <a:latin typeface="Times New Roman"/>
                <a:cs typeface="Times New Roman"/>
              </a:rPr>
              <a:t>ry</a:t>
            </a:r>
            <a:r>
              <a:rPr sz="1700" spc="-10"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7" dirty="0">
                <a:latin typeface="Times New Roman"/>
                <a:cs typeface="Times New Roman"/>
              </a:rPr>
              <a:t> a</a:t>
            </a:r>
            <a:r>
              <a:rPr sz="1700" spc="-2" dirty="0">
                <a:latin typeface="Times New Roman"/>
                <a:cs typeface="Times New Roman"/>
              </a:rPr>
              <a:t>re</a:t>
            </a:r>
            <a:r>
              <a:rPr sz="1700" spc="-12" dirty="0">
                <a:latin typeface="Times New Roman"/>
                <a:cs typeface="Times New Roman"/>
              </a:rPr>
              <a:t> </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ll</a:t>
            </a:r>
            <a:r>
              <a:rPr sz="1700" dirty="0">
                <a:latin typeface="Times New Roman"/>
                <a:cs typeface="Times New Roman"/>
              </a:rPr>
              <a:t>y</a:t>
            </a:r>
            <a:r>
              <a:rPr sz="1700" spc="-12" dirty="0">
                <a:latin typeface="Times New Roman"/>
                <a:cs typeface="Times New Roman"/>
              </a:rPr>
              <a:t> </a:t>
            </a:r>
            <a:r>
              <a:rPr sz="1700" spc="-2" dirty="0">
                <a:latin typeface="Times New Roman"/>
                <a:cs typeface="Times New Roman"/>
              </a:rPr>
              <a:t>in</a:t>
            </a:r>
            <a:r>
              <a:rPr sz="1700" spc="-7" dirty="0">
                <a:latin typeface="Times New Roman"/>
                <a:cs typeface="Times New Roman"/>
              </a:rPr>
              <a:t> </a:t>
            </a:r>
            <a:r>
              <a:rPr sz="1700" spc="-2" dirty="0">
                <a:latin typeface="Times New Roman"/>
                <a:cs typeface="Times New Roman"/>
              </a:rPr>
              <a:t>f</a:t>
            </a:r>
            <a:r>
              <a:rPr sz="1700" spc="-10" dirty="0">
                <a:latin typeface="Times New Roman"/>
                <a:cs typeface="Times New Roman"/>
              </a:rPr>
              <a:t>e</a:t>
            </a:r>
            <a:r>
              <a:rPr sz="1700" dirty="0">
                <a:latin typeface="Times New Roman"/>
                <a:cs typeface="Times New Roman"/>
              </a:rPr>
              <a:t>w</a:t>
            </a:r>
            <a:r>
              <a:rPr sz="1700" spc="-10" dirty="0">
                <a:latin typeface="Times New Roman"/>
                <a:cs typeface="Times New Roman"/>
              </a:rPr>
              <a:t> </a:t>
            </a:r>
            <a:r>
              <a:rPr sz="1700" spc="-5" dirty="0">
                <a:latin typeface="Times New Roman"/>
                <a:cs typeface="Times New Roman"/>
              </a:rPr>
              <a:t>mi</a:t>
            </a:r>
            <a:r>
              <a:rPr sz="1700" spc="-7" dirty="0">
                <a:latin typeface="Times New Roman"/>
                <a:cs typeface="Times New Roman"/>
              </a:rPr>
              <a:t>c</a:t>
            </a:r>
            <a:r>
              <a:rPr sz="1700" dirty="0">
                <a:latin typeface="Times New Roman"/>
                <a:cs typeface="Times New Roman"/>
              </a:rPr>
              <a:t>rose</a:t>
            </a:r>
            <a:r>
              <a:rPr sz="1700" spc="-2" dirty="0">
                <a:latin typeface="Times New Roman"/>
                <a:cs typeface="Times New Roman"/>
              </a:rPr>
              <a:t>c</a:t>
            </a:r>
            <a:r>
              <a:rPr sz="1700" dirty="0">
                <a:latin typeface="Times New Roman"/>
                <a:cs typeface="Times New Roman"/>
              </a:rPr>
              <a:t>onds,</a:t>
            </a:r>
            <a:r>
              <a:rPr sz="1700" spc="-12"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spc="2" dirty="0">
                <a:latin typeface="Times New Roman"/>
                <a:cs typeface="Times New Roman"/>
              </a:rPr>
              <a:t>r</a:t>
            </a:r>
            <a:r>
              <a:rPr sz="1700" spc="-7" dirty="0">
                <a:latin typeface="Times New Roman"/>
                <a:cs typeface="Times New Roman"/>
              </a:rPr>
              <a:t>ea</a:t>
            </a:r>
            <a:r>
              <a:rPr sz="1700" dirty="0">
                <a:latin typeface="Times New Roman"/>
                <a:cs typeface="Times New Roman"/>
              </a:rPr>
              <a:t>s</a:t>
            </a:r>
            <a:r>
              <a:rPr sz="1700" spc="-12" dirty="0">
                <a:latin typeface="Times New Roman"/>
                <a:cs typeface="Times New Roman"/>
              </a:rPr>
              <a:t> </a:t>
            </a:r>
            <a:r>
              <a:rPr sz="1700" spc="-5" dirty="0">
                <a:latin typeface="Times New Roman"/>
                <a:cs typeface="Times New Roman"/>
              </a:rPr>
              <a:t>C</a:t>
            </a:r>
            <a:r>
              <a:rPr sz="1700" dirty="0">
                <a:latin typeface="Times New Roman"/>
                <a:cs typeface="Times New Roman"/>
              </a:rPr>
              <a:t>PU</a:t>
            </a:r>
            <a:r>
              <a:rPr sz="1700" spc="-14"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ble</a:t>
            </a:r>
            <a:r>
              <a:rPr sz="1700" spc="-14"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a:t>
            </a:r>
            <a:r>
              <a:rPr sz="1700" dirty="0">
                <a:latin typeface="Times New Roman"/>
                <a:cs typeface="Times New Roman"/>
              </a:rPr>
              <a:t>fo</a:t>
            </a:r>
            <a:r>
              <a:rPr sz="1700" spc="-5" dirty="0">
                <a:latin typeface="Times New Roman"/>
                <a:cs typeface="Times New Roman"/>
              </a:rPr>
              <a:t>rmi</a:t>
            </a:r>
            <a:r>
              <a:rPr sz="1700" dirty="0">
                <a:latin typeface="Times New Roman"/>
                <a:cs typeface="Times New Roman"/>
              </a:rPr>
              <a:t>ng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ons </a:t>
            </a:r>
            <a:r>
              <a:rPr sz="1700" spc="-65" dirty="0">
                <a:latin typeface="Times New Roman"/>
                <a:cs typeface="Times New Roman"/>
              </a:rPr>
              <a:t> </a:t>
            </a:r>
            <a:r>
              <a:rPr sz="1700" spc="-2" dirty="0">
                <a:latin typeface="Times New Roman"/>
                <a:cs typeface="Times New Roman"/>
              </a:rPr>
              <a:t>in</a:t>
            </a:r>
            <a:r>
              <a:rPr sz="1700" dirty="0">
                <a:latin typeface="Times New Roman"/>
                <a:cs typeface="Times New Roman"/>
              </a:rPr>
              <a:t> </a:t>
            </a:r>
            <a:r>
              <a:rPr sz="1700" spc="-65" dirty="0">
                <a:latin typeface="Times New Roman"/>
                <a:cs typeface="Times New Roman"/>
              </a:rPr>
              <a:t> </a:t>
            </a:r>
            <a:r>
              <a:rPr sz="1700" spc="-5" dirty="0">
                <a:latin typeface="Times New Roman"/>
                <a:cs typeface="Times New Roman"/>
              </a:rPr>
              <a:t>n</a:t>
            </a:r>
            <a:r>
              <a:rPr sz="1700" spc="-7" dirty="0">
                <a:latin typeface="Times New Roman"/>
                <a:cs typeface="Times New Roman"/>
              </a:rPr>
              <a:t>a</a:t>
            </a:r>
            <a:r>
              <a:rPr sz="1700" dirty="0">
                <a:latin typeface="Times New Roman"/>
                <a:cs typeface="Times New Roman"/>
              </a:rPr>
              <a:t>nos</a:t>
            </a:r>
            <a:r>
              <a:rPr sz="1700" spc="-2" dirty="0">
                <a:latin typeface="Times New Roman"/>
                <a:cs typeface="Times New Roman"/>
              </a:rPr>
              <a:t>e</a:t>
            </a:r>
            <a:r>
              <a:rPr sz="1700" spc="-7" dirty="0">
                <a:latin typeface="Times New Roman"/>
                <a:cs typeface="Times New Roman"/>
              </a:rPr>
              <a:t>c</a:t>
            </a:r>
            <a:r>
              <a:rPr sz="1700" dirty="0">
                <a:latin typeface="Times New Roman"/>
                <a:cs typeface="Times New Roman"/>
              </a:rPr>
              <a:t>o</a:t>
            </a:r>
            <a:r>
              <a:rPr sz="1700" spc="5" dirty="0">
                <a:latin typeface="Times New Roman"/>
                <a:cs typeface="Times New Roman"/>
              </a:rPr>
              <a:t>n</a:t>
            </a:r>
            <a:r>
              <a:rPr sz="1700" dirty="0">
                <a:latin typeface="Times New Roman"/>
                <a:cs typeface="Times New Roman"/>
              </a:rPr>
              <a:t>ds. </a:t>
            </a:r>
            <a:r>
              <a:rPr sz="1700" spc="-65" dirty="0">
                <a:latin typeface="Times New Roman"/>
                <a:cs typeface="Times New Roman"/>
              </a:rPr>
              <a:t> </a:t>
            </a:r>
            <a:r>
              <a:rPr sz="1700" spc="-2" dirty="0">
                <a:latin typeface="Times New Roman"/>
                <a:cs typeface="Times New Roman"/>
              </a:rPr>
              <a:t>Du</a:t>
            </a:r>
            <a:r>
              <a:rPr sz="1700" dirty="0">
                <a:latin typeface="Times New Roman"/>
                <a:cs typeface="Times New Roman"/>
              </a:rPr>
              <a:t>e </a:t>
            </a:r>
            <a:r>
              <a:rPr sz="1700" spc="-67"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65"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67" dirty="0">
                <a:latin typeface="Times New Roman"/>
                <a:cs typeface="Times New Roman"/>
              </a:rPr>
              <a:t> </a:t>
            </a:r>
            <a:r>
              <a:rPr sz="1700" spc="-5" dirty="0">
                <a:latin typeface="Times New Roman"/>
                <a:cs typeface="Times New Roman"/>
              </a:rPr>
              <a:t>time</a:t>
            </a:r>
            <a:r>
              <a:rPr sz="1700" dirty="0">
                <a:latin typeface="Times New Roman"/>
                <a:cs typeface="Times New Roman"/>
              </a:rPr>
              <a:t> </a:t>
            </a:r>
            <a:r>
              <a:rPr sz="1700" spc="-67" dirty="0">
                <a:latin typeface="Times New Roman"/>
                <a:cs typeface="Times New Roman"/>
              </a:rPr>
              <a:t> </a:t>
            </a:r>
            <a:r>
              <a:rPr sz="1700" spc="-2" dirty="0">
                <a:latin typeface="Times New Roman"/>
                <a:cs typeface="Times New Roman"/>
              </a:rPr>
              <a:t>lag</a:t>
            </a:r>
            <a:r>
              <a:rPr sz="1700" dirty="0">
                <a:latin typeface="Times New Roman"/>
                <a:cs typeface="Times New Roman"/>
              </a:rPr>
              <a:t> </a:t>
            </a:r>
            <a:r>
              <a:rPr sz="1700" spc="-72"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7" dirty="0">
                <a:latin typeface="Times New Roman"/>
                <a:cs typeface="Times New Roman"/>
              </a:rPr>
              <a:t>ee</a:t>
            </a:r>
            <a:r>
              <a:rPr sz="1700" dirty="0">
                <a:latin typeface="Times New Roman"/>
                <a:cs typeface="Times New Roman"/>
              </a:rPr>
              <a:t>n </a:t>
            </a:r>
            <a:r>
              <a:rPr sz="1700" spc="-65" dirty="0">
                <a:latin typeface="Times New Roman"/>
                <a:cs typeface="Times New Roman"/>
              </a:rPr>
              <a:t> </a:t>
            </a:r>
            <a:r>
              <a:rPr sz="1700" spc="-2" dirty="0">
                <a:latin typeface="Times New Roman"/>
                <a:cs typeface="Times New Roman"/>
              </a:rPr>
              <a:t>a</a:t>
            </a:r>
            <a:r>
              <a:rPr sz="1700" spc="-7" dirty="0">
                <a:latin typeface="Times New Roman"/>
                <a:cs typeface="Times New Roman"/>
              </a:rPr>
              <a:t>cce</a:t>
            </a:r>
            <a:r>
              <a:rPr sz="1700" spc="-2" dirty="0">
                <a:latin typeface="Times New Roman"/>
                <a:cs typeface="Times New Roman"/>
              </a:rPr>
              <a:t>ss</a:t>
            </a:r>
            <a:r>
              <a:rPr sz="1700" dirty="0">
                <a:latin typeface="Times New Roman"/>
                <a:cs typeface="Times New Roman"/>
              </a:rPr>
              <a:t>ing </a:t>
            </a:r>
            <a:r>
              <a:rPr sz="1700" spc="-65"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60"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51" dirty="0">
                <a:latin typeface="Times New Roman"/>
                <a:cs typeface="Times New Roman"/>
              </a:rPr>
              <a:t> </a:t>
            </a:r>
            <a:r>
              <a:rPr sz="1700" spc="-7" dirty="0">
                <a:latin typeface="Times New Roman"/>
                <a:cs typeface="Times New Roman"/>
              </a:rPr>
              <a:t>ac</a:t>
            </a:r>
            <a:r>
              <a:rPr sz="1700" spc="-2" dirty="0">
                <a:latin typeface="Times New Roman"/>
                <a:cs typeface="Times New Roman"/>
              </a:rPr>
              <a:t>ti</a:t>
            </a:r>
            <a:r>
              <a:rPr sz="1700" dirty="0">
                <a:latin typeface="Times New Roman"/>
                <a:cs typeface="Times New Roman"/>
              </a:rPr>
              <a:t>ng </a:t>
            </a:r>
            <a:r>
              <a:rPr sz="1700" spc="-65" dirty="0">
                <a:latin typeface="Times New Roman"/>
                <a:cs typeface="Times New Roman"/>
              </a:rPr>
              <a:t> </a:t>
            </a:r>
            <a:r>
              <a:rPr sz="1700" dirty="0">
                <a:latin typeface="Times New Roman"/>
                <a:cs typeface="Times New Roman"/>
              </a:rPr>
              <a:t>of </a:t>
            </a:r>
            <a:r>
              <a:rPr sz="1700" spc="-67"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 </a:t>
            </a:r>
            <a:r>
              <a:rPr sz="1700" spc="-5" dirty="0">
                <a:latin typeface="Times New Roman"/>
                <a:cs typeface="Times New Roman"/>
              </a:rPr>
              <a:t>p</a:t>
            </a:r>
            <a:r>
              <a:rPr sz="1700" spc="-7" dirty="0">
                <a:latin typeface="Times New Roman"/>
                <a:cs typeface="Times New Roman"/>
              </a:rPr>
              <a:t>e</a:t>
            </a:r>
            <a:r>
              <a:rPr sz="1700" dirty="0">
                <a:latin typeface="Times New Roman"/>
                <a:cs typeface="Times New Roman"/>
              </a:rPr>
              <a:t>r</a:t>
            </a:r>
            <a:r>
              <a:rPr sz="1700" spc="-5" dirty="0">
                <a:latin typeface="Times New Roman"/>
                <a:cs typeface="Times New Roman"/>
              </a:rPr>
              <a:t>form</a:t>
            </a:r>
            <a:r>
              <a:rPr sz="1700" spc="-10" dirty="0">
                <a:latin typeface="Times New Roman"/>
                <a:cs typeface="Times New Roman"/>
              </a:rPr>
              <a:t>a</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14" dirty="0">
                <a:latin typeface="Times New Roman"/>
                <a:cs typeface="Times New Roman"/>
              </a:rPr>
              <a:t> </a:t>
            </a:r>
            <a:r>
              <a:rPr sz="1700" dirty="0">
                <a:latin typeface="Times New Roman"/>
                <a:cs typeface="Times New Roman"/>
              </a:rPr>
              <a:t>of</a:t>
            </a:r>
            <a:r>
              <a:rPr sz="1700" spc="-19"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22"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2" dirty="0">
                <a:latin typeface="Times New Roman"/>
                <a:cs typeface="Times New Roman"/>
              </a:rPr>
              <a:t>e</a:t>
            </a:r>
            <a:r>
              <a:rPr sz="1700" spc="-5" dirty="0">
                <a:latin typeface="Times New Roman"/>
                <a:cs typeface="Times New Roman"/>
              </a:rPr>
              <a:t>m</a:t>
            </a:r>
            <a:r>
              <a:rPr sz="1700" spc="-17" dirty="0">
                <a:latin typeface="Times New Roman"/>
                <a:cs typeface="Times New Roman"/>
              </a:rPr>
              <a:t> </a:t>
            </a:r>
            <a:r>
              <a:rPr sz="1700" spc="-5" dirty="0">
                <a:latin typeface="Times New Roman"/>
                <a:cs typeface="Times New Roman"/>
              </a:rPr>
              <a:t>d</a:t>
            </a:r>
            <a:r>
              <a:rPr sz="1700" spc="-7" dirty="0">
                <a:latin typeface="Times New Roman"/>
                <a:cs typeface="Times New Roman"/>
              </a:rPr>
              <a:t>ec</a:t>
            </a:r>
            <a:r>
              <a:rPr sz="1700" spc="2" dirty="0">
                <a:latin typeface="Times New Roman"/>
                <a:cs typeface="Times New Roman"/>
              </a:rPr>
              <a:t>r</a:t>
            </a:r>
            <a:r>
              <a:rPr sz="1700" spc="-7" dirty="0">
                <a:latin typeface="Times New Roman"/>
                <a:cs typeface="Times New Roman"/>
              </a:rPr>
              <a:t>ea</a:t>
            </a:r>
            <a:r>
              <a:rPr sz="1700" spc="-2" dirty="0">
                <a:latin typeface="Times New Roman"/>
                <a:cs typeface="Times New Roman"/>
              </a:rPr>
              <a:t>se</a:t>
            </a:r>
            <a:r>
              <a:rPr sz="1700" dirty="0">
                <a:latin typeface="Times New Roman"/>
                <a:cs typeface="Times New Roman"/>
              </a:rPr>
              <a:t>s</a:t>
            </a:r>
            <a:r>
              <a:rPr sz="1700" spc="-12"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12"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5" dirty="0">
                <a:latin typeface="Times New Roman"/>
                <a:cs typeface="Times New Roman"/>
              </a:rPr>
              <a:t>C</a:t>
            </a:r>
            <a:r>
              <a:rPr sz="1700" dirty="0">
                <a:latin typeface="Times New Roman"/>
                <a:cs typeface="Times New Roman"/>
              </a:rPr>
              <a:t>PU</a:t>
            </a:r>
            <a:r>
              <a:rPr sz="1700" spc="-19" dirty="0">
                <a:latin typeface="Times New Roman"/>
                <a:cs typeface="Times New Roman"/>
              </a:rPr>
              <a:t> </a:t>
            </a:r>
            <a:r>
              <a:rPr sz="1700" dirty="0">
                <a:latin typeface="Times New Roman"/>
                <a:cs typeface="Times New Roman"/>
              </a:rPr>
              <a:t>is</a:t>
            </a:r>
            <a:r>
              <a:rPr sz="1700" spc="-17" dirty="0">
                <a:latin typeface="Times New Roman"/>
                <a:cs typeface="Times New Roman"/>
              </a:rPr>
              <a:t> </a:t>
            </a:r>
            <a:r>
              <a:rPr sz="1700" spc="-5" dirty="0">
                <a:latin typeface="Times New Roman"/>
                <a:cs typeface="Times New Roman"/>
              </a:rPr>
              <a:t>not</a:t>
            </a:r>
            <a:r>
              <a:rPr sz="1700" spc="-17" dirty="0">
                <a:latin typeface="Times New Roman"/>
                <a:cs typeface="Times New Roman"/>
              </a:rPr>
              <a:t> </a:t>
            </a:r>
            <a:r>
              <a:rPr sz="1700" spc="-2" dirty="0">
                <a:latin typeface="Times New Roman"/>
                <a:cs typeface="Times New Roman"/>
              </a:rPr>
              <a:t>utili</a:t>
            </a:r>
            <a:r>
              <a:rPr sz="1700" spc="-7" dirty="0">
                <a:latin typeface="Times New Roman"/>
                <a:cs typeface="Times New Roman"/>
              </a:rPr>
              <a:t>ze</a:t>
            </a:r>
            <a:r>
              <a:rPr sz="1700" dirty="0">
                <a:latin typeface="Times New Roman"/>
                <a:cs typeface="Times New Roman"/>
              </a:rPr>
              <a:t>d</a:t>
            </a:r>
            <a:r>
              <a:rPr sz="1700" spc="-19" dirty="0">
                <a:latin typeface="Times New Roman"/>
                <a:cs typeface="Times New Roman"/>
              </a:rPr>
              <a:t> </a:t>
            </a:r>
            <a:r>
              <a:rPr sz="1700" dirty="0">
                <a:latin typeface="Times New Roman"/>
                <a:cs typeface="Times New Roman"/>
              </a:rPr>
              <a:t>pro</a:t>
            </a:r>
            <a:r>
              <a:rPr sz="1700" spc="2" dirty="0">
                <a:latin typeface="Times New Roman"/>
                <a:cs typeface="Times New Roman"/>
              </a:rPr>
              <a:t>p</a:t>
            </a:r>
            <a:r>
              <a:rPr sz="1700" spc="-7" dirty="0">
                <a:latin typeface="Times New Roman"/>
                <a:cs typeface="Times New Roman"/>
              </a:rPr>
              <a:t>e</a:t>
            </a:r>
            <a:r>
              <a:rPr sz="1700" spc="-2" dirty="0">
                <a:latin typeface="Times New Roman"/>
                <a:cs typeface="Times New Roman"/>
              </a:rPr>
              <a:t>rly,</a:t>
            </a:r>
            <a:r>
              <a:rPr sz="1700" spc="-19" dirty="0">
                <a:latin typeface="Times New Roman"/>
                <a:cs typeface="Times New Roman"/>
              </a:rPr>
              <a:t> </a:t>
            </a:r>
            <a:r>
              <a:rPr sz="1700" spc="-2" dirty="0">
                <a:latin typeface="Times New Roman"/>
                <a:cs typeface="Times New Roman"/>
              </a:rPr>
              <a:t>it</a:t>
            </a:r>
            <a:r>
              <a:rPr sz="1700" spc="-12" dirty="0">
                <a:latin typeface="Times New Roman"/>
                <a:cs typeface="Times New Roman"/>
              </a:rPr>
              <a:t> </a:t>
            </a:r>
            <a:r>
              <a:rPr sz="1700" spc="-5" dirty="0">
                <a:latin typeface="Times New Roman"/>
                <a:cs typeface="Times New Roman"/>
              </a:rPr>
              <a:t>may</a:t>
            </a:r>
            <a:r>
              <a:rPr sz="1700" spc="-19"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m</a:t>
            </a:r>
            <a:r>
              <a:rPr sz="1700" spc="-7" dirty="0">
                <a:latin typeface="Times New Roman"/>
                <a:cs typeface="Times New Roman"/>
              </a:rPr>
              <a:t>a</a:t>
            </a:r>
            <a:r>
              <a:rPr sz="1700" spc="-2" dirty="0">
                <a:latin typeface="Times New Roman"/>
                <a:cs typeface="Times New Roman"/>
              </a:rPr>
              <a:t>in</a:t>
            </a:r>
            <a:r>
              <a:rPr sz="1700" spc="-17" dirty="0">
                <a:latin typeface="Times New Roman"/>
                <a:cs typeface="Times New Roman"/>
              </a:rPr>
              <a:t> </a:t>
            </a:r>
            <a:r>
              <a:rPr sz="1700" spc="-2" dirty="0">
                <a:latin typeface="Times New Roman"/>
                <a:cs typeface="Times New Roman"/>
              </a:rPr>
              <a:t>idle</a:t>
            </a:r>
            <a:r>
              <a:rPr sz="1700" spc="-22" dirty="0">
                <a:latin typeface="Times New Roman"/>
                <a:cs typeface="Times New Roman"/>
              </a:rPr>
              <a:t> </a:t>
            </a:r>
            <a:r>
              <a:rPr sz="1700" dirty="0">
                <a:latin typeface="Times New Roman"/>
                <a:cs typeface="Times New Roman"/>
              </a:rPr>
              <a:t>f</a:t>
            </a:r>
            <a:r>
              <a:rPr sz="1700" spc="2" dirty="0">
                <a:latin typeface="Times New Roman"/>
                <a:cs typeface="Times New Roman"/>
              </a:rPr>
              <a:t>o</a:t>
            </a:r>
            <a:r>
              <a:rPr sz="1700" dirty="0">
                <a:latin typeface="Times New Roman"/>
                <a:cs typeface="Times New Roman"/>
              </a:rPr>
              <a:t>r </a:t>
            </a:r>
            <a:r>
              <a:rPr sz="1700" spc="-7" dirty="0">
                <a:latin typeface="Times New Roman"/>
                <a:cs typeface="Times New Roman"/>
              </a:rPr>
              <a:t>som</a:t>
            </a:r>
            <a:r>
              <a:rPr sz="1700" spc="-5" dirty="0">
                <a:latin typeface="Times New Roman"/>
                <a:cs typeface="Times New Roman"/>
              </a:rPr>
              <a:t>e</a:t>
            </a:r>
            <a:r>
              <a:rPr sz="1700" spc="22" dirty="0">
                <a:latin typeface="Times New Roman"/>
                <a:cs typeface="Times New Roman"/>
              </a:rPr>
              <a:t> </a:t>
            </a:r>
            <a:r>
              <a:rPr sz="1700" spc="-2" dirty="0">
                <a:latin typeface="Times New Roman"/>
                <a:cs typeface="Times New Roman"/>
              </a:rPr>
              <a:t>time.</a:t>
            </a:r>
            <a:r>
              <a:rPr sz="1700" spc="26" dirty="0">
                <a:latin typeface="Times New Roman"/>
                <a:cs typeface="Times New Roman"/>
              </a:rPr>
              <a:t> </a:t>
            </a:r>
            <a:r>
              <a:rPr sz="1700" spc="-10" dirty="0">
                <a:latin typeface="Times New Roman"/>
                <a:cs typeface="Times New Roman"/>
              </a:rPr>
              <a:t>I</a:t>
            </a:r>
            <a:r>
              <a:rPr sz="1700" dirty="0">
                <a:latin typeface="Times New Roman"/>
                <a:cs typeface="Times New Roman"/>
              </a:rPr>
              <a:t>n</a:t>
            </a:r>
            <a:r>
              <a:rPr sz="1700" spc="26" dirty="0">
                <a:latin typeface="Times New Roman"/>
                <a:cs typeface="Times New Roman"/>
              </a:rPr>
              <a:t> </a:t>
            </a:r>
            <a:r>
              <a:rPr sz="1700" spc="-5" dirty="0">
                <a:latin typeface="Times New Roman"/>
                <a:cs typeface="Times New Roman"/>
              </a:rPr>
              <a:t>orde</a:t>
            </a:r>
            <a:r>
              <a:rPr sz="1700" dirty="0">
                <a:latin typeface="Times New Roman"/>
                <a:cs typeface="Times New Roman"/>
              </a:rPr>
              <a:t>r</a:t>
            </a:r>
            <a:r>
              <a:rPr sz="1700" spc="19" dirty="0">
                <a:latin typeface="Times New Roman"/>
                <a:cs typeface="Times New Roman"/>
              </a:rPr>
              <a:t> </a:t>
            </a:r>
            <a:r>
              <a:rPr sz="1700" spc="-2" dirty="0">
                <a:latin typeface="Times New Roman"/>
                <a:cs typeface="Times New Roman"/>
              </a:rPr>
              <a:t>to</a:t>
            </a:r>
            <a:r>
              <a:rPr sz="1700" spc="22" dirty="0">
                <a:latin typeface="Times New Roman"/>
                <a:cs typeface="Times New Roman"/>
              </a:rPr>
              <a:t> </a:t>
            </a:r>
            <a:r>
              <a:rPr sz="1700" dirty="0">
                <a:latin typeface="Times New Roman"/>
                <a:cs typeface="Times New Roman"/>
              </a:rPr>
              <a:t>m</a:t>
            </a:r>
            <a:r>
              <a:rPr sz="1700" spc="-2" dirty="0">
                <a:latin typeface="Times New Roman"/>
                <a:cs typeface="Times New Roman"/>
              </a:rPr>
              <a:t>inimi</a:t>
            </a:r>
            <a:r>
              <a:rPr sz="1700" spc="-7" dirty="0">
                <a:latin typeface="Times New Roman"/>
                <a:cs typeface="Times New Roman"/>
              </a:rPr>
              <a:t>z</a:t>
            </a:r>
            <a:r>
              <a:rPr sz="1700" spc="-5" dirty="0">
                <a:latin typeface="Times New Roman"/>
                <a:cs typeface="Times New Roman"/>
              </a:rPr>
              <a:t>e</a:t>
            </a:r>
            <a:r>
              <a:rPr sz="1700" spc="19" dirty="0">
                <a:latin typeface="Times New Roman"/>
                <a:cs typeface="Times New Roman"/>
              </a:rPr>
              <a:t> </a:t>
            </a:r>
            <a:r>
              <a:rPr sz="1700" spc="-2" dirty="0">
                <a:latin typeface="Times New Roman"/>
                <a:cs typeface="Times New Roman"/>
              </a:rPr>
              <a:t>thi</a:t>
            </a:r>
            <a:r>
              <a:rPr sz="1700" dirty="0">
                <a:latin typeface="Times New Roman"/>
                <a:cs typeface="Times New Roman"/>
              </a:rPr>
              <a:t>s</a:t>
            </a:r>
            <a:r>
              <a:rPr sz="1700" spc="22" dirty="0">
                <a:latin typeface="Times New Roman"/>
                <a:cs typeface="Times New Roman"/>
              </a:rPr>
              <a:t> </a:t>
            </a:r>
            <a:r>
              <a:rPr sz="1700" spc="-5" dirty="0">
                <a:latin typeface="Times New Roman"/>
                <a:cs typeface="Times New Roman"/>
              </a:rPr>
              <a:t>time</a:t>
            </a:r>
            <a:r>
              <a:rPr sz="1700" spc="19" dirty="0">
                <a:latin typeface="Times New Roman"/>
                <a:cs typeface="Times New Roman"/>
              </a:rPr>
              <a:t> </a:t>
            </a:r>
            <a:r>
              <a:rPr sz="1700" spc="-5" dirty="0">
                <a:latin typeface="Times New Roman"/>
                <a:cs typeface="Times New Roman"/>
              </a:rPr>
              <a:t>g</a:t>
            </a:r>
            <a:r>
              <a:rPr sz="1700" spc="-7" dirty="0">
                <a:latin typeface="Times New Roman"/>
                <a:cs typeface="Times New Roman"/>
              </a:rPr>
              <a:t>a</a:t>
            </a:r>
            <a:r>
              <a:rPr sz="1700" dirty="0">
                <a:latin typeface="Times New Roman"/>
                <a:cs typeface="Times New Roman"/>
              </a:rPr>
              <a:t>p</a:t>
            </a:r>
            <a:r>
              <a:rPr sz="1700" spc="22" dirty="0">
                <a:latin typeface="Times New Roman"/>
                <a:cs typeface="Times New Roman"/>
              </a:rPr>
              <a:t> </a:t>
            </a:r>
            <a:r>
              <a:rPr sz="1700" spc="5" dirty="0">
                <a:latin typeface="Times New Roman"/>
                <a:cs typeface="Times New Roman"/>
              </a:rPr>
              <a:t>n</a:t>
            </a:r>
            <a:r>
              <a:rPr sz="1700" spc="-2" dirty="0">
                <a:latin typeface="Times New Roman"/>
                <a:cs typeface="Times New Roman"/>
              </a:rPr>
              <a:t>e</a:t>
            </a:r>
            <a:r>
              <a:rPr sz="1700" dirty="0">
                <a:latin typeface="Times New Roman"/>
                <a:cs typeface="Times New Roman"/>
              </a:rPr>
              <a:t>w</a:t>
            </a:r>
            <a:r>
              <a:rPr sz="1700" spc="19" dirty="0">
                <a:latin typeface="Times New Roman"/>
                <a:cs typeface="Times New Roman"/>
              </a:rPr>
              <a:t> </a:t>
            </a:r>
            <a:r>
              <a:rPr sz="1700" spc="-2" dirty="0">
                <a:latin typeface="Times New Roman"/>
                <a:cs typeface="Times New Roman"/>
              </a:rPr>
              <a:t>se</a:t>
            </a:r>
            <a:r>
              <a:rPr sz="1700" spc="-5" dirty="0">
                <a:latin typeface="Times New Roman"/>
                <a:cs typeface="Times New Roman"/>
              </a:rPr>
              <a:t>gment</a:t>
            </a:r>
            <a:r>
              <a:rPr sz="1700" spc="22" dirty="0">
                <a:latin typeface="Times New Roman"/>
                <a:cs typeface="Times New Roman"/>
              </a:rPr>
              <a:t> </a:t>
            </a:r>
            <a:r>
              <a:rPr sz="1700" spc="5" dirty="0">
                <a:latin typeface="Times New Roman"/>
                <a:cs typeface="Times New Roman"/>
              </a:rPr>
              <a:t>o</a:t>
            </a:r>
            <a:r>
              <a:rPr sz="1700" dirty="0">
                <a:latin typeface="Times New Roman"/>
                <a:cs typeface="Times New Roman"/>
              </a:rPr>
              <a:t>f</a:t>
            </a:r>
            <a:r>
              <a:rPr sz="1700" spc="19" dirty="0">
                <a:latin typeface="Times New Roman"/>
                <a:cs typeface="Times New Roman"/>
              </a:rPr>
              <a:t> </a:t>
            </a:r>
            <a:r>
              <a:rPr sz="1700" spc="-5" dirty="0">
                <a:latin typeface="Times New Roman"/>
                <a:cs typeface="Times New Roman"/>
              </a:rPr>
              <a:t>mem</a:t>
            </a:r>
            <a:r>
              <a:rPr sz="1700" dirty="0">
                <a:latin typeface="Times New Roman"/>
                <a:cs typeface="Times New Roman"/>
              </a:rPr>
              <a:t>ory</a:t>
            </a:r>
            <a:r>
              <a:rPr sz="1700" spc="19" dirty="0">
                <a:latin typeface="Times New Roman"/>
                <a:cs typeface="Times New Roman"/>
              </a:rPr>
              <a:t> </a:t>
            </a:r>
            <a:r>
              <a:rPr sz="1700" spc="-2" dirty="0">
                <a:latin typeface="Times New Roman"/>
                <a:cs typeface="Times New Roman"/>
              </a:rPr>
              <a:t>is</a:t>
            </a:r>
            <a:r>
              <a:rPr sz="1700" spc="34" dirty="0">
                <a:latin typeface="Times New Roman"/>
                <a:cs typeface="Times New Roman"/>
              </a:rPr>
              <a:t> </a:t>
            </a:r>
            <a:r>
              <a:rPr sz="1700" spc="-10" dirty="0">
                <a:latin typeface="Times New Roman"/>
                <a:cs typeface="Times New Roman"/>
              </a:rPr>
              <a:t>I</a:t>
            </a:r>
            <a:r>
              <a:rPr sz="1700" spc="-5" dirty="0">
                <a:latin typeface="Times New Roman"/>
                <a:cs typeface="Times New Roman"/>
              </a:rPr>
              <a:t>ntrodu</a:t>
            </a:r>
            <a:r>
              <a:rPr sz="1700" spc="-2" dirty="0">
                <a:latin typeface="Times New Roman"/>
                <a:cs typeface="Times New Roman"/>
              </a:rPr>
              <a:t>c</a:t>
            </a:r>
            <a:r>
              <a:rPr sz="1700" spc="-7" dirty="0">
                <a:latin typeface="Times New Roman"/>
                <a:cs typeface="Times New Roman"/>
              </a:rPr>
              <a:t>e</a:t>
            </a:r>
            <a:r>
              <a:rPr sz="1700" dirty="0">
                <a:latin typeface="Times New Roman"/>
                <a:cs typeface="Times New Roman"/>
              </a:rPr>
              <a:t>d</a:t>
            </a:r>
            <a:r>
              <a:rPr sz="1700" spc="22" dirty="0">
                <a:latin typeface="Times New Roman"/>
                <a:cs typeface="Times New Roman"/>
              </a:rPr>
              <a:t> </a:t>
            </a:r>
            <a:r>
              <a:rPr sz="1700" dirty="0">
                <a:latin typeface="Times New Roman"/>
                <a:cs typeface="Times New Roman"/>
              </a:rPr>
              <a:t>known </a:t>
            </a:r>
            <a:r>
              <a:rPr sz="1700" spc="-7" dirty="0">
                <a:latin typeface="Times New Roman"/>
                <a:cs typeface="Times New Roman"/>
              </a:rPr>
              <a:t>a</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C</a:t>
            </a:r>
            <a:r>
              <a:rPr sz="1700" spc="-7" dirty="0">
                <a:latin typeface="Times New Roman"/>
                <a:cs typeface="Times New Roman"/>
              </a:rPr>
              <a:t>ac</a:t>
            </a:r>
            <a:r>
              <a:rPr sz="1700" spc="-5" dirty="0">
                <a:latin typeface="Times New Roman"/>
                <a:cs typeface="Times New Roman"/>
              </a:rPr>
              <a:t>he</a:t>
            </a:r>
            <a:r>
              <a:rPr sz="1700" spc="-2" dirty="0">
                <a:latin typeface="Times New Roman"/>
                <a:cs typeface="Times New Roman"/>
              </a:rPr>
              <a:t> Me</a:t>
            </a:r>
            <a:r>
              <a:rPr sz="1700" spc="-5" dirty="0">
                <a:latin typeface="Times New Roman"/>
                <a:cs typeface="Times New Roman"/>
              </a:rPr>
              <a:t>m</a:t>
            </a:r>
            <a:r>
              <a:rPr sz="1700" dirty="0">
                <a:latin typeface="Times New Roman"/>
                <a:cs typeface="Times New Roman"/>
              </a:rPr>
              <a:t>ory.</a:t>
            </a:r>
          </a:p>
        </p:txBody>
      </p:sp>
    </p:spTree>
    <p:extLst>
      <p:ext uri="{BB962C8B-B14F-4D97-AF65-F5344CB8AC3E}">
        <p14:creationId xmlns:p14="http://schemas.microsoft.com/office/powerpoint/2010/main" val="224347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6EF9D-D1E3-4361-2823-879179B2CB9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40A5621-EA96-F4D5-2C73-2CD4F9887E19}"/>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867736FE-D893-7820-74F4-0788467259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C8D25C7-514E-3E97-8A9C-816F29D4A0C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C28E2634-C0D8-105D-8F10-B9DCD8468C3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a:extLst>
              <a:ext uri="{FF2B5EF4-FFF2-40B4-BE49-F238E27FC236}">
                <a16:creationId xmlns:a16="http://schemas.microsoft.com/office/drawing/2014/main" id="{1A8DD4DD-7F31-B17A-33B6-F37974F08AC2}"/>
              </a:ext>
            </a:extLst>
          </p:cNvPr>
          <p:cNvSpPr txBox="1"/>
          <p:nvPr/>
        </p:nvSpPr>
        <p:spPr>
          <a:xfrm>
            <a:off x="1066800" y="819150"/>
            <a:ext cx="7086600" cy="3606115"/>
          </a:xfrm>
          <a:prstGeom prst="rect">
            <a:avLst/>
          </a:prstGeom>
        </p:spPr>
        <p:txBody>
          <a:bodyPr vert="horz" wrap="square" lIns="0" tIns="0" rIns="0" bIns="0" rtlCol="0">
            <a:spAutoFit/>
          </a:bodyPr>
          <a:lstStyle/>
          <a:p>
            <a:pPr marL="6109" algn="just"/>
            <a:r>
              <a:rPr sz="1700" b="1" spc="-5" dirty="0">
                <a:latin typeface="Times New Roman"/>
                <a:cs typeface="Times New Roman"/>
              </a:rPr>
              <a:t>Typ</a:t>
            </a:r>
            <a:r>
              <a:rPr sz="1700" b="1" spc="-7" dirty="0">
                <a:latin typeface="Times New Roman"/>
                <a:cs typeface="Times New Roman"/>
              </a:rPr>
              <a:t>e</a:t>
            </a:r>
            <a:r>
              <a:rPr sz="1700" b="1" dirty="0">
                <a:latin typeface="Times New Roman"/>
                <a:cs typeface="Times New Roman"/>
              </a:rPr>
              <a:t>s</a:t>
            </a:r>
            <a:r>
              <a:rPr sz="1700" b="1" spc="-2" dirty="0">
                <a:latin typeface="Times New Roman"/>
                <a:cs typeface="Times New Roman"/>
              </a:rPr>
              <a:t> </a:t>
            </a:r>
            <a:r>
              <a:rPr sz="1700" b="1" dirty="0">
                <a:latin typeface="Times New Roman"/>
                <a:cs typeface="Times New Roman"/>
              </a:rPr>
              <a:t>of </a:t>
            </a:r>
            <a:r>
              <a:rPr sz="1700" b="1" spc="-2" dirty="0">
                <a:latin typeface="Times New Roman"/>
                <a:cs typeface="Times New Roman"/>
              </a:rPr>
              <a:t>C</a:t>
            </a:r>
            <a:r>
              <a:rPr sz="1700" b="1" spc="-5" dirty="0">
                <a:latin typeface="Times New Roman"/>
                <a:cs typeface="Times New Roman"/>
              </a:rPr>
              <a:t>a</a:t>
            </a:r>
            <a:r>
              <a:rPr sz="1700" b="1" spc="-7"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a:t>
            </a:r>
            <a:r>
              <a:rPr sz="1700" b="1" spc="-7" dirty="0">
                <a:latin typeface="Times New Roman"/>
                <a:cs typeface="Times New Roman"/>
              </a:rPr>
              <a:t>Me</a:t>
            </a:r>
            <a:r>
              <a:rPr sz="1700" b="1" spc="2" dirty="0">
                <a:latin typeface="Times New Roman"/>
                <a:cs typeface="Times New Roman"/>
              </a:rPr>
              <a:t>m</a:t>
            </a:r>
            <a:r>
              <a:rPr sz="1700" b="1" spc="-5" dirty="0">
                <a:latin typeface="Times New Roman"/>
                <a:cs typeface="Times New Roman"/>
              </a:rPr>
              <a:t>o</a:t>
            </a:r>
            <a:r>
              <a:rPr sz="1700" b="1" spc="-2" dirty="0">
                <a:latin typeface="Times New Roman"/>
                <a:cs typeface="Times New Roman"/>
              </a:rPr>
              <a:t>r</a:t>
            </a:r>
            <a:r>
              <a:rPr sz="1700" b="1" dirty="0">
                <a:latin typeface="Times New Roman"/>
                <a:cs typeface="Times New Roman"/>
              </a:rPr>
              <a:t>y</a:t>
            </a:r>
            <a:endParaRPr sz="1700" dirty="0">
              <a:latin typeface="Times New Roman"/>
              <a:cs typeface="Times New Roman"/>
            </a:endParaRPr>
          </a:p>
          <a:p>
            <a:pPr marL="6109" marR="3054" algn="just">
              <a:spcBef>
                <a:spcPts val="397"/>
              </a:spcBef>
            </a:pPr>
            <a:endParaRPr lang="en-US" sz="1700" b="1" spc="-5" dirty="0">
              <a:latin typeface="Times New Roman"/>
              <a:cs typeface="Times New Roman"/>
            </a:endParaRPr>
          </a:p>
          <a:p>
            <a:pPr marL="6109" marR="3054" algn="just">
              <a:spcBef>
                <a:spcPts val="397"/>
              </a:spcBef>
            </a:pPr>
            <a:r>
              <a:rPr sz="1700" b="1" spc="-5" dirty="0">
                <a:latin typeface="Times New Roman"/>
                <a:cs typeface="Times New Roman"/>
              </a:rPr>
              <a:t>L1 or</a:t>
            </a:r>
            <a:r>
              <a:rPr sz="1700" b="1" spc="-2" dirty="0">
                <a:latin typeface="Times New Roman"/>
                <a:cs typeface="Times New Roman"/>
              </a:rPr>
              <a:t> </a:t>
            </a:r>
            <a:r>
              <a:rPr sz="1700" b="1" spc="-5" dirty="0">
                <a:latin typeface="Times New Roman"/>
                <a:cs typeface="Times New Roman"/>
              </a:rPr>
              <a:t>L</a:t>
            </a:r>
            <a:r>
              <a:rPr sz="1700" b="1" spc="-7" dirty="0">
                <a:latin typeface="Times New Roman"/>
                <a:cs typeface="Times New Roman"/>
              </a:rPr>
              <a:t>e</a:t>
            </a:r>
            <a:r>
              <a:rPr sz="1700" b="1" spc="-5" dirty="0">
                <a:latin typeface="Times New Roman"/>
                <a:cs typeface="Times New Roman"/>
              </a:rPr>
              <a:t>v</a:t>
            </a:r>
            <a:r>
              <a:rPr sz="1700" b="1" spc="-7" dirty="0">
                <a:latin typeface="Times New Roman"/>
                <a:cs typeface="Times New Roman"/>
              </a:rPr>
              <a:t>e</a:t>
            </a:r>
            <a:r>
              <a:rPr sz="1700" b="1" spc="-2" dirty="0">
                <a:latin typeface="Times New Roman"/>
                <a:cs typeface="Times New Roman"/>
              </a:rPr>
              <a:t>l</a:t>
            </a:r>
            <a:r>
              <a:rPr sz="1700" b="1" dirty="0">
                <a:latin typeface="Times New Roman"/>
                <a:cs typeface="Times New Roman"/>
              </a:rPr>
              <a:t> 1 </a:t>
            </a:r>
            <a:r>
              <a:rPr sz="1700" b="1" spc="-2" dirty="0">
                <a:latin typeface="Times New Roman"/>
                <a:cs typeface="Times New Roman"/>
              </a:rPr>
              <a:t>Cac</a:t>
            </a:r>
            <a:r>
              <a:rPr sz="1700" b="1" dirty="0">
                <a:latin typeface="Times New Roman"/>
                <a:cs typeface="Times New Roman"/>
              </a:rPr>
              <a:t>h</a:t>
            </a:r>
            <a:r>
              <a:rPr sz="1700" b="1" spc="-7" dirty="0">
                <a:latin typeface="Times New Roman"/>
                <a:cs typeface="Times New Roman"/>
              </a:rPr>
              <a:t>e</a:t>
            </a:r>
            <a:r>
              <a:rPr sz="1700" b="1" dirty="0">
                <a:latin typeface="Times New Roman"/>
                <a:cs typeface="Times New Roman"/>
              </a:rPr>
              <a:t>: </a:t>
            </a:r>
            <a:r>
              <a:rPr sz="1700" spc="-10" dirty="0">
                <a:latin typeface="Times New Roman"/>
                <a:cs typeface="Times New Roman"/>
              </a:rPr>
              <a:t>I</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s </a:t>
            </a:r>
            <a:r>
              <a:rPr sz="1700" spc="-2" dirty="0">
                <a:latin typeface="Times New Roman"/>
                <a:cs typeface="Times New Roman"/>
              </a:rPr>
              <a:t>the </a:t>
            </a:r>
            <a:r>
              <a:rPr sz="1700" spc="-5" dirty="0">
                <a:latin typeface="Times New Roman"/>
                <a:cs typeface="Times New Roman"/>
              </a:rPr>
              <a:t>f</a:t>
            </a:r>
            <a:r>
              <a:rPr sz="1700" spc="-2" dirty="0">
                <a:latin typeface="Times New Roman"/>
                <a:cs typeface="Times New Roman"/>
              </a:rPr>
              <a:t>irst</a:t>
            </a:r>
            <a:r>
              <a:rPr sz="1700" spc="-7" dirty="0">
                <a:latin typeface="Times New Roman"/>
                <a:cs typeface="Times New Roman"/>
              </a:rPr>
              <a:t> </a:t>
            </a:r>
            <a:r>
              <a:rPr sz="1700" spc="-2" dirty="0">
                <a:latin typeface="Times New Roman"/>
                <a:cs typeface="Times New Roman"/>
              </a:rPr>
              <a:t>lev</a:t>
            </a:r>
            <a:r>
              <a:rPr sz="1700" spc="-10" dirty="0">
                <a:latin typeface="Times New Roman"/>
                <a:cs typeface="Times New Roman"/>
              </a:rPr>
              <a:t>e</a:t>
            </a:r>
            <a:r>
              <a:rPr sz="1700" spc="-2" dirty="0">
                <a:latin typeface="Times New Roman"/>
                <a:cs typeface="Times New Roman"/>
              </a:rPr>
              <a:t>l</a:t>
            </a:r>
            <a:r>
              <a:rPr sz="1700" dirty="0">
                <a:latin typeface="Times New Roman"/>
                <a:cs typeface="Times New Roman"/>
              </a:rPr>
              <a:t> of </a:t>
            </a:r>
            <a:r>
              <a:rPr sz="1700" spc="-10" dirty="0">
                <a:latin typeface="Times New Roman"/>
                <a:cs typeface="Times New Roman"/>
              </a:rPr>
              <a:t>c</a:t>
            </a:r>
            <a:r>
              <a:rPr sz="1700" spc="-7" dirty="0">
                <a:latin typeface="Times New Roman"/>
                <a:cs typeface="Times New Roman"/>
              </a:rPr>
              <a:t>ac</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2" dirty="0">
                <a:latin typeface="Times New Roman"/>
                <a:cs typeface="Times New Roman"/>
              </a:rPr>
              <a:t>that is</a:t>
            </a:r>
            <a:r>
              <a:rPr sz="1700" dirty="0">
                <a:latin typeface="Times New Roman"/>
                <a:cs typeface="Times New Roman"/>
              </a:rPr>
              <a:t> </a:t>
            </a:r>
            <a:r>
              <a:rPr sz="1700" spc="-2" dirty="0">
                <a:latin typeface="Times New Roman"/>
                <a:cs typeface="Times New Roman"/>
              </a:rPr>
              <a:t>pr</a:t>
            </a:r>
            <a:r>
              <a:rPr sz="1700" spc="-10" dirty="0">
                <a:latin typeface="Times New Roman"/>
                <a:cs typeface="Times New Roman"/>
              </a:rPr>
              <a:t>e</a:t>
            </a:r>
            <a:r>
              <a:rPr sz="1700" spc="-2" dirty="0">
                <a:latin typeface="Times New Roman"/>
                <a:cs typeface="Times New Roman"/>
              </a:rPr>
              <a:t>sent</a:t>
            </a:r>
            <a:r>
              <a:rPr sz="1700" dirty="0">
                <a:latin typeface="Times New Roman"/>
                <a:cs typeface="Times New Roman"/>
              </a:rPr>
              <a:t> </a:t>
            </a:r>
            <a:r>
              <a:rPr sz="1700" spc="-2" dirty="0">
                <a:latin typeface="Times New Roman"/>
                <a:cs typeface="Times New Roman"/>
              </a:rPr>
              <a:t>i</a:t>
            </a:r>
            <a:r>
              <a:rPr sz="1700" spc="-7" dirty="0">
                <a:latin typeface="Times New Roman"/>
                <a:cs typeface="Times New Roman"/>
              </a:rPr>
              <a:t>n</a:t>
            </a:r>
            <a:r>
              <a:rPr sz="1700" spc="-5" dirty="0">
                <a:latin typeface="Times New Roman"/>
                <a:cs typeface="Times New Roman"/>
              </a:rPr>
              <a:t>side</a:t>
            </a:r>
            <a:r>
              <a:rPr sz="1700" dirty="0">
                <a:latin typeface="Times New Roman"/>
                <a:cs typeface="Times New Roman"/>
              </a:rPr>
              <a:t> </a:t>
            </a:r>
            <a:r>
              <a:rPr sz="1700" spc="-2" dirty="0">
                <a:latin typeface="Times New Roman"/>
                <a:cs typeface="Times New Roman"/>
              </a:rPr>
              <a:t>the </a:t>
            </a:r>
            <a:r>
              <a:rPr sz="1700" spc="-5" dirty="0">
                <a:latin typeface="Times New Roman"/>
                <a:cs typeface="Times New Roman"/>
              </a:rPr>
              <a:t>pro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ssor. </a:t>
            </a:r>
            <a:r>
              <a:rPr sz="1700" spc="-10" dirty="0">
                <a:latin typeface="Times New Roman"/>
                <a:cs typeface="Times New Roman"/>
              </a:rPr>
              <a:t>I</a:t>
            </a:r>
            <a:r>
              <a:rPr sz="1700" spc="-2" dirty="0">
                <a:latin typeface="Times New Roman"/>
                <a:cs typeface="Times New Roman"/>
              </a:rPr>
              <a:t>t</a:t>
            </a:r>
            <a:r>
              <a:rPr sz="1700" spc="29"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spc="5" dirty="0">
                <a:latin typeface="Times New Roman"/>
                <a:cs typeface="Times New Roman"/>
              </a:rPr>
              <a:t>p</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sent</a:t>
            </a:r>
            <a:r>
              <a:rPr sz="1700" spc="29" dirty="0">
                <a:latin typeface="Times New Roman"/>
                <a:cs typeface="Times New Roman"/>
              </a:rPr>
              <a:t> </a:t>
            </a:r>
            <a:r>
              <a:rPr sz="1700" spc="-2" dirty="0">
                <a:latin typeface="Times New Roman"/>
                <a:cs typeface="Times New Roman"/>
              </a:rPr>
              <a:t>in</a:t>
            </a:r>
            <a:r>
              <a:rPr sz="1700" spc="34" dirty="0">
                <a:latin typeface="Times New Roman"/>
                <a:cs typeface="Times New Roman"/>
              </a:rPr>
              <a:t> </a:t>
            </a:r>
            <a:r>
              <a:rPr sz="1700" spc="-5" dirty="0">
                <a:latin typeface="Times New Roman"/>
                <a:cs typeface="Times New Roman"/>
              </a:rPr>
              <a:t>a</a:t>
            </a:r>
            <a:r>
              <a:rPr sz="1700" spc="24" dirty="0">
                <a:latin typeface="Times New Roman"/>
                <a:cs typeface="Times New Roman"/>
              </a:rPr>
              <a:t> </a:t>
            </a:r>
            <a:r>
              <a:rPr sz="1700" spc="-7" dirty="0">
                <a:latin typeface="Times New Roman"/>
                <a:cs typeface="Times New Roman"/>
              </a:rPr>
              <a:t>smal</a:t>
            </a:r>
            <a:r>
              <a:rPr sz="1700" spc="-2" dirty="0">
                <a:latin typeface="Times New Roman"/>
                <a:cs typeface="Times New Roman"/>
              </a:rPr>
              <a:t>l</a:t>
            </a:r>
            <a:r>
              <a:rPr sz="1700" spc="36" dirty="0">
                <a:latin typeface="Times New Roman"/>
                <a:cs typeface="Times New Roman"/>
              </a:rPr>
              <a:t> </a:t>
            </a:r>
            <a:r>
              <a:rPr sz="1700" spc="-2" dirty="0">
                <a:latin typeface="Times New Roman"/>
                <a:cs typeface="Times New Roman"/>
              </a:rPr>
              <a:t>a</a:t>
            </a:r>
            <a:r>
              <a:rPr sz="1700" spc="-5" dirty="0">
                <a:latin typeface="Times New Roman"/>
                <a:cs typeface="Times New Roman"/>
              </a:rPr>
              <a:t>mount</a:t>
            </a:r>
            <a:r>
              <a:rPr sz="1700" spc="29" dirty="0">
                <a:latin typeface="Times New Roman"/>
                <a:cs typeface="Times New Roman"/>
              </a:rPr>
              <a:t> </a:t>
            </a:r>
            <a:r>
              <a:rPr sz="1700" spc="-2" dirty="0">
                <a:latin typeface="Times New Roman"/>
                <a:cs typeface="Times New Roman"/>
              </a:rPr>
              <a:t>inside</a:t>
            </a:r>
            <a:r>
              <a:rPr sz="1700" spc="24" dirty="0">
                <a:latin typeface="Times New Roman"/>
                <a:cs typeface="Times New Roman"/>
              </a:rPr>
              <a:t> </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ry</a:t>
            </a:r>
            <a:r>
              <a:rPr sz="1700" spc="31" dirty="0">
                <a:latin typeface="Times New Roman"/>
                <a:cs typeface="Times New Roman"/>
              </a:rPr>
              <a:t> </a:t>
            </a:r>
            <a:r>
              <a:rPr sz="1700" spc="-7" dirty="0">
                <a:latin typeface="Times New Roman"/>
                <a:cs typeface="Times New Roman"/>
              </a:rPr>
              <a:t>c</a:t>
            </a:r>
            <a:r>
              <a:rPr sz="1700" spc="-5" dirty="0">
                <a:latin typeface="Times New Roman"/>
                <a:cs typeface="Times New Roman"/>
              </a:rPr>
              <a:t>ore</a:t>
            </a:r>
            <a:r>
              <a:rPr sz="1700" spc="34" dirty="0">
                <a:latin typeface="Times New Roman"/>
                <a:cs typeface="Times New Roman"/>
              </a:rPr>
              <a:t> </a:t>
            </a:r>
            <a:r>
              <a:rPr sz="1700" dirty="0">
                <a:latin typeface="Times New Roman"/>
                <a:cs typeface="Times New Roman"/>
              </a:rPr>
              <a:t>of</a:t>
            </a:r>
            <a:r>
              <a:rPr sz="1700" spc="26"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dirty="0">
                <a:latin typeface="Times New Roman"/>
                <a:cs typeface="Times New Roman"/>
              </a:rPr>
              <a:t>pr</a:t>
            </a:r>
            <a:r>
              <a:rPr sz="1700" spc="2" dirty="0">
                <a:latin typeface="Times New Roman"/>
                <a:cs typeface="Times New Roman"/>
              </a:rPr>
              <a:t>o</a:t>
            </a:r>
            <a:r>
              <a:rPr sz="1700" spc="-7" dirty="0">
                <a:latin typeface="Times New Roman"/>
                <a:cs typeface="Times New Roman"/>
              </a:rPr>
              <a:t>ce</a:t>
            </a:r>
            <a:r>
              <a:rPr sz="1700" spc="-2" dirty="0">
                <a:latin typeface="Times New Roman"/>
                <a:cs typeface="Times New Roman"/>
              </a:rPr>
              <a:t>sso</a:t>
            </a:r>
            <a:r>
              <a:rPr sz="1700" dirty="0">
                <a:latin typeface="Times New Roman"/>
                <a:cs typeface="Times New Roman"/>
              </a:rPr>
              <a:t>r</a:t>
            </a:r>
            <a:r>
              <a:rPr sz="1700" spc="31" dirty="0">
                <a:latin typeface="Times New Roman"/>
                <a:cs typeface="Times New Roman"/>
              </a:rPr>
              <a:t> </a:t>
            </a:r>
            <a:r>
              <a:rPr sz="1700" spc="-2" dirty="0">
                <a:latin typeface="Times New Roman"/>
                <a:cs typeface="Times New Roman"/>
              </a:rPr>
              <a:t>se</a:t>
            </a:r>
            <a:r>
              <a:rPr sz="1700" spc="-5" dirty="0">
                <a:latin typeface="Times New Roman"/>
                <a:cs typeface="Times New Roman"/>
              </a:rPr>
              <a:t>p</a:t>
            </a:r>
            <a:r>
              <a:rPr sz="1700" spc="-2" dirty="0">
                <a:latin typeface="Times New Roman"/>
                <a:cs typeface="Times New Roman"/>
              </a:rPr>
              <a:t>ar</a:t>
            </a:r>
            <a:r>
              <a:rPr sz="1700" spc="-10" dirty="0">
                <a:latin typeface="Times New Roman"/>
                <a:cs typeface="Times New Roman"/>
              </a:rPr>
              <a:t>a</a:t>
            </a:r>
            <a:r>
              <a:rPr sz="1700" spc="-2" dirty="0">
                <a:latin typeface="Times New Roman"/>
                <a:cs typeface="Times New Roman"/>
              </a:rPr>
              <a:t>tely.</a:t>
            </a:r>
            <a:r>
              <a:rPr sz="1700" spc="29" dirty="0">
                <a:latin typeface="Times New Roman"/>
                <a:cs typeface="Times New Roman"/>
              </a:rPr>
              <a:t> </a:t>
            </a:r>
            <a:r>
              <a:rPr sz="1700" spc="-5" dirty="0">
                <a:latin typeface="Times New Roman"/>
                <a:cs typeface="Times New Roman"/>
              </a:rPr>
              <a:t>The</a:t>
            </a:r>
            <a:r>
              <a:rPr sz="1700" spc="24" dirty="0">
                <a:latin typeface="Times New Roman"/>
                <a:cs typeface="Times New Roman"/>
              </a:rPr>
              <a:t> </a:t>
            </a:r>
            <a:r>
              <a:rPr sz="1700" spc="-5" dirty="0">
                <a:latin typeface="Times New Roman"/>
                <a:cs typeface="Times New Roman"/>
              </a:rPr>
              <a:t>size</a:t>
            </a:r>
            <a:r>
              <a:rPr sz="1700" spc="29" dirty="0">
                <a:latin typeface="Times New Roman"/>
                <a:cs typeface="Times New Roman"/>
              </a:rPr>
              <a:t> </a:t>
            </a:r>
            <a:r>
              <a:rPr sz="1700" dirty="0">
                <a:latin typeface="Times New Roman"/>
                <a:cs typeface="Times New Roman"/>
              </a:rPr>
              <a:t>of</a:t>
            </a:r>
            <a:r>
              <a:rPr sz="1700" spc="26" dirty="0">
                <a:latin typeface="Times New Roman"/>
                <a:cs typeface="Times New Roman"/>
              </a:rPr>
              <a:t> </a:t>
            </a:r>
            <a:r>
              <a:rPr sz="1700" spc="-2" dirty="0">
                <a:latin typeface="Times New Roman"/>
                <a:cs typeface="Times New Roman"/>
              </a:rPr>
              <a:t>thi</a:t>
            </a:r>
            <a:r>
              <a:rPr sz="1700" dirty="0">
                <a:latin typeface="Times New Roman"/>
                <a:cs typeface="Times New Roman"/>
              </a:rPr>
              <a:t>s </a:t>
            </a:r>
            <a:r>
              <a:rPr sz="1700" spc="-5" dirty="0">
                <a:latin typeface="Times New Roman"/>
                <a:cs typeface="Times New Roman"/>
              </a:rPr>
              <a:t>memor</a:t>
            </a:r>
            <a:r>
              <a:rPr sz="1700" dirty="0">
                <a:latin typeface="Times New Roman"/>
                <a:cs typeface="Times New Roman"/>
              </a:rPr>
              <a:t>y </a:t>
            </a:r>
            <a:r>
              <a:rPr sz="1700" spc="-2" dirty="0">
                <a:latin typeface="Times New Roman"/>
                <a:cs typeface="Times New Roman"/>
              </a:rPr>
              <a:t>r</a:t>
            </a:r>
            <a:r>
              <a:rPr sz="1700" spc="-10" dirty="0">
                <a:latin typeface="Times New Roman"/>
                <a:cs typeface="Times New Roman"/>
              </a:rPr>
              <a:t>a</a:t>
            </a:r>
            <a:r>
              <a:rPr sz="1700" spc="-5" dirty="0">
                <a:latin typeface="Times New Roman"/>
                <a:cs typeface="Times New Roman"/>
              </a:rPr>
              <a:t>ng</a:t>
            </a:r>
            <a:r>
              <a:rPr sz="1700" spc="-7"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dirty="0">
                <a:latin typeface="Times New Roman"/>
                <a:cs typeface="Times New Roman"/>
              </a:rPr>
              <a:t> 2</a:t>
            </a:r>
            <a:r>
              <a:rPr sz="1700" spc="5" dirty="0">
                <a:latin typeface="Times New Roman"/>
                <a:cs typeface="Times New Roman"/>
              </a:rPr>
              <a:t>K</a:t>
            </a:r>
            <a:r>
              <a:rPr sz="1700" spc="-5" dirty="0">
                <a:latin typeface="Times New Roman"/>
                <a:cs typeface="Times New Roman"/>
              </a:rPr>
              <a:t>B</a:t>
            </a:r>
            <a:r>
              <a:rPr sz="1700" dirty="0">
                <a:latin typeface="Times New Roman"/>
                <a:cs typeface="Times New Roman"/>
              </a:rPr>
              <a:t> </a:t>
            </a:r>
            <a:r>
              <a:rPr sz="1700" spc="-2" dirty="0">
                <a:latin typeface="Times New Roman"/>
                <a:cs typeface="Times New Roman"/>
              </a:rPr>
              <a:t>to </a:t>
            </a:r>
            <a:r>
              <a:rPr sz="1700" dirty="0">
                <a:latin typeface="Times New Roman"/>
                <a:cs typeface="Times New Roman"/>
              </a:rPr>
              <a:t>64 </a:t>
            </a:r>
            <a:r>
              <a:rPr sz="1700" spc="-2" dirty="0">
                <a:latin typeface="Times New Roman"/>
                <a:cs typeface="Times New Roman"/>
              </a:rPr>
              <a:t>K</a:t>
            </a:r>
            <a:r>
              <a:rPr sz="1700" dirty="0">
                <a:latin typeface="Times New Roman"/>
                <a:cs typeface="Times New Roman"/>
              </a:rPr>
              <a:t>B.</a:t>
            </a:r>
          </a:p>
          <a:p>
            <a:pPr marL="6109" marR="2443" algn="just">
              <a:spcBef>
                <a:spcPts val="387"/>
              </a:spcBef>
            </a:pPr>
            <a:r>
              <a:rPr sz="1700" b="1" spc="-5" dirty="0">
                <a:latin typeface="Times New Roman"/>
                <a:cs typeface="Times New Roman"/>
              </a:rPr>
              <a:t>L2</a:t>
            </a:r>
            <a:r>
              <a:rPr sz="1700" b="1" spc="-24" dirty="0">
                <a:latin typeface="Times New Roman"/>
                <a:cs typeface="Times New Roman"/>
              </a:rPr>
              <a:t> </a:t>
            </a:r>
            <a:r>
              <a:rPr sz="1700" b="1" spc="-5" dirty="0">
                <a:latin typeface="Times New Roman"/>
                <a:cs typeface="Times New Roman"/>
              </a:rPr>
              <a:t>or</a:t>
            </a:r>
            <a:r>
              <a:rPr sz="1700" b="1" spc="-26" dirty="0">
                <a:latin typeface="Times New Roman"/>
                <a:cs typeface="Times New Roman"/>
              </a:rPr>
              <a:t> </a:t>
            </a:r>
            <a:r>
              <a:rPr sz="1700" b="1" spc="-5" dirty="0">
                <a:latin typeface="Times New Roman"/>
                <a:cs typeface="Times New Roman"/>
              </a:rPr>
              <a:t>L</a:t>
            </a:r>
            <a:r>
              <a:rPr sz="1700" b="1" spc="-7" dirty="0">
                <a:latin typeface="Times New Roman"/>
                <a:cs typeface="Times New Roman"/>
              </a:rPr>
              <a:t>e</a:t>
            </a:r>
            <a:r>
              <a:rPr sz="1700" b="1" spc="-5" dirty="0">
                <a:latin typeface="Times New Roman"/>
                <a:cs typeface="Times New Roman"/>
              </a:rPr>
              <a:t>v</a:t>
            </a:r>
            <a:r>
              <a:rPr sz="1700" b="1" spc="-7" dirty="0">
                <a:latin typeface="Times New Roman"/>
                <a:cs typeface="Times New Roman"/>
              </a:rPr>
              <a:t>e</a:t>
            </a:r>
            <a:r>
              <a:rPr sz="1700" b="1" spc="-2" dirty="0">
                <a:latin typeface="Times New Roman"/>
                <a:cs typeface="Times New Roman"/>
              </a:rPr>
              <a:t>l</a:t>
            </a:r>
            <a:r>
              <a:rPr sz="1700" b="1" spc="-24" dirty="0">
                <a:latin typeface="Times New Roman"/>
                <a:cs typeface="Times New Roman"/>
              </a:rPr>
              <a:t> </a:t>
            </a:r>
            <a:r>
              <a:rPr sz="1700" b="1" dirty="0">
                <a:latin typeface="Times New Roman"/>
                <a:cs typeface="Times New Roman"/>
              </a:rPr>
              <a:t>2</a:t>
            </a:r>
            <a:r>
              <a:rPr sz="1700" b="1" spc="-24" dirty="0">
                <a:latin typeface="Times New Roman"/>
                <a:cs typeface="Times New Roman"/>
              </a:rPr>
              <a:t> </a:t>
            </a:r>
            <a:r>
              <a:rPr sz="1700" b="1" spc="-2" dirty="0">
                <a:latin typeface="Times New Roman"/>
                <a:cs typeface="Times New Roman"/>
              </a:rPr>
              <a:t>Ca</a:t>
            </a:r>
            <a:r>
              <a:rPr sz="1700" b="1" spc="-5" dirty="0">
                <a:latin typeface="Times New Roman"/>
                <a:cs typeface="Times New Roman"/>
              </a:rPr>
              <a:t>c</a:t>
            </a:r>
            <a:r>
              <a:rPr sz="1700" b="1" dirty="0">
                <a:latin typeface="Times New Roman"/>
                <a:cs typeface="Times New Roman"/>
              </a:rPr>
              <a:t>h</a:t>
            </a:r>
            <a:r>
              <a:rPr sz="1700" b="1" spc="-7" dirty="0">
                <a:latin typeface="Times New Roman"/>
                <a:cs typeface="Times New Roman"/>
              </a:rPr>
              <a:t>e</a:t>
            </a:r>
            <a:r>
              <a:rPr sz="1700" b="1" dirty="0">
                <a:latin typeface="Times New Roman"/>
                <a:cs typeface="Times New Roman"/>
              </a:rPr>
              <a:t>:</a:t>
            </a:r>
            <a:r>
              <a:rPr sz="1700" b="1" spc="5" dirty="0">
                <a:latin typeface="Times New Roman"/>
                <a:cs typeface="Times New Roman"/>
              </a:rPr>
              <a:t> </a:t>
            </a:r>
            <a:r>
              <a:rPr sz="1700" spc="-10" dirty="0">
                <a:latin typeface="Times New Roman"/>
                <a:cs typeface="Times New Roman"/>
              </a:rPr>
              <a:t>I</a:t>
            </a:r>
            <a:r>
              <a:rPr sz="1700" spc="-2" dirty="0">
                <a:latin typeface="Times New Roman"/>
                <a:cs typeface="Times New Roman"/>
              </a:rPr>
              <a:t>t</a:t>
            </a:r>
            <a:r>
              <a:rPr sz="1700" spc="-24" dirty="0">
                <a:latin typeface="Times New Roman"/>
                <a:cs typeface="Times New Roman"/>
              </a:rPr>
              <a:t> </a:t>
            </a:r>
            <a:r>
              <a:rPr sz="1700" spc="-2" dirty="0">
                <a:latin typeface="Times New Roman"/>
                <a:cs typeface="Times New Roman"/>
              </a:rPr>
              <a:t>is</a:t>
            </a:r>
            <a:r>
              <a:rPr sz="1700" spc="-22"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2" dirty="0">
                <a:latin typeface="Times New Roman"/>
                <a:cs typeface="Times New Roman"/>
              </a:rPr>
              <a:t>se</a:t>
            </a:r>
            <a:r>
              <a:rPr sz="1700" spc="-7" dirty="0">
                <a:latin typeface="Times New Roman"/>
                <a:cs typeface="Times New Roman"/>
              </a:rPr>
              <a:t>c</a:t>
            </a:r>
            <a:r>
              <a:rPr sz="1700" dirty="0">
                <a:latin typeface="Times New Roman"/>
                <a:cs typeface="Times New Roman"/>
              </a:rPr>
              <a:t>ond</a:t>
            </a:r>
            <a:r>
              <a:rPr sz="1700" spc="-24" dirty="0">
                <a:latin typeface="Times New Roman"/>
                <a:cs typeface="Times New Roman"/>
              </a:rPr>
              <a:t> </a:t>
            </a:r>
            <a:r>
              <a:rPr sz="1700" spc="-2" dirty="0">
                <a:latin typeface="Times New Roman"/>
                <a:cs typeface="Times New Roman"/>
              </a:rPr>
              <a:t>lev</a:t>
            </a:r>
            <a:r>
              <a:rPr sz="1700" spc="-10" dirty="0">
                <a:latin typeface="Times New Roman"/>
                <a:cs typeface="Times New Roman"/>
              </a:rPr>
              <a:t>e</a:t>
            </a:r>
            <a:r>
              <a:rPr sz="1700" spc="-2" dirty="0">
                <a:latin typeface="Times New Roman"/>
                <a:cs typeface="Times New Roman"/>
              </a:rPr>
              <a:t>l</a:t>
            </a:r>
            <a:r>
              <a:rPr sz="1700" spc="-24" dirty="0">
                <a:latin typeface="Times New Roman"/>
                <a:cs typeface="Times New Roman"/>
              </a:rPr>
              <a:t> </a:t>
            </a:r>
            <a:r>
              <a:rPr sz="1700" dirty="0">
                <a:latin typeface="Times New Roman"/>
                <a:cs typeface="Times New Roman"/>
              </a:rPr>
              <a:t>of</a:t>
            </a:r>
            <a:r>
              <a:rPr sz="1700" spc="-26"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a:t>
            </a:r>
            <a:r>
              <a:rPr sz="1700" spc="-5" dirty="0">
                <a:latin typeface="Times New Roman"/>
                <a:cs typeface="Times New Roman"/>
              </a:rPr>
              <a:t>e</a:t>
            </a:r>
            <a:r>
              <a:rPr sz="1700" spc="-26"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4" dirty="0">
                <a:latin typeface="Times New Roman"/>
                <a:cs typeface="Times New Roman"/>
              </a:rPr>
              <a:t> </a:t>
            </a:r>
            <a:r>
              <a:rPr sz="1700" spc="-2" dirty="0">
                <a:latin typeface="Times New Roman"/>
                <a:cs typeface="Times New Roman"/>
              </a:rPr>
              <a:t>that</a:t>
            </a:r>
            <a:r>
              <a:rPr sz="1700" spc="-24" dirty="0">
                <a:latin typeface="Times New Roman"/>
                <a:cs typeface="Times New Roman"/>
              </a:rPr>
              <a:t> </a:t>
            </a:r>
            <a:r>
              <a:rPr sz="1700" spc="-5" dirty="0">
                <a:latin typeface="Times New Roman"/>
                <a:cs typeface="Times New Roman"/>
              </a:rPr>
              <a:t>may</a:t>
            </a:r>
            <a:r>
              <a:rPr sz="1700" spc="-26" dirty="0">
                <a:latin typeface="Times New Roman"/>
                <a:cs typeface="Times New Roman"/>
              </a:rPr>
              <a:t> </a:t>
            </a:r>
            <a:r>
              <a:rPr sz="1700" spc="-2" dirty="0">
                <a:latin typeface="Times New Roman"/>
                <a:cs typeface="Times New Roman"/>
              </a:rPr>
              <a:t>pr</a:t>
            </a:r>
            <a:r>
              <a:rPr sz="1700" spc="-10" dirty="0">
                <a:latin typeface="Times New Roman"/>
                <a:cs typeface="Times New Roman"/>
              </a:rPr>
              <a:t>e</a:t>
            </a:r>
            <a:r>
              <a:rPr sz="1700" spc="-2" dirty="0">
                <a:latin typeface="Times New Roman"/>
                <a:cs typeface="Times New Roman"/>
              </a:rPr>
              <a:t>s</a:t>
            </a:r>
            <a:r>
              <a:rPr sz="1700" spc="2" dirty="0">
                <a:latin typeface="Times New Roman"/>
                <a:cs typeface="Times New Roman"/>
              </a:rPr>
              <a:t>e</a:t>
            </a:r>
            <a:r>
              <a:rPr sz="1700" spc="-2" dirty="0">
                <a:latin typeface="Times New Roman"/>
                <a:cs typeface="Times New Roman"/>
              </a:rPr>
              <a:t>nt</a:t>
            </a:r>
            <a:r>
              <a:rPr sz="1700" spc="-24" dirty="0">
                <a:latin typeface="Times New Roman"/>
                <a:cs typeface="Times New Roman"/>
              </a:rPr>
              <a:t> </a:t>
            </a:r>
            <a:r>
              <a:rPr sz="1700" spc="-2" dirty="0">
                <a:latin typeface="Times New Roman"/>
                <a:cs typeface="Times New Roman"/>
              </a:rPr>
              <a:t>inside</a:t>
            </a:r>
            <a:r>
              <a:rPr sz="1700" spc="-26" dirty="0">
                <a:latin typeface="Times New Roman"/>
                <a:cs typeface="Times New Roman"/>
              </a:rPr>
              <a:t> </a:t>
            </a:r>
            <a:r>
              <a:rPr sz="1700" dirty="0">
                <a:latin typeface="Times New Roman"/>
                <a:cs typeface="Times New Roman"/>
              </a:rPr>
              <a:t>or</a:t>
            </a:r>
            <a:r>
              <a:rPr sz="1700" spc="-26" dirty="0">
                <a:latin typeface="Times New Roman"/>
                <a:cs typeface="Times New Roman"/>
              </a:rPr>
              <a:t> </a:t>
            </a:r>
            <a:r>
              <a:rPr sz="1700" spc="-2" dirty="0">
                <a:latin typeface="Times New Roman"/>
                <a:cs typeface="Times New Roman"/>
              </a:rPr>
              <a:t>outs</a:t>
            </a:r>
            <a:r>
              <a:rPr sz="1700" dirty="0">
                <a:latin typeface="Times New Roman"/>
                <a:cs typeface="Times New Roman"/>
              </a:rPr>
              <a:t>i</a:t>
            </a:r>
            <a:r>
              <a:rPr sz="1700" spc="-5" dirty="0">
                <a:latin typeface="Times New Roman"/>
                <a:cs typeface="Times New Roman"/>
              </a:rPr>
              <a:t>de</a:t>
            </a:r>
            <a:r>
              <a:rPr sz="1700" spc="-2" dirty="0">
                <a:latin typeface="Times New Roman"/>
                <a:cs typeface="Times New Roman"/>
              </a:rPr>
              <a:t> the</a:t>
            </a:r>
            <a:r>
              <a:rPr sz="1700" spc="-14" dirty="0">
                <a:latin typeface="Times New Roman"/>
                <a:cs typeface="Times New Roman"/>
              </a:rPr>
              <a:t> </a:t>
            </a:r>
            <a:r>
              <a:rPr sz="1700" spc="-5" dirty="0">
                <a:latin typeface="Times New Roman"/>
                <a:cs typeface="Times New Roman"/>
              </a:rPr>
              <a:t>C</a:t>
            </a:r>
            <a:r>
              <a:rPr sz="1700" dirty="0">
                <a:latin typeface="Times New Roman"/>
                <a:cs typeface="Times New Roman"/>
              </a:rPr>
              <a:t>P</a:t>
            </a:r>
            <a:r>
              <a:rPr sz="1700" spc="-2" dirty="0">
                <a:latin typeface="Times New Roman"/>
                <a:cs typeface="Times New Roman"/>
              </a:rPr>
              <a:t>U</a:t>
            </a:r>
            <a:r>
              <a:rPr sz="1700" dirty="0">
                <a:latin typeface="Times New Roman"/>
                <a:cs typeface="Times New Roman"/>
              </a:rPr>
              <a:t>.</a:t>
            </a:r>
            <a:r>
              <a:rPr sz="1700" spc="-14" dirty="0">
                <a:latin typeface="Times New Roman"/>
                <a:cs typeface="Times New Roman"/>
              </a:rPr>
              <a:t> </a:t>
            </a:r>
            <a:r>
              <a:rPr sz="1700" spc="-10" dirty="0">
                <a:latin typeface="Times New Roman"/>
                <a:cs typeface="Times New Roman"/>
              </a:rPr>
              <a:t>I</a:t>
            </a:r>
            <a:r>
              <a:rPr sz="1700" dirty="0">
                <a:latin typeface="Times New Roman"/>
                <a:cs typeface="Times New Roman"/>
              </a:rPr>
              <a:t>f</a:t>
            </a:r>
            <a:r>
              <a:rPr sz="1700" spc="-14" dirty="0">
                <a:latin typeface="Times New Roman"/>
                <a:cs typeface="Times New Roman"/>
              </a:rPr>
              <a:t> </a:t>
            </a:r>
            <a:r>
              <a:rPr sz="1700" spc="-5" dirty="0">
                <a:latin typeface="Times New Roman"/>
                <a:cs typeface="Times New Roman"/>
              </a:rPr>
              <a:t>not</a:t>
            </a:r>
            <a:r>
              <a:rPr sz="1700" spc="-12" dirty="0">
                <a:latin typeface="Times New Roman"/>
                <a:cs typeface="Times New Roman"/>
              </a:rPr>
              <a:t> </a:t>
            </a:r>
            <a:r>
              <a:rPr sz="1700" dirty="0">
                <a:latin typeface="Times New Roman"/>
                <a:cs typeface="Times New Roman"/>
              </a:rPr>
              <a:t>p</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sent</a:t>
            </a:r>
            <a:r>
              <a:rPr sz="1700" spc="-12" dirty="0">
                <a:latin typeface="Times New Roman"/>
                <a:cs typeface="Times New Roman"/>
              </a:rPr>
              <a:t> </a:t>
            </a:r>
            <a:r>
              <a:rPr sz="1700" spc="-2" dirty="0">
                <a:latin typeface="Times New Roman"/>
                <a:cs typeface="Times New Roman"/>
              </a:rPr>
              <a:t>inside</a:t>
            </a:r>
            <a:r>
              <a:rPr sz="1700" spc="-14"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7" dirty="0">
                <a:latin typeface="Times New Roman"/>
                <a:cs typeface="Times New Roman"/>
              </a:rPr>
              <a:t>c</a:t>
            </a:r>
            <a:r>
              <a:rPr sz="1700" spc="-2" dirty="0">
                <a:latin typeface="Times New Roman"/>
                <a:cs typeface="Times New Roman"/>
              </a:rPr>
              <a:t>or</a:t>
            </a:r>
            <a:r>
              <a:rPr sz="1700" spc="-10" dirty="0">
                <a:latin typeface="Times New Roman"/>
                <a:cs typeface="Times New Roman"/>
              </a:rPr>
              <a:t>e</a:t>
            </a:r>
            <a:r>
              <a:rPr sz="1700" dirty="0">
                <a:latin typeface="Times New Roman"/>
                <a:cs typeface="Times New Roman"/>
              </a:rPr>
              <a:t>,</a:t>
            </a:r>
            <a:r>
              <a:rPr sz="1700" spc="-7" dirty="0">
                <a:latin typeface="Times New Roman"/>
                <a:cs typeface="Times New Roman"/>
              </a:rPr>
              <a:t> </a:t>
            </a:r>
            <a:r>
              <a:rPr sz="1700" spc="-10" dirty="0">
                <a:latin typeface="Times New Roman"/>
                <a:cs typeface="Times New Roman"/>
              </a:rPr>
              <a:t>I</a:t>
            </a:r>
            <a:r>
              <a:rPr sz="1700" spc="-2" dirty="0">
                <a:latin typeface="Times New Roman"/>
                <a:cs typeface="Times New Roman"/>
              </a:rPr>
              <a:t>t</a:t>
            </a:r>
            <a:r>
              <a:rPr sz="1700" spc="-5" dirty="0">
                <a:latin typeface="Times New Roman"/>
                <a:cs typeface="Times New Roman"/>
              </a:rPr>
              <a:t> </a:t>
            </a:r>
            <a:r>
              <a:rPr sz="1700" spc="-7" dirty="0">
                <a:latin typeface="Times New Roman"/>
                <a:cs typeface="Times New Roman"/>
              </a:rPr>
              <a:t>ca</a:t>
            </a:r>
            <a:r>
              <a:rPr sz="1700" dirty="0">
                <a:latin typeface="Times New Roman"/>
                <a:cs typeface="Times New Roman"/>
              </a:rPr>
              <a:t>n</a:t>
            </a:r>
            <a:r>
              <a:rPr sz="1700" spc="-12" dirty="0">
                <a:latin typeface="Times New Roman"/>
                <a:cs typeface="Times New Roman"/>
              </a:rPr>
              <a:t> </a:t>
            </a:r>
            <a:r>
              <a:rPr sz="1700" spc="-5" dirty="0">
                <a:latin typeface="Times New Roman"/>
                <a:cs typeface="Times New Roman"/>
              </a:rPr>
              <a:t>be</a:t>
            </a:r>
            <a:r>
              <a:rPr sz="1700" spc="-14" dirty="0">
                <a:latin typeface="Times New Roman"/>
                <a:cs typeface="Times New Roman"/>
              </a:rPr>
              <a:t> </a:t>
            </a:r>
            <a:r>
              <a:rPr sz="1700" spc="-2" dirty="0">
                <a:latin typeface="Times New Roman"/>
                <a:cs typeface="Times New Roman"/>
              </a:rPr>
              <a:t>s</a:t>
            </a:r>
            <a:r>
              <a:rPr sz="1700" spc="5" dirty="0">
                <a:latin typeface="Times New Roman"/>
                <a:cs typeface="Times New Roman"/>
              </a:rPr>
              <a:t>h</a:t>
            </a:r>
            <a:r>
              <a:rPr sz="1700" spc="-7" dirty="0">
                <a:latin typeface="Times New Roman"/>
                <a:cs typeface="Times New Roman"/>
              </a:rPr>
              <a:t>a</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d</a:t>
            </a:r>
            <a:r>
              <a:rPr sz="1700" spc="-12"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t</a:t>
            </a:r>
            <a:r>
              <a:rPr sz="1700" spc="5" dirty="0">
                <a:latin typeface="Times New Roman"/>
                <a:cs typeface="Times New Roman"/>
              </a:rPr>
              <a:t>w</a:t>
            </a:r>
            <a:r>
              <a:rPr sz="1700" spc="-7" dirty="0">
                <a:latin typeface="Times New Roman"/>
                <a:cs typeface="Times New Roman"/>
              </a:rPr>
              <a:t>ee</a:t>
            </a:r>
            <a:r>
              <a:rPr sz="1700" dirty="0">
                <a:latin typeface="Times New Roman"/>
                <a:cs typeface="Times New Roman"/>
              </a:rPr>
              <a:t>n</a:t>
            </a:r>
            <a:r>
              <a:rPr sz="1700" spc="-12" dirty="0">
                <a:latin typeface="Times New Roman"/>
                <a:cs typeface="Times New Roman"/>
              </a:rPr>
              <a:t> </a:t>
            </a:r>
            <a:r>
              <a:rPr sz="1700" dirty="0">
                <a:latin typeface="Times New Roman"/>
                <a:cs typeface="Times New Roman"/>
              </a:rPr>
              <a:t>two</a:t>
            </a:r>
            <a:r>
              <a:rPr sz="1700" spc="-12" dirty="0">
                <a:latin typeface="Times New Roman"/>
                <a:cs typeface="Times New Roman"/>
              </a:rPr>
              <a:t> </a:t>
            </a:r>
            <a:r>
              <a:rPr sz="1700" spc="-7" dirty="0">
                <a:latin typeface="Times New Roman"/>
                <a:cs typeface="Times New Roman"/>
              </a:rPr>
              <a:t>c</a:t>
            </a:r>
            <a:r>
              <a:rPr sz="1700" spc="5" dirty="0">
                <a:latin typeface="Times New Roman"/>
                <a:cs typeface="Times New Roman"/>
              </a:rPr>
              <a:t>o</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s</a:t>
            </a:r>
            <a:r>
              <a:rPr sz="1700" spc="-12"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5" dirty="0">
                <a:latin typeface="Times New Roman"/>
                <a:cs typeface="Times New Roman"/>
              </a:rPr>
              <a:t>p</a:t>
            </a:r>
            <a:r>
              <a:rPr sz="1700" spc="-7" dirty="0">
                <a:latin typeface="Times New Roman"/>
                <a:cs typeface="Times New Roman"/>
              </a:rPr>
              <a:t>e</a:t>
            </a:r>
            <a:r>
              <a:rPr sz="1700" spc="-5" dirty="0">
                <a:latin typeface="Times New Roman"/>
                <a:cs typeface="Times New Roman"/>
              </a:rPr>
              <a:t>nding</a:t>
            </a:r>
            <a:r>
              <a:rPr sz="1700" spc="-12" dirty="0">
                <a:latin typeface="Times New Roman"/>
                <a:cs typeface="Times New Roman"/>
              </a:rPr>
              <a:t> </a:t>
            </a:r>
            <a:r>
              <a:rPr sz="1700" dirty="0">
                <a:latin typeface="Times New Roman"/>
                <a:cs typeface="Times New Roman"/>
              </a:rPr>
              <a:t>upon</a:t>
            </a:r>
            <a:r>
              <a:rPr sz="1700" spc="-12" dirty="0">
                <a:latin typeface="Times New Roman"/>
                <a:cs typeface="Times New Roman"/>
              </a:rPr>
              <a:t> </a:t>
            </a:r>
            <a:r>
              <a:rPr sz="1700" spc="-2" dirty="0">
                <a:latin typeface="Times New Roman"/>
                <a:cs typeface="Times New Roman"/>
              </a:rPr>
              <a:t>the </a:t>
            </a:r>
            <a:r>
              <a:rPr sz="1700" spc="-7" dirty="0">
                <a:latin typeface="Times New Roman"/>
                <a:cs typeface="Times New Roman"/>
              </a:rPr>
              <a:t>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a:t>
            </a:r>
            <a:r>
              <a:rPr sz="1700" dirty="0">
                <a:latin typeface="Times New Roman"/>
                <a:cs typeface="Times New Roman"/>
              </a:rPr>
              <a:t>u</a:t>
            </a:r>
            <a:r>
              <a:rPr sz="1700" spc="-2" dirty="0">
                <a:latin typeface="Times New Roman"/>
                <a:cs typeface="Times New Roman"/>
              </a:rPr>
              <a:t>re</a:t>
            </a:r>
            <a:r>
              <a:rPr sz="1700" dirty="0">
                <a:latin typeface="Times New Roman"/>
                <a:cs typeface="Times New Roman"/>
              </a:rPr>
              <a:t> </a:t>
            </a:r>
            <a:r>
              <a:rPr sz="1700" spc="-70"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72"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70" dirty="0">
                <a:latin typeface="Times New Roman"/>
                <a:cs typeface="Times New Roman"/>
              </a:rPr>
              <a:t> </a:t>
            </a:r>
            <a:r>
              <a:rPr sz="1700" spc="-7" dirty="0">
                <a:latin typeface="Times New Roman"/>
                <a:cs typeface="Times New Roman"/>
              </a:rPr>
              <a:t>c</a:t>
            </a:r>
            <a:r>
              <a:rPr sz="1700" dirty="0">
                <a:latin typeface="Times New Roman"/>
                <a:cs typeface="Times New Roman"/>
              </a:rPr>
              <a:t>o</a:t>
            </a:r>
            <a:r>
              <a:rPr sz="1700" spc="5" dirty="0">
                <a:latin typeface="Times New Roman"/>
                <a:cs typeface="Times New Roman"/>
              </a:rPr>
              <a:t>nn</a:t>
            </a:r>
            <a:r>
              <a:rPr sz="1700" spc="-7" dirty="0">
                <a:latin typeface="Times New Roman"/>
                <a:cs typeface="Times New Roman"/>
              </a:rPr>
              <a:t>ec</a:t>
            </a:r>
            <a:r>
              <a:rPr sz="1700" spc="-2" dirty="0">
                <a:latin typeface="Times New Roman"/>
                <a:cs typeface="Times New Roman"/>
              </a:rPr>
              <a:t>ted</a:t>
            </a:r>
            <a:r>
              <a:rPr sz="1700" dirty="0">
                <a:latin typeface="Times New Roman"/>
                <a:cs typeface="Times New Roman"/>
              </a:rPr>
              <a:t> </a:t>
            </a:r>
            <a:r>
              <a:rPr sz="1700" spc="-72"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65"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72" dirty="0">
                <a:latin typeface="Times New Roman"/>
                <a:cs typeface="Times New Roman"/>
              </a:rPr>
              <a:t> </a:t>
            </a:r>
            <a:r>
              <a:rPr sz="1700" spc="5" dirty="0">
                <a:latin typeface="Times New Roman"/>
                <a:cs typeface="Times New Roman"/>
              </a:rPr>
              <a:t>p</a:t>
            </a:r>
            <a:r>
              <a:rPr sz="1700" spc="-2" dirty="0">
                <a:latin typeface="Times New Roman"/>
                <a:cs typeface="Times New Roman"/>
              </a:rPr>
              <a:t>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sso</a:t>
            </a:r>
            <a:r>
              <a:rPr sz="1700" dirty="0">
                <a:latin typeface="Times New Roman"/>
                <a:cs typeface="Times New Roman"/>
              </a:rPr>
              <a:t>r </a:t>
            </a:r>
            <a:r>
              <a:rPr sz="1700" spc="-67" dirty="0">
                <a:latin typeface="Times New Roman"/>
                <a:cs typeface="Times New Roman"/>
              </a:rPr>
              <a:t> </a:t>
            </a:r>
            <a:r>
              <a:rPr sz="1700" spc="-7" dirty="0">
                <a:latin typeface="Times New Roman"/>
                <a:cs typeface="Times New Roman"/>
              </a:rPr>
              <a:t>wi</a:t>
            </a:r>
            <a:r>
              <a:rPr sz="1700" dirty="0">
                <a:latin typeface="Times New Roman"/>
                <a:cs typeface="Times New Roman"/>
              </a:rPr>
              <a:t>th </a:t>
            </a:r>
            <a:r>
              <a:rPr sz="1700" spc="-72"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72" dirty="0">
                <a:latin typeface="Times New Roman"/>
                <a:cs typeface="Times New Roman"/>
              </a:rPr>
              <a:t> </a:t>
            </a:r>
            <a:r>
              <a:rPr sz="1700" spc="-5" dirty="0">
                <a:latin typeface="Times New Roman"/>
                <a:cs typeface="Times New Roman"/>
              </a:rPr>
              <a:t>hig</a:t>
            </a:r>
            <a:r>
              <a:rPr sz="1700" spc="7" dirty="0">
                <a:latin typeface="Times New Roman"/>
                <a:cs typeface="Times New Roman"/>
              </a:rPr>
              <a:t>h</a:t>
            </a:r>
            <a:r>
              <a:rPr sz="1700" spc="-2" dirty="0">
                <a:latin typeface="Times New Roman"/>
                <a:cs typeface="Times New Roman"/>
              </a:rPr>
              <a:t>-sp</a:t>
            </a:r>
            <a:r>
              <a:rPr sz="1700" spc="2" dirty="0">
                <a:latin typeface="Times New Roman"/>
                <a:cs typeface="Times New Roman"/>
              </a:rPr>
              <a:t>e</a:t>
            </a:r>
            <a:r>
              <a:rPr sz="1700" spc="-7" dirty="0">
                <a:latin typeface="Times New Roman"/>
                <a:cs typeface="Times New Roman"/>
              </a:rPr>
              <a:t>e</a:t>
            </a:r>
            <a:r>
              <a:rPr sz="1700" dirty="0">
                <a:latin typeface="Times New Roman"/>
                <a:cs typeface="Times New Roman"/>
              </a:rPr>
              <a:t>d </a:t>
            </a:r>
            <a:r>
              <a:rPr sz="1700" spc="-72" dirty="0">
                <a:latin typeface="Times New Roman"/>
                <a:cs typeface="Times New Roman"/>
              </a:rPr>
              <a:t> </a:t>
            </a:r>
            <a:r>
              <a:rPr sz="1700" dirty="0">
                <a:latin typeface="Times New Roman"/>
                <a:cs typeface="Times New Roman"/>
              </a:rPr>
              <a:t>bus. </a:t>
            </a:r>
            <a:r>
              <a:rPr sz="1700" spc="-70" dirty="0">
                <a:latin typeface="Times New Roman"/>
                <a:cs typeface="Times New Roman"/>
              </a:rPr>
              <a:t> </a:t>
            </a:r>
            <a:r>
              <a:rPr sz="1700" spc="-2" dirty="0">
                <a:latin typeface="Times New Roman"/>
                <a:cs typeface="Times New Roman"/>
              </a:rPr>
              <a:t>T</a:t>
            </a:r>
            <a:r>
              <a:rPr sz="1700" spc="-5" dirty="0">
                <a:latin typeface="Times New Roman"/>
                <a:cs typeface="Times New Roman"/>
              </a:rPr>
              <a:t>he</a:t>
            </a:r>
            <a:r>
              <a:rPr sz="1700" dirty="0">
                <a:latin typeface="Times New Roman"/>
                <a:cs typeface="Times New Roman"/>
              </a:rPr>
              <a:t> </a:t>
            </a:r>
            <a:r>
              <a:rPr sz="1700" spc="-72" dirty="0">
                <a:latin typeface="Times New Roman"/>
                <a:cs typeface="Times New Roman"/>
              </a:rPr>
              <a:t> </a:t>
            </a:r>
            <a:r>
              <a:rPr sz="1700" spc="-5" dirty="0">
                <a:latin typeface="Times New Roman"/>
                <a:cs typeface="Times New Roman"/>
              </a:rPr>
              <a:t>size</a:t>
            </a:r>
            <a:r>
              <a:rPr sz="1700" dirty="0">
                <a:latin typeface="Times New Roman"/>
                <a:cs typeface="Times New Roman"/>
              </a:rPr>
              <a:t> </a:t>
            </a:r>
            <a:r>
              <a:rPr sz="1700" spc="-67" dirty="0">
                <a:latin typeface="Times New Roman"/>
                <a:cs typeface="Times New Roman"/>
              </a:rPr>
              <a:t> </a:t>
            </a:r>
            <a:r>
              <a:rPr sz="1700" dirty="0">
                <a:latin typeface="Times New Roman"/>
                <a:cs typeface="Times New Roman"/>
              </a:rPr>
              <a:t>of </a:t>
            </a:r>
            <a:r>
              <a:rPr sz="1700" spc="-72" dirty="0">
                <a:latin typeface="Times New Roman"/>
                <a:cs typeface="Times New Roman"/>
              </a:rPr>
              <a:t> </a:t>
            </a:r>
            <a:r>
              <a:rPr sz="1700" spc="-5" dirty="0">
                <a:latin typeface="Times New Roman"/>
                <a:cs typeface="Times New Roman"/>
              </a:rPr>
              <a:t>mem</a:t>
            </a:r>
            <a:r>
              <a:rPr sz="1700" dirty="0">
                <a:latin typeface="Times New Roman"/>
                <a:cs typeface="Times New Roman"/>
              </a:rPr>
              <a:t>o</a:t>
            </a:r>
            <a:r>
              <a:rPr sz="1700" spc="5" dirty="0">
                <a:latin typeface="Times New Roman"/>
                <a:cs typeface="Times New Roman"/>
              </a:rPr>
              <a:t>r</a:t>
            </a:r>
            <a:r>
              <a:rPr sz="1700" dirty="0">
                <a:latin typeface="Times New Roman"/>
                <a:cs typeface="Times New Roman"/>
              </a:rPr>
              <a:t>y </a:t>
            </a:r>
            <a:r>
              <a:rPr sz="1700" spc="-2" dirty="0">
                <a:latin typeface="Times New Roman"/>
                <a:cs typeface="Times New Roman"/>
              </a:rPr>
              <a:t>r</a:t>
            </a:r>
            <a:r>
              <a:rPr sz="1700" spc="-10" dirty="0">
                <a:latin typeface="Times New Roman"/>
                <a:cs typeface="Times New Roman"/>
              </a:rPr>
              <a:t>a</a:t>
            </a:r>
            <a:r>
              <a:rPr sz="1700" spc="-5" dirty="0">
                <a:latin typeface="Times New Roman"/>
                <a:cs typeface="Times New Roman"/>
              </a:rPr>
              <a:t>ng</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spc="2" dirty="0">
                <a:latin typeface="Times New Roman"/>
                <a:cs typeface="Times New Roman"/>
              </a:rPr>
              <a:t>f</a:t>
            </a:r>
            <a:r>
              <a:rPr sz="1700" spc="-5" dirty="0">
                <a:latin typeface="Times New Roman"/>
                <a:cs typeface="Times New Roman"/>
              </a:rPr>
              <a:t>rom</a:t>
            </a:r>
            <a:r>
              <a:rPr sz="1700" dirty="0">
                <a:latin typeface="Times New Roman"/>
                <a:cs typeface="Times New Roman"/>
              </a:rPr>
              <a:t> 256 </a:t>
            </a:r>
            <a:r>
              <a:rPr sz="1700" spc="-2" dirty="0">
                <a:latin typeface="Times New Roman"/>
                <a:cs typeface="Times New Roman"/>
              </a:rPr>
              <a:t>K</a:t>
            </a:r>
            <a:r>
              <a:rPr sz="1700" spc="-5" dirty="0">
                <a:latin typeface="Times New Roman"/>
                <a:cs typeface="Times New Roman"/>
              </a:rPr>
              <a:t>B</a:t>
            </a:r>
            <a:r>
              <a:rPr sz="1700" dirty="0">
                <a:latin typeface="Times New Roman"/>
                <a:cs typeface="Times New Roman"/>
              </a:rPr>
              <a:t> </a:t>
            </a:r>
            <a:r>
              <a:rPr sz="1700" spc="-2" dirty="0">
                <a:latin typeface="Times New Roman"/>
                <a:cs typeface="Times New Roman"/>
              </a:rPr>
              <a:t>to </a:t>
            </a:r>
            <a:r>
              <a:rPr sz="1700" dirty="0">
                <a:latin typeface="Times New Roman"/>
                <a:cs typeface="Times New Roman"/>
              </a:rPr>
              <a:t>512 </a:t>
            </a:r>
            <a:r>
              <a:rPr sz="1700" spc="-2" dirty="0">
                <a:latin typeface="Times New Roman"/>
                <a:cs typeface="Times New Roman"/>
              </a:rPr>
              <a:t>K</a:t>
            </a:r>
            <a:r>
              <a:rPr sz="1700" dirty="0">
                <a:latin typeface="Times New Roman"/>
                <a:cs typeface="Times New Roman"/>
              </a:rPr>
              <a:t>B.</a:t>
            </a:r>
            <a:endParaRPr lang="en-US" sz="1700" dirty="0">
              <a:latin typeface="Times New Roman"/>
              <a:cs typeface="Times New Roman"/>
            </a:endParaRPr>
          </a:p>
          <a:p>
            <a:pPr marL="6109" marR="2443" algn="just">
              <a:spcBef>
                <a:spcPts val="387"/>
              </a:spcBef>
            </a:pPr>
            <a:r>
              <a:rPr lang="en-US" sz="1700" b="1" spc="-5" dirty="0">
                <a:latin typeface="Times New Roman"/>
                <a:cs typeface="Times New Roman"/>
              </a:rPr>
              <a:t>L3</a:t>
            </a:r>
            <a:r>
              <a:rPr lang="en-US" sz="1700" b="1" spc="-12" dirty="0">
                <a:latin typeface="Times New Roman"/>
                <a:cs typeface="Times New Roman"/>
              </a:rPr>
              <a:t> </a:t>
            </a:r>
            <a:r>
              <a:rPr lang="en-US" sz="1700" b="1" spc="-5" dirty="0">
                <a:latin typeface="Times New Roman"/>
                <a:cs typeface="Times New Roman"/>
              </a:rPr>
              <a:t>or</a:t>
            </a:r>
            <a:r>
              <a:rPr lang="en-US" sz="1700" b="1" spc="-14" dirty="0">
                <a:latin typeface="Times New Roman"/>
                <a:cs typeface="Times New Roman"/>
              </a:rPr>
              <a:t> </a:t>
            </a:r>
            <a:r>
              <a:rPr lang="en-US" sz="1700" b="1" spc="-5" dirty="0">
                <a:latin typeface="Times New Roman"/>
                <a:cs typeface="Times New Roman"/>
              </a:rPr>
              <a:t>L</a:t>
            </a:r>
            <a:r>
              <a:rPr lang="en-US" sz="1700" b="1" spc="-7" dirty="0">
                <a:latin typeface="Times New Roman"/>
                <a:cs typeface="Times New Roman"/>
              </a:rPr>
              <a:t>e</a:t>
            </a:r>
            <a:r>
              <a:rPr lang="en-US" sz="1700" b="1" spc="-5" dirty="0">
                <a:latin typeface="Times New Roman"/>
                <a:cs typeface="Times New Roman"/>
              </a:rPr>
              <a:t>v</a:t>
            </a:r>
            <a:r>
              <a:rPr lang="en-US" sz="1700" b="1" spc="-7" dirty="0">
                <a:latin typeface="Times New Roman"/>
                <a:cs typeface="Times New Roman"/>
              </a:rPr>
              <a:t>e</a:t>
            </a:r>
            <a:r>
              <a:rPr lang="en-US" sz="1700" b="1" spc="-2" dirty="0">
                <a:latin typeface="Times New Roman"/>
                <a:cs typeface="Times New Roman"/>
              </a:rPr>
              <a:t>l</a:t>
            </a:r>
            <a:r>
              <a:rPr lang="en-US" sz="1700" b="1" spc="-12" dirty="0">
                <a:latin typeface="Times New Roman"/>
                <a:cs typeface="Times New Roman"/>
              </a:rPr>
              <a:t> </a:t>
            </a:r>
            <a:r>
              <a:rPr lang="en-US" sz="1700" b="1" dirty="0">
                <a:latin typeface="Times New Roman"/>
                <a:cs typeface="Times New Roman"/>
              </a:rPr>
              <a:t>3</a:t>
            </a:r>
            <a:r>
              <a:rPr lang="en-US" sz="1700" b="1" spc="-12" dirty="0">
                <a:latin typeface="Times New Roman"/>
                <a:cs typeface="Times New Roman"/>
              </a:rPr>
              <a:t> </a:t>
            </a:r>
            <a:r>
              <a:rPr lang="en-US" sz="1700" b="1" spc="-2" dirty="0">
                <a:latin typeface="Times New Roman"/>
                <a:cs typeface="Times New Roman"/>
              </a:rPr>
              <a:t>Ca</a:t>
            </a:r>
            <a:r>
              <a:rPr lang="en-US" sz="1700" b="1" spc="-5" dirty="0">
                <a:latin typeface="Times New Roman"/>
                <a:cs typeface="Times New Roman"/>
              </a:rPr>
              <a:t>c</a:t>
            </a:r>
            <a:r>
              <a:rPr lang="en-US" sz="1700" b="1" dirty="0">
                <a:latin typeface="Times New Roman"/>
                <a:cs typeface="Times New Roman"/>
              </a:rPr>
              <a:t>h</a:t>
            </a:r>
            <a:r>
              <a:rPr lang="en-US" sz="1700" b="1" spc="-7" dirty="0">
                <a:latin typeface="Times New Roman"/>
                <a:cs typeface="Times New Roman"/>
              </a:rPr>
              <a:t>e</a:t>
            </a:r>
            <a:r>
              <a:rPr lang="en-US" sz="1700" b="1" dirty="0">
                <a:latin typeface="Times New Roman"/>
                <a:cs typeface="Times New Roman"/>
              </a:rPr>
              <a:t>: </a:t>
            </a:r>
            <a:r>
              <a:rPr lang="en-US" sz="1700" spc="-10" dirty="0">
                <a:latin typeface="Times New Roman"/>
                <a:cs typeface="Times New Roman"/>
              </a:rPr>
              <a:t>I</a:t>
            </a:r>
            <a:r>
              <a:rPr lang="en-US" sz="1700" spc="-2" dirty="0">
                <a:latin typeface="Times New Roman"/>
                <a:cs typeface="Times New Roman"/>
              </a:rPr>
              <a:t>t</a:t>
            </a:r>
            <a:r>
              <a:rPr lang="en-US" sz="1700" spc="-12" dirty="0">
                <a:latin typeface="Times New Roman"/>
                <a:cs typeface="Times New Roman"/>
              </a:rPr>
              <a:t> </a:t>
            </a:r>
            <a:r>
              <a:rPr lang="en-US" sz="1700" dirty="0">
                <a:latin typeface="Times New Roman"/>
                <a:cs typeface="Times New Roman"/>
              </a:rPr>
              <a:t>is</a:t>
            </a:r>
            <a:r>
              <a:rPr lang="en-US" sz="1700" spc="-12" dirty="0">
                <a:latin typeface="Times New Roman"/>
                <a:cs typeface="Times New Roman"/>
              </a:rPr>
              <a:t> </a:t>
            </a:r>
            <a:r>
              <a:rPr lang="en-US" sz="1700" spc="-2" dirty="0">
                <a:latin typeface="Times New Roman"/>
                <a:cs typeface="Times New Roman"/>
              </a:rPr>
              <a:t>the</a:t>
            </a:r>
            <a:r>
              <a:rPr lang="en-US" sz="1700" spc="-14" dirty="0">
                <a:latin typeface="Times New Roman"/>
                <a:cs typeface="Times New Roman"/>
              </a:rPr>
              <a:t> </a:t>
            </a:r>
            <a:r>
              <a:rPr lang="en-US" sz="1700" spc="-2" dirty="0">
                <a:latin typeface="Times New Roman"/>
                <a:cs typeface="Times New Roman"/>
              </a:rPr>
              <a:t>thi</a:t>
            </a:r>
            <a:r>
              <a:rPr lang="en-US" sz="1700" dirty="0">
                <a:latin typeface="Times New Roman"/>
                <a:cs typeface="Times New Roman"/>
              </a:rPr>
              <a:t>rd</a:t>
            </a:r>
            <a:r>
              <a:rPr lang="en-US" sz="1700" spc="-14" dirty="0">
                <a:latin typeface="Times New Roman"/>
                <a:cs typeface="Times New Roman"/>
              </a:rPr>
              <a:t> </a:t>
            </a:r>
            <a:r>
              <a:rPr lang="en-US" sz="1700" spc="-2" dirty="0">
                <a:latin typeface="Times New Roman"/>
                <a:cs typeface="Times New Roman"/>
              </a:rPr>
              <a:t>lev</a:t>
            </a:r>
            <a:r>
              <a:rPr lang="en-US" sz="1700" spc="-10" dirty="0">
                <a:latin typeface="Times New Roman"/>
                <a:cs typeface="Times New Roman"/>
              </a:rPr>
              <a:t>e</a:t>
            </a:r>
            <a:r>
              <a:rPr lang="en-US" sz="1700" spc="-2" dirty="0">
                <a:latin typeface="Times New Roman"/>
                <a:cs typeface="Times New Roman"/>
              </a:rPr>
              <a:t>l</a:t>
            </a:r>
            <a:r>
              <a:rPr lang="en-US" sz="1700" spc="-12" dirty="0">
                <a:latin typeface="Times New Roman"/>
                <a:cs typeface="Times New Roman"/>
              </a:rPr>
              <a:t> </a:t>
            </a:r>
            <a:r>
              <a:rPr lang="en-US" sz="1700" dirty="0">
                <a:latin typeface="Times New Roman"/>
                <a:cs typeface="Times New Roman"/>
              </a:rPr>
              <a:t>of</a:t>
            </a:r>
            <a:r>
              <a:rPr lang="en-US" sz="1700" spc="-14" dirty="0">
                <a:latin typeface="Times New Roman"/>
                <a:cs typeface="Times New Roman"/>
              </a:rPr>
              <a:t> </a:t>
            </a:r>
            <a:r>
              <a:rPr lang="en-US" sz="1700" spc="-7" dirty="0">
                <a:latin typeface="Times New Roman"/>
                <a:cs typeface="Times New Roman"/>
              </a:rPr>
              <a:t>cac</a:t>
            </a:r>
            <a:r>
              <a:rPr lang="en-US" sz="1700" spc="-5" dirty="0">
                <a:latin typeface="Times New Roman"/>
                <a:cs typeface="Times New Roman"/>
              </a:rPr>
              <a:t>he</a:t>
            </a:r>
            <a:r>
              <a:rPr lang="en-US" sz="1700" spc="-10"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a:t>
            </a:r>
            <a:r>
              <a:rPr lang="en-US" sz="1700" spc="-12" dirty="0">
                <a:latin typeface="Times New Roman"/>
                <a:cs typeface="Times New Roman"/>
              </a:rPr>
              <a:t> </a:t>
            </a:r>
            <a:r>
              <a:rPr lang="en-US" sz="1700" spc="-2" dirty="0">
                <a:latin typeface="Times New Roman"/>
                <a:cs typeface="Times New Roman"/>
              </a:rPr>
              <a:t>that</a:t>
            </a:r>
            <a:r>
              <a:rPr lang="en-US" sz="1700" spc="-12" dirty="0">
                <a:latin typeface="Times New Roman"/>
                <a:cs typeface="Times New Roman"/>
              </a:rPr>
              <a:t> </a:t>
            </a:r>
            <a:r>
              <a:rPr lang="en-US" sz="1700" spc="-2" dirty="0">
                <a:latin typeface="Times New Roman"/>
                <a:cs typeface="Times New Roman"/>
              </a:rPr>
              <a:t>is</a:t>
            </a:r>
            <a:r>
              <a:rPr lang="en-US" sz="1700" spc="-12" dirty="0">
                <a:latin typeface="Times New Roman"/>
                <a:cs typeface="Times New Roman"/>
              </a:rPr>
              <a:t> </a:t>
            </a:r>
            <a:r>
              <a:rPr lang="en-US" sz="1700" spc="-2" dirty="0">
                <a:latin typeface="Times New Roman"/>
                <a:cs typeface="Times New Roman"/>
              </a:rPr>
              <a:t>pr</a:t>
            </a:r>
            <a:r>
              <a:rPr lang="en-US" sz="1700" spc="-10" dirty="0">
                <a:latin typeface="Times New Roman"/>
                <a:cs typeface="Times New Roman"/>
              </a:rPr>
              <a:t>e</a:t>
            </a:r>
            <a:r>
              <a:rPr lang="en-US" sz="1700" spc="-2" dirty="0">
                <a:latin typeface="Times New Roman"/>
                <a:cs typeface="Times New Roman"/>
              </a:rPr>
              <a:t>sent</a:t>
            </a:r>
            <a:r>
              <a:rPr lang="en-US" sz="1700" spc="-12" dirty="0">
                <a:latin typeface="Times New Roman"/>
                <a:cs typeface="Times New Roman"/>
              </a:rPr>
              <a:t> </a:t>
            </a:r>
            <a:r>
              <a:rPr lang="en-US" sz="1700" spc="-2" dirty="0">
                <a:latin typeface="Times New Roman"/>
                <a:cs typeface="Times New Roman"/>
              </a:rPr>
              <a:t>outs</a:t>
            </a:r>
            <a:r>
              <a:rPr lang="en-US" sz="1700" dirty="0">
                <a:latin typeface="Times New Roman"/>
                <a:cs typeface="Times New Roman"/>
              </a:rPr>
              <a:t>i</a:t>
            </a:r>
            <a:r>
              <a:rPr lang="en-US" sz="1700" spc="-5" dirty="0">
                <a:latin typeface="Times New Roman"/>
                <a:cs typeface="Times New Roman"/>
              </a:rPr>
              <a:t>de</a:t>
            </a:r>
            <a:r>
              <a:rPr lang="en-US" sz="1700" spc="-14" dirty="0">
                <a:latin typeface="Times New Roman"/>
                <a:cs typeface="Times New Roman"/>
              </a:rPr>
              <a:t> </a:t>
            </a:r>
            <a:r>
              <a:rPr lang="en-US" sz="1700" spc="-2" dirty="0">
                <a:latin typeface="Times New Roman"/>
                <a:cs typeface="Times New Roman"/>
              </a:rPr>
              <a:t>the</a:t>
            </a:r>
            <a:r>
              <a:rPr lang="en-US" sz="1700" spc="-14" dirty="0">
                <a:latin typeface="Times New Roman"/>
                <a:cs typeface="Times New Roman"/>
              </a:rPr>
              <a:t> </a:t>
            </a:r>
            <a:r>
              <a:rPr lang="en-US" sz="1700" spc="-5" dirty="0">
                <a:latin typeface="Times New Roman"/>
                <a:cs typeface="Times New Roman"/>
              </a:rPr>
              <a:t>C</a:t>
            </a:r>
            <a:r>
              <a:rPr lang="en-US" sz="1700" dirty="0">
                <a:latin typeface="Times New Roman"/>
                <a:cs typeface="Times New Roman"/>
              </a:rPr>
              <a:t>PU</a:t>
            </a:r>
            <a:r>
              <a:rPr lang="en-US" sz="1700" spc="-14" dirty="0">
                <a:latin typeface="Times New Roman"/>
                <a:cs typeface="Times New Roman"/>
              </a:rPr>
              <a:t> </a:t>
            </a:r>
            <a:r>
              <a:rPr lang="en-US" sz="1700" spc="-7" dirty="0">
                <a:latin typeface="Times New Roman"/>
                <a:cs typeface="Times New Roman"/>
              </a:rPr>
              <a:t>an</a:t>
            </a:r>
            <a:r>
              <a:rPr lang="en-US" sz="1700" dirty="0">
                <a:latin typeface="Times New Roman"/>
                <a:cs typeface="Times New Roman"/>
              </a:rPr>
              <a:t>d </a:t>
            </a:r>
            <a:r>
              <a:rPr lang="en-US" sz="1700" spc="-2" dirty="0">
                <a:latin typeface="Times New Roman"/>
                <a:cs typeface="Times New Roman"/>
              </a:rPr>
              <a:t>is</a:t>
            </a:r>
            <a:r>
              <a:rPr lang="en-US" sz="1700" spc="17" dirty="0">
                <a:latin typeface="Times New Roman"/>
                <a:cs typeface="Times New Roman"/>
              </a:rPr>
              <a:t> </a:t>
            </a:r>
            <a:r>
              <a:rPr lang="en-US" sz="1700" spc="-2" dirty="0">
                <a:latin typeface="Times New Roman"/>
                <a:cs typeface="Times New Roman"/>
              </a:rPr>
              <a:t>shar</a:t>
            </a:r>
            <a:r>
              <a:rPr lang="en-US" sz="1700" spc="-10" dirty="0">
                <a:latin typeface="Times New Roman"/>
                <a:cs typeface="Times New Roman"/>
              </a:rPr>
              <a:t>e</a:t>
            </a:r>
            <a:r>
              <a:rPr lang="en-US" sz="1700" dirty="0">
                <a:latin typeface="Times New Roman"/>
                <a:cs typeface="Times New Roman"/>
              </a:rPr>
              <a:t>d</a:t>
            </a:r>
            <a:r>
              <a:rPr lang="en-US" sz="1700" spc="22" dirty="0">
                <a:latin typeface="Times New Roman"/>
                <a:cs typeface="Times New Roman"/>
              </a:rPr>
              <a:t> </a:t>
            </a:r>
            <a:r>
              <a:rPr lang="en-US" sz="1700" dirty="0">
                <a:latin typeface="Times New Roman"/>
                <a:cs typeface="Times New Roman"/>
              </a:rPr>
              <a:t>by</a:t>
            </a:r>
            <a:r>
              <a:rPr lang="en-US" sz="1700" spc="22"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ll</a:t>
            </a:r>
            <a:r>
              <a:rPr lang="en-US" sz="1700" spc="17" dirty="0">
                <a:latin typeface="Times New Roman"/>
                <a:cs typeface="Times New Roman"/>
              </a:rPr>
              <a:t> </a:t>
            </a:r>
            <a:r>
              <a:rPr lang="en-US" sz="1700" spc="-2" dirty="0">
                <a:latin typeface="Times New Roman"/>
                <a:cs typeface="Times New Roman"/>
              </a:rPr>
              <a:t>the</a:t>
            </a:r>
            <a:r>
              <a:rPr lang="en-US" sz="1700" spc="19"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or</a:t>
            </a:r>
            <a:r>
              <a:rPr lang="en-US" sz="1700" spc="-10" dirty="0">
                <a:latin typeface="Times New Roman"/>
                <a:cs typeface="Times New Roman"/>
              </a:rPr>
              <a:t>e</a:t>
            </a:r>
            <a:r>
              <a:rPr lang="en-US" sz="1700" dirty="0">
                <a:latin typeface="Times New Roman"/>
                <a:cs typeface="Times New Roman"/>
              </a:rPr>
              <a:t>s</a:t>
            </a:r>
            <a:r>
              <a:rPr lang="en-US" sz="1700" spc="22" dirty="0">
                <a:latin typeface="Times New Roman"/>
                <a:cs typeface="Times New Roman"/>
              </a:rPr>
              <a:t> </a:t>
            </a:r>
            <a:r>
              <a:rPr lang="en-US" sz="1700" dirty="0">
                <a:latin typeface="Times New Roman"/>
                <a:cs typeface="Times New Roman"/>
              </a:rPr>
              <a:t>of</a:t>
            </a:r>
            <a:r>
              <a:rPr lang="en-US" sz="1700" spc="14" dirty="0">
                <a:latin typeface="Times New Roman"/>
                <a:cs typeface="Times New Roman"/>
              </a:rPr>
              <a:t> </a:t>
            </a:r>
            <a:r>
              <a:rPr lang="en-US" sz="1700" spc="-2" dirty="0">
                <a:latin typeface="Times New Roman"/>
                <a:cs typeface="Times New Roman"/>
              </a:rPr>
              <a:t>the</a:t>
            </a:r>
            <a:r>
              <a:rPr lang="en-US" sz="1700" spc="19" dirty="0">
                <a:latin typeface="Times New Roman"/>
                <a:cs typeface="Times New Roman"/>
              </a:rPr>
              <a:t> </a:t>
            </a:r>
            <a:r>
              <a:rPr lang="en-US" sz="1700" spc="-5" dirty="0">
                <a:latin typeface="Times New Roman"/>
                <a:cs typeface="Times New Roman"/>
              </a:rPr>
              <a:t>C</a:t>
            </a:r>
            <a:r>
              <a:rPr lang="en-US" sz="1700" dirty="0">
                <a:latin typeface="Times New Roman"/>
                <a:cs typeface="Times New Roman"/>
              </a:rPr>
              <a:t>P</a:t>
            </a:r>
            <a:r>
              <a:rPr lang="en-US" sz="1700" spc="-2" dirty="0">
                <a:latin typeface="Times New Roman"/>
                <a:cs typeface="Times New Roman"/>
              </a:rPr>
              <a:t>U</a:t>
            </a:r>
            <a:r>
              <a:rPr lang="en-US" sz="1700" dirty="0">
                <a:latin typeface="Times New Roman"/>
                <a:cs typeface="Times New Roman"/>
              </a:rPr>
              <a:t>.</a:t>
            </a:r>
            <a:r>
              <a:rPr lang="en-US" sz="1700" spc="14" dirty="0">
                <a:latin typeface="Times New Roman"/>
                <a:cs typeface="Times New Roman"/>
              </a:rPr>
              <a:t> </a:t>
            </a:r>
            <a:r>
              <a:rPr lang="en-US" sz="1700" dirty="0">
                <a:latin typeface="Times New Roman"/>
                <a:cs typeface="Times New Roman"/>
              </a:rPr>
              <a:t>S</a:t>
            </a:r>
            <a:r>
              <a:rPr lang="en-US" sz="1700" spc="-5" dirty="0">
                <a:latin typeface="Times New Roman"/>
                <a:cs typeface="Times New Roman"/>
              </a:rPr>
              <a:t>ome</a:t>
            </a:r>
            <a:r>
              <a:rPr lang="en-US" sz="1700" spc="14" dirty="0">
                <a:latin typeface="Times New Roman"/>
                <a:cs typeface="Times New Roman"/>
              </a:rPr>
              <a:t> </a:t>
            </a:r>
            <a:r>
              <a:rPr lang="en-US" sz="1700" spc="-5" dirty="0">
                <a:latin typeface="Times New Roman"/>
                <a:cs typeface="Times New Roman"/>
              </a:rPr>
              <a:t>high</a:t>
            </a:r>
            <a:r>
              <a:rPr lang="en-US" sz="1700" spc="22" dirty="0">
                <a:latin typeface="Times New Roman"/>
                <a:cs typeface="Times New Roman"/>
              </a:rPr>
              <a:t> </a:t>
            </a:r>
            <a:r>
              <a:rPr lang="en-US" sz="1700" spc="-5" dirty="0">
                <a:latin typeface="Times New Roman"/>
                <a:cs typeface="Times New Roman"/>
              </a:rPr>
              <a:t>pro</a:t>
            </a:r>
            <a:r>
              <a:rPr lang="en-US" sz="1700" spc="-10" dirty="0">
                <a:latin typeface="Times New Roman"/>
                <a:cs typeface="Times New Roman"/>
              </a:rPr>
              <a:t>c</a:t>
            </a:r>
            <a:r>
              <a:rPr lang="en-US" sz="1700" spc="-7" dirty="0">
                <a:latin typeface="Times New Roman"/>
                <a:cs typeface="Times New Roman"/>
              </a:rPr>
              <a:t>e</a:t>
            </a:r>
            <a:r>
              <a:rPr lang="en-US" sz="1700" spc="-2" dirty="0">
                <a:latin typeface="Times New Roman"/>
                <a:cs typeface="Times New Roman"/>
              </a:rPr>
              <a:t>ssor</a:t>
            </a:r>
            <a:r>
              <a:rPr lang="en-US" sz="1700" dirty="0">
                <a:latin typeface="Times New Roman"/>
                <a:cs typeface="Times New Roman"/>
              </a:rPr>
              <a:t>s</a:t>
            </a:r>
            <a:r>
              <a:rPr lang="en-US" sz="1700" spc="22" dirty="0">
                <a:latin typeface="Times New Roman"/>
                <a:cs typeface="Times New Roman"/>
              </a:rPr>
              <a:t> </a:t>
            </a:r>
            <a:r>
              <a:rPr lang="en-US" sz="1700" spc="-5" dirty="0">
                <a:latin typeface="Times New Roman"/>
                <a:cs typeface="Times New Roman"/>
              </a:rPr>
              <a:t>may</a:t>
            </a:r>
            <a:r>
              <a:rPr lang="en-US" sz="1700" spc="14" dirty="0">
                <a:latin typeface="Times New Roman"/>
                <a:cs typeface="Times New Roman"/>
              </a:rPr>
              <a:t> </a:t>
            </a:r>
            <a:r>
              <a:rPr lang="en-US" sz="1700" spc="5" dirty="0">
                <a:latin typeface="Times New Roman"/>
                <a:cs typeface="Times New Roman"/>
              </a:rPr>
              <a:t>h</a:t>
            </a:r>
            <a:r>
              <a:rPr lang="en-US" sz="1700" spc="-7" dirty="0">
                <a:latin typeface="Times New Roman"/>
                <a:cs typeface="Times New Roman"/>
              </a:rPr>
              <a:t>a</a:t>
            </a:r>
            <a:r>
              <a:rPr lang="en-US" sz="1700" spc="-5" dirty="0">
                <a:latin typeface="Times New Roman"/>
                <a:cs typeface="Times New Roman"/>
              </a:rPr>
              <a:t>ve</a:t>
            </a:r>
            <a:r>
              <a:rPr lang="en-US" sz="1700" spc="19" dirty="0">
                <a:latin typeface="Times New Roman"/>
                <a:cs typeface="Times New Roman"/>
              </a:rPr>
              <a:t> </a:t>
            </a:r>
            <a:r>
              <a:rPr lang="en-US" sz="1700" spc="-2" dirty="0">
                <a:latin typeface="Times New Roman"/>
                <a:cs typeface="Times New Roman"/>
              </a:rPr>
              <a:t>thi</a:t>
            </a:r>
            <a:r>
              <a:rPr lang="en-US" sz="1700" dirty="0">
                <a:latin typeface="Times New Roman"/>
                <a:cs typeface="Times New Roman"/>
              </a:rPr>
              <a:t>s</a:t>
            </a:r>
            <a:r>
              <a:rPr lang="en-US" sz="1700" spc="17"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a</a:t>
            </a:r>
            <a:r>
              <a:rPr lang="en-US" sz="1700" spc="-7" dirty="0">
                <a:latin typeface="Times New Roman"/>
                <a:cs typeface="Times New Roman"/>
              </a:rPr>
              <a:t>c</a:t>
            </a:r>
            <a:r>
              <a:rPr lang="en-US" sz="1700" spc="-5" dirty="0">
                <a:latin typeface="Times New Roman"/>
                <a:cs typeface="Times New Roman"/>
              </a:rPr>
              <a:t>h</a:t>
            </a:r>
            <a:r>
              <a:rPr lang="en-US" sz="1700" spc="-7" dirty="0">
                <a:latin typeface="Times New Roman"/>
                <a:cs typeface="Times New Roman"/>
              </a:rPr>
              <a:t>e</a:t>
            </a:r>
            <a:r>
              <a:rPr lang="en-US" sz="1700" dirty="0">
                <a:latin typeface="Times New Roman"/>
                <a:cs typeface="Times New Roman"/>
              </a:rPr>
              <a:t>.</a:t>
            </a:r>
            <a:r>
              <a:rPr lang="en-US" sz="1700" spc="22" dirty="0">
                <a:latin typeface="Times New Roman"/>
                <a:cs typeface="Times New Roman"/>
              </a:rPr>
              <a:t> </a:t>
            </a:r>
            <a:r>
              <a:rPr lang="en-US" sz="1700" spc="-5" dirty="0">
                <a:latin typeface="Times New Roman"/>
                <a:cs typeface="Times New Roman"/>
              </a:rPr>
              <a:t>This</a:t>
            </a:r>
            <a:r>
              <a:rPr lang="en-US" sz="1700" spc="17" dirty="0">
                <a:latin typeface="Times New Roman"/>
                <a:cs typeface="Times New Roman"/>
              </a:rPr>
              <a:t> </a:t>
            </a:r>
            <a:r>
              <a:rPr lang="en-US" sz="1700" spc="-2"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a:t>
            </a:r>
            <a:r>
              <a:rPr lang="en-US" sz="1700" spc="-5" dirty="0">
                <a:latin typeface="Times New Roman"/>
                <a:cs typeface="Times New Roman"/>
              </a:rPr>
              <a:t>e</a:t>
            </a:r>
            <a:r>
              <a:rPr lang="en-US" sz="1700" spc="-2" dirty="0">
                <a:latin typeface="Times New Roman"/>
                <a:cs typeface="Times New Roman"/>
              </a:rPr>
              <a:t> is</a:t>
            </a:r>
            <a:r>
              <a:rPr lang="en-US" sz="1700" spc="34" dirty="0">
                <a:latin typeface="Times New Roman"/>
                <a:cs typeface="Times New Roman"/>
              </a:rPr>
              <a:t> </a:t>
            </a:r>
            <a:r>
              <a:rPr lang="en-US" sz="1700" dirty="0">
                <a:latin typeface="Times New Roman"/>
                <a:cs typeface="Times New Roman"/>
              </a:rPr>
              <a:t>us</a:t>
            </a:r>
            <a:r>
              <a:rPr lang="en-US" sz="1700" spc="-2" dirty="0">
                <a:latin typeface="Times New Roman"/>
                <a:cs typeface="Times New Roman"/>
              </a:rPr>
              <a:t>e</a:t>
            </a:r>
            <a:r>
              <a:rPr lang="en-US" sz="1700" dirty="0">
                <a:latin typeface="Times New Roman"/>
                <a:cs typeface="Times New Roman"/>
              </a:rPr>
              <a:t>d</a:t>
            </a:r>
            <a:r>
              <a:rPr lang="en-US" sz="1700" spc="34" dirty="0">
                <a:latin typeface="Times New Roman"/>
                <a:cs typeface="Times New Roman"/>
              </a:rPr>
              <a:t> </a:t>
            </a:r>
            <a:r>
              <a:rPr lang="en-US" sz="1700" spc="-2" dirty="0">
                <a:latin typeface="Times New Roman"/>
                <a:cs typeface="Times New Roman"/>
              </a:rPr>
              <a:t>to</a:t>
            </a:r>
            <a:r>
              <a:rPr lang="en-US" sz="1700" spc="29" dirty="0">
                <a:latin typeface="Times New Roman"/>
                <a:cs typeface="Times New Roman"/>
              </a:rPr>
              <a:t> </a:t>
            </a:r>
            <a:r>
              <a:rPr lang="en-US" sz="1700" spc="-2" dirty="0">
                <a:latin typeface="Times New Roman"/>
                <a:cs typeface="Times New Roman"/>
              </a:rPr>
              <a:t>inc</a:t>
            </a:r>
            <a:r>
              <a:rPr lang="en-US" sz="1700" spc="-7" dirty="0">
                <a:latin typeface="Times New Roman"/>
                <a:cs typeface="Times New Roman"/>
              </a:rPr>
              <a:t>rea</a:t>
            </a:r>
            <a:r>
              <a:rPr lang="en-US" sz="1700" spc="-2" dirty="0">
                <a:latin typeface="Times New Roman"/>
                <a:cs typeface="Times New Roman"/>
              </a:rPr>
              <a:t>s</a:t>
            </a:r>
            <a:r>
              <a:rPr lang="en-US" sz="1700" dirty="0">
                <a:latin typeface="Times New Roman"/>
                <a:cs typeface="Times New Roman"/>
              </a:rPr>
              <a:t>e</a:t>
            </a:r>
            <a:r>
              <a:rPr lang="en-US" sz="1700" spc="31" dirty="0">
                <a:latin typeface="Times New Roman"/>
                <a:cs typeface="Times New Roman"/>
              </a:rPr>
              <a:t> </a:t>
            </a:r>
            <a:r>
              <a:rPr lang="en-US" sz="1700" spc="-2" dirty="0">
                <a:latin typeface="Times New Roman"/>
                <a:cs typeface="Times New Roman"/>
              </a:rPr>
              <a:t>the</a:t>
            </a:r>
            <a:r>
              <a:rPr lang="en-US" sz="1700" spc="31" dirty="0">
                <a:latin typeface="Times New Roman"/>
                <a:cs typeface="Times New Roman"/>
              </a:rPr>
              <a:t> </a:t>
            </a:r>
            <a:r>
              <a:rPr lang="en-US" sz="1700" spc="5" dirty="0">
                <a:latin typeface="Times New Roman"/>
                <a:cs typeface="Times New Roman"/>
              </a:rPr>
              <a:t>p</a:t>
            </a:r>
            <a:r>
              <a:rPr lang="en-US" sz="1700" spc="-7" dirty="0">
                <a:latin typeface="Times New Roman"/>
                <a:cs typeface="Times New Roman"/>
              </a:rPr>
              <a:t>e</a:t>
            </a:r>
            <a:r>
              <a:rPr lang="en-US" sz="1700" dirty="0">
                <a:latin typeface="Times New Roman"/>
                <a:cs typeface="Times New Roman"/>
              </a:rPr>
              <a:t>r</a:t>
            </a:r>
            <a:r>
              <a:rPr lang="en-US" sz="1700" spc="-5" dirty="0">
                <a:latin typeface="Times New Roman"/>
                <a:cs typeface="Times New Roman"/>
              </a:rPr>
              <a:t>form</a:t>
            </a:r>
            <a:r>
              <a:rPr lang="en-US" sz="1700" spc="-10" dirty="0">
                <a:latin typeface="Times New Roman"/>
                <a:cs typeface="Times New Roman"/>
              </a:rPr>
              <a:t>a</a:t>
            </a:r>
            <a:r>
              <a:rPr lang="en-US" sz="1700" spc="5" dirty="0">
                <a:latin typeface="Times New Roman"/>
                <a:cs typeface="Times New Roman"/>
              </a:rPr>
              <a:t>n</a:t>
            </a:r>
            <a:r>
              <a:rPr lang="en-US" sz="1700" spc="-7" dirty="0">
                <a:latin typeface="Times New Roman"/>
                <a:cs typeface="Times New Roman"/>
              </a:rPr>
              <a:t>c</a:t>
            </a:r>
            <a:r>
              <a:rPr lang="en-US" sz="1700" spc="-5" dirty="0">
                <a:latin typeface="Times New Roman"/>
                <a:cs typeface="Times New Roman"/>
              </a:rPr>
              <a:t>e</a:t>
            </a:r>
            <a:r>
              <a:rPr lang="en-US" sz="1700" spc="31" dirty="0">
                <a:latin typeface="Times New Roman"/>
                <a:cs typeface="Times New Roman"/>
              </a:rPr>
              <a:t> </a:t>
            </a:r>
            <a:r>
              <a:rPr lang="en-US" sz="1700" dirty="0">
                <a:latin typeface="Times New Roman"/>
                <a:cs typeface="Times New Roman"/>
              </a:rPr>
              <a:t>of</a:t>
            </a:r>
            <a:r>
              <a:rPr lang="en-US" sz="1700" spc="31" dirty="0">
                <a:latin typeface="Times New Roman"/>
                <a:cs typeface="Times New Roman"/>
              </a:rPr>
              <a:t> </a:t>
            </a:r>
            <a:r>
              <a:rPr lang="en-US" sz="1700" spc="-2" dirty="0">
                <a:latin typeface="Times New Roman"/>
                <a:cs typeface="Times New Roman"/>
              </a:rPr>
              <a:t>the</a:t>
            </a:r>
            <a:r>
              <a:rPr lang="en-US" sz="1700" spc="31" dirty="0">
                <a:latin typeface="Times New Roman"/>
                <a:cs typeface="Times New Roman"/>
              </a:rPr>
              <a:t> </a:t>
            </a:r>
            <a:r>
              <a:rPr lang="en-US" sz="1700" spc="-5" dirty="0">
                <a:latin typeface="Times New Roman"/>
                <a:cs typeface="Times New Roman"/>
              </a:rPr>
              <a:t>L2</a:t>
            </a:r>
            <a:r>
              <a:rPr lang="en-US" sz="1700" spc="31"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n</a:t>
            </a:r>
            <a:r>
              <a:rPr lang="en-US" sz="1700" dirty="0">
                <a:latin typeface="Times New Roman"/>
                <a:cs typeface="Times New Roman"/>
              </a:rPr>
              <a:t>d</a:t>
            </a:r>
            <a:r>
              <a:rPr lang="en-US" sz="1700" spc="34" dirty="0">
                <a:latin typeface="Times New Roman"/>
                <a:cs typeface="Times New Roman"/>
              </a:rPr>
              <a:t> </a:t>
            </a:r>
            <a:r>
              <a:rPr lang="en-US" sz="1700" spc="-5" dirty="0">
                <a:latin typeface="Times New Roman"/>
                <a:cs typeface="Times New Roman"/>
              </a:rPr>
              <a:t>L1</a:t>
            </a:r>
            <a:r>
              <a:rPr lang="en-US" sz="1700" spc="31" dirty="0">
                <a:latin typeface="Times New Roman"/>
                <a:cs typeface="Times New Roman"/>
              </a:rPr>
              <a:t> </a:t>
            </a:r>
            <a:r>
              <a:rPr lang="en-US" sz="1700" spc="-7" dirty="0">
                <a:latin typeface="Times New Roman"/>
                <a:cs typeface="Times New Roman"/>
              </a:rPr>
              <a:t>cac</a:t>
            </a:r>
            <a:r>
              <a:rPr lang="en-US" sz="1700" spc="-5" dirty="0">
                <a:latin typeface="Times New Roman"/>
                <a:cs typeface="Times New Roman"/>
              </a:rPr>
              <a:t>h</a:t>
            </a:r>
            <a:r>
              <a:rPr lang="en-US" sz="1700" spc="-7" dirty="0">
                <a:latin typeface="Times New Roman"/>
                <a:cs typeface="Times New Roman"/>
              </a:rPr>
              <a:t>e</a:t>
            </a:r>
            <a:r>
              <a:rPr lang="en-US" sz="1700" dirty="0">
                <a:latin typeface="Times New Roman"/>
                <a:cs typeface="Times New Roman"/>
              </a:rPr>
              <a:t>.</a:t>
            </a:r>
            <a:r>
              <a:rPr lang="en-US" sz="1700" spc="34" dirty="0">
                <a:latin typeface="Times New Roman"/>
                <a:cs typeface="Times New Roman"/>
              </a:rPr>
              <a:t> </a:t>
            </a:r>
            <a:r>
              <a:rPr lang="en-US" sz="1700" spc="-5" dirty="0">
                <a:latin typeface="Times New Roman"/>
                <a:cs typeface="Times New Roman"/>
              </a:rPr>
              <a:t>The</a:t>
            </a:r>
            <a:r>
              <a:rPr lang="en-US" sz="1700" spc="29" dirty="0">
                <a:latin typeface="Times New Roman"/>
                <a:cs typeface="Times New Roman"/>
              </a:rPr>
              <a:t> </a:t>
            </a:r>
            <a:r>
              <a:rPr lang="en-US" sz="1700" spc="-5" dirty="0">
                <a:latin typeface="Times New Roman"/>
                <a:cs typeface="Times New Roman"/>
              </a:rPr>
              <a:t>size</a:t>
            </a:r>
            <a:r>
              <a:rPr lang="en-US" sz="1700" spc="31" dirty="0">
                <a:latin typeface="Times New Roman"/>
                <a:cs typeface="Times New Roman"/>
              </a:rPr>
              <a:t> </a:t>
            </a:r>
            <a:r>
              <a:rPr lang="en-US" sz="1700" dirty="0">
                <a:latin typeface="Times New Roman"/>
                <a:cs typeface="Times New Roman"/>
              </a:rPr>
              <a:t>of</a:t>
            </a:r>
            <a:r>
              <a:rPr lang="en-US" sz="1700" spc="31" dirty="0">
                <a:latin typeface="Times New Roman"/>
                <a:cs typeface="Times New Roman"/>
              </a:rPr>
              <a:t> </a:t>
            </a:r>
            <a:r>
              <a:rPr lang="en-US" sz="1700" spc="-2" dirty="0">
                <a:latin typeface="Times New Roman"/>
                <a:cs typeface="Times New Roman"/>
              </a:rPr>
              <a:t>thi</a:t>
            </a:r>
            <a:r>
              <a:rPr lang="en-US" sz="1700" dirty="0">
                <a:latin typeface="Times New Roman"/>
                <a:cs typeface="Times New Roman"/>
              </a:rPr>
              <a:t>s</a:t>
            </a:r>
            <a:r>
              <a:rPr lang="en-US" sz="1700" spc="34"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a:t>
            </a:r>
            <a:r>
              <a:rPr lang="en-US" sz="1700" spc="34" dirty="0">
                <a:latin typeface="Times New Roman"/>
                <a:cs typeface="Times New Roman"/>
              </a:rPr>
              <a:t> </a:t>
            </a:r>
            <a:r>
              <a:rPr lang="en-US" sz="1700" spc="-2" dirty="0">
                <a:latin typeface="Times New Roman"/>
                <a:cs typeface="Times New Roman"/>
              </a:rPr>
              <a:t>r</a:t>
            </a:r>
            <a:r>
              <a:rPr lang="en-US" sz="1700" spc="-10" dirty="0">
                <a:latin typeface="Times New Roman"/>
                <a:cs typeface="Times New Roman"/>
              </a:rPr>
              <a:t>a</a:t>
            </a:r>
            <a:r>
              <a:rPr lang="en-US" sz="1700" spc="-5" dirty="0">
                <a:latin typeface="Times New Roman"/>
                <a:cs typeface="Times New Roman"/>
              </a:rPr>
              <a:t>ng</a:t>
            </a:r>
            <a:r>
              <a:rPr lang="en-US" sz="1700" spc="-7" dirty="0">
                <a:latin typeface="Times New Roman"/>
                <a:cs typeface="Times New Roman"/>
              </a:rPr>
              <a:t>e</a:t>
            </a:r>
            <a:r>
              <a:rPr lang="en-US" sz="1700" dirty="0">
                <a:latin typeface="Times New Roman"/>
                <a:cs typeface="Times New Roman"/>
              </a:rPr>
              <a:t>s f</a:t>
            </a:r>
            <a:r>
              <a:rPr lang="en-US" sz="1700" spc="-5" dirty="0">
                <a:latin typeface="Times New Roman"/>
                <a:cs typeface="Times New Roman"/>
              </a:rPr>
              <a:t>rom</a:t>
            </a:r>
            <a:r>
              <a:rPr lang="en-US" sz="1700" dirty="0">
                <a:latin typeface="Times New Roman"/>
                <a:cs typeface="Times New Roman"/>
              </a:rPr>
              <a:t> 1 M</a:t>
            </a:r>
            <a:r>
              <a:rPr lang="en-US" sz="1700" spc="-5" dirty="0">
                <a:latin typeface="Times New Roman"/>
                <a:cs typeface="Times New Roman"/>
              </a:rPr>
              <a:t>B</a:t>
            </a:r>
            <a:r>
              <a:rPr lang="en-US" sz="1700" dirty="0">
                <a:latin typeface="Times New Roman"/>
                <a:cs typeface="Times New Roman"/>
              </a:rPr>
              <a:t> </a:t>
            </a:r>
            <a:r>
              <a:rPr lang="en-US" sz="1700" spc="-2" dirty="0">
                <a:latin typeface="Times New Roman"/>
                <a:cs typeface="Times New Roman"/>
              </a:rPr>
              <a:t>to </a:t>
            </a:r>
            <a:r>
              <a:rPr lang="en-US" sz="1700" dirty="0">
                <a:latin typeface="Times New Roman"/>
                <a:cs typeface="Times New Roman"/>
              </a:rPr>
              <a:t>8M</a:t>
            </a:r>
            <a:r>
              <a:rPr lang="en-US" sz="1700" spc="2" dirty="0">
                <a:latin typeface="Times New Roman"/>
                <a:cs typeface="Times New Roman"/>
              </a:rPr>
              <a:t>B</a:t>
            </a:r>
            <a:r>
              <a:rPr lang="en-US" sz="1700" dirty="0">
                <a:latin typeface="Times New Roman"/>
                <a:cs typeface="Times New Roman"/>
              </a:rPr>
              <a:t>.</a:t>
            </a:r>
          </a:p>
        </p:txBody>
      </p:sp>
    </p:spTree>
    <p:extLst>
      <p:ext uri="{BB962C8B-B14F-4D97-AF65-F5344CB8AC3E}">
        <p14:creationId xmlns:p14="http://schemas.microsoft.com/office/powerpoint/2010/main" val="4276853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60445-E518-0005-C5FD-3CE5B5924A0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29A4A0A-A3A5-AE4B-25A3-A0D2DF6B8082}"/>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5AC5FBA0-1E42-08F9-5F1E-32610AB7CC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21CB0F4A-2DBD-681C-066C-200259B6ADB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1F72463F-5284-2371-600B-065482AC8C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4"/>
          <p:cNvSpPr/>
          <p:nvPr/>
        </p:nvSpPr>
        <p:spPr>
          <a:xfrm>
            <a:off x="990600" y="1276350"/>
            <a:ext cx="6484743" cy="2126609"/>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3102793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55BBE-5784-C9CD-E5BC-773D16AC989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46DF542-14C5-712B-705D-C664C38B495D}"/>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361B80DC-839F-E269-2C7D-B81AB5F814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7BF67318-E043-1CB7-A542-F5E856A251A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DD0D701A-0905-628F-2F3C-0A9C7CCF52A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p:cNvSpPr txBox="1"/>
          <p:nvPr/>
        </p:nvSpPr>
        <p:spPr>
          <a:xfrm>
            <a:off x="1066800" y="742950"/>
            <a:ext cx="7010400" cy="3739485"/>
          </a:xfrm>
          <a:prstGeom prst="rect">
            <a:avLst/>
          </a:prstGeom>
        </p:spPr>
        <p:txBody>
          <a:bodyPr vert="horz" wrap="square" lIns="0" tIns="0" rIns="0" bIns="0" rtlCol="0">
            <a:spAutoFit/>
          </a:bodyPr>
          <a:lstStyle/>
          <a:p>
            <a:pPr marL="6109" algn="just"/>
            <a:r>
              <a:rPr sz="1700" b="1" spc="-5" dirty="0">
                <a:latin typeface="Times New Roman"/>
                <a:cs typeface="Times New Roman"/>
              </a:rPr>
              <a:t>Lo</a:t>
            </a:r>
            <a:r>
              <a:rPr sz="1700" b="1" spc="-7" dirty="0">
                <a:latin typeface="Times New Roman"/>
                <a:cs typeface="Times New Roman"/>
              </a:rPr>
              <a:t>c</a:t>
            </a:r>
            <a:r>
              <a:rPr sz="1700" b="1" spc="-2" dirty="0">
                <a:latin typeface="Times New Roman"/>
                <a:cs typeface="Times New Roman"/>
              </a:rPr>
              <a:t>ali</a:t>
            </a:r>
            <a:r>
              <a:rPr sz="1700" b="1" dirty="0">
                <a:latin typeface="Times New Roman"/>
                <a:cs typeface="Times New Roman"/>
              </a:rPr>
              <a:t>ty of</a:t>
            </a:r>
            <a:r>
              <a:rPr sz="1700" b="1" spc="-5" dirty="0">
                <a:latin typeface="Times New Roman"/>
                <a:cs typeface="Times New Roman"/>
              </a:rPr>
              <a:t> </a:t>
            </a: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a:t>
            </a:r>
            <a:r>
              <a:rPr sz="1700" b="1" spc="-7" dirty="0">
                <a:latin typeface="Times New Roman"/>
                <a:cs typeface="Times New Roman"/>
              </a:rPr>
              <a:t>ere</a:t>
            </a:r>
            <a:r>
              <a:rPr sz="1700" b="1" dirty="0">
                <a:latin typeface="Times New Roman"/>
                <a:cs typeface="Times New Roman"/>
              </a:rPr>
              <a:t>n</a:t>
            </a:r>
            <a:r>
              <a:rPr sz="1700" b="1" spc="-2" dirty="0">
                <a:latin typeface="Times New Roman"/>
                <a:cs typeface="Times New Roman"/>
              </a:rPr>
              <a:t>c</a:t>
            </a:r>
            <a:r>
              <a:rPr sz="1700" b="1" spc="-5" dirty="0">
                <a:latin typeface="Times New Roman"/>
                <a:cs typeface="Times New Roman"/>
              </a:rPr>
              <a:t>e</a:t>
            </a:r>
            <a:endParaRPr lang="en-US" sz="1700" b="1" spc="-5" dirty="0">
              <a:latin typeface="Times New Roman"/>
              <a:cs typeface="Times New Roman"/>
            </a:endParaRPr>
          </a:p>
          <a:p>
            <a:pPr marL="6109" algn="just"/>
            <a:endParaRPr sz="1700" dirty="0">
              <a:latin typeface="Times New Roman"/>
              <a:cs typeface="Times New Roman"/>
            </a:endParaRPr>
          </a:p>
          <a:p>
            <a:pPr marL="225716" indent="-109651" algn="just">
              <a:spcBef>
                <a:spcPts val="397"/>
              </a:spcBef>
              <a:buFont typeface="Symbol"/>
              <a:buChar char=""/>
              <a:tabLst>
                <a:tab pos="226022" algn="l"/>
              </a:tabLst>
            </a:pPr>
            <a:r>
              <a:rPr sz="1700" spc="-5" dirty="0">
                <a:latin typeface="Times New Roman"/>
                <a:cs typeface="Times New Roman"/>
              </a:rPr>
              <a:t>Ef</a:t>
            </a:r>
            <a:r>
              <a:rPr sz="1700" spc="-2" dirty="0">
                <a:latin typeface="Times New Roman"/>
                <a:cs typeface="Times New Roman"/>
              </a:rPr>
              <a:t>f</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tiv</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 of</a:t>
            </a:r>
            <a:r>
              <a:rPr sz="1700" spc="2"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m</a:t>
            </a:r>
            <a:r>
              <a:rPr sz="1700" spc="-7" dirty="0">
                <a:latin typeface="Times New Roman"/>
                <a:cs typeface="Times New Roman"/>
              </a:rPr>
              <a:t>ec</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nism</a:t>
            </a:r>
            <a:r>
              <a:rPr sz="1700" spc="2" dirty="0">
                <a:latin typeface="Times New Roman"/>
                <a:cs typeface="Times New Roman"/>
              </a:rPr>
              <a:t> </a:t>
            </a:r>
            <a:r>
              <a:rPr sz="1700" spc="-2" dirty="0">
                <a:latin typeface="Times New Roman"/>
                <a:cs typeface="Times New Roman"/>
              </a:rPr>
              <a:t>is </a:t>
            </a:r>
            <a:r>
              <a:rPr sz="1700" spc="-5" dirty="0">
                <a:latin typeface="Times New Roman"/>
                <a:cs typeface="Times New Roman"/>
              </a:rPr>
              <a:t>bas</a:t>
            </a:r>
            <a:r>
              <a:rPr sz="1700" spc="-7" dirty="0">
                <a:latin typeface="Times New Roman"/>
                <a:cs typeface="Times New Roman"/>
              </a:rPr>
              <a:t>e</a:t>
            </a:r>
            <a:r>
              <a:rPr sz="1700" dirty="0">
                <a:latin typeface="Times New Roman"/>
                <a:cs typeface="Times New Roman"/>
              </a:rPr>
              <a:t>d on</a:t>
            </a:r>
            <a:r>
              <a:rPr sz="1700" spc="5"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p</a:t>
            </a:r>
            <a:r>
              <a:rPr sz="1700" spc="-5" dirty="0">
                <a:latin typeface="Times New Roman"/>
                <a:cs typeface="Times New Roman"/>
              </a:rPr>
              <a:t>rop</a:t>
            </a:r>
            <a:r>
              <a:rPr sz="1700" spc="-10" dirty="0">
                <a:latin typeface="Times New Roman"/>
                <a:cs typeface="Times New Roman"/>
              </a:rPr>
              <a:t>e</a:t>
            </a:r>
            <a:r>
              <a:rPr sz="1700" spc="-2" dirty="0">
                <a:latin typeface="Times New Roman"/>
                <a:cs typeface="Times New Roman"/>
              </a:rPr>
              <a:t>rty</a:t>
            </a:r>
            <a:r>
              <a:rPr sz="1700" dirty="0">
                <a:latin typeface="Times New Roman"/>
                <a:cs typeface="Times New Roman"/>
              </a:rPr>
              <a:t> of</a:t>
            </a:r>
            <a:r>
              <a:rPr sz="1700" spc="2"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 p</a:t>
            </a:r>
            <a:r>
              <a:rPr sz="1700" spc="-5" dirty="0">
                <a:latin typeface="Times New Roman"/>
                <a:cs typeface="Times New Roman"/>
              </a:rPr>
              <a:t>r</a:t>
            </a:r>
            <a:r>
              <a:rPr sz="1700" dirty="0">
                <a:latin typeface="Times New Roman"/>
                <a:cs typeface="Times New Roman"/>
              </a:rPr>
              <a:t>o</a:t>
            </a:r>
            <a:r>
              <a:rPr sz="1700" spc="5" dirty="0">
                <a:latin typeface="Times New Roman"/>
                <a:cs typeface="Times New Roman"/>
              </a:rPr>
              <a:t>g</a:t>
            </a:r>
            <a:r>
              <a:rPr sz="1700" spc="-2" dirty="0">
                <a:latin typeface="Times New Roman"/>
                <a:cs typeface="Times New Roman"/>
              </a:rPr>
              <a:t>r</a:t>
            </a:r>
            <a:r>
              <a:rPr sz="1700" spc="-10" dirty="0">
                <a:latin typeface="Times New Roman"/>
                <a:cs typeface="Times New Roman"/>
              </a:rPr>
              <a:t>a</a:t>
            </a:r>
            <a:r>
              <a:rPr sz="1700" spc="-5" dirty="0">
                <a:latin typeface="Times New Roman"/>
                <a:cs typeface="Times New Roman"/>
              </a:rPr>
              <a:t>ms</a:t>
            </a:r>
            <a:r>
              <a:rPr sz="1700" spc="-2" dirty="0">
                <a:latin typeface="Times New Roman"/>
                <a:cs typeface="Times New Roman"/>
              </a:rPr>
              <a:t> </a:t>
            </a:r>
            <a:r>
              <a:rPr sz="1700" spc="-5" dirty="0">
                <a:latin typeface="Times New Roman"/>
                <a:cs typeface="Times New Roman"/>
              </a:rPr>
              <a:t>c</a:t>
            </a:r>
            <a:r>
              <a:rPr sz="1700" spc="-10" dirty="0">
                <a:latin typeface="Times New Roman"/>
                <a:cs typeface="Times New Roman"/>
              </a:rPr>
              <a:t>a</a:t>
            </a:r>
            <a:r>
              <a:rPr sz="1700" spc="-2" dirty="0">
                <a:latin typeface="Times New Roman"/>
                <a:cs typeface="Times New Roman"/>
              </a:rPr>
              <a:t>ll</a:t>
            </a:r>
            <a:r>
              <a:rPr sz="1700" spc="-7" dirty="0">
                <a:latin typeface="Times New Roman"/>
                <a:cs typeface="Times New Roman"/>
              </a:rPr>
              <a:t>e</a:t>
            </a:r>
            <a:r>
              <a:rPr sz="1700" dirty="0">
                <a:latin typeface="Times New Roman"/>
                <a:cs typeface="Times New Roman"/>
              </a:rPr>
              <a:t>d</a:t>
            </a:r>
          </a:p>
          <a:p>
            <a:pPr marL="225716" algn="just"/>
            <a:r>
              <a:rPr sz="1700" spc="-2" dirty="0">
                <a:latin typeface="Times New Roman"/>
                <a:cs typeface="Times New Roman"/>
              </a:rPr>
              <a:t>“loc</a:t>
            </a:r>
            <a:r>
              <a:rPr sz="1700" spc="-10" dirty="0">
                <a:latin typeface="Times New Roman"/>
                <a:cs typeface="Times New Roman"/>
              </a:rPr>
              <a:t>a</a:t>
            </a:r>
            <a:r>
              <a:rPr sz="1700" spc="-2" dirty="0">
                <a:latin typeface="Times New Roman"/>
                <a:cs typeface="Times New Roman"/>
              </a:rPr>
              <a:t>lity </a:t>
            </a:r>
            <a:r>
              <a:rPr sz="1700" dirty="0">
                <a:latin typeface="Times New Roman"/>
                <a:cs typeface="Times New Roman"/>
              </a:rPr>
              <a:t>of </a:t>
            </a:r>
            <a:r>
              <a:rPr sz="1700" spc="-2" dirty="0">
                <a:latin typeface="Times New Roman"/>
                <a:cs typeface="Times New Roman"/>
              </a:rPr>
              <a:t>ref</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c</a:t>
            </a:r>
            <a:r>
              <a:rPr sz="1700" dirty="0">
                <a:latin typeface="Times New Roman"/>
                <a:cs typeface="Times New Roman"/>
              </a:rPr>
              <a:t>e</a:t>
            </a:r>
            <a:r>
              <a:rPr sz="1700" spc="-2" dirty="0">
                <a:latin typeface="Times New Roman"/>
                <a:cs typeface="Times New Roman"/>
              </a:rPr>
              <a:t>”</a:t>
            </a:r>
            <a:r>
              <a:rPr sz="1700" dirty="0">
                <a:latin typeface="Times New Roman"/>
                <a:cs typeface="Times New Roman"/>
              </a:rPr>
              <a:t>.</a:t>
            </a:r>
          </a:p>
          <a:p>
            <a:pPr marL="225716" marR="3665" indent="-109651" algn="just">
              <a:spcBef>
                <a:spcPts val="58"/>
              </a:spcBef>
              <a:buFont typeface="Symbol"/>
              <a:buChar char=""/>
              <a:tabLst>
                <a:tab pos="226022" algn="l"/>
              </a:tabLst>
            </a:pPr>
            <a:r>
              <a:rPr sz="1700" spc="-5" dirty="0">
                <a:latin typeface="Times New Roman"/>
                <a:cs typeface="Times New Roman"/>
              </a:rPr>
              <a:t>The</a:t>
            </a:r>
            <a:r>
              <a:rPr sz="1700" dirty="0">
                <a:latin typeface="Times New Roman"/>
                <a:cs typeface="Times New Roman"/>
              </a:rPr>
              <a:t> </a:t>
            </a:r>
            <a:r>
              <a:rPr sz="1700" spc="-58"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fer</a:t>
            </a:r>
            <a:r>
              <a:rPr sz="1700" spc="-10" dirty="0">
                <a:latin typeface="Times New Roman"/>
                <a:cs typeface="Times New Roman"/>
              </a:rPr>
              <a:t>e</a:t>
            </a:r>
            <a:r>
              <a:rPr sz="1700" spc="-5" dirty="0">
                <a:latin typeface="Times New Roman"/>
                <a:cs typeface="Times New Roman"/>
              </a:rPr>
              <a:t>n</a:t>
            </a:r>
            <a:r>
              <a:rPr sz="1700" spc="-2" dirty="0">
                <a:latin typeface="Times New Roman"/>
                <a:cs typeface="Times New Roman"/>
              </a:rPr>
              <a:t>c</a:t>
            </a:r>
            <a:r>
              <a:rPr sz="1700" spc="-7" dirty="0">
                <a:latin typeface="Times New Roman"/>
                <a:cs typeface="Times New Roman"/>
              </a:rPr>
              <a:t>e</a:t>
            </a:r>
            <a:r>
              <a:rPr sz="1700" dirty="0">
                <a:latin typeface="Times New Roman"/>
                <a:cs typeface="Times New Roman"/>
              </a:rPr>
              <a:t>s </a:t>
            </a:r>
            <a:r>
              <a:rPr sz="1700" spc="-53"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53"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53" dirty="0">
                <a:latin typeface="Times New Roman"/>
                <a:cs typeface="Times New Roman"/>
              </a:rPr>
              <a:t> </a:t>
            </a:r>
            <a:r>
              <a:rPr sz="1700" spc="-7"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53" dirty="0">
                <a:latin typeface="Times New Roman"/>
                <a:cs typeface="Times New Roman"/>
              </a:rPr>
              <a:t> </a:t>
            </a:r>
            <a:r>
              <a:rPr sz="1700" spc="-7" dirty="0">
                <a:latin typeface="Times New Roman"/>
                <a:cs typeface="Times New Roman"/>
              </a:rPr>
              <a:t>a</a:t>
            </a:r>
            <a:r>
              <a:rPr sz="1700" dirty="0">
                <a:latin typeface="Times New Roman"/>
                <a:cs typeface="Times New Roman"/>
              </a:rPr>
              <a:t>ny </a:t>
            </a:r>
            <a:r>
              <a:rPr sz="1700" spc="-53" dirty="0">
                <a:latin typeface="Times New Roman"/>
                <a:cs typeface="Times New Roman"/>
              </a:rPr>
              <a:t> </a:t>
            </a:r>
            <a:r>
              <a:rPr sz="1700" spc="-5" dirty="0">
                <a:latin typeface="Times New Roman"/>
                <a:cs typeface="Times New Roman"/>
              </a:rPr>
              <a:t>given</a:t>
            </a:r>
            <a:r>
              <a:rPr sz="1700" dirty="0">
                <a:latin typeface="Times New Roman"/>
                <a:cs typeface="Times New Roman"/>
              </a:rPr>
              <a:t> </a:t>
            </a:r>
            <a:r>
              <a:rPr sz="1700" spc="-55" dirty="0">
                <a:latin typeface="Times New Roman"/>
                <a:cs typeface="Times New Roman"/>
              </a:rPr>
              <a:t> </a:t>
            </a:r>
            <a:r>
              <a:rPr sz="1700" spc="-5" dirty="0">
                <a:latin typeface="Times New Roman"/>
                <a:cs typeface="Times New Roman"/>
              </a:rPr>
              <a:t>time</a:t>
            </a:r>
            <a:r>
              <a:rPr sz="1700" dirty="0">
                <a:latin typeface="Times New Roman"/>
                <a:cs typeface="Times New Roman"/>
              </a:rPr>
              <a:t> </a:t>
            </a:r>
            <a:r>
              <a:rPr sz="1700" spc="-60" dirty="0">
                <a:latin typeface="Times New Roman"/>
                <a:cs typeface="Times New Roman"/>
              </a:rPr>
              <a:t> </a:t>
            </a:r>
            <a:r>
              <a:rPr sz="1700" spc="-2" dirty="0">
                <a:latin typeface="Times New Roman"/>
                <a:cs typeface="Times New Roman"/>
              </a:rPr>
              <a:t>in</a:t>
            </a:r>
            <a:r>
              <a:rPr sz="1700" spc="-7" dirty="0">
                <a:latin typeface="Times New Roman"/>
                <a:cs typeface="Times New Roman"/>
              </a:rPr>
              <a:t>te</a:t>
            </a:r>
            <a:r>
              <a:rPr sz="1700" spc="-2" dirty="0">
                <a:latin typeface="Times New Roman"/>
                <a:cs typeface="Times New Roman"/>
              </a:rPr>
              <a:t>rv</a:t>
            </a:r>
            <a:r>
              <a:rPr sz="1700" spc="-10"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53" dirty="0">
                <a:latin typeface="Times New Roman"/>
                <a:cs typeface="Times New Roman"/>
              </a:rPr>
              <a:t> </a:t>
            </a:r>
            <a:r>
              <a:rPr sz="1700" spc="-5" dirty="0">
                <a:latin typeface="Times New Roman"/>
                <a:cs typeface="Times New Roman"/>
              </a:rPr>
              <a:t>tend</a:t>
            </a:r>
            <a:r>
              <a:rPr sz="1700" dirty="0">
                <a:latin typeface="Times New Roman"/>
                <a:cs typeface="Times New Roman"/>
              </a:rPr>
              <a:t> </a:t>
            </a:r>
            <a:r>
              <a:rPr sz="1700" spc="-55"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53" dirty="0">
                <a:latin typeface="Times New Roman"/>
                <a:cs typeface="Times New Roman"/>
              </a:rPr>
              <a:t> </a:t>
            </a:r>
            <a:r>
              <a:rPr sz="1700" spc="-5" dirty="0">
                <a:latin typeface="Times New Roman"/>
                <a:cs typeface="Times New Roman"/>
              </a:rPr>
              <a:t>be</a:t>
            </a:r>
            <a:r>
              <a:rPr sz="1700" dirty="0">
                <a:latin typeface="Times New Roman"/>
                <a:cs typeface="Times New Roman"/>
              </a:rPr>
              <a:t> </a:t>
            </a:r>
            <a:r>
              <a:rPr sz="1700" spc="-55" dirty="0">
                <a:latin typeface="Times New Roman"/>
                <a:cs typeface="Times New Roman"/>
              </a:rPr>
              <a:t> </a:t>
            </a:r>
            <a:r>
              <a:rPr sz="1700" spc="-7" dirty="0">
                <a:latin typeface="Times New Roman"/>
                <a:cs typeface="Times New Roman"/>
              </a:rPr>
              <a:t>c</a:t>
            </a:r>
            <a:r>
              <a:rPr sz="1700" spc="-2" dirty="0">
                <a:latin typeface="Times New Roman"/>
                <a:cs typeface="Times New Roman"/>
              </a:rPr>
              <a:t>onfin</a:t>
            </a:r>
            <a:r>
              <a:rPr sz="1700" spc="-10" dirty="0">
                <a:latin typeface="Times New Roman"/>
                <a:cs typeface="Times New Roman"/>
              </a:rPr>
              <a:t>e</a:t>
            </a:r>
            <a:r>
              <a:rPr sz="1700" dirty="0">
                <a:latin typeface="Times New Roman"/>
                <a:cs typeface="Times New Roman"/>
              </a:rPr>
              <a:t>d </a:t>
            </a:r>
            <a:r>
              <a:rPr sz="1700" spc="-53" dirty="0">
                <a:latin typeface="Times New Roman"/>
                <a:cs typeface="Times New Roman"/>
              </a:rPr>
              <a:t> </a:t>
            </a:r>
            <a:r>
              <a:rPr sz="1700" spc="-7" dirty="0">
                <a:latin typeface="Times New Roman"/>
                <a:cs typeface="Times New Roman"/>
              </a:rPr>
              <a:t>with</a:t>
            </a:r>
            <a:r>
              <a:rPr sz="1700" spc="-2" dirty="0">
                <a:latin typeface="Times New Roman"/>
                <a:cs typeface="Times New Roman"/>
              </a:rPr>
              <a:t>i</a:t>
            </a:r>
            <a:r>
              <a:rPr sz="1700" dirty="0">
                <a:latin typeface="Times New Roman"/>
                <a:cs typeface="Times New Roman"/>
              </a:rPr>
              <a:t>n </a:t>
            </a:r>
            <a:r>
              <a:rPr sz="1700" spc="-53" dirty="0">
                <a:latin typeface="Times New Roman"/>
                <a:cs typeface="Times New Roman"/>
              </a:rPr>
              <a:t> </a:t>
            </a:r>
            <a:r>
              <a:rPr sz="1700" spc="-5" dirty="0">
                <a:latin typeface="Times New Roman"/>
                <a:cs typeface="Times New Roman"/>
              </a:rPr>
              <a:t>a</a:t>
            </a:r>
            <a:r>
              <a:rPr sz="1700" spc="-2" dirty="0">
                <a:latin typeface="Times New Roman"/>
                <a:cs typeface="Times New Roman"/>
              </a:rPr>
              <a:t> loc</a:t>
            </a:r>
            <a:r>
              <a:rPr sz="1700" spc="-10" dirty="0">
                <a:latin typeface="Times New Roman"/>
                <a:cs typeface="Times New Roman"/>
              </a:rPr>
              <a:t>a</a:t>
            </a:r>
            <a:r>
              <a:rPr sz="1700" spc="-2" dirty="0">
                <a:latin typeface="Times New Roman"/>
                <a:cs typeface="Times New Roman"/>
              </a:rPr>
              <a:t>li</a:t>
            </a:r>
            <a:r>
              <a:rPr sz="1700" spc="-7" dirty="0">
                <a:latin typeface="Times New Roman"/>
                <a:cs typeface="Times New Roman"/>
              </a:rPr>
              <a:t>ze</a:t>
            </a:r>
            <a:r>
              <a:rPr sz="1700" dirty="0">
                <a:latin typeface="Times New Roman"/>
                <a:cs typeface="Times New Roman"/>
              </a:rPr>
              <a:t>d </a:t>
            </a:r>
            <a:r>
              <a:rPr sz="1700" spc="-2" dirty="0">
                <a:latin typeface="Times New Roman"/>
                <a:cs typeface="Times New Roman"/>
              </a:rPr>
              <a:t>ar</a:t>
            </a:r>
            <a:r>
              <a:rPr sz="1700" spc="-10" dirty="0">
                <a:latin typeface="Times New Roman"/>
                <a:cs typeface="Times New Roman"/>
              </a:rPr>
              <a:t>e</a:t>
            </a:r>
            <a:r>
              <a:rPr sz="1700" spc="-5" dirty="0">
                <a:latin typeface="Times New Roman"/>
                <a:cs typeface="Times New Roman"/>
              </a:rPr>
              <a:t>a</a:t>
            </a:r>
            <a:r>
              <a:rPr sz="1700" dirty="0">
                <a:latin typeface="Times New Roman"/>
                <a:cs typeface="Times New Roman"/>
              </a:rPr>
              <a:t>.</a:t>
            </a:r>
          </a:p>
          <a:p>
            <a:pPr marL="225716" marR="3054" indent="-109651" algn="just">
              <a:spcBef>
                <a:spcPts val="22"/>
              </a:spcBef>
              <a:buFont typeface="Symbol"/>
              <a:buChar char=""/>
              <a:tabLst>
                <a:tab pos="226022" algn="l"/>
              </a:tabLst>
            </a:pPr>
            <a:r>
              <a:rPr sz="1700" spc="-2" dirty="0">
                <a:latin typeface="Times New Roman"/>
                <a:cs typeface="Times New Roman"/>
              </a:rPr>
              <a:t>An</a:t>
            </a:r>
            <a:r>
              <a:rPr sz="1700" spc="-5" dirty="0">
                <a:latin typeface="Times New Roman"/>
                <a:cs typeface="Times New Roman"/>
              </a:rPr>
              <a:t>a</a:t>
            </a:r>
            <a:r>
              <a:rPr sz="1700" spc="-2" dirty="0">
                <a:latin typeface="Times New Roman"/>
                <a:cs typeface="Times New Roman"/>
              </a:rPr>
              <a:t>lysi</a:t>
            </a:r>
            <a:r>
              <a:rPr sz="1700" dirty="0">
                <a:latin typeface="Times New Roman"/>
                <a:cs typeface="Times New Roman"/>
              </a:rPr>
              <a:t>s</a:t>
            </a:r>
            <a:r>
              <a:rPr sz="1700" spc="38" dirty="0">
                <a:latin typeface="Times New Roman"/>
                <a:cs typeface="Times New Roman"/>
              </a:rPr>
              <a:t> </a:t>
            </a:r>
            <a:r>
              <a:rPr sz="1700" dirty="0">
                <a:latin typeface="Times New Roman"/>
                <a:cs typeface="Times New Roman"/>
              </a:rPr>
              <a:t>of</a:t>
            </a:r>
            <a:r>
              <a:rPr sz="1700" spc="36" dirty="0">
                <a:latin typeface="Times New Roman"/>
                <a:cs typeface="Times New Roman"/>
              </a:rPr>
              <a:t> </a:t>
            </a:r>
            <a:r>
              <a:rPr sz="1700" dirty="0">
                <a:latin typeface="Times New Roman"/>
                <a:cs typeface="Times New Roman"/>
              </a:rPr>
              <a:t>prog</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ms</a:t>
            </a:r>
            <a:r>
              <a:rPr sz="1700" spc="41" dirty="0">
                <a:latin typeface="Times New Roman"/>
                <a:cs typeface="Times New Roman"/>
              </a:rPr>
              <a:t> </a:t>
            </a:r>
            <a:r>
              <a:rPr sz="1700" spc="-2" dirty="0">
                <a:latin typeface="Times New Roman"/>
                <a:cs typeface="Times New Roman"/>
              </a:rPr>
              <a:t>show</a:t>
            </a:r>
            <a:r>
              <a:rPr sz="1700" dirty="0">
                <a:latin typeface="Times New Roman"/>
                <a:cs typeface="Times New Roman"/>
              </a:rPr>
              <a:t>s</a:t>
            </a:r>
            <a:r>
              <a:rPr sz="1700" spc="38" dirty="0">
                <a:latin typeface="Times New Roman"/>
                <a:cs typeface="Times New Roman"/>
              </a:rPr>
              <a:t> </a:t>
            </a:r>
            <a:r>
              <a:rPr sz="1700" spc="-2" dirty="0">
                <a:latin typeface="Times New Roman"/>
                <a:cs typeface="Times New Roman"/>
              </a:rPr>
              <a:t>that</a:t>
            </a:r>
            <a:r>
              <a:rPr sz="1700" spc="38" dirty="0">
                <a:latin typeface="Times New Roman"/>
                <a:cs typeface="Times New Roman"/>
              </a:rPr>
              <a:t> </a:t>
            </a:r>
            <a:r>
              <a:rPr sz="1700" spc="-5" dirty="0">
                <a:latin typeface="Times New Roman"/>
                <a:cs typeface="Times New Roman"/>
              </a:rPr>
              <a:t>most</a:t>
            </a:r>
            <a:r>
              <a:rPr sz="1700" spc="41" dirty="0">
                <a:latin typeface="Times New Roman"/>
                <a:cs typeface="Times New Roman"/>
              </a:rPr>
              <a:t> </a:t>
            </a:r>
            <a:r>
              <a:rPr sz="1700" dirty="0">
                <a:latin typeface="Times New Roman"/>
                <a:cs typeface="Times New Roman"/>
              </a:rPr>
              <a:t>of</a:t>
            </a:r>
            <a:r>
              <a:rPr sz="1700" spc="36" dirty="0">
                <a:latin typeface="Times New Roman"/>
                <a:cs typeface="Times New Roman"/>
              </a:rPr>
              <a:t> </a:t>
            </a:r>
            <a:r>
              <a:rPr sz="1700" spc="-2" dirty="0">
                <a:latin typeface="Times New Roman"/>
                <a:cs typeface="Times New Roman"/>
              </a:rPr>
              <a:t>their</a:t>
            </a:r>
            <a:r>
              <a:rPr sz="1700" spc="36" dirty="0">
                <a:latin typeface="Times New Roman"/>
                <a:cs typeface="Times New Roman"/>
              </a:rPr>
              <a:t> </a:t>
            </a:r>
            <a:r>
              <a:rPr sz="1700" spc="-14" dirty="0">
                <a:latin typeface="Times New Roman"/>
                <a:cs typeface="Times New Roman"/>
              </a:rPr>
              <a:t>e</a:t>
            </a:r>
            <a:r>
              <a:rPr sz="1700" spc="-5" dirty="0">
                <a:latin typeface="Times New Roman"/>
                <a:cs typeface="Times New Roman"/>
              </a:rPr>
              <a:t>x</a:t>
            </a:r>
            <a:r>
              <a:rPr sz="1700" spc="-7" dirty="0">
                <a:latin typeface="Times New Roman"/>
                <a:cs typeface="Times New Roman"/>
              </a:rPr>
              <a:t>ec</a:t>
            </a:r>
            <a:r>
              <a:rPr sz="1700" spc="-2" dirty="0">
                <a:latin typeface="Times New Roman"/>
                <a:cs typeface="Times New Roman"/>
              </a:rPr>
              <a:t>uti</a:t>
            </a:r>
            <a:r>
              <a:rPr sz="1700" dirty="0">
                <a:latin typeface="Times New Roman"/>
                <a:cs typeface="Times New Roman"/>
              </a:rPr>
              <a:t>on</a:t>
            </a:r>
            <a:r>
              <a:rPr sz="1700" spc="38" dirty="0">
                <a:latin typeface="Times New Roman"/>
                <a:cs typeface="Times New Roman"/>
              </a:rPr>
              <a:t> </a:t>
            </a:r>
            <a:r>
              <a:rPr sz="1700" spc="-5" dirty="0">
                <a:latin typeface="Times New Roman"/>
                <a:cs typeface="Times New Roman"/>
              </a:rPr>
              <a:t>time</a:t>
            </a:r>
            <a:r>
              <a:rPr sz="1700" spc="38" dirty="0">
                <a:latin typeface="Times New Roman"/>
                <a:cs typeface="Times New Roman"/>
              </a:rPr>
              <a:t> </a:t>
            </a:r>
            <a:r>
              <a:rPr sz="1700" spc="-2" dirty="0">
                <a:latin typeface="Times New Roman"/>
                <a:cs typeface="Times New Roman"/>
              </a:rPr>
              <a:t>is</a:t>
            </a:r>
            <a:r>
              <a:rPr sz="1700" spc="41" dirty="0">
                <a:latin typeface="Times New Roman"/>
                <a:cs typeface="Times New Roman"/>
              </a:rPr>
              <a:t> </a:t>
            </a:r>
            <a:r>
              <a:rPr sz="1700" spc="-2" dirty="0">
                <a:latin typeface="Times New Roman"/>
                <a:cs typeface="Times New Roman"/>
              </a:rPr>
              <a:t>spent</a:t>
            </a:r>
            <a:r>
              <a:rPr sz="1700" spc="41" dirty="0">
                <a:latin typeface="Times New Roman"/>
                <a:cs typeface="Times New Roman"/>
              </a:rPr>
              <a:t> </a:t>
            </a:r>
            <a:r>
              <a:rPr sz="1700" spc="-7" dirty="0">
                <a:latin typeface="Times New Roman"/>
                <a:cs typeface="Times New Roman"/>
              </a:rPr>
              <a:t>o</a:t>
            </a:r>
            <a:r>
              <a:rPr sz="1700" dirty="0">
                <a:latin typeface="Times New Roman"/>
                <a:cs typeface="Times New Roman"/>
              </a:rPr>
              <a:t>n</a:t>
            </a:r>
            <a:r>
              <a:rPr sz="1700" spc="38" dirty="0">
                <a:latin typeface="Times New Roman"/>
                <a:cs typeface="Times New Roman"/>
              </a:rPr>
              <a:t> </a:t>
            </a:r>
            <a:r>
              <a:rPr sz="1700" spc="-2" dirty="0">
                <a:latin typeface="Times New Roman"/>
                <a:cs typeface="Times New Roman"/>
              </a:rPr>
              <a:t>routin</a:t>
            </a:r>
            <a:r>
              <a:rPr sz="1700" spc="-7" dirty="0">
                <a:latin typeface="Times New Roman"/>
                <a:cs typeface="Times New Roman"/>
              </a:rPr>
              <a:t>e</a:t>
            </a:r>
            <a:r>
              <a:rPr sz="1700" dirty="0">
                <a:latin typeface="Times New Roman"/>
                <a:cs typeface="Times New Roman"/>
              </a:rPr>
              <a:t>s</a:t>
            </a:r>
            <a:r>
              <a:rPr sz="1700" spc="38" dirty="0">
                <a:latin typeface="Times New Roman"/>
                <a:cs typeface="Times New Roman"/>
              </a:rPr>
              <a:t> </a:t>
            </a:r>
            <a:r>
              <a:rPr sz="1700" spc="-2" dirty="0">
                <a:latin typeface="Times New Roman"/>
                <a:cs typeface="Times New Roman"/>
              </a:rPr>
              <a:t>in </a:t>
            </a:r>
            <a:r>
              <a:rPr sz="1700" spc="-7" dirty="0">
                <a:latin typeface="Times New Roman"/>
                <a:cs typeface="Times New Roman"/>
              </a:rPr>
              <a:t>whic</a:t>
            </a:r>
            <a:r>
              <a:rPr sz="1700" dirty="0">
                <a:latin typeface="Times New Roman"/>
                <a:cs typeface="Times New Roman"/>
              </a:rPr>
              <a:t>h</a:t>
            </a:r>
            <a:r>
              <a:rPr sz="1700" spc="34" dirty="0">
                <a:latin typeface="Times New Roman"/>
                <a:cs typeface="Times New Roman"/>
              </a:rPr>
              <a:t> </a:t>
            </a:r>
            <a:r>
              <a:rPr sz="1700" spc="-2" dirty="0">
                <a:latin typeface="Times New Roman"/>
                <a:cs typeface="Times New Roman"/>
              </a:rPr>
              <a:t>instru</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ons</a:t>
            </a:r>
            <a:r>
              <a:rPr sz="1700" spc="34"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29"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7" dirty="0">
                <a:latin typeface="Times New Roman"/>
                <a:cs typeface="Times New Roman"/>
              </a:rPr>
              <a:t>ec</a:t>
            </a:r>
            <a:r>
              <a:rPr sz="1700" spc="-5" dirty="0">
                <a:latin typeface="Times New Roman"/>
                <a:cs typeface="Times New Roman"/>
              </a:rPr>
              <a:t>uted</a:t>
            </a:r>
            <a:r>
              <a:rPr sz="1700" spc="31"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p</a:t>
            </a:r>
            <a:r>
              <a:rPr sz="1700" spc="-7" dirty="0">
                <a:latin typeface="Times New Roman"/>
                <a:cs typeface="Times New Roman"/>
              </a:rPr>
              <a:t>ea</a:t>
            </a:r>
            <a:r>
              <a:rPr sz="1700" spc="-2" dirty="0">
                <a:latin typeface="Times New Roman"/>
                <a:cs typeface="Times New Roman"/>
              </a:rPr>
              <a:t>tedly</a:t>
            </a:r>
            <a:r>
              <a:rPr sz="1700" spc="31" dirty="0">
                <a:latin typeface="Times New Roman"/>
                <a:cs typeface="Times New Roman"/>
              </a:rPr>
              <a:t> </a:t>
            </a:r>
            <a:r>
              <a:rPr sz="1700" spc="-5" dirty="0">
                <a:latin typeface="Times New Roman"/>
                <a:cs typeface="Times New Roman"/>
              </a:rPr>
              <a:t>Th</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e</a:t>
            </a:r>
            <a:r>
              <a:rPr sz="1700" spc="36" dirty="0">
                <a:latin typeface="Times New Roman"/>
                <a:cs typeface="Times New Roman"/>
              </a:rPr>
              <a:t> </a:t>
            </a:r>
            <a:r>
              <a:rPr sz="1700" spc="-2" dirty="0">
                <a:latin typeface="Times New Roman"/>
                <a:cs typeface="Times New Roman"/>
              </a:rPr>
              <a:t>instru</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ons</a:t>
            </a:r>
            <a:r>
              <a:rPr sz="1700" spc="34" dirty="0">
                <a:latin typeface="Times New Roman"/>
                <a:cs typeface="Times New Roman"/>
              </a:rPr>
              <a:t> </a:t>
            </a:r>
            <a:r>
              <a:rPr sz="1700" spc="-5" dirty="0">
                <a:latin typeface="Times New Roman"/>
                <a:cs typeface="Times New Roman"/>
              </a:rPr>
              <a:t>may</a:t>
            </a:r>
            <a:r>
              <a:rPr sz="1700" spc="31" dirty="0">
                <a:latin typeface="Times New Roman"/>
                <a:cs typeface="Times New Roman"/>
              </a:rPr>
              <a:t> </a:t>
            </a:r>
            <a:r>
              <a:rPr sz="1700" spc="-5" dirty="0">
                <a:latin typeface="Times New Roman"/>
                <a:cs typeface="Times New Roman"/>
              </a:rPr>
              <a:t>be</a:t>
            </a:r>
            <a:r>
              <a:rPr sz="1700" spc="43" dirty="0">
                <a:latin typeface="Times New Roman"/>
                <a:cs typeface="Times New Roman"/>
              </a:rPr>
              <a:t> </a:t>
            </a:r>
            <a:r>
              <a:rPr sz="1700" dirty="0">
                <a:latin typeface="Times New Roman"/>
                <a:cs typeface="Times New Roman"/>
              </a:rPr>
              <a:t>–</a:t>
            </a:r>
            <a:r>
              <a:rPr sz="1700" spc="34" dirty="0">
                <a:latin typeface="Times New Roman"/>
                <a:cs typeface="Times New Roman"/>
              </a:rPr>
              <a:t> </a:t>
            </a:r>
            <a:r>
              <a:rPr sz="1700" spc="-2" dirty="0">
                <a:latin typeface="Times New Roman"/>
                <a:cs typeface="Times New Roman"/>
              </a:rPr>
              <a:t>l</a:t>
            </a:r>
            <a:r>
              <a:rPr sz="1700" spc="-10" dirty="0">
                <a:latin typeface="Times New Roman"/>
                <a:cs typeface="Times New Roman"/>
              </a:rPr>
              <a:t>o</a:t>
            </a:r>
            <a:r>
              <a:rPr sz="1700" dirty="0">
                <a:latin typeface="Times New Roman"/>
                <a:cs typeface="Times New Roman"/>
              </a:rPr>
              <a:t>ops,</a:t>
            </a:r>
            <a:r>
              <a:rPr sz="1700" spc="34" dirty="0">
                <a:latin typeface="Times New Roman"/>
                <a:cs typeface="Times New Roman"/>
              </a:rPr>
              <a:t> </a:t>
            </a:r>
            <a:r>
              <a:rPr sz="1700" spc="-5" dirty="0">
                <a:latin typeface="Times New Roman"/>
                <a:cs typeface="Times New Roman"/>
              </a:rPr>
              <a:t>nested loops</a:t>
            </a:r>
            <a:r>
              <a:rPr sz="1700" dirty="0">
                <a:latin typeface="Times New Roman"/>
                <a:cs typeface="Times New Roman"/>
              </a:rPr>
              <a:t>, or </a:t>
            </a:r>
            <a:r>
              <a:rPr sz="1700" spc="-5" dirty="0">
                <a:latin typeface="Times New Roman"/>
                <a:cs typeface="Times New Roman"/>
              </a:rPr>
              <a:t>f</a:t>
            </a:r>
            <a:r>
              <a:rPr sz="1700" spc="-7" dirty="0">
                <a:latin typeface="Times New Roman"/>
                <a:cs typeface="Times New Roman"/>
              </a:rPr>
              <a:t>e</a:t>
            </a:r>
            <a:r>
              <a:rPr sz="1700" dirty="0">
                <a:latin typeface="Times New Roman"/>
                <a:cs typeface="Times New Roman"/>
              </a:rPr>
              <a:t>w</a:t>
            </a:r>
            <a:r>
              <a:rPr sz="1700" spc="-2" dirty="0">
                <a:latin typeface="Times New Roman"/>
                <a:cs typeface="Times New Roman"/>
              </a:rPr>
              <a:t> </a:t>
            </a:r>
            <a:r>
              <a:rPr sz="1700" dirty="0">
                <a:latin typeface="Times New Roman"/>
                <a:cs typeface="Times New Roman"/>
              </a:rPr>
              <a:t>p</a:t>
            </a:r>
            <a:r>
              <a:rPr sz="1700" spc="-5" dirty="0">
                <a:latin typeface="Times New Roman"/>
                <a:cs typeface="Times New Roman"/>
              </a:rPr>
              <a:t>r</a:t>
            </a:r>
            <a:r>
              <a:rPr sz="1700" spc="5" dirty="0">
                <a:latin typeface="Times New Roman"/>
                <a:cs typeface="Times New Roman"/>
              </a:rPr>
              <a:t>o</a:t>
            </a:r>
            <a:r>
              <a:rPr sz="1700" spc="-7" dirty="0">
                <a:latin typeface="Times New Roman"/>
                <a:cs typeface="Times New Roman"/>
              </a:rPr>
              <a:t>ce</a:t>
            </a:r>
            <a:r>
              <a:rPr sz="1700" dirty="0">
                <a:latin typeface="Times New Roman"/>
                <a:cs typeface="Times New Roman"/>
              </a:rPr>
              <a:t>du</a:t>
            </a:r>
            <a:r>
              <a:rPr sz="1700" spc="2" dirty="0">
                <a:latin typeface="Times New Roman"/>
                <a:cs typeface="Times New Roman"/>
              </a:rPr>
              <a:t>r</a:t>
            </a:r>
            <a:r>
              <a:rPr sz="1700" spc="-7"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that </a:t>
            </a:r>
            <a:r>
              <a:rPr sz="1700" spc="-7" dirty="0">
                <a:latin typeface="Times New Roman"/>
                <a:cs typeface="Times New Roman"/>
              </a:rPr>
              <a:t>ca</a:t>
            </a:r>
            <a:r>
              <a:rPr sz="1700" spc="-2" dirty="0">
                <a:latin typeface="Times New Roman"/>
                <a:cs typeface="Times New Roman"/>
              </a:rPr>
              <a:t>ll</a:t>
            </a:r>
            <a:r>
              <a:rPr sz="1700" dirty="0">
                <a:latin typeface="Times New Roman"/>
                <a:cs typeface="Times New Roman"/>
              </a:rPr>
              <a:t> </a:t>
            </a:r>
            <a:r>
              <a:rPr sz="1700" spc="-7" dirty="0">
                <a:latin typeface="Times New Roman"/>
                <a:cs typeface="Times New Roman"/>
              </a:rPr>
              <a:t>eac</a:t>
            </a:r>
            <a:r>
              <a:rPr sz="1700" dirty="0">
                <a:latin typeface="Times New Roman"/>
                <a:cs typeface="Times New Roman"/>
              </a:rPr>
              <a:t>h </a:t>
            </a:r>
            <a:r>
              <a:rPr sz="1700" spc="-2" dirty="0">
                <a:latin typeface="Times New Roman"/>
                <a:cs typeface="Times New Roman"/>
              </a:rPr>
              <a:t>ot</a:t>
            </a:r>
            <a:r>
              <a:rPr sz="1700" dirty="0">
                <a:latin typeface="Times New Roman"/>
                <a:cs typeface="Times New Roman"/>
              </a:rPr>
              <a:t>h</a:t>
            </a:r>
            <a:r>
              <a:rPr sz="1700" spc="-7" dirty="0">
                <a:latin typeface="Times New Roman"/>
                <a:cs typeface="Times New Roman"/>
              </a:rPr>
              <a:t>e</a:t>
            </a:r>
            <a:r>
              <a:rPr sz="1700" spc="2" dirty="0">
                <a:latin typeface="Times New Roman"/>
                <a:cs typeface="Times New Roman"/>
              </a:rPr>
              <a:t>r</a:t>
            </a:r>
            <a:r>
              <a:rPr sz="1700" dirty="0">
                <a:latin typeface="Times New Roman"/>
                <a:cs typeface="Times New Roman"/>
              </a:rPr>
              <a:t>.</a:t>
            </a:r>
          </a:p>
          <a:p>
            <a:pPr marL="225716" marR="2443" indent="-109651" algn="just">
              <a:spcBef>
                <a:spcPts val="58"/>
              </a:spcBef>
              <a:buFont typeface="Symbol"/>
              <a:buChar char=""/>
              <a:tabLst>
                <a:tab pos="226022" algn="l"/>
              </a:tabLst>
            </a:pPr>
            <a:r>
              <a:rPr sz="1700" spc="-2" dirty="0">
                <a:latin typeface="Times New Roman"/>
                <a:cs typeface="Times New Roman"/>
              </a:rPr>
              <a:t>Ma</a:t>
            </a:r>
            <a:r>
              <a:rPr sz="1700" dirty="0">
                <a:latin typeface="Times New Roman"/>
                <a:cs typeface="Times New Roman"/>
              </a:rPr>
              <a:t>ny</a:t>
            </a:r>
            <a:r>
              <a:rPr sz="1700" spc="26" dirty="0">
                <a:latin typeface="Times New Roman"/>
                <a:cs typeface="Times New Roman"/>
              </a:rPr>
              <a:t> </a:t>
            </a:r>
            <a:r>
              <a:rPr sz="1700" spc="-2" dirty="0">
                <a:latin typeface="Times New Roman"/>
                <a:cs typeface="Times New Roman"/>
              </a:rPr>
              <a:t>instru</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ons</a:t>
            </a:r>
            <a:r>
              <a:rPr sz="1700" spc="26" dirty="0">
                <a:latin typeface="Times New Roman"/>
                <a:cs typeface="Times New Roman"/>
              </a:rPr>
              <a:t> </a:t>
            </a:r>
            <a:r>
              <a:rPr sz="1700" spc="-2" dirty="0">
                <a:latin typeface="Times New Roman"/>
                <a:cs typeface="Times New Roman"/>
              </a:rPr>
              <a:t>in</a:t>
            </a:r>
            <a:r>
              <a:rPr sz="1700" spc="29" dirty="0">
                <a:latin typeface="Times New Roman"/>
                <a:cs typeface="Times New Roman"/>
              </a:rPr>
              <a:t> </a:t>
            </a:r>
            <a:r>
              <a:rPr sz="1700" spc="-2" dirty="0">
                <a:latin typeface="Times New Roman"/>
                <a:cs typeface="Times New Roman"/>
              </a:rPr>
              <a:t>loc</a:t>
            </a:r>
            <a:r>
              <a:rPr sz="1700" spc="-10" dirty="0">
                <a:latin typeface="Times New Roman"/>
                <a:cs typeface="Times New Roman"/>
              </a:rPr>
              <a:t>a</a:t>
            </a:r>
            <a:r>
              <a:rPr sz="1700" spc="-2" dirty="0">
                <a:latin typeface="Times New Roman"/>
                <a:cs typeface="Times New Roman"/>
              </a:rPr>
              <a:t>li</a:t>
            </a:r>
            <a:r>
              <a:rPr sz="1700" spc="-7" dirty="0">
                <a:latin typeface="Times New Roman"/>
                <a:cs typeface="Times New Roman"/>
              </a:rPr>
              <a:t>ze</a:t>
            </a:r>
            <a:r>
              <a:rPr sz="1700" dirty="0">
                <a:latin typeface="Times New Roman"/>
                <a:cs typeface="Times New Roman"/>
              </a:rPr>
              <a:t>d</a:t>
            </a:r>
            <a:r>
              <a:rPr sz="1700" spc="26"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7" dirty="0">
                <a:latin typeface="Times New Roman"/>
                <a:cs typeface="Times New Roman"/>
              </a:rPr>
              <a:t>ea</a:t>
            </a:r>
            <a:r>
              <a:rPr sz="1700" dirty="0">
                <a:latin typeface="Times New Roman"/>
                <a:cs typeface="Times New Roman"/>
              </a:rPr>
              <a:t>s</a:t>
            </a:r>
            <a:r>
              <a:rPr sz="1700" spc="26" dirty="0">
                <a:latin typeface="Times New Roman"/>
                <a:cs typeface="Times New Roman"/>
              </a:rPr>
              <a:t> </a:t>
            </a:r>
            <a:r>
              <a:rPr sz="1700" dirty="0">
                <a:latin typeface="Times New Roman"/>
                <a:cs typeface="Times New Roman"/>
              </a:rPr>
              <a:t>of</a:t>
            </a:r>
            <a:r>
              <a:rPr sz="1700" spc="26" dirty="0">
                <a:latin typeface="Times New Roman"/>
                <a:cs typeface="Times New Roman"/>
              </a:rPr>
              <a:t> </a:t>
            </a:r>
            <a:r>
              <a:rPr sz="1700" dirty="0">
                <a:latin typeface="Times New Roman"/>
                <a:cs typeface="Times New Roman"/>
              </a:rPr>
              <a:t>pro</a:t>
            </a:r>
            <a:r>
              <a:rPr sz="1700" spc="2" dirty="0">
                <a:latin typeface="Times New Roman"/>
                <a:cs typeface="Times New Roman"/>
              </a:rPr>
              <a:t>g</a:t>
            </a:r>
            <a:r>
              <a:rPr sz="1700" spc="-2" dirty="0">
                <a:latin typeface="Times New Roman"/>
                <a:cs typeface="Times New Roman"/>
              </a:rPr>
              <a:t>r</a:t>
            </a:r>
            <a:r>
              <a:rPr sz="1700" spc="-10" dirty="0">
                <a:latin typeface="Times New Roman"/>
                <a:cs typeface="Times New Roman"/>
              </a:rPr>
              <a:t>a</a:t>
            </a:r>
            <a:r>
              <a:rPr sz="1700" spc="-5" dirty="0">
                <a:latin typeface="Times New Roman"/>
                <a:cs typeface="Times New Roman"/>
              </a:rPr>
              <a:t>m</a:t>
            </a:r>
            <a:r>
              <a:rPr sz="1700" spc="34"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24"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7" dirty="0">
                <a:latin typeface="Times New Roman"/>
                <a:cs typeface="Times New Roman"/>
              </a:rPr>
              <a:t>ec</a:t>
            </a:r>
            <a:r>
              <a:rPr sz="1700" spc="-5" dirty="0">
                <a:latin typeface="Times New Roman"/>
                <a:cs typeface="Times New Roman"/>
              </a:rPr>
              <a:t>uted</a:t>
            </a:r>
            <a:r>
              <a:rPr sz="1700" spc="46"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p</a:t>
            </a:r>
            <a:r>
              <a:rPr sz="1700" spc="-2" dirty="0">
                <a:latin typeface="Times New Roman"/>
                <a:cs typeface="Times New Roman"/>
              </a:rPr>
              <a:t>e</a:t>
            </a:r>
            <a:r>
              <a:rPr sz="1700" spc="-7" dirty="0">
                <a:latin typeface="Times New Roman"/>
                <a:cs typeface="Times New Roman"/>
              </a:rPr>
              <a:t>a</a:t>
            </a:r>
            <a:r>
              <a:rPr sz="1700" spc="-2" dirty="0">
                <a:latin typeface="Times New Roman"/>
                <a:cs typeface="Times New Roman"/>
              </a:rPr>
              <a:t>tedly</a:t>
            </a:r>
            <a:r>
              <a:rPr sz="1700" spc="31" dirty="0">
                <a:latin typeface="Times New Roman"/>
                <a:cs typeface="Times New Roman"/>
              </a:rPr>
              <a:t> </a:t>
            </a:r>
            <a:r>
              <a:rPr sz="1700" spc="-5" dirty="0">
                <a:latin typeface="Times New Roman"/>
                <a:cs typeface="Times New Roman"/>
              </a:rPr>
              <a:t>during</a:t>
            </a:r>
            <a:r>
              <a:rPr sz="1700" spc="26" dirty="0">
                <a:latin typeface="Times New Roman"/>
                <a:cs typeface="Times New Roman"/>
              </a:rPr>
              <a:t> </a:t>
            </a:r>
            <a:r>
              <a:rPr sz="1700" spc="-7" dirty="0">
                <a:latin typeface="Times New Roman"/>
                <a:cs typeface="Times New Roman"/>
              </a:rPr>
              <a:t>some</a:t>
            </a:r>
            <a:r>
              <a:rPr sz="1700" spc="-5" dirty="0">
                <a:latin typeface="Times New Roman"/>
                <a:cs typeface="Times New Roman"/>
              </a:rPr>
              <a:t> time</a:t>
            </a:r>
            <a:r>
              <a:rPr sz="1700" dirty="0">
                <a:latin typeface="Times New Roman"/>
                <a:cs typeface="Times New Roman"/>
              </a:rPr>
              <a:t> </a:t>
            </a:r>
            <a:r>
              <a:rPr sz="1700" spc="-5" dirty="0">
                <a:latin typeface="Times New Roman"/>
                <a:cs typeface="Times New Roman"/>
              </a:rPr>
              <a:t>p</a:t>
            </a:r>
            <a:r>
              <a:rPr sz="1700" spc="-10" dirty="0">
                <a:latin typeface="Times New Roman"/>
                <a:cs typeface="Times New Roman"/>
              </a:rPr>
              <a:t>e</a:t>
            </a:r>
            <a:r>
              <a:rPr sz="1700" spc="-2" dirty="0">
                <a:latin typeface="Times New Roman"/>
                <a:cs typeface="Times New Roman"/>
              </a:rPr>
              <a:t>riod</a:t>
            </a:r>
            <a:r>
              <a:rPr sz="1700" dirty="0">
                <a:latin typeface="Times New Roman"/>
                <a:cs typeface="Times New Roman"/>
              </a:rPr>
              <a:t> </a:t>
            </a:r>
            <a:r>
              <a:rPr sz="1700" spc="-10" dirty="0">
                <a:latin typeface="Times New Roman"/>
                <a:cs typeface="Times New Roman"/>
              </a:rPr>
              <a:t>a</a:t>
            </a:r>
            <a:r>
              <a:rPr sz="1700" dirty="0">
                <a:latin typeface="Times New Roman"/>
                <a:cs typeface="Times New Roman"/>
              </a:rPr>
              <a:t>nd </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m</a:t>
            </a:r>
            <a:r>
              <a:rPr sz="1700" spc="-7" dirty="0">
                <a:latin typeface="Times New Roman"/>
                <a:cs typeface="Times New Roman"/>
              </a:rPr>
              <a:t>a</a:t>
            </a:r>
            <a:r>
              <a:rPr sz="1700" spc="-2" dirty="0">
                <a:latin typeface="Times New Roman"/>
                <a:cs typeface="Times New Roman"/>
              </a:rPr>
              <a:t>inder</a:t>
            </a:r>
            <a:r>
              <a:rPr sz="1700" spc="-5" dirty="0">
                <a:latin typeface="Times New Roman"/>
                <a:cs typeface="Times New Roman"/>
              </a:rPr>
              <a:t> </a:t>
            </a:r>
            <a:r>
              <a:rPr sz="1700" dirty="0">
                <a:latin typeface="Times New Roman"/>
                <a:cs typeface="Times New Roman"/>
              </a:rPr>
              <a:t>of </a:t>
            </a:r>
            <a:r>
              <a:rPr sz="1700" spc="-2" dirty="0">
                <a:latin typeface="Times New Roman"/>
                <a:cs typeface="Times New Roman"/>
              </a:rPr>
              <a:t>the</a:t>
            </a:r>
            <a:r>
              <a:rPr sz="1700" spc="-5" dirty="0">
                <a:latin typeface="Times New Roman"/>
                <a:cs typeface="Times New Roman"/>
              </a:rPr>
              <a:t> </a:t>
            </a:r>
            <a:r>
              <a:rPr sz="1700" dirty="0">
                <a:latin typeface="Times New Roman"/>
                <a:cs typeface="Times New Roman"/>
              </a:rPr>
              <a:t>pro</a:t>
            </a:r>
            <a:r>
              <a:rPr sz="1700" spc="2" dirty="0">
                <a:latin typeface="Times New Roman"/>
                <a:cs typeface="Times New Roman"/>
              </a:rPr>
              <a:t>g</a:t>
            </a:r>
            <a:r>
              <a:rPr sz="1700" spc="-2" dirty="0">
                <a:latin typeface="Times New Roman"/>
                <a:cs typeface="Times New Roman"/>
              </a:rPr>
              <a:t>r</a:t>
            </a:r>
            <a:r>
              <a:rPr sz="1700" spc="-10" dirty="0">
                <a:latin typeface="Times New Roman"/>
                <a:cs typeface="Times New Roman"/>
              </a:rPr>
              <a:t>a</a:t>
            </a:r>
            <a:r>
              <a:rPr sz="1700" spc="-5" dirty="0">
                <a:latin typeface="Times New Roman"/>
                <a:cs typeface="Times New Roman"/>
              </a:rPr>
              <a:t>m</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c</a:t>
            </a:r>
            <a:r>
              <a:rPr sz="1700" spc="-7" dirty="0">
                <a:latin typeface="Times New Roman"/>
                <a:cs typeface="Times New Roman"/>
              </a:rPr>
              <a:t>c</a:t>
            </a:r>
            <a:r>
              <a:rPr sz="1700" spc="-2" dirty="0">
                <a:latin typeface="Times New Roman"/>
                <a:cs typeface="Times New Roman"/>
              </a:rPr>
              <a:t>esse</a:t>
            </a:r>
            <a:r>
              <a:rPr sz="1700" dirty="0">
                <a:latin typeface="Times New Roman"/>
                <a:cs typeface="Times New Roman"/>
              </a:rPr>
              <a:t>d </a:t>
            </a:r>
            <a:r>
              <a:rPr sz="1700" spc="-2" dirty="0">
                <a:latin typeface="Times New Roman"/>
                <a:cs typeface="Times New Roman"/>
              </a:rPr>
              <a:t>in</a:t>
            </a:r>
            <a:r>
              <a:rPr sz="1700" spc="-5" dirty="0">
                <a:latin typeface="Times New Roman"/>
                <a:cs typeface="Times New Roman"/>
              </a:rPr>
              <a:t>f</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qu</a:t>
            </a:r>
            <a:r>
              <a:rPr sz="1700" spc="-7" dirty="0">
                <a:latin typeface="Times New Roman"/>
                <a:cs typeface="Times New Roman"/>
              </a:rPr>
              <a:t>e</a:t>
            </a:r>
            <a:r>
              <a:rPr sz="1700" spc="-2" dirty="0">
                <a:latin typeface="Times New Roman"/>
                <a:cs typeface="Times New Roman"/>
              </a:rPr>
              <a:t>ntl</a:t>
            </a:r>
            <a:r>
              <a:rPr sz="1700" spc="5" dirty="0">
                <a:latin typeface="Times New Roman"/>
                <a:cs typeface="Times New Roman"/>
              </a:rPr>
              <a:t>y</a:t>
            </a:r>
            <a:r>
              <a:rPr sz="1700" dirty="0">
                <a:latin typeface="Times New Roman"/>
                <a:cs typeface="Times New Roman"/>
              </a:rPr>
              <a:t>.</a:t>
            </a:r>
          </a:p>
          <a:p>
            <a:pPr marL="225716" indent="-109651" algn="just">
              <a:buFont typeface="Symbol"/>
              <a:buChar char=""/>
              <a:tabLst>
                <a:tab pos="226022" algn="l"/>
              </a:tabLst>
            </a:pPr>
            <a:r>
              <a:rPr sz="1700" spc="-5" dirty="0">
                <a:latin typeface="Times New Roman"/>
                <a:cs typeface="Times New Roman"/>
              </a:rPr>
              <a:t>This</a:t>
            </a:r>
            <a:r>
              <a:rPr sz="1700" spc="-2" dirty="0">
                <a:latin typeface="Times New Roman"/>
                <a:cs typeface="Times New Roman"/>
              </a:rPr>
              <a:t> </a:t>
            </a:r>
            <a:r>
              <a:rPr sz="1700" spc="-5" dirty="0">
                <a:latin typeface="Times New Roman"/>
                <a:cs typeface="Times New Roman"/>
              </a:rPr>
              <a:t>prop</a:t>
            </a:r>
            <a:r>
              <a:rPr sz="1700" spc="-10" dirty="0">
                <a:latin typeface="Times New Roman"/>
                <a:cs typeface="Times New Roman"/>
              </a:rPr>
              <a:t>e</a:t>
            </a:r>
            <a:r>
              <a:rPr sz="1700" spc="-2" dirty="0">
                <a:latin typeface="Times New Roman"/>
                <a:cs typeface="Times New Roman"/>
              </a:rPr>
              <a:t>rty</a:t>
            </a:r>
            <a:r>
              <a:rPr sz="1700" dirty="0">
                <a:latin typeface="Times New Roman"/>
                <a:cs typeface="Times New Roman"/>
              </a:rPr>
              <a:t> </a:t>
            </a:r>
            <a:r>
              <a:rPr sz="1700" spc="-2" dirty="0">
                <a:latin typeface="Times New Roman"/>
                <a:cs typeface="Times New Roman"/>
              </a:rPr>
              <a:t>is </a:t>
            </a:r>
            <a:r>
              <a:rPr sz="1700" spc="-5" dirty="0">
                <a:latin typeface="Times New Roman"/>
                <a:cs typeface="Times New Roman"/>
              </a:rPr>
              <a:t>c</a:t>
            </a:r>
            <a:r>
              <a:rPr sz="1700" spc="-10" dirty="0">
                <a:latin typeface="Times New Roman"/>
                <a:cs typeface="Times New Roman"/>
              </a:rPr>
              <a:t>a</a:t>
            </a:r>
            <a:r>
              <a:rPr sz="1700" spc="-2" dirty="0">
                <a:latin typeface="Times New Roman"/>
                <a:cs typeface="Times New Roman"/>
              </a:rPr>
              <a:t>ll</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a:t>
            </a:r>
            <a:r>
              <a:rPr sz="1700" spc="-5" dirty="0">
                <a:latin typeface="Times New Roman"/>
                <a:cs typeface="Times New Roman"/>
              </a:rPr>
              <a:t>Lo</a:t>
            </a:r>
            <a:r>
              <a:rPr sz="1700" spc="-10" dirty="0">
                <a:latin typeface="Times New Roman"/>
                <a:cs typeface="Times New Roman"/>
              </a:rPr>
              <a:t>c</a:t>
            </a:r>
            <a:r>
              <a:rPr sz="1700" spc="-7" dirty="0">
                <a:latin typeface="Times New Roman"/>
                <a:cs typeface="Times New Roman"/>
              </a:rPr>
              <a:t>a</a:t>
            </a:r>
            <a:r>
              <a:rPr sz="1700" spc="-2" dirty="0">
                <a:latin typeface="Times New Roman"/>
                <a:cs typeface="Times New Roman"/>
              </a:rPr>
              <a:t>lity </a:t>
            </a:r>
            <a:r>
              <a:rPr sz="1700" dirty="0">
                <a:latin typeface="Times New Roman"/>
                <a:cs typeface="Times New Roman"/>
              </a:rPr>
              <a:t>of </a:t>
            </a:r>
            <a:r>
              <a:rPr sz="1700" spc="-5" dirty="0">
                <a:latin typeface="Times New Roman"/>
                <a:cs typeface="Times New Roman"/>
              </a:rPr>
              <a:t>Re</a:t>
            </a:r>
            <a:r>
              <a:rPr sz="1700" spc="-7" dirty="0">
                <a:latin typeface="Times New Roman"/>
                <a:cs typeface="Times New Roman"/>
              </a:rPr>
              <a:t>f</a:t>
            </a:r>
            <a:r>
              <a:rPr sz="1700" spc="-2" dirty="0">
                <a:latin typeface="Times New Roman"/>
                <a:cs typeface="Times New Roman"/>
              </a:rPr>
              <a:t>er</a:t>
            </a:r>
            <a:r>
              <a:rPr sz="1700" spc="-10" dirty="0">
                <a:latin typeface="Times New Roman"/>
                <a:cs typeface="Times New Roman"/>
              </a:rPr>
              <a:t>e</a:t>
            </a:r>
            <a:r>
              <a:rPr sz="1700" spc="-5" dirty="0">
                <a:latin typeface="Times New Roman"/>
                <a:cs typeface="Times New Roman"/>
              </a:rPr>
              <a:t>n</a:t>
            </a:r>
            <a:r>
              <a:rPr sz="1700" spc="-2" dirty="0">
                <a:latin typeface="Times New Roman"/>
                <a:cs typeface="Times New Roman"/>
              </a:rPr>
              <a:t>c</a:t>
            </a:r>
            <a:r>
              <a:rPr sz="1700" spc="-5" dirty="0">
                <a:latin typeface="Times New Roman"/>
                <a:cs typeface="Times New Roman"/>
              </a:rPr>
              <a:t>e</a:t>
            </a:r>
            <a:r>
              <a:rPr sz="1700" spc="-2" dirty="0">
                <a:latin typeface="Times New Roman"/>
                <a:cs typeface="Times New Roman"/>
              </a:rPr>
              <a:t>”</a:t>
            </a:r>
            <a:r>
              <a:rPr sz="1700" dirty="0">
                <a:latin typeface="Times New Roman"/>
                <a:cs typeface="Times New Roman"/>
              </a:rPr>
              <a:t>.</a:t>
            </a:r>
          </a:p>
        </p:txBody>
      </p:sp>
    </p:spTree>
    <p:extLst>
      <p:ext uri="{BB962C8B-B14F-4D97-AF65-F5344CB8AC3E}">
        <p14:creationId xmlns:p14="http://schemas.microsoft.com/office/powerpoint/2010/main" val="1498728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1A160-3D64-9C82-1D15-B9A875F7607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1DF8085-800A-D764-6DC1-7D0A553B9737}"/>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E2FC9DFF-33B3-FAAB-3348-DF5DA5D3B0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90540A0F-3412-A16E-7493-383A2F718F3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EE70C667-4AE6-2124-82E1-E555FB4E77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a:extLst>
              <a:ext uri="{FF2B5EF4-FFF2-40B4-BE49-F238E27FC236}">
                <a16:creationId xmlns:a16="http://schemas.microsoft.com/office/drawing/2014/main" id="{8AA58882-9D2D-ACA8-399D-01DC17C6DDBE}"/>
              </a:ext>
            </a:extLst>
          </p:cNvPr>
          <p:cNvSpPr txBox="1"/>
          <p:nvPr/>
        </p:nvSpPr>
        <p:spPr>
          <a:xfrm>
            <a:off x="1066800" y="895350"/>
            <a:ext cx="7010400" cy="2667397"/>
          </a:xfrm>
          <a:prstGeom prst="rect">
            <a:avLst/>
          </a:prstGeom>
        </p:spPr>
        <p:txBody>
          <a:bodyPr vert="horz" wrap="square" lIns="0" tIns="0" rIns="0" bIns="0" rtlCol="0">
            <a:spAutoFit/>
          </a:bodyPr>
          <a:lstStyle/>
          <a:p>
            <a:pPr marL="6109"/>
            <a:r>
              <a:rPr sz="1700" spc="-5" dirty="0">
                <a:latin typeface="Times New Roman"/>
                <a:cs typeface="Times New Roman"/>
              </a:rPr>
              <a:t>Lo</a:t>
            </a:r>
            <a:r>
              <a:rPr sz="1700" spc="-10" dirty="0">
                <a:latin typeface="Times New Roman"/>
                <a:cs typeface="Times New Roman"/>
              </a:rPr>
              <a:t>c</a:t>
            </a:r>
            <a:r>
              <a:rPr sz="1700" spc="-7" dirty="0">
                <a:latin typeface="Times New Roman"/>
                <a:cs typeface="Times New Roman"/>
              </a:rPr>
              <a:t>a</a:t>
            </a:r>
            <a:r>
              <a:rPr sz="1700" spc="-2" dirty="0">
                <a:latin typeface="Times New Roman"/>
                <a:cs typeface="Times New Roman"/>
              </a:rPr>
              <a:t>lity </a:t>
            </a:r>
            <a:r>
              <a:rPr sz="1700" dirty="0">
                <a:latin typeface="Times New Roman"/>
                <a:cs typeface="Times New Roman"/>
              </a:rPr>
              <a:t>of </a:t>
            </a:r>
            <a:r>
              <a:rPr sz="1700" spc="-2" dirty="0">
                <a:latin typeface="Times New Roman"/>
                <a:cs typeface="Times New Roman"/>
              </a:rPr>
              <a:t>ref</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is</a:t>
            </a:r>
            <a:r>
              <a:rPr sz="1700" spc="5" dirty="0">
                <a:latin typeface="Times New Roman"/>
                <a:cs typeface="Times New Roman"/>
              </a:rPr>
              <a:t> </a:t>
            </a:r>
            <a:r>
              <a:rPr sz="1700" spc="-5" dirty="0">
                <a:latin typeface="Times New Roman"/>
                <a:cs typeface="Times New Roman"/>
              </a:rPr>
              <a:t>manifested</a:t>
            </a:r>
            <a:r>
              <a:rPr sz="1700" dirty="0">
                <a:latin typeface="Times New Roman"/>
                <a:cs typeface="Times New Roman"/>
              </a:rPr>
              <a:t> </a:t>
            </a:r>
            <a:r>
              <a:rPr sz="1700" spc="-2" dirty="0">
                <a:latin typeface="Times New Roman"/>
                <a:cs typeface="Times New Roman"/>
              </a:rPr>
              <a:t>in tw</a:t>
            </a:r>
            <a:r>
              <a:rPr sz="1700" dirty="0">
                <a:latin typeface="Times New Roman"/>
                <a:cs typeface="Times New Roman"/>
              </a:rPr>
              <a:t>o </a:t>
            </a:r>
            <a:r>
              <a:rPr sz="1700" spc="-2" dirty="0">
                <a:latin typeface="Times New Roman"/>
                <a:cs typeface="Times New Roman"/>
              </a:rPr>
              <a:t>w</a:t>
            </a:r>
            <a:r>
              <a:rPr sz="1700" spc="-7" dirty="0">
                <a:latin typeface="Times New Roman"/>
                <a:cs typeface="Times New Roman"/>
              </a:rPr>
              <a:t>a</a:t>
            </a:r>
            <a:r>
              <a:rPr sz="1700" spc="-2" dirty="0">
                <a:latin typeface="Times New Roman"/>
                <a:cs typeface="Times New Roman"/>
              </a:rPr>
              <a:t>ys:</a:t>
            </a:r>
            <a:endParaRPr lang="en-US" sz="1700" spc="-2" dirty="0">
              <a:latin typeface="Times New Roman"/>
              <a:cs typeface="Times New Roman"/>
            </a:endParaRPr>
          </a:p>
          <a:p>
            <a:pPr marL="6109"/>
            <a:endParaRPr sz="1700" dirty="0">
              <a:latin typeface="Times New Roman"/>
              <a:cs typeface="Times New Roman"/>
            </a:endParaRPr>
          </a:p>
          <a:p>
            <a:pPr marL="225716" marR="3665" indent="-109651" algn="just">
              <a:spcBef>
                <a:spcPts val="404"/>
              </a:spcBef>
              <a:buFont typeface="Times New Roman"/>
              <a:buAutoNum type="arabicPeriod"/>
              <a:tabLst>
                <a:tab pos="226022" algn="l"/>
              </a:tabLst>
            </a:pPr>
            <a:r>
              <a:rPr lang="en-US" sz="1700" b="1" spc="-5" dirty="0">
                <a:latin typeface="Times New Roman"/>
                <a:cs typeface="Times New Roman"/>
              </a:rPr>
              <a:t> </a:t>
            </a:r>
            <a:r>
              <a:rPr sz="1700" b="1" spc="-5" dirty="0">
                <a:latin typeface="Times New Roman"/>
                <a:cs typeface="Times New Roman"/>
              </a:rPr>
              <a:t>T</a:t>
            </a:r>
            <a:r>
              <a:rPr sz="1700" b="1" spc="-7" dirty="0">
                <a:latin typeface="Times New Roman"/>
                <a:cs typeface="Times New Roman"/>
              </a:rPr>
              <a:t>e</a:t>
            </a:r>
            <a:r>
              <a:rPr sz="1700" b="1" spc="2" dirty="0">
                <a:latin typeface="Times New Roman"/>
                <a:cs typeface="Times New Roman"/>
              </a:rPr>
              <a:t>m</a:t>
            </a:r>
            <a:r>
              <a:rPr sz="1700" b="1" dirty="0">
                <a:latin typeface="Times New Roman"/>
                <a:cs typeface="Times New Roman"/>
              </a:rPr>
              <a:t>p</a:t>
            </a:r>
            <a:r>
              <a:rPr sz="1700" b="1" spc="-5" dirty="0">
                <a:latin typeface="Times New Roman"/>
                <a:cs typeface="Times New Roman"/>
              </a:rPr>
              <a:t>o</a:t>
            </a:r>
            <a:r>
              <a:rPr sz="1700" b="1" spc="-7" dirty="0">
                <a:latin typeface="Times New Roman"/>
                <a:cs typeface="Times New Roman"/>
              </a:rPr>
              <a:t>r</a:t>
            </a:r>
            <a:r>
              <a:rPr sz="1700" b="1" spc="-2" dirty="0">
                <a:latin typeface="Times New Roman"/>
                <a:cs typeface="Times New Roman"/>
              </a:rPr>
              <a:t>al</a:t>
            </a:r>
            <a:r>
              <a:rPr sz="1700" b="1" spc="-19" dirty="0">
                <a:latin typeface="Times New Roman"/>
                <a:cs typeface="Times New Roman"/>
              </a:rPr>
              <a:t> </a:t>
            </a:r>
            <a:r>
              <a:rPr sz="1700" spc="-5" dirty="0">
                <a:latin typeface="Times New Roman"/>
                <a:cs typeface="Times New Roman"/>
              </a:rPr>
              <a:t>me</a:t>
            </a:r>
            <a:r>
              <a:rPr sz="1700" spc="-10" dirty="0">
                <a:latin typeface="Times New Roman"/>
                <a:cs typeface="Times New Roman"/>
              </a:rPr>
              <a:t>a</a:t>
            </a:r>
            <a:r>
              <a:rPr sz="1700" dirty="0">
                <a:latin typeface="Times New Roman"/>
                <a:cs typeface="Times New Roman"/>
              </a:rPr>
              <a:t>ns</a:t>
            </a:r>
            <a:r>
              <a:rPr sz="1700" spc="-24" dirty="0">
                <a:latin typeface="Times New Roman"/>
                <a:cs typeface="Times New Roman"/>
              </a:rPr>
              <a:t> </a:t>
            </a:r>
            <a:r>
              <a:rPr sz="1700" spc="-2" dirty="0">
                <a:latin typeface="Times New Roman"/>
                <a:cs typeface="Times New Roman"/>
              </a:rPr>
              <a:t>that</a:t>
            </a:r>
            <a:r>
              <a:rPr sz="1700" spc="-29" dirty="0">
                <a:latin typeface="Times New Roman"/>
                <a:cs typeface="Times New Roman"/>
              </a:rPr>
              <a:t> </a:t>
            </a:r>
            <a:r>
              <a:rPr sz="1700" spc="-5" dirty="0">
                <a:latin typeface="Times New Roman"/>
                <a:cs typeface="Times New Roman"/>
              </a:rPr>
              <a:t>a</a:t>
            </a:r>
            <a:r>
              <a:rPr sz="1700" spc="-26"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ce</a:t>
            </a:r>
            <a:r>
              <a:rPr sz="1700" spc="-2" dirty="0">
                <a:latin typeface="Times New Roman"/>
                <a:cs typeface="Times New Roman"/>
              </a:rPr>
              <a:t>ntl</a:t>
            </a:r>
            <a:r>
              <a:rPr sz="1700" dirty="0">
                <a:latin typeface="Times New Roman"/>
                <a:cs typeface="Times New Roman"/>
              </a:rPr>
              <a:t>y</a:t>
            </a:r>
            <a:r>
              <a:rPr sz="1700" spc="-24"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7" dirty="0">
                <a:latin typeface="Times New Roman"/>
                <a:cs typeface="Times New Roman"/>
              </a:rPr>
              <a:t>e</a:t>
            </a:r>
            <a:r>
              <a:rPr sz="1700" spc="-2" dirty="0">
                <a:latin typeface="Times New Roman"/>
                <a:cs typeface="Times New Roman"/>
              </a:rPr>
              <a:t>c</a:t>
            </a:r>
            <a:r>
              <a:rPr sz="1700" spc="-5" dirty="0">
                <a:latin typeface="Times New Roman"/>
                <a:cs typeface="Times New Roman"/>
              </a:rPr>
              <a:t>uted</a:t>
            </a:r>
            <a:r>
              <a:rPr sz="1700" spc="-24" dirty="0">
                <a:latin typeface="Times New Roman"/>
                <a:cs typeface="Times New Roman"/>
              </a:rPr>
              <a:t> </a:t>
            </a:r>
            <a:r>
              <a:rPr sz="1700" spc="-2" dirty="0">
                <a:latin typeface="Times New Roman"/>
                <a:cs typeface="Times New Roman"/>
              </a:rPr>
              <a:t>instru</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a:t>
            </a:r>
            <a:r>
              <a:rPr sz="1700" spc="-24" dirty="0">
                <a:latin typeface="Times New Roman"/>
                <a:cs typeface="Times New Roman"/>
              </a:rPr>
              <a:t> </a:t>
            </a:r>
            <a:r>
              <a:rPr sz="1700" spc="-2" dirty="0">
                <a:latin typeface="Times New Roman"/>
                <a:cs typeface="Times New Roman"/>
              </a:rPr>
              <a:t>is</a:t>
            </a:r>
            <a:r>
              <a:rPr sz="1700" spc="-22" dirty="0">
                <a:latin typeface="Times New Roman"/>
                <a:cs typeface="Times New Roman"/>
              </a:rPr>
              <a:t> </a:t>
            </a:r>
            <a:r>
              <a:rPr sz="1700" spc="-7" dirty="0">
                <a:latin typeface="Times New Roman"/>
                <a:cs typeface="Times New Roman"/>
              </a:rPr>
              <a:t>l</a:t>
            </a:r>
            <a:r>
              <a:rPr sz="1700" spc="-2" dirty="0">
                <a:latin typeface="Times New Roman"/>
                <a:cs typeface="Times New Roman"/>
              </a:rPr>
              <a:t>ikely</a:t>
            </a:r>
            <a:r>
              <a:rPr sz="1700" spc="-24" dirty="0">
                <a:latin typeface="Times New Roman"/>
                <a:cs typeface="Times New Roman"/>
              </a:rPr>
              <a:t> </a:t>
            </a:r>
            <a:r>
              <a:rPr sz="1700" spc="-2" dirty="0">
                <a:latin typeface="Times New Roman"/>
                <a:cs typeface="Times New Roman"/>
              </a:rPr>
              <a:t>to</a:t>
            </a:r>
            <a:r>
              <a:rPr sz="1700" spc="-24" dirty="0">
                <a:latin typeface="Times New Roman"/>
                <a:cs typeface="Times New Roman"/>
              </a:rPr>
              <a:t> </a:t>
            </a:r>
            <a:r>
              <a:rPr sz="1700" spc="-5" dirty="0">
                <a:latin typeface="Times New Roman"/>
                <a:cs typeface="Times New Roman"/>
              </a:rPr>
              <a:t>be</a:t>
            </a:r>
            <a:r>
              <a:rPr sz="1700" spc="-26"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7" dirty="0">
                <a:latin typeface="Times New Roman"/>
                <a:cs typeface="Times New Roman"/>
              </a:rPr>
              <a:t>ec</a:t>
            </a:r>
            <a:r>
              <a:rPr sz="1700" spc="-5" dirty="0">
                <a:latin typeface="Times New Roman"/>
                <a:cs typeface="Times New Roman"/>
              </a:rPr>
              <a:t>uted</a:t>
            </a:r>
            <a:r>
              <a:rPr sz="1700" spc="-24" dirty="0">
                <a:latin typeface="Times New Roman"/>
                <a:cs typeface="Times New Roman"/>
              </a:rPr>
              <a:t> </a:t>
            </a:r>
            <a:r>
              <a:rPr sz="1700" spc="-7" dirty="0">
                <a:latin typeface="Times New Roman"/>
                <a:cs typeface="Times New Roman"/>
              </a:rPr>
              <a:t>a</a:t>
            </a:r>
            <a:r>
              <a:rPr sz="1700" spc="-5" dirty="0">
                <a:latin typeface="Times New Roman"/>
                <a:cs typeface="Times New Roman"/>
              </a:rPr>
              <a:t>g</a:t>
            </a:r>
            <a:r>
              <a:rPr sz="1700" spc="-7" dirty="0">
                <a:latin typeface="Times New Roman"/>
                <a:cs typeface="Times New Roman"/>
              </a:rPr>
              <a:t>a</a:t>
            </a:r>
            <a:r>
              <a:rPr sz="1700" spc="-2" dirty="0">
                <a:latin typeface="Times New Roman"/>
                <a:cs typeface="Times New Roman"/>
              </a:rPr>
              <a:t>in</a:t>
            </a:r>
            <a:r>
              <a:rPr sz="1700" spc="-24" dirty="0">
                <a:latin typeface="Times New Roman"/>
                <a:cs typeface="Times New Roman"/>
              </a:rPr>
              <a:t> </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ry </a:t>
            </a:r>
            <a:r>
              <a:rPr sz="1700" spc="-2" dirty="0">
                <a:latin typeface="Times New Roman"/>
                <a:cs typeface="Times New Roman"/>
              </a:rPr>
              <a:t>soon</a:t>
            </a:r>
            <a:r>
              <a:rPr sz="1700" dirty="0">
                <a:latin typeface="Times New Roman"/>
                <a:cs typeface="Times New Roman"/>
              </a:rPr>
              <a:t>.</a:t>
            </a:r>
            <a:r>
              <a:rPr sz="1700" spc="29" dirty="0">
                <a:latin typeface="Times New Roman"/>
                <a:cs typeface="Times New Roman"/>
              </a:rPr>
              <a:t> </a:t>
            </a:r>
            <a:r>
              <a:rPr sz="1700" spc="-5" dirty="0">
                <a:latin typeface="Times New Roman"/>
                <a:cs typeface="Times New Roman"/>
              </a:rPr>
              <a:t>The</a:t>
            </a:r>
            <a:r>
              <a:rPr sz="1700" spc="24" dirty="0">
                <a:latin typeface="Times New Roman"/>
                <a:cs typeface="Times New Roman"/>
              </a:rPr>
              <a:t>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mation</a:t>
            </a:r>
            <a:r>
              <a:rPr sz="1700" spc="29" dirty="0">
                <a:latin typeface="Times New Roman"/>
                <a:cs typeface="Times New Roman"/>
              </a:rPr>
              <a:t> </a:t>
            </a:r>
            <a:r>
              <a:rPr sz="1700" spc="2" dirty="0">
                <a:latin typeface="Times New Roman"/>
                <a:cs typeface="Times New Roman"/>
              </a:rPr>
              <a:t>w</a:t>
            </a:r>
            <a:r>
              <a:rPr sz="1700" spc="-5" dirty="0">
                <a:latin typeface="Times New Roman"/>
                <a:cs typeface="Times New Roman"/>
              </a:rPr>
              <a:t>hich</a:t>
            </a:r>
            <a:r>
              <a:rPr sz="1700" spc="26" dirty="0">
                <a:latin typeface="Times New Roman"/>
                <a:cs typeface="Times New Roman"/>
              </a:rPr>
              <a:t> </a:t>
            </a:r>
            <a:r>
              <a:rPr sz="1700" spc="-7" dirty="0">
                <a:latin typeface="Times New Roman"/>
                <a:cs typeface="Times New Roman"/>
              </a:rPr>
              <a:t>wil</a:t>
            </a:r>
            <a:r>
              <a:rPr sz="1700" spc="-2" dirty="0">
                <a:latin typeface="Times New Roman"/>
                <a:cs typeface="Times New Roman"/>
              </a:rPr>
              <a:t>l</a:t>
            </a:r>
            <a:r>
              <a:rPr sz="1700" spc="29" dirty="0">
                <a:latin typeface="Times New Roman"/>
                <a:cs typeface="Times New Roman"/>
              </a:rPr>
              <a:t> </a:t>
            </a:r>
            <a:r>
              <a:rPr sz="1700" spc="-5" dirty="0">
                <a:latin typeface="Times New Roman"/>
                <a:cs typeface="Times New Roman"/>
              </a:rPr>
              <a:t>be</a:t>
            </a:r>
            <a:r>
              <a:rPr sz="1700" spc="24"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26" dirty="0">
                <a:latin typeface="Times New Roman"/>
                <a:cs typeface="Times New Roman"/>
              </a:rPr>
              <a:t> </a:t>
            </a:r>
            <a:r>
              <a:rPr sz="1700" spc="-2" dirty="0">
                <a:latin typeface="Times New Roman"/>
                <a:cs typeface="Times New Roman"/>
              </a:rPr>
              <a:t>in</a:t>
            </a:r>
            <a:r>
              <a:rPr sz="1700" spc="29" dirty="0">
                <a:latin typeface="Times New Roman"/>
                <a:cs typeface="Times New Roman"/>
              </a:rPr>
              <a:t> </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a</a:t>
            </a:r>
            <a:r>
              <a:rPr sz="1700" dirty="0">
                <a:latin typeface="Times New Roman"/>
                <a:cs typeface="Times New Roman"/>
              </a:rPr>
              <a:t>r</a:t>
            </a:r>
            <a:r>
              <a:rPr sz="1700" spc="31" dirty="0">
                <a:latin typeface="Times New Roman"/>
                <a:cs typeface="Times New Roman"/>
              </a:rPr>
              <a:t> </a:t>
            </a:r>
            <a:r>
              <a:rPr sz="1700" spc="-2" dirty="0">
                <a:latin typeface="Times New Roman"/>
                <a:cs typeface="Times New Roman"/>
              </a:rPr>
              <a:t>futu</a:t>
            </a:r>
            <a:r>
              <a:rPr sz="1700" spc="-5" dirty="0">
                <a:latin typeface="Times New Roman"/>
                <a:cs typeface="Times New Roman"/>
              </a:rPr>
              <a:t>re</a:t>
            </a:r>
            <a:r>
              <a:rPr sz="1700" spc="24"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spc="-2" dirty="0">
                <a:latin typeface="Times New Roman"/>
                <a:cs typeface="Times New Roman"/>
              </a:rPr>
              <a:t>lik</a:t>
            </a:r>
            <a:r>
              <a:rPr sz="1700" spc="-7" dirty="0">
                <a:latin typeface="Times New Roman"/>
                <a:cs typeface="Times New Roman"/>
              </a:rPr>
              <a:t>e</a:t>
            </a:r>
            <a:r>
              <a:rPr sz="1700" spc="-2" dirty="0">
                <a:latin typeface="Times New Roman"/>
                <a:cs typeface="Times New Roman"/>
              </a:rPr>
              <a:t>ly</a:t>
            </a:r>
            <a:r>
              <a:rPr sz="1700" spc="29" dirty="0">
                <a:latin typeface="Times New Roman"/>
                <a:cs typeface="Times New Roman"/>
              </a:rPr>
              <a:t> </a:t>
            </a:r>
            <a:r>
              <a:rPr sz="1700" spc="-2" dirty="0">
                <a:latin typeface="Times New Roman"/>
                <a:cs typeface="Times New Roman"/>
              </a:rPr>
              <a:t>to</a:t>
            </a:r>
            <a:r>
              <a:rPr sz="1700" spc="29" dirty="0">
                <a:latin typeface="Times New Roman"/>
                <a:cs typeface="Times New Roman"/>
              </a:rPr>
              <a:t> </a:t>
            </a:r>
            <a:r>
              <a:rPr sz="1700" spc="-5" dirty="0">
                <a:latin typeface="Times New Roman"/>
                <a:cs typeface="Times New Roman"/>
              </a:rPr>
              <a:t>be</a:t>
            </a:r>
            <a:r>
              <a:rPr sz="1700" spc="24" dirty="0">
                <a:latin typeface="Times New Roman"/>
                <a:cs typeface="Times New Roman"/>
              </a:rPr>
              <a:t> </a:t>
            </a:r>
            <a:r>
              <a:rPr sz="1700" spc="-2" dirty="0">
                <a:latin typeface="Times New Roman"/>
                <a:cs typeface="Times New Roman"/>
              </a:rPr>
              <a:t>in</a:t>
            </a:r>
            <a:r>
              <a:rPr sz="1700" spc="34" dirty="0">
                <a:latin typeface="Times New Roman"/>
                <a:cs typeface="Times New Roman"/>
              </a:rPr>
              <a:t> </a:t>
            </a:r>
            <a:r>
              <a:rPr sz="1700" dirty="0">
                <a:latin typeface="Times New Roman"/>
                <a:cs typeface="Times New Roman"/>
              </a:rPr>
              <a:t>use</a:t>
            </a:r>
            <a:r>
              <a:rPr sz="1700" spc="26" dirty="0">
                <a:latin typeface="Times New Roman"/>
                <a:cs typeface="Times New Roman"/>
              </a:rPr>
              <a:t> </a:t>
            </a:r>
            <a:r>
              <a:rPr sz="1700" spc="-7" dirty="0">
                <a:latin typeface="Times New Roman"/>
                <a:cs typeface="Times New Roman"/>
              </a:rPr>
              <a:t>a</a:t>
            </a:r>
            <a:r>
              <a:rPr sz="1700" spc="-2" dirty="0">
                <a:latin typeface="Times New Roman"/>
                <a:cs typeface="Times New Roman"/>
              </a:rPr>
              <a:t>lre</a:t>
            </a:r>
            <a:r>
              <a:rPr sz="1700" spc="-7" dirty="0">
                <a:latin typeface="Times New Roman"/>
                <a:cs typeface="Times New Roman"/>
              </a:rPr>
              <a:t>a</a:t>
            </a:r>
            <a:r>
              <a:rPr sz="1700" dirty="0">
                <a:latin typeface="Times New Roman"/>
                <a:cs typeface="Times New Roman"/>
              </a:rPr>
              <a:t>dy </a:t>
            </a:r>
            <a:r>
              <a:rPr sz="1700" spc="-2" dirty="0">
                <a:latin typeface="Times New Roman"/>
                <a:cs typeface="Times New Roman"/>
              </a:rPr>
              <a:t>(</a:t>
            </a:r>
            <a:r>
              <a:rPr sz="1700" spc="-10" dirty="0">
                <a:latin typeface="Times New Roman"/>
                <a:cs typeface="Times New Roman"/>
              </a:rPr>
              <a:t>e</a:t>
            </a:r>
            <a:r>
              <a:rPr sz="1700" dirty="0">
                <a:latin typeface="Times New Roman"/>
                <a:cs typeface="Times New Roman"/>
              </a:rPr>
              <a:t>.g. </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u</a:t>
            </a:r>
            <a:r>
              <a:rPr sz="1700" spc="5" dirty="0">
                <a:latin typeface="Times New Roman"/>
                <a:cs typeface="Times New Roman"/>
              </a:rPr>
              <a:t>s</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of </a:t>
            </a:r>
            <a:r>
              <a:rPr sz="1700" spc="-2" dirty="0">
                <a:latin typeface="Times New Roman"/>
                <a:cs typeface="Times New Roman"/>
              </a:rPr>
              <a:t>in</a:t>
            </a:r>
            <a:r>
              <a:rPr sz="1700" spc="-5" dirty="0">
                <a:latin typeface="Times New Roman"/>
                <a:cs typeface="Times New Roman"/>
              </a:rPr>
              <a:t>f</a:t>
            </a:r>
            <a:r>
              <a:rPr sz="1700" spc="-2" dirty="0">
                <a:latin typeface="Times New Roman"/>
                <a:cs typeface="Times New Roman"/>
              </a:rPr>
              <a:t>orm</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2" dirty="0">
                <a:latin typeface="Times New Roman"/>
                <a:cs typeface="Times New Roman"/>
              </a:rPr>
              <a:t>in l</a:t>
            </a:r>
            <a:r>
              <a:rPr sz="1700" dirty="0">
                <a:latin typeface="Times New Roman"/>
                <a:cs typeface="Times New Roman"/>
              </a:rPr>
              <a:t>oops)</a:t>
            </a:r>
          </a:p>
          <a:p>
            <a:pPr marL="225716" indent="-109651" algn="just">
              <a:buFont typeface="Times New Roman"/>
              <a:buAutoNum type="arabicPeriod"/>
              <a:tabLst>
                <a:tab pos="226022" algn="l"/>
              </a:tabLst>
            </a:pPr>
            <a:endParaRPr lang="en-US" sz="1700" b="1" dirty="0">
              <a:latin typeface="Times New Roman"/>
              <a:cs typeface="Times New Roman"/>
            </a:endParaRPr>
          </a:p>
          <a:p>
            <a:pPr marL="225716" indent="-109651" algn="just">
              <a:buFont typeface="Times New Roman"/>
              <a:buAutoNum type="arabicPeriod"/>
              <a:tabLst>
                <a:tab pos="226022" algn="l"/>
              </a:tabLst>
            </a:pPr>
            <a:r>
              <a:rPr lang="en-US" sz="1700" b="1" dirty="0">
                <a:latin typeface="Times New Roman"/>
                <a:cs typeface="Times New Roman"/>
              </a:rPr>
              <a:t> </a:t>
            </a:r>
            <a:r>
              <a:rPr sz="1700" b="1" dirty="0">
                <a:latin typeface="Times New Roman"/>
                <a:cs typeface="Times New Roman"/>
              </a:rPr>
              <a:t>Sp</a:t>
            </a:r>
            <a:r>
              <a:rPr sz="1700" b="1" spc="-2" dirty="0">
                <a:latin typeface="Times New Roman"/>
                <a:cs typeface="Times New Roman"/>
              </a:rPr>
              <a:t>atial</a:t>
            </a:r>
            <a:r>
              <a:rPr sz="1700" b="1" spc="-17" dirty="0">
                <a:latin typeface="Times New Roman"/>
                <a:cs typeface="Times New Roman"/>
              </a:rPr>
              <a:t> </a:t>
            </a:r>
            <a:r>
              <a:rPr sz="1700" spc="-5" dirty="0">
                <a:latin typeface="Times New Roman"/>
                <a:cs typeface="Times New Roman"/>
              </a:rPr>
              <a:t>me</a:t>
            </a:r>
            <a:r>
              <a:rPr sz="1700" spc="-10" dirty="0">
                <a:latin typeface="Times New Roman"/>
                <a:cs typeface="Times New Roman"/>
              </a:rPr>
              <a:t>a</a:t>
            </a:r>
            <a:r>
              <a:rPr sz="1700" dirty="0">
                <a:latin typeface="Times New Roman"/>
                <a:cs typeface="Times New Roman"/>
              </a:rPr>
              <a:t>ns</a:t>
            </a:r>
            <a:r>
              <a:rPr sz="1700" spc="-17" dirty="0">
                <a:latin typeface="Times New Roman"/>
                <a:cs typeface="Times New Roman"/>
              </a:rPr>
              <a:t> </a:t>
            </a:r>
            <a:r>
              <a:rPr sz="1700" spc="-2" dirty="0">
                <a:latin typeface="Times New Roman"/>
                <a:cs typeface="Times New Roman"/>
              </a:rPr>
              <a:t>that</a:t>
            </a:r>
            <a:r>
              <a:rPr sz="1700" spc="-19" dirty="0">
                <a:latin typeface="Times New Roman"/>
                <a:cs typeface="Times New Roman"/>
              </a:rPr>
              <a:t> </a:t>
            </a:r>
            <a:r>
              <a:rPr sz="1700" spc="-2" dirty="0">
                <a:latin typeface="Times New Roman"/>
                <a:cs typeface="Times New Roman"/>
              </a:rPr>
              <a:t>in</a:t>
            </a:r>
            <a:r>
              <a:rPr sz="1700" spc="-7" dirty="0">
                <a:latin typeface="Times New Roman"/>
                <a:cs typeface="Times New Roman"/>
              </a:rPr>
              <a:t>s</a:t>
            </a:r>
            <a:r>
              <a:rPr sz="1700" spc="-2" dirty="0">
                <a:latin typeface="Times New Roman"/>
                <a:cs typeface="Times New Roman"/>
              </a:rPr>
              <a:t>tru</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ons</a:t>
            </a:r>
            <a:r>
              <a:rPr sz="1700" spc="-17" dirty="0">
                <a:latin typeface="Times New Roman"/>
                <a:cs typeface="Times New Roman"/>
              </a:rPr>
              <a:t> </a:t>
            </a:r>
            <a:r>
              <a:rPr sz="1700" spc="-2" dirty="0">
                <a:latin typeface="Times New Roman"/>
                <a:cs typeface="Times New Roman"/>
              </a:rPr>
              <a:t>in</a:t>
            </a:r>
            <a:r>
              <a:rPr sz="1700" spc="-17" dirty="0">
                <a:latin typeface="Times New Roman"/>
                <a:cs typeface="Times New Roman"/>
              </a:rPr>
              <a:t> </a:t>
            </a:r>
            <a:r>
              <a:rPr sz="1700" spc="-7" dirty="0">
                <a:latin typeface="Times New Roman"/>
                <a:cs typeface="Times New Roman"/>
              </a:rPr>
              <a:t>c</a:t>
            </a:r>
            <a:r>
              <a:rPr sz="1700" spc="-2" dirty="0">
                <a:latin typeface="Times New Roman"/>
                <a:cs typeface="Times New Roman"/>
              </a:rPr>
              <a:t>lose</a:t>
            </a:r>
            <a:r>
              <a:rPr sz="1700" spc="-19" dirty="0">
                <a:latin typeface="Times New Roman"/>
                <a:cs typeface="Times New Roman"/>
              </a:rPr>
              <a:t> </a:t>
            </a:r>
            <a:r>
              <a:rPr sz="1700" spc="-5" dirty="0">
                <a:latin typeface="Times New Roman"/>
                <a:cs typeface="Times New Roman"/>
              </a:rPr>
              <a:t>proximity</a:t>
            </a:r>
            <a:r>
              <a:rPr sz="1700" spc="-24" dirty="0">
                <a:latin typeface="Times New Roman"/>
                <a:cs typeface="Times New Roman"/>
              </a:rPr>
              <a:t> </a:t>
            </a:r>
            <a:r>
              <a:rPr sz="1700" spc="-2" dirty="0">
                <a:latin typeface="Times New Roman"/>
                <a:cs typeface="Times New Roman"/>
              </a:rPr>
              <a:t>to</a:t>
            </a:r>
            <a:r>
              <a:rPr sz="1700" spc="-17" dirty="0">
                <a:latin typeface="Times New Roman"/>
                <a:cs typeface="Times New Roman"/>
              </a:rPr>
              <a:t> </a:t>
            </a:r>
            <a:r>
              <a:rPr sz="1700" spc="-5" dirty="0">
                <a:latin typeface="Times New Roman"/>
                <a:cs typeface="Times New Roman"/>
              </a:rPr>
              <a:t>a</a:t>
            </a:r>
            <a:r>
              <a:rPr sz="1700" spc="-2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ce</a:t>
            </a:r>
            <a:r>
              <a:rPr sz="1700" spc="-2" dirty="0">
                <a:latin typeface="Times New Roman"/>
                <a:cs typeface="Times New Roman"/>
              </a:rPr>
              <a:t>ntl</a:t>
            </a:r>
            <a:r>
              <a:rPr sz="1700" dirty="0">
                <a:latin typeface="Times New Roman"/>
                <a:cs typeface="Times New Roman"/>
              </a:rPr>
              <a:t>y</a:t>
            </a:r>
            <a:r>
              <a:rPr sz="1700" spc="-19"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2" dirty="0">
                <a:latin typeface="Times New Roman"/>
                <a:cs typeface="Times New Roman"/>
              </a:rPr>
              <a:t>e</a:t>
            </a:r>
            <a:r>
              <a:rPr sz="1700" spc="-7" dirty="0">
                <a:latin typeface="Times New Roman"/>
                <a:cs typeface="Times New Roman"/>
              </a:rPr>
              <a:t>c</a:t>
            </a:r>
            <a:r>
              <a:rPr sz="1700" spc="-5" dirty="0">
                <a:latin typeface="Times New Roman"/>
                <a:cs typeface="Times New Roman"/>
              </a:rPr>
              <a:t>uted</a:t>
            </a:r>
            <a:r>
              <a:rPr sz="1700" spc="-19" dirty="0">
                <a:latin typeface="Times New Roman"/>
                <a:cs typeface="Times New Roman"/>
              </a:rPr>
              <a:t> </a:t>
            </a:r>
            <a:r>
              <a:rPr sz="1700" spc="-2" dirty="0">
                <a:latin typeface="Times New Roman"/>
                <a:cs typeface="Times New Roman"/>
              </a:rPr>
              <a:t>in</a:t>
            </a:r>
            <a:r>
              <a:rPr sz="1700" dirty="0">
                <a:latin typeface="Times New Roman"/>
                <a:cs typeface="Times New Roman"/>
              </a:rPr>
              <a:t>s</a:t>
            </a:r>
            <a:r>
              <a:rPr sz="1700" spc="-2" dirty="0">
                <a:latin typeface="Times New Roman"/>
                <a:cs typeface="Times New Roman"/>
              </a:rPr>
              <a:t>tru</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a:t>
            </a:r>
            <a:r>
              <a:rPr sz="1700" spc="-19"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lang="en-US"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spc="12" dirty="0">
                <a:latin typeface="Times New Roman"/>
                <a:cs typeface="Times New Roman"/>
              </a:rPr>
              <a:t> </a:t>
            </a:r>
            <a:r>
              <a:rPr sz="1700" spc="-2" dirty="0">
                <a:latin typeface="Times New Roman"/>
                <a:cs typeface="Times New Roman"/>
              </a:rPr>
              <a:t>lik</a:t>
            </a:r>
            <a:r>
              <a:rPr sz="1700" spc="-7" dirty="0">
                <a:latin typeface="Times New Roman"/>
                <a:cs typeface="Times New Roman"/>
              </a:rPr>
              <a:t>e</a:t>
            </a:r>
            <a:r>
              <a:rPr sz="1700" spc="-2" dirty="0">
                <a:latin typeface="Times New Roman"/>
                <a:cs typeface="Times New Roman"/>
              </a:rPr>
              <a:t>ly</a:t>
            </a:r>
            <a:r>
              <a:rPr sz="1700" spc="12"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5" dirty="0">
                <a:latin typeface="Times New Roman"/>
                <a:cs typeface="Times New Roman"/>
              </a:rPr>
              <a:t>be</a:t>
            </a:r>
            <a:r>
              <a:rPr sz="1700" spc="7"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2" dirty="0">
                <a:latin typeface="Times New Roman"/>
                <a:cs typeface="Times New Roman"/>
              </a:rPr>
              <a:t>e</a:t>
            </a:r>
            <a:r>
              <a:rPr sz="1700" spc="-7" dirty="0">
                <a:latin typeface="Times New Roman"/>
                <a:cs typeface="Times New Roman"/>
              </a:rPr>
              <a:t>c</a:t>
            </a:r>
            <a:r>
              <a:rPr sz="1700" spc="-2" dirty="0">
                <a:latin typeface="Times New Roman"/>
                <a:cs typeface="Times New Roman"/>
              </a:rPr>
              <a:t>ute</a:t>
            </a:r>
            <a:r>
              <a:rPr sz="1700" dirty="0">
                <a:latin typeface="Times New Roman"/>
                <a:cs typeface="Times New Roman"/>
              </a:rPr>
              <a:t>d</a:t>
            </a:r>
            <a:r>
              <a:rPr sz="1700" spc="10" dirty="0">
                <a:latin typeface="Times New Roman"/>
                <a:cs typeface="Times New Roman"/>
              </a:rPr>
              <a:t> </a:t>
            </a:r>
            <a:r>
              <a:rPr sz="1700" spc="-2" dirty="0">
                <a:latin typeface="Times New Roman"/>
                <a:cs typeface="Times New Roman"/>
              </a:rPr>
              <a:t>soon</a:t>
            </a:r>
            <a:r>
              <a:rPr sz="1700" dirty="0">
                <a:latin typeface="Times New Roman"/>
                <a:cs typeface="Times New Roman"/>
              </a:rPr>
              <a:t>.</a:t>
            </a:r>
            <a:r>
              <a:rPr sz="1700" spc="12" dirty="0">
                <a:latin typeface="Times New Roman"/>
                <a:cs typeface="Times New Roman"/>
              </a:rPr>
              <a:t> </a:t>
            </a:r>
            <a:r>
              <a:rPr sz="1700" dirty="0">
                <a:latin typeface="Times New Roman"/>
                <a:cs typeface="Times New Roman"/>
              </a:rPr>
              <a:t>If</a:t>
            </a:r>
            <a:r>
              <a:rPr sz="1700" spc="7"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10"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2" dirty="0">
                <a:latin typeface="Times New Roman"/>
                <a:cs typeface="Times New Roman"/>
              </a:rPr>
              <a:t>a</a:t>
            </a:r>
            <a:r>
              <a:rPr sz="1700" spc="-7" dirty="0">
                <a:latin typeface="Times New Roman"/>
                <a:cs typeface="Times New Roman"/>
              </a:rPr>
              <a:t>cc</a:t>
            </a:r>
            <a:r>
              <a:rPr sz="1700" spc="-2" dirty="0">
                <a:latin typeface="Times New Roman"/>
                <a:cs typeface="Times New Roman"/>
              </a:rPr>
              <a:t>essed</a:t>
            </a:r>
            <a:r>
              <a:rPr sz="1700" dirty="0">
                <a:latin typeface="Times New Roman"/>
                <a:cs typeface="Times New Roman"/>
              </a:rPr>
              <a:t>,</a:t>
            </a:r>
            <a:r>
              <a:rPr sz="1700" spc="10" dirty="0">
                <a:latin typeface="Times New Roman"/>
                <a:cs typeface="Times New Roman"/>
              </a:rPr>
              <a:t> </a:t>
            </a:r>
            <a:r>
              <a:rPr sz="1700" spc="-7" dirty="0">
                <a:latin typeface="Times New Roman"/>
                <a:cs typeface="Times New Roman"/>
              </a:rPr>
              <a:t>a</a:t>
            </a:r>
            <a:r>
              <a:rPr sz="1700" spc="-2" dirty="0">
                <a:latin typeface="Times New Roman"/>
                <a:cs typeface="Times New Roman"/>
              </a:rPr>
              <a:t>djac</a:t>
            </a:r>
            <a:r>
              <a:rPr sz="1700" spc="-7" dirty="0">
                <a:latin typeface="Times New Roman"/>
                <a:cs typeface="Times New Roman"/>
              </a:rPr>
              <a:t>e</a:t>
            </a:r>
            <a:r>
              <a:rPr sz="1700" spc="-2" dirty="0">
                <a:latin typeface="Times New Roman"/>
                <a:cs typeface="Times New Roman"/>
              </a:rPr>
              <a:t>nt</a:t>
            </a:r>
            <a:r>
              <a:rPr sz="1700" spc="12" dirty="0">
                <a:latin typeface="Times New Roman"/>
                <a:cs typeface="Times New Roman"/>
              </a:rPr>
              <a:t> </a:t>
            </a:r>
            <a:r>
              <a:rPr sz="1700" spc="-5" dirty="0">
                <a:latin typeface="Times New Roman"/>
                <a:cs typeface="Times New Roman"/>
              </a:rPr>
              <a:t>(ne</a:t>
            </a:r>
            <a:r>
              <a:rPr sz="1700" spc="-7" dirty="0">
                <a:latin typeface="Times New Roman"/>
                <a:cs typeface="Times New Roman"/>
              </a:rPr>
              <a:t>a</a:t>
            </a:r>
            <a:r>
              <a:rPr sz="1700" dirty="0">
                <a:latin typeface="Times New Roman"/>
                <a:cs typeface="Times New Roman"/>
              </a:rPr>
              <a:t>r)</a:t>
            </a:r>
            <a:r>
              <a:rPr sz="1700" spc="12" dirty="0">
                <a:latin typeface="Times New Roman"/>
                <a:cs typeface="Times New Roman"/>
              </a:rPr>
              <a:t> </a:t>
            </a:r>
            <a:r>
              <a:rPr sz="1700" spc="-2" dirty="0">
                <a:latin typeface="Times New Roman"/>
                <a:cs typeface="Times New Roman"/>
              </a:rPr>
              <a:t>wo</a:t>
            </a:r>
            <a:r>
              <a:rPr sz="1700" spc="2" dirty="0">
                <a:latin typeface="Times New Roman"/>
                <a:cs typeface="Times New Roman"/>
              </a:rPr>
              <a:t>r</a:t>
            </a:r>
            <a:r>
              <a:rPr sz="1700" dirty="0">
                <a:latin typeface="Times New Roman"/>
                <a:cs typeface="Times New Roman"/>
              </a:rPr>
              <a:t>ds</a:t>
            </a:r>
            <a:r>
              <a:rPr sz="1700" spc="10"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spc="-2" dirty="0">
                <a:latin typeface="Times New Roman"/>
                <a:cs typeface="Times New Roman"/>
              </a:rPr>
              <a:t>lik</a:t>
            </a:r>
            <a:r>
              <a:rPr sz="1700" spc="-7" dirty="0">
                <a:latin typeface="Times New Roman"/>
                <a:cs typeface="Times New Roman"/>
              </a:rPr>
              <a:t>e</a:t>
            </a:r>
            <a:r>
              <a:rPr sz="1700" spc="-2" dirty="0">
                <a:latin typeface="Times New Roman"/>
                <a:cs typeface="Times New Roman"/>
              </a:rPr>
              <a:t>ly to</a:t>
            </a:r>
            <a:r>
              <a:rPr sz="1700" dirty="0">
                <a:latin typeface="Times New Roman"/>
                <a:cs typeface="Times New Roman"/>
              </a:rPr>
              <a:t>  </a:t>
            </a:r>
            <a:r>
              <a:rPr sz="1700" spc="-5" dirty="0">
                <a:latin typeface="Times New Roman"/>
                <a:cs typeface="Times New Roman"/>
              </a:rPr>
              <a:t>be</a:t>
            </a:r>
            <a:r>
              <a:rPr sz="1700" dirty="0">
                <a:latin typeface="Times New Roman"/>
                <a:cs typeface="Times New Roman"/>
              </a:rPr>
              <a:t> </a:t>
            </a:r>
            <a:r>
              <a:rPr sz="1700" spc="-5" dirty="0">
                <a:latin typeface="Times New Roman"/>
                <a:cs typeface="Times New Roman"/>
              </a:rPr>
              <a:t> </a:t>
            </a:r>
            <a:r>
              <a:rPr sz="1700" spc="-7" dirty="0">
                <a:latin typeface="Times New Roman"/>
                <a:cs typeface="Times New Roman"/>
              </a:rPr>
              <a:t>acce</a:t>
            </a:r>
            <a:r>
              <a:rPr sz="1700" spc="-2" dirty="0">
                <a:latin typeface="Times New Roman"/>
                <a:cs typeface="Times New Roman"/>
              </a:rPr>
              <a:t>sse</a:t>
            </a:r>
            <a:r>
              <a:rPr sz="1700" dirty="0">
                <a:latin typeface="Times New Roman"/>
                <a:cs typeface="Times New Roman"/>
              </a:rPr>
              <a:t>d </a:t>
            </a:r>
            <a:r>
              <a:rPr sz="1700" spc="-2" dirty="0">
                <a:latin typeface="Times New Roman"/>
                <a:cs typeface="Times New Roman"/>
              </a:rPr>
              <a:t> soo</a:t>
            </a:r>
            <a:r>
              <a:rPr sz="1700" dirty="0">
                <a:latin typeface="Times New Roman"/>
                <a:cs typeface="Times New Roman"/>
              </a:rPr>
              <a:t>n  </a:t>
            </a:r>
            <a:r>
              <a:rPr sz="1700" spc="-2" dirty="0">
                <a:latin typeface="Times New Roman"/>
                <a:cs typeface="Times New Roman"/>
              </a:rPr>
              <a:t>(</a:t>
            </a:r>
            <a:r>
              <a:rPr sz="1700" spc="-10" dirty="0">
                <a:latin typeface="Times New Roman"/>
                <a:cs typeface="Times New Roman"/>
              </a:rPr>
              <a:t>e</a:t>
            </a:r>
            <a:r>
              <a:rPr sz="1700" spc="5" dirty="0">
                <a:latin typeface="Times New Roman"/>
                <a:cs typeface="Times New Roman"/>
              </a:rPr>
              <a:t>.</a:t>
            </a:r>
            <a:r>
              <a:rPr sz="1700" dirty="0">
                <a:latin typeface="Times New Roman"/>
                <a:cs typeface="Times New Roman"/>
              </a:rPr>
              <a:t>g. </a:t>
            </a:r>
            <a:r>
              <a:rPr sz="1700" spc="-2" dirty="0">
                <a:latin typeface="Times New Roman"/>
                <a:cs typeface="Times New Roman"/>
              </a:rPr>
              <a:t> r</a:t>
            </a:r>
            <a:r>
              <a:rPr sz="1700" spc="-10" dirty="0">
                <a:latin typeface="Times New Roman"/>
                <a:cs typeface="Times New Roman"/>
              </a:rPr>
              <a:t>e</a:t>
            </a:r>
            <a:r>
              <a:rPr sz="1700" spc="-2" dirty="0">
                <a:latin typeface="Times New Roman"/>
                <a:cs typeface="Times New Roman"/>
              </a:rPr>
              <a:t>lat</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 dirty="0">
                <a:latin typeface="Times New Roman"/>
                <a:cs typeface="Times New Roman"/>
              </a:rPr>
              <a:t> it</a:t>
            </a:r>
            <a:r>
              <a:rPr sz="1700" spc="-7" dirty="0">
                <a:latin typeface="Times New Roman"/>
                <a:cs typeface="Times New Roman"/>
              </a:rPr>
              <a:t>e</a:t>
            </a:r>
            <a:r>
              <a:rPr sz="1700" spc="-5" dirty="0">
                <a:latin typeface="Times New Roman"/>
                <a:cs typeface="Times New Roman"/>
              </a:rPr>
              <a:t>ms</a:t>
            </a:r>
            <a:r>
              <a:rPr sz="1700" dirty="0">
                <a:latin typeface="Times New Roman"/>
                <a:cs typeface="Times New Roman"/>
              </a:rPr>
              <a:t>  </a:t>
            </a:r>
            <a:r>
              <a:rPr sz="1700" spc="-2" dirty="0">
                <a:latin typeface="Times New Roman"/>
                <a:cs typeface="Times New Roman"/>
              </a:rPr>
              <a:t>(</a:t>
            </a:r>
            <a:r>
              <a:rPr sz="1700" spc="-10" dirty="0">
                <a:latin typeface="Times New Roman"/>
                <a:cs typeface="Times New Roman"/>
              </a:rPr>
              <a:t>a</a:t>
            </a:r>
            <a:r>
              <a:rPr sz="1700" dirty="0">
                <a:latin typeface="Times New Roman"/>
                <a:cs typeface="Times New Roman"/>
              </a:rPr>
              <a:t>r</a:t>
            </a:r>
            <a:r>
              <a:rPr sz="1700" spc="-5" dirty="0">
                <a:latin typeface="Times New Roman"/>
                <a:cs typeface="Times New Roman"/>
              </a:rPr>
              <a:t>r</a:t>
            </a:r>
            <a:r>
              <a:rPr sz="1700" spc="-7" dirty="0">
                <a:latin typeface="Times New Roman"/>
                <a:cs typeface="Times New Roman"/>
              </a:rPr>
              <a:t>a</a:t>
            </a:r>
            <a:r>
              <a:rPr sz="1700" dirty="0">
                <a:latin typeface="Times New Roman"/>
                <a:cs typeface="Times New Roman"/>
              </a:rPr>
              <a:t>ys) </a:t>
            </a:r>
            <a:r>
              <a:rPr sz="1700" spc="-2" dirty="0">
                <a:latin typeface="Times New Roman"/>
                <a:cs typeface="Times New Roman"/>
              </a:rPr>
              <a:t> are</a:t>
            </a:r>
            <a:r>
              <a:rPr sz="1700" dirty="0">
                <a:latin typeface="Times New Roman"/>
                <a:cs typeface="Times New Roman"/>
              </a:rPr>
              <a:t> </a:t>
            </a:r>
            <a:r>
              <a:rPr sz="1700" spc="-5" dirty="0">
                <a:latin typeface="Times New Roman"/>
                <a:cs typeface="Times New Roman"/>
              </a:rPr>
              <a:t> </a:t>
            </a:r>
            <a:r>
              <a:rPr sz="1700" dirty="0">
                <a:latin typeface="Times New Roman"/>
                <a:cs typeface="Times New Roman"/>
              </a:rPr>
              <a:t>usu</a:t>
            </a:r>
            <a:r>
              <a:rPr sz="1700" spc="-2" dirty="0">
                <a:latin typeface="Times New Roman"/>
                <a:cs typeface="Times New Roman"/>
              </a:rPr>
              <a:t>all</a:t>
            </a:r>
            <a:r>
              <a:rPr sz="1700" dirty="0">
                <a:latin typeface="Times New Roman"/>
                <a:cs typeface="Times New Roman"/>
              </a:rPr>
              <a:t>y </a:t>
            </a:r>
            <a:r>
              <a:rPr sz="1700" spc="-2" dirty="0">
                <a:latin typeface="Times New Roman"/>
                <a:cs typeface="Times New Roman"/>
              </a:rPr>
              <a:t> </a:t>
            </a:r>
            <a:r>
              <a:rPr sz="1700" spc="-5" dirty="0">
                <a:latin typeface="Times New Roman"/>
                <a:cs typeface="Times New Roman"/>
              </a:rPr>
              <a:t>store</a:t>
            </a:r>
            <a:r>
              <a:rPr sz="1700" dirty="0">
                <a:latin typeface="Times New Roman"/>
                <a:cs typeface="Times New Roman"/>
              </a:rPr>
              <a:t>d </a:t>
            </a:r>
            <a:r>
              <a:rPr sz="1700" spc="-2" dirty="0">
                <a:latin typeface="Times New Roman"/>
                <a:cs typeface="Times New Roman"/>
              </a:rPr>
              <a:t> togeth</a:t>
            </a:r>
            <a:r>
              <a:rPr sz="1700" spc="-10" dirty="0">
                <a:latin typeface="Times New Roman"/>
                <a:cs typeface="Times New Roman"/>
              </a:rPr>
              <a:t>e</a:t>
            </a:r>
            <a:r>
              <a:rPr sz="1700" spc="-2" dirty="0">
                <a:latin typeface="Times New Roman"/>
                <a:cs typeface="Times New Roman"/>
              </a:rPr>
              <a:t>r; instru</a:t>
            </a:r>
            <a:r>
              <a:rPr sz="1700" spc="-7" dirty="0">
                <a:latin typeface="Times New Roman"/>
                <a:cs typeface="Times New Roman"/>
              </a:rPr>
              <a:t>c</a:t>
            </a:r>
            <a:r>
              <a:rPr sz="1700" spc="-2" dirty="0">
                <a:latin typeface="Times New Roman"/>
                <a:cs typeface="Times New Roman"/>
              </a:rPr>
              <a:t>ti</a:t>
            </a:r>
            <a:r>
              <a:rPr sz="1700" dirty="0">
                <a:latin typeface="Times New Roman"/>
                <a:cs typeface="Times New Roman"/>
              </a:rPr>
              <a:t>ons</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7" dirty="0">
                <a:latin typeface="Times New Roman"/>
                <a:cs typeface="Times New Roman"/>
              </a:rPr>
              <a:t>ec</a:t>
            </a:r>
            <a:r>
              <a:rPr sz="1700" spc="-5" dirty="0">
                <a:latin typeface="Times New Roman"/>
                <a:cs typeface="Times New Roman"/>
              </a:rPr>
              <a:t>uted</a:t>
            </a:r>
            <a:r>
              <a:rPr sz="1700" spc="2" dirty="0">
                <a:latin typeface="Times New Roman"/>
                <a:cs typeface="Times New Roman"/>
              </a:rPr>
              <a:t> </a:t>
            </a:r>
            <a:r>
              <a:rPr sz="1700" spc="-2" dirty="0">
                <a:latin typeface="Times New Roman"/>
                <a:cs typeface="Times New Roman"/>
              </a:rPr>
              <a:t>se</a:t>
            </a:r>
            <a:r>
              <a:rPr sz="1700" spc="-5" dirty="0">
                <a:latin typeface="Times New Roman"/>
                <a:cs typeface="Times New Roman"/>
              </a:rPr>
              <a:t>qu</a:t>
            </a:r>
            <a:r>
              <a:rPr sz="1700" spc="-7" dirty="0">
                <a:latin typeface="Times New Roman"/>
                <a:cs typeface="Times New Roman"/>
              </a:rPr>
              <a:t>e</a:t>
            </a:r>
            <a:r>
              <a:rPr sz="1700" spc="-2" dirty="0">
                <a:latin typeface="Times New Roman"/>
                <a:cs typeface="Times New Roman"/>
              </a:rPr>
              <a:t>nti</a:t>
            </a:r>
            <a:r>
              <a:rPr sz="1700" spc="-7" dirty="0">
                <a:latin typeface="Times New Roman"/>
                <a:cs typeface="Times New Roman"/>
              </a:rPr>
              <a:t>a</a:t>
            </a:r>
            <a:r>
              <a:rPr sz="1700" spc="-2" dirty="0">
                <a:latin typeface="Times New Roman"/>
                <a:cs typeface="Times New Roman"/>
              </a:rPr>
              <a:t>ll</a:t>
            </a:r>
            <a:r>
              <a:rPr sz="1700" dirty="0">
                <a:latin typeface="Times New Roman"/>
                <a:cs typeface="Times New Roman"/>
              </a:rPr>
              <a:t>y)</a:t>
            </a:r>
          </a:p>
        </p:txBody>
      </p:sp>
    </p:spTree>
    <p:extLst>
      <p:ext uri="{BB962C8B-B14F-4D97-AF65-F5344CB8AC3E}">
        <p14:creationId xmlns:p14="http://schemas.microsoft.com/office/powerpoint/2010/main" val="2897249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9CE21-8EA6-B8FD-AA54-2E7C45D0C7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15A3899-6335-E429-BDF9-D03856A86B51}"/>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534F61DE-2252-CB2F-F9B5-A8D2DD945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F3740E59-9D79-DA7B-A78C-5CDCD3F7E15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ADA8BE0-3261-D5AE-EF24-039EF382F4F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a:extLst>
              <a:ext uri="{FF2B5EF4-FFF2-40B4-BE49-F238E27FC236}">
                <a16:creationId xmlns:a16="http://schemas.microsoft.com/office/drawing/2014/main" id="{D6BB347E-A0D0-F864-3168-D4378526854B}"/>
              </a:ext>
            </a:extLst>
          </p:cNvPr>
          <p:cNvSpPr txBox="1"/>
          <p:nvPr/>
        </p:nvSpPr>
        <p:spPr>
          <a:xfrm>
            <a:off x="1066800" y="742950"/>
            <a:ext cx="7010400" cy="261610"/>
          </a:xfrm>
          <a:prstGeom prst="rect">
            <a:avLst/>
          </a:prstGeom>
        </p:spPr>
        <p:txBody>
          <a:bodyPr vert="horz" wrap="square" lIns="0" tIns="0" rIns="0" bIns="0" rtlCol="0">
            <a:spAutoFit/>
          </a:bodyPr>
          <a:lstStyle/>
          <a:p>
            <a:pPr marL="6109">
              <a:spcBef>
                <a:spcPts val="334"/>
              </a:spcBef>
            </a:pPr>
            <a:r>
              <a:rPr sz="1700" b="1" spc="-5" dirty="0">
                <a:latin typeface="Times New Roman"/>
                <a:cs typeface="Times New Roman"/>
              </a:rPr>
              <a:t>P</a:t>
            </a:r>
            <a:r>
              <a:rPr sz="1700" b="1" spc="-10" dirty="0">
                <a:latin typeface="Times New Roman"/>
                <a:cs typeface="Times New Roman"/>
              </a:rPr>
              <a:t>r</a:t>
            </a:r>
            <a:r>
              <a:rPr sz="1700" b="1" spc="-2" dirty="0">
                <a:latin typeface="Times New Roman"/>
                <a:cs typeface="Times New Roman"/>
              </a:rPr>
              <a:t>in</a:t>
            </a:r>
            <a:r>
              <a:rPr sz="1700" b="1" spc="-7" dirty="0">
                <a:latin typeface="Times New Roman"/>
                <a:cs typeface="Times New Roman"/>
              </a:rPr>
              <a:t>c</a:t>
            </a:r>
            <a:r>
              <a:rPr sz="1700" b="1" spc="-2" dirty="0">
                <a:latin typeface="Times New Roman"/>
                <a:cs typeface="Times New Roman"/>
              </a:rPr>
              <a:t>iples </a:t>
            </a:r>
            <a:r>
              <a:rPr sz="1700" b="1" dirty="0">
                <a:latin typeface="Times New Roman"/>
                <a:cs typeface="Times New Roman"/>
              </a:rPr>
              <a:t>of</a:t>
            </a:r>
            <a:r>
              <a:rPr sz="1700" b="1" spc="-2" dirty="0">
                <a:latin typeface="Times New Roman"/>
                <a:cs typeface="Times New Roman"/>
              </a:rPr>
              <a:t> </a:t>
            </a:r>
            <a:r>
              <a:rPr sz="1700" b="1" spc="-7" dirty="0">
                <a:latin typeface="Times New Roman"/>
                <a:cs typeface="Times New Roman"/>
              </a:rPr>
              <a:t>c</a:t>
            </a:r>
            <a:r>
              <a:rPr sz="1700" b="1" spc="-5" dirty="0">
                <a:latin typeface="Times New Roman"/>
                <a:cs typeface="Times New Roman"/>
              </a:rPr>
              <a:t>a</a:t>
            </a:r>
            <a:r>
              <a:rPr sz="1700" b="1" spc="-7"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endParaRPr sz="1700" dirty="0">
              <a:latin typeface="Times New Roman"/>
              <a:cs typeface="Times New Roman"/>
            </a:endParaRPr>
          </a:p>
        </p:txBody>
      </p:sp>
      <p:sp>
        <p:nvSpPr>
          <p:cNvPr id="5" name="object 5"/>
          <p:cNvSpPr/>
          <p:nvPr/>
        </p:nvSpPr>
        <p:spPr>
          <a:xfrm>
            <a:off x="2971800" y="1352550"/>
            <a:ext cx="3810000" cy="1447800"/>
          </a:xfrm>
          <a:prstGeom prst="rect">
            <a:avLst/>
          </a:prstGeom>
          <a:blipFill>
            <a:blip r:embed="rId6" cstate="print"/>
            <a:stretch>
              <a:fillRect/>
            </a:stretch>
          </a:blipFill>
        </p:spPr>
        <p:txBody>
          <a:bodyPr wrap="square" lIns="0" tIns="0" rIns="0" bIns="0" rtlCol="0"/>
          <a:lstStyle/>
          <a:p>
            <a:endParaRPr sz="866"/>
          </a:p>
        </p:txBody>
      </p:sp>
      <p:sp>
        <p:nvSpPr>
          <p:cNvPr id="4" name="object 2"/>
          <p:cNvSpPr txBox="1"/>
          <p:nvPr/>
        </p:nvSpPr>
        <p:spPr>
          <a:xfrm>
            <a:off x="1066800" y="3028950"/>
            <a:ext cx="7162801" cy="1569660"/>
          </a:xfrm>
          <a:prstGeom prst="rect">
            <a:avLst/>
          </a:prstGeom>
        </p:spPr>
        <p:txBody>
          <a:bodyPr vert="horz" wrap="square" lIns="0" tIns="0" rIns="0" bIns="0" rtlCol="0">
            <a:spAutoFit/>
          </a:bodyPr>
          <a:lstStyle/>
          <a:p>
            <a:pPr marL="6109" marR="3360" algn="just"/>
            <a:r>
              <a:rPr sz="1700" spc="-5" dirty="0">
                <a:latin typeface="Times New Roman"/>
                <a:cs typeface="Times New Roman"/>
              </a:rPr>
              <a:t>The main</a:t>
            </a:r>
            <a:r>
              <a:rPr sz="1700" spc="5"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5" dirty="0">
                <a:latin typeface="Times New Roman"/>
                <a:cs typeface="Times New Roman"/>
              </a:rPr>
              <a:t> </a:t>
            </a:r>
            <a:r>
              <a:rPr sz="1700" spc="-7" dirty="0">
                <a:latin typeface="Times New Roman"/>
                <a:cs typeface="Times New Roman"/>
              </a:rPr>
              <a:t>ca</a:t>
            </a:r>
            <a:r>
              <a:rPr sz="1700" dirty="0">
                <a:latin typeface="Times New Roman"/>
                <a:cs typeface="Times New Roman"/>
              </a:rPr>
              <a:t>n</a:t>
            </a:r>
            <a:r>
              <a:rPr sz="1700" spc="5" dirty="0">
                <a:latin typeface="Times New Roman"/>
                <a:cs typeface="Times New Roman"/>
              </a:rPr>
              <a:t> </a:t>
            </a:r>
            <a:r>
              <a:rPr sz="1700" spc="-5" dirty="0">
                <a:latin typeface="Times New Roman"/>
                <a:cs typeface="Times New Roman"/>
              </a:rPr>
              <a:t>s</a:t>
            </a:r>
            <a:r>
              <a:rPr sz="1700" spc="-7" dirty="0">
                <a:latin typeface="Times New Roman"/>
                <a:cs typeface="Times New Roman"/>
              </a:rPr>
              <a:t>t</a:t>
            </a:r>
            <a:r>
              <a:rPr sz="1700" spc="-5" dirty="0">
                <a:latin typeface="Times New Roman"/>
                <a:cs typeface="Times New Roman"/>
              </a:rPr>
              <a:t>ore</a:t>
            </a:r>
            <a:r>
              <a:rPr sz="1700" dirty="0">
                <a:latin typeface="Times New Roman"/>
                <a:cs typeface="Times New Roman"/>
              </a:rPr>
              <a:t> 32k</a:t>
            </a:r>
            <a:r>
              <a:rPr sz="1700" spc="5"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ds</a:t>
            </a:r>
            <a:r>
              <a:rPr sz="1700" spc="5"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dirty="0">
                <a:latin typeface="Times New Roman"/>
                <a:cs typeface="Times New Roman"/>
              </a:rPr>
              <a:t>12</a:t>
            </a:r>
            <a:r>
              <a:rPr sz="1700" spc="5" dirty="0">
                <a:latin typeface="Times New Roman"/>
                <a:cs typeface="Times New Roman"/>
              </a:rPr>
              <a:t> </a:t>
            </a:r>
            <a:r>
              <a:rPr sz="1700" spc="-2" dirty="0">
                <a:latin typeface="Times New Roman"/>
                <a:cs typeface="Times New Roman"/>
              </a:rPr>
              <a:t>bit</a:t>
            </a:r>
            <a:r>
              <a:rPr sz="1700" dirty="0">
                <a:latin typeface="Times New Roman"/>
                <a:cs typeface="Times New Roman"/>
              </a:rPr>
              <a:t>s</a:t>
            </a:r>
            <a:r>
              <a:rPr sz="1700" spc="-7" dirty="0">
                <a:latin typeface="Times New Roman"/>
                <a:cs typeface="Times New Roman"/>
              </a:rPr>
              <a:t> eac</a:t>
            </a:r>
            <a:r>
              <a:rPr sz="1700" dirty="0">
                <a:latin typeface="Times New Roman"/>
                <a:cs typeface="Times New Roman"/>
              </a:rPr>
              <a:t>h.</a:t>
            </a:r>
            <a:r>
              <a:rPr sz="1700" spc="5" dirty="0">
                <a:latin typeface="Times New Roman"/>
                <a:cs typeface="Times New Roman"/>
              </a:rPr>
              <a:t> </a:t>
            </a:r>
            <a:r>
              <a:rPr sz="1700" spc="-5" dirty="0">
                <a:latin typeface="Times New Roman"/>
                <a:cs typeface="Times New Roman"/>
              </a:rPr>
              <a:t>The</a:t>
            </a:r>
            <a:r>
              <a:rPr sz="1700"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2"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spc="-7" dirty="0">
                <a:latin typeface="Times New Roman"/>
                <a:cs typeface="Times New Roman"/>
              </a:rPr>
              <a:t>ca</a:t>
            </a:r>
            <a:r>
              <a:rPr sz="1700" spc="-5" dirty="0">
                <a:latin typeface="Times New Roman"/>
                <a:cs typeface="Times New Roman"/>
              </a:rPr>
              <a:t>p</a:t>
            </a:r>
            <a:r>
              <a:rPr sz="1700" spc="-7" dirty="0">
                <a:latin typeface="Times New Roman"/>
                <a:cs typeface="Times New Roman"/>
              </a:rPr>
              <a:t>a</a:t>
            </a:r>
            <a:r>
              <a:rPr sz="1700" spc="-5" dirty="0">
                <a:latin typeface="Times New Roman"/>
                <a:cs typeface="Times New Roman"/>
              </a:rPr>
              <a:t>b</a:t>
            </a:r>
            <a:r>
              <a:rPr sz="1700" dirty="0">
                <a:latin typeface="Times New Roman"/>
                <a:cs typeface="Times New Roman"/>
              </a:rPr>
              <a:t>l</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spc="-5" dirty="0">
                <a:latin typeface="Times New Roman"/>
                <a:cs typeface="Times New Roman"/>
              </a:rPr>
              <a:t>storing</a:t>
            </a:r>
            <a:r>
              <a:rPr sz="1700" spc="7" dirty="0">
                <a:latin typeface="Times New Roman"/>
                <a:cs typeface="Times New Roman"/>
              </a:rPr>
              <a:t> </a:t>
            </a:r>
            <a:r>
              <a:rPr sz="1700" dirty="0">
                <a:latin typeface="Times New Roman"/>
                <a:cs typeface="Times New Roman"/>
              </a:rPr>
              <a:t>512</a:t>
            </a:r>
            <a:r>
              <a:rPr sz="1700" spc="5" dirty="0">
                <a:latin typeface="Times New Roman"/>
                <a:cs typeface="Times New Roman"/>
              </a:rPr>
              <a:t> </a:t>
            </a:r>
            <a:r>
              <a:rPr sz="1700" dirty="0">
                <a:latin typeface="Times New Roman"/>
                <a:cs typeface="Times New Roman"/>
              </a:rPr>
              <a:t>of </a:t>
            </a:r>
            <a:r>
              <a:rPr sz="1700" spc="-2" dirty="0">
                <a:latin typeface="Times New Roman"/>
                <a:cs typeface="Times New Roman"/>
              </a:rPr>
              <a:t>these</a:t>
            </a:r>
            <a:r>
              <a:rPr sz="1700" spc="-38"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ds</a:t>
            </a:r>
            <a:r>
              <a:rPr sz="1700" spc="-29" dirty="0">
                <a:latin typeface="Times New Roman"/>
                <a:cs typeface="Times New Roman"/>
              </a:rPr>
              <a:t> </a:t>
            </a:r>
            <a:r>
              <a:rPr sz="1700" spc="-7" dirty="0">
                <a:latin typeface="Times New Roman"/>
                <a:cs typeface="Times New Roman"/>
              </a:rPr>
              <a:t>a</a:t>
            </a:r>
            <a:r>
              <a:rPr sz="1700" spc="-2" dirty="0">
                <a:latin typeface="Times New Roman"/>
                <a:cs typeface="Times New Roman"/>
              </a:rPr>
              <a:t>t</a:t>
            </a:r>
            <a:r>
              <a:rPr sz="1700" spc="-34" dirty="0">
                <a:latin typeface="Times New Roman"/>
                <a:cs typeface="Times New Roman"/>
              </a:rPr>
              <a:t> </a:t>
            </a:r>
            <a:r>
              <a:rPr sz="1700" spc="-7" dirty="0">
                <a:latin typeface="Times New Roman"/>
                <a:cs typeface="Times New Roman"/>
              </a:rPr>
              <a:t>a</a:t>
            </a:r>
            <a:r>
              <a:rPr sz="1700" dirty="0">
                <a:latin typeface="Times New Roman"/>
                <a:cs typeface="Times New Roman"/>
              </a:rPr>
              <a:t>ny</a:t>
            </a:r>
            <a:r>
              <a:rPr sz="1700" spc="-36" dirty="0">
                <a:latin typeface="Times New Roman"/>
                <a:cs typeface="Times New Roman"/>
              </a:rPr>
              <a:t> </a:t>
            </a:r>
            <a:r>
              <a:rPr sz="1700" spc="-5" dirty="0">
                <a:latin typeface="Times New Roman"/>
                <a:cs typeface="Times New Roman"/>
              </a:rPr>
              <a:t>given</a:t>
            </a:r>
            <a:r>
              <a:rPr sz="1700" spc="-31" dirty="0">
                <a:latin typeface="Times New Roman"/>
                <a:cs typeface="Times New Roman"/>
              </a:rPr>
              <a:t> </a:t>
            </a:r>
            <a:r>
              <a:rPr sz="1700" spc="-2" dirty="0">
                <a:latin typeface="Times New Roman"/>
                <a:cs typeface="Times New Roman"/>
              </a:rPr>
              <a:t>time.</a:t>
            </a:r>
            <a:r>
              <a:rPr sz="1700" spc="-36" dirty="0">
                <a:latin typeface="Times New Roman"/>
                <a:cs typeface="Times New Roman"/>
              </a:rPr>
              <a:t> </a:t>
            </a:r>
            <a:r>
              <a:rPr sz="1700" spc="-5" dirty="0">
                <a:latin typeface="Times New Roman"/>
                <a:cs typeface="Times New Roman"/>
              </a:rPr>
              <a:t>F</a:t>
            </a:r>
            <a:r>
              <a:rPr sz="1700" dirty="0">
                <a:latin typeface="Times New Roman"/>
                <a:cs typeface="Times New Roman"/>
              </a:rPr>
              <a:t>or</a:t>
            </a:r>
            <a:r>
              <a:rPr sz="1700" spc="-31" dirty="0">
                <a:latin typeface="Times New Roman"/>
                <a:cs typeface="Times New Roman"/>
              </a:rPr>
              <a:t> </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ry</a:t>
            </a:r>
            <a:r>
              <a:rPr sz="1700" spc="-31"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36" dirty="0">
                <a:latin typeface="Times New Roman"/>
                <a:cs typeface="Times New Roman"/>
              </a:rPr>
              <a:t> </a:t>
            </a:r>
            <a:r>
              <a:rPr sz="1700" spc="-2" dirty="0">
                <a:latin typeface="Times New Roman"/>
                <a:cs typeface="Times New Roman"/>
              </a:rPr>
              <a:t>sto</a:t>
            </a:r>
            <a:r>
              <a:rPr sz="1700" spc="5" dirty="0">
                <a:latin typeface="Times New Roman"/>
                <a:cs typeface="Times New Roman"/>
              </a:rPr>
              <a:t>r</a:t>
            </a:r>
            <a:r>
              <a:rPr sz="1700" spc="-2" dirty="0">
                <a:latin typeface="Times New Roman"/>
                <a:cs typeface="Times New Roman"/>
              </a:rPr>
              <a:t>e</a:t>
            </a:r>
            <a:r>
              <a:rPr sz="1700" dirty="0">
                <a:latin typeface="Times New Roman"/>
                <a:cs typeface="Times New Roman"/>
              </a:rPr>
              <a:t>d,</a:t>
            </a:r>
            <a:r>
              <a:rPr sz="1700" spc="-36" dirty="0">
                <a:latin typeface="Times New Roman"/>
                <a:cs typeface="Times New Roman"/>
              </a:rPr>
              <a:t> </a:t>
            </a:r>
            <a:r>
              <a:rPr sz="1700" spc="-2" dirty="0">
                <a:latin typeface="Times New Roman"/>
                <a:cs typeface="Times New Roman"/>
              </a:rPr>
              <a:t>the</a:t>
            </a:r>
            <a:r>
              <a:rPr sz="1700" spc="-7" dirty="0">
                <a:latin typeface="Times New Roman"/>
                <a:cs typeface="Times New Roman"/>
              </a:rPr>
              <a:t>r</a:t>
            </a:r>
            <a:r>
              <a:rPr sz="1700" spc="-5" dirty="0">
                <a:latin typeface="Times New Roman"/>
                <a:cs typeface="Times New Roman"/>
              </a:rPr>
              <a:t>e</a:t>
            </a:r>
            <a:r>
              <a:rPr sz="1700" spc="-38" dirty="0">
                <a:latin typeface="Times New Roman"/>
                <a:cs typeface="Times New Roman"/>
              </a:rPr>
              <a:t> </a:t>
            </a:r>
            <a:r>
              <a:rPr sz="1700" spc="-2" dirty="0">
                <a:latin typeface="Times New Roman"/>
                <a:cs typeface="Times New Roman"/>
              </a:rPr>
              <a:t>is</a:t>
            </a:r>
            <a:r>
              <a:rPr sz="1700" spc="-34" dirty="0">
                <a:latin typeface="Times New Roman"/>
                <a:cs typeface="Times New Roman"/>
              </a:rPr>
              <a:t> </a:t>
            </a:r>
            <a:r>
              <a:rPr sz="1700" spc="-5" dirty="0">
                <a:latin typeface="Times New Roman"/>
                <a:cs typeface="Times New Roman"/>
              </a:rPr>
              <a:t>a</a:t>
            </a:r>
            <a:r>
              <a:rPr sz="1700" spc="-34" dirty="0">
                <a:latin typeface="Times New Roman"/>
                <a:cs typeface="Times New Roman"/>
              </a:rPr>
              <a:t> </a:t>
            </a:r>
            <a:r>
              <a:rPr sz="1700" spc="-2" dirty="0">
                <a:latin typeface="Times New Roman"/>
                <a:cs typeface="Times New Roman"/>
              </a:rPr>
              <a:t>dupli</a:t>
            </a:r>
            <a:r>
              <a:rPr sz="1700" spc="-7" dirty="0">
                <a:latin typeface="Times New Roman"/>
                <a:cs typeface="Times New Roman"/>
              </a:rPr>
              <a:t>ca</a:t>
            </a:r>
            <a:r>
              <a:rPr sz="1700" spc="-2" dirty="0">
                <a:latin typeface="Times New Roman"/>
                <a:cs typeface="Times New Roman"/>
              </a:rPr>
              <a:t>te</a:t>
            </a:r>
            <a:r>
              <a:rPr sz="1700" spc="-31" dirty="0">
                <a:latin typeface="Times New Roman"/>
                <a:cs typeface="Times New Roman"/>
              </a:rPr>
              <a:t> </a:t>
            </a:r>
            <a:r>
              <a:rPr sz="1700" spc="-7" dirty="0">
                <a:latin typeface="Times New Roman"/>
                <a:cs typeface="Times New Roman"/>
              </a:rPr>
              <a:t>c</a:t>
            </a:r>
            <a:r>
              <a:rPr sz="1700" dirty="0">
                <a:latin typeface="Times New Roman"/>
                <a:cs typeface="Times New Roman"/>
              </a:rPr>
              <a:t>o</a:t>
            </a:r>
            <a:r>
              <a:rPr sz="1700" spc="5" dirty="0">
                <a:latin typeface="Times New Roman"/>
                <a:cs typeface="Times New Roman"/>
              </a:rPr>
              <a:t>p</a:t>
            </a:r>
            <a:r>
              <a:rPr sz="1700" dirty="0">
                <a:latin typeface="Times New Roman"/>
                <a:cs typeface="Times New Roman"/>
              </a:rPr>
              <a:t>y</a:t>
            </a:r>
            <a:r>
              <a:rPr sz="1700" spc="-36" dirty="0">
                <a:latin typeface="Times New Roman"/>
                <a:cs typeface="Times New Roman"/>
              </a:rPr>
              <a:t> </a:t>
            </a:r>
            <a:r>
              <a:rPr sz="1700" spc="-2" dirty="0">
                <a:latin typeface="Times New Roman"/>
                <a:cs typeface="Times New Roman"/>
              </a:rPr>
              <a:t>in</a:t>
            </a:r>
            <a:r>
              <a:rPr sz="1700" spc="-34" dirty="0">
                <a:latin typeface="Times New Roman"/>
                <a:cs typeface="Times New Roman"/>
              </a:rPr>
              <a:t> </a:t>
            </a:r>
            <a:r>
              <a:rPr sz="1700" spc="-5" dirty="0">
                <a:latin typeface="Times New Roman"/>
                <a:cs typeface="Times New Roman"/>
              </a:rPr>
              <a:t>main</a:t>
            </a:r>
            <a:r>
              <a:rPr sz="1700" spc="-36"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5" dirty="0">
                <a:latin typeface="Times New Roman"/>
                <a:cs typeface="Times New Roman"/>
              </a:rPr>
              <a:t>The</a:t>
            </a:r>
            <a:r>
              <a:rPr sz="1700" spc="19" dirty="0">
                <a:latin typeface="Times New Roman"/>
                <a:cs typeface="Times New Roman"/>
              </a:rPr>
              <a:t> </a:t>
            </a:r>
            <a:r>
              <a:rPr sz="1700" spc="-5" dirty="0">
                <a:latin typeface="Times New Roman"/>
                <a:cs typeface="Times New Roman"/>
              </a:rPr>
              <a:t>C</a:t>
            </a:r>
            <a:r>
              <a:rPr sz="1700" dirty="0">
                <a:latin typeface="Times New Roman"/>
                <a:cs typeface="Times New Roman"/>
              </a:rPr>
              <a:t>PU</a:t>
            </a:r>
            <a:r>
              <a:rPr sz="1700" spc="22" dirty="0">
                <a:latin typeface="Times New Roman"/>
                <a:cs typeface="Times New Roman"/>
              </a:rPr>
              <a:t> </a:t>
            </a:r>
            <a:r>
              <a:rPr sz="1700" spc="-7" dirty="0">
                <a:latin typeface="Times New Roman"/>
                <a:cs typeface="Times New Roman"/>
              </a:rPr>
              <a:t>c</a:t>
            </a:r>
            <a:r>
              <a:rPr sz="1700" spc="-5" dirty="0">
                <a:latin typeface="Times New Roman"/>
                <a:cs typeface="Times New Roman"/>
              </a:rPr>
              <a:t>ommunic</a:t>
            </a:r>
            <a:r>
              <a:rPr sz="1700" spc="-10" dirty="0">
                <a:latin typeface="Times New Roman"/>
                <a:cs typeface="Times New Roman"/>
              </a:rPr>
              <a:t>a</a:t>
            </a:r>
            <a:r>
              <a:rPr sz="1700" spc="-2" dirty="0">
                <a:latin typeface="Times New Roman"/>
                <a:cs typeface="Times New Roman"/>
              </a:rPr>
              <a:t>tes</a:t>
            </a:r>
            <a:r>
              <a:rPr sz="1700" spc="22"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spc="24" dirty="0">
                <a:latin typeface="Times New Roman"/>
                <a:cs typeface="Times New Roman"/>
              </a:rPr>
              <a:t> </a:t>
            </a:r>
            <a:r>
              <a:rPr sz="1700" spc="-5" dirty="0">
                <a:latin typeface="Times New Roman"/>
                <a:cs typeface="Times New Roman"/>
              </a:rPr>
              <a:t>both</a:t>
            </a:r>
            <a:r>
              <a:rPr sz="1700" spc="22" dirty="0">
                <a:latin typeface="Times New Roman"/>
                <a:cs typeface="Times New Roman"/>
              </a:rPr>
              <a:t> </a:t>
            </a:r>
            <a:r>
              <a:rPr sz="1700" spc="-5" dirty="0">
                <a:latin typeface="Times New Roman"/>
                <a:cs typeface="Times New Roman"/>
              </a:rPr>
              <a:t>memor</a:t>
            </a:r>
            <a:r>
              <a:rPr sz="1700" spc="-2" dirty="0">
                <a:latin typeface="Times New Roman"/>
                <a:cs typeface="Times New Roman"/>
              </a:rPr>
              <a:t>ies.</a:t>
            </a:r>
            <a:r>
              <a:rPr sz="1700" spc="19" dirty="0">
                <a:latin typeface="Times New Roman"/>
                <a:cs typeface="Times New Roman"/>
              </a:rPr>
              <a:t> </a:t>
            </a:r>
            <a:r>
              <a:rPr sz="1700" spc="-10" dirty="0">
                <a:latin typeface="Times New Roman"/>
                <a:cs typeface="Times New Roman"/>
              </a:rPr>
              <a:t>I</a:t>
            </a:r>
            <a:r>
              <a:rPr sz="1700" spc="-2" dirty="0">
                <a:latin typeface="Times New Roman"/>
                <a:cs typeface="Times New Roman"/>
              </a:rPr>
              <a:t>t</a:t>
            </a:r>
            <a:r>
              <a:rPr sz="1700" spc="22" dirty="0">
                <a:latin typeface="Times New Roman"/>
                <a:cs typeface="Times New Roman"/>
              </a:rPr>
              <a:t> </a:t>
            </a:r>
            <a:r>
              <a:rPr sz="1700" spc="-2" dirty="0">
                <a:latin typeface="Times New Roman"/>
                <a:cs typeface="Times New Roman"/>
              </a:rPr>
              <a:t>f</a:t>
            </a:r>
            <a:r>
              <a:rPr sz="1700" dirty="0">
                <a:latin typeface="Times New Roman"/>
                <a:cs typeface="Times New Roman"/>
              </a:rPr>
              <a:t>irst</a:t>
            </a:r>
            <a:r>
              <a:rPr sz="1700" spc="22" dirty="0">
                <a:latin typeface="Times New Roman"/>
                <a:cs typeface="Times New Roman"/>
              </a:rPr>
              <a:t> </a:t>
            </a:r>
            <a:r>
              <a:rPr sz="1700" spc="-2" dirty="0">
                <a:latin typeface="Times New Roman"/>
                <a:cs typeface="Times New Roman"/>
              </a:rPr>
              <a:t>se</a:t>
            </a:r>
            <a:r>
              <a:rPr sz="1700" dirty="0">
                <a:latin typeface="Times New Roman"/>
                <a:cs typeface="Times New Roman"/>
              </a:rPr>
              <a:t>nds</a:t>
            </a:r>
            <a:r>
              <a:rPr sz="1700" spc="22" dirty="0">
                <a:latin typeface="Times New Roman"/>
                <a:cs typeface="Times New Roman"/>
              </a:rPr>
              <a:t> </a:t>
            </a:r>
            <a:r>
              <a:rPr sz="1700" spc="-5" dirty="0">
                <a:latin typeface="Times New Roman"/>
                <a:cs typeface="Times New Roman"/>
              </a:rPr>
              <a:t>a</a:t>
            </a:r>
            <a:r>
              <a:rPr sz="1700" spc="19" dirty="0">
                <a:latin typeface="Times New Roman"/>
                <a:cs typeface="Times New Roman"/>
              </a:rPr>
              <a:t> </a:t>
            </a:r>
            <a:r>
              <a:rPr sz="1700" dirty="0">
                <a:latin typeface="Times New Roman"/>
                <a:cs typeface="Times New Roman"/>
              </a:rPr>
              <a:t>1</a:t>
            </a:r>
            <a:r>
              <a:rPr sz="1700" spc="10" dirty="0">
                <a:latin typeface="Times New Roman"/>
                <a:cs typeface="Times New Roman"/>
              </a:rPr>
              <a:t>5</a:t>
            </a:r>
            <a:r>
              <a:rPr sz="1700" spc="-2" dirty="0">
                <a:latin typeface="Times New Roman"/>
                <a:cs typeface="Times New Roman"/>
              </a:rPr>
              <a:t>-bit</a:t>
            </a:r>
            <a:r>
              <a:rPr sz="1700" spc="24"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26" dirty="0">
                <a:latin typeface="Times New Roman"/>
                <a:cs typeface="Times New Roman"/>
              </a:rPr>
              <a:t> </a:t>
            </a:r>
            <a:r>
              <a:rPr sz="1700" spc="-2" dirty="0">
                <a:latin typeface="Times New Roman"/>
                <a:cs typeface="Times New Roman"/>
              </a:rPr>
              <a:t>to</a:t>
            </a:r>
            <a:r>
              <a:rPr sz="1700" spc="22"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r>
              <a:rPr sz="1700" spc="26" dirty="0">
                <a:latin typeface="Times New Roman"/>
                <a:cs typeface="Times New Roman"/>
              </a:rPr>
              <a:t> </a:t>
            </a:r>
            <a:r>
              <a:rPr sz="1700" dirty="0">
                <a:latin typeface="Times New Roman"/>
                <a:cs typeface="Times New Roman"/>
              </a:rPr>
              <a:t>If</a:t>
            </a:r>
            <a:r>
              <a:rPr sz="1700" spc="17" dirty="0">
                <a:latin typeface="Times New Roman"/>
                <a:cs typeface="Times New Roman"/>
              </a:rPr>
              <a:t> </a:t>
            </a:r>
            <a:r>
              <a:rPr sz="1700" spc="-2" dirty="0">
                <a:latin typeface="Times New Roman"/>
                <a:cs typeface="Times New Roman"/>
              </a:rPr>
              <a:t>there is </a:t>
            </a:r>
            <a:r>
              <a:rPr sz="1700" spc="-5" dirty="0">
                <a:latin typeface="Times New Roman"/>
                <a:cs typeface="Times New Roman"/>
              </a:rPr>
              <a:t>a</a:t>
            </a:r>
            <a:r>
              <a:rPr sz="1700" dirty="0">
                <a:latin typeface="Times New Roman"/>
                <a:cs typeface="Times New Roman"/>
              </a:rPr>
              <a:t> </a:t>
            </a:r>
            <a:r>
              <a:rPr sz="1700" spc="-2" dirty="0">
                <a:latin typeface="Times New Roman"/>
                <a:cs typeface="Times New Roman"/>
              </a:rPr>
              <a:t>hit</a:t>
            </a:r>
            <a:r>
              <a:rPr sz="1700" dirty="0">
                <a:latin typeface="Times New Roman"/>
                <a:cs typeface="Times New Roman"/>
              </a:rPr>
              <a:t>,</a:t>
            </a:r>
            <a:r>
              <a:rPr sz="1700" spc="-7" dirty="0">
                <a:latin typeface="Times New Roman"/>
                <a:cs typeface="Times New Roman"/>
              </a:rPr>
              <a:t> </a:t>
            </a:r>
            <a:r>
              <a:rPr sz="1700" spc="-2" dirty="0">
                <a:latin typeface="Times New Roman"/>
                <a:cs typeface="Times New Roman"/>
              </a:rPr>
              <a:t>the </a:t>
            </a:r>
            <a:r>
              <a:rPr sz="1700" spc="-5" dirty="0">
                <a:latin typeface="Times New Roman"/>
                <a:cs typeface="Times New Roman"/>
              </a:rPr>
              <a:t>C</a:t>
            </a:r>
            <a:r>
              <a:rPr sz="1700" dirty="0">
                <a:latin typeface="Times New Roman"/>
                <a:cs typeface="Times New Roman"/>
              </a:rPr>
              <a:t>PU</a:t>
            </a:r>
            <a:r>
              <a:rPr sz="1700" spc="-2" dirty="0">
                <a:latin typeface="Times New Roman"/>
                <a:cs typeface="Times New Roman"/>
              </a:rPr>
              <a:t> </a:t>
            </a:r>
            <a:r>
              <a:rPr sz="1700" spc="-10" dirty="0">
                <a:latin typeface="Times New Roman"/>
                <a:cs typeface="Times New Roman"/>
              </a:rPr>
              <a:t>a</a:t>
            </a:r>
            <a:r>
              <a:rPr sz="1700" spc="-7" dirty="0">
                <a:latin typeface="Times New Roman"/>
                <a:cs typeface="Times New Roman"/>
              </a:rPr>
              <a:t>cce</a:t>
            </a:r>
            <a:r>
              <a:rPr sz="1700" spc="-2" dirty="0">
                <a:latin typeface="Times New Roman"/>
                <a:cs typeface="Times New Roman"/>
              </a:rPr>
              <a:t>pts</a:t>
            </a:r>
            <a:r>
              <a:rPr sz="1700" spc="-5" dirty="0">
                <a:latin typeface="Times New Roman"/>
                <a:cs typeface="Times New Roman"/>
              </a:rPr>
              <a:t> </a:t>
            </a:r>
            <a:r>
              <a:rPr sz="1700" spc="-2" dirty="0">
                <a:latin typeface="Times New Roman"/>
                <a:cs typeface="Times New Roman"/>
              </a:rPr>
              <a:t>the </a:t>
            </a:r>
            <a:r>
              <a:rPr sz="1700" dirty="0">
                <a:latin typeface="Times New Roman"/>
                <a:cs typeface="Times New Roman"/>
              </a:rPr>
              <a:t>12</a:t>
            </a:r>
            <a:r>
              <a:rPr sz="1700" spc="-2" dirty="0">
                <a:latin typeface="Times New Roman"/>
                <a:cs typeface="Times New Roman"/>
              </a:rPr>
              <a:t>-bit</a:t>
            </a:r>
            <a:r>
              <a:rPr sz="1700"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5" dirty="0">
                <a:latin typeface="Times New Roman"/>
                <a:cs typeface="Times New Roman"/>
              </a:rPr>
              <a:t>from</a:t>
            </a:r>
            <a:r>
              <a:rPr sz="1700" dirty="0">
                <a:latin typeface="Times New Roman"/>
                <a:cs typeface="Times New Roman"/>
              </a:rPr>
              <a:t> </a:t>
            </a:r>
            <a:r>
              <a:rPr sz="1700" spc="-10"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 If</a:t>
            </a:r>
            <a:r>
              <a:rPr sz="1700" spc="-5" dirty="0">
                <a:latin typeface="Times New Roman"/>
                <a:cs typeface="Times New Roman"/>
              </a:rPr>
              <a:t> </a:t>
            </a:r>
            <a:r>
              <a:rPr sz="1700" spc="-2" dirty="0">
                <a:latin typeface="Times New Roman"/>
                <a:cs typeface="Times New Roman"/>
              </a:rPr>
              <a:t>the</a:t>
            </a:r>
            <a:r>
              <a:rPr sz="1700" spc="-7" dirty="0">
                <a:latin typeface="Times New Roman"/>
                <a:cs typeface="Times New Roman"/>
              </a:rPr>
              <a:t>r</a:t>
            </a:r>
            <a:r>
              <a:rPr sz="1700" spc="-5" dirty="0">
                <a:latin typeface="Times New Roman"/>
                <a:cs typeface="Times New Roman"/>
              </a:rPr>
              <a:t>e</a:t>
            </a:r>
            <a:r>
              <a:rPr sz="1700" spc="-2" dirty="0">
                <a:latin typeface="Times New Roman"/>
                <a:cs typeface="Times New Roman"/>
              </a:rPr>
              <a:t> is </a:t>
            </a:r>
            <a:r>
              <a:rPr sz="1700" spc="-5" dirty="0">
                <a:latin typeface="Times New Roman"/>
                <a:cs typeface="Times New Roman"/>
              </a:rPr>
              <a:t>a</a:t>
            </a:r>
            <a:r>
              <a:rPr sz="1700" dirty="0">
                <a:latin typeface="Times New Roman"/>
                <a:cs typeface="Times New Roman"/>
              </a:rPr>
              <a:t> </a:t>
            </a:r>
            <a:r>
              <a:rPr sz="1700" spc="-5" dirty="0">
                <a:latin typeface="Times New Roman"/>
                <a:cs typeface="Times New Roman"/>
              </a:rPr>
              <a:t>mi</a:t>
            </a:r>
            <a:r>
              <a:rPr sz="1700" spc="-2" dirty="0">
                <a:latin typeface="Times New Roman"/>
                <a:cs typeface="Times New Roman"/>
              </a:rPr>
              <a:t>ss</a:t>
            </a:r>
            <a:r>
              <a:rPr sz="1700" dirty="0">
                <a:latin typeface="Times New Roman"/>
                <a:cs typeface="Times New Roman"/>
              </a:rPr>
              <a:t>, </a:t>
            </a:r>
            <a:r>
              <a:rPr sz="1700" spc="-2" dirty="0">
                <a:latin typeface="Times New Roman"/>
                <a:cs typeface="Times New Roman"/>
              </a:rPr>
              <a:t>the </a:t>
            </a:r>
            <a:r>
              <a:rPr sz="1700" spc="-10" dirty="0">
                <a:latin typeface="Times New Roman"/>
                <a:cs typeface="Times New Roman"/>
              </a:rPr>
              <a:t>C</a:t>
            </a:r>
            <a:r>
              <a:rPr sz="1700" dirty="0">
                <a:latin typeface="Times New Roman"/>
                <a:cs typeface="Times New Roman"/>
              </a:rPr>
              <a:t>PU</a:t>
            </a:r>
            <a:r>
              <a:rPr sz="1700" spc="-2" dirty="0">
                <a:latin typeface="Times New Roman"/>
                <a:cs typeface="Times New Roman"/>
              </a:rPr>
              <a:t> </a:t>
            </a:r>
            <a:r>
              <a:rPr sz="1700" spc="-5" dirty="0">
                <a:latin typeface="Times New Roman"/>
                <a:cs typeface="Times New Roman"/>
              </a:rPr>
              <a:t>r</a:t>
            </a:r>
            <a:r>
              <a:rPr sz="1700" spc="-7" dirty="0">
                <a:latin typeface="Times New Roman"/>
                <a:cs typeface="Times New Roman"/>
              </a:rPr>
              <a:t>ea</a:t>
            </a:r>
            <a:r>
              <a:rPr sz="1700" dirty="0">
                <a:latin typeface="Times New Roman"/>
                <a:cs typeface="Times New Roman"/>
              </a:rPr>
              <a:t>ds</a:t>
            </a:r>
            <a:r>
              <a:rPr sz="1700" spc="-2" dirty="0">
                <a:latin typeface="Times New Roman"/>
                <a:cs typeface="Times New Roman"/>
              </a:rPr>
              <a:t> the wo</a:t>
            </a:r>
            <a:r>
              <a:rPr sz="1700" spc="-5" dirty="0">
                <a:latin typeface="Times New Roman"/>
                <a:cs typeface="Times New Roman"/>
              </a:rPr>
              <a:t>r</a:t>
            </a:r>
            <a:r>
              <a:rPr sz="1700" dirty="0">
                <a:latin typeface="Times New Roman"/>
                <a:cs typeface="Times New Roman"/>
              </a:rPr>
              <a:t>d f</a:t>
            </a:r>
            <a:r>
              <a:rPr sz="1700" spc="-5" dirty="0">
                <a:latin typeface="Times New Roman"/>
                <a:cs typeface="Times New Roman"/>
              </a:rPr>
              <a:t>rom</a:t>
            </a:r>
            <a:r>
              <a:rPr sz="1700" dirty="0">
                <a:latin typeface="Times New Roman"/>
                <a:cs typeface="Times New Roman"/>
              </a:rPr>
              <a:t> </a:t>
            </a:r>
            <a:r>
              <a:rPr sz="1700" spc="-5" dirty="0">
                <a:latin typeface="Times New Roman"/>
                <a:cs typeface="Times New Roman"/>
              </a:rPr>
              <a:t>m</a:t>
            </a:r>
            <a:r>
              <a:rPr sz="1700" spc="-7" dirty="0">
                <a:latin typeface="Times New Roman"/>
                <a:cs typeface="Times New Roman"/>
              </a:rPr>
              <a:t>a</a:t>
            </a:r>
            <a:r>
              <a:rPr sz="1700" spc="-2" dirty="0">
                <a:latin typeface="Times New Roman"/>
                <a:cs typeface="Times New Roman"/>
              </a:rPr>
              <a:t>in </a:t>
            </a:r>
            <a:r>
              <a:rPr sz="1700" spc="-5"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dirty="0">
                <a:latin typeface="Times New Roman"/>
                <a:cs typeface="Times New Roman"/>
              </a:rPr>
              <a:t> </a:t>
            </a:r>
            <a:r>
              <a:rPr sz="1700" spc="-7" dirty="0">
                <a:latin typeface="Times New Roman"/>
                <a:cs typeface="Times New Roman"/>
              </a:rPr>
              <a:t>a</a:t>
            </a:r>
            <a:r>
              <a:rPr sz="1700" dirty="0">
                <a:latin typeface="Times New Roman"/>
                <a:cs typeface="Times New Roman"/>
              </a:rPr>
              <a:t>nd t</a:t>
            </a:r>
            <a:r>
              <a:rPr sz="1700" spc="-5" dirty="0">
                <a:latin typeface="Times New Roman"/>
                <a:cs typeface="Times New Roman"/>
              </a:rPr>
              <a:t>he</a:t>
            </a:r>
            <a:r>
              <a:rPr sz="1700" spc="-2" dirty="0">
                <a:latin typeface="Times New Roman"/>
                <a:cs typeface="Times New Roman"/>
              </a:rPr>
              <a:t> wo</a:t>
            </a:r>
            <a:r>
              <a:rPr sz="1700" spc="-5" dirty="0">
                <a:latin typeface="Times New Roman"/>
                <a:cs typeface="Times New Roman"/>
              </a:rPr>
              <a:t>r</a:t>
            </a:r>
            <a:r>
              <a:rPr sz="1700" dirty="0">
                <a:latin typeface="Times New Roman"/>
                <a:cs typeface="Times New Roman"/>
              </a:rPr>
              <a:t>d </a:t>
            </a:r>
            <a:r>
              <a:rPr sz="1700" spc="-2" dirty="0">
                <a:latin typeface="Times New Roman"/>
                <a:cs typeface="Times New Roman"/>
              </a:rPr>
              <a:t>is </a:t>
            </a:r>
            <a:r>
              <a:rPr sz="1700" dirty="0">
                <a:latin typeface="Times New Roman"/>
                <a:cs typeface="Times New Roman"/>
              </a:rPr>
              <a:t>t</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a:t>
            </a:r>
            <a:r>
              <a:rPr sz="1700" spc="5" dirty="0">
                <a:latin typeface="Times New Roman"/>
                <a:cs typeface="Times New Roman"/>
              </a:rPr>
              <a:t>s</a:t>
            </a:r>
            <a:r>
              <a:rPr sz="1700" spc="-2" dirty="0">
                <a:latin typeface="Times New Roman"/>
                <a:cs typeface="Times New Roman"/>
              </a:rPr>
              <a:t>f</a:t>
            </a:r>
            <a:r>
              <a:rPr sz="1700" spc="-10" dirty="0">
                <a:latin typeface="Times New Roman"/>
                <a:cs typeface="Times New Roman"/>
              </a:rPr>
              <a:t>e</a:t>
            </a:r>
            <a:r>
              <a:rPr sz="1700" spc="2" dirty="0">
                <a:latin typeface="Times New Roman"/>
                <a:cs typeface="Times New Roman"/>
              </a:rPr>
              <a:t>r</a:t>
            </a:r>
            <a:r>
              <a:rPr sz="1700" spc="-2" dirty="0">
                <a:latin typeface="Times New Roman"/>
                <a:cs typeface="Times New Roman"/>
              </a:rPr>
              <a:t>re</a:t>
            </a:r>
            <a:r>
              <a:rPr sz="1700" dirty="0">
                <a:latin typeface="Times New Roman"/>
                <a:cs typeface="Times New Roman"/>
              </a:rPr>
              <a:t>d </a:t>
            </a:r>
            <a:r>
              <a:rPr sz="1700" spc="-2" dirty="0">
                <a:latin typeface="Times New Roman"/>
                <a:cs typeface="Times New Roman"/>
              </a:rPr>
              <a:t>to </a:t>
            </a:r>
            <a:r>
              <a:rPr sz="1700" spc="-5" dirty="0">
                <a:latin typeface="Times New Roman"/>
                <a:cs typeface="Times New Roman"/>
              </a:rPr>
              <a:t>c</a:t>
            </a:r>
            <a:r>
              <a:rPr sz="1700" spc="-10" dirty="0">
                <a:latin typeface="Times New Roman"/>
                <a:cs typeface="Times New Roman"/>
              </a:rPr>
              <a:t>a</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p>
        </p:txBody>
      </p:sp>
    </p:spTree>
    <p:extLst>
      <p:ext uri="{BB962C8B-B14F-4D97-AF65-F5344CB8AC3E}">
        <p14:creationId xmlns:p14="http://schemas.microsoft.com/office/powerpoint/2010/main" val="1661565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FD077-BDAD-34BA-0237-5B42BA9EEE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D2E8244-677C-690F-088E-5F20919A968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52B7FBE0-0E01-AA7D-17E0-4598F5FCB3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57E1FF8F-97BC-1895-E0AC-041D50D666A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3177DB76-B1AB-BBEB-4762-B447A5B0EF6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2">
            <a:extLst>
              <a:ext uri="{FF2B5EF4-FFF2-40B4-BE49-F238E27FC236}">
                <a16:creationId xmlns:a16="http://schemas.microsoft.com/office/drawing/2014/main" id="{A8B62B4C-1871-90C8-6F30-52A3B420FFD7}"/>
              </a:ext>
            </a:extLst>
          </p:cNvPr>
          <p:cNvSpPr txBox="1"/>
          <p:nvPr/>
        </p:nvSpPr>
        <p:spPr>
          <a:xfrm>
            <a:off x="990599" y="1047750"/>
            <a:ext cx="7162801" cy="2890535"/>
          </a:xfrm>
          <a:prstGeom prst="rect">
            <a:avLst/>
          </a:prstGeom>
        </p:spPr>
        <p:txBody>
          <a:bodyPr vert="horz" wrap="square" lIns="0" tIns="0" rIns="0" bIns="0" rtlCol="0">
            <a:spAutoFit/>
          </a:bodyPr>
          <a:lstStyle/>
          <a:p>
            <a:pPr marL="225716" marR="4276" indent="-109651">
              <a:spcBef>
                <a:spcPts val="442"/>
              </a:spcBef>
              <a:buFont typeface="Symbol"/>
              <a:buChar char=""/>
              <a:tabLst>
                <a:tab pos="226022" algn="l"/>
              </a:tabLst>
            </a:pP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 </a:t>
            </a:r>
            <a:r>
              <a:rPr sz="1700" spc="-60"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63"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a</a:t>
            </a:r>
            <a:r>
              <a:rPr sz="1700" dirty="0">
                <a:latin typeface="Times New Roman"/>
                <a:cs typeface="Times New Roman"/>
              </a:rPr>
              <a:t>d </a:t>
            </a:r>
            <a:r>
              <a:rPr sz="1700" spc="-60"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5" dirty="0">
                <a:latin typeface="Times New Roman"/>
                <a:cs typeface="Times New Roman"/>
              </a:rPr>
              <a:t>ques</a:t>
            </a:r>
            <a:r>
              <a:rPr sz="1700" spc="-2" dirty="0">
                <a:latin typeface="Times New Roman"/>
                <a:cs typeface="Times New Roman"/>
              </a:rPr>
              <a:t>t</a:t>
            </a:r>
            <a:r>
              <a:rPr sz="1700" dirty="0">
                <a:latin typeface="Times New Roman"/>
                <a:cs typeface="Times New Roman"/>
              </a:rPr>
              <a:t> </a:t>
            </a:r>
            <a:r>
              <a:rPr sz="1700" spc="-58"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63"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ce</a:t>
            </a:r>
            <a:r>
              <a:rPr sz="1700" spc="-2" dirty="0">
                <a:latin typeface="Times New Roman"/>
                <a:cs typeface="Times New Roman"/>
              </a:rPr>
              <a:t>i</a:t>
            </a:r>
            <a:r>
              <a:rPr sz="1700" dirty="0">
                <a:latin typeface="Times New Roman"/>
                <a:cs typeface="Times New Roman"/>
              </a:rPr>
              <a:t>v</a:t>
            </a:r>
            <a:r>
              <a:rPr sz="1700" spc="-7" dirty="0">
                <a:latin typeface="Times New Roman"/>
                <a:cs typeface="Times New Roman"/>
              </a:rPr>
              <a:t>e</a:t>
            </a:r>
            <a:r>
              <a:rPr sz="1700" dirty="0">
                <a:latin typeface="Times New Roman"/>
                <a:cs typeface="Times New Roman"/>
              </a:rPr>
              <a:t>d </a:t>
            </a:r>
            <a:r>
              <a:rPr sz="1700" spc="-60"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dirty="0">
                <a:latin typeface="Times New Roman"/>
                <a:cs typeface="Times New Roman"/>
              </a:rPr>
              <a:t> </a:t>
            </a:r>
            <a:r>
              <a:rPr sz="1700" spc="-58" dirty="0">
                <a:latin typeface="Times New Roman"/>
                <a:cs typeface="Times New Roman"/>
              </a:rPr>
              <a:t> </a:t>
            </a:r>
            <a:r>
              <a:rPr sz="1700" spc="-5" dirty="0">
                <a:latin typeface="Times New Roman"/>
                <a:cs typeface="Times New Roman"/>
              </a:rPr>
              <a:t>C</a:t>
            </a:r>
            <a:r>
              <a:rPr sz="1700" dirty="0">
                <a:latin typeface="Times New Roman"/>
                <a:cs typeface="Times New Roman"/>
              </a:rPr>
              <a:t>P</a:t>
            </a:r>
            <a:r>
              <a:rPr sz="1700" spc="-2" dirty="0">
                <a:latin typeface="Times New Roman"/>
                <a:cs typeface="Times New Roman"/>
              </a:rPr>
              <a:t>U</a:t>
            </a:r>
            <a:r>
              <a:rPr sz="1700" dirty="0">
                <a:latin typeface="Times New Roman"/>
                <a:cs typeface="Times New Roman"/>
              </a:rPr>
              <a:t>, </a:t>
            </a:r>
            <a:r>
              <a:rPr sz="1700" spc="-60" dirty="0">
                <a:latin typeface="Times New Roman"/>
                <a:cs typeface="Times New Roman"/>
              </a:rPr>
              <a:t> </a:t>
            </a:r>
            <a:r>
              <a:rPr sz="1700" spc="-7" dirty="0">
                <a:latin typeface="Times New Roman"/>
                <a:cs typeface="Times New Roman"/>
              </a:rPr>
              <a:t>c</a:t>
            </a:r>
            <a:r>
              <a:rPr sz="1700" spc="-2" dirty="0">
                <a:latin typeface="Times New Roman"/>
                <a:cs typeface="Times New Roman"/>
              </a:rPr>
              <a:t>ontents</a:t>
            </a:r>
            <a:r>
              <a:rPr sz="1700" dirty="0">
                <a:latin typeface="Times New Roman"/>
                <a:cs typeface="Times New Roman"/>
              </a:rPr>
              <a:t> </a:t>
            </a:r>
            <a:r>
              <a:rPr sz="1700" spc="-58" dirty="0">
                <a:latin typeface="Times New Roman"/>
                <a:cs typeface="Times New Roman"/>
              </a:rPr>
              <a:t> </a:t>
            </a:r>
            <a:r>
              <a:rPr sz="1700" dirty="0">
                <a:latin typeface="Times New Roman"/>
                <a:cs typeface="Times New Roman"/>
              </a:rPr>
              <a:t>of </a:t>
            </a:r>
            <a:r>
              <a:rPr sz="1700" spc="-60"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63" dirty="0">
                <a:latin typeface="Times New Roman"/>
                <a:cs typeface="Times New Roman"/>
              </a:rPr>
              <a:t> </a:t>
            </a:r>
            <a:r>
              <a:rPr sz="1700" spc="-5" dirty="0">
                <a:latin typeface="Times New Roman"/>
                <a:cs typeface="Times New Roman"/>
              </a:rPr>
              <a:t>block</a:t>
            </a:r>
            <a:r>
              <a:rPr sz="1700" dirty="0">
                <a:latin typeface="Times New Roman"/>
                <a:cs typeface="Times New Roman"/>
              </a:rPr>
              <a:t> </a:t>
            </a:r>
            <a:r>
              <a:rPr sz="1700" spc="-60" dirty="0">
                <a:latin typeface="Times New Roman"/>
                <a:cs typeface="Times New Roman"/>
              </a:rPr>
              <a:t> </a:t>
            </a:r>
            <a:r>
              <a:rPr sz="1700" dirty="0">
                <a:latin typeface="Times New Roman"/>
                <a:cs typeface="Times New Roman"/>
              </a:rPr>
              <a:t>of </a:t>
            </a:r>
            <a:r>
              <a:rPr sz="1700" spc="-60" dirty="0">
                <a:latin typeface="Times New Roman"/>
                <a:cs typeface="Times New Roman"/>
              </a:rPr>
              <a:t> </a:t>
            </a:r>
            <a:r>
              <a:rPr sz="1700" spc="-5" dirty="0">
                <a:latin typeface="Times New Roman"/>
                <a:cs typeface="Times New Roman"/>
              </a:rPr>
              <a:t>me</a:t>
            </a:r>
            <a:r>
              <a:rPr sz="1700" spc="-12" dirty="0">
                <a:latin typeface="Times New Roman"/>
                <a:cs typeface="Times New Roman"/>
              </a:rPr>
              <a:t>m</a:t>
            </a:r>
            <a:r>
              <a:rPr sz="1700" dirty="0">
                <a:latin typeface="Times New Roman"/>
                <a:cs typeface="Times New Roman"/>
              </a:rPr>
              <a:t>ory </a:t>
            </a:r>
            <a:r>
              <a:rPr sz="1700" spc="-60"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ds </a:t>
            </a:r>
            <a:r>
              <a:rPr sz="1700" spc="-7" dirty="0">
                <a:latin typeface="Times New Roman"/>
                <a:cs typeface="Times New Roman"/>
              </a:rPr>
              <a:t>c</a:t>
            </a:r>
            <a:r>
              <a:rPr sz="1700" spc="-2" dirty="0">
                <a:latin typeface="Times New Roman"/>
                <a:cs typeface="Times New Roman"/>
              </a:rPr>
              <a:t>ontaining</a:t>
            </a:r>
            <a:r>
              <a:rPr sz="1700" dirty="0">
                <a:latin typeface="Times New Roman"/>
                <a:cs typeface="Times New Roman"/>
              </a:rPr>
              <a:t> </a:t>
            </a:r>
            <a:r>
              <a:rPr sz="1700" spc="-2" dirty="0">
                <a:latin typeface="Times New Roman"/>
                <a:cs typeface="Times New Roman"/>
              </a:rPr>
              <a:t>the loc</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2" dirty="0">
                <a:latin typeface="Times New Roman"/>
                <a:cs typeface="Times New Roman"/>
              </a:rPr>
              <a:t>spe</a:t>
            </a:r>
            <a:r>
              <a:rPr sz="1700" spc="-7" dirty="0">
                <a:latin typeface="Times New Roman"/>
                <a:cs typeface="Times New Roman"/>
              </a:rPr>
              <a:t>c</a:t>
            </a:r>
            <a:r>
              <a:rPr sz="1700" spc="-2" dirty="0">
                <a:latin typeface="Times New Roman"/>
                <a:cs typeface="Times New Roman"/>
              </a:rPr>
              <a:t>ifi</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are</a:t>
            </a:r>
            <a:r>
              <a:rPr sz="1700" spc="-5" dirty="0">
                <a:latin typeface="Times New Roman"/>
                <a:cs typeface="Times New Roman"/>
              </a:rPr>
              <a:t> </a:t>
            </a:r>
            <a:r>
              <a:rPr sz="1700" spc="-2" dirty="0">
                <a:latin typeface="Times New Roman"/>
                <a:cs typeface="Times New Roman"/>
              </a:rPr>
              <a:t>t</a:t>
            </a:r>
            <a:r>
              <a:rPr sz="1700" dirty="0">
                <a:latin typeface="Times New Roman"/>
                <a:cs typeface="Times New Roman"/>
              </a:rPr>
              <a:t>r</a:t>
            </a:r>
            <a:r>
              <a:rPr sz="1700" spc="-7" dirty="0">
                <a:latin typeface="Times New Roman"/>
                <a:cs typeface="Times New Roman"/>
              </a:rPr>
              <a:t>a</a:t>
            </a:r>
            <a:r>
              <a:rPr sz="1700" dirty="0">
                <a:latin typeface="Times New Roman"/>
                <a:cs typeface="Times New Roman"/>
              </a:rPr>
              <a:t>nsfer</a:t>
            </a:r>
            <a:r>
              <a:rPr sz="1700" spc="-5" dirty="0">
                <a:latin typeface="Times New Roman"/>
                <a:cs typeface="Times New Roman"/>
              </a:rPr>
              <a:t>r</a:t>
            </a:r>
            <a:r>
              <a:rPr sz="1700" spc="-7" dirty="0">
                <a:latin typeface="Times New Roman"/>
                <a:cs typeface="Times New Roman"/>
              </a:rPr>
              <a:t>e</a:t>
            </a:r>
            <a:r>
              <a:rPr sz="1700" dirty="0">
                <a:latin typeface="Times New Roman"/>
                <a:cs typeface="Times New Roman"/>
              </a:rPr>
              <a:t>d in </a:t>
            </a:r>
            <a:r>
              <a:rPr sz="1700" spc="-2" dirty="0">
                <a:latin typeface="Times New Roman"/>
                <a:cs typeface="Times New Roman"/>
              </a:rPr>
              <a:t>to </a:t>
            </a:r>
            <a:r>
              <a:rPr sz="1700" spc="-5" dirty="0">
                <a:latin typeface="Times New Roman"/>
                <a:cs typeface="Times New Roman"/>
              </a:rPr>
              <a:t>c</a:t>
            </a:r>
            <a:r>
              <a:rPr sz="1700" spc="-10" dirty="0">
                <a:latin typeface="Times New Roman"/>
                <a:cs typeface="Times New Roman"/>
              </a:rPr>
              <a:t>a</a:t>
            </a:r>
            <a:r>
              <a:rPr sz="1700" spc="-7" dirty="0">
                <a:latin typeface="Times New Roman"/>
                <a:cs typeface="Times New Roman"/>
              </a:rPr>
              <a:t>c</a:t>
            </a:r>
            <a:r>
              <a:rPr sz="1700" spc="-5" dirty="0">
                <a:latin typeface="Times New Roman"/>
                <a:cs typeface="Times New Roman"/>
              </a:rPr>
              <a:t>h</a:t>
            </a:r>
            <a:r>
              <a:rPr sz="1700" dirty="0">
                <a:latin typeface="Times New Roman"/>
                <a:cs typeface="Times New Roman"/>
              </a:rPr>
              <a:t>e.</a:t>
            </a:r>
          </a:p>
          <a:p>
            <a:pPr marL="225716" marR="4276" indent="-109651" algn="just">
              <a:spcBef>
                <a:spcPts val="41"/>
              </a:spcBef>
              <a:buFont typeface="Symbol"/>
              <a:buChar char=""/>
              <a:tabLst>
                <a:tab pos="226022" algn="l"/>
              </a:tabLst>
            </a:pP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a:t>
            </a:r>
            <a:r>
              <a:rPr sz="1700" spc="26"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dirty="0">
                <a:latin typeface="Times New Roman"/>
                <a:cs typeface="Times New Roman"/>
              </a:rPr>
              <a:t>pro</a:t>
            </a:r>
            <a:r>
              <a:rPr sz="1700" spc="2" dirty="0">
                <a:latin typeface="Times New Roman"/>
                <a:cs typeface="Times New Roman"/>
              </a:rPr>
              <a:t>g</a:t>
            </a:r>
            <a:r>
              <a:rPr sz="1700" spc="-2" dirty="0">
                <a:latin typeface="Times New Roman"/>
                <a:cs typeface="Times New Roman"/>
              </a:rPr>
              <a:t>r</a:t>
            </a:r>
            <a:r>
              <a:rPr sz="1700" spc="-10" dirty="0">
                <a:latin typeface="Times New Roman"/>
                <a:cs typeface="Times New Roman"/>
              </a:rPr>
              <a:t>a</a:t>
            </a:r>
            <a:r>
              <a:rPr sz="1700" spc="-5" dirty="0">
                <a:latin typeface="Times New Roman"/>
                <a:cs typeface="Times New Roman"/>
              </a:rPr>
              <a:t>m</a:t>
            </a:r>
            <a:r>
              <a:rPr sz="1700" spc="29"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feren</a:t>
            </a:r>
            <a:r>
              <a:rPr sz="1700" spc="-7" dirty="0">
                <a:latin typeface="Times New Roman"/>
                <a:cs typeface="Times New Roman"/>
              </a:rPr>
              <a:t>ce</a:t>
            </a:r>
            <a:r>
              <a:rPr sz="1700" dirty="0">
                <a:latin typeface="Times New Roman"/>
                <a:cs typeface="Times New Roman"/>
              </a:rPr>
              <a:t>s</a:t>
            </a:r>
            <a:r>
              <a:rPr sz="1700" spc="26" dirty="0">
                <a:latin typeface="Times New Roman"/>
                <a:cs typeface="Times New Roman"/>
              </a:rPr>
              <a:t> </a:t>
            </a:r>
            <a:r>
              <a:rPr sz="1700" spc="-7" dirty="0">
                <a:latin typeface="Times New Roman"/>
                <a:cs typeface="Times New Roman"/>
              </a:rPr>
              <a:t>a</a:t>
            </a:r>
            <a:r>
              <a:rPr sz="1700" dirty="0">
                <a:latin typeface="Times New Roman"/>
                <a:cs typeface="Times New Roman"/>
              </a:rPr>
              <a:t>ny</a:t>
            </a:r>
            <a:r>
              <a:rPr sz="1700" spc="26" dirty="0">
                <a:latin typeface="Times New Roman"/>
                <a:cs typeface="Times New Roman"/>
              </a:rPr>
              <a:t> </a:t>
            </a:r>
            <a:r>
              <a:rPr sz="1700" dirty="0">
                <a:latin typeface="Times New Roman"/>
                <a:cs typeface="Times New Roman"/>
              </a:rPr>
              <a:t>of</a:t>
            </a:r>
            <a:r>
              <a:rPr sz="1700" spc="31"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2" dirty="0">
                <a:latin typeface="Times New Roman"/>
                <a:cs typeface="Times New Roman"/>
              </a:rPr>
              <a:t>loc</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ons</a:t>
            </a:r>
            <a:r>
              <a:rPr sz="1700" spc="34" dirty="0">
                <a:latin typeface="Times New Roman"/>
                <a:cs typeface="Times New Roman"/>
              </a:rPr>
              <a:t> </a:t>
            </a:r>
            <a:r>
              <a:rPr sz="1700" spc="-2" dirty="0">
                <a:latin typeface="Times New Roman"/>
                <a:cs typeface="Times New Roman"/>
              </a:rPr>
              <a:t>in</a:t>
            </a:r>
            <a:r>
              <a:rPr sz="1700" spc="29" dirty="0">
                <a:latin typeface="Times New Roman"/>
                <a:cs typeface="Times New Roman"/>
              </a:rPr>
              <a:t> </a:t>
            </a:r>
            <a:r>
              <a:rPr sz="1700" spc="-2" dirty="0">
                <a:latin typeface="Times New Roman"/>
                <a:cs typeface="Times New Roman"/>
              </a:rPr>
              <a:t>thi</a:t>
            </a:r>
            <a:r>
              <a:rPr sz="1700" dirty="0">
                <a:latin typeface="Times New Roman"/>
                <a:cs typeface="Times New Roman"/>
              </a:rPr>
              <a:t>s</a:t>
            </a:r>
            <a:r>
              <a:rPr sz="1700" spc="26" dirty="0">
                <a:latin typeface="Times New Roman"/>
                <a:cs typeface="Times New Roman"/>
              </a:rPr>
              <a:t> </a:t>
            </a:r>
            <a:r>
              <a:rPr sz="1700" spc="-2" dirty="0">
                <a:latin typeface="Times New Roman"/>
                <a:cs typeface="Times New Roman"/>
              </a:rPr>
              <a:t>block,</a:t>
            </a:r>
            <a:r>
              <a:rPr sz="1700" spc="26"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7" dirty="0">
                <a:latin typeface="Times New Roman"/>
                <a:cs typeface="Times New Roman"/>
              </a:rPr>
              <a:t>c</a:t>
            </a:r>
            <a:r>
              <a:rPr sz="1700" spc="-2" dirty="0">
                <a:latin typeface="Times New Roman"/>
                <a:cs typeface="Times New Roman"/>
              </a:rPr>
              <a:t>ontents</a:t>
            </a:r>
            <a:r>
              <a:rPr sz="1700" spc="29"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24" dirty="0">
                <a:latin typeface="Times New Roman"/>
                <a:cs typeface="Times New Roman"/>
              </a:rPr>
              <a:t> </a:t>
            </a:r>
            <a:r>
              <a:rPr sz="1700" spc="2" dirty="0">
                <a:latin typeface="Times New Roman"/>
                <a:cs typeface="Times New Roman"/>
              </a:rPr>
              <a:t>r</a:t>
            </a:r>
            <a:r>
              <a:rPr sz="1700" spc="-7" dirty="0">
                <a:latin typeface="Times New Roman"/>
                <a:cs typeface="Times New Roman"/>
              </a:rPr>
              <a:t>ea</a:t>
            </a:r>
            <a:r>
              <a:rPr sz="1700" dirty="0">
                <a:latin typeface="Times New Roman"/>
                <a:cs typeface="Times New Roman"/>
              </a:rPr>
              <a:t>d f</a:t>
            </a:r>
            <a:r>
              <a:rPr sz="1700" spc="-5" dirty="0">
                <a:latin typeface="Times New Roman"/>
                <a:cs typeface="Times New Roman"/>
              </a:rPr>
              <a:t>rom</a:t>
            </a:r>
            <a:r>
              <a:rPr sz="1700" spc="41"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36" dirty="0">
                <a:latin typeface="Times New Roman"/>
                <a:cs typeface="Times New Roman"/>
              </a:rPr>
              <a:t> </a:t>
            </a:r>
            <a:r>
              <a:rPr sz="1700" spc="-7" dirty="0">
                <a:latin typeface="Times New Roman"/>
                <a:cs typeface="Times New Roman"/>
              </a:rPr>
              <a:t>Numb</a:t>
            </a:r>
            <a:r>
              <a:rPr sz="1700" spc="-2" dirty="0">
                <a:latin typeface="Times New Roman"/>
                <a:cs typeface="Times New Roman"/>
              </a:rPr>
              <a:t>e</a:t>
            </a:r>
            <a:r>
              <a:rPr sz="1700" dirty="0">
                <a:latin typeface="Times New Roman"/>
                <a:cs typeface="Times New Roman"/>
              </a:rPr>
              <a:t>r</a:t>
            </a:r>
            <a:r>
              <a:rPr sz="1700" spc="36" dirty="0">
                <a:latin typeface="Times New Roman"/>
                <a:cs typeface="Times New Roman"/>
              </a:rPr>
              <a:t> </a:t>
            </a:r>
            <a:r>
              <a:rPr sz="1700" dirty="0">
                <a:latin typeface="Times New Roman"/>
                <a:cs typeface="Times New Roman"/>
              </a:rPr>
              <a:t>of</a:t>
            </a:r>
            <a:r>
              <a:rPr sz="1700" spc="36" dirty="0">
                <a:latin typeface="Times New Roman"/>
                <a:cs typeface="Times New Roman"/>
              </a:rPr>
              <a:t> </a:t>
            </a:r>
            <a:r>
              <a:rPr sz="1700" spc="-5" dirty="0">
                <a:latin typeface="Times New Roman"/>
                <a:cs typeface="Times New Roman"/>
              </a:rPr>
              <a:t>blocks</a:t>
            </a:r>
            <a:r>
              <a:rPr sz="1700" spc="38" dirty="0">
                <a:latin typeface="Times New Roman"/>
                <a:cs typeface="Times New Roman"/>
              </a:rPr>
              <a:t> </a:t>
            </a:r>
            <a:r>
              <a:rPr sz="1700" spc="-2" dirty="0">
                <a:latin typeface="Times New Roman"/>
                <a:cs typeface="Times New Roman"/>
              </a:rPr>
              <a:t>in</a:t>
            </a:r>
            <a:r>
              <a:rPr sz="1700" spc="41" dirty="0">
                <a:latin typeface="Times New Roman"/>
                <a:cs typeface="Times New Roman"/>
              </a:rPr>
              <a:t> </a:t>
            </a:r>
            <a:r>
              <a:rPr sz="1700" spc="-7" dirty="0">
                <a:latin typeface="Times New Roman"/>
                <a:cs typeface="Times New Roman"/>
              </a:rPr>
              <a:t>cac</a:t>
            </a:r>
            <a:r>
              <a:rPr sz="1700" spc="-5" dirty="0">
                <a:latin typeface="Times New Roman"/>
                <a:cs typeface="Times New Roman"/>
              </a:rPr>
              <a:t>he</a:t>
            </a:r>
            <a:r>
              <a:rPr sz="1700" spc="36" dirty="0">
                <a:latin typeface="Times New Roman"/>
                <a:cs typeface="Times New Roman"/>
              </a:rPr>
              <a:t> </a:t>
            </a:r>
            <a:r>
              <a:rPr sz="1700" spc="-2" dirty="0">
                <a:latin typeface="Times New Roman"/>
                <a:cs typeface="Times New Roman"/>
              </a:rPr>
              <a:t>is</a:t>
            </a:r>
            <a:r>
              <a:rPr sz="1700" spc="41" dirty="0">
                <a:latin typeface="Times New Roman"/>
                <a:cs typeface="Times New Roman"/>
              </a:rPr>
              <a:t> </a:t>
            </a:r>
            <a:r>
              <a:rPr sz="1700" spc="-5" dirty="0">
                <a:latin typeface="Times New Roman"/>
                <a:cs typeface="Times New Roman"/>
              </a:rPr>
              <a:t>s</a:t>
            </a:r>
            <a:r>
              <a:rPr sz="1700" dirty="0">
                <a:latin typeface="Times New Roman"/>
                <a:cs typeface="Times New Roman"/>
              </a:rPr>
              <a:t>m</a:t>
            </a:r>
            <a:r>
              <a:rPr sz="1700" spc="-7" dirty="0">
                <a:latin typeface="Times New Roman"/>
                <a:cs typeface="Times New Roman"/>
              </a:rPr>
              <a:t>a</a:t>
            </a:r>
            <a:r>
              <a:rPr sz="1700" spc="-2" dirty="0">
                <a:latin typeface="Times New Roman"/>
                <a:cs typeface="Times New Roman"/>
              </a:rPr>
              <a:t>ll</a:t>
            </a:r>
            <a:r>
              <a:rPr sz="1700" spc="-7" dirty="0">
                <a:latin typeface="Times New Roman"/>
                <a:cs typeface="Times New Roman"/>
              </a:rPr>
              <a:t>e</a:t>
            </a:r>
            <a:r>
              <a:rPr sz="1700" dirty="0">
                <a:latin typeface="Times New Roman"/>
                <a:cs typeface="Times New Roman"/>
              </a:rPr>
              <a:t>r</a:t>
            </a:r>
            <a:r>
              <a:rPr sz="1700" spc="36" dirty="0">
                <a:latin typeface="Times New Roman"/>
                <a:cs typeface="Times New Roman"/>
              </a:rPr>
              <a:t> </a:t>
            </a:r>
            <a:r>
              <a:rPr sz="1700" spc="-5" dirty="0">
                <a:latin typeface="Times New Roman"/>
                <a:cs typeface="Times New Roman"/>
              </a:rPr>
              <a:t>than</a:t>
            </a:r>
            <a:r>
              <a:rPr sz="1700" spc="36" dirty="0">
                <a:latin typeface="Times New Roman"/>
                <a:cs typeface="Times New Roman"/>
              </a:rPr>
              <a:t> </a:t>
            </a:r>
            <a:r>
              <a:rPr sz="1700" spc="-5" dirty="0">
                <a:latin typeface="Times New Roman"/>
                <a:cs typeface="Times New Roman"/>
              </a:rPr>
              <a:t>number</a:t>
            </a:r>
            <a:r>
              <a:rPr sz="1700" spc="36" dirty="0">
                <a:latin typeface="Times New Roman"/>
                <a:cs typeface="Times New Roman"/>
              </a:rPr>
              <a:t> </a:t>
            </a:r>
            <a:r>
              <a:rPr sz="1700" dirty="0">
                <a:latin typeface="Times New Roman"/>
                <a:cs typeface="Times New Roman"/>
              </a:rPr>
              <a:t>of</a:t>
            </a:r>
            <a:r>
              <a:rPr sz="1700" spc="36" dirty="0">
                <a:latin typeface="Times New Roman"/>
                <a:cs typeface="Times New Roman"/>
              </a:rPr>
              <a:t> </a:t>
            </a:r>
            <a:r>
              <a:rPr sz="1700" spc="-2" dirty="0">
                <a:latin typeface="Times New Roman"/>
                <a:cs typeface="Times New Roman"/>
              </a:rPr>
              <a:t>bl</a:t>
            </a:r>
            <a:r>
              <a:rPr sz="1700" dirty="0">
                <a:latin typeface="Times New Roman"/>
                <a:cs typeface="Times New Roman"/>
              </a:rPr>
              <a:t>o</a:t>
            </a:r>
            <a:r>
              <a:rPr sz="1700" spc="-7" dirty="0">
                <a:latin typeface="Times New Roman"/>
                <a:cs typeface="Times New Roman"/>
              </a:rPr>
              <a:t>c</a:t>
            </a:r>
            <a:r>
              <a:rPr sz="1700" dirty="0">
                <a:latin typeface="Times New Roman"/>
                <a:cs typeface="Times New Roman"/>
              </a:rPr>
              <a:t>ks</a:t>
            </a:r>
            <a:r>
              <a:rPr sz="1700" spc="38" dirty="0">
                <a:latin typeface="Times New Roman"/>
                <a:cs typeface="Times New Roman"/>
              </a:rPr>
              <a:t> </a:t>
            </a:r>
            <a:r>
              <a:rPr sz="1700" spc="-2" dirty="0">
                <a:latin typeface="Times New Roman"/>
                <a:cs typeface="Times New Roman"/>
              </a:rPr>
              <a:t>in</a:t>
            </a:r>
            <a:r>
              <a:rPr sz="1700" spc="41" dirty="0">
                <a:latin typeface="Times New Roman"/>
                <a:cs typeface="Times New Roman"/>
              </a:rPr>
              <a:t> </a:t>
            </a:r>
            <a:r>
              <a:rPr sz="1700" spc="-5" dirty="0">
                <a:latin typeface="Times New Roman"/>
                <a:cs typeface="Times New Roman"/>
              </a:rPr>
              <a:t>main</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p>
          <a:p>
            <a:pPr marL="225716" marR="4276" indent="-109651">
              <a:spcBef>
                <a:spcPts val="41"/>
              </a:spcBef>
              <a:buFont typeface="Symbol"/>
              <a:buChar char=""/>
              <a:tabLst>
                <a:tab pos="226022" algn="l"/>
              </a:tabLst>
            </a:pPr>
            <a:r>
              <a:rPr sz="1700" spc="-5" dirty="0">
                <a:latin typeface="Times New Roman"/>
                <a:cs typeface="Times New Roman"/>
              </a:rPr>
              <a:t>Corr</a:t>
            </a:r>
            <a:r>
              <a:rPr sz="1700" spc="-7" dirty="0">
                <a:latin typeface="Times New Roman"/>
                <a:cs typeface="Times New Roman"/>
              </a:rPr>
              <a:t>e</a:t>
            </a:r>
            <a:r>
              <a:rPr sz="1700" spc="-2" dirty="0">
                <a:latin typeface="Times New Roman"/>
                <a:cs typeface="Times New Roman"/>
              </a:rPr>
              <a:t>sponde</a:t>
            </a:r>
            <a:r>
              <a:rPr sz="1700" spc="-5" dirty="0">
                <a:latin typeface="Times New Roman"/>
                <a:cs typeface="Times New Roman"/>
              </a:rPr>
              <a:t>n</a:t>
            </a:r>
            <a:r>
              <a:rPr sz="1700" spc="-2" dirty="0">
                <a:latin typeface="Times New Roman"/>
                <a:cs typeface="Times New Roman"/>
              </a:rPr>
              <a:t>c</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t</a:t>
            </a:r>
            <a:r>
              <a:rPr sz="1700" spc="5" dirty="0">
                <a:latin typeface="Times New Roman"/>
                <a:cs typeface="Times New Roman"/>
              </a:rPr>
              <a:t>w</a:t>
            </a:r>
            <a:r>
              <a:rPr sz="1700" spc="-7" dirty="0">
                <a:latin typeface="Times New Roman"/>
                <a:cs typeface="Times New Roman"/>
              </a:rPr>
              <a:t>ee</a:t>
            </a:r>
            <a:r>
              <a:rPr sz="1700" dirty="0">
                <a:latin typeface="Times New Roman"/>
                <a:cs typeface="Times New Roman"/>
              </a:rPr>
              <a:t>n</a:t>
            </a:r>
            <a:r>
              <a:rPr sz="1700" spc="5" dirty="0">
                <a:latin typeface="Times New Roman"/>
                <a:cs typeface="Times New Roman"/>
              </a:rPr>
              <a:t> </a:t>
            </a:r>
            <a:r>
              <a:rPr sz="1700" spc="-5" dirty="0">
                <a:latin typeface="Times New Roman"/>
                <a:cs typeface="Times New Roman"/>
              </a:rPr>
              <a:t>main</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5" dirty="0">
                <a:latin typeface="Times New Roman"/>
                <a:cs typeface="Times New Roman"/>
              </a:rPr>
              <a:t>blocks</a:t>
            </a:r>
            <a:r>
              <a:rPr sz="1700" spc="2" dirty="0">
                <a:latin typeface="Times New Roman"/>
                <a:cs typeface="Times New Roman"/>
              </a:rPr>
              <a:t> </a:t>
            </a:r>
            <a:r>
              <a:rPr sz="1700" spc="-7" dirty="0">
                <a:latin typeface="Times New Roman"/>
                <a:cs typeface="Times New Roman"/>
              </a:rPr>
              <a:t>a</a:t>
            </a:r>
            <a:r>
              <a:rPr sz="1700" spc="5" dirty="0">
                <a:latin typeface="Times New Roman"/>
                <a:cs typeface="Times New Roman"/>
              </a:rPr>
              <a:t>n</a:t>
            </a:r>
            <a:r>
              <a:rPr sz="1700" dirty="0">
                <a:latin typeface="Times New Roman"/>
                <a:cs typeface="Times New Roman"/>
              </a:rPr>
              <a:t>d </a:t>
            </a:r>
            <a:r>
              <a:rPr sz="1700" spc="-2" dirty="0">
                <a:latin typeface="Times New Roman"/>
                <a:cs typeface="Times New Roman"/>
              </a:rPr>
              <a:t>those in the</a:t>
            </a:r>
            <a:r>
              <a:rPr sz="1700" spc="2"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is </a:t>
            </a:r>
            <a:r>
              <a:rPr sz="1700" dirty="0">
                <a:latin typeface="Times New Roman"/>
                <a:cs typeface="Times New Roman"/>
              </a:rPr>
              <a:t>s</a:t>
            </a:r>
            <a:r>
              <a:rPr sz="1700" spc="5" dirty="0">
                <a:latin typeface="Times New Roman"/>
                <a:cs typeface="Times New Roman"/>
              </a:rPr>
              <a:t>p</a:t>
            </a:r>
            <a:r>
              <a:rPr sz="1700" spc="-7" dirty="0">
                <a:latin typeface="Times New Roman"/>
                <a:cs typeface="Times New Roman"/>
              </a:rPr>
              <a:t>ec</a:t>
            </a:r>
            <a:r>
              <a:rPr sz="1700" spc="-2" dirty="0">
                <a:latin typeface="Times New Roman"/>
                <a:cs typeface="Times New Roman"/>
              </a:rPr>
              <a:t>ifi</a:t>
            </a:r>
            <a:r>
              <a:rPr sz="1700" spc="-7" dirty="0">
                <a:latin typeface="Times New Roman"/>
                <a:cs typeface="Times New Roman"/>
              </a:rPr>
              <a:t>e</a:t>
            </a:r>
            <a:r>
              <a:rPr sz="1700" dirty="0">
                <a:latin typeface="Times New Roman"/>
                <a:cs typeface="Times New Roman"/>
              </a:rPr>
              <a:t>d by</a:t>
            </a:r>
            <a:r>
              <a:rPr sz="1700" spc="5"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mapping</a:t>
            </a:r>
            <a:r>
              <a:rPr sz="1700" spc="-2" dirty="0">
                <a:latin typeface="Times New Roman"/>
                <a:cs typeface="Times New Roman"/>
              </a:rPr>
              <a:t> f</a:t>
            </a:r>
            <a:r>
              <a:rPr sz="1700" spc="-5" dirty="0">
                <a:latin typeface="Times New Roman"/>
                <a:cs typeface="Times New Roman"/>
              </a:rPr>
              <a:t>un</a:t>
            </a:r>
            <a:r>
              <a:rPr sz="1700" spc="-7" dirty="0">
                <a:latin typeface="Times New Roman"/>
                <a:cs typeface="Times New Roman"/>
              </a:rPr>
              <a:t>c</a:t>
            </a:r>
            <a:r>
              <a:rPr sz="1700" spc="-2" dirty="0">
                <a:latin typeface="Times New Roman"/>
                <a:cs typeface="Times New Roman"/>
              </a:rPr>
              <a:t>ti</a:t>
            </a:r>
            <a:r>
              <a:rPr sz="1700" dirty="0">
                <a:latin typeface="Times New Roman"/>
                <a:cs typeface="Times New Roman"/>
              </a:rPr>
              <a:t>on.</a:t>
            </a:r>
          </a:p>
          <a:p>
            <a:pPr marL="225716" indent="-109651">
              <a:buFont typeface="Symbol"/>
              <a:buChar char=""/>
              <a:tabLst>
                <a:tab pos="226022" algn="l"/>
              </a:tabLst>
            </a:pPr>
            <a:r>
              <a:rPr sz="1700" spc="-2" dirty="0">
                <a:latin typeface="Times New Roman"/>
                <a:cs typeface="Times New Roman"/>
              </a:rPr>
              <a:t>Assum</a:t>
            </a:r>
            <a:r>
              <a:rPr sz="1700" dirty="0">
                <a:latin typeface="Times New Roman"/>
                <a:cs typeface="Times New Roman"/>
              </a:rPr>
              <a:t>e </a:t>
            </a:r>
            <a:r>
              <a:rPr sz="1700" spc="-10"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is full</a:t>
            </a:r>
            <a:r>
              <a:rPr sz="1700"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 </a:t>
            </a:r>
            <a:r>
              <a:rPr sz="1700" spc="-5" dirty="0">
                <a:latin typeface="Times New Roman"/>
                <a:cs typeface="Times New Roman"/>
              </a:rPr>
              <a:t>not</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n </a:t>
            </a:r>
            <a:r>
              <a:rPr sz="1700" spc="-7" dirty="0">
                <a:latin typeface="Times New Roman"/>
                <a:cs typeface="Times New Roman"/>
              </a:rPr>
              <a:t>c</a:t>
            </a:r>
            <a:r>
              <a:rPr sz="1700" spc="-2" dirty="0">
                <a:latin typeface="Times New Roman"/>
                <a:cs typeface="Times New Roman"/>
              </a:rPr>
              <a:t>ac</a:t>
            </a:r>
            <a:r>
              <a:rPr sz="1700" spc="-5" dirty="0">
                <a:latin typeface="Times New Roman"/>
                <a:cs typeface="Times New Roman"/>
              </a:rPr>
              <a:t>he</a:t>
            </a:r>
            <a:r>
              <a:rPr sz="1700" spc="-2" dirty="0">
                <a:latin typeface="Times New Roman"/>
                <a:cs typeface="Times New Roman"/>
              </a:rPr>
              <a:t> is r</a:t>
            </a:r>
            <a:r>
              <a:rPr sz="1700" spc="-7" dirty="0">
                <a:latin typeface="Times New Roman"/>
                <a:cs typeface="Times New Roman"/>
              </a:rPr>
              <a:t>e</a:t>
            </a:r>
            <a:r>
              <a:rPr sz="1700" spc="-2" dirty="0">
                <a:latin typeface="Times New Roman"/>
                <a:cs typeface="Times New Roman"/>
              </a:rPr>
              <a:t>fer</a:t>
            </a:r>
            <a:r>
              <a:rPr sz="1700" spc="-10" dirty="0">
                <a:latin typeface="Times New Roman"/>
                <a:cs typeface="Times New Roman"/>
              </a:rPr>
              <a:t>e</a:t>
            </a:r>
            <a:r>
              <a:rPr sz="1700" spc="5" dirty="0">
                <a:latin typeface="Times New Roman"/>
                <a:cs typeface="Times New Roman"/>
              </a:rPr>
              <a:t>n</a:t>
            </a:r>
            <a:r>
              <a:rPr sz="1700" spc="-7" dirty="0">
                <a:latin typeface="Times New Roman"/>
                <a:cs typeface="Times New Roman"/>
              </a:rPr>
              <a:t>ce</a:t>
            </a:r>
            <a:r>
              <a:rPr sz="1700" dirty="0">
                <a:latin typeface="Times New Roman"/>
                <a:cs typeface="Times New Roman"/>
              </a:rPr>
              <a:t>d.</a:t>
            </a:r>
          </a:p>
          <a:p>
            <a:pPr marL="225716" marR="3360" indent="-109651">
              <a:spcBef>
                <a:spcPts val="58"/>
              </a:spcBef>
              <a:buFont typeface="Symbol"/>
              <a:buChar char=""/>
              <a:tabLst>
                <a:tab pos="226022" algn="l"/>
              </a:tabLst>
            </a:pPr>
            <a:r>
              <a:rPr sz="1700" spc="-5" dirty="0">
                <a:latin typeface="Times New Roman"/>
                <a:cs typeface="Times New Roman"/>
              </a:rPr>
              <a:t>Control ha</a:t>
            </a:r>
            <a:r>
              <a:rPr sz="1700" spc="-7" dirty="0">
                <a:latin typeface="Times New Roman"/>
                <a:cs typeface="Times New Roman"/>
              </a:rPr>
              <a:t>r</a:t>
            </a:r>
            <a:r>
              <a:rPr sz="1700" dirty="0">
                <a:latin typeface="Times New Roman"/>
                <a:cs typeface="Times New Roman"/>
              </a:rPr>
              <a:t>dw</a:t>
            </a:r>
            <a:r>
              <a:rPr sz="1700" spc="-5"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d</a:t>
            </a:r>
            <a:r>
              <a:rPr sz="1700" spc="-2" dirty="0">
                <a:latin typeface="Times New Roman"/>
                <a:cs typeface="Times New Roman"/>
              </a:rPr>
              <a:t>e</a:t>
            </a:r>
            <a:r>
              <a:rPr sz="1700" spc="-7" dirty="0">
                <a:latin typeface="Times New Roman"/>
                <a:cs typeface="Times New Roman"/>
              </a:rPr>
              <a:t>c</a:t>
            </a:r>
            <a:r>
              <a:rPr sz="1700" spc="-2" dirty="0">
                <a:latin typeface="Times New Roman"/>
                <a:cs typeface="Times New Roman"/>
              </a:rPr>
              <a:t>ide</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whic</a:t>
            </a:r>
            <a:r>
              <a:rPr sz="1700" dirty="0">
                <a:latin typeface="Times New Roman"/>
                <a:cs typeface="Times New Roman"/>
              </a:rPr>
              <a:t>h </a:t>
            </a:r>
            <a:r>
              <a:rPr sz="1700" spc="-5" dirty="0">
                <a:latin typeface="Times New Roman"/>
                <a:cs typeface="Times New Roman"/>
              </a:rPr>
              <a:t>block</a:t>
            </a:r>
            <a:r>
              <a:rPr sz="1700" spc="2"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5"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is </a:t>
            </a:r>
            <a:r>
              <a:rPr sz="1700" dirty="0">
                <a:latin typeface="Times New Roman"/>
                <a:cs typeface="Times New Roman"/>
              </a:rPr>
              <a:t>to </a:t>
            </a:r>
            <a:r>
              <a:rPr sz="1700" spc="-5" dirty="0">
                <a:latin typeface="Times New Roman"/>
                <a:cs typeface="Times New Roman"/>
              </a:rPr>
              <a:t>be</a:t>
            </a:r>
            <a:r>
              <a:rPr sz="1700" spc="-2" dirty="0">
                <a:latin typeface="Times New Roman"/>
                <a:cs typeface="Times New Roman"/>
              </a:rPr>
              <a:t> r</a:t>
            </a:r>
            <a:r>
              <a:rPr sz="1700" spc="-10" dirty="0">
                <a:latin typeface="Times New Roman"/>
                <a:cs typeface="Times New Roman"/>
              </a:rPr>
              <a:t>e</a:t>
            </a:r>
            <a:r>
              <a:rPr sz="1700" spc="-5" dirty="0">
                <a:latin typeface="Times New Roman"/>
                <a:cs typeface="Times New Roman"/>
              </a:rPr>
              <a:t>moved</a:t>
            </a:r>
            <a:r>
              <a:rPr sz="1700" spc="2" dirty="0">
                <a:latin typeface="Times New Roman"/>
                <a:cs typeface="Times New Roman"/>
              </a:rPr>
              <a:t> </a:t>
            </a:r>
            <a:r>
              <a:rPr sz="1700" spc="-2" dirty="0">
                <a:latin typeface="Times New Roman"/>
                <a:cs typeface="Times New Roman"/>
              </a:rPr>
              <a:t>to cre</a:t>
            </a:r>
            <a:r>
              <a:rPr sz="1700" spc="-7" dirty="0">
                <a:latin typeface="Times New Roman"/>
                <a:cs typeface="Times New Roman"/>
              </a:rPr>
              <a:t>a</a:t>
            </a:r>
            <a:r>
              <a:rPr sz="1700" spc="-2" dirty="0">
                <a:latin typeface="Times New Roman"/>
                <a:cs typeface="Times New Roman"/>
              </a:rPr>
              <a:t>te</a:t>
            </a:r>
            <a:r>
              <a:rPr sz="1700" dirty="0">
                <a:latin typeface="Times New Roman"/>
                <a:cs typeface="Times New Roman"/>
              </a:rPr>
              <a:t> </a:t>
            </a:r>
            <a:r>
              <a:rPr sz="1700" spc="-2" dirty="0">
                <a:latin typeface="Times New Roman"/>
                <a:cs typeface="Times New Roman"/>
              </a:rPr>
              <a:t>sp</a:t>
            </a:r>
            <a:r>
              <a:rPr sz="1700" spc="-5" dirty="0">
                <a:latin typeface="Times New Roman"/>
                <a:cs typeface="Times New Roman"/>
              </a:rPr>
              <a:t>a</a:t>
            </a:r>
            <a:r>
              <a:rPr sz="1700" spc="-2" dirty="0">
                <a:latin typeface="Times New Roman"/>
                <a:cs typeface="Times New Roman"/>
              </a:rPr>
              <a:t>c</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for </a:t>
            </a:r>
            <a:r>
              <a:rPr sz="1700" spc="-5" dirty="0">
                <a:latin typeface="Times New Roman"/>
                <a:cs typeface="Times New Roman"/>
              </a:rPr>
              <a:t>n</a:t>
            </a:r>
            <a:r>
              <a:rPr sz="1700" spc="-7" dirty="0">
                <a:latin typeface="Times New Roman"/>
                <a:cs typeface="Times New Roman"/>
              </a:rPr>
              <a:t>e</a:t>
            </a:r>
            <a:r>
              <a:rPr sz="1700" dirty="0">
                <a:latin typeface="Times New Roman"/>
                <a:cs typeface="Times New Roman"/>
              </a:rPr>
              <a:t>w</a:t>
            </a:r>
            <a:r>
              <a:rPr sz="1700" spc="-2" dirty="0">
                <a:latin typeface="Times New Roman"/>
                <a:cs typeface="Times New Roman"/>
              </a:rPr>
              <a:t> </a:t>
            </a:r>
            <a:r>
              <a:rPr sz="1700" spc="-5" dirty="0">
                <a:latin typeface="Times New Roman"/>
                <a:cs typeface="Times New Roman"/>
              </a:rPr>
              <a:t>blo</a:t>
            </a:r>
            <a:r>
              <a:rPr sz="1700" spc="-7" dirty="0">
                <a:latin typeface="Times New Roman"/>
                <a:cs typeface="Times New Roman"/>
              </a:rPr>
              <a:t>c</a:t>
            </a:r>
            <a:r>
              <a:rPr sz="1700" dirty="0">
                <a:latin typeface="Times New Roman"/>
                <a:cs typeface="Times New Roman"/>
              </a:rPr>
              <a:t>k </a:t>
            </a:r>
            <a:r>
              <a:rPr sz="1700" spc="-7" dirty="0">
                <a:latin typeface="Times New Roman"/>
                <a:cs typeface="Times New Roman"/>
              </a:rPr>
              <a:t>c</a:t>
            </a:r>
            <a:r>
              <a:rPr sz="1700" spc="-2" dirty="0">
                <a:latin typeface="Times New Roman"/>
                <a:cs typeface="Times New Roman"/>
              </a:rPr>
              <a:t>ontaining</a:t>
            </a:r>
            <a:r>
              <a:rPr sz="1700"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f</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n</a:t>
            </a:r>
            <a:r>
              <a:rPr sz="1700" spc="-2" dirty="0">
                <a:latin typeface="Times New Roman"/>
                <a:cs typeface="Times New Roman"/>
              </a:rPr>
              <a:t>c</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5"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dirty="0">
                <a:latin typeface="Times New Roman"/>
                <a:cs typeface="Times New Roman"/>
              </a:rPr>
              <a:t> </a:t>
            </a:r>
            <a:r>
              <a:rPr sz="1700" spc="-5" dirty="0">
                <a:latin typeface="Times New Roman"/>
                <a:cs typeface="Times New Roman"/>
              </a:rPr>
              <a:t>m</a:t>
            </a:r>
            <a:r>
              <a:rPr sz="1700" spc="-7" dirty="0">
                <a:latin typeface="Times New Roman"/>
                <a:cs typeface="Times New Roman"/>
              </a:rPr>
              <a:t>e</a:t>
            </a:r>
            <a:r>
              <a:rPr sz="1700" dirty="0">
                <a:latin typeface="Times New Roman"/>
                <a:cs typeface="Times New Roman"/>
              </a:rPr>
              <a:t>mory.</a:t>
            </a:r>
          </a:p>
          <a:p>
            <a:pPr marL="225716" indent="-109651">
              <a:buFont typeface="Symbol"/>
              <a:buChar char=""/>
              <a:tabLst>
                <a:tab pos="226022" algn="l"/>
              </a:tabLst>
            </a:pPr>
            <a:r>
              <a:rPr sz="1700" spc="-5" dirty="0">
                <a:latin typeface="Times New Roman"/>
                <a:cs typeface="Times New Roman"/>
              </a:rPr>
              <a:t>Coll</a:t>
            </a:r>
            <a:r>
              <a:rPr sz="1700" spc="-7" dirty="0">
                <a:latin typeface="Times New Roman"/>
                <a:cs typeface="Times New Roman"/>
              </a:rPr>
              <a:t>ec</a:t>
            </a:r>
            <a:r>
              <a:rPr sz="1700" spc="-2" dirty="0">
                <a:latin typeface="Times New Roman"/>
                <a:cs typeface="Times New Roman"/>
              </a:rPr>
              <a:t>ti</a:t>
            </a:r>
            <a:r>
              <a:rPr sz="1700" dirty="0">
                <a:latin typeface="Times New Roman"/>
                <a:cs typeface="Times New Roman"/>
              </a:rPr>
              <a:t>on of</a:t>
            </a:r>
            <a:r>
              <a:rPr sz="1700" spc="-2" dirty="0">
                <a:latin typeface="Times New Roman"/>
                <a:cs typeface="Times New Roman"/>
              </a:rPr>
              <a:t> rul</a:t>
            </a:r>
            <a:r>
              <a:rPr sz="1700" spc="-10"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for</a:t>
            </a:r>
            <a:r>
              <a:rPr sz="1700" spc="-5" dirty="0">
                <a:latin typeface="Times New Roman"/>
                <a:cs typeface="Times New Roman"/>
              </a:rPr>
              <a:t> </a:t>
            </a:r>
            <a:r>
              <a:rPr sz="1700" dirty="0">
                <a:latin typeface="Times New Roman"/>
                <a:cs typeface="Times New Roman"/>
              </a:rPr>
              <a:t>m</a:t>
            </a:r>
            <a:r>
              <a:rPr sz="1700" spc="-7" dirty="0">
                <a:latin typeface="Times New Roman"/>
                <a:cs typeface="Times New Roman"/>
              </a:rPr>
              <a:t>a</a:t>
            </a:r>
            <a:r>
              <a:rPr sz="1700" spc="-5" dirty="0">
                <a:latin typeface="Times New Roman"/>
                <a:cs typeface="Times New Roman"/>
              </a:rPr>
              <a:t>king</a:t>
            </a:r>
            <a:r>
              <a:rPr sz="1700" dirty="0">
                <a:latin typeface="Times New Roman"/>
                <a:cs typeface="Times New Roman"/>
              </a:rPr>
              <a:t> </a:t>
            </a:r>
            <a:r>
              <a:rPr sz="1700" spc="-2" dirty="0">
                <a:latin typeface="Times New Roman"/>
                <a:cs typeface="Times New Roman"/>
              </a:rPr>
              <a:t>this</a:t>
            </a:r>
            <a:r>
              <a:rPr sz="1700" dirty="0">
                <a:latin typeface="Times New Roman"/>
                <a:cs typeface="Times New Roman"/>
              </a:rPr>
              <a:t> </a:t>
            </a:r>
            <a:r>
              <a:rPr sz="1700" spc="-5" dirty="0">
                <a:latin typeface="Times New Roman"/>
                <a:cs typeface="Times New Roman"/>
              </a:rPr>
              <a:t>de</a:t>
            </a:r>
            <a:r>
              <a:rPr sz="1700" spc="-10" dirty="0">
                <a:latin typeface="Times New Roman"/>
                <a:cs typeface="Times New Roman"/>
              </a:rPr>
              <a:t>c</a:t>
            </a:r>
            <a:r>
              <a:rPr sz="1700" spc="-2" dirty="0">
                <a:latin typeface="Times New Roman"/>
                <a:cs typeface="Times New Roman"/>
              </a:rPr>
              <a:t>isi</a:t>
            </a:r>
            <a:r>
              <a:rPr sz="1700" dirty="0">
                <a:latin typeface="Times New Roman"/>
                <a:cs typeface="Times New Roman"/>
              </a:rPr>
              <a:t>on </a:t>
            </a:r>
            <a:r>
              <a:rPr sz="1700" spc="-2" dirty="0">
                <a:latin typeface="Times New Roman"/>
                <a:cs typeface="Times New Roman"/>
              </a:rPr>
              <a:t>is</a:t>
            </a:r>
            <a:r>
              <a:rPr sz="1700" dirty="0">
                <a:latin typeface="Times New Roman"/>
                <a:cs typeface="Times New Roman"/>
              </a:rPr>
              <a:t> </a:t>
            </a:r>
            <a:r>
              <a:rPr sz="1700" spc="-7" dirty="0">
                <a:latin typeface="Times New Roman"/>
                <a:cs typeface="Times New Roman"/>
              </a:rPr>
              <a:t>ca</a:t>
            </a:r>
            <a:r>
              <a:rPr sz="1700" spc="-2" dirty="0">
                <a:latin typeface="Times New Roman"/>
                <a:cs typeface="Times New Roman"/>
              </a:rPr>
              <a:t>ll</a:t>
            </a:r>
            <a:r>
              <a:rPr sz="1700" spc="-7" dirty="0">
                <a:latin typeface="Times New Roman"/>
                <a:cs typeface="Times New Roman"/>
              </a:rPr>
              <a:t>e</a:t>
            </a:r>
            <a:r>
              <a:rPr sz="1700" dirty="0">
                <a:latin typeface="Times New Roman"/>
                <a:cs typeface="Times New Roman"/>
              </a:rPr>
              <a:t>d</a:t>
            </a:r>
            <a:r>
              <a:rPr sz="1700" spc="5" dirty="0">
                <a:latin typeface="Times New Roman"/>
                <a:cs typeface="Times New Roman"/>
              </a:rPr>
              <a:t> </a:t>
            </a:r>
            <a:r>
              <a:rPr sz="1700" spc="-2" dirty="0">
                <a:latin typeface="Times New Roman"/>
                <a:cs typeface="Times New Roman"/>
              </a:rPr>
              <a:t>“</a:t>
            </a:r>
            <a:r>
              <a:rPr sz="1700" b="1" spc="-2" dirty="0">
                <a:latin typeface="Times New Roman"/>
                <a:cs typeface="Times New Roman"/>
              </a:rPr>
              <a:t>R</a:t>
            </a:r>
            <a:r>
              <a:rPr sz="1700" b="1" spc="-5" dirty="0">
                <a:latin typeface="Times New Roman"/>
                <a:cs typeface="Times New Roman"/>
              </a:rPr>
              <a:t>e</a:t>
            </a:r>
            <a:r>
              <a:rPr sz="1700" b="1" dirty="0">
                <a:latin typeface="Times New Roman"/>
                <a:cs typeface="Times New Roman"/>
              </a:rPr>
              <a:t>p</a:t>
            </a:r>
            <a:r>
              <a:rPr sz="1700" b="1" spc="-2" dirty="0">
                <a:latin typeface="Times New Roman"/>
                <a:cs typeface="Times New Roman"/>
              </a:rPr>
              <a:t>lac</a:t>
            </a:r>
            <a:r>
              <a:rPr sz="1700" b="1" spc="-7" dirty="0">
                <a:latin typeface="Times New Roman"/>
                <a:cs typeface="Times New Roman"/>
              </a:rPr>
              <a:t>e</a:t>
            </a:r>
            <a:r>
              <a:rPr sz="1700" b="1" spc="2" dirty="0">
                <a:latin typeface="Times New Roman"/>
                <a:cs typeface="Times New Roman"/>
              </a:rPr>
              <a:t>m</a:t>
            </a:r>
            <a:r>
              <a:rPr sz="1700" b="1" spc="-7" dirty="0">
                <a:latin typeface="Times New Roman"/>
                <a:cs typeface="Times New Roman"/>
              </a:rPr>
              <a:t>e</a:t>
            </a:r>
            <a:r>
              <a:rPr sz="1700" b="1" dirty="0">
                <a:latin typeface="Times New Roman"/>
                <a:cs typeface="Times New Roman"/>
              </a:rPr>
              <a:t>nt </a:t>
            </a:r>
            <a:r>
              <a:rPr sz="1700" b="1" spc="-5" dirty="0">
                <a:latin typeface="Times New Roman"/>
                <a:cs typeface="Times New Roman"/>
              </a:rPr>
              <a:t>algo</a:t>
            </a:r>
            <a:r>
              <a:rPr sz="1700" b="1" spc="-10" dirty="0">
                <a:latin typeface="Times New Roman"/>
                <a:cs typeface="Times New Roman"/>
              </a:rPr>
              <a:t>r</a:t>
            </a:r>
            <a:r>
              <a:rPr sz="1700" b="1" spc="-2" dirty="0">
                <a:latin typeface="Times New Roman"/>
                <a:cs typeface="Times New Roman"/>
              </a:rPr>
              <a:t>ith</a:t>
            </a:r>
            <a:r>
              <a:rPr sz="1700" b="1" spc="7" dirty="0">
                <a:latin typeface="Times New Roman"/>
                <a:cs typeface="Times New Roman"/>
              </a:rPr>
              <a:t>m</a:t>
            </a:r>
            <a:r>
              <a:rPr sz="1700" dirty="0">
                <a:latin typeface="Times New Roman"/>
                <a:cs typeface="Times New Roman"/>
              </a:rPr>
              <a:t>”</a:t>
            </a:r>
          </a:p>
        </p:txBody>
      </p:sp>
    </p:spTree>
    <p:extLst>
      <p:ext uri="{BB962C8B-B14F-4D97-AF65-F5344CB8AC3E}">
        <p14:creationId xmlns:p14="http://schemas.microsoft.com/office/powerpoint/2010/main" val="1934482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D1351-B91E-13AC-4A2A-560CF35356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7B1A837-0D6B-9B82-DDB9-8A4E4627E40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F8387BA7-DA58-D8A0-70CF-6F8DCCD6AC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5EE482B-1DDC-EFCE-D2FA-C4F4C600243B}"/>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D411F63-0620-3837-521F-CB14F8AC87F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2">
            <a:extLst>
              <a:ext uri="{FF2B5EF4-FFF2-40B4-BE49-F238E27FC236}">
                <a16:creationId xmlns:a16="http://schemas.microsoft.com/office/drawing/2014/main" id="{0A7B3AFE-CEFC-5121-C89D-40798E6CE2E8}"/>
              </a:ext>
            </a:extLst>
          </p:cNvPr>
          <p:cNvSpPr txBox="1"/>
          <p:nvPr/>
        </p:nvSpPr>
        <p:spPr>
          <a:xfrm>
            <a:off x="990599" y="1047750"/>
            <a:ext cx="7162801" cy="2375009"/>
          </a:xfrm>
          <a:prstGeom prst="rect">
            <a:avLst/>
          </a:prstGeom>
        </p:spPr>
        <p:txBody>
          <a:bodyPr vert="horz" wrap="square" lIns="0" tIns="0" rIns="0" bIns="0" rtlCol="0">
            <a:spAutoFit/>
          </a:bodyPr>
          <a:lstStyle/>
          <a:p>
            <a:pPr marL="6109" algn="just">
              <a:spcBef>
                <a:spcPts val="351"/>
              </a:spcBef>
            </a:pPr>
            <a:r>
              <a:rPr sz="1700" b="1" spc="-2" dirty="0">
                <a:latin typeface="Times New Roman"/>
                <a:cs typeface="Times New Roman"/>
              </a:rPr>
              <a:t>Ca</a:t>
            </a:r>
            <a:r>
              <a:rPr sz="1700" b="1" spc="-5"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a:t>
            </a:r>
            <a:r>
              <a:rPr sz="1700" b="1" dirty="0">
                <a:latin typeface="Times New Roman"/>
                <a:cs typeface="Times New Roman"/>
              </a:rPr>
              <a:t>p</a:t>
            </a:r>
            <a:r>
              <a:rPr sz="1700" b="1" spc="-7" dirty="0">
                <a:latin typeface="Times New Roman"/>
                <a:cs typeface="Times New Roman"/>
              </a:rPr>
              <a:t>er</a:t>
            </a:r>
            <a:r>
              <a:rPr sz="1700" b="1" dirty="0">
                <a:latin typeface="Times New Roman"/>
                <a:cs typeface="Times New Roman"/>
              </a:rPr>
              <a:t>f</a:t>
            </a:r>
            <a:r>
              <a:rPr sz="1700" b="1" spc="2" dirty="0">
                <a:latin typeface="Times New Roman"/>
                <a:cs typeface="Times New Roman"/>
              </a:rPr>
              <a:t>o</a:t>
            </a:r>
            <a:r>
              <a:rPr sz="1700" b="1" spc="-7" dirty="0">
                <a:latin typeface="Times New Roman"/>
                <a:cs typeface="Times New Roman"/>
              </a:rPr>
              <a:t>r</a:t>
            </a:r>
            <a:r>
              <a:rPr sz="1700" b="1" spc="2" dirty="0">
                <a:latin typeface="Times New Roman"/>
                <a:cs typeface="Times New Roman"/>
              </a:rPr>
              <a:t>m</a:t>
            </a:r>
            <a:r>
              <a:rPr sz="1700" b="1" dirty="0">
                <a:latin typeface="Times New Roman"/>
                <a:cs typeface="Times New Roman"/>
              </a:rPr>
              <a:t>an</a:t>
            </a:r>
            <a:r>
              <a:rPr sz="1700" b="1" spc="-7" dirty="0">
                <a:latin typeface="Times New Roman"/>
                <a:cs typeface="Times New Roman"/>
              </a:rPr>
              <a:t>c</a:t>
            </a:r>
            <a:r>
              <a:rPr sz="1700" b="1" spc="-5" dirty="0">
                <a:latin typeface="Times New Roman"/>
                <a:cs typeface="Times New Roman"/>
              </a:rPr>
              <a:t>e</a:t>
            </a:r>
            <a:endParaRPr sz="1700" dirty="0">
              <a:latin typeface="Times New Roman"/>
              <a:cs typeface="Times New Roman"/>
            </a:endParaRPr>
          </a:p>
          <a:p>
            <a:pPr marL="225716" indent="-109651">
              <a:spcBef>
                <a:spcPts val="358"/>
              </a:spcBef>
              <a:buSzPct val="83333"/>
              <a:buFont typeface="Times New Roman"/>
              <a:buChar char="●"/>
              <a:tabLst>
                <a:tab pos="226022" algn="l"/>
              </a:tabLst>
            </a:pPr>
            <a:r>
              <a:rPr sz="1700" spc="-2" dirty="0">
                <a:latin typeface="Times New Roman"/>
                <a:cs typeface="Times New Roman"/>
              </a:rPr>
              <a:t>O</a:t>
            </a:r>
            <a:r>
              <a:rPr sz="1700" dirty="0">
                <a:latin typeface="Times New Roman"/>
                <a:cs typeface="Times New Roman"/>
              </a:rPr>
              <a:t>n </a:t>
            </a:r>
            <a:r>
              <a:rPr sz="1700" spc="-2" dirty="0">
                <a:latin typeface="Times New Roman"/>
                <a:cs typeface="Times New Roman"/>
              </a:rPr>
              <a:t>s</a:t>
            </a:r>
            <a:r>
              <a:rPr sz="1700" spc="-5" dirty="0">
                <a:latin typeface="Times New Roman"/>
                <a:cs typeface="Times New Roman"/>
              </a:rPr>
              <a:t>e</a:t>
            </a:r>
            <a:r>
              <a:rPr sz="1700" spc="-7" dirty="0">
                <a:latin typeface="Times New Roman"/>
                <a:cs typeface="Times New Roman"/>
              </a:rPr>
              <a:t>a</a:t>
            </a:r>
            <a:r>
              <a:rPr sz="1700" spc="2" dirty="0">
                <a:latin typeface="Times New Roman"/>
                <a:cs typeface="Times New Roman"/>
              </a:rPr>
              <a:t>r</a:t>
            </a:r>
            <a:r>
              <a:rPr sz="1700" spc="-7" dirty="0">
                <a:latin typeface="Times New Roman"/>
                <a:cs typeface="Times New Roman"/>
              </a:rPr>
              <a:t>c</a:t>
            </a:r>
            <a:r>
              <a:rPr sz="1700" spc="-5" dirty="0">
                <a:latin typeface="Times New Roman"/>
                <a:cs typeface="Times New Roman"/>
              </a:rPr>
              <a:t>hing</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n </a:t>
            </a:r>
            <a:r>
              <a:rPr sz="1700" spc="-2" dirty="0">
                <a:latin typeface="Times New Roman"/>
                <a:cs typeface="Times New Roman"/>
              </a:rPr>
              <a:t>the </a:t>
            </a:r>
            <a:r>
              <a:rPr sz="1700" spc="-10"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if </a:t>
            </a:r>
            <a:r>
              <a:rPr sz="1700" spc="-5" dirty="0">
                <a:latin typeface="Times New Roman"/>
                <a:cs typeface="Times New Roman"/>
              </a:rPr>
              <a:t>d</a:t>
            </a:r>
            <a:r>
              <a:rPr sz="1700" spc="-10"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 dirty="0">
                <a:latin typeface="Times New Roman"/>
                <a:cs typeface="Times New Roman"/>
              </a:rPr>
              <a:t>is </a:t>
            </a:r>
            <a:r>
              <a:rPr sz="1700" dirty="0">
                <a:latin typeface="Times New Roman"/>
                <a:cs typeface="Times New Roman"/>
              </a:rPr>
              <a:t>found, </a:t>
            </a:r>
            <a:r>
              <a:rPr sz="1700" spc="-5" dirty="0">
                <a:latin typeface="Times New Roman"/>
                <a:cs typeface="Times New Roman"/>
              </a:rPr>
              <a:t>a</a:t>
            </a:r>
            <a:r>
              <a:rPr sz="1700"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2" dirty="0">
                <a:latin typeface="Times New Roman"/>
                <a:cs typeface="Times New Roman"/>
              </a:rPr>
              <a:t> </a:t>
            </a:r>
            <a:r>
              <a:rPr sz="1700" spc="-2" dirty="0">
                <a:latin typeface="Times New Roman"/>
                <a:cs typeface="Times New Roman"/>
              </a:rPr>
              <a:t>hit</a:t>
            </a:r>
            <a:r>
              <a:rPr sz="1700"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o</a:t>
            </a:r>
            <a:r>
              <a:rPr sz="1700" spc="-7" dirty="0">
                <a:latin typeface="Times New Roman"/>
                <a:cs typeface="Times New Roman"/>
              </a:rPr>
              <a:t>cc</a:t>
            </a:r>
            <a:r>
              <a:rPr sz="1700" dirty="0">
                <a:latin typeface="Times New Roman"/>
                <a:cs typeface="Times New Roman"/>
              </a:rPr>
              <a:t>urr</a:t>
            </a:r>
            <a:r>
              <a:rPr sz="1700" spc="-7" dirty="0">
                <a:latin typeface="Times New Roman"/>
                <a:cs typeface="Times New Roman"/>
              </a:rPr>
              <a:t>e</a:t>
            </a:r>
            <a:r>
              <a:rPr sz="1700" dirty="0">
                <a:latin typeface="Times New Roman"/>
                <a:cs typeface="Times New Roman"/>
              </a:rPr>
              <a:t>d.</a:t>
            </a:r>
          </a:p>
          <a:p>
            <a:pPr marL="225716" indent="-109651">
              <a:spcBef>
                <a:spcPts val="356"/>
              </a:spcBef>
              <a:buSzPct val="83333"/>
              <a:buFont typeface="Times New Roman"/>
              <a:buChar char="●"/>
              <a:tabLst>
                <a:tab pos="226022" algn="l"/>
              </a:tabLst>
            </a:pPr>
            <a:r>
              <a:rPr sz="1700" spc="-2" dirty="0">
                <a:latin typeface="Times New Roman"/>
                <a:cs typeface="Times New Roman"/>
              </a:rPr>
              <a:t>O</a:t>
            </a:r>
            <a:r>
              <a:rPr sz="1700" dirty="0">
                <a:latin typeface="Times New Roman"/>
                <a:cs typeface="Times New Roman"/>
              </a:rPr>
              <a:t>n </a:t>
            </a:r>
            <a:r>
              <a:rPr sz="1700" spc="-2" dirty="0">
                <a:latin typeface="Times New Roman"/>
                <a:cs typeface="Times New Roman"/>
              </a:rPr>
              <a:t>s</a:t>
            </a:r>
            <a:r>
              <a:rPr sz="1700" spc="-5" dirty="0">
                <a:latin typeface="Times New Roman"/>
                <a:cs typeface="Times New Roman"/>
              </a:rPr>
              <a:t>e</a:t>
            </a:r>
            <a:r>
              <a:rPr sz="1700" spc="-7" dirty="0">
                <a:latin typeface="Times New Roman"/>
                <a:cs typeface="Times New Roman"/>
              </a:rPr>
              <a:t>a</a:t>
            </a:r>
            <a:r>
              <a:rPr sz="1700" spc="2" dirty="0">
                <a:latin typeface="Times New Roman"/>
                <a:cs typeface="Times New Roman"/>
              </a:rPr>
              <a:t>r</a:t>
            </a:r>
            <a:r>
              <a:rPr sz="1700" spc="-7" dirty="0">
                <a:latin typeface="Times New Roman"/>
                <a:cs typeface="Times New Roman"/>
              </a:rPr>
              <a:t>c</a:t>
            </a:r>
            <a:r>
              <a:rPr sz="1700" spc="-5" dirty="0">
                <a:latin typeface="Times New Roman"/>
                <a:cs typeface="Times New Roman"/>
              </a:rPr>
              <a:t>hing</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n </a:t>
            </a:r>
            <a:r>
              <a:rPr sz="1700" spc="-2" dirty="0">
                <a:latin typeface="Times New Roman"/>
                <a:cs typeface="Times New Roman"/>
              </a:rPr>
              <a:t>the </a:t>
            </a:r>
            <a:r>
              <a:rPr sz="1700" spc="-10"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if </a:t>
            </a:r>
            <a:r>
              <a:rPr sz="1700" spc="-5" dirty="0">
                <a:latin typeface="Times New Roman"/>
                <a:cs typeface="Times New Roman"/>
              </a:rPr>
              <a:t>d</a:t>
            </a:r>
            <a:r>
              <a:rPr sz="1700" spc="-10"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 dirty="0">
                <a:latin typeface="Times New Roman"/>
                <a:cs typeface="Times New Roman"/>
              </a:rPr>
              <a:t>is </a:t>
            </a:r>
            <a:r>
              <a:rPr sz="1700" spc="-5" dirty="0">
                <a:latin typeface="Times New Roman"/>
                <a:cs typeface="Times New Roman"/>
              </a:rPr>
              <a:t>not</a:t>
            </a:r>
            <a:r>
              <a:rPr sz="1700" dirty="0">
                <a:latin typeface="Times New Roman"/>
                <a:cs typeface="Times New Roman"/>
              </a:rPr>
              <a:t> fou</a:t>
            </a:r>
            <a:r>
              <a:rPr sz="1700" spc="-2" dirty="0">
                <a:latin typeface="Times New Roman"/>
                <a:cs typeface="Times New Roman"/>
              </a:rPr>
              <a:t>n</a:t>
            </a:r>
            <a:r>
              <a:rPr sz="1700" dirty="0">
                <a:latin typeface="Times New Roman"/>
                <a:cs typeface="Times New Roman"/>
              </a:rPr>
              <a:t>d, </a:t>
            </a:r>
            <a:r>
              <a:rPr sz="1700" spc="-5" dirty="0">
                <a:latin typeface="Times New Roman"/>
                <a:cs typeface="Times New Roman"/>
              </a:rPr>
              <a:t>a</a:t>
            </a:r>
            <a:r>
              <a:rPr sz="1700" spc="2" dirty="0">
                <a:latin typeface="Times New Roman"/>
                <a:cs typeface="Times New Roman"/>
              </a:rPr>
              <a:t> </a:t>
            </a:r>
            <a:r>
              <a:rPr sz="1700" spc="-2" dirty="0">
                <a:latin typeface="Times New Roman"/>
                <a:cs typeface="Times New Roman"/>
              </a:rPr>
              <a:t>c</a:t>
            </a:r>
            <a:r>
              <a:rPr sz="1700" spc="-7" dirty="0">
                <a:latin typeface="Times New Roman"/>
                <a:cs typeface="Times New Roman"/>
              </a:rPr>
              <a:t>ac</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mi</a:t>
            </a:r>
            <a:r>
              <a:rPr sz="1700" spc="-2" dirty="0">
                <a:latin typeface="Times New Roman"/>
                <a:cs typeface="Times New Roman"/>
              </a:rPr>
              <a:t>s</a:t>
            </a:r>
            <a:r>
              <a:rPr sz="1700" dirty="0">
                <a:latin typeface="Times New Roman"/>
                <a:cs typeface="Times New Roman"/>
              </a:rPr>
              <a:t>s has </a:t>
            </a:r>
            <a:r>
              <a:rPr sz="1700" spc="-5" dirty="0">
                <a:latin typeface="Times New Roman"/>
                <a:cs typeface="Times New Roman"/>
              </a:rPr>
              <a:t>o</a:t>
            </a:r>
            <a:r>
              <a:rPr sz="1700" spc="-2" dirty="0">
                <a:latin typeface="Times New Roman"/>
                <a:cs typeface="Times New Roman"/>
              </a:rPr>
              <a:t>c</a:t>
            </a:r>
            <a:r>
              <a:rPr sz="1700" spc="-7" dirty="0">
                <a:latin typeface="Times New Roman"/>
                <a:cs typeface="Times New Roman"/>
              </a:rPr>
              <a:t>c</a:t>
            </a:r>
            <a:r>
              <a:rPr sz="1700" dirty="0">
                <a:latin typeface="Times New Roman"/>
                <a:cs typeface="Times New Roman"/>
              </a:rPr>
              <a:t>urr</a:t>
            </a:r>
            <a:r>
              <a:rPr sz="1700" spc="-7" dirty="0">
                <a:latin typeface="Times New Roman"/>
                <a:cs typeface="Times New Roman"/>
              </a:rPr>
              <a:t>e</a:t>
            </a:r>
            <a:r>
              <a:rPr sz="1700" dirty="0">
                <a:latin typeface="Times New Roman"/>
                <a:cs typeface="Times New Roman"/>
              </a:rPr>
              <a:t>d.</a:t>
            </a:r>
          </a:p>
          <a:p>
            <a:pPr marL="6109" marR="3360">
              <a:spcBef>
                <a:spcPts val="397"/>
              </a:spcBef>
            </a:pPr>
            <a:endParaRPr lang="en-US" sz="1700" dirty="0">
              <a:latin typeface="Times New Roman"/>
              <a:cs typeface="Times New Roman"/>
            </a:endParaRPr>
          </a:p>
          <a:p>
            <a:pPr marL="6109" marR="3360">
              <a:spcBef>
                <a:spcPts val="397"/>
              </a:spcBef>
            </a:pPr>
            <a:r>
              <a:rPr sz="1700" dirty="0">
                <a:latin typeface="Times New Roman"/>
                <a:cs typeface="Times New Roman"/>
              </a:rPr>
              <a:t>P</a:t>
            </a:r>
            <a:r>
              <a:rPr sz="1700" spc="-7" dirty="0">
                <a:latin typeface="Times New Roman"/>
                <a:cs typeface="Times New Roman"/>
              </a:rPr>
              <a:t>e</a:t>
            </a:r>
            <a:r>
              <a:rPr sz="1700" dirty="0">
                <a:latin typeface="Times New Roman"/>
                <a:cs typeface="Times New Roman"/>
              </a:rPr>
              <a:t>r</a:t>
            </a:r>
            <a:r>
              <a:rPr sz="1700" spc="-5" dirty="0">
                <a:latin typeface="Times New Roman"/>
                <a:cs typeface="Times New Roman"/>
              </a:rPr>
              <a:t>form</a:t>
            </a:r>
            <a:r>
              <a:rPr sz="1700" spc="-10" dirty="0">
                <a:latin typeface="Times New Roman"/>
                <a:cs typeface="Times New Roman"/>
              </a:rPr>
              <a:t>a</a:t>
            </a:r>
            <a:r>
              <a:rPr sz="1700" spc="-5" dirty="0">
                <a:latin typeface="Times New Roman"/>
                <a:cs typeface="Times New Roman"/>
              </a:rPr>
              <a:t>n</a:t>
            </a:r>
            <a:r>
              <a:rPr sz="1700" spc="-2" dirty="0">
                <a:latin typeface="Times New Roman"/>
                <a:cs typeface="Times New Roman"/>
              </a:rPr>
              <a:t>c</a:t>
            </a:r>
            <a:r>
              <a:rPr sz="1700" spc="-5" dirty="0">
                <a:latin typeface="Times New Roman"/>
                <a:cs typeface="Times New Roman"/>
              </a:rPr>
              <a:t>e</a:t>
            </a:r>
            <a:r>
              <a:rPr sz="1700" spc="-10"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10"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5" dirty="0">
                <a:latin typeface="Times New Roman"/>
                <a:cs typeface="Times New Roman"/>
              </a:rPr>
              <a:t>me</a:t>
            </a:r>
            <a:r>
              <a:rPr sz="1700" spc="-10" dirty="0">
                <a:latin typeface="Times New Roman"/>
                <a:cs typeface="Times New Roman"/>
              </a:rPr>
              <a:t>a</a:t>
            </a:r>
            <a:r>
              <a:rPr sz="1700" spc="-2" dirty="0">
                <a:latin typeface="Times New Roman"/>
                <a:cs typeface="Times New Roman"/>
              </a:rPr>
              <a:t>sur</a:t>
            </a:r>
            <a:r>
              <a:rPr sz="1700" spc="-5" dirty="0">
                <a:latin typeface="Times New Roman"/>
                <a:cs typeface="Times New Roman"/>
              </a:rPr>
              <a:t>e</a:t>
            </a:r>
            <a:r>
              <a:rPr sz="1700" dirty="0">
                <a:latin typeface="Times New Roman"/>
                <a:cs typeface="Times New Roman"/>
              </a:rPr>
              <a:t>d</a:t>
            </a:r>
            <a:r>
              <a:rPr sz="1700" spc="-7" dirty="0">
                <a:latin typeface="Times New Roman"/>
                <a:cs typeface="Times New Roman"/>
              </a:rPr>
              <a:t> </a:t>
            </a:r>
            <a:r>
              <a:rPr sz="1700" dirty="0">
                <a:latin typeface="Times New Roman"/>
                <a:cs typeface="Times New Roman"/>
              </a:rPr>
              <a:t>by</a:t>
            </a:r>
            <a:r>
              <a:rPr sz="1700" spc="-7"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number</a:t>
            </a:r>
            <a:r>
              <a:rPr sz="1700" spc="-10"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7" dirty="0">
                <a:latin typeface="Times New Roman"/>
                <a:cs typeface="Times New Roman"/>
              </a:rPr>
              <a:t>cac</a:t>
            </a:r>
            <a:r>
              <a:rPr sz="1700" spc="-5" dirty="0">
                <a:latin typeface="Times New Roman"/>
                <a:cs typeface="Times New Roman"/>
              </a:rPr>
              <a:t>he</a:t>
            </a:r>
            <a:r>
              <a:rPr sz="1700" spc="-10" dirty="0">
                <a:latin typeface="Times New Roman"/>
                <a:cs typeface="Times New Roman"/>
              </a:rPr>
              <a:t> </a:t>
            </a:r>
            <a:r>
              <a:rPr sz="1700" spc="-2" dirty="0">
                <a:latin typeface="Times New Roman"/>
                <a:cs typeface="Times New Roman"/>
              </a:rPr>
              <a:t>hit</a:t>
            </a:r>
            <a:r>
              <a:rPr sz="1700" dirty="0">
                <a:latin typeface="Times New Roman"/>
                <a:cs typeface="Times New Roman"/>
              </a:rPr>
              <a:t>s</a:t>
            </a:r>
            <a:r>
              <a:rPr sz="1700" spc="-7" dirty="0">
                <a:latin typeface="Times New Roman"/>
                <a:cs typeface="Times New Roman"/>
              </a:rPr>
              <a:t> </a:t>
            </a:r>
            <a:r>
              <a:rPr sz="1700" spc="-2" dirty="0">
                <a:latin typeface="Times New Roman"/>
                <a:cs typeface="Times New Roman"/>
              </a:rPr>
              <a:t>to</a:t>
            </a:r>
            <a:r>
              <a:rPr sz="1700" spc="-5"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num</a:t>
            </a:r>
            <a:r>
              <a:rPr sz="1700" spc="-10" dirty="0">
                <a:latin typeface="Times New Roman"/>
                <a:cs typeface="Times New Roman"/>
              </a:rPr>
              <a:t>b</a:t>
            </a:r>
            <a:r>
              <a:rPr sz="1700" spc="-7" dirty="0">
                <a:latin typeface="Times New Roman"/>
                <a:cs typeface="Times New Roman"/>
              </a:rPr>
              <a:t>e</a:t>
            </a:r>
            <a:r>
              <a:rPr sz="1700" dirty="0">
                <a:latin typeface="Times New Roman"/>
                <a:cs typeface="Times New Roman"/>
              </a:rPr>
              <a:t>r</a:t>
            </a:r>
            <a:r>
              <a:rPr sz="1700" spc="-10"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2" dirty="0">
                <a:latin typeface="Times New Roman"/>
                <a:cs typeface="Times New Roman"/>
              </a:rPr>
              <a:t>se</a:t>
            </a:r>
            <a:r>
              <a:rPr sz="1700" spc="-7" dirty="0">
                <a:latin typeface="Times New Roman"/>
                <a:cs typeface="Times New Roman"/>
              </a:rPr>
              <a:t>a</a:t>
            </a:r>
            <a:r>
              <a:rPr sz="1700" spc="-2" dirty="0">
                <a:latin typeface="Times New Roman"/>
                <a:cs typeface="Times New Roman"/>
              </a:rPr>
              <a:t>r</a:t>
            </a:r>
            <a:r>
              <a:rPr sz="1700" spc="-10" dirty="0">
                <a:latin typeface="Times New Roman"/>
                <a:cs typeface="Times New Roman"/>
              </a:rPr>
              <a:t>c</a:t>
            </a:r>
            <a:r>
              <a:rPr sz="1700" spc="5" dirty="0">
                <a:latin typeface="Times New Roman"/>
                <a:cs typeface="Times New Roman"/>
              </a:rPr>
              <a:t>h</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7" dirty="0">
                <a:latin typeface="Times New Roman"/>
                <a:cs typeface="Times New Roman"/>
              </a:rPr>
              <a:t> </a:t>
            </a:r>
            <a:r>
              <a:rPr sz="1700" spc="-5" dirty="0">
                <a:latin typeface="Times New Roman"/>
                <a:cs typeface="Times New Roman"/>
              </a:rPr>
              <a:t>This</a:t>
            </a:r>
            <a:r>
              <a:rPr sz="1700" spc="-2"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r</a:t>
            </a:r>
            <a:r>
              <a:rPr sz="1700" spc="-10" dirty="0">
                <a:latin typeface="Times New Roman"/>
                <a:cs typeface="Times New Roman"/>
              </a:rPr>
              <a:t>a</a:t>
            </a:r>
            <a:r>
              <a:rPr sz="1700" spc="-5" dirty="0">
                <a:latin typeface="Times New Roman"/>
                <a:cs typeface="Times New Roman"/>
              </a:rPr>
              <a:t>met</a:t>
            </a:r>
            <a:r>
              <a:rPr sz="1700" spc="-2" dirty="0">
                <a:latin typeface="Times New Roman"/>
                <a:cs typeface="Times New Roman"/>
              </a:rPr>
              <a:t>e</a:t>
            </a:r>
            <a:r>
              <a:rPr sz="1700" dirty="0">
                <a:latin typeface="Times New Roman"/>
                <a:cs typeface="Times New Roman"/>
              </a:rPr>
              <a:t>r of</a:t>
            </a:r>
            <a:r>
              <a:rPr sz="1700" spc="-5" dirty="0">
                <a:latin typeface="Times New Roman"/>
                <a:cs typeface="Times New Roman"/>
              </a:rPr>
              <a:t> m</a:t>
            </a:r>
            <a:r>
              <a:rPr sz="1700" spc="-2" dirty="0">
                <a:latin typeface="Times New Roman"/>
                <a:cs typeface="Times New Roman"/>
              </a:rPr>
              <a:t>e</a:t>
            </a:r>
            <a:r>
              <a:rPr sz="1700" spc="-7" dirty="0">
                <a:latin typeface="Times New Roman"/>
                <a:cs typeface="Times New Roman"/>
              </a:rPr>
              <a:t>a</a:t>
            </a:r>
            <a:r>
              <a:rPr sz="1700" spc="-2" dirty="0">
                <a:latin typeface="Times New Roman"/>
                <a:cs typeface="Times New Roman"/>
              </a:rPr>
              <a:t>surin</a:t>
            </a:r>
            <a:r>
              <a:rPr sz="1700" dirty="0">
                <a:latin typeface="Times New Roman"/>
                <a:cs typeface="Times New Roman"/>
              </a:rPr>
              <a:t>g</a:t>
            </a:r>
            <a:r>
              <a:rPr sz="1700" spc="5"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dirty="0">
                <a:latin typeface="Times New Roman"/>
                <a:cs typeface="Times New Roman"/>
              </a:rPr>
              <a:t>r</a:t>
            </a:r>
            <a:r>
              <a:rPr sz="1700" spc="-5" dirty="0">
                <a:latin typeface="Times New Roman"/>
                <a:cs typeface="Times New Roman"/>
              </a:rPr>
              <a:t>form</a:t>
            </a:r>
            <a:r>
              <a:rPr sz="1700" spc="-10" dirty="0">
                <a:latin typeface="Times New Roman"/>
                <a:cs typeface="Times New Roman"/>
              </a:rPr>
              <a:t>a</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is </a:t>
            </a:r>
            <a:r>
              <a:rPr sz="1700" dirty="0">
                <a:latin typeface="Times New Roman"/>
                <a:cs typeface="Times New Roman"/>
              </a:rPr>
              <a:t>known</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the</a:t>
            </a:r>
            <a:r>
              <a:rPr sz="1700" spc="5" dirty="0">
                <a:latin typeface="Times New Roman"/>
                <a:cs typeface="Times New Roman"/>
              </a:rPr>
              <a:t> </a:t>
            </a:r>
            <a:r>
              <a:rPr sz="1700" spc="-7" dirty="0">
                <a:latin typeface="Times New Roman"/>
                <a:cs typeface="Times New Roman"/>
              </a:rPr>
              <a:t>Hi</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R</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a:t>
            </a:r>
          </a:p>
          <a:p>
            <a:pPr marL="6109" algn="just">
              <a:spcBef>
                <a:spcPts val="339"/>
              </a:spcBef>
            </a:pPr>
            <a:endParaRPr lang="en-US" sz="1700" b="1" spc="-5" dirty="0">
              <a:latin typeface="Times New Roman"/>
              <a:cs typeface="Times New Roman"/>
            </a:endParaRPr>
          </a:p>
          <a:p>
            <a:pPr marL="6109" algn="just">
              <a:spcBef>
                <a:spcPts val="339"/>
              </a:spcBef>
            </a:pPr>
            <a:r>
              <a:rPr sz="1700" b="1" spc="-5" dirty="0">
                <a:latin typeface="Times New Roman"/>
                <a:cs typeface="Times New Roman"/>
              </a:rPr>
              <a:t>Hit </a:t>
            </a:r>
            <a:r>
              <a:rPr sz="1700" b="1" spc="-10" dirty="0">
                <a:latin typeface="Times New Roman"/>
                <a:cs typeface="Times New Roman"/>
              </a:rPr>
              <a:t>r</a:t>
            </a:r>
            <a:r>
              <a:rPr sz="1700" b="1" spc="-2" dirty="0">
                <a:latin typeface="Times New Roman"/>
                <a:cs typeface="Times New Roman"/>
              </a:rPr>
              <a:t>atio</a:t>
            </a:r>
            <a:r>
              <a:rPr sz="1700" b="1" dirty="0">
                <a:latin typeface="Times New Roman"/>
                <a:cs typeface="Times New Roman"/>
              </a:rPr>
              <a:t> </a:t>
            </a:r>
            <a:r>
              <a:rPr sz="1700" b="1" spc="-5" dirty="0">
                <a:latin typeface="Times New Roman"/>
                <a:cs typeface="Times New Roman"/>
              </a:rPr>
              <a:t>=</a:t>
            </a:r>
            <a:r>
              <a:rPr sz="1700" b="1" spc="-2" dirty="0">
                <a:latin typeface="Times New Roman"/>
                <a:cs typeface="Times New Roman"/>
              </a:rPr>
              <a:t> </a:t>
            </a:r>
            <a:r>
              <a:rPr sz="1700" b="1" dirty="0">
                <a:latin typeface="Times New Roman"/>
                <a:cs typeface="Times New Roman"/>
              </a:rPr>
              <a:t>(</a:t>
            </a:r>
            <a:r>
              <a:rPr sz="1700" b="1" spc="-5" dirty="0">
                <a:latin typeface="Times New Roman"/>
                <a:cs typeface="Times New Roman"/>
              </a:rPr>
              <a:t>N</a:t>
            </a:r>
            <a:r>
              <a:rPr sz="1700" b="1" dirty="0">
                <a:latin typeface="Times New Roman"/>
                <a:cs typeface="Times New Roman"/>
              </a:rPr>
              <a:t>u</a:t>
            </a:r>
            <a:r>
              <a:rPr sz="1700" b="1" spc="2" dirty="0">
                <a:latin typeface="Times New Roman"/>
                <a:cs typeface="Times New Roman"/>
              </a:rPr>
              <a:t>m</a:t>
            </a:r>
            <a:r>
              <a:rPr sz="1700" b="1" dirty="0">
                <a:latin typeface="Times New Roman"/>
                <a:cs typeface="Times New Roman"/>
              </a:rPr>
              <a:t>b</a:t>
            </a:r>
            <a:r>
              <a:rPr sz="1700" b="1" spc="-7" dirty="0">
                <a:latin typeface="Times New Roman"/>
                <a:cs typeface="Times New Roman"/>
              </a:rPr>
              <a:t>e</a:t>
            </a:r>
            <a:r>
              <a:rPr sz="1700" b="1" spc="-5" dirty="0">
                <a:latin typeface="Times New Roman"/>
                <a:cs typeface="Times New Roman"/>
              </a:rPr>
              <a:t>r</a:t>
            </a:r>
            <a:r>
              <a:rPr sz="1700" b="1" spc="-2" dirty="0">
                <a:latin typeface="Times New Roman"/>
                <a:cs typeface="Times New Roman"/>
              </a:rPr>
              <a:t> </a:t>
            </a:r>
            <a:r>
              <a:rPr sz="1700" b="1" dirty="0">
                <a:latin typeface="Times New Roman"/>
                <a:cs typeface="Times New Roman"/>
              </a:rPr>
              <a:t>of</a:t>
            </a:r>
            <a:r>
              <a:rPr sz="1700" b="1" spc="2" dirty="0">
                <a:latin typeface="Times New Roman"/>
                <a:cs typeface="Times New Roman"/>
              </a:rPr>
              <a:t> </a:t>
            </a:r>
            <a:r>
              <a:rPr sz="1700" b="1" spc="-7" dirty="0">
                <a:latin typeface="Times New Roman"/>
                <a:cs typeface="Times New Roman"/>
              </a:rPr>
              <a:t>c</a:t>
            </a:r>
            <a:r>
              <a:rPr sz="1700" b="1" spc="-5" dirty="0">
                <a:latin typeface="Times New Roman"/>
                <a:cs typeface="Times New Roman"/>
              </a:rPr>
              <a:t>a</a:t>
            </a:r>
            <a:r>
              <a:rPr sz="1700" b="1" spc="-7"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a:t>
            </a:r>
            <a:r>
              <a:rPr sz="1700" b="1" dirty="0">
                <a:latin typeface="Times New Roman"/>
                <a:cs typeface="Times New Roman"/>
              </a:rPr>
              <a:t>h</a:t>
            </a:r>
            <a:r>
              <a:rPr sz="1700" b="1" spc="-2" dirty="0">
                <a:latin typeface="Times New Roman"/>
                <a:cs typeface="Times New Roman"/>
              </a:rPr>
              <a:t>its)/</a:t>
            </a:r>
            <a:r>
              <a:rPr sz="1700" b="1" spc="-7" dirty="0">
                <a:latin typeface="Times New Roman"/>
                <a:cs typeface="Times New Roman"/>
              </a:rPr>
              <a:t>(</a:t>
            </a:r>
            <a:r>
              <a:rPr sz="1700" b="1" spc="-2" dirty="0">
                <a:latin typeface="Times New Roman"/>
                <a:cs typeface="Times New Roman"/>
              </a:rPr>
              <a:t>Nu</a:t>
            </a:r>
            <a:r>
              <a:rPr sz="1700" b="1" spc="2" dirty="0">
                <a:latin typeface="Times New Roman"/>
                <a:cs typeface="Times New Roman"/>
              </a:rPr>
              <a:t>m</a:t>
            </a:r>
            <a:r>
              <a:rPr sz="1700" b="1" dirty="0">
                <a:latin typeface="Times New Roman"/>
                <a:cs typeface="Times New Roman"/>
              </a:rPr>
              <a:t>b</a:t>
            </a:r>
            <a:r>
              <a:rPr sz="1700" b="1" spc="-7" dirty="0">
                <a:latin typeface="Times New Roman"/>
                <a:cs typeface="Times New Roman"/>
              </a:rPr>
              <a:t>e</a:t>
            </a:r>
            <a:r>
              <a:rPr sz="1700" b="1" spc="-5" dirty="0">
                <a:latin typeface="Times New Roman"/>
                <a:cs typeface="Times New Roman"/>
              </a:rPr>
              <a:t>r</a:t>
            </a:r>
            <a:r>
              <a:rPr sz="1700" b="1" spc="-2" dirty="0">
                <a:latin typeface="Times New Roman"/>
                <a:cs typeface="Times New Roman"/>
              </a:rPr>
              <a:t> </a:t>
            </a:r>
            <a:r>
              <a:rPr sz="1700" b="1" dirty="0">
                <a:latin typeface="Times New Roman"/>
                <a:cs typeface="Times New Roman"/>
              </a:rPr>
              <a:t>of</a:t>
            </a:r>
            <a:r>
              <a:rPr sz="1700" b="1" spc="2" dirty="0">
                <a:latin typeface="Times New Roman"/>
                <a:cs typeface="Times New Roman"/>
              </a:rPr>
              <a:t> </a:t>
            </a:r>
            <a:r>
              <a:rPr sz="1700" b="1" spc="-2" dirty="0">
                <a:latin typeface="Times New Roman"/>
                <a:cs typeface="Times New Roman"/>
              </a:rPr>
              <a:t>se</a:t>
            </a:r>
            <a:r>
              <a:rPr sz="1700" b="1" spc="-5" dirty="0">
                <a:latin typeface="Times New Roman"/>
                <a:cs typeface="Times New Roman"/>
              </a:rPr>
              <a:t>a</a:t>
            </a:r>
            <a:r>
              <a:rPr sz="1700" b="1" spc="-7" dirty="0">
                <a:latin typeface="Times New Roman"/>
                <a:cs typeface="Times New Roman"/>
              </a:rPr>
              <a:t>rc</a:t>
            </a:r>
            <a:r>
              <a:rPr sz="1700" b="1" dirty="0">
                <a:latin typeface="Times New Roman"/>
                <a:cs typeface="Times New Roman"/>
              </a:rPr>
              <a:t>h</a:t>
            </a:r>
            <a:r>
              <a:rPr sz="1700" b="1" spc="-7" dirty="0">
                <a:latin typeface="Times New Roman"/>
                <a:cs typeface="Times New Roman"/>
              </a:rPr>
              <a:t>e</a:t>
            </a:r>
            <a:r>
              <a:rPr sz="1700" b="1" spc="-2" dirty="0">
                <a:latin typeface="Times New Roman"/>
                <a:cs typeface="Times New Roman"/>
              </a:rPr>
              <a:t>s)</a:t>
            </a:r>
            <a:endParaRPr sz="1700" dirty="0">
              <a:latin typeface="Times New Roman"/>
              <a:cs typeface="Times New Roman"/>
            </a:endParaRPr>
          </a:p>
        </p:txBody>
      </p:sp>
    </p:spTree>
    <p:extLst>
      <p:ext uri="{BB962C8B-B14F-4D97-AF65-F5344CB8AC3E}">
        <p14:creationId xmlns:p14="http://schemas.microsoft.com/office/powerpoint/2010/main" val="593773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C20DB-3E83-42E0-37E8-4CC51765659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707A15B-9EAA-B9BE-2713-007F689EF38F}"/>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2D38303D-4F01-017A-F3F9-203B815D61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77A4CCA-64DA-EB03-8D0F-5316167EED6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59080A6C-03FE-B453-B145-6814B4F0F55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2">
            <a:extLst>
              <a:ext uri="{FF2B5EF4-FFF2-40B4-BE49-F238E27FC236}">
                <a16:creationId xmlns:a16="http://schemas.microsoft.com/office/drawing/2014/main" id="{5AC8C748-9FB8-7815-D15A-CCF4CE5BD6EA}"/>
              </a:ext>
            </a:extLst>
          </p:cNvPr>
          <p:cNvSpPr txBox="1"/>
          <p:nvPr/>
        </p:nvSpPr>
        <p:spPr>
          <a:xfrm>
            <a:off x="990599" y="1047750"/>
            <a:ext cx="7162801" cy="3095719"/>
          </a:xfrm>
          <a:prstGeom prst="rect">
            <a:avLst/>
          </a:prstGeom>
        </p:spPr>
        <p:txBody>
          <a:bodyPr vert="horz" wrap="square" lIns="0" tIns="0" rIns="0" bIns="0" rtlCol="0">
            <a:spAutoFit/>
          </a:bodyPr>
          <a:lstStyle/>
          <a:p>
            <a:pPr marL="6109" algn="just"/>
            <a:r>
              <a:rPr sz="1700" b="1" spc="-2" dirty="0">
                <a:latin typeface="Times New Roman"/>
                <a:cs typeface="Times New Roman"/>
              </a:rPr>
              <a:t>Ca</a:t>
            </a:r>
            <a:r>
              <a:rPr sz="1700" b="1" spc="-5"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a:t>
            </a:r>
            <a:r>
              <a:rPr sz="1700" b="1" spc="-10" dirty="0">
                <a:latin typeface="Times New Roman"/>
                <a:cs typeface="Times New Roman"/>
              </a:rPr>
              <a:t>M</a:t>
            </a:r>
            <a:r>
              <a:rPr sz="1700" b="1" dirty="0">
                <a:latin typeface="Times New Roman"/>
                <a:cs typeface="Times New Roman"/>
              </a:rPr>
              <a:t>app</a:t>
            </a:r>
            <a:r>
              <a:rPr sz="1700" b="1" spc="-2" dirty="0">
                <a:latin typeface="Times New Roman"/>
                <a:cs typeface="Times New Roman"/>
              </a:rPr>
              <a:t>in</a:t>
            </a:r>
            <a:r>
              <a:rPr sz="1700" b="1" dirty="0">
                <a:latin typeface="Times New Roman"/>
                <a:cs typeface="Times New Roman"/>
              </a:rPr>
              <a:t>g</a:t>
            </a:r>
            <a:endParaRPr sz="1700" dirty="0">
              <a:latin typeface="Times New Roman"/>
              <a:cs typeface="Times New Roman"/>
            </a:endParaRPr>
          </a:p>
          <a:p>
            <a:pPr marL="6109" marR="2443" algn="just">
              <a:spcBef>
                <a:spcPts val="404"/>
              </a:spcBef>
            </a:pPr>
            <a:endParaRPr lang="en-US" sz="1700" spc="-2" dirty="0">
              <a:latin typeface="Times New Roman"/>
              <a:cs typeface="Times New Roman"/>
            </a:endParaRPr>
          </a:p>
          <a:p>
            <a:pPr marL="6109" marR="2443" algn="just">
              <a:spcBef>
                <a:spcPts val="404"/>
              </a:spcBef>
            </a:pPr>
            <a:r>
              <a:rPr sz="1700" spc="-2" dirty="0">
                <a:latin typeface="Times New Roman"/>
                <a:cs typeface="Times New Roman"/>
              </a:rPr>
              <a:t>A</a:t>
            </a:r>
            <a:r>
              <a:rPr sz="1700" dirty="0">
                <a:latin typeface="Times New Roman"/>
                <a:cs typeface="Times New Roman"/>
              </a:rPr>
              <a:t>s </a:t>
            </a:r>
            <a:r>
              <a:rPr sz="1700" spc="-2" dirty="0">
                <a:latin typeface="Times New Roman"/>
                <a:cs typeface="Times New Roman"/>
              </a:rPr>
              <a:t>w</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know</a:t>
            </a:r>
            <a:r>
              <a:rPr sz="1700" spc="-2" dirty="0">
                <a:latin typeface="Times New Roman"/>
                <a:cs typeface="Times New Roman"/>
              </a:rPr>
              <a:t> th</a:t>
            </a:r>
            <a:r>
              <a:rPr sz="1700" spc="-7"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the </a:t>
            </a:r>
            <a:r>
              <a:rPr sz="1700" spc="-7" dirty="0">
                <a:latin typeface="Times New Roman"/>
                <a:cs typeface="Times New Roman"/>
              </a:rPr>
              <a:t>c</a:t>
            </a:r>
            <a:r>
              <a:rPr sz="1700" spc="-2" dirty="0">
                <a:latin typeface="Times New Roman"/>
                <a:cs typeface="Times New Roman"/>
              </a:rPr>
              <a:t>ac</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2" dirty="0">
                <a:latin typeface="Times New Roman"/>
                <a:cs typeface="Times New Roman"/>
              </a:rPr>
              <a:t>bridg</a:t>
            </a:r>
            <a:r>
              <a:rPr sz="1700" spc="-10" dirty="0">
                <a:latin typeface="Times New Roman"/>
                <a:cs typeface="Times New Roman"/>
              </a:rPr>
              <a:t>e</a:t>
            </a:r>
            <a:r>
              <a:rPr sz="1700" dirty="0">
                <a:latin typeface="Times New Roman"/>
                <a:cs typeface="Times New Roman"/>
              </a:rPr>
              <a:t>s</a:t>
            </a:r>
            <a:r>
              <a:rPr sz="1700" spc="-2" dirty="0">
                <a:latin typeface="Times New Roman"/>
                <a:cs typeface="Times New Roman"/>
              </a:rPr>
              <a:t> the </a:t>
            </a:r>
            <a:r>
              <a:rPr sz="1700" dirty="0">
                <a:latin typeface="Times New Roman"/>
                <a:cs typeface="Times New Roman"/>
              </a:rPr>
              <a:t>m</a:t>
            </a:r>
            <a:r>
              <a:rPr sz="1700" spc="-5" dirty="0">
                <a:latin typeface="Times New Roman"/>
                <a:cs typeface="Times New Roman"/>
              </a:rPr>
              <a:t>ism</a:t>
            </a:r>
            <a:r>
              <a:rPr sz="1700" spc="-7" dirty="0">
                <a:latin typeface="Times New Roman"/>
                <a:cs typeface="Times New Roman"/>
              </a:rPr>
              <a:t>a</a:t>
            </a:r>
            <a:r>
              <a:rPr sz="1700" spc="-2" dirty="0">
                <a:latin typeface="Times New Roman"/>
                <a:cs typeface="Times New Roman"/>
              </a:rPr>
              <a:t>tch </a:t>
            </a:r>
            <a:r>
              <a:rPr sz="1700" dirty="0">
                <a:latin typeface="Times New Roman"/>
                <a:cs typeface="Times New Roman"/>
              </a:rPr>
              <a:t>of</a:t>
            </a:r>
            <a:r>
              <a:rPr sz="1700" spc="-5" dirty="0">
                <a:latin typeface="Times New Roman"/>
                <a:cs typeface="Times New Roman"/>
              </a:rPr>
              <a:t> </a:t>
            </a:r>
            <a:r>
              <a:rPr sz="1700" spc="-2" dirty="0">
                <a:latin typeface="Times New Roman"/>
                <a:cs typeface="Times New Roman"/>
              </a:rPr>
              <a:t>spe</a:t>
            </a:r>
            <a:r>
              <a:rPr sz="1700" spc="-7" dirty="0">
                <a:latin typeface="Times New Roman"/>
                <a:cs typeface="Times New Roman"/>
              </a:rPr>
              <a:t>e</a:t>
            </a:r>
            <a:r>
              <a:rPr sz="1700" dirty="0">
                <a:latin typeface="Times New Roman"/>
                <a:cs typeface="Times New Roman"/>
              </a:rPr>
              <a:t>d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2" dirty="0">
                <a:latin typeface="Times New Roman"/>
                <a:cs typeface="Times New Roman"/>
              </a:rPr>
              <a:t>ee</a:t>
            </a:r>
            <a:r>
              <a:rPr sz="1700" dirty="0">
                <a:latin typeface="Times New Roman"/>
                <a:cs typeface="Times New Roman"/>
              </a:rPr>
              <a:t>n </a:t>
            </a:r>
            <a:r>
              <a:rPr sz="1700" spc="-2" dirty="0">
                <a:latin typeface="Times New Roman"/>
                <a:cs typeface="Times New Roman"/>
              </a:rPr>
              <a:t>the </a:t>
            </a:r>
            <a:r>
              <a:rPr sz="1700" spc="-5" dirty="0">
                <a:latin typeface="Times New Roman"/>
                <a:cs typeface="Times New Roman"/>
              </a:rPr>
              <a:t>m</a:t>
            </a:r>
            <a:r>
              <a:rPr sz="1700" spc="-7" dirty="0">
                <a:latin typeface="Times New Roman"/>
                <a:cs typeface="Times New Roman"/>
              </a:rPr>
              <a:t>a</a:t>
            </a:r>
            <a:r>
              <a:rPr sz="1700" spc="-2" dirty="0">
                <a:latin typeface="Times New Roman"/>
                <a:cs typeface="Times New Roman"/>
              </a:rPr>
              <a:t>in </a:t>
            </a:r>
            <a:r>
              <a:rPr sz="1700" spc="-5"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the </a:t>
            </a:r>
            <a:r>
              <a:rPr sz="1700" dirty="0">
                <a:latin typeface="Times New Roman"/>
                <a:cs typeface="Times New Roman"/>
              </a:rPr>
              <a:t>p</a:t>
            </a:r>
            <a:r>
              <a:rPr sz="1700" spc="-5" dirty="0">
                <a:latin typeface="Times New Roman"/>
                <a:cs typeface="Times New Roman"/>
              </a:rPr>
              <a:t>ro</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ssor</a:t>
            </a:r>
            <a:r>
              <a:rPr sz="1700" dirty="0">
                <a:latin typeface="Times New Roman"/>
                <a:cs typeface="Times New Roman"/>
              </a:rPr>
              <a:t>. </a:t>
            </a:r>
            <a:r>
              <a:rPr sz="1700" spc="-12"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a</a:t>
            </a:r>
            <a:r>
              <a:rPr sz="1700"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2" dirty="0">
                <a:latin typeface="Times New Roman"/>
                <a:cs typeface="Times New Roman"/>
              </a:rPr>
              <a:t> hit</a:t>
            </a:r>
            <a:r>
              <a:rPr sz="1700" dirty="0">
                <a:latin typeface="Times New Roman"/>
                <a:cs typeface="Times New Roman"/>
              </a:rPr>
              <a:t> </a:t>
            </a:r>
            <a:r>
              <a:rPr sz="1700" spc="-5" dirty="0">
                <a:latin typeface="Times New Roman"/>
                <a:cs typeface="Times New Roman"/>
              </a:rPr>
              <a:t>o</a:t>
            </a:r>
            <a:r>
              <a:rPr sz="1700" spc="-7" dirty="0">
                <a:latin typeface="Times New Roman"/>
                <a:cs typeface="Times New Roman"/>
              </a:rPr>
              <a:t>cc</a:t>
            </a:r>
            <a:r>
              <a:rPr sz="1700" spc="5" dirty="0">
                <a:latin typeface="Times New Roman"/>
                <a:cs typeface="Times New Roman"/>
              </a:rPr>
              <a:t>u</a:t>
            </a:r>
            <a:r>
              <a:rPr sz="1700" dirty="0">
                <a:latin typeface="Times New Roman"/>
                <a:cs typeface="Times New Roman"/>
              </a:rPr>
              <a:t>rs,</a:t>
            </a:r>
          </a:p>
          <a:p>
            <a:pPr marL="291859" indent="-285750" algn="just">
              <a:spcBef>
                <a:spcPts val="334"/>
              </a:spcBef>
              <a:buSzPct val="83333"/>
              <a:buFont typeface="Arial" panose="020B0604020202020204" pitchFamily="34" charset="0"/>
              <a:buChar char="•"/>
              <a:tabLst>
                <a:tab pos="226022" algn="l"/>
              </a:tabLst>
            </a:pPr>
            <a:r>
              <a:rPr sz="1700" spc="-5" dirty="0">
                <a:latin typeface="Times New Roman"/>
                <a:cs typeface="Times New Roman"/>
              </a:rPr>
              <a:t>The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 </a:t>
            </a:r>
            <a:r>
              <a:rPr sz="1700" spc="-2" dirty="0">
                <a:latin typeface="Times New Roman"/>
                <a:cs typeface="Times New Roman"/>
              </a:rPr>
              <a:t>that is</a:t>
            </a:r>
            <a:r>
              <a:rPr sz="170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qui</a:t>
            </a:r>
            <a:r>
              <a:rPr sz="1700" dirty="0">
                <a:latin typeface="Times New Roman"/>
                <a:cs typeface="Times New Roman"/>
              </a:rPr>
              <a:t>r</a:t>
            </a:r>
            <a:r>
              <a:rPr sz="1700" spc="-7" dirty="0">
                <a:latin typeface="Times New Roman"/>
                <a:cs typeface="Times New Roman"/>
              </a:rPr>
              <a:t>e</a:t>
            </a:r>
            <a:r>
              <a:rPr sz="1700" dirty="0">
                <a:latin typeface="Times New Roman"/>
                <a:cs typeface="Times New Roman"/>
              </a:rPr>
              <a:t>d</a:t>
            </a:r>
            <a:r>
              <a:rPr sz="1700" spc="5" dirty="0">
                <a:latin typeface="Times New Roman"/>
                <a:cs typeface="Times New Roman"/>
              </a:rPr>
              <a:t> </a:t>
            </a:r>
            <a:r>
              <a:rPr sz="1700" spc="-2" dirty="0">
                <a:latin typeface="Times New Roman"/>
                <a:cs typeface="Times New Roman"/>
              </a:rPr>
              <a:t>is pr</a:t>
            </a:r>
            <a:r>
              <a:rPr sz="1700" spc="-7" dirty="0">
                <a:latin typeface="Times New Roman"/>
                <a:cs typeface="Times New Roman"/>
              </a:rPr>
              <a:t>e</a:t>
            </a:r>
            <a:r>
              <a:rPr sz="1700" spc="-2" dirty="0">
                <a:latin typeface="Times New Roman"/>
                <a:cs typeface="Times New Roman"/>
              </a:rPr>
              <a:t>sent</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n </a:t>
            </a:r>
            <a:r>
              <a:rPr sz="1700" spc="-2" dirty="0">
                <a:latin typeface="Times New Roman"/>
                <a:cs typeface="Times New Roman"/>
              </a:rPr>
              <a:t>the </a:t>
            </a:r>
            <a:r>
              <a:rPr sz="1700" spc="-5"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dirty="0">
                <a:latin typeface="Times New Roman"/>
                <a:cs typeface="Times New Roman"/>
              </a:rPr>
              <a:t>of </a:t>
            </a:r>
            <a:r>
              <a:rPr sz="1700" spc="-2" dirty="0">
                <a:latin typeface="Times New Roman"/>
                <a:cs typeface="Times New Roman"/>
              </a:rPr>
              <a:t>the</a:t>
            </a:r>
            <a:r>
              <a:rPr sz="1700" spc="-5"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r>
              <a:rPr lang="en-US" sz="1700" dirty="0">
                <a:latin typeface="Times New Roman"/>
                <a:cs typeface="Times New Roman"/>
              </a:rPr>
              <a:t> </a:t>
            </a:r>
            <a:r>
              <a:rPr sz="1700" spc="-5" dirty="0">
                <a:latin typeface="Times New Roman"/>
                <a:cs typeface="Times New Roman"/>
              </a:rPr>
              <a:t>Th</a:t>
            </a:r>
            <a:r>
              <a:rPr sz="1700" spc="-10" dirty="0">
                <a:latin typeface="Times New Roman"/>
                <a:cs typeface="Times New Roman"/>
              </a:rPr>
              <a:t>e</a:t>
            </a:r>
            <a:r>
              <a:rPr sz="1700" dirty="0">
                <a:latin typeface="Times New Roman"/>
                <a:cs typeface="Times New Roman"/>
              </a:rPr>
              <a:t>n </a:t>
            </a:r>
            <a:r>
              <a:rPr sz="1700" spc="-2" dirty="0">
                <a:latin typeface="Times New Roman"/>
                <a:cs typeface="Times New Roman"/>
              </a:rPr>
              <a:t>the </a:t>
            </a:r>
            <a:r>
              <a:rPr sz="1700" spc="-5" dirty="0">
                <a:latin typeface="Times New Roman"/>
                <a:cs typeface="Times New Roman"/>
              </a:rPr>
              <a:t>r</a:t>
            </a:r>
            <a:r>
              <a:rPr sz="1700" spc="-7" dirty="0">
                <a:latin typeface="Times New Roman"/>
                <a:cs typeface="Times New Roman"/>
              </a:rPr>
              <a:t>e</a:t>
            </a:r>
            <a:r>
              <a:rPr sz="1700" spc="-5" dirty="0">
                <a:latin typeface="Times New Roman"/>
                <a:cs typeface="Times New Roman"/>
              </a:rPr>
              <a:t>qui</a:t>
            </a:r>
            <a:r>
              <a:rPr sz="1700" dirty="0">
                <a:latin typeface="Times New Roman"/>
                <a:cs typeface="Times New Roman"/>
              </a:rPr>
              <a:t>r</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5" dirty="0">
                <a:latin typeface="Times New Roman"/>
                <a:cs typeface="Times New Roman"/>
              </a:rPr>
              <a:t> </a:t>
            </a:r>
            <a:r>
              <a:rPr sz="1700" spc="-2" dirty="0">
                <a:latin typeface="Times New Roman"/>
                <a:cs typeface="Times New Roman"/>
              </a:rPr>
              <a:t>woul</a:t>
            </a:r>
            <a:r>
              <a:rPr sz="1700" dirty="0">
                <a:latin typeface="Times New Roman"/>
                <a:cs typeface="Times New Roman"/>
              </a:rPr>
              <a:t>d </a:t>
            </a:r>
            <a:r>
              <a:rPr sz="1700" spc="-5" dirty="0">
                <a:latin typeface="Times New Roman"/>
                <a:cs typeface="Times New Roman"/>
              </a:rPr>
              <a:t>be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liv</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d</a:t>
            </a:r>
            <a:r>
              <a:rPr sz="1700" spc="5"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5" dirty="0">
                <a:latin typeface="Times New Roman"/>
                <a:cs typeface="Times New Roman"/>
              </a:rPr>
              <a:t> </a:t>
            </a:r>
            <a:r>
              <a:rPr sz="1700" spc="-2" dirty="0">
                <a:latin typeface="Times New Roman"/>
                <a:cs typeface="Times New Roman"/>
              </a:rPr>
              <a:t>the </a:t>
            </a:r>
            <a:r>
              <a:rPr sz="1700" spc="-10"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2" dirty="0">
                <a:latin typeface="Times New Roman"/>
                <a:cs typeface="Times New Roman"/>
              </a:rPr>
              <a:t>to the</a:t>
            </a:r>
            <a:r>
              <a:rPr sz="1700" spc="2" dirty="0">
                <a:latin typeface="Times New Roman"/>
                <a:cs typeface="Times New Roman"/>
              </a:rPr>
              <a:t> </a:t>
            </a:r>
            <a:r>
              <a:rPr sz="1700" spc="-5" dirty="0">
                <a:latin typeface="Times New Roman"/>
                <a:cs typeface="Times New Roman"/>
              </a:rPr>
              <a:t>C</a:t>
            </a:r>
            <a:r>
              <a:rPr sz="1700" dirty="0">
                <a:latin typeface="Times New Roman"/>
                <a:cs typeface="Times New Roman"/>
              </a:rPr>
              <a:t>P</a:t>
            </a:r>
            <a:r>
              <a:rPr sz="1700" spc="-2" dirty="0">
                <a:latin typeface="Times New Roman"/>
                <a:cs typeface="Times New Roman"/>
              </a:rPr>
              <a:t>U.</a:t>
            </a:r>
            <a:endParaRPr lang="en-US" sz="1700" spc="-2" dirty="0">
              <a:latin typeface="Times New Roman"/>
              <a:cs typeface="Times New Roman"/>
            </a:endParaRPr>
          </a:p>
          <a:p>
            <a:pPr marL="291859" indent="-285750" algn="just">
              <a:spcBef>
                <a:spcPts val="334"/>
              </a:spcBef>
              <a:buSzPct val="83333"/>
              <a:buFont typeface="Arial" panose="020B0604020202020204" pitchFamily="34" charset="0"/>
              <a:buChar char="•"/>
              <a:tabLst>
                <a:tab pos="226022" algn="l"/>
              </a:tabLst>
            </a:pPr>
            <a:r>
              <a:rPr sz="1700" spc="-2" dirty="0">
                <a:latin typeface="Times New Roman"/>
                <a:cs typeface="Times New Roman"/>
              </a:rPr>
              <a:t>And</a:t>
            </a:r>
            <a:r>
              <a:rPr sz="1700" dirty="0">
                <a:latin typeface="Times New Roman"/>
                <a:cs typeface="Times New Roman"/>
              </a:rPr>
              <a:t>, </a:t>
            </a:r>
            <a:r>
              <a:rPr sz="1700" spc="-2"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a</a:t>
            </a:r>
            <a:r>
              <a:rPr sz="1700"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mi</a:t>
            </a:r>
            <a:r>
              <a:rPr sz="1700" spc="-2" dirty="0">
                <a:latin typeface="Times New Roman"/>
                <a:cs typeface="Times New Roman"/>
              </a:rPr>
              <a:t>s</a:t>
            </a:r>
            <a:r>
              <a:rPr sz="1700" dirty="0">
                <a:latin typeface="Times New Roman"/>
                <a:cs typeface="Times New Roman"/>
              </a:rPr>
              <a:t>s </a:t>
            </a:r>
            <a:r>
              <a:rPr sz="1700" spc="-5" dirty="0">
                <a:latin typeface="Times New Roman"/>
                <a:cs typeface="Times New Roman"/>
              </a:rPr>
              <a:t>oc</a:t>
            </a:r>
            <a:r>
              <a:rPr sz="1700" spc="-10" dirty="0">
                <a:latin typeface="Times New Roman"/>
                <a:cs typeface="Times New Roman"/>
              </a:rPr>
              <a:t>c</a:t>
            </a:r>
            <a:r>
              <a:rPr sz="1700" dirty="0">
                <a:latin typeface="Times New Roman"/>
                <a:cs typeface="Times New Roman"/>
              </a:rPr>
              <a:t>urs,</a:t>
            </a:r>
            <a:r>
              <a:rPr lang="en-US" sz="1700" dirty="0">
                <a:latin typeface="Times New Roman"/>
                <a:cs typeface="Times New Roman"/>
              </a:rPr>
              <a:t> t</a:t>
            </a:r>
            <a:r>
              <a:rPr sz="1700" spc="-5" dirty="0">
                <a:latin typeface="Times New Roman"/>
                <a:cs typeface="Times New Roman"/>
              </a:rPr>
              <a:t>he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 </a:t>
            </a:r>
            <a:r>
              <a:rPr sz="1700" spc="-2" dirty="0">
                <a:latin typeface="Times New Roman"/>
                <a:cs typeface="Times New Roman"/>
              </a:rPr>
              <a:t>that is</a:t>
            </a:r>
            <a:r>
              <a:rPr sz="170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qui</a:t>
            </a:r>
            <a:r>
              <a:rPr sz="1700" dirty="0">
                <a:latin typeface="Times New Roman"/>
                <a:cs typeface="Times New Roman"/>
              </a:rPr>
              <a:t>r</a:t>
            </a:r>
            <a:r>
              <a:rPr sz="1700" spc="-7" dirty="0">
                <a:latin typeface="Times New Roman"/>
                <a:cs typeface="Times New Roman"/>
              </a:rPr>
              <a:t>e</a:t>
            </a:r>
            <a:r>
              <a:rPr sz="1700" dirty="0">
                <a:latin typeface="Times New Roman"/>
                <a:cs typeface="Times New Roman"/>
              </a:rPr>
              <a:t>d</a:t>
            </a:r>
            <a:r>
              <a:rPr sz="1700" spc="5" dirty="0">
                <a:latin typeface="Times New Roman"/>
                <a:cs typeface="Times New Roman"/>
              </a:rPr>
              <a:t> </a:t>
            </a:r>
            <a:r>
              <a:rPr sz="1700" spc="-2" dirty="0">
                <a:latin typeface="Times New Roman"/>
                <a:cs typeface="Times New Roman"/>
              </a:rPr>
              <a:t>isn’t</a:t>
            </a:r>
            <a:r>
              <a:rPr sz="1700" dirty="0">
                <a:latin typeface="Times New Roman"/>
                <a:cs typeface="Times New Roman"/>
              </a:rPr>
              <a:t> </a:t>
            </a:r>
            <a:r>
              <a:rPr sz="1700" spc="-2" dirty="0">
                <a:latin typeface="Times New Roman"/>
                <a:cs typeface="Times New Roman"/>
              </a:rPr>
              <a:t>pr</a:t>
            </a:r>
            <a:r>
              <a:rPr sz="1700" spc="-10" dirty="0">
                <a:latin typeface="Times New Roman"/>
                <a:cs typeface="Times New Roman"/>
              </a:rPr>
              <a:t>e</a:t>
            </a:r>
            <a:r>
              <a:rPr sz="1700" spc="-2" dirty="0">
                <a:latin typeface="Times New Roman"/>
                <a:cs typeface="Times New Roman"/>
              </a:rPr>
              <a:t>sent</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n </a:t>
            </a:r>
            <a:r>
              <a:rPr sz="1700" spc="-2" dirty="0">
                <a:latin typeface="Times New Roman"/>
                <a:cs typeface="Times New Roman"/>
              </a:rPr>
              <a:t>the </a:t>
            </a:r>
            <a:r>
              <a:rPr sz="1700" spc="-5" dirty="0">
                <a:latin typeface="Times New Roman"/>
                <a:cs typeface="Times New Roman"/>
              </a:rPr>
              <a:t>m</a:t>
            </a:r>
            <a:r>
              <a:rPr sz="1700" spc="-7" dirty="0">
                <a:latin typeface="Times New Roman"/>
                <a:cs typeface="Times New Roman"/>
              </a:rPr>
              <a:t>e</a:t>
            </a:r>
            <a:r>
              <a:rPr sz="1700" dirty="0">
                <a:latin typeface="Times New Roman"/>
                <a:cs typeface="Times New Roman"/>
              </a:rPr>
              <a:t>mory </a:t>
            </a:r>
            <a:r>
              <a:rPr sz="1700" spc="-2" dirty="0">
                <a:latin typeface="Times New Roman"/>
                <a:cs typeface="Times New Roman"/>
              </a:rPr>
              <a:t>o</a:t>
            </a:r>
            <a:r>
              <a:rPr sz="1700" dirty="0">
                <a:latin typeface="Times New Roman"/>
                <a:cs typeface="Times New Roman"/>
              </a:rPr>
              <a:t>f </a:t>
            </a:r>
            <a:r>
              <a:rPr sz="1700" spc="-2" dirty="0">
                <a:latin typeface="Times New Roman"/>
                <a:cs typeface="Times New Roman"/>
              </a:rPr>
              <a:t>the</a:t>
            </a:r>
            <a:r>
              <a:rPr sz="1700" spc="-5" dirty="0">
                <a:latin typeface="Times New Roman"/>
                <a:cs typeface="Times New Roman"/>
              </a:rPr>
              <a:t> </a:t>
            </a:r>
            <a:r>
              <a:rPr sz="1700" spc="-2"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r>
              <a:rPr lang="en-US" sz="1700" dirty="0">
                <a:latin typeface="Times New Roman"/>
                <a:cs typeface="Times New Roman"/>
              </a:rPr>
              <a:t> </a:t>
            </a:r>
            <a:r>
              <a:rPr sz="1700" spc="-5" dirty="0">
                <a:latin typeface="Times New Roman"/>
                <a:cs typeface="Times New Roman"/>
              </a:rPr>
              <a:t>The p</a:t>
            </a:r>
            <a:r>
              <a:rPr sz="1700" spc="-7" dirty="0">
                <a:latin typeface="Times New Roman"/>
                <a:cs typeface="Times New Roman"/>
              </a:rPr>
              <a:t>a</a:t>
            </a:r>
            <a:r>
              <a:rPr sz="1700" spc="-5" dirty="0">
                <a:latin typeface="Times New Roman"/>
                <a:cs typeface="Times New Roman"/>
              </a:rPr>
              <a:t>ge</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onsist</a:t>
            </a:r>
            <a:r>
              <a:rPr sz="1700" dirty="0">
                <a:latin typeface="Times New Roman"/>
                <a:cs typeface="Times New Roman"/>
              </a:rPr>
              <a:t>s of </a:t>
            </a:r>
            <a:r>
              <a:rPr sz="1700" spc="-2" dirty="0">
                <a:latin typeface="Times New Roman"/>
                <a:cs typeface="Times New Roman"/>
              </a:rPr>
              <a:t>the</a:t>
            </a:r>
            <a:r>
              <a:rPr sz="1700" spc="-5"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quir</a:t>
            </a:r>
            <a:r>
              <a:rPr sz="1700" spc="-10" dirty="0">
                <a:latin typeface="Times New Roman"/>
                <a:cs typeface="Times New Roman"/>
              </a:rPr>
              <a:t>e</a:t>
            </a:r>
            <a:r>
              <a:rPr sz="1700" dirty="0">
                <a:latin typeface="Times New Roman"/>
                <a:cs typeface="Times New Roman"/>
              </a:rPr>
              <a:t>d </a:t>
            </a:r>
            <a:r>
              <a:rPr sz="1700" spc="-2" dirty="0">
                <a:latin typeface="Times New Roman"/>
                <a:cs typeface="Times New Roman"/>
              </a:rPr>
              <a:t>w</a:t>
            </a:r>
            <a:r>
              <a:rPr sz="1700" spc="2" dirty="0">
                <a:latin typeface="Times New Roman"/>
                <a:cs typeface="Times New Roman"/>
              </a:rPr>
              <a:t>o</a:t>
            </a:r>
            <a:r>
              <a:rPr sz="1700" dirty="0">
                <a:latin typeface="Times New Roman"/>
                <a:cs typeface="Times New Roman"/>
              </a:rPr>
              <a:t>rd </a:t>
            </a:r>
            <a:r>
              <a:rPr sz="1700" spc="-2" dirty="0">
                <a:latin typeface="Times New Roman"/>
                <a:cs typeface="Times New Roman"/>
              </a:rPr>
              <a:t>th</a:t>
            </a:r>
            <a:r>
              <a:rPr sz="1700" spc="-10"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w</a:t>
            </a:r>
            <a:r>
              <a:rPr sz="1700" dirty="0">
                <a:latin typeface="Times New Roman"/>
                <a:cs typeface="Times New Roman"/>
              </a:rPr>
              <a:t>e</a:t>
            </a:r>
            <a:r>
              <a:rPr sz="1700" spc="-2" dirty="0">
                <a:latin typeface="Times New Roman"/>
                <a:cs typeface="Times New Roman"/>
              </a:rPr>
              <a:t> </a:t>
            </a:r>
            <a:r>
              <a:rPr sz="1700" spc="5" dirty="0">
                <a:latin typeface="Times New Roman"/>
                <a:cs typeface="Times New Roman"/>
              </a:rPr>
              <a:t>n</a:t>
            </a:r>
            <a:r>
              <a:rPr sz="1700" spc="-2" dirty="0">
                <a:latin typeface="Times New Roman"/>
                <a:cs typeface="Times New Roman"/>
              </a:rPr>
              <a:t>e</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to </a:t>
            </a:r>
            <a:r>
              <a:rPr sz="1700" spc="-5" dirty="0">
                <a:latin typeface="Times New Roman"/>
                <a:cs typeface="Times New Roman"/>
              </a:rPr>
              <a:t>m</a:t>
            </a:r>
            <a:r>
              <a:rPr sz="1700" spc="-7" dirty="0">
                <a:latin typeface="Times New Roman"/>
                <a:cs typeface="Times New Roman"/>
              </a:rPr>
              <a:t>a</a:t>
            </a:r>
            <a:r>
              <a:rPr sz="1700" dirty="0">
                <a:latin typeface="Times New Roman"/>
                <a:cs typeface="Times New Roman"/>
              </a:rPr>
              <a:t>p f</a:t>
            </a:r>
            <a:r>
              <a:rPr sz="1700" spc="-5" dirty="0">
                <a:latin typeface="Times New Roman"/>
                <a:cs typeface="Times New Roman"/>
              </a:rPr>
              <a:t>rom</a:t>
            </a:r>
            <a:r>
              <a:rPr sz="1700" dirty="0">
                <a:latin typeface="Times New Roman"/>
                <a:cs typeface="Times New Roman"/>
              </a:rPr>
              <a:t> </a:t>
            </a:r>
            <a:r>
              <a:rPr sz="1700" spc="-2" dirty="0">
                <a:latin typeface="Times New Roman"/>
                <a:cs typeface="Times New Roman"/>
              </a:rPr>
              <a:t>the</a:t>
            </a:r>
            <a:r>
              <a:rPr sz="1700" spc="5" dirty="0">
                <a:latin typeface="Times New Roman"/>
                <a:cs typeface="Times New Roman"/>
              </a:rPr>
              <a:t> </a:t>
            </a:r>
            <a:r>
              <a:rPr sz="1700" spc="-5" dirty="0">
                <a:latin typeface="Times New Roman"/>
                <a:cs typeface="Times New Roman"/>
              </a:rPr>
              <a:t>main</a:t>
            </a:r>
            <a:r>
              <a:rPr sz="1700" spc="5"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endParaRPr lang="en-US" sz="1700" dirty="0">
              <a:latin typeface="Times New Roman"/>
              <a:cs typeface="Times New Roman"/>
            </a:endParaRPr>
          </a:p>
          <a:p>
            <a:pPr marL="291859" indent="-285750" algn="just">
              <a:spcBef>
                <a:spcPts val="334"/>
              </a:spcBef>
              <a:buSzPct val="83333"/>
              <a:buFont typeface="Arial" panose="020B0604020202020204" pitchFamily="34" charset="0"/>
              <a:buChar char="•"/>
              <a:tabLst>
                <a:tab pos="226022" algn="l"/>
              </a:tabLst>
            </a:pPr>
            <a:r>
              <a:rPr sz="1700" spc="-10" dirty="0">
                <a:latin typeface="Times New Roman"/>
                <a:cs typeface="Times New Roman"/>
              </a:rPr>
              <a:t>W</a:t>
            </a:r>
            <a:r>
              <a:rPr sz="1700" spc="-5" dirty="0">
                <a:latin typeface="Times New Roman"/>
                <a:cs typeface="Times New Roman"/>
              </a:rPr>
              <a:t>e</a:t>
            </a:r>
            <a:r>
              <a:rPr sz="1700" spc="48" dirty="0">
                <a:latin typeface="Times New Roman"/>
                <a:cs typeface="Times New Roman"/>
              </a:rPr>
              <a:t> </a:t>
            </a:r>
            <a:r>
              <a:rPr sz="1700" spc="-7" dirty="0">
                <a:latin typeface="Times New Roman"/>
                <a:cs typeface="Times New Roman"/>
              </a:rPr>
              <a:t>ca</a:t>
            </a:r>
            <a:r>
              <a:rPr sz="1700" dirty="0">
                <a:latin typeface="Times New Roman"/>
                <a:cs typeface="Times New Roman"/>
              </a:rPr>
              <a:t>n</a:t>
            </a:r>
            <a:r>
              <a:rPr sz="1700" spc="43"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dirty="0">
                <a:latin typeface="Times New Roman"/>
                <a:cs typeface="Times New Roman"/>
              </a:rPr>
              <a:t>r</a:t>
            </a:r>
            <a:r>
              <a:rPr sz="1700" spc="-5" dirty="0">
                <a:latin typeface="Times New Roman"/>
                <a:cs typeface="Times New Roman"/>
              </a:rPr>
              <a:t>f</a:t>
            </a:r>
            <a:r>
              <a:rPr sz="1700" spc="5" dirty="0">
                <a:latin typeface="Times New Roman"/>
                <a:cs typeface="Times New Roman"/>
              </a:rPr>
              <a:t>o</a:t>
            </a:r>
            <a:r>
              <a:rPr sz="1700" spc="-5" dirty="0">
                <a:latin typeface="Times New Roman"/>
                <a:cs typeface="Times New Roman"/>
              </a:rPr>
              <a:t>rm</a:t>
            </a:r>
            <a:r>
              <a:rPr sz="1700" spc="43" dirty="0">
                <a:latin typeface="Times New Roman"/>
                <a:cs typeface="Times New Roman"/>
              </a:rPr>
              <a:t> </a:t>
            </a:r>
            <a:r>
              <a:rPr sz="1700" spc="-2" dirty="0">
                <a:latin typeface="Times New Roman"/>
                <a:cs typeface="Times New Roman"/>
              </a:rPr>
              <a:t>suc</a:t>
            </a:r>
            <a:r>
              <a:rPr sz="1700" dirty="0">
                <a:latin typeface="Times New Roman"/>
                <a:cs typeface="Times New Roman"/>
              </a:rPr>
              <a:t>h</a:t>
            </a:r>
            <a:r>
              <a:rPr sz="1700" spc="51" dirty="0">
                <a:latin typeface="Times New Roman"/>
                <a:cs typeface="Times New Roman"/>
              </a:rPr>
              <a:t> </a:t>
            </a:r>
            <a:r>
              <a:rPr sz="1700" spc="-5" dirty="0">
                <a:latin typeface="Times New Roman"/>
                <a:cs typeface="Times New Roman"/>
              </a:rPr>
              <a:t>a</a:t>
            </a:r>
            <a:r>
              <a:rPr sz="1700" spc="43" dirty="0">
                <a:latin typeface="Times New Roman"/>
                <a:cs typeface="Times New Roman"/>
              </a:rPr>
              <a:t> </a:t>
            </a:r>
            <a:r>
              <a:rPr sz="1700" dirty="0">
                <a:latin typeface="Times New Roman"/>
                <a:cs typeface="Times New Roman"/>
              </a:rPr>
              <a:t>t</a:t>
            </a:r>
            <a:r>
              <a:rPr sz="1700" spc="-5" dirty="0">
                <a:latin typeface="Times New Roman"/>
                <a:cs typeface="Times New Roman"/>
              </a:rPr>
              <a:t>ype</a:t>
            </a:r>
            <a:r>
              <a:rPr sz="1700" spc="43" dirty="0">
                <a:latin typeface="Times New Roman"/>
                <a:cs typeface="Times New Roman"/>
              </a:rPr>
              <a:t> </a:t>
            </a:r>
            <a:r>
              <a:rPr sz="1700" dirty="0">
                <a:latin typeface="Times New Roman"/>
                <a:cs typeface="Times New Roman"/>
              </a:rPr>
              <a:t>of</a:t>
            </a:r>
            <a:r>
              <a:rPr sz="1700" spc="48" dirty="0">
                <a:latin typeface="Times New Roman"/>
                <a:cs typeface="Times New Roman"/>
              </a:rPr>
              <a:t> </a:t>
            </a:r>
            <a:r>
              <a:rPr sz="1700" spc="-5" dirty="0">
                <a:latin typeface="Times New Roman"/>
                <a:cs typeface="Times New Roman"/>
              </a:rPr>
              <a:t>mapping</a:t>
            </a:r>
            <a:r>
              <a:rPr sz="1700" spc="43" dirty="0">
                <a:latin typeface="Times New Roman"/>
                <a:cs typeface="Times New Roman"/>
              </a:rPr>
              <a:t> </a:t>
            </a:r>
            <a:r>
              <a:rPr sz="1700" spc="-5" dirty="0">
                <a:latin typeface="Times New Roman"/>
                <a:cs typeface="Times New Roman"/>
              </a:rPr>
              <a:t>using</a:t>
            </a:r>
            <a:r>
              <a:rPr sz="1700" spc="46" dirty="0">
                <a:latin typeface="Times New Roman"/>
                <a:cs typeface="Times New Roman"/>
              </a:rPr>
              <a:t> </a:t>
            </a:r>
            <a:r>
              <a:rPr sz="1700" spc="-5" dirty="0">
                <a:latin typeface="Times New Roman"/>
                <a:cs typeface="Times New Roman"/>
              </a:rPr>
              <a:t>v</a:t>
            </a:r>
            <a:r>
              <a:rPr sz="1700" spc="-2" dirty="0">
                <a:latin typeface="Times New Roman"/>
                <a:cs typeface="Times New Roman"/>
              </a:rPr>
              <a:t>a</a:t>
            </a:r>
            <a:r>
              <a:rPr sz="1700" dirty="0">
                <a:latin typeface="Times New Roman"/>
                <a:cs typeface="Times New Roman"/>
              </a:rPr>
              <a:t>rious</a:t>
            </a:r>
            <a:r>
              <a:rPr sz="1700" spc="43" dirty="0">
                <a:latin typeface="Times New Roman"/>
                <a:cs typeface="Times New Roman"/>
              </a:rPr>
              <a:t> </a:t>
            </a:r>
            <a:r>
              <a:rPr sz="1700" spc="-2" dirty="0">
                <a:latin typeface="Times New Roman"/>
                <a:cs typeface="Times New Roman"/>
              </a:rPr>
              <a:t>dif</a:t>
            </a:r>
            <a:r>
              <a:rPr sz="1700" spc="-5" dirty="0">
                <a:latin typeface="Times New Roman"/>
                <a:cs typeface="Times New Roman"/>
              </a:rPr>
              <a:t>f</a:t>
            </a:r>
            <a:r>
              <a:rPr sz="1700" spc="-2" dirty="0">
                <a:latin typeface="Times New Roman"/>
                <a:cs typeface="Times New Roman"/>
              </a:rPr>
              <a:t>er</a:t>
            </a:r>
            <a:r>
              <a:rPr sz="1700" spc="-10" dirty="0">
                <a:latin typeface="Times New Roman"/>
                <a:cs typeface="Times New Roman"/>
              </a:rPr>
              <a:t>e</a:t>
            </a:r>
            <a:r>
              <a:rPr sz="1700" spc="-2" dirty="0">
                <a:latin typeface="Times New Roman"/>
                <a:cs typeface="Times New Roman"/>
              </a:rPr>
              <a:t>nt</a:t>
            </a:r>
            <a:r>
              <a:rPr sz="1700" spc="46" dirty="0">
                <a:latin typeface="Times New Roman"/>
                <a:cs typeface="Times New Roman"/>
              </a:rPr>
              <a:t> </a:t>
            </a:r>
            <a:r>
              <a:rPr sz="1700" spc="-2" dirty="0">
                <a:latin typeface="Times New Roman"/>
                <a:cs typeface="Times New Roman"/>
              </a:rPr>
              <a:t>te</a:t>
            </a:r>
            <a:r>
              <a:rPr sz="1700" spc="-7" dirty="0">
                <a:latin typeface="Times New Roman"/>
                <a:cs typeface="Times New Roman"/>
              </a:rPr>
              <a:t>c</a:t>
            </a:r>
            <a:r>
              <a:rPr sz="1700" spc="-5" dirty="0">
                <a:latin typeface="Times New Roman"/>
                <a:cs typeface="Times New Roman"/>
              </a:rPr>
              <a:t>hniqu</a:t>
            </a:r>
            <a:r>
              <a:rPr sz="1700" spc="-2" dirty="0">
                <a:latin typeface="Times New Roman"/>
                <a:cs typeface="Times New Roman"/>
              </a:rPr>
              <a:t>e</a:t>
            </a:r>
            <a:r>
              <a:rPr sz="1700" dirty="0">
                <a:latin typeface="Times New Roman"/>
                <a:cs typeface="Times New Roman"/>
              </a:rPr>
              <a:t>s</a:t>
            </a:r>
            <a:r>
              <a:rPr sz="1700" spc="46" dirty="0">
                <a:latin typeface="Times New Roman"/>
                <a:cs typeface="Times New Roman"/>
              </a:rPr>
              <a:t> </a:t>
            </a:r>
            <a:r>
              <a:rPr sz="1700" dirty="0">
                <a:latin typeface="Times New Roman"/>
                <a:cs typeface="Times New Roman"/>
              </a:rPr>
              <a:t>of</a:t>
            </a:r>
            <a:r>
              <a:rPr sz="1700" spc="43" dirty="0">
                <a:latin typeface="Times New Roman"/>
                <a:cs typeface="Times New Roman"/>
              </a:rPr>
              <a:t> </a:t>
            </a:r>
            <a:r>
              <a:rPr sz="1700" spc="-2"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mapping.</a:t>
            </a:r>
            <a:endParaRPr sz="1700" dirty="0">
              <a:latin typeface="Times New Roman"/>
              <a:cs typeface="Times New Roman"/>
            </a:endParaRPr>
          </a:p>
        </p:txBody>
      </p:sp>
    </p:spTree>
    <p:extLst>
      <p:ext uri="{BB962C8B-B14F-4D97-AF65-F5344CB8AC3E}">
        <p14:creationId xmlns:p14="http://schemas.microsoft.com/office/powerpoint/2010/main" val="2627750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28021-D19A-3B6C-B19B-43B9894E77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762E253-7DCD-23C6-73B3-7750D62054D5}"/>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C6C4DB5E-2375-EFF0-85B6-263F2D8B79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43CC26E-DF91-7801-FA4D-7C5E6762E97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06552E2-0799-E4DE-8D91-D61A1A448E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2">
            <a:extLst>
              <a:ext uri="{FF2B5EF4-FFF2-40B4-BE49-F238E27FC236}">
                <a16:creationId xmlns:a16="http://schemas.microsoft.com/office/drawing/2014/main" id="{2507FFDE-1EDE-7FAB-03C8-1378E36847F9}"/>
              </a:ext>
            </a:extLst>
          </p:cNvPr>
          <p:cNvSpPr txBox="1"/>
          <p:nvPr/>
        </p:nvSpPr>
        <p:spPr>
          <a:xfrm>
            <a:off x="990599" y="1047750"/>
            <a:ext cx="7162801" cy="1933863"/>
          </a:xfrm>
          <a:prstGeom prst="rect">
            <a:avLst/>
          </a:prstGeom>
        </p:spPr>
        <p:txBody>
          <a:bodyPr vert="horz" wrap="square" lIns="0" tIns="0" rIns="0" bIns="0" rtlCol="0">
            <a:spAutoFit/>
          </a:bodyPr>
          <a:lstStyle/>
          <a:p>
            <a:pPr marL="6109" algn="just">
              <a:spcBef>
                <a:spcPts val="334"/>
              </a:spcBef>
            </a:pPr>
            <a:r>
              <a:rPr sz="1700" b="1" spc="-5" dirty="0">
                <a:latin typeface="Times New Roman"/>
                <a:cs typeface="Times New Roman"/>
              </a:rPr>
              <a:t>P</a:t>
            </a:r>
            <a:r>
              <a:rPr sz="1700" b="1" spc="-10" dirty="0">
                <a:latin typeface="Times New Roman"/>
                <a:cs typeface="Times New Roman"/>
              </a:rPr>
              <a:t>r</a:t>
            </a:r>
            <a:r>
              <a:rPr sz="1700" b="1" spc="-5" dirty="0">
                <a:latin typeface="Times New Roman"/>
                <a:cs typeface="Times New Roman"/>
              </a:rPr>
              <a:t>o</a:t>
            </a:r>
            <a:r>
              <a:rPr sz="1700" b="1" spc="-7" dirty="0">
                <a:latin typeface="Times New Roman"/>
                <a:cs typeface="Times New Roman"/>
              </a:rPr>
              <a:t>ce</a:t>
            </a:r>
            <a:r>
              <a:rPr sz="1700" b="1" spc="-2" dirty="0">
                <a:latin typeface="Times New Roman"/>
                <a:cs typeface="Times New Roman"/>
              </a:rPr>
              <a:t>s</a:t>
            </a:r>
            <a:r>
              <a:rPr sz="1700" b="1" dirty="0">
                <a:latin typeface="Times New Roman"/>
                <a:cs typeface="Times New Roman"/>
              </a:rPr>
              <a:t>s of</a:t>
            </a:r>
            <a:r>
              <a:rPr sz="1700" b="1" spc="2" dirty="0">
                <a:latin typeface="Times New Roman"/>
                <a:cs typeface="Times New Roman"/>
              </a:rPr>
              <a:t> </a:t>
            </a:r>
            <a:r>
              <a:rPr sz="1700" b="1" spc="-2" dirty="0">
                <a:latin typeface="Times New Roman"/>
                <a:cs typeface="Times New Roman"/>
              </a:rPr>
              <a:t>Ca</a:t>
            </a:r>
            <a:r>
              <a:rPr sz="1700" b="1" spc="-5"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a:t>
            </a:r>
            <a:r>
              <a:rPr sz="1700" b="1" spc="-10" dirty="0">
                <a:latin typeface="Times New Roman"/>
                <a:cs typeface="Times New Roman"/>
              </a:rPr>
              <a:t>M</a:t>
            </a:r>
            <a:r>
              <a:rPr sz="1700" b="1" dirty="0">
                <a:latin typeface="Times New Roman"/>
                <a:cs typeface="Times New Roman"/>
              </a:rPr>
              <a:t>ap</a:t>
            </a:r>
            <a:r>
              <a:rPr sz="1700" b="1" spc="7" dirty="0">
                <a:latin typeface="Times New Roman"/>
                <a:cs typeface="Times New Roman"/>
              </a:rPr>
              <a:t>p</a:t>
            </a:r>
            <a:r>
              <a:rPr sz="1700" b="1" spc="-2" dirty="0">
                <a:latin typeface="Times New Roman"/>
                <a:cs typeface="Times New Roman"/>
              </a:rPr>
              <a:t>in</a:t>
            </a:r>
            <a:r>
              <a:rPr sz="1700" b="1" dirty="0">
                <a:latin typeface="Times New Roman"/>
                <a:cs typeface="Times New Roman"/>
              </a:rPr>
              <a:t>g</a:t>
            </a:r>
            <a:endParaRPr sz="1700" dirty="0">
              <a:latin typeface="Times New Roman"/>
              <a:cs typeface="Times New Roman"/>
            </a:endParaRPr>
          </a:p>
          <a:p>
            <a:pPr marL="6109" marR="5498">
              <a:spcBef>
                <a:spcPts val="404"/>
              </a:spcBef>
            </a:pPr>
            <a:r>
              <a:rPr sz="1700" spc="-5" dirty="0">
                <a:latin typeface="Times New Roman"/>
                <a:cs typeface="Times New Roman"/>
              </a:rPr>
              <a:t>The</a:t>
            </a:r>
            <a:r>
              <a:rPr sz="1700" spc="12" dirty="0">
                <a:latin typeface="Times New Roman"/>
                <a:cs typeface="Times New Roman"/>
              </a:rPr>
              <a:t> </a:t>
            </a:r>
            <a:r>
              <a:rPr sz="1700" spc="-5" dirty="0">
                <a:latin typeface="Times New Roman"/>
                <a:cs typeface="Times New Roman"/>
              </a:rPr>
              <a:t>proc</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17" dirty="0">
                <a:latin typeface="Times New Roman"/>
                <a:cs typeface="Times New Roman"/>
              </a:rPr>
              <a:t> </a:t>
            </a:r>
            <a:r>
              <a:rPr sz="1700" dirty="0">
                <a:latin typeface="Times New Roman"/>
                <a:cs typeface="Times New Roman"/>
              </a:rPr>
              <a:t>of</a:t>
            </a:r>
            <a:r>
              <a:rPr sz="1700" spc="19"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14" dirty="0">
                <a:latin typeface="Times New Roman"/>
                <a:cs typeface="Times New Roman"/>
              </a:rPr>
              <a:t> </a:t>
            </a:r>
            <a:r>
              <a:rPr sz="1700" spc="-5" dirty="0">
                <a:latin typeface="Times New Roman"/>
                <a:cs typeface="Times New Roman"/>
              </a:rPr>
              <a:t>m</a:t>
            </a:r>
            <a:r>
              <a:rPr sz="1700" spc="-2" dirty="0">
                <a:latin typeface="Times New Roman"/>
                <a:cs typeface="Times New Roman"/>
              </a:rPr>
              <a:t>a</a:t>
            </a:r>
            <a:r>
              <a:rPr sz="1700" spc="-5" dirty="0">
                <a:latin typeface="Times New Roman"/>
                <a:cs typeface="Times New Roman"/>
              </a:rPr>
              <a:t>pping</a:t>
            </a:r>
            <a:r>
              <a:rPr sz="1700" spc="17" dirty="0">
                <a:latin typeface="Times New Roman"/>
                <a:cs typeface="Times New Roman"/>
              </a:rPr>
              <a:t> </a:t>
            </a:r>
            <a:r>
              <a:rPr sz="1700" spc="-5" dirty="0">
                <a:latin typeface="Times New Roman"/>
                <a:cs typeface="Times New Roman"/>
              </a:rPr>
              <a:t>h</a:t>
            </a:r>
            <a:r>
              <a:rPr sz="1700" spc="-7" dirty="0">
                <a:latin typeface="Times New Roman"/>
                <a:cs typeface="Times New Roman"/>
              </a:rPr>
              <a:t>e</a:t>
            </a:r>
            <a:r>
              <a:rPr sz="1700" spc="-2" dirty="0">
                <a:latin typeface="Times New Roman"/>
                <a:cs typeface="Times New Roman"/>
              </a:rPr>
              <a:t>lps</a:t>
            </a:r>
            <a:r>
              <a:rPr sz="1700" spc="17" dirty="0">
                <a:latin typeface="Times New Roman"/>
                <a:cs typeface="Times New Roman"/>
              </a:rPr>
              <a:t> </a:t>
            </a:r>
            <a:r>
              <a:rPr sz="1700" dirty="0">
                <a:latin typeface="Times New Roman"/>
                <a:cs typeface="Times New Roman"/>
              </a:rPr>
              <a:t>us</a:t>
            </a:r>
            <a:r>
              <a:rPr sz="1700" spc="17"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fine</a:t>
            </a:r>
            <a:r>
              <a:rPr sz="1700" spc="12" dirty="0">
                <a:latin typeface="Times New Roman"/>
                <a:cs typeface="Times New Roman"/>
              </a:rPr>
              <a:t> </a:t>
            </a:r>
            <a:r>
              <a:rPr sz="1700" dirty="0">
                <a:latin typeface="Times New Roman"/>
                <a:cs typeface="Times New Roman"/>
              </a:rPr>
              <a:t>h</a:t>
            </a:r>
            <a:r>
              <a:rPr sz="1700" spc="5" dirty="0">
                <a:latin typeface="Times New Roman"/>
                <a:cs typeface="Times New Roman"/>
              </a:rPr>
              <a:t>o</a:t>
            </a:r>
            <a:r>
              <a:rPr sz="1700" dirty="0">
                <a:latin typeface="Times New Roman"/>
                <a:cs typeface="Times New Roman"/>
              </a:rPr>
              <a:t>w</a:t>
            </a:r>
            <a:r>
              <a:rPr sz="1700" spc="14"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rt</a:t>
            </a:r>
            <a:r>
              <a:rPr sz="1700" spc="-10" dirty="0">
                <a:latin typeface="Times New Roman"/>
                <a:cs typeface="Times New Roman"/>
              </a:rPr>
              <a:t>a</a:t>
            </a:r>
            <a:r>
              <a:rPr sz="1700" spc="-2" dirty="0">
                <a:latin typeface="Times New Roman"/>
                <a:cs typeface="Times New Roman"/>
              </a:rPr>
              <a:t>in</a:t>
            </a:r>
            <a:r>
              <a:rPr sz="1700" spc="17" dirty="0">
                <a:latin typeface="Times New Roman"/>
                <a:cs typeface="Times New Roman"/>
              </a:rPr>
              <a:t> </a:t>
            </a:r>
            <a:r>
              <a:rPr sz="1700" spc="-5" dirty="0">
                <a:latin typeface="Times New Roman"/>
                <a:cs typeface="Times New Roman"/>
              </a:rPr>
              <a:t>block</a:t>
            </a:r>
            <a:r>
              <a:rPr sz="1700" spc="14"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7" dirty="0">
                <a:latin typeface="Times New Roman"/>
                <a:cs typeface="Times New Roman"/>
              </a:rPr>
              <a:t>a</a:t>
            </a:r>
            <a:r>
              <a:rPr sz="1700" spc="-2" dirty="0">
                <a:latin typeface="Times New Roman"/>
                <a:cs typeface="Times New Roman"/>
              </a:rPr>
              <a:t>t</a:t>
            </a:r>
            <a:r>
              <a:rPr sz="1700" spc="17"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2" dirty="0">
                <a:latin typeface="Times New Roman"/>
                <a:cs typeface="Times New Roman"/>
              </a:rPr>
              <a:t>pr</a:t>
            </a:r>
            <a:r>
              <a:rPr sz="1700" spc="-10" dirty="0">
                <a:latin typeface="Times New Roman"/>
                <a:cs typeface="Times New Roman"/>
              </a:rPr>
              <a:t>e</a:t>
            </a:r>
            <a:r>
              <a:rPr sz="1700" spc="-2" dirty="0">
                <a:latin typeface="Times New Roman"/>
                <a:cs typeface="Times New Roman"/>
              </a:rPr>
              <a:t>sent</a:t>
            </a:r>
            <a:r>
              <a:rPr sz="1700" spc="17" dirty="0">
                <a:latin typeface="Times New Roman"/>
                <a:cs typeface="Times New Roman"/>
              </a:rPr>
              <a:t> </a:t>
            </a:r>
            <a:r>
              <a:rPr sz="1700" spc="-2" dirty="0">
                <a:latin typeface="Times New Roman"/>
                <a:cs typeface="Times New Roman"/>
              </a:rPr>
              <a:t>in</a:t>
            </a:r>
            <a:r>
              <a:rPr sz="1700" spc="17"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ma</a:t>
            </a:r>
            <a:r>
              <a:rPr sz="1700" dirty="0">
                <a:latin typeface="Times New Roman"/>
                <a:cs typeface="Times New Roman"/>
              </a:rPr>
              <a:t>in </a:t>
            </a:r>
            <a:r>
              <a:rPr sz="1700" spc="-5" dirty="0">
                <a:latin typeface="Times New Roman"/>
                <a:cs typeface="Times New Roman"/>
              </a:rPr>
              <a:t>memor</a:t>
            </a:r>
            <a:r>
              <a:rPr sz="1700" dirty="0">
                <a:latin typeface="Times New Roman"/>
                <a:cs typeface="Times New Roman"/>
              </a:rPr>
              <a:t>y </a:t>
            </a:r>
            <a:r>
              <a:rPr sz="1700" spc="-5" dirty="0">
                <a:latin typeface="Times New Roman"/>
                <a:cs typeface="Times New Roman"/>
              </a:rPr>
              <a:t>g</a:t>
            </a:r>
            <a:r>
              <a:rPr sz="1700" spc="-7" dirty="0">
                <a:latin typeface="Times New Roman"/>
                <a:cs typeface="Times New Roman"/>
              </a:rPr>
              <a:t>e</a:t>
            </a:r>
            <a:r>
              <a:rPr sz="1700" spc="-2" dirty="0">
                <a:latin typeface="Times New Roman"/>
                <a:cs typeface="Times New Roman"/>
              </a:rPr>
              <a:t>ts m</a:t>
            </a:r>
            <a:r>
              <a:rPr sz="1700" spc="-7" dirty="0">
                <a:latin typeface="Times New Roman"/>
                <a:cs typeface="Times New Roman"/>
              </a:rPr>
              <a:t>a</a:t>
            </a:r>
            <a:r>
              <a:rPr sz="1700" spc="-5" dirty="0">
                <a:latin typeface="Times New Roman"/>
                <a:cs typeface="Times New Roman"/>
              </a:rPr>
              <a:t>pp</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to </a:t>
            </a:r>
            <a:r>
              <a:rPr sz="1700" spc="2" dirty="0">
                <a:latin typeface="Times New Roman"/>
                <a:cs typeface="Times New Roman"/>
              </a:rPr>
              <a:t>t</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 of </a:t>
            </a:r>
            <a:r>
              <a:rPr sz="1700" spc="-5" dirty="0">
                <a:latin typeface="Times New Roman"/>
                <a:cs typeface="Times New Roman"/>
              </a:rPr>
              <a:t>a</a:t>
            </a:r>
            <a:r>
              <a:rPr sz="1700"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2" dirty="0">
                <a:latin typeface="Times New Roman"/>
                <a:cs typeface="Times New Roman"/>
              </a:rPr>
              <a:t> in</a:t>
            </a:r>
            <a:r>
              <a:rPr sz="1700" spc="5" dirty="0">
                <a:latin typeface="Times New Roman"/>
                <a:cs typeface="Times New Roman"/>
              </a:rPr>
              <a:t> </a:t>
            </a:r>
            <a:r>
              <a:rPr sz="1700" spc="-2" dirty="0">
                <a:latin typeface="Times New Roman"/>
                <a:cs typeface="Times New Roman"/>
              </a:rPr>
              <a:t>the </a:t>
            </a:r>
            <a:r>
              <a:rPr sz="1700" spc="-10" dirty="0">
                <a:latin typeface="Times New Roman"/>
                <a:cs typeface="Times New Roman"/>
              </a:rPr>
              <a:t>c</a:t>
            </a:r>
            <a:r>
              <a:rPr sz="1700" spc="-7" dirty="0">
                <a:latin typeface="Times New Roman"/>
                <a:cs typeface="Times New Roman"/>
              </a:rPr>
              <a:t>a</a:t>
            </a:r>
            <a:r>
              <a:rPr sz="1700" spc="-2" dirty="0">
                <a:latin typeface="Times New Roman"/>
                <a:cs typeface="Times New Roman"/>
              </a:rPr>
              <a:t>s</a:t>
            </a:r>
            <a:r>
              <a:rPr sz="1700" dirty="0">
                <a:latin typeface="Times New Roman"/>
                <a:cs typeface="Times New Roman"/>
              </a:rPr>
              <a:t>e</a:t>
            </a:r>
            <a:r>
              <a:rPr sz="1700" spc="-2" dirty="0">
                <a:latin typeface="Times New Roman"/>
                <a:cs typeface="Times New Roman"/>
              </a:rPr>
              <a:t> </a:t>
            </a:r>
            <a:r>
              <a:rPr sz="1700" spc="5" dirty="0">
                <a:latin typeface="Times New Roman"/>
                <a:cs typeface="Times New Roman"/>
              </a:rPr>
              <a:t>o</a:t>
            </a:r>
            <a:r>
              <a:rPr sz="1700" dirty="0">
                <a:latin typeface="Times New Roman"/>
                <a:cs typeface="Times New Roman"/>
              </a:rPr>
              <a:t>f </a:t>
            </a:r>
            <a:r>
              <a:rPr sz="1700" spc="-10" dirty="0">
                <a:latin typeface="Times New Roman"/>
                <a:cs typeface="Times New Roman"/>
              </a:rPr>
              <a:t>a</a:t>
            </a:r>
            <a:r>
              <a:rPr sz="1700" dirty="0">
                <a:latin typeface="Times New Roman"/>
                <a:cs typeface="Times New Roman"/>
              </a:rPr>
              <a:t>ny </a:t>
            </a:r>
            <a:r>
              <a:rPr sz="1700" spc="-2"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mi</a:t>
            </a:r>
            <a:r>
              <a:rPr sz="1700" spc="-2" dirty="0">
                <a:latin typeface="Times New Roman"/>
                <a:cs typeface="Times New Roman"/>
              </a:rPr>
              <a:t>ss.</a:t>
            </a:r>
            <a:endParaRPr sz="1700" dirty="0">
              <a:latin typeface="Times New Roman"/>
              <a:cs typeface="Times New Roman"/>
            </a:endParaRPr>
          </a:p>
          <a:p>
            <a:pPr marL="6109" marR="4276">
              <a:spcBef>
                <a:spcPts val="387"/>
              </a:spcBef>
            </a:pPr>
            <a:r>
              <a:rPr sz="1700" spc="-10" dirty="0">
                <a:latin typeface="Times New Roman"/>
                <a:cs typeface="Times New Roman"/>
              </a:rPr>
              <a:t>I</a:t>
            </a:r>
            <a:r>
              <a:rPr sz="1700" dirty="0">
                <a:latin typeface="Times New Roman"/>
                <a:cs typeface="Times New Roman"/>
              </a:rPr>
              <a:t>n</a:t>
            </a:r>
            <a:r>
              <a:rPr sz="1700" spc="-7" dirty="0">
                <a:latin typeface="Times New Roman"/>
                <a:cs typeface="Times New Roman"/>
              </a:rPr>
              <a:t> </a:t>
            </a:r>
            <a:r>
              <a:rPr sz="1700" spc="-5" dirty="0">
                <a:latin typeface="Times New Roman"/>
                <a:cs typeface="Times New Roman"/>
              </a:rPr>
              <a:t>si</a:t>
            </a:r>
            <a:r>
              <a:rPr sz="1700" spc="-2" dirty="0">
                <a:latin typeface="Times New Roman"/>
                <a:cs typeface="Times New Roman"/>
              </a:rPr>
              <a:t>mpler</a:t>
            </a:r>
            <a:r>
              <a:rPr sz="1700" spc="-14"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ds,</a:t>
            </a:r>
            <a:r>
              <a:rPr sz="1700" spc="-7" dirty="0">
                <a:latin typeface="Times New Roman"/>
                <a:cs typeface="Times New Roman"/>
              </a:rPr>
              <a:t> 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10" dirty="0">
                <a:latin typeface="Times New Roman"/>
                <a:cs typeface="Times New Roman"/>
              </a:rPr>
              <a:t> </a:t>
            </a:r>
            <a:r>
              <a:rPr sz="1700" spc="-5" dirty="0">
                <a:latin typeface="Times New Roman"/>
                <a:cs typeface="Times New Roman"/>
              </a:rPr>
              <a:t>mapping</a:t>
            </a:r>
            <a:r>
              <a:rPr sz="1700" spc="-14"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f</a:t>
            </a:r>
            <a:r>
              <a:rPr sz="1700" spc="-7" dirty="0">
                <a:latin typeface="Times New Roman"/>
                <a:cs typeface="Times New Roman"/>
              </a:rPr>
              <a:t>e</a:t>
            </a:r>
            <a:r>
              <a:rPr sz="1700" dirty="0">
                <a:latin typeface="Times New Roman"/>
                <a:cs typeface="Times New Roman"/>
              </a:rPr>
              <a:t>rs</a:t>
            </a:r>
            <a:r>
              <a:rPr sz="1700" spc="-14"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5" dirty="0">
                <a:latin typeface="Times New Roman"/>
                <a:cs typeface="Times New Roman"/>
              </a:rPr>
              <a:t>a</a:t>
            </a:r>
            <a:r>
              <a:rPr sz="1700" spc="-10" dirty="0">
                <a:latin typeface="Times New Roman"/>
                <a:cs typeface="Times New Roman"/>
              </a:rPr>
              <a:t> </a:t>
            </a:r>
            <a:r>
              <a:rPr sz="1700" spc="-2" dirty="0">
                <a:latin typeface="Times New Roman"/>
                <a:cs typeface="Times New Roman"/>
              </a:rPr>
              <a:t>te</a:t>
            </a:r>
            <a:r>
              <a:rPr sz="1700" spc="-10" dirty="0">
                <a:latin typeface="Times New Roman"/>
                <a:cs typeface="Times New Roman"/>
              </a:rPr>
              <a:t>c</a:t>
            </a:r>
            <a:r>
              <a:rPr sz="1700" dirty="0">
                <a:latin typeface="Times New Roman"/>
                <a:cs typeface="Times New Roman"/>
              </a:rPr>
              <a:t>h</a:t>
            </a:r>
            <a:r>
              <a:rPr sz="1700" spc="5" dirty="0">
                <a:latin typeface="Times New Roman"/>
                <a:cs typeface="Times New Roman"/>
              </a:rPr>
              <a:t>n</a:t>
            </a:r>
            <a:r>
              <a:rPr sz="1700" spc="-5" dirty="0">
                <a:latin typeface="Times New Roman"/>
                <a:cs typeface="Times New Roman"/>
              </a:rPr>
              <a:t>ique</a:t>
            </a:r>
            <a:r>
              <a:rPr sz="1700" spc="-14" dirty="0">
                <a:latin typeface="Times New Roman"/>
                <a:cs typeface="Times New Roman"/>
              </a:rPr>
              <a:t> </a:t>
            </a:r>
            <a:r>
              <a:rPr sz="1700" spc="-5" dirty="0">
                <a:latin typeface="Times New Roman"/>
                <a:cs typeface="Times New Roman"/>
              </a:rPr>
              <a:t>using</a:t>
            </a:r>
            <a:r>
              <a:rPr sz="1700" spc="-12" dirty="0">
                <a:latin typeface="Times New Roman"/>
                <a:cs typeface="Times New Roman"/>
              </a:rPr>
              <a:t> </a:t>
            </a:r>
            <a:r>
              <a:rPr sz="1700" spc="-7" dirty="0">
                <a:latin typeface="Times New Roman"/>
                <a:cs typeface="Times New Roman"/>
              </a:rPr>
              <a:t>whic</a:t>
            </a:r>
            <a:r>
              <a:rPr sz="1700" dirty="0">
                <a:latin typeface="Times New Roman"/>
                <a:cs typeface="Times New Roman"/>
              </a:rPr>
              <a:t>h</a:t>
            </a:r>
            <a:r>
              <a:rPr sz="1700" spc="-12" dirty="0">
                <a:latin typeface="Times New Roman"/>
                <a:cs typeface="Times New Roman"/>
              </a:rPr>
              <a:t> </a:t>
            </a:r>
            <a:r>
              <a:rPr sz="1700" spc="2" dirty="0">
                <a:latin typeface="Times New Roman"/>
                <a:cs typeface="Times New Roman"/>
              </a:rPr>
              <a:t>w</a:t>
            </a:r>
            <a:r>
              <a:rPr sz="1700" spc="-5" dirty="0">
                <a:latin typeface="Times New Roman"/>
                <a:cs typeface="Times New Roman"/>
              </a:rPr>
              <a:t>e</a:t>
            </a:r>
            <a:r>
              <a:rPr sz="1700" spc="-14" dirty="0">
                <a:latin typeface="Times New Roman"/>
                <a:cs typeface="Times New Roman"/>
              </a:rPr>
              <a:t> </a:t>
            </a:r>
            <a:r>
              <a:rPr sz="1700" spc="-2" dirty="0">
                <a:latin typeface="Times New Roman"/>
                <a:cs typeface="Times New Roman"/>
              </a:rPr>
              <a:t>brin</a:t>
            </a:r>
            <a:r>
              <a:rPr sz="1700" dirty="0">
                <a:latin typeface="Times New Roman"/>
                <a:cs typeface="Times New Roman"/>
              </a:rPr>
              <a:t>g</a:t>
            </a:r>
            <a:r>
              <a:rPr sz="1700" spc="-12"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main</a:t>
            </a:r>
            <a:r>
              <a:rPr sz="1700" spc="-12"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2" dirty="0">
                <a:latin typeface="Times New Roman"/>
                <a:cs typeface="Times New Roman"/>
              </a:rPr>
              <a:t>int</a:t>
            </a:r>
            <a:r>
              <a:rPr sz="1700" dirty="0">
                <a:latin typeface="Times New Roman"/>
                <a:cs typeface="Times New Roman"/>
              </a:rPr>
              <a:t>o </a:t>
            </a:r>
            <a:r>
              <a:rPr sz="1700" spc="-2" dirty="0">
                <a:latin typeface="Times New Roman"/>
                <a:cs typeface="Times New Roman"/>
              </a:rPr>
              <a:t>the </a:t>
            </a:r>
            <a:r>
              <a:rPr sz="1700" spc="-10" dirty="0">
                <a:latin typeface="Times New Roman"/>
                <a:cs typeface="Times New Roman"/>
              </a:rPr>
              <a:t>c</a:t>
            </a:r>
            <a:r>
              <a:rPr sz="1700" spc="-7" dirty="0">
                <a:latin typeface="Times New Roman"/>
                <a:cs typeface="Times New Roman"/>
              </a:rPr>
              <a:t>ac</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mem</a:t>
            </a:r>
            <a:r>
              <a:rPr sz="1700" dirty="0">
                <a:latin typeface="Times New Roman"/>
                <a:cs typeface="Times New Roman"/>
              </a:rPr>
              <a:t>ory.</a:t>
            </a:r>
            <a:r>
              <a:rPr sz="1700" spc="2" dirty="0">
                <a:latin typeface="Times New Roman"/>
                <a:cs typeface="Times New Roman"/>
              </a:rPr>
              <a:t> </a:t>
            </a:r>
            <a:r>
              <a:rPr sz="1700" spc="-2" dirty="0">
                <a:latin typeface="Times New Roman"/>
                <a:cs typeface="Times New Roman"/>
              </a:rPr>
              <a:t>H</a:t>
            </a:r>
            <a:r>
              <a:rPr sz="1700" spc="-5" dirty="0">
                <a:latin typeface="Times New Roman"/>
                <a:cs typeface="Times New Roman"/>
              </a:rPr>
              <a:t>e</a:t>
            </a:r>
            <a:r>
              <a:rPr sz="1700" spc="-2" dirty="0">
                <a:latin typeface="Times New Roman"/>
                <a:cs typeface="Times New Roman"/>
              </a:rPr>
              <a:t>re</a:t>
            </a:r>
            <a:r>
              <a:rPr sz="1700" spc="-5" dirty="0">
                <a:latin typeface="Times New Roman"/>
                <a:cs typeface="Times New Roman"/>
              </a:rPr>
              <a:t> </a:t>
            </a:r>
            <a:r>
              <a:rPr sz="1700" spc="-2" dirty="0">
                <a:latin typeface="Times New Roman"/>
                <a:cs typeface="Times New Roman"/>
              </a:rPr>
              <a:t>is </a:t>
            </a:r>
            <a:r>
              <a:rPr sz="1700" spc="-5" dirty="0">
                <a:latin typeface="Times New Roman"/>
                <a:cs typeface="Times New Roman"/>
              </a:rPr>
              <a:t>a</a:t>
            </a:r>
            <a:r>
              <a:rPr sz="1700" dirty="0">
                <a:latin typeface="Times New Roman"/>
                <a:cs typeface="Times New Roman"/>
              </a:rPr>
              <a:t> </a:t>
            </a:r>
            <a:r>
              <a:rPr sz="1700" spc="-5" dirty="0">
                <a:latin typeface="Times New Roman"/>
                <a:cs typeface="Times New Roman"/>
              </a:rPr>
              <a:t>d</a:t>
            </a:r>
            <a:r>
              <a:rPr sz="1700" dirty="0">
                <a:latin typeface="Times New Roman"/>
                <a:cs typeface="Times New Roman"/>
              </a:rPr>
              <a:t>i</a:t>
            </a:r>
            <a:r>
              <a:rPr sz="1700" spc="-7" dirty="0">
                <a:latin typeface="Times New Roman"/>
                <a:cs typeface="Times New Roman"/>
              </a:rPr>
              <a:t>a</a:t>
            </a:r>
            <a:r>
              <a:rPr sz="1700" spc="-2" dirty="0">
                <a:latin typeface="Times New Roman"/>
                <a:cs typeface="Times New Roman"/>
              </a:rPr>
              <a:t>gr</a:t>
            </a:r>
            <a:r>
              <a:rPr sz="1700" spc="-10" dirty="0">
                <a:latin typeface="Times New Roman"/>
                <a:cs typeface="Times New Roman"/>
              </a:rPr>
              <a:t>a</a:t>
            </a:r>
            <a:r>
              <a:rPr sz="1700" spc="-5" dirty="0">
                <a:latin typeface="Times New Roman"/>
                <a:cs typeface="Times New Roman"/>
              </a:rPr>
              <a:t>m</a:t>
            </a:r>
            <a:r>
              <a:rPr sz="1700" dirty="0">
                <a:latin typeface="Times New Roman"/>
                <a:cs typeface="Times New Roman"/>
              </a:rPr>
              <a:t> </a:t>
            </a:r>
            <a:r>
              <a:rPr sz="1700" spc="-2" dirty="0">
                <a:latin typeface="Times New Roman"/>
                <a:cs typeface="Times New Roman"/>
              </a:rPr>
              <a:t>th</a:t>
            </a:r>
            <a:r>
              <a:rPr sz="1700" spc="-7"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illustr</a:t>
            </a:r>
            <a:r>
              <a:rPr sz="1700" spc="-7" dirty="0">
                <a:latin typeface="Times New Roman"/>
                <a:cs typeface="Times New Roman"/>
              </a:rPr>
              <a:t>a</a:t>
            </a:r>
            <a:r>
              <a:rPr sz="1700" spc="-2" dirty="0">
                <a:latin typeface="Times New Roman"/>
                <a:cs typeface="Times New Roman"/>
              </a:rPr>
              <a:t>tes the </a:t>
            </a:r>
            <a:r>
              <a:rPr sz="1700" spc="-7" dirty="0">
                <a:latin typeface="Times New Roman"/>
                <a:cs typeface="Times New Roman"/>
              </a:rPr>
              <a:t>ac</a:t>
            </a:r>
            <a:r>
              <a:rPr sz="1700" spc="-2" dirty="0">
                <a:latin typeface="Times New Roman"/>
                <a:cs typeface="Times New Roman"/>
              </a:rPr>
              <a:t>t</a:t>
            </a:r>
            <a:r>
              <a:rPr sz="1700" dirty="0">
                <a:latin typeface="Times New Roman"/>
                <a:cs typeface="Times New Roman"/>
              </a:rPr>
              <a:t>u</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5" dirty="0">
                <a:latin typeface="Times New Roman"/>
                <a:cs typeface="Times New Roman"/>
              </a:rPr>
              <a:t>pro</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 of </a:t>
            </a:r>
            <a:r>
              <a:rPr sz="1700" spc="-5" dirty="0">
                <a:latin typeface="Times New Roman"/>
                <a:cs typeface="Times New Roman"/>
              </a:rPr>
              <a:t>map</a:t>
            </a:r>
            <a:r>
              <a:rPr sz="1700" spc="-7" dirty="0">
                <a:latin typeface="Times New Roman"/>
                <a:cs typeface="Times New Roman"/>
              </a:rPr>
              <a:t>p</a:t>
            </a:r>
            <a:r>
              <a:rPr sz="1700" spc="-2" dirty="0">
                <a:latin typeface="Times New Roman"/>
                <a:cs typeface="Times New Roman"/>
              </a:rPr>
              <a:t>ing:</a:t>
            </a:r>
            <a:endParaRPr sz="1700" dirty="0">
              <a:latin typeface="Times New Roman"/>
              <a:cs typeface="Times New Roman"/>
            </a:endParaRPr>
          </a:p>
        </p:txBody>
      </p:sp>
      <p:sp>
        <p:nvSpPr>
          <p:cNvPr id="2" name="object 3"/>
          <p:cNvSpPr/>
          <p:nvPr/>
        </p:nvSpPr>
        <p:spPr>
          <a:xfrm>
            <a:off x="2846323" y="2800350"/>
            <a:ext cx="4419600" cy="1833738"/>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197438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A281B-7686-C277-3E51-39ABD80FD72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3728431-0922-D3D6-C944-70BC03055E04}"/>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E7EA3550-CE78-0AE7-FC94-97D0FB6648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9CBF30F6-FE36-A6F0-C387-21182317D01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811D5DF5-DAEC-A39F-062E-42B896BA173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14922" y="819150"/>
            <a:ext cx="7062278" cy="2246769"/>
          </a:xfrm>
          <a:prstGeom prst="rect">
            <a:avLst/>
          </a:prstGeom>
        </p:spPr>
        <p:txBody>
          <a:bodyPr vert="horz" wrap="square" lIns="0" tIns="0" rIns="0" bIns="0" rtlCol="0">
            <a:spAutoFit/>
          </a:bodyPr>
          <a:lstStyle/>
          <a:p>
            <a:pPr marL="6109" algn="just"/>
            <a:r>
              <a:rPr sz="1700" b="1" spc="-2" dirty="0">
                <a:latin typeface="Times New Roman"/>
                <a:cs typeface="Times New Roman"/>
              </a:rPr>
              <a:t>I</a:t>
            </a:r>
            <a:r>
              <a:rPr sz="1700" b="1" spc="2" dirty="0">
                <a:latin typeface="Times New Roman"/>
                <a:cs typeface="Times New Roman"/>
              </a:rPr>
              <a:t>m</a:t>
            </a:r>
            <a:r>
              <a:rPr sz="1700" b="1" dirty="0">
                <a:latin typeface="Times New Roman"/>
                <a:cs typeface="Times New Roman"/>
              </a:rPr>
              <a:t>p</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tant</a:t>
            </a:r>
            <a:r>
              <a:rPr sz="1700" b="1" spc="-2" dirty="0">
                <a:latin typeface="Times New Roman"/>
                <a:cs typeface="Times New Roman"/>
              </a:rPr>
              <a:t> Not</a:t>
            </a:r>
            <a:r>
              <a:rPr sz="1700" b="1" spc="-10" dirty="0">
                <a:latin typeface="Times New Roman"/>
                <a:cs typeface="Times New Roman"/>
              </a:rPr>
              <a:t>e</a:t>
            </a:r>
            <a:r>
              <a:rPr sz="1700" b="1" dirty="0">
                <a:latin typeface="Times New Roman"/>
                <a:cs typeface="Times New Roman"/>
              </a:rPr>
              <a:t>:</a:t>
            </a:r>
            <a:endParaRPr lang="en-US" sz="1700" b="1" dirty="0">
              <a:latin typeface="Times New Roman"/>
              <a:cs typeface="Times New Roman"/>
            </a:endParaRPr>
          </a:p>
          <a:p>
            <a:pPr marL="6109" algn="just"/>
            <a:endParaRPr sz="1700" dirty="0">
              <a:latin typeface="Times New Roman"/>
              <a:cs typeface="Times New Roman"/>
            </a:endParaRPr>
          </a:p>
          <a:p>
            <a:pPr marL="225716" marR="3360" indent="-109651">
              <a:spcBef>
                <a:spcPts val="397"/>
              </a:spcBef>
              <a:buSzPct val="83333"/>
              <a:buFont typeface="Symbol"/>
              <a:buChar char=""/>
              <a:tabLst>
                <a:tab pos="226022" algn="l"/>
              </a:tabLst>
            </a:pPr>
            <a:r>
              <a:rPr sz="1700" spc="-5" dirty="0">
                <a:latin typeface="Times New Roman"/>
                <a:cs typeface="Times New Roman"/>
              </a:rPr>
              <a:t>The</a:t>
            </a:r>
            <a:r>
              <a:rPr sz="1700" spc="65" dirty="0">
                <a:latin typeface="Times New Roman"/>
                <a:cs typeface="Times New Roman"/>
              </a:rPr>
              <a:t> </a:t>
            </a:r>
            <a:r>
              <a:rPr sz="1700" spc="-5" dirty="0">
                <a:latin typeface="Times New Roman"/>
                <a:cs typeface="Times New Roman"/>
              </a:rPr>
              <a:t>main</a:t>
            </a:r>
            <a:r>
              <a:rPr sz="1700" spc="70" dirty="0">
                <a:latin typeface="Times New Roman"/>
                <a:cs typeface="Times New Roman"/>
              </a:rPr>
              <a:t> </a:t>
            </a:r>
            <a:r>
              <a:rPr sz="1700" spc="-5" dirty="0">
                <a:latin typeface="Times New Roman"/>
                <a:cs typeface="Times New Roman"/>
              </a:rPr>
              <a:t>mem</a:t>
            </a:r>
            <a:r>
              <a:rPr sz="1700" dirty="0">
                <a:latin typeface="Times New Roman"/>
                <a:cs typeface="Times New Roman"/>
              </a:rPr>
              <a:t>ory</a:t>
            </a:r>
            <a:r>
              <a:rPr sz="1700" spc="65" dirty="0">
                <a:latin typeface="Times New Roman"/>
                <a:cs typeface="Times New Roman"/>
              </a:rPr>
              <a:t> </a:t>
            </a:r>
            <a:r>
              <a:rPr sz="1700" spc="-5" dirty="0">
                <a:latin typeface="Times New Roman"/>
                <a:cs typeface="Times New Roman"/>
              </a:rPr>
              <a:t>g</a:t>
            </a:r>
            <a:r>
              <a:rPr sz="1700" spc="-7" dirty="0">
                <a:latin typeface="Times New Roman"/>
                <a:cs typeface="Times New Roman"/>
              </a:rPr>
              <a:t>e</a:t>
            </a:r>
            <a:r>
              <a:rPr sz="1700" spc="-2" dirty="0">
                <a:latin typeface="Times New Roman"/>
                <a:cs typeface="Times New Roman"/>
              </a:rPr>
              <a:t>ts</a:t>
            </a:r>
            <a:r>
              <a:rPr sz="1700" dirty="0">
                <a:latin typeface="Times New Roman"/>
                <a:cs typeface="Times New Roman"/>
              </a:rPr>
              <a:t> </a:t>
            </a:r>
            <a:r>
              <a:rPr sz="1700" spc="-65" dirty="0">
                <a:latin typeface="Times New Roman"/>
                <a:cs typeface="Times New Roman"/>
              </a:rPr>
              <a:t> </a:t>
            </a:r>
            <a:r>
              <a:rPr sz="1700" spc="-2" dirty="0">
                <a:latin typeface="Times New Roman"/>
                <a:cs typeface="Times New Roman"/>
              </a:rPr>
              <a:t>divid</a:t>
            </a:r>
            <a:r>
              <a:rPr sz="1700" spc="-7" dirty="0">
                <a:latin typeface="Times New Roman"/>
                <a:cs typeface="Times New Roman"/>
              </a:rPr>
              <a:t>e</a:t>
            </a:r>
            <a:r>
              <a:rPr sz="1700" dirty="0">
                <a:latin typeface="Times New Roman"/>
                <a:cs typeface="Times New Roman"/>
              </a:rPr>
              <a:t>d</a:t>
            </a:r>
            <a:r>
              <a:rPr sz="1700" spc="67" dirty="0">
                <a:latin typeface="Times New Roman"/>
                <a:cs typeface="Times New Roman"/>
              </a:rPr>
              <a:t> </a:t>
            </a:r>
            <a:r>
              <a:rPr sz="1700" spc="-2" dirty="0">
                <a:latin typeface="Times New Roman"/>
                <a:cs typeface="Times New Roman"/>
              </a:rPr>
              <a:t>int</a:t>
            </a:r>
            <a:r>
              <a:rPr sz="1700" dirty="0">
                <a:latin typeface="Times New Roman"/>
                <a:cs typeface="Times New Roman"/>
              </a:rPr>
              <a:t>o</a:t>
            </a:r>
            <a:r>
              <a:rPr sz="1700" spc="67" dirty="0">
                <a:latin typeface="Times New Roman"/>
                <a:cs typeface="Times New Roman"/>
              </a:rPr>
              <a:t> </a:t>
            </a:r>
            <a:r>
              <a:rPr sz="1700" spc="-2" dirty="0">
                <a:latin typeface="Times New Roman"/>
                <a:cs typeface="Times New Roman"/>
              </a:rPr>
              <a:t>multiple</a:t>
            </a:r>
            <a:r>
              <a:rPr sz="1700" spc="67" dirty="0">
                <a:latin typeface="Times New Roman"/>
                <a:cs typeface="Times New Roman"/>
              </a:rPr>
              <a:t> </a:t>
            </a:r>
            <a:r>
              <a:rPr sz="1700" spc="-5" dirty="0">
                <a:latin typeface="Times New Roman"/>
                <a:cs typeface="Times New Roman"/>
              </a:rPr>
              <a:t>p</a:t>
            </a:r>
            <a:r>
              <a:rPr sz="1700" spc="-2" dirty="0">
                <a:latin typeface="Times New Roman"/>
                <a:cs typeface="Times New Roman"/>
              </a:rPr>
              <a:t>artit</a:t>
            </a:r>
            <a:r>
              <a:rPr sz="1700" dirty="0">
                <a:latin typeface="Times New Roman"/>
                <a:cs typeface="Times New Roman"/>
              </a:rPr>
              <a:t>ions</a:t>
            </a:r>
            <a:r>
              <a:rPr sz="1700" spc="67" dirty="0">
                <a:latin typeface="Times New Roman"/>
                <a:cs typeface="Times New Roman"/>
              </a:rPr>
              <a:t> </a:t>
            </a:r>
            <a:r>
              <a:rPr sz="1700" dirty="0">
                <a:latin typeface="Times New Roman"/>
                <a:cs typeface="Times New Roman"/>
              </a:rPr>
              <a:t>of</a:t>
            </a:r>
            <a:r>
              <a:rPr sz="1700" spc="65" dirty="0">
                <a:latin typeface="Times New Roman"/>
                <a:cs typeface="Times New Roman"/>
              </a:rPr>
              <a:t> </a:t>
            </a:r>
            <a:r>
              <a:rPr sz="1700" spc="-7" dirty="0">
                <a:latin typeface="Times New Roman"/>
                <a:cs typeface="Times New Roman"/>
              </a:rPr>
              <a:t>e</a:t>
            </a:r>
            <a:r>
              <a:rPr sz="1700" spc="-5" dirty="0">
                <a:latin typeface="Times New Roman"/>
                <a:cs typeface="Times New Roman"/>
              </a:rPr>
              <a:t>qu</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70" dirty="0">
                <a:latin typeface="Times New Roman"/>
                <a:cs typeface="Times New Roman"/>
              </a:rPr>
              <a:t> </a:t>
            </a:r>
            <a:r>
              <a:rPr sz="1700" spc="-5" dirty="0">
                <a:latin typeface="Times New Roman"/>
                <a:cs typeface="Times New Roman"/>
              </a:rPr>
              <a:t>size</a:t>
            </a:r>
            <a:r>
              <a:rPr sz="1700" dirty="0">
                <a:latin typeface="Times New Roman"/>
                <a:cs typeface="Times New Roman"/>
              </a:rPr>
              <a:t>,</a:t>
            </a:r>
            <a:r>
              <a:rPr sz="1700" spc="67" dirty="0">
                <a:latin typeface="Times New Roman"/>
                <a:cs typeface="Times New Roman"/>
              </a:rPr>
              <a:t> </a:t>
            </a:r>
            <a:r>
              <a:rPr sz="1700" dirty="0">
                <a:latin typeface="Times New Roman"/>
                <a:cs typeface="Times New Roman"/>
              </a:rPr>
              <a:t>k</a:t>
            </a:r>
            <a:r>
              <a:rPr sz="1700" spc="5" dirty="0">
                <a:latin typeface="Times New Roman"/>
                <a:cs typeface="Times New Roman"/>
              </a:rPr>
              <a:t>n</a:t>
            </a:r>
            <a:r>
              <a:rPr sz="1700" dirty="0">
                <a:latin typeface="Times New Roman"/>
                <a:cs typeface="Times New Roman"/>
              </a:rPr>
              <a:t>own</a:t>
            </a:r>
            <a:r>
              <a:rPr sz="1700" spc="67"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67"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f</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mes</a:t>
            </a:r>
            <a:r>
              <a:rPr sz="1700" spc="-2" dirty="0">
                <a:latin typeface="Times New Roman"/>
                <a:cs typeface="Times New Roman"/>
              </a:rPr>
              <a:t> </a:t>
            </a:r>
            <a:r>
              <a:rPr sz="1700" dirty="0">
                <a:latin typeface="Times New Roman"/>
                <a:cs typeface="Times New Roman"/>
              </a:rPr>
              <a:t>or</a:t>
            </a:r>
            <a:r>
              <a:rPr sz="1700" spc="-2" dirty="0">
                <a:latin typeface="Times New Roman"/>
                <a:cs typeface="Times New Roman"/>
              </a:rPr>
              <a:t> bl</a:t>
            </a:r>
            <a:r>
              <a:rPr sz="1700" dirty="0">
                <a:latin typeface="Times New Roman"/>
                <a:cs typeface="Times New Roman"/>
              </a:rPr>
              <a:t>o</a:t>
            </a:r>
            <a:r>
              <a:rPr sz="1700" spc="-7" dirty="0">
                <a:latin typeface="Times New Roman"/>
                <a:cs typeface="Times New Roman"/>
              </a:rPr>
              <a:t>c</a:t>
            </a:r>
            <a:r>
              <a:rPr sz="1700" dirty="0">
                <a:latin typeface="Times New Roman"/>
                <a:cs typeface="Times New Roman"/>
              </a:rPr>
              <a:t>ks.</a:t>
            </a:r>
          </a:p>
          <a:p>
            <a:pPr marL="225716" marR="4582" indent="-109651">
              <a:spcBef>
                <a:spcPts val="387"/>
              </a:spcBef>
              <a:buSzPct val="83333"/>
              <a:buFont typeface="Symbol"/>
              <a:buChar char=""/>
              <a:tabLst>
                <a:tab pos="226022" algn="l"/>
              </a:tabLst>
            </a:pPr>
            <a:r>
              <a:rPr sz="1700" spc="-5" dirty="0">
                <a:latin typeface="Times New Roman"/>
                <a:cs typeface="Times New Roman"/>
              </a:rPr>
              <a:t>The</a:t>
            </a:r>
            <a:r>
              <a:rPr sz="1700" spc="12"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14" dirty="0">
                <a:latin typeface="Times New Roman"/>
                <a:cs typeface="Times New Roman"/>
              </a:rPr>
              <a:t> </a:t>
            </a:r>
            <a:r>
              <a:rPr sz="1700"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14"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tually</a:t>
            </a:r>
            <a:r>
              <a:rPr sz="1700" spc="17" dirty="0">
                <a:latin typeface="Times New Roman"/>
                <a:cs typeface="Times New Roman"/>
              </a:rPr>
              <a:t> </a:t>
            </a:r>
            <a:r>
              <a:rPr sz="1700" spc="-2" dirty="0">
                <a:latin typeface="Times New Roman"/>
                <a:cs typeface="Times New Roman"/>
              </a:rPr>
              <a:t>divid</a:t>
            </a:r>
            <a:r>
              <a:rPr sz="1700" spc="-7" dirty="0">
                <a:latin typeface="Times New Roman"/>
                <a:cs typeface="Times New Roman"/>
              </a:rPr>
              <a:t>e</a:t>
            </a:r>
            <a:r>
              <a:rPr sz="1700" dirty="0">
                <a:latin typeface="Times New Roman"/>
                <a:cs typeface="Times New Roman"/>
              </a:rPr>
              <a:t>d</a:t>
            </a:r>
            <a:r>
              <a:rPr sz="1700" spc="14" dirty="0">
                <a:latin typeface="Times New Roman"/>
                <a:cs typeface="Times New Roman"/>
              </a:rPr>
              <a:t> </a:t>
            </a:r>
            <a:r>
              <a:rPr sz="1700" spc="-2" dirty="0">
                <a:latin typeface="Times New Roman"/>
                <a:cs typeface="Times New Roman"/>
              </a:rPr>
              <a:t>int</a:t>
            </a:r>
            <a:r>
              <a:rPr sz="1700" dirty="0">
                <a:latin typeface="Times New Roman"/>
                <a:cs typeface="Times New Roman"/>
              </a:rPr>
              <a:t>o</a:t>
            </a:r>
            <a:r>
              <a:rPr sz="1700" spc="14"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riou</a:t>
            </a:r>
            <a:r>
              <a:rPr sz="1700" dirty="0">
                <a:latin typeface="Times New Roman"/>
                <a:cs typeface="Times New Roman"/>
              </a:rPr>
              <a:t>s</a:t>
            </a:r>
            <a:r>
              <a:rPr sz="1700" spc="17"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rtit</a:t>
            </a:r>
            <a:r>
              <a:rPr sz="1700" dirty="0">
                <a:latin typeface="Times New Roman"/>
                <a:cs typeface="Times New Roman"/>
              </a:rPr>
              <a:t>ions</a:t>
            </a:r>
            <a:r>
              <a:rPr sz="1700" spc="17"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2" dirty="0">
                <a:latin typeface="Times New Roman"/>
                <a:cs typeface="Times New Roman"/>
              </a:rPr>
              <a:t>sa</a:t>
            </a:r>
            <a:r>
              <a:rPr sz="1700" dirty="0">
                <a:latin typeface="Times New Roman"/>
                <a:cs typeface="Times New Roman"/>
              </a:rPr>
              <a:t>m</a:t>
            </a:r>
            <a:r>
              <a:rPr sz="1700" spc="-5" dirty="0">
                <a:latin typeface="Times New Roman"/>
                <a:cs typeface="Times New Roman"/>
              </a:rPr>
              <a:t>e</a:t>
            </a:r>
            <a:r>
              <a:rPr sz="1700" spc="14" dirty="0">
                <a:latin typeface="Times New Roman"/>
                <a:cs typeface="Times New Roman"/>
              </a:rPr>
              <a:t> </a:t>
            </a:r>
            <a:r>
              <a:rPr sz="1700" spc="5" dirty="0">
                <a:latin typeface="Times New Roman"/>
                <a:cs typeface="Times New Roman"/>
              </a:rPr>
              <a:t>s</a:t>
            </a:r>
            <a:r>
              <a:rPr sz="1700" spc="-2" dirty="0">
                <a:latin typeface="Times New Roman"/>
                <a:cs typeface="Times New Roman"/>
              </a:rPr>
              <a:t>iz</a:t>
            </a:r>
            <a:r>
              <a:rPr sz="1700" spc="-10" dirty="0">
                <a:latin typeface="Times New Roman"/>
                <a:cs typeface="Times New Roman"/>
              </a:rPr>
              <a:t>e</a:t>
            </a:r>
            <a:r>
              <a:rPr sz="1700" dirty="0">
                <a:latin typeface="Times New Roman"/>
                <a:cs typeface="Times New Roman"/>
              </a:rPr>
              <a:t>s</a:t>
            </a:r>
            <a:r>
              <a:rPr sz="1700" spc="17"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17" dirty="0">
                <a:latin typeface="Times New Roman"/>
                <a:cs typeface="Times New Roman"/>
              </a:rPr>
              <a:t> </a:t>
            </a:r>
            <a:r>
              <a:rPr sz="1700" spc="-2" dirty="0">
                <a:latin typeface="Times New Roman"/>
                <a:cs typeface="Times New Roman"/>
              </a:rPr>
              <a:t>that </a:t>
            </a:r>
            <a:r>
              <a:rPr sz="1700" dirty="0">
                <a:latin typeface="Times New Roman"/>
                <a:cs typeface="Times New Roman"/>
              </a:rPr>
              <a:t>of </a:t>
            </a:r>
            <a:r>
              <a:rPr sz="1700" spc="-2" dirty="0">
                <a:latin typeface="Times New Roman"/>
                <a:cs typeface="Times New Roman"/>
              </a:rPr>
              <a:t>the</a:t>
            </a:r>
            <a:r>
              <a:rPr sz="1700" spc="-5" dirty="0">
                <a:latin typeface="Times New Roman"/>
                <a:cs typeface="Times New Roman"/>
              </a:rPr>
              <a:t> </a:t>
            </a:r>
            <a:r>
              <a:rPr sz="1700" spc="-2" dirty="0">
                <a:latin typeface="Times New Roman"/>
                <a:cs typeface="Times New Roman"/>
              </a:rPr>
              <a:t>blocks,</a:t>
            </a:r>
            <a:r>
              <a:rPr sz="1700" dirty="0">
                <a:latin typeface="Times New Roman"/>
                <a:cs typeface="Times New Roman"/>
              </a:rPr>
              <a:t> kno</a:t>
            </a:r>
            <a:r>
              <a:rPr sz="1700" spc="-2" dirty="0">
                <a:latin typeface="Times New Roman"/>
                <a:cs typeface="Times New Roman"/>
              </a:rPr>
              <a:t>w</a:t>
            </a:r>
            <a:r>
              <a:rPr sz="1700" dirty="0">
                <a:latin typeface="Times New Roman"/>
                <a:cs typeface="Times New Roman"/>
              </a:rPr>
              <a:t>n </a:t>
            </a:r>
            <a:r>
              <a:rPr sz="1700" spc="-7" dirty="0">
                <a:latin typeface="Times New Roman"/>
                <a:cs typeface="Times New Roman"/>
              </a:rPr>
              <a:t>a</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l</a:t>
            </a:r>
            <a:r>
              <a:rPr sz="1700" spc="-2" dirty="0">
                <a:latin typeface="Times New Roman"/>
                <a:cs typeface="Times New Roman"/>
              </a:rPr>
              <a:t>ines.</a:t>
            </a:r>
            <a:endParaRPr sz="1700" dirty="0">
              <a:latin typeface="Times New Roman"/>
              <a:cs typeface="Times New Roman"/>
            </a:endParaRPr>
          </a:p>
          <a:p>
            <a:pPr marL="225716" marR="4276" indent="-109651">
              <a:spcBef>
                <a:spcPts val="387"/>
              </a:spcBef>
              <a:buSzPct val="83333"/>
              <a:buFont typeface="Symbol"/>
              <a:buChar char=""/>
              <a:tabLst>
                <a:tab pos="226022" algn="l"/>
              </a:tabLst>
            </a:pPr>
            <a:r>
              <a:rPr sz="1700" spc="-5" dirty="0">
                <a:latin typeface="Times New Roman"/>
                <a:cs typeface="Times New Roman"/>
              </a:rPr>
              <a:t>The</a:t>
            </a:r>
            <a:r>
              <a:rPr sz="1700" spc="65" dirty="0">
                <a:latin typeface="Times New Roman"/>
                <a:cs typeface="Times New Roman"/>
              </a:rPr>
              <a:t> </a:t>
            </a:r>
            <a:r>
              <a:rPr sz="1700" spc="-5" dirty="0">
                <a:latin typeface="Times New Roman"/>
                <a:cs typeface="Times New Roman"/>
              </a:rPr>
              <a:t>main</a:t>
            </a:r>
            <a:r>
              <a:rPr sz="1700" spc="67"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72" dirty="0">
                <a:latin typeface="Times New Roman"/>
                <a:cs typeface="Times New Roman"/>
              </a:rPr>
              <a:t> </a:t>
            </a:r>
            <a:r>
              <a:rPr sz="1700" spc="-5" dirty="0">
                <a:latin typeface="Times New Roman"/>
                <a:cs typeface="Times New Roman"/>
              </a:rPr>
              <a:t>block</a:t>
            </a:r>
            <a:r>
              <a:rPr sz="1700" dirty="0">
                <a:latin typeface="Times New Roman"/>
                <a:cs typeface="Times New Roman"/>
              </a:rPr>
              <a:t> </a:t>
            </a:r>
            <a:r>
              <a:rPr sz="1700" spc="-72" dirty="0">
                <a:latin typeface="Times New Roman"/>
                <a:cs typeface="Times New Roman"/>
              </a:rPr>
              <a:t> </a:t>
            </a:r>
            <a:r>
              <a:rPr sz="1700" spc="-2" dirty="0">
                <a:latin typeface="Times New Roman"/>
                <a:cs typeface="Times New Roman"/>
              </a:rPr>
              <a:t>is</a:t>
            </a:r>
            <a:r>
              <a:rPr sz="1700" spc="70" dirty="0">
                <a:latin typeface="Times New Roman"/>
                <a:cs typeface="Times New Roman"/>
              </a:rPr>
              <a:t> </a:t>
            </a:r>
            <a:r>
              <a:rPr sz="1700" spc="-7" dirty="0">
                <a:latin typeface="Times New Roman"/>
                <a:cs typeface="Times New Roman"/>
              </a:rPr>
              <a:t>c</a:t>
            </a:r>
            <a:r>
              <a:rPr sz="1700" spc="-5" dirty="0">
                <a:latin typeface="Times New Roman"/>
                <a:cs typeface="Times New Roman"/>
              </a:rPr>
              <a:t>opied</a:t>
            </a:r>
            <a:r>
              <a:rPr sz="1700" spc="67" dirty="0">
                <a:latin typeface="Times New Roman"/>
                <a:cs typeface="Times New Roman"/>
              </a:rPr>
              <a:t> </a:t>
            </a:r>
            <a:r>
              <a:rPr sz="1700" spc="-5" dirty="0">
                <a:latin typeface="Times New Roman"/>
                <a:cs typeface="Times New Roman"/>
              </a:rPr>
              <a:t>si</a:t>
            </a:r>
            <a:r>
              <a:rPr sz="1700" spc="-2" dirty="0">
                <a:latin typeface="Times New Roman"/>
                <a:cs typeface="Times New Roman"/>
              </a:rPr>
              <a:t>m</a:t>
            </a:r>
            <a:r>
              <a:rPr sz="1700" spc="-5" dirty="0">
                <a:latin typeface="Times New Roman"/>
                <a:cs typeface="Times New Roman"/>
              </a:rPr>
              <a:t>ply</a:t>
            </a:r>
            <a:r>
              <a:rPr sz="1700" spc="70" dirty="0">
                <a:latin typeface="Times New Roman"/>
                <a:cs typeface="Times New Roman"/>
              </a:rPr>
              <a:t> </a:t>
            </a:r>
            <a:r>
              <a:rPr sz="1700" spc="-2" dirty="0">
                <a:latin typeface="Times New Roman"/>
                <a:cs typeface="Times New Roman"/>
              </a:rPr>
              <a:t>to</a:t>
            </a:r>
            <a:r>
              <a:rPr sz="1700" spc="70"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72"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65" dirty="0">
                <a:latin typeface="Times New Roman"/>
                <a:cs typeface="Times New Roman"/>
              </a:rPr>
              <a:t> </a:t>
            </a:r>
            <a:r>
              <a:rPr sz="1700" dirty="0">
                <a:latin typeface="Times New Roman"/>
                <a:cs typeface="Times New Roman"/>
              </a:rPr>
              <a:t>d</a:t>
            </a:r>
            <a:r>
              <a:rPr sz="1700" spc="5" dirty="0">
                <a:latin typeface="Times New Roman"/>
                <a:cs typeface="Times New Roman"/>
              </a:rPr>
              <a:t>u</a:t>
            </a:r>
            <a:r>
              <a:rPr sz="1700" spc="-2" dirty="0">
                <a:latin typeface="Times New Roman"/>
                <a:cs typeface="Times New Roman"/>
              </a:rPr>
              <a:t>ring</a:t>
            </a:r>
            <a:r>
              <a:rPr sz="1700" spc="67" dirty="0">
                <a:latin typeface="Times New Roman"/>
                <a:cs typeface="Times New Roman"/>
              </a:rPr>
              <a:t> </a:t>
            </a:r>
            <a:r>
              <a:rPr sz="1700" spc="-2" dirty="0">
                <a:latin typeface="Times New Roman"/>
                <a:cs typeface="Times New Roman"/>
              </a:rPr>
              <a:t>the</a:t>
            </a:r>
            <a:r>
              <a:rPr sz="1700" spc="67" dirty="0">
                <a:latin typeface="Times New Roman"/>
                <a:cs typeface="Times New Roman"/>
              </a:rPr>
              <a:t> </a:t>
            </a:r>
            <a:r>
              <a:rPr sz="1700" spc="5" dirty="0">
                <a:latin typeface="Times New Roman"/>
                <a:cs typeface="Times New Roman"/>
              </a:rPr>
              <a:t>p</a:t>
            </a:r>
            <a:r>
              <a:rPr sz="1700" spc="-2" dirty="0">
                <a:latin typeface="Times New Roman"/>
                <a:cs typeface="Times New Roman"/>
              </a:rPr>
              <a:t>ro</a:t>
            </a:r>
            <a:r>
              <a:rPr sz="1700" spc="-10" dirty="0">
                <a:latin typeface="Times New Roman"/>
                <a:cs typeface="Times New Roman"/>
              </a:rPr>
              <a:t>c</a:t>
            </a:r>
            <a:r>
              <a:rPr sz="1700" spc="-7" dirty="0">
                <a:latin typeface="Times New Roman"/>
                <a:cs typeface="Times New Roman"/>
              </a:rPr>
              <a:t>e</a:t>
            </a:r>
            <a:r>
              <a:rPr sz="1700" spc="5" dirty="0">
                <a:latin typeface="Times New Roman"/>
                <a:cs typeface="Times New Roman"/>
              </a:rPr>
              <a:t>s</a:t>
            </a:r>
            <a:r>
              <a:rPr sz="1700" dirty="0">
                <a:latin typeface="Times New Roman"/>
                <a:cs typeface="Times New Roman"/>
              </a:rPr>
              <a:t>s</a:t>
            </a:r>
            <a:r>
              <a:rPr sz="1700" spc="67" dirty="0">
                <a:latin typeface="Times New Roman"/>
                <a:cs typeface="Times New Roman"/>
              </a:rPr>
              <a:t> </a:t>
            </a:r>
            <a:r>
              <a:rPr sz="1700" dirty="0">
                <a:latin typeface="Times New Roman"/>
                <a:cs typeface="Times New Roman"/>
              </a:rPr>
              <a:t>of</a:t>
            </a:r>
            <a:r>
              <a:rPr sz="1700" spc="65" dirty="0">
                <a:latin typeface="Times New Roman"/>
                <a:cs typeface="Times New Roman"/>
              </a:rPr>
              <a:t> </a:t>
            </a:r>
            <a:r>
              <a:rPr sz="1700" spc="-2"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mapping,</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thi</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blo</a:t>
            </a:r>
            <a:r>
              <a:rPr sz="1700" spc="-7" dirty="0">
                <a:latin typeface="Times New Roman"/>
                <a:cs typeface="Times New Roman"/>
              </a:rPr>
              <a:t>c</a:t>
            </a:r>
            <a:r>
              <a:rPr sz="1700" dirty="0">
                <a:latin typeface="Times New Roman"/>
                <a:cs typeface="Times New Roman"/>
              </a:rPr>
              <a:t>k </a:t>
            </a:r>
            <a:r>
              <a:rPr sz="1700" spc="-2" dirty="0">
                <a:latin typeface="Times New Roman"/>
                <a:cs typeface="Times New Roman"/>
              </a:rPr>
              <a:t>isn’t</a:t>
            </a:r>
            <a:r>
              <a:rPr sz="1700" dirty="0">
                <a:latin typeface="Times New Roman"/>
                <a:cs typeface="Times New Roman"/>
              </a:rPr>
              <a:t> </a:t>
            </a:r>
            <a:r>
              <a:rPr sz="1700" spc="-5" dirty="0">
                <a:latin typeface="Times New Roman"/>
                <a:cs typeface="Times New Roman"/>
              </a:rPr>
              <a:t>brought</a:t>
            </a:r>
            <a:r>
              <a:rPr sz="1700" dirty="0">
                <a:latin typeface="Times New Roman"/>
                <a:cs typeface="Times New Roman"/>
              </a:rPr>
              <a:t> </a:t>
            </a:r>
            <a:r>
              <a:rPr sz="1700" spc="-7"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all </a:t>
            </a:r>
            <a:r>
              <a:rPr sz="1700" dirty="0">
                <a:latin typeface="Times New Roman"/>
                <a:cs typeface="Times New Roman"/>
              </a:rPr>
              <a:t>f</a:t>
            </a:r>
            <a:r>
              <a:rPr sz="1700" spc="-2" dirty="0">
                <a:latin typeface="Times New Roman"/>
                <a:cs typeface="Times New Roman"/>
              </a:rPr>
              <a:t>r</a:t>
            </a:r>
            <a:r>
              <a:rPr sz="1700" spc="-5" dirty="0">
                <a:latin typeface="Times New Roman"/>
                <a:cs typeface="Times New Roman"/>
              </a:rPr>
              <a:t>om</a:t>
            </a:r>
            <a:r>
              <a:rPr sz="1700" dirty="0">
                <a:latin typeface="Times New Roman"/>
                <a:cs typeface="Times New Roman"/>
              </a:rPr>
              <a:t> </a:t>
            </a:r>
            <a:r>
              <a:rPr sz="1700" spc="-2" dirty="0">
                <a:latin typeface="Times New Roman"/>
                <a:cs typeface="Times New Roman"/>
              </a:rPr>
              <a:t>the </a:t>
            </a:r>
            <a:r>
              <a:rPr sz="1700" spc="-5" dirty="0">
                <a:latin typeface="Times New Roman"/>
                <a:cs typeface="Times New Roman"/>
              </a:rPr>
              <a:t>main</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p>
        </p:txBody>
      </p:sp>
    </p:spTree>
    <p:extLst>
      <p:ext uri="{BB962C8B-B14F-4D97-AF65-F5344CB8AC3E}">
        <p14:creationId xmlns:p14="http://schemas.microsoft.com/office/powerpoint/2010/main" val="3696816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4CC26-E620-DFED-867B-DB879BE9C73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D9FB86D-0C94-F69B-29C4-0D4DABB2C21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EC86B949-D953-9F89-50E9-FE432C890D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51A885D1-1FF7-D586-4F9B-BFFF243AD1B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94E16058-D2A5-AADE-A678-19F31E3E5E4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53C3B61D-B42C-B2D8-913C-73B375550656}"/>
              </a:ext>
            </a:extLst>
          </p:cNvPr>
          <p:cNvSpPr txBox="1"/>
          <p:nvPr/>
        </p:nvSpPr>
        <p:spPr>
          <a:xfrm>
            <a:off x="1040861" y="1047750"/>
            <a:ext cx="7062278" cy="2700739"/>
          </a:xfrm>
          <a:prstGeom prst="rect">
            <a:avLst/>
          </a:prstGeom>
        </p:spPr>
        <p:txBody>
          <a:bodyPr vert="horz" wrap="square" lIns="0" tIns="0" rIns="0" bIns="0" rtlCol="0">
            <a:spAutoFit/>
          </a:bodyPr>
          <a:lstStyle/>
          <a:p>
            <a:pPr marL="6109" algn="just"/>
            <a:r>
              <a:rPr sz="1700" b="1" spc="-2" dirty="0">
                <a:latin typeface="Times New Roman"/>
                <a:cs typeface="Times New Roman"/>
              </a:rPr>
              <a:t>Ca</a:t>
            </a:r>
            <a:r>
              <a:rPr sz="1700" b="1" spc="-5"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a:t>
            </a:r>
            <a:r>
              <a:rPr sz="1700" b="1" spc="-10" dirty="0">
                <a:latin typeface="Times New Roman"/>
                <a:cs typeface="Times New Roman"/>
              </a:rPr>
              <a:t>M</a:t>
            </a:r>
            <a:r>
              <a:rPr sz="1700" b="1" dirty="0">
                <a:latin typeface="Times New Roman"/>
                <a:cs typeface="Times New Roman"/>
              </a:rPr>
              <a:t>app</a:t>
            </a:r>
            <a:r>
              <a:rPr sz="1700" b="1" spc="-2" dirty="0">
                <a:latin typeface="Times New Roman"/>
                <a:cs typeface="Times New Roman"/>
              </a:rPr>
              <a:t>in</a:t>
            </a:r>
            <a:r>
              <a:rPr sz="1700" b="1" dirty="0">
                <a:latin typeface="Times New Roman"/>
                <a:cs typeface="Times New Roman"/>
              </a:rPr>
              <a:t>g </a:t>
            </a:r>
            <a:r>
              <a:rPr sz="1700" b="1" spc="-5" dirty="0">
                <a:latin typeface="Times New Roman"/>
                <a:cs typeface="Times New Roman"/>
              </a:rPr>
              <a:t>Fu</a:t>
            </a:r>
            <a:r>
              <a:rPr sz="1700" b="1" dirty="0">
                <a:latin typeface="Times New Roman"/>
                <a:cs typeface="Times New Roman"/>
              </a:rPr>
              <a:t>n</a:t>
            </a:r>
            <a:r>
              <a:rPr sz="1700" b="1" spc="-7" dirty="0">
                <a:latin typeface="Times New Roman"/>
                <a:cs typeface="Times New Roman"/>
              </a:rPr>
              <a:t>c</a:t>
            </a:r>
            <a:r>
              <a:rPr sz="1700" b="1" spc="-2" dirty="0">
                <a:latin typeface="Times New Roman"/>
                <a:cs typeface="Times New Roman"/>
              </a:rPr>
              <a:t>t</a:t>
            </a:r>
            <a:r>
              <a:rPr sz="1700" b="1" spc="-10" dirty="0">
                <a:latin typeface="Times New Roman"/>
                <a:cs typeface="Times New Roman"/>
              </a:rPr>
              <a:t>i</a:t>
            </a:r>
            <a:r>
              <a:rPr sz="1700" b="1" dirty="0">
                <a:latin typeface="Times New Roman"/>
                <a:cs typeface="Times New Roman"/>
              </a:rPr>
              <a:t>ons</a:t>
            </a:r>
            <a:endParaRPr sz="1700" dirty="0">
              <a:latin typeface="Times New Roman"/>
              <a:cs typeface="Times New Roman"/>
            </a:endParaRPr>
          </a:p>
          <a:p>
            <a:pPr marL="6109" marR="3360">
              <a:spcBef>
                <a:spcPts val="404"/>
              </a:spcBef>
            </a:pPr>
            <a:endParaRPr lang="en-US" sz="1700" spc="-5" dirty="0">
              <a:latin typeface="Times New Roman"/>
              <a:cs typeface="Times New Roman"/>
            </a:endParaRPr>
          </a:p>
          <a:p>
            <a:pPr marL="6109" marR="3360">
              <a:spcBef>
                <a:spcPts val="404"/>
              </a:spcBef>
            </a:pPr>
            <a:r>
              <a:rPr sz="1700" spc="-5" dirty="0">
                <a:latin typeface="Times New Roman"/>
                <a:cs typeface="Times New Roman"/>
              </a:rPr>
              <a:t>Corr</a:t>
            </a:r>
            <a:r>
              <a:rPr sz="1700" spc="-7" dirty="0">
                <a:latin typeface="Times New Roman"/>
                <a:cs typeface="Times New Roman"/>
              </a:rPr>
              <a:t>e</a:t>
            </a:r>
            <a:r>
              <a:rPr sz="1700" spc="-2" dirty="0">
                <a:latin typeface="Times New Roman"/>
                <a:cs typeface="Times New Roman"/>
              </a:rPr>
              <a:t>sponde</a:t>
            </a:r>
            <a:r>
              <a:rPr sz="1700" spc="-5" dirty="0">
                <a:latin typeface="Times New Roman"/>
                <a:cs typeface="Times New Roman"/>
              </a:rPr>
              <a:t>n</a:t>
            </a:r>
            <a:r>
              <a:rPr sz="1700" spc="-2" dirty="0">
                <a:latin typeface="Times New Roman"/>
                <a:cs typeface="Times New Roman"/>
              </a:rPr>
              <a:t>c</a:t>
            </a:r>
            <a:r>
              <a:rPr sz="1700" spc="-5" dirty="0">
                <a:latin typeface="Times New Roman"/>
                <a:cs typeface="Times New Roman"/>
              </a:rPr>
              <a:t>e</a:t>
            </a:r>
            <a:r>
              <a:rPr sz="1700" spc="-26"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t</a:t>
            </a:r>
            <a:r>
              <a:rPr sz="1700" spc="5" dirty="0">
                <a:latin typeface="Times New Roman"/>
                <a:cs typeface="Times New Roman"/>
              </a:rPr>
              <a:t>w</a:t>
            </a:r>
            <a:r>
              <a:rPr sz="1700" spc="-7" dirty="0">
                <a:latin typeface="Times New Roman"/>
                <a:cs typeface="Times New Roman"/>
              </a:rPr>
              <a:t>ee</a:t>
            </a:r>
            <a:r>
              <a:rPr sz="1700" dirty="0">
                <a:latin typeface="Times New Roman"/>
                <a:cs typeface="Times New Roman"/>
              </a:rPr>
              <a:t>n</a:t>
            </a:r>
            <a:r>
              <a:rPr sz="1700" spc="-19" dirty="0">
                <a:latin typeface="Times New Roman"/>
                <a:cs typeface="Times New Roman"/>
              </a:rPr>
              <a:t> </a:t>
            </a:r>
            <a:r>
              <a:rPr sz="1700" spc="-5" dirty="0">
                <a:latin typeface="Times New Roman"/>
                <a:cs typeface="Times New Roman"/>
              </a:rPr>
              <a:t>main</a:t>
            </a:r>
            <a:r>
              <a:rPr sz="1700" spc="-24"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4" dirty="0">
                <a:latin typeface="Times New Roman"/>
                <a:cs typeface="Times New Roman"/>
              </a:rPr>
              <a:t> </a:t>
            </a:r>
            <a:r>
              <a:rPr sz="1700" spc="-5" dirty="0">
                <a:latin typeface="Times New Roman"/>
                <a:cs typeface="Times New Roman"/>
              </a:rPr>
              <a:t>blocks</a:t>
            </a:r>
            <a:r>
              <a:rPr sz="1700" spc="-24"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9" dirty="0">
                <a:latin typeface="Times New Roman"/>
                <a:cs typeface="Times New Roman"/>
              </a:rPr>
              <a:t> </a:t>
            </a:r>
            <a:r>
              <a:rPr sz="1700" spc="-2" dirty="0">
                <a:latin typeface="Times New Roman"/>
                <a:cs typeface="Times New Roman"/>
              </a:rPr>
              <a:t>those</a:t>
            </a:r>
            <a:r>
              <a:rPr sz="1700" spc="-26" dirty="0">
                <a:latin typeface="Times New Roman"/>
                <a:cs typeface="Times New Roman"/>
              </a:rPr>
              <a:t> </a:t>
            </a:r>
            <a:r>
              <a:rPr sz="1700" spc="-2" dirty="0">
                <a:latin typeface="Times New Roman"/>
                <a:cs typeface="Times New Roman"/>
              </a:rPr>
              <a:t>in</a:t>
            </a:r>
            <a:r>
              <a:rPr sz="1700" spc="-24"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26" dirty="0">
                <a:latin typeface="Times New Roman"/>
                <a:cs typeface="Times New Roman"/>
              </a:rPr>
              <a:t> </a:t>
            </a:r>
            <a:r>
              <a:rPr sz="1700" spc="-2" dirty="0">
                <a:latin typeface="Times New Roman"/>
                <a:cs typeface="Times New Roman"/>
              </a:rPr>
              <a:t>is</a:t>
            </a:r>
            <a:r>
              <a:rPr sz="1700" spc="-22" dirty="0">
                <a:latin typeface="Times New Roman"/>
                <a:cs typeface="Times New Roman"/>
              </a:rPr>
              <a:t> </a:t>
            </a:r>
            <a:r>
              <a:rPr sz="1700" spc="-2" dirty="0">
                <a:latin typeface="Times New Roman"/>
                <a:cs typeface="Times New Roman"/>
              </a:rPr>
              <a:t>sp</a:t>
            </a:r>
            <a:r>
              <a:rPr sz="1700" spc="2" dirty="0">
                <a:latin typeface="Times New Roman"/>
                <a:cs typeface="Times New Roman"/>
              </a:rPr>
              <a:t>e</a:t>
            </a:r>
            <a:r>
              <a:rPr sz="1700" spc="-2" dirty="0">
                <a:latin typeface="Times New Roman"/>
                <a:cs typeface="Times New Roman"/>
              </a:rPr>
              <a:t>cifi</a:t>
            </a:r>
            <a:r>
              <a:rPr sz="1700" spc="-7" dirty="0">
                <a:latin typeface="Times New Roman"/>
                <a:cs typeface="Times New Roman"/>
              </a:rPr>
              <a:t>e</a:t>
            </a:r>
            <a:r>
              <a:rPr sz="1700" dirty="0">
                <a:latin typeface="Times New Roman"/>
                <a:cs typeface="Times New Roman"/>
              </a:rPr>
              <a:t>d</a:t>
            </a:r>
            <a:r>
              <a:rPr sz="1700" spc="-24" dirty="0">
                <a:latin typeface="Times New Roman"/>
                <a:cs typeface="Times New Roman"/>
              </a:rPr>
              <a:t> </a:t>
            </a:r>
            <a:r>
              <a:rPr sz="1700" dirty="0">
                <a:latin typeface="Times New Roman"/>
                <a:cs typeface="Times New Roman"/>
              </a:rPr>
              <a:t>by</a:t>
            </a:r>
            <a:r>
              <a:rPr sz="1700" spc="-24" dirty="0">
                <a:latin typeface="Times New Roman"/>
                <a:cs typeface="Times New Roman"/>
              </a:rPr>
              <a:t> </a:t>
            </a:r>
            <a:r>
              <a:rPr sz="1700" spc="-5" dirty="0">
                <a:latin typeface="Times New Roman"/>
                <a:cs typeface="Times New Roman"/>
              </a:rPr>
              <a:t>a</a:t>
            </a:r>
            <a:r>
              <a:rPr sz="1700" spc="-26"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5" dirty="0">
                <a:latin typeface="Times New Roman"/>
                <a:cs typeface="Times New Roman"/>
              </a:rPr>
              <a:t>mapping</a:t>
            </a:r>
            <a:r>
              <a:rPr sz="1700" spc="-2" dirty="0">
                <a:latin typeface="Times New Roman"/>
                <a:cs typeface="Times New Roman"/>
              </a:rPr>
              <a:t> f</a:t>
            </a:r>
            <a:r>
              <a:rPr sz="1700" spc="-5" dirty="0">
                <a:latin typeface="Times New Roman"/>
                <a:cs typeface="Times New Roman"/>
              </a:rPr>
              <a:t>un</a:t>
            </a:r>
            <a:r>
              <a:rPr sz="1700" spc="-7" dirty="0">
                <a:latin typeface="Times New Roman"/>
                <a:cs typeface="Times New Roman"/>
              </a:rPr>
              <a:t>c</a:t>
            </a:r>
            <a:r>
              <a:rPr sz="1700" spc="-2" dirty="0">
                <a:latin typeface="Times New Roman"/>
                <a:cs typeface="Times New Roman"/>
              </a:rPr>
              <a:t>ti</a:t>
            </a:r>
            <a:r>
              <a:rPr sz="1700" dirty="0">
                <a:latin typeface="Times New Roman"/>
                <a:cs typeface="Times New Roman"/>
              </a:rPr>
              <a:t>on.</a:t>
            </a:r>
            <a:endParaRPr lang="en-US" sz="1700" dirty="0">
              <a:latin typeface="Times New Roman"/>
              <a:cs typeface="Times New Roman"/>
            </a:endParaRPr>
          </a:p>
          <a:p>
            <a:pPr marL="6109" marR="3360">
              <a:spcBef>
                <a:spcPts val="404"/>
              </a:spcBef>
            </a:pPr>
            <a:endParaRPr lang="en-US" sz="1700" spc="-5" dirty="0">
              <a:latin typeface="Times New Roman"/>
              <a:cs typeface="Times New Roman"/>
            </a:endParaRPr>
          </a:p>
          <a:p>
            <a:pPr marL="6109" marR="3360">
              <a:spcBef>
                <a:spcPts val="404"/>
              </a:spcBef>
            </a:pPr>
            <a:r>
              <a:rPr sz="1700" spc="-5" dirty="0">
                <a:latin typeface="Times New Roman"/>
                <a:cs typeface="Times New Roman"/>
              </a:rPr>
              <a:t>Th</a:t>
            </a:r>
            <a:r>
              <a:rPr sz="1700" spc="-10" dirty="0">
                <a:latin typeface="Times New Roman"/>
                <a:cs typeface="Times New Roman"/>
              </a:rPr>
              <a:t>e</a:t>
            </a:r>
            <a:r>
              <a:rPr sz="1700" spc="-2" dirty="0">
                <a:latin typeface="Times New Roman"/>
                <a:cs typeface="Times New Roman"/>
              </a:rPr>
              <a:t>re</a:t>
            </a:r>
            <a:r>
              <a:rPr sz="1700"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spc="-2" dirty="0">
                <a:latin typeface="Times New Roman"/>
                <a:cs typeface="Times New Roman"/>
              </a:rPr>
              <a:t>th</a:t>
            </a:r>
            <a:r>
              <a:rPr sz="1700" dirty="0">
                <a:latin typeface="Times New Roman"/>
                <a:cs typeface="Times New Roman"/>
              </a:rPr>
              <a:t>r</a:t>
            </a:r>
            <a:r>
              <a:rPr sz="1700" spc="-7" dirty="0">
                <a:latin typeface="Times New Roman"/>
                <a:cs typeface="Times New Roman"/>
              </a:rPr>
              <a:t>e</a:t>
            </a:r>
            <a:r>
              <a:rPr sz="1700" spc="-5" dirty="0">
                <a:latin typeface="Times New Roman"/>
                <a:cs typeface="Times New Roman"/>
              </a:rPr>
              <a:t>e</a:t>
            </a:r>
            <a:r>
              <a:rPr sz="1700" spc="-2" dirty="0">
                <a:latin typeface="Times New Roman"/>
                <a:cs typeface="Times New Roman"/>
              </a:rPr>
              <a:t> te</a:t>
            </a:r>
            <a:r>
              <a:rPr sz="1700" spc="-7" dirty="0">
                <a:latin typeface="Times New Roman"/>
                <a:cs typeface="Times New Roman"/>
              </a:rPr>
              <a:t>c</a:t>
            </a:r>
            <a:r>
              <a:rPr sz="1700" spc="-5" dirty="0">
                <a:latin typeface="Times New Roman"/>
                <a:cs typeface="Times New Roman"/>
              </a:rPr>
              <a:t>hniques</a:t>
            </a:r>
            <a:r>
              <a:rPr sz="1700" dirty="0">
                <a:latin typeface="Times New Roman"/>
                <a:cs typeface="Times New Roman"/>
              </a:rPr>
              <a:t> </a:t>
            </a:r>
            <a:r>
              <a:rPr sz="1700" spc="-2" dirty="0">
                <a:latin typeface="Times New Roman"/>
                <a:cs typeface="Times New Roman"/>
              </a:rPr>
              <a:t>in </a:t>
            </a:r>
            <a:r>
              <a:rPr sz="1700" spc="-5"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spc="-5" dirty="0">
                <a:latin typeface="Times New Roman"/>
                <a:cs typeface="Times New Roman"/>
              </a:rPr>
              <a:t>ma</a:t>
            </a:r>
            <a:r>
              <a:rPr sz="1700" spc="-7" dirty="0">
                <a:latin typeface="Times New Roman"/>
                <a:cs typeface="Times New Roman"/>
              </a:rPr>
              <a:t>p</a:t>
            </a:r>
            <a:r>
              <a:rPr sz="1700" spc="-5" dirty="0">
                <a:latin typeface="Times New Roman"/>
                <a:cs typeface="Times New Roman"/>
              </a:rPr>
              <a:t>ping</a:t>
            </a:r>
            <a:endParaRPr sz="1700" dirty="0">
              <a:latin typeface="Times New Roman"/>
              <a:cs typeface="Times New Roman"/>
            </a:endParaRPr>
          </a:p>
          <a:p>
            <a:pPr marL="79413" indent="-73304" algn="just">
              <a:spcBef>
                <a:spcPts val="334"/>
              </a:spcBef>
              <a:buFont typeface="Times New Roman"/>
              <a:buAutoNum type="arabicPeriod"/>
              <a:tabLst>
                <a:tab pos="79413" algn="l"/>
              </a:tabLst>
            </a:pPr>
            <a:r>
              <a:rPr sz="1700" spc="-2" dirty="0">
                <a:latin typeface="Times New Roman"/>
                <a:cs typeface="Times New Roman"/>
              </a:rPr>
              <a:t>Dir</a:t>
            </a:r>
            <a:r>
              <a:rPr sz="1700" spc="-7" dirty="0">
                <a:latin typeface="Times New Roman"/>
                <a:cs typeface="Times New Roman"/>
              </a:rPr>
              <a:t>ec</a:t>
            </a:r>
            <a:r>
              <a:rPr sz="1700" spc="-2" dirty="0">
                <a:latin typeface="Times New Roman"/>
                <a:cs typeface="Times New Roman"/>
              </a:rPr>
              <a:t>t</a:t>
            </a:r>
            <a:r>
              <a:rPr sz="1700" dirty="0">
                <a:latin typeface="Times New Roman"/>
                <a:cs typeface="Times New Roman"/>
              </a:rPr>
              <a:t> </a:t>
            </a:r>
            <a:r>
              <a:rPr sz="1700" spc="-7" dirty="0">
                <a:latin typeface="Times New Roman"/>
                <a:cs typeface="Times New Roman"/>
              </a:rPr>
              <a:t>Mapping</a:t>
            </a:r>
            <a:endParaRPr sz="1700" dirty="0">
              <a:latin typeface="Times New Roman"/>
              <a:cs typeface="Times New Roman"/>
            </a:endParaRPr>
          </a:p>
          <a:p>
            <a:pPr marL="79413" indent="-73304" algn="just">
              <a:spcBef>
                <a:spcPts val="358"/>
              </a:spcBef>
              <a:buFont typeface="Times New Roman"/>
              <a:buAutoNum type="arabicPeriod"/>
              <a:tabLst>
                <a:tab pos="79413" algn="l"/>
              </a:tabLst>
            </a:pPr>
            <a:r>
              <a:rPr sz="1700" spc="-5" dirty="0">
                <a:latin typeface="Times New Roman"/>
                <a:cs typeface="Times New Roman"/>
              </a:rPr>
              <a:t>F</a:t>
            </a:r>
            <a:r>
              <a:rPr sz="1700" spc="-2" dirty="0">
                <a:latin typeface="Times New Roman"/>
                <a:cs typeface="Times New Roman"/>
              </a:rPr>
              <a:t>ull</a:t>
            </a:r>
            <a:r>
              <a:rPr sz="1700" dirty="0">
                <a:latin typeface="Times New Roman"/>
                <a:cs typeface="Times New Roman"/>
              </a:rPr>
              <a:t>y </a:t>
            </a:r>
            <a:r>
              <a:rPr sz="1700" spc="-2" dirty="0">
                <a:latin typeface="Times New Roman"/>
                <a:cs typeface="Times New Roman"/>
              </a:rPr>
              <a:t>Associative M</a:t>
            </a:r>
            <a:r>
              <a:rPr sz="1700" spc="-5" dirty="0">
                <a:latin typeface="Times New Roman"/>
                <a:cs typeface="Times New Roman"/>
              </a:rPr>
              <a:t>a</a:t>
            </a:r>
            <a:r>
              <a:rPr sz="1700" spc="5" dirty="0">
                <a:latin typeface="Times New Roman"/>
                <a:cs typeface="Times New Roman"/>
              </a:rPr>
              <a:t>p</a:t>
            </a:r>
            <a:r>
              <a:rPr sz="1700" spc="-5" dirty="0">
                <a:latin typeface="Times New Roman"/>
                <a:cs typeface="Times New Roman"/>
              </a:rPr>
              <a:t>ping</a:t>
            </a:r>
            <a:endParaRPr sz="1700" dirty="0">
              <a:latin typeface="Times New Roman"/>
              <a:cs typeface="Times New Roman"/>
            </a:endParaRPr>
          </a:p>
          <a:p>
            <a:pPr marL="79413" indent="-73304" algn="just">
              <a:spcBef>
                <a:spcPts val="356"/>
              </a:spcBef>
              <a:buFont typeface="Times New Roman"/>
              <a:buAutoNum type="arabicPeriod"/>
              <a:tabLst>
                <a:tab pos="79413" algn="l"/>
              </a:tabLst>
            </a:pPr>
            <a:r>
              <a:rPr sz="1700" dirty="0">
                <a:latin typeface="Times New Roman"/>
                <a:cs typeface="Times New Roman"/>
              </a:rPr>
              <a:t>S</a:t>
            </a:r>
            <a:r>
              <a:rPr sz="1700" spc="-7" dirty="0">
                <a:latin typeface="Times New Roman"/>
                <a:cs typeface="Times New Roman"/>
              </a:rPr>
              <a:t>e</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Associative Ma</a:t>
            </a:r>
            <a:r>
              <a:rPr sz="1700" spc="-5" dirty="0">
                <a:latin typeface="Times New Roman"/>
                <a:cs typeface="Times New Roman"/>
              </a:rPr>
              <a:t>pping</a:t>
            </a:r>
            <a:endParaRPr sz="1700" dirty="0">
              <a:latin typeface="Times New Roman"/>
              <a:cs typeface="Times New Roman"/>
            </a:endParaRPr>
          </a:p>
        </p:txBody>
      </p:sp>
    </p:spTree>
    <p:extLst>
      <p:ext uri="{BB962C8B-B14F-4D97-AF65-F5344CB8AC3E}">
        <p14:creationId xmlns:p14="http://schemas.microsoft.com/office/powerpoint/2010/main" val="7246073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56EB5-5C93-5CF9-81FE-1202068CE0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9A65C50-BB4F-4436-E8F5-193D0E6D9FE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A8573C83-B89A-33BD-BA2D-9286B5314B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7B77B07E-4ED0-A174-F024-5E36AA9BB3A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5FEB2CD-8F62-3B61-4539-BC5C9E0A1F1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4C78280E-B660-CA9E-6DE7-8B0F6008ABA2}"/>
              </a:ext>
            </a:extLst>
          </p:cNvPr>
          <p:cNvSpPr txBox="1"/>
          <p:nvPr/>
        </p:nvSpPr>
        <p:spPr>
          <a:xfrm>
            <a:off x="1014922" y="819150"/>
            <a:ext cx="7062278" cy="3382977"/>
          </a:xfrm>
          <a:prstGeom prst="rect">
            <a:avLst/>
          </a:prstGeom>
        </p:spPr>
        <p:txBody>
          <a:bodyPr vert="horz" wrap="square" lIns="0" tIns="0" rIns="0" bIns="0" rtlCol="0">
            <a:spAutoFit/>
          </a:bodyPr>
          <a:lstStyle/>
          <a:p>
            <a:pPr marL="6109" algn="just">
              <a:spcBef>
                <a:spcPts val="351"/>
              </a:spcBef>
            </a:pPr>
            <a:r>
              <a:rPr sz="1700" b="1" spc="-7" dirty="0">
                <a:latin typeface="Times New Roman"/>
                <a:cs typeface="Times New Roman"/>
              </a:rPr>
              <a:t>Direc</a:t>
            </a:r>
            <a:r>
              <a:rPr sz="1700" b="1" dirty="0">
                <a:latin typeface="Times New Roman"/>
                <a:cs typeface="Times New Roman"/>
              </a:rPr>
              <a:t>t</a:t>
            </a:r>
            <a:r>
              <a:rPr sz="1700" b="1" spc="2" dirty="0">
                <a:latin typeface="Times New Roman"/>
                <a:cs typeface="Times New Roman"/>
              </a:rPr>
              <a:t> </a:t>
            </a:r>
            <a:r>
              <a:rPr sz="1700" b="1" spc="-10" dirty="0">
                <a:latin typeface="Times New Roman"/>
                <a:cs typeface="Times New Roman"/>
              </a:rPr>
              <a:t>M</a:t>
            </a:r>
            <a:r>
              <a:rPr sz="1700" b="1" dirty="0">
                <a:latin typeface="Times New Roman"/>
                <a:cs typeface="Times New Roman"/>
              </a:rPr>
              <a:t>app</a:t>
            </a:r>
            <a:r>
              <a:rPr sz="1700" b="1" spc="-2" dirty="0">
                <a:latin typeface="Times New Roman"/>
                <a:cs typeface="Times New Roman"/>
              </a:rPr>
              <a:t>in</a:t>
            </a:r>
            <a:r>
              <a:rPr sz="1700" b="1" dirty="0">
                <a:latin typeface="Times New Roman"/>
                <a:cs typeface="Times New Roman"/>
              </a:rPr>
              <a:t>g</a:t>
            </a:r>
            <a:endParaRPr sz="1700" dirty="0">
              <a:latin typeface="Times New Roman"/>
              <a:cs typeface="Times New Roman"/>
            </a:endParaRPr>
          </a:p>
          <a:p>
            <a:pPr marL="6109" marR="2443" algn="just">
              <a:spcBef>
                <a:spcPts val="404"/>
              </a:spcBef>
            </a:pPr>
            <a:r>
              <a:rPr sz="1700" spc="-10" dirty="0">
                <a:latin typeface="Times New Roman"/>
                <a:cs typeface="Times New Roman"/>
              </a:rPr>
              <a:t>I</a:t>
            </a:r>
            <a:r>
              <a:rPr sz="1700" dirty="0">
                <a:latin typeface="Times New Roman"/>
                <a:cs typeface="Times New Roman"/>
              </a:rPr>
              <a:t>n</a:t>
            </a:r>
            <a:r>
              <a:rPr sz="1700" spc="5" dirty="0">
                <a:latin typeface="Times New Roman"/>
                <a:cs typeface="Times New Roman"/>
              </a:rPr>
              <a:t> </a:t>
            </a:r>
            <a:r>
              <a:rPr sz="1700" spc="-2" dirty="0">
                <a:latin typeface="Times New Roman"/>
                <a:cs typeface="Times New Roman"/>
              </a:rPr>
              <a:t>dire</a:t>
            </a:r>
            <a:r>
              <a:rPr sz="1700" spc="-7" dirty="0">
                <a:latin typeface="Times New Roman"/>
                <a:cs typeface="Times New Roman"/>
              </a:rPr>
              <a:t>c</a:t>
            </a:r>
            <a:r>
              <a:rPr sz="1700" spc="-2" dirty="0">
                <a:latin typeface="Times New Roman"/>
                <a:cs typeface="Times New Roman"/>
              </a:rPr>
              <a:t>t</a:t>
            </a:r>
            <a:r>
              <a:rPr sz="1700" spc="5" dirty="0">
                <a:latin typeface="Times New Roman"/>
                <a:cs typeface="Times New Roman"/>
              </a:rPr>
              <a:t> </a:t>
            </a:r>
            <a:r>
              <a:rPr sz="1700" spc="-5" dirty="0">
                <a:latin typeface="Times New Roman"/>
                <a:cs typeface="Times New Roman"/>
              </a:rPr>
              <a:t>mapping,</a:t>
            </a:r>
            <a:r>
              <a:rPr sz="1700" spc="2"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7" dirty="0">
                <a:latin typeface="Times New Roman"/>
                <a:cs typeface="Times New Roman"/>
              </a:rPr>
              <a:t>cac</a:t>
            </a:r>
            <a:r>
              <a:rPr sz="1700" spc="-5" dirty="0">
                <a:latin typeface="Times New Roman"/>
                <a:cs typeface="Times New Roman"/>
              </a:rPr>
              <a:t>he</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onsist</a:t>
            </a:r>
            <a:r>
              <a:rPr sz="1700" dirty="0">
                <a:latin typeface="Times New Roman"/>
                <a:cs typeface="Times New Roman"/>
              </a:rPr>
              <a:t>s</a:t>
            </a:r>
            <a:r>
              <a:rPr sz="1700" spc="5"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spc="-5" dirty="0">
                <a:latin typeface="Times New Roman"/>
                <a:cs typeface="Times New Roman"/>
              </a:rPr>
              <a:t>norm</a:t>
            </a:r>
            <a:r>
              <a:rPr sz="1700" spc="-10" dirty="0">
                <a:latin typeface="Times New Roman"/>
                <a:cs typeface="Times New Roman"/>
              </a:rPr>
              <a:t>a</a:t>
            </a:r>
            <a:r>
              <a:rPr sz="1700" spc="-2" dirty="0">
                <a:latin typeface="Times New Roman"/>
                <a:cs typeface="Times New Roman"/>
              </a:rPr>
              <a:t>l</a:t>
            </a:r>
            <a:r>
              <a:rPr sz="1700" spc="5" dirty="0">
                <a:latin typeface="Times New Roman"/>
                <a:cs typeface="Times New Roman"/>
              </a:rPr>
              <a:t> </a:t>
            </a:r>
            <a:r>
              <a:rPr sz="1700" spc="-5" dirty="0">
                <a:latin typeface="Times New Roman"/>
                <a:cs typeface="Times New Roman"/>
              </a:rPr>
              <a:t>h</a:t>
            </a:r>
            <a:r>
              <a:rPr sz="1700" spc="-7" dirty="0">
                <a:latin typeface="Times New Roman"/>
                <a:cs typeface="Times New Roman"/>
              </a:rPr>
              <a:t>i</a:t>
            </a:r>
            <a:r>
              <a:rPr sz="1700" dirty="0">
                <a:latin typeface="Times New Roman"/>
                <a:cs typeface="Times New Roman"/>
              </a:rPr>
              <a:t>g</a:t>
            </a:r>
            <a:r>
              <a:rPr sz="1700" spc="7" dirty="0">
                <a:latin typeface="Times New Roman"/>
                <a:cs typeface="Times New Roman"/>
              </a:rPr>
              <a:t>h</a:t>
            </a:r>
            <a:r>
              <a:rPr sz="1700" spc="-2" dirty="0">
                <a:latin typeface="Times New Roman"/>
                <a:cs typeface="Times New Roman"/>
              </a:rPr>
              <a:t>-spe</a:t>
            </a:r>
            <a:r>
              <a:rPr sz="1700" spc="-7" dirty="0">
                <a:latin typeface="Times New Roman"/>
                <a:cs typeface="Times New Roman"/>
              </a:rPr>
              <a:t>e</a:t>
            </a:r>
            <a:r>
              <a:rPr sz="1700" dirty="0">
                <a:latin typeface="Times New Roman"/>
                <a:cs typeface="Times New Roman"/>
              </a:rPr>
              <a:t>d</a:t>
            </a:r>
            <a:r>
              <a:rPr sz="1700" spc="5" dirty="0">
                <a:latin typeface="Times New Roman"/>
                <a:cs typeface="Times New Roman"/>
              </a:rPr>
              <a:t> </a:t>
            </a:r>
            <a:r>
              <a:rPr sz="1700" spc="-2" dirty="0">
                <a:latin typeface="Times New Roman"/>
                <a:cs typeface="Times New Roman"/>
              </a:rPr>
              <a:t>r</a:t>
            </a:r>
            <a:r>
              <a:rPr sz="1700" spc="-10" dirty="0">
                <a:latin typeface="Times New Roman"/>
                <a:cs typeface="Times New Roman"/>
              </a:rPr>
              <a:t>a</a:t>
            </a:r>
            <a:r>
              <a:rPr sz="1700" spc="-5" dirty="0">
                <a:latin typeface="Times New Roman"/>
                <a:cs typeface="Times New Roman"/>
              </a:rPr>
              <a:t>ndo</a:t>
            </a:r>
            <a:r>
              <a:rPr sz="1700" spc="-2" dirty="0">
                <a:latin typeface="Times New Roman"/>
                <a:cs typeface="Times New Roman"/>
              </a:rPr>
              <a:t>m</a:t>
            </a:r>
            <a:r>
              <a:rPr sz="1700" spc="2" dirty="0">
                <a:latin typeface="Times New Roman"/>
                <a:cs typeface="Times New Roman"/>
              </a:rPr>
              <a:t>-</a:t>
            </a:r>
            <a:r>
              <a:rPr sz="1700" spc="-7" dirty="0">
                <a:latin typeface="Times New Roman"/>
                <a:cs typeface="Times New Roman"/>
              </a:rPr>
              <a:t>a</a:t>
            </a:r>
            <a:r>
              <a:rPr sz="1700" spc="-2" dirty="0">
                <a:latin typeface="Times New Roman"/>
                <a:cs typeface="Times New Roman"/>
              </a:rPr>
              <a:t>c</a:t>
            </a:r>
            <a:r>
              <a:rPr sz="1700" spc="-7" dirty="0">
                <a:latin typeface="Times New Roman"/>
                <a:cs typeface="Times New Roman"/>
              </a:rPr>
              <a:t>ce</a:t>
            </a:r>
            <a:r>
              <a:rPr sz="1700" spc="-2" dirty="0">
                <a:latin typeface="Times New Roman"/>
                <a:cs typeface="Times New Roman"/>
              </a:rPr>
              <a:t>s</a:t>
            </a:r>
            <a:r>
              <a:rPr sz="1700" dirty="0">
                <a:latin typeface="Times New Roman"/>
                <a:cs typeface="Times New Roman"/>
              </a:rPr>
              <a:t>s</a:t>
            </a:r>
            <a:r>
              <a:rPr sz="1700" spc="5"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7" dirty="0">
                <a:latin typeface="Times New Roman"/>
                <a:cs typeface="Times New Roman"/>
              </a:rPr>
              <a:t> </a:t>
            </a:r>
            <a:r>
              <a:rPr sz="1700" dirty="0">
                <a:latin typeface="Times New Roman"/>
                <a:cs typeface="Times New Roman"/>
              </a:rPr>
              <a:t>A</a:t>
            </a:r>
            <a:r>
              <a:rPr sz="1700" spc="2" dirty="0">
                <a:latin typeface="Times New Roman"/>
                <a:cs typeface="Times New Roman"/>
              </a:rPr>
              <a:t> </a:t>
            </a:r>
            <a:r>
              <a:rPr sz="1700" spc="-7" dirty="0">
                <a:latin typeface="Times New Roman"/>
                <a:cs typeface="Times New Roman"/>
              </a:rPr>
              <a:t>ce</a:t>
            </a:r>
            <a:r>
              <a:rPr sz="1700" spc="-2" dirty="0">
                <a:latin typeface="Times New Roman"/>
                <a:cs typeface="Times New Roman"/>
              </a:rPr>
              <a:t>rt</a:t>
            </a:r>
            <a:r>
              <a:rPr sz="1700" spc="-10" dirty="0">
                <a:latin typeface="Times New Roman"/>
                <a:cs typeface="Times New Roman"/>
              </a:rPr>
              <a:t>a</a:t>
            </a:r>
            <a:r>
              <a:rPr sz="1700" spc="-2" dirty="0">
                <a:latin typeface="Times New Roman"/>
                <a:cs typeface="Times New Roman"/>
              </a:rPr>
              <a:t>in </a:t>
            </a:r>
            <a:r>
              <a:rPr sz="1700" spc="-5" dirty="0">
                <a:latin typeface="Times New Roman"/>
                <a:cs typeface="Times New Roman"/>
              </a:rPr>
              <a:t>block</a:t>
            </a:r>
            <a:r>
              <a:rPr sz="1700" spc="-7"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2" dirty="0">
                <a:latin typeface="Times New Roman"/>
                <a:cs typeface="Times New Roman"/>
              </a:rPr>
              <a:t>the </a:t>
            </a:r>
            <a:r>
              <a:rPr sz="1700" spc="-5" dirty="0">
                <a:latin typeface="Times New Roman"/>
                <a:cs typeface="Times New Roman"/>
              </a:rPr>
              <a:t>main</a:t>
            </a:r>
            <a:r>
              <a:rPr sz="1700" spc="-7" dirty="0">
                <a:latin typeface="Times New Roman"/>
                <a:cs typeface="Times New Roman"/>
              </a:rPr>
              <a:t> </a:t>
            </a:r>
            <a:r>
              <a:rPr sz="1700" spc="-5" dirty="0">
                <a:latin typeface="Times New Roman"/>
                <a:cs typeface="Times New Roman"/>
              </a:rPr>
              <a:t>memo</a:t>
            </a:r>
            <a:r>
              <a:rPr sz="1700" dirty="0">
                <a:latin typeface="Times New Roman"/>
                <a:cs typeface="Times New Roman"/>
              </a:rPr>
              <a:t>ry</a:t>
            </a:r>
            <a:r>
              <a:rPr sz="1700" spc="-7" dirty="0">
                <a:latin typeface="Times New Roman"/>
                <a:cs typeface="Times New Roman"/>
              </a:rPr>
              <a:t> </a:t>
            </a:r>
            <a:r>
              <a:rPr sz="1700" spc="-2" dirty="0">
                <a:latin typeface="Times New Roman"/>
                <a:cs typeface="Times New Roman"/>
              </a:rPr>
              <a:t>woul</a:t>
            </a:r>
            <a:r>
              <a:rPr sz="1700" dirty="0">
                <a:latin typeface="Times New Roman"/>
                <a:cs typeface="Times New Roman"/>
              </a:rPr>
              <a:t>d</a:t>
            </a:r>
            <a:r>
              <a:rPr sz="1700" spc="-7" dirty="0">
                <a:latin typeface="Times New Roman"/>
                <a:cs typeface="Times New Roman"/>
              </a:rPr>
              <a:t> </a:t>
            </a:r>
            <a:r>
              <a:rPr sz="1700" spc="-5" dirty="0">
                <a:latin typeface="Times New Roman"/>
                <a:cs typeface="Times New Roman"/>
              </a:rPr>
              <a:t>be </a:t>
            </a:r>
            <a:r>
              <a:rPr sz="1700" spc="-7" dirty="0">
                <a:latin typeface="Times New Roman"/>
                <a:cs typeface="Times New Roman"/>
              </a:rPr>
              <a:t>a</a:t>
            </a:r>
            <a:r>
              <a:rPr sz="1700" spc="-2" dirty="0">
                <a:latin typeface="Times New Roman"/>
                <a:cs typeface="Times New Roman"/>
              </a:rPr>
              <a:t>ble</a:t>
            </a:r>
            <a:r>
              <a:rPr sz="1700" spc="-7"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5" dirty="0">
                <a:latin typeface="Times New Roman"/>
                <a:cs typeface="Times New Roman"/>
              </a:rPr>
              <a:t>map</a:t>
            </a:r>
            <a:r>
              <a:rPr sz="1700" spc="-2" dirty="0">
                <a:latin typeface="Times New Roman"/>
                <a:cs typeface="Times New Roman"/>
              </a:rPr>
              <a:t> </a:t>
            </a:r>
            <a:r>
              <a:rPr sz="1700" spc="-5" dirty="0">
                <a:latin typeface="Times New Roman"/>
                <a:cs typeface="Times New Roman"/>
              </a:rPr>
              <a:t>a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10" dirty="0">
                <a:latin typeface="Times New Roman"/>
                <a:cs typeface="Times New Roman"/>
              </a:rPr>
              <a:t> </a:t>
            </a:r>
            <a:r>
              <a:rPr sz="1700" spc="-5" dirty="0">
                <a:latin typeface="Times New Roman"/>
                <a:cs typeface="Times New Roman"/>
              </a:rPr>
              <a:t>only </a:t>
            </a:r>
            <a:r>
              <a:rPr sz="1700" dirty="0">
                <a:latin typeface="Times New Roman"/>
                <a:cs typeface="Times New Roman"/>
              </a:rPr>
              <a:t>up</a:t>
            </a:r>
            <a:r>
              <a:rPr sz="1700" spc="-2" dirty="0">
                <a:latin typeface="Times New Roman"/>
                <a:cs typeface="Times New Roman"/>
              </a:rPr>
              <a:t> to</a:t>
            </a:r>
            <a:r>
              <a:rPr sz="1700" spc="-5" dirty="0">
                <a:latin typeface="Times New Roman"/>
                <a:cs typeface="Times New Roman"/>
              </a:rPr>
              <a:t> a </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rt</a:t>
            </a:r>
            <a:r>
              <a:rPr sz="1700" spc="-10" dirty="0">
                <a:latin typeface="Times New Roman"/>
                <a:cs typeface="Times New Roman"/>
              </a:rPr>
              <a:t>a</a:t>
            </a:r>
            <a:r>
              <a:rPr sz="1700" dirty="0">
                <a:latin typeface="Times New Roman"/>
                <a:cs typeface="Times New Roman"/>
              </a:rPr>
              <a:t>in</a:t>
            </a:r>
            <a:r>
              <a:rPr sz="1700" spc="-7" dirty="0">
                <a:latin typeface="Times New Roman"/>
                <a:cs typeface="Times New Roman"/>
              </a:rPr>
              <a:t> </a:t>
            </a:r>
            <a:r>
              <a:rPr sz="1700" spc="-2" dirty="0">
                <a:latin typeface="Times New Roman"/>
                <a:cs typeface="Times New Roman"/>
              </a:rPr>
              <a:t>line</a:t>
            </a:r>
            <a:r>
              <a:rPr sz="1700" spc="-10"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10" dirty="0">
                <a:latin typeface="Times New Roman"/>
                <a:cs typeface="Times New Roman"/>
              </a:rPr>
              <a:t> </a:t>
            </a:r>
            <a:r>
              <a:rPr sz="1700" spc="-2"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 </a:t>
            </a:r>
            <a:r>
              <a:rPr sz="1700" spc="-5" dirty="0">
                <a:latin typeface="Times New Roman"/>
                <a:cs typeface="Times New Roman"/>
              </a:rPr>
              <a:t>The</a:t>
            </a:r>
            <a:r>
              <a:rPr sz="1700" spc="-34" dirty="0">
                <a:latin typeface="Times New Roman"/>
                <a:cs typeface="Times New Roman"/>
              </a:rPr>
              <a:t> </a:t>
            </a:r>
            <a:r>
              <a:rPr sz="1700" spc="-2" dirty="0">
                <a:latin typeface="Times New Roman"/>
                <a:cs typeface="Times New Roman"/>
              </a:rPr>
              <a:t>tot</a:t>
            </a:r>
            <a:r>
              <a:rPr sz="1700" spc="-7" dirty="0">
                <a:latin typeface="Times New Roman"/>
                <a:cs typeface="Times New Roman"/>
              </a:rPr>
              <a:t>a</a:t>
            </a:r>
            <a:r>
              <a:rPr sz="1700" spc="-2" dirty="0">
                <a:latin typeface="Times New Roman"/>
                <a:cs typeface="Times New Roman"/>
              </a:rPr>
              <a:t>l</a:t>
            </a:r>
            <a:r>
              <a:rPr sz="1700" spc="-29" dirty="0">
                <a:latin typeface="Times New Roman"/>
                <a:cs typeface="Times New Roman"/>
              </a:rPr>
              <a:t> </a:t>
            </a:r>
            <a:r>
              <a:rPr sz="1700" spc="-2" dirty="0">
                <a:latin typeface="Times New Roman"/>
                <a:cs typeface="Times New Roman"/>
              </a:rPr>
              <a:t>line</a:t>
            </a:r>
            <a:r>
              <a:rPr sz="1700" spc="-31" dirty="0">
                <a:latin typeface="Times New Roman"/>
                <a:cs typeface="Times New Roman"/>
              </a:rPr>
              <a:t> </a:t>
            </a:r>
            <a:r>
              <a:rPr sz="1700" spc="-5" dirty="0">
                <a:latin typeface="Times New Roman"/>
                <a:cs typeface="Times New Roman"/>
              </a:rPr>
              <a:t>numb</a:t>
            </a:r>
            <a:r>
              <a:rPr sz="1700" spc="-2" dirty="0">
                <a:latin typeface="Times New Roman"/>
                <a:cs typeface="Times New Roman"/>
              </a:rPr>
              <a:t>e</a:t>
            </a:r>
            <a:r>
              <a:rPr sz="1700" dirty="0">
                <a:latin typeface="Times New Roman"/>
                <a:cs typeface="Times New Roman"/>
              </a:rPr>
              <a:t>rs</a:t>
            </a:r>
            <a:r>
              <a:rPr sz="1700" spc="-31" dirty="0">
                <a:latin typeface="Times New Roman"/>
                <a:cs typeface="Times New Roman"/>
              </a:rPr>
              <a:t> </a:t>
            </a:r>
            <a:r>
              <a:rPr sz="1700" dirty="0">
                <a:latin typeface="Times New Roman"/>
                <a:cs typeface="Times New Roman"/>
              </a:rPr>
              <a:t>of</a:t>
            </a:r>
            <a:r>
              <a:rPr sz="1700" spc="-26"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31" dirty="0">
                <a:latin typeface="Times New Roman"/>
                <a:cs typeface="Times New Roman"/>
              </a:rPr>
              <a:t> </a:t>
            </a:r>
            <a:r>
              <a:rPr sz="1700" spc="-2" dirty="0">
                <a:latin typeface="Times New Roman"/>
                <a:cs typeface="Times New Roman"/>
              </a:rPr>
              <a:t>to</a:t>
            </a:r>
            <a:r>
              <a:rPr sz="1700" spc="-29" dirty="0">
                <a:latin typeface="Times New Roman"/>
                <a:cs typeface="Times New Roman"/>
              </a:rPr>
              <a:t> </a:t>
            </a:r>
            <a:r>
              <a:rPr sz="1700" spc="-7" dirty="0">
                <a:latin typeface="Times New Roman"/>
                <a:cs typeface="Times New Roman"/>
              </a:rPr>
              <a:t>whic</a:t>
            </a:r>
            <a:r>
              <a:rPr sz="1700" dirty="0">
                <a:latin typeface="Times New Roman"/>
                <a:cs typeface="Times New Roman"/>
              </a:rPr>
              <a:t>h</a:t>
            </a:r>
            <a:r>
              <a:rPr sz="1700" spc="-24" dirty="0">
                <a:latin typeface="Times New Roman"/>
                <a:cs typeface="Times New Roman"/>
              </a:rPr>
              <a:t> </a:t>
            </a:r>
            <a:r>
              <a:rPr sz="1700" spc="-7" dirty="0">
                <a:latin typeface="Times New Roman"/>
                <a:cs typeface="Times New Roman"/>
              </a:rPr>
              <a:t>a</a:t>
            </a:r>
            <a:r>
              <a:rPr sz="1700" dirty="0">
                <a:latin typeface="Times New Roman"/>
                <a:cs typeface="Times New Roman"/>
              </a:rPr>
              <a:t>ny</a:t>
            </a:r>
            <a:r>
              <a:rPr sz="1700" spc="-29" dirty="0">
                <a:latin typeface="Times New Roman"/>
                <a:cs typeface="Times New Roman"/>
              </a:rPr>
              <a:t> </a:t>
            </a:r>
            <a:r>
              <a:rPr sz="1700" spc="-2" dirty="0">
                <a:latin typeface="Times New Roman"/>
                <a:cs typeface="Times New Roman"/>
              </a:rPr>
              <a:t>dis</a:t>
            </a:r>
            <a:r>
              <a:rPr sz="1700" dirty="0">
                <a:latin typeface="Times New Roman"/>
                <a:cs typeface="Times New Roman"/>
              </a:rPr>
              <a:t>t</a:t>
            </a:r>
            <a:r>
              <a:rPr sz="1700" spc="-2" dirty="0">
                <a:latin typeface="Times New Roman"/>
                <a:cs typeface="Times New Roman"/>
              </a:rPr>
              <a:t>i</a:t>
            </a:r>
            <a:r>
              <a:rPr sz="1700" dirty="0">
                <a:latin typeface="Times New Roman"/>
                <a:cs typeface="Times New Roman"/>
              </a:rPr>
              <a:t>n</a:t>
            </a:r>
            <a:r>
              <a:rPr sz="1700" spc="-7" dirty="0">
                <a:latin typeface="Times New Roman"/>
                <a:cs typeface="Times New Roman"/>
              </a:rPr>
              <a:t>c</a:t>
            </a:r>
            <a:r>
              <a:rPr sz="1700" spc="-2" dirty="0">
                <a:latin typeface="Times New Roman"/>
                <a:cs typeface="Times New Roman"/>
              </a:rPr>
              <a:t>t</a:t>
            </a:r>
            <a:r>
              <a:rPr sz="1700" spc="-29" dirty="0">
                <a:latin typeface="Times New Roman"/>
                <a:cs typeface="Times New Roman"/>
              </a:rPr>
              <a:t> </a:t>
            </a:r>
            <a:r>
              <a:rPr sz="1700" spc="-5" dirty="0">
                <a:latin typeface="Times New Roman"/>
                <a:cs typeface="Times New Roman"/>
              </a:rPr>
              <a:t>block</a:t>
            </a:r>
            <a:r>
              <a:rPr sz="1700" spc="-31"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n</a:t>
            </a:r>
            <a:r>
              <a:rPr sz="1700" spc="-29" dirty="0">
                <a:latin typeface="Times New Roman"/>
                <a:cs typeface="Times New Roman"/>
              </a:rPr>
              <a:t> </a:t>
            </a:r>
            <a:r>
              <a:rPr sz="1700" spc="-5" dirty="0">
                <a:latin typeface="Times New Roman"/>
                <a:cs typeface="Times New Roman"/>
              </a:rPr>
              <a:t>map</a:t>
            </a:r>
            <a:r>
              <a:rPr sz="1700" spc="-26"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31" dirty="0">
                <a:latin typeface="Times New Roman"/>
                <a:cs typeface="Times New Roman"/>
              </a:rPr>
              <a:t> </a:t>
            </a:r>
            <a:r>
              <a:rPr sz="1700" spc="-5" dirty="0">
                <a:latin typeface="Times New Roman"/>
                <a:cs typeface="Times New Roman"/>
              </a:rPr>
              <a:t>giv</a:t>
            </a:r>
            <a:r>
              <a:rPr sz="1700" spc="-2" dirty="0">
                <a:latin typeface="Times New Roman"/>
                <a:cs typeface="Times New Roman"/>
              </a:rPr>
              <a:t>e</a:t>
            </a:r>
            <a:r>
              <a:rPr sz="1700" dirty="0">
                <a:latin typeface="Times New Roman"/>
                <a:cs typeface="Times New Roman"/>
              </a:rPr>
              <a:t>n</a:t>
            </a:r>
            <a:r>
              <a:rPr sz="1700" spc="-29" dirty="0">
                <a:latin typeface="Times New Roman"/>
                <a:cs typeface="Times New Roman"/>
              </a:rPr>
              <a:t> </a:t>
            </a:r>
            <a:r>
              <a:rPr sz="1700" dirty="0">
                <a:latin typeface="Times New Roman"/>
                <a:cs typeface="Times New Roman"/>
              </a:rPr>
              <a:t>by</a:t>
            </a:r>
            <a:r>
              <a:rPr sz="1700" spc="-29"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2" dirty="0">
                <a:latin typeface="Times New Roman"/>
                <a:cs typeface="Times New Roman"/>
              </a:rPr>
              <a:t>following:</a:t>
            </a:r>
            <a:endParaRPr sz="1700" dirty="0">
              <a:latin typeface="Times New Roman"/>
              <a:cs typeface="Times New Roman"/>
            </a:endParaRPr>
          </a:p>
          <a:p>
            <a:pPr marL="6109" marR="3665">
              <a:spcBef>
                <a:spcPts val="382"/>
              </a:spcBef>
            </a:pPr>
            <a:r>
              <a:rPr sz="1700" spc="-5" dirty="0">
                <a:latin typeface="Times New Roman"/>
                <a:cs typeface="Times New Roman"/>
              </a:rPr>
              <a:t>C</a:t>
            </a:r>
            <a:r>
              <a:rPr sz="1700" spc="-7" dirty="0">
                <a:latin typeface="Times New Roman"/>
                <a:cs typeface="Times New Roman"/>
              </a:rPr>
              <a:t>ac</a:t>
            </a:r>
            <a:r>
              <a:rPr sz="1700" spc="-5" dirty="0">
                <a:latin typeface="Times New Roman"/>
                <a:cs typeface="Times New Roman"/>
              </a:rPr>
              <a:t>he</a:t>
            </a:r>
            <a:r>
              <a:rPr sz="1700" spc="2" dirty="0">
                <a:latin typeface="Times New Roman"/>
                <a:cs typeface="Times New Roman"/>
              </a:rPr>
              <a:t> </a:t>
            </a:r>
            <a:r>
              <a:rPr sz="1700" spc="-2" dirty="0">
                <a:latin typeface="Times New Roman"/>
                <a:cs typeface="Times New Roman"/>
              </a:rPr>
              <a:t>line</a:t>
            </a:r>
            <a:r>
              <a:rPr sz="1700" spc="2" dirty="0">
                <a:latin typeface="Times New Roman"/>
                <a:cs typeface="Times New Roman"/>
              </a:rPr>
              <a:t> </a:t>
            </a:r>
            <a:r>
              <a:rPr sz="1700" spc="-5" dirty="0">
                <a:latin typeface="Times New Roman"/>
                <a:cs typeface="Times New Roman"/>
              </a:rPr>
              <a:t>number</a:t>
            </a:r>
            <a:r>
              <a:rPr sz="1700" spc="2" dirty="0">
                <a:latin typeface="Times New Roman"/>
                <a:cs typeface="Times New Roman"/>
              </a:rPr>
              <a:t> </a:t>
            </a:r>
            <a:r>
              <a:rPr sz="1700" spc="-5" dirty="0">
                <a:latin typeface="Times New Roman"/>
                <a:cs typeface="Times New Roman"/>
              </a:rPr>
              <a:t>=</a:t>
            </a:r>
            <a:r>
              <a:rPr sz="1700" spc="7" dirty="0">
                <a:latin typeface="Times New Roman"/>
                <a:cs typeface="Times New Roman"/>
              </a:rPr>
              <a:t> </a:t>
            </a:r>
            <a:r>
              <a:rPr sz="1700" dirty="0">
                <a:latin typeface="Times New Roman"/>
                <a:cs typeface="Times New Roman"/>
              </a:rPr>
              <a:t>(</a:t>
            </a:r>
            <a:r>
              <a:rPr sz="1700" spc="-5" dirty="0">
                <a:latin typeface="Times New Roman"/>
                <a:cs typeface="Times New Roman"/>
              </a:rPr>
              <a:t>A</a:t>
            </a:r>
            <a:r>
              <a:rPr sz="1700" spc="5" dirty="0">
                <a:latin typeface="Times New Roman"/>
                <a:cs typeface="Times New Roman"/>
              </a:rPr>
              <a:t>d</a:t>
            </a:r>
            <a:r>
              <a:rPr sz="1700" spc="-2" dirty="0">
                <a:latin typeface="Times New Roman"/>
                <a:cs typeface="Times New Roman"/>
              </a:rPr>
              <a:t>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5"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2" dirty="0">
                <a:latin typeface="Times New Roman"/>
                <a:cs typeface="Times New Roman"/>
              </a:rPr>
              <a:t>Main</a:t>
            </a:r>
            <a:r>
              <a:rPr sz="1700" spc="5" dirty="0">
                <a:latin typeface="Times New Roman"/>
                <a:cs typeface="Times New Roman"/>
              </a:rPr>
              <a:t> </a:t>
            </a:r>
            <a:r>
              <a:rPr sz="1700" spc="-2" dirty="0">
                <a:latin typeface="Times New Roman"/>
                <a:cs typeface="Times New Roman"/>
              </a:rPr>
              <a:t>Me</a:t>
            </a:r>
            <a:r>
              <a:rPr sz="1700" spc="-5" dirty="0">
                <a:latin typeface="Times New Roman"/>
                <a:cs typeface="Times New Roman"/>
              </a:rPr>
              <a:t>mo</a:t>
            </a:r>
            <a:r>
              <a:rPr sz="1700" dirty="0">
                <a:latin typeface="Times New Roman"/>
                <a:cs typeface="Times New Roman"/>
              </a:rPr>
              <a:t>ry</a:t>
            </a:r>
            <a:r>
              <a:rPr sz="1700" spc="5" dirty="0">
                <a:latin typeface="Times New Roman"/>
                <a:cs typeface="Times New Roman"/>
              </a:rPr>
              <a:t> </a:t>
            </a:r>
            <a:r>
              <a:rPr sz="1700" spc="-5" dirty="0">
                <a:latin typeface="Times New Roman"/>
                <a:cs typeface="Times New Roman"/>
              </a:rPr>
              <a:t>Block)</a:t>
            </a:r>
            <a:r>
              <a:rPr sz="1700" dirty="0">
                <a:latin typeface="Times New Roman"/>
                <a:cs typeface="Times New Roman"/>
              </a:rPr>
              <a:t> </a:t>
            </a:r>
            <a:r>
              <a:rPr sz="1700" spc="-7" dirty="0">
                <a:latin typeface="Times New Roman"/>
                <a:cs typeface="Times New Roman"/>
              </a:rPr>
              <a:t>Modu</a:t>
            </a:r>
            <a:r>
              <a:rPr sz="1700" spc="-2" dirty="0">
                <a:latin typeface="Times New Roman"/>
                <a:cs typeface="Times New Roman"/>
              </a:rPr>
              <a:t>l</a:t>
            </a:r>
            <a:r>
              <a:rPr sz="1700" dirty="0">
                <a:latin typeface="Times New Roman"/>
                <a:cs typeface="Times New Roman"/>
              </a:rPr>
              <a:t>o</a:t>
            </a:r>
            <a:r>
              <a:rPr sz="1700" spc="5" dirty="0">
                <a:latin typeface="Times New Roman"/>
                <a:cs typeface="Times New Roman"/>
              </a:rPr>
              <a:t> </a:t>
            </a:r>
            <a:r>
              <a:rPr sz="1700" spc="-2" dirty="0">
                <a:latin typeface="Times New Roman"/>
                <a:cs typeface="Times New Roman"/>
              </a:rPr>
              <a:t>(</a:t>
            </a:r>
            <a:r>
              <a:rPr sz="1700" spc="-7" dirty="0">
                <a:latin typeface="Times New Roman"/>
                <a:cs typeface="Times New Roman"/>
              </a:rPr>
              <a:t>T</a:t>
            </a:r>
            <a:r>
              <a:rPr sz="1700" spc="-2" dirty="0">
                <a:latin typeface="Times New Roman"/>
                <a:cs typeface="Times New Roman"/>
              </a:rPr>
              <a:t>otal</a:t>
            </a:r>
            <a:r>
              <a:rPr sz="1700" spc="5" dirty="0">
                <a:latin typeface="Times New Roman"/>
                <a:cs typeface="Times New Roman"/>
              </a:rPr>
              <a:t> </a:t>
            </a:r>
            <a:r>
              <a:rPr sz="1700" spc="-5" dirty="0">
                <a:latin typeface="Times New Roman"/>
                <a:cs typeface="Times New Roman"/>
              </a:rPr>
              <a:t>number</a:t>
            </a:r>
            <a:r>
              <a:rPr sz="1700" spc="2"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in </a:t>
            </a:r>
            <a:r>
              <a:rPr sz="1700" spc="-5"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p>
          <a:p>
            <a:pPr marL="6109" algn="just">
              <a:spcBef>
                <a:spcPts val="339"/>
              </a:spcBef>
            </a:pPr>
            <a:r>
              <a:rPr sz="1700" spc="-5" dirty="0">
                <a:latin typeface="Times New Roman"/>
                <a:cs typeface="Times New Roman"/>
              </a:rPr>
              <a:t>F</a:t>
            </a:r>
            <a:r>
              <a:rPr sz="1700" dirty="0">
                <a:latin typeface="Times New Roman"/>
                <a:cs typeface="Times New Roman"/>
              </a:rPr>
              <a:t>or </a:t>
            </a:r>
            <a:r>
              <a:rPr sz="1700" spc="-10" dirty="0">
                <a:latin typeface="Times New Roman"/>
                <a:cs typeface="Times New Roman"/>
              </a:rPr>
              <a:t>e</a:t>
            </a:r>
            <a:r>
              <a:rPr sz="1700" spc="5" dirty="0">
                <a:latin typeface="Times New Roman"/>
                <a:cs typeface="Times New Roman"/>
              </a:rPr>
              <a:t>x</a:t>
            </a:r>
            <a:r>
              <a:rPr sz="1700" spc="-7" dirty="0">
                <a:latin typeface="Times New Roman"/>
                <a:cs typeface="Times New Roman"/>
              </a:rPr>
              <a:t>a</a:t>
            </a:r>
            <a:r>
              <a:rPr sz="1700" spc="-5" dirty="0">
                <a:latin typeface="Times New Roman"/>
                <a:cs typeface="Times New Roman"/>
              </a:rPr>
              <a:t>mpl</a:t>
            </a:r>
            <a:r>
              <a:rPr sz="1700" spc="-7" dirty="0">
                <a:latin typeface="Times New Roman"/>
                <a:cs typeface="Times New Roman"/>
              </a:rPr>
              <a:t>e</a:t>
            </a:r>
            <a:r>
              <a:rPr sz="1700" dirty="0">
                <a:latin typeface="Times New Roman"/>
                <a:cs typeface="Times New Roman"/>
              </a:rPr>
              <a:t>,</a:t>
            </a:r>
          </a:p>
          <a:p>
            <a:pPr marL="6109" algn="just">
              <a:spcBef>
                <a:spcPts val="358"/>
              </a:spcBef>
            </a:pPr>
            <a:r>
              <a:rPr sz="1700" spc="-5" dirty="0">
                <a:latin typeface="Times New Roman"/>
                <a:cs typeface="Times New Roman"/>
              </a:rPr>
              <a:t>L</a:t>
            </a:r>
            <a:r>
              <a:rPr sz="1700" spc="-10" dirty="0">
                <a:latin typeface="Times New Roman"/>
                <a:cs typeface="Times New Roman"/>
              </a:rPr>
              <a:t>e</a:t>
            </a:r>
            <a:r>
              <a:rPr sz="1700" spc="-2" dirty="0">
                <a:latin typeface="Times New Roman"/>
                <a:cs typeface="Times New Roman"/>
              </a:rPr>
              <a:t>t</a:t>
            </a:r>
            <a:r>
              <a:rPr sz="1700" dirty="0">
                <a:latin typeface="Times New Roman"/>
                <a:cs typeface="Times New Roman"/>
              </a:rPr>
              <a:t> us</a:t>
            </a:r>
            <a:r>
              <a:rPr sz="1700" spc="-2" dirty="0">
                <a:latin typeface="Times New Roman"/>
                <a:cs typeface="Times New Roman"/>
              </a:rPr>
              <a:t> consider</a:t>
            </a:r>
            <a:r>
              <a:rPr sz="1700" spc="-5" dirty="0">
                <a:latin typeface="Times New Roman"/>
                <a:cs typeface="Times New Roman"/>
              </a:rPr>
              <a:t> </a:t>
            </a:r>
            <a:r>
              <a:rPr sz="1700" spc="-2" dirty="0">
                <a:latin typeface="Times New Roman"/>
                <a:cs typeface="Times New Roman"/>
              </a:rPr>
              <a:t>that </a:t>
            </a:r>
            <a:r>
              <a:rPr sz="1700" spc="-5" dirty="0">
                <a:latin typeface="Times New Roman"/>
                <a:cs typeface="Times New Roman"/>
              </a:rPr>
              <a:t>p</a:t>
            </a:r>
            <a:r>
              <a:rPr sz="1700" spc="-2" dirty="0">
                <a:latin typeface="Times New Roman"/>
                <a:cs typeface="Times New Roman"/>
              </a:rPr>
              <a:t>arti</a:t>
            </a:r>
            <a:r>
              <a:rPr sz="1700" spc="-7" dirty="0">
                <a:latin typeface="Times New Roman"/>
                <a:cs typeface="Times New Roman"/>
              </a:rPr>
              <a:t>c</a:t>
            </a:r>
            <a:r>
              <a:rPr sz="1700" spc="-2" dirty="0">
                <a:latin typeface="Times New Roman"/>
                <a:cs typeface="Times New Roman"/>
              </a:rPr>
              <a:t>ular</a:t>
            </a:r>
            <a:r>
              <a:rPr sz="1700" spc="-5" dirty="0">
                <a:latin typeface="Times New Roman"/>
                <a:cs typeface="Times New Roman"/>
              </a:rPr>
              <a:t> </a:t>
            </a:r>
            <a:r>
              <a:rPr sz="1700" spc="-2" dirty="0">
                <a:latin typeface="Times New Roman"/>
                <a:cs typeface="Times New Roman"/>
              </a:rPr>
              <a:t>c</a:t>
            </a:r>
            <a:r>
              <a:rPr sz="1700" spc="-7" dirty="0">
                <a:latin typeface="Times New Roman"/>
                <a:cs typeface="Times New Roman"/>
              </a:rPr>
              <a:t>ac</a:t>
            </a:r>
            <a:r>
              <a:rPr sz="1700" spc="-5" dirty="0">
                <a:latin typeface="Times New Roman"/>
                <a:cs typeface="Times New Roman"/>
              </a:rPr>
              <a:t>he</a:t>
            </a:r>
            <a:r>
              <a:rPr sz="1700" spc="-2" dirty="0">
                <a:latin typeface="Times New Roman"/>
                <a:cs typeface="Times New Roman"/>
              </a:rPr>
              <a:t> </a:t>
            </a:r>
            <a:r>
              <a:rPr sz="1700"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is </a:t>
            </a:r>
            <a:r>
              <a:rPr sz="1700" spc="-5" dirty="0">
                <a:latin typeface="Times New Roman"/>
                <a:cs typeface="Times New Roman"/>
              </a:rPr>
              <a:t>divided</a:t>
            </a:r>
            <a:r>
              <a:rPr sz="1700" dirty="0">
                <a:latin typeface="Times New Roman"/>
                <a:cs typeface="Times New Roman"/>
              </a:rPr>
              <a:t> </a:t>
            </a:r>
            <a:r>
              <a:rPr sz="1700" spc="-2" dirty="0">
                <a:latin typeface="Times New Roman"/>
                <a:cs typeface="Times New Roman"/>
              </a:rPr>
              <a:t>into </a:t>
            </a:r>
            <a:r>
              <a:rPr sz="1700" spc="-5" dirty="0">
                <a:latin typeface="Times New Roman"/>
                <a:cs typeface="Times New Roman"/>
              </a:rPr>
              <a:t>a</a:t>
            </a:r>
            <a:r>
              <a:rPr sz="1700" dirty="0">
                <a:latin typeface="Times New Roman"/>
                <a:cs typeface="Times New Roman"/>
              </a:rPr>
              <a:t> </a:t>
            </a:r>
            <a:r>
              <a:rPr sz="1700" spc="-2" dirty="0">
                <a:latin typeface="Times New Roman"/>
                <a:cs typeface="Times New Roman"/>
              </a:rPr>
              <a:t>total </a:t>
            </a:r>
            <a:r>
              <a:rPr sz="1700" dirty="0">
                <a:latin typeface="Times New Roman"/>
                <a:cs typeface="Times New Roman"/>
              </a:rPr>
              <a:t>of</a:t>
            </a:r>
            <a:r>
              <a:rPr sz="1700" spc="2" dirty="0">
                <a:latin typeface="Times New Roman"/>
                <a:cs typeface="Times New Roman"/>
              </a:rPr>
              <a:t> </a:t>
            </a:r>
            <a:r>
              <a:rPr sz="1700" spc="-2" dirty="0">
                <a:latin typeface="Times New Roman"/>
                <a:cs typeface="Times New Roman"/>
              </a:rPr>
              <a:t>‘</a:t>
            </a:r>
            <a:r>
              <a:rPr sz="1700" dirty="0">
                <a:latin typeface="Times New Roman"/>
                <a:cs typeface="Times New Roman"/>
              </a:rPr>
              <a:t>n’</a:t>
            </a:r>
            <a:r>
              <a:rPr sz="1700" spc="-2" dirty="0">
                <a:latin typeface="Times New Roman"/>
                <a:cs typeface="Times New Roman"/>
              </a:rPr>
              <a:t> </a:t>
            </a:r>
            <a:r>
              <a:rPr sz="1700" spc="5" dirty="0">
                <a:latin typeface="Times New Roman"/>
                <a:cs typeface="Times New Roman"/>
              </a:rPr>
              <a:t>n</a:t>
            </a:r>
            <a:r>
              <a:rPr sz="1700" spc="-5" dirty="0">
                <a:latin typeface="Times New Roman"/>
                <a:cs typeface="Times New Roman"/>
              </a:rPr>
              <a:t>umber </a:t>
            </a:r>
            <a:r>
              <a:rPr sz="1700" dirty="0">
                <a:latin typeface="Times New Roman"/>
                <a:cs typeface="Times New Roman"/>
              </a:rPr>
              <a:t>of </a:t>
            </a:r>
            <a:r>
              <a:rPr sz="1700" spc="-2" dirty="0">
                <a:latin typeface="Times New Roman"/>
                <a:cs typeface="Times New Roman"/>
              </a:rPr>
              <a:t>lin</a:t>
            </a:r>
            <a:r>
              <a:rPr sz="1700" spc="-7" dirty="0">
                <a:latin typeface="Times New Roman"/>
                <a:cs typeface="Times New Roman"/>
              </a:rPr>
              <a:t>e</a:t>
            </a:r>
            <a:r>
              <a:rPr sz="1700" spc="-2" dirty="0">
                <a:latin typeface="Times New Roman"/>
                <a:cs typeface="Times New Roman"/>
              </a:rPr>
              <a:t>s.</a:t>
            </a:r>
            <a:endParaRPr sz="1700" dirty="0">
              <a:latin typeface="Times New Roman"/>
              <a:cs typeface="Times New Roman"/>
            </a:endParaRPr>
          </a:p>
          <a:p>
            <a:pPr marL="6109" marR="2443">
              <a:spcBef>
                <a:spcPts val="397"/>
              </a:spcBef>
            </a:pPr>
            <a:r>
              <a:rPr sz="1700" spc="-5" dirty="0">
                <a:latin typeface="Times New Roman"/>
                <a:cs typeface="Times New Roman"/>
              </a:rPr>
              <a:t>Th</a:t>
            </a:r>
            <a:r>
              <a:rPr sz="1700" spc="-10" dirty="0">
                <a:latin typeface="Times New Roman"/>
                <a:cs typeface="Times New Roman"/>
              </a:rPr>
              <a:t>e</a:t>
            </a:r>
            <a:r>
              <a:rPr sz="1700" dirty="0">
                <a:latin typeface="Times New Roman"/>
                <a:cs typeface="Times New Roman"/>
              </a:rPr>
              <a:t>n,</a:t>
            </a:r>
            <a:r>
              <a:rPr sz="1700" spc="-7"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block</a:t>
            </a:r>
            <a:r>
              <a:rPr sz="1700" spc="-7" dirty="0">
                <a:latin typeface="Times New Roman"/>
                <a:cs typeface="Times New Roman"/>
              </a:rPr>
              <a:t> </a:t>
            </a:r>
            <a:r>
              <a:rPr sz="1700" spc="-2" dirty="0">
                <a:latin typeface="Times New Roman"/>
                <a:cs typeface="Times New Roman"/>
              </a:rPr>
              <a:t>‘j</a:t>
            </a:r>
            <a:r>
              <a:rPr sz="1700" dirty="0">
                <a:latin typeface="Times New Roman"/>
                <a:cs typeface="Times New Roman"/>
              </a:rPr>
              <a:t>’</a:t>
            </a:r>
            <a:r>
              <a:rPr sz="1700" spc="-7"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main</a:t>
            </a:r>
            <a:r>
              <a:rPr sz="1700" spc="-7"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7" dirty="0">
                <a:latin typeface="Times New Roman"/>
                <a:cs typeface="Times New Roman"/>
              </a:rPr>
              <a:t> </a:t>
            </a:r>
            <a:r>
              <a:rPr sz="1700" spc="-2" dirty="0">
                <a:latin typeface="Times New Roman"/>
                <a:cs typeface="Times New Roman"/>
              </a:rPr>
              <a:t>woul</a:t>
            </a:r>
            <a:r>
              <a:rPr sz="1700" dirty="0">
                <a:latin typeface="Times New Roman"/>
                <a:cs typeface="Times New Roman"/>
              </a:rPr>
              <a:t>d</a:t>
            </a:r>
            <a:r>
              <a:rPr sz="1700" spc="-7" dirty="0">
                <a:latin typeface="Times New Roman"/>
                <a:cs typeface="Times New Roman"/>
              </a:rPr>
              <a:t> </a:t>
            </a:r>
            <a:r>
              <a:rPr sz="1700" spc="-5" dirty="0">
                <a:latin typeface="Times New Roman"/>
                <a:cs typeface="Times New Roman"/>
              </a:rPr>
              <a:t>be</a:t>
            </a:r>
            <a:r>
              <a:rPr sz="1700" spc="-10" dirty="0">
                <a:latin typeface="Times New Roman"/>
                <a:cs typeface="Times New Roman"/>
              </a:rPr>
              <a:t> </a:t>
            </a:r>
            <a:r>
              <a:rPr sz="1700" spc="-14" dirty="0">
                <a:latin typeface="Times New Roman"/>
                <a:cs typeface="Times New Roman"/>
              </a:rPr>
              <a:t>a</a:t>
            </a:r>
            <a:r>
              <a:rPr sz="1700" spc="-2" dirty="0">
                <a:latin typeface="Times New Roman"/>
                <a:cs typeface="Times New Roman"/>
              </a:rPr>
              <a:t>ble</a:t>
            </a:r>
            <a:r>
              <a:rPr sz="1700" spc="-7" dirty="0">
                <a:latin typeface="Times New Roman"/>
                <a:cs typeface="Times New Roman"/>
              </a:rPr>
              <a:t> </a:t>
            </a:r>
            <a:r>
              <a:rPr sz="1700" spc="-2" dirty="0">
                <a:latin typeface="Times New Roman"/>
                <a:cs typeface="Times New Roman"/>
              </a:rPr>
              <a:t>to</a:t>
            </a:r>
            <a:r>
              <a:rPr sz="1700" spc="-5" dirty="0">
                <a:latin typeface="Times New Roman"/>
                <a:cs typeface="Times New Roman"/>
              </a:rPr>
              <a:t> map</a:t>
            </a:r>
            <a:r>
              <a:rPr sz="1700" spc="-7"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2" dirty="0">
                <a:latin typeface="Times New Roman"/>
                <a:cs typeface="Times New Roman"/>
              </a:rPr>
              <a:t>line</a:t>
            </a:r>
            <a:r>
              <a:rPr sz="1700" spc="-10" dirty="0">
                <a:latin typeface="Times New Roman"/>
                <a:cs typeface="Times New Roman"/>
              </a:rPr>
              <a:t> </a:t>
            </a:r>
            <a:r>
              <a:rPr sz="1700" spc="-5" dirty="0">
                <a:latin typeface="Times New Roman"/>
                <a:cs typeface="Times New Roman"/>
              </a:rPr>
              <a:t>number</a:t>
            </a:r>
            <a:r>
              <a:rPr sz="1700" spc="-14" dirty="0">
                <a:latin typeface="Times New Roman"/>
                <a:cs typeface="Times New Roman"/>
              </a:rPr>
              <a:t> </a:t>
            </a:r>
            <a:r>
              <a:rPr sz="1700" spc="-5" dirty="0">
                <a:latin typeface="Times New Roman"/>
                <a:cs typeface="Times New Roman"/>
              </a:rPr>
              <a:t>only </a:t>
            </a:r>
            <a:r>
              <a:rPr sz="1700" dirty="0">
                <a:latin typeface="Times New Roman"/>
                <a:cs typeface="Times New Roman"/>
              </a:rPr>
              <a:t>of</a:t>
            </a:r>
            <a:r>
              <a:rPr sz="1700" spc="-10" dirty="0">
                <a:latin typeface="Times New Roman"/>
                <a:cs typeface="Times New Roman"/>
              </a:rPr>
              <a:t> </a:t>
            </a:r>
            <a:r>
              <a:rPr sz="1700" spc="-2" dirty="0">
                <a:latin typeface="Times New Roman"/>
                <a:cs typeface="Times New Roman"/>
              </a:rPr>
              <a:t>the</a:t>
            </a:r>
            <a:r>
              <a:rPr sz="1700" spc="-7" dirty="0">
                <a:latin typeface="Times New Roman"/>
                <a:cs typeface="Times New Roman"/>
              </a:rPr>
              <a:t> cac</a:t>
            </a:r>
            <a:r>
              <a:rPr sz="1700" spc="-5" dirty="0">
                <a:latin typeface="Times New Roman"/>
                <a:cs typeface="Times New Roman"/>
              </a:rPr>
              <a:t>he</a:t>
            </a:r>
            <a:r>
              <a:rPr sz="1700" spc="-2" dirty="0">
                <a:latin typeface="Times New Roman"/>
                <a:cs typeface="Times New Roman"/>
              </a:rPr>
              <a:t> (j</a:t>
            </a:r>
            <a:r>
              <a:rPr sz="1700" dirty="0">
                <a:latin typeface="Times New Roman"/>
                <a:cs typeface="Times New Roman"/>
              </a:rPr>
              <a:t> </a:t>
            </a:r>
            <a:r>
              <a:rPr sz="1700" spc="-5" dirty="0">
                <a:latin typeface="Times New Roman"/>
                <a:cs typeface="Times New Roman"/>
              </a:rPr>
              <a:t>mod</a:t>
            </a:r>
            <a:r>
              <a:rPr sz="1700" spc="-2" dirty="0">
                <a:latin typeface="Times New Roman"/>
                <a:cs typeface="Times New Roman"/>
              </a:rPr>
              <a:t> </a:t>
            </a:r>
            <a:r>
              <a:rPr sz="1700" dirty="0">
                <a:latin typeface="Times New Roman"/>
                <a:cs typeface="Times New Roman"/>
              </a:rPr>
              <a:t>n).</a:t>
            </a:r>
          </a:p>
        </p:txBody>
      </p:sp>
    </p:spTree>
    <p:extLst>
      <p:ext uri="{BB962C8B-B14F-4D97-AF65-F5344CB8AC3E}">
        <p14:creationId xmlns:p14="http://schemas.microsoft.com/office/powerpoint/2010/main" val="1749459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728E1-0C95-698D-BACA-965079253CB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654508D-C9CC-6BAC-5969-6F94BBC072F2}"/>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B41B32E2-C438-628B-DFC6-50BAFFECC0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70D6D98B-20C9-CEB7-3A50-30F40FE13C2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D1355025-E4C4-4410-B0BA-B92249CBF9E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4"/>
          <p:cNvSpPr/>
          <p:nvPr/>
        </p:nvSpPr>
        <p:spPr>
          <a:xfrm>
            <a:off x="5410200" y="819150"/>
            <a:ext cx="3468666" cy="3200400"/>
          </a:xfrm>
          <a:prstGeom prst="rect">
            <a:avLst/>
          </a:prstGeom>
          <a:blipFill>
            <a:blip r:embed="rId6" cstate="print"/>
            <a:stretch>
              <a:fillRect/>
            </a:stretch>
          </a:blipFill>
        </p:spPr>
        <p:txBody>
          <a:bodyPr wrap="square" lIns="0" tIns="0" rIns="0" bIns="0" rtlCol="0"/>
          <a:lstStyle/>
          <a:p>
            <a:endParaRPr sz="866"/>
          </a:p>
        </p:txBody>
      </p:sp>
      <p:sp>
        <p:nvSpPr>
          <p:cNvPr id="2" name="object 2"/>
          <p:cNvSpPr txBox="1"/>
          <p:nvPr/>
        </p:nvSpPr>
        <p:spPr>
          <a:xfrm>
            <a:off x="914400" y="923001"/>
            <a:ext cx="4369564" cy="2821285"/>
          </a:xfrm>
          <a:prstGeom prst="rect">
            <a:avLst/>
          </a:prstGeom>
        </p:spPr>
        <p:txBody>
          <a:bodyPr vert="horz" wrap="square" lIns="0" tIns="0" rIns="0" bIns="0" rtlCol="0">
            <a:spAutoFit/>
          </a:bodyPr>
          <a:lstStyle/>
          <a:p>
            <a:pPr marL="6109"/>
            <a:r>
              <a:rPr sz="1700" b="1" spc="-5" dirty="0">
                <a:latin typeface="Times New Roman"/>
                <a:cs typeface="Times New Roman"/>
              </a:rPr>
              <a:t>The</a:t>
            </a:r>
            <a:r>
              <a:rPr sz="1700" b="1" spc="-2" dirty="0">
                <a:latin typeface="Times New Roman"/>
                <a:cs typeface="Times New Roman"/>
              </a:rPr>
              <a:t> N</a:t>
            </a:r>
            <a:r>
              <a:rPr sz="1700" b="1" spc="-5" dirty="0">
                <a:latin typeface="Times New Roman"/>
                <a:cs typeface="Times New Roman"/>
              </a:rPr>
              <a:t>e</a:t>
            </a:r>
            <a:r>
              <a:rPr sz="1700" b="1" spc="-7" dirty="0">
                <a:latin typeface="Times New Roman"/>
                <a:cs typeface="Times New Roman"/>
              </a:rPr>
              <a:t>e</a:t>
            </a:r>
            <a:r>
              <a:rPr sz="1700" b="1" dirty="0">
                <a:latin typeface="Times New Roman"/>
                <a:cs typeface="Times New Roman"/>
              </a:rPr>
              <a:t>d </a:t>
            </a:r>
            <a:r>
              <a:rPr sz="1700" b="1" spc="-5" dirty="0">
                <a:latin typeface="Times New Roman"/>
                <a:cs typeface="Times New Roman"/>
              </a:rPr>
              <a:t>for </a:t>
            </a:r>
            <a:r>
              <a:rPr sz="1700" b="1" spc="2" dirty="0">
                <a:latin typeface="Times New Roman"/>
                <a:cs typeface="Times New Roman"/>
              </a:rPr>
              <a:t>R</a:t>
            </a:r>
            <a:r>
              <a:rPr sz="1700" b="1" spc="-7" dirty="0">
                <a:latin typeface="Times New Roman"/>
                <a:cs typeface="Times New Roman"/>
              </a:rPr>
              <a:t>e</a:t>
            </a:r>
            <a:r>
              <a:rPr sz="1700" b="1" dirty="0">
                <a:latin typeface="Times New Roman"/>
                <a:cs typeface="Times New Roman"/>
              </a:rPr>
              <a:t>p</a:t>
            </a:r>
            <a:r>
              <a:rPr sz="1700" b="1" spc="-2" dirty="0">
                <a:latin typeface="Times New Roman"/>
                <a:cs typeface="Times New Roman"/>
              </a:rPr>
              <a:t>lac</a:t>
            </a:r>
            <a:r>
              <a:rPr sz="1700" b="1" spc="-10" dirty="0">
                <a:latin typeface="Times New Roman"/>
                <a:cs typeface="Times New Roman"/>
              </a:rPr>
              <a:t>e</a:t>
            </a:r>
            <a:r>
              <a:rPr sz="1700" b="1" spc="2" dirty="0">
                <a:latin typeface="Times New Roman"/>
                <a:cs typeface="Times New Roman"/>
              </a:rPr>
              <a:t>m</a:t>
            </a:r>
            <a:r>
              <a:rPr sz="1700" b="1" spc="-7" dirty="0">
                <a:latin typeface="Times New Roman"/>
                <a:cs typeface="Times New Roman"/>
              </a:rPr>
              <a:t>e</a:t>
            </a:r>
            <a:r>
              <a:rPr sz="1700" b="1" dirty="0">
                <a:latin typeface="Times New Roman"/>
                <a:cs typeface="Times New Roman"/>
              </a:rPr>
              <a:t>nt </a:t>
            </a:r>
            <a:r>
              <a:rPr sz="1700" b="1" spc="-5" dirty="0">
                <a:latin typeface="Times New Roman"/>
                <a:cs typeface="Times New Roman"/>
              </a:rPr>
              <a:t>A</a:t>
            </a:r>
            <a:r>
              <a:rPr sz="1700" b="1" spc="-2" dirty="0">
                <a:latin typeface="Times New Roman"/>
                <a:cs typeface="Times New Roman"/>
              </a:rPr>
              <a:t>lgori</a:t>
            </a:r>
            <a:r>
              <a:rPr sz="1700" b="1" spc="-5" dirty="0">
                <a:latin typeface="Times New Roman"/>
                <a:cs typeface="Times New Roman"/>
              </a:rPr>
              <a:t>t</a:t>
            </a:r>
            <a:r>
              <a:rPr sz="1700" b="1" dirty="0">
                <a:latin typeface="Times New Roman"/>
                <a:cs typeface="Times New Roman"/>
              </a:rPr>
              <a:t>hm</a:t>
            </a:r>
            <a:endParaRPr sz="1700" dirty="0">
              <a:latin typeface="Times New Roman"/>
              <a:cs typeface="Times New Roman"/>
            </a:endParaRPr>
          </a:p>
          <a:p>
            <a:pPr marL="6109">
              <a:spcBef>
                <a:spcPts val="358"/>
              </a:spcBef>
            </a:pPr>
            <a:r>
              <a:rPr sz="1700" spc="-10" dirty="0">
                <a:latin typeface="Times New Roman"/>
                <a:cs typeface="Times New Roman"/>
              </a:rPr>
              <a:t>I</a:t>
            </a:r>
            <a:r>
              <a:rPr sz="1700" dirty="0">
                <a:latin typeface="Times New Roman"/>
                <a:cs typeface="Times New Roman"/>
              </a:rPr>
              <a:t>n </a:t>
            </a:r>
            <a:r>
              <a:rPr sz="1700" spc="-2" dirty="0">
                <a:latin typeface="Times New Roman"/>
                <a:cs typeface="Times New Roman"/>
              </a:rPr>
              <a:t>the</a:t>
            </a:r>
            <a:r>
              <a:rPr sz="1700" spc="2" dirty="0">
                <a:latin typeface="Times New Roman"/>
                <a:cs typeface="Times New Roman"/>
              </a:rPr>
              <a:t> </a:t>
            </a:r>
            <a:r>
              <a:rPr sz="1700" spc="-7" dirty="0">
                <a:latin typeface="Times New Roman"/>
                <a:cs typeface="Times New Roman"/>
              </a:rPr>
              <a:t>ca</a:t>
            </a:r>
            <a:r>
              <a:rPr sz="1700" spc="5" dirty="0">
                <a:latin typeface="Times New Roman"/>
                <a:cs typeface="Times New Roman"/>
              </a:rPr>
              <a:t>s</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of </a:t>
            </a:r>
            <a:r>
              <a:rPr sz="1700" spc="-2" dirty="0">
                <a:latin typeface="Times New Roman"/>
                <a:cs typeface="Times New Roman"/>
              </a:rPr>
              <a:t>di</a:t>
            </a:r>
            <a:r>
              <a:rPr sz="1700" spc="-5" dirty="0">
                <a:latin typeface="Times New Roman"/>
                <a:cs typeface="Times New Roman"/>
              </a:rPr>
              <a:t>r</a:t>
            </a:r>
            <a:r>
              <a:rPr sz="1700" spc="-2" dirty="0">
                <a:latin typeface="Times New Roman"/>
                <a:cs typeface="Times New Roman"/>
              </a:rPr>
              <a:t>e</a:t>
            </a:r>
            <a:r>
              <a:rPr sz="1700" spc="-7" dirty="0">
                <a:latin typeface="Times New Roman"/>
                <a:cs typeface="Times New Roman"/>
              </a:rPr>
              <a:t>c</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m</a:t>
            </a:r>
            <a:r>
              <a:rPr sz="1700" spc="-7" dirty="0">
                <a:latin typeface="Times New Roman"/>
                <a:cs typeface="Times New Roman"/>
              </a:rPr>
              <a:t>a</a:t>
            </a:r>
            <a:r>
              <a:rPr sz="1700" spc="5" dirty="0">
                <a:latin typeface="Times New Roman"/>
                <a:cs typeface="Times New Roman"/>
              </a:rPr>
              <a:t>p</a:t>
            </a:r>
            <a:r>
              <a:rPr sz="1700" spc="-2" dirty="0">
                <a:latin typeface="Times New Roman"/>
                <a:cs typeface="Times New Roman"/>
              </a:rPr>
              <a:t>ping,</a:t>
            </a:r>
            <a:endParaRPr sz="1700" dirty="0">
              <a:latin typeface="Times New Roman"/>
              <a:cs typeface="Times New Roman"/>
            </a:endParaRPr>
          </a:p>
          <a:p>
            <a:pPr marL="225716" indent="-109651">
              <a:spcBef>
                <a:spcPts val="358"/>
              </a:spcBef>
              <a:buSzPct val="83333"/>
              <a:buFont typeface="Symbol"/>
              <a:buChar char=""/>
              <a:tabLst>
                <a:tab pos="226022" algn="l"/>
              </a:tabLst>
            </a:pPr>
            <a:r>
              <a:rPr sz="1700" spc="-5" dirty="0">
                <a:latin typeface="Times New Roman"/>
                <a:cs typeface="Times New Roman"/>
              </a:rPr>
              <a:t>Th</a:t>
            </a:r>
            <a:r>
              <a:rPr sz="1700" spc="-10" dirty="0">
                <a:latin typeface="Times New Roman"/>
                <a:cs typeface="Times New Roman"/>
              </a:rPr>
              <a:t>e</a:t>
            </a:r>
            <a:r>
              <a:rPr sz="1700" spc="-2" dirty="0">
                <a:latin typeface="Times New Roman"/>
                <a:cs typeface="Times New Roman"/>
              </a:rPr>
              <a:t>re</a:t>
            </a:r>
            <a:r>
              <a:rPr sz="1700" spc="-5" dirty="0">
                <a:latin typeface="Times New Roman"/>
                <a:cs typeface="Times New Roman"/>
              </a:rPr>
              <a:t> </a:t>
            </a:r>
            <a:r>
              <a:rPr sz="1700" spc="-2" dirty="0">
                <a:latin typeface="Times New Roman"/>
                <a:cs typeface="Times New Roman"/>
              </a:rPr>
              <a:t>is </a:t>
            </a:r>
            <a:r>
              <a:rPr sz="1700" dirty="0">
                <a:latin typeface="Times New Roman"/>
                <a:cs typeface="Times New Roman"/>
              </a:rPr>
              <a:t>no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quir</a:t>
            </a:r>
            <a:r>
              <a:rPr sz="1700" spc="-10" dirty="0">
                <a:latin typeface="Times New Roman"/>
                <a:cs typeface="Times New Roman"/>
              </a:rPr>
              <a:t>e</a:t>
            </a:r>
            <a:r>
              <a:rPr sz="1700" spc="-5" dirty="0">
                <a:latin typeface="Times New Roman"/>
                <a:cs typeface="Times New Roman"/>
              </a:rPr>
              <a:t>ment</a:t>
            </a:r>
            <a:r>
              <a:rPr sz="1700" spc="-2" dirty="0">
                <a:latin typeface="Times New Roman"/>
                <a:cs typeface="Times New Roman"/>
              </a:rPr>
              <a:t> </a:t>
            </a:r>
            <a:r>
              <a:rPr sz="1700" spc="2" dirty="0">
                <a:latin typeface="Times New Roman"/>
                <a:cs typeface="Times New Roman"/>
              </a:rPr>
              <a:t>f</a:t>
            </a:r>
            <a:r>
              <a:rPr sz="1700" dirty="0">
                <a:latin typeface="Times New Roman"/>
                <a:cs typeface="Times New Roman"/>
              </a:rPr>
              <a:t>or </a:t>
            </a:r>
            <a:r>
              <a:rPr sz="1700" spc="-5" dirty="0">
                <a:latin typeface="Times New Roman"/>
                <a:cs typeface="Times New Roman"/>
              </a:rPr>
              <a:t>a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p</a:t>
            </a:r>
            <a:r>
              <a:rPr sz="1700" dirty="0">
                <a:latin typeface="Times New Roman"/>
                <a:cs typeface="Times New Roman"/>
              </a:rPr>
              <a:t>l</a:t>
            </a:r>
            <a:r>
              <a:rPr sz="1700" spc="-7" dirty="0">
                <a:latin typeface="Times New Roman"/>
                <a:cs typeface="Times New Roman"/>
              </a:rPr>
              <a:t>ace</a:t>
            </a:r>
            <a:r>
              <a:rPr sz="1700" dirty="0">
                <a:latin typeface="Times New Roman"/>
                <a:cs typeface="Times New Roman"/>
              </a:rPr>
              <a:t>m</a:t>
            </a:r>
            <a:r>
              <a:rPr sz="1700" spc="-7" dirty="0">
                <a:latin typeface="Times New Roman"/>
                <a:cs typeface="Times New Roman"/>
              </a:rPr>
              <a:t>e</a:t>
            </a:r>
            <a:r>
              <a:rPr sz="1700" spc="-2" dirty="0">
                <a:latin typeface="Times New Roman"/>
                <a:cs typeface="Times New Roman"/>
              </a:rPr>
              <a:t>nt</a:t>
            </a:r>
            <a:r>
              <a:rPr sz="1700" dirty="0">
                <a:latin typeface="Times New Roman"/>
                <a:cs typeface="Times New Roman"/>
              </a:rPr>
              <a:t> </a:t>
            </a:r>
            <a:r>
              <a:rPr sz="1700" spc="-5" dirty="0">
                <a:latin typeface="Times New Roman"/>
                <a:cs typeface="Times New Roman"/>
              </a:rPr>
              <a:t>algor</a:t>
            </a:r>
            <a:r>
              <a:rPr sz="1700" spc="-2" dirty="0">
                <a:latin typeface="Times New Roman"/>
                <a:cs typeface="Times New Roman"/>
              </a:rPr>
              <a:t>ithm.</a:t>
            </a:r>
            <a:endParaRPr sz="1700" dirty="0">
              <a:latin typeface="Times New Roman"/>
              <a:cs typeface="Times New Roman"/>
            </a:endParaRPr>
          </a:p>
          <a:p>
            <a:pPr marL="225716" marR="4887" indent="-109651">
              <a:spcBef>
                <a:spcPts val="397"/>
              </a:spcBef>
              <a:buSzPct val="83333"/>
              <a:buFont typeface="Symbol"/>
              <a:buChar char=""/>
              <a:tabLst>
                <a:tab pos="226022" algn="l"/>
              </a:tabLst>
            </a:pPr>
            <a:r>
              <a:rPr sz="1700" spc="-10" dirty="0">
                <a:latin typeface="Times New Roman"/>
                <a:cs typeface="Times New Roman"/>
              </a:rPr>
              <a:t>I</a:t>
            </a:r>
            <a:r>
              <a:rPr sz="1700" spc="-2" dirty="0">
                <a:latin typeface="Times New Roman"/>
                <a:cs typeface="Times New Roman"/>
              </a:rPr>
              <a:t>t</a:t>
            </a:r>
            <a:r>
              <a:rPr sz="1700" spc="29"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use</a:t>
            </a:r>
            <a:r>
              <a:rPr sz="1700" spc="26"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5" dirty="0">
                <a:latin typeface="Times New Roman"/>
                <a:cs typeface="Times New Roman"/>
              </a:rPr>
              <a:t>block</a:t>
            </a:r>
            <a:r>
              <a:rPr sz="1700" spc="26" dirty="0">
                <a:latin typeface="Times New Roman"/>
                <a:cs typeface="Times New Roman"/>
              </a:rPr>
              <a:t> </a:t>
            </a:r>
            <a:r>
              <a:rPr sz="1700" dirty="0">
                <a:latin typeface="Times New Roman"/>
                <a:cs typeface="Times New Roman"/>
              </a:rPr>
              <a:t>of</a:t>
            </a:r>
            <a:r>
              <a:rPr sz="1700" spc="31"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main</a:t>
            </a:r>
            <a:r>
              <a:rPr sz="1700" spc="26"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31" dirty="0">
                <a:latin typeface="Times New Roman"/>
                <a:cs typeface="Times New Roman"/>
              </a:rPr>
              <a:t> </a:t>
            </a:r>
            <a:r>
              <a:rPr sz="1700" spc="-2" dirty="0">
                <a:latin typeface="Times New Roman"/>
                <a:cs typeface="Times New Roman"/>
              </a:rPr>
              <a:t>wou</a:t>
            </a:r>
            <a:r>
              <a:rPr sz="1700" spc="5" dirty="0">
                <a:latin typeface="Times New Roman"/>
                <a:cs typeface="Times New Roman"/>
              </a:rPr>
              <a:t>l</a:t>
            </a:r>
            <a:r>
              <a:rPr sz="1700" dirty="0">
                <a:latin typeface="Times New Roman"/>
                <a:cs typeface="Times New Roman"/>
              </a:rPr>
              <a:t>d</a:t>
            </a:r>
            <a:r>
              <a:rPr sz="1700" spc="26" dirty="0">
                <a:latin typeface="Times New Roman"/>
                <a:cs typeface="Times New Roman"/>
              </a:rPr>
              <a:t> </a:t>
            </a:r>
            <a:r>
              <a:rPr sz="1700" spc="-5" dirty="0">
                <a:latin typeface="Times New Roman"/>
                <a:cs typeface="Times New Roman"/>
              </a:rPr>
              <a:t>be</a:t>
            </a:r>
            <a:r>
              <a:rPr sz="1700" spc="24" dirty="0">
                <a:latin typeface="Times New Roman"/>
                <a:cs typeface="Times New Roman"/>
              </a:rPr>
              <a:t> </a:t>
            </a:r>
            <a:r>
              <a:rPr sz="1700" spc="-7" dirty="0">
                <a:latin typeface="Times New Roman"/>
                <a:cs typeface="Times New Roman"/>
              </a:rPr>
              <a:t>a</a:t>
            </a:r>
            <a:r>
              <a:rPr sz="1700" spc="-5" dirty="0">
                <a:latin typeface="Times New Roman"/>
                <a:cs typeface="Times New Roman"/>
              </a:rPr>
              <a:t>b</a:t>
            </a:r>
            <a:r>
              <a:rPr sz="1700" dirty="0">
                <a:latin typeface="Times New Roman"/>
                <a:cs typeface="Times New Roman"/>
              </a:rPr>
              <a:t>l</a:t>
            </a:r>
            <a:r>
              <a:rPr sz="1700" spc="-5" dirty="0">
                <a:latin typeface="Times New Roman"/>
                <a:cs typeface="Times New Roman"/>
              </a:rPr>
              <a:t>e</a:t>
            </a:r>
            <a:r>
              <a:rPr sz="1700" spc="24" dirty="0">
                <a:latin typeface="Times New Roman"/>
                <a:cs typeface="Times New Roman"/>
              </a:rPr>
              <a:t> </a:t>
            </a:r>
            <a:r>
              <a:rPr sz="1700" spc="-2" dirty="0">
                <a:latin typeface="Times New Roman"/>
                <a:cs typeface="Times New Roman"/>
              </a:rPr>
              <a:t>to</a:t>
            </a:r>
            <a:r>
              <a:rPr sz="1700" spc="29" dirty="0">
                <a:latin typeface="Times New Roman"/>
                <a:cs typeface="Times New Roman"/>
              </a:rPr>
              <a:t> </a:t>
            </a:r>
            <a:r>
              <a:rPr sz="1700" spc="-5" dirty="0">
                <a:latin typeface="Times New Roman"/>
                <a:cs typeface="Times New Roman"/>
              </a:rPr>
              <a:t>map</a:t>
            </a:r>
            <a:r>
              <a:rPr sz="1700" spc="26" dirty="0">
                <a:latin typeface="Times New Roman"/>
                <a:cs typeface="Times New Roman"/>
              </a:rPr>
              <a:t> </a:t>
            </a:r>
            <a:r>
              <a:rPr sz="1700" spc="-2" dirty="0">
                <a:latin typeface="Times New Roman"/>
                <a:cs typeface="Times New Roman"/>
              </a:rPr>
              <a:t>to</a:t>
            </a:r>
            <a:r>
              <a:rPr sz="1700" spc="34" dirty="0">
                <a:latin typeface="Times New Roman"/>
                <a:cs typeface="Times New Roman"/>
              </a:rPr>
              <a:t> </a:t>
            </a:r>
            <a:r>
              <a:rPr sz="1700" spc="-5" dirty="0">
                <a:latin typeface="Times New Roman"/>
                <a:cs typeface="Times New Roman"/>
              </a:rPr>
              <a:t>a</a:t>
            </a:r>
            <a:r>
              <a:rPr sz="1700" spc="31" dirty="0">
                <a:latin typeface="Times New Roman"/>
                <a:cs typeface="Times New Roman"/>
              </a:rPr>
              <a:t> </a:t>
            </a:r>
            <a:r>
              <a:rPr sz="1700" spc="-7" dirty="0">
                <a:latin typeface="Times New Roman"/>
                <a:cs typeface="Times New Roman"/>
              </a:rPr>
              <a:t>ce</a:t>
            </a:r>
            <a:r>
              <a:rPr sz="1700" spc="2" dirty="0">
                <a:latin typeface="Times New Roman"/>
                <a:cs typeface="Times New Roman"/>
              </a:rPr>
              <a:t>r</a:t>
            </a:r>
            <a:r>
              <a:rPr sz="1700" spc="-2" dirty="0">
                <a:latin typeface="Times New Roman"/>
                <a:cs typeface="Times New Roman"/>
              </a:rPr>
              <a:t>tain</a:t>
            </a:r>
            <a:r>
              <a:rPr sz="1700" spc="26" dirty="0">
                <a:latin typeface="Times New Roman"/>
                <a:cs typeface="Times New Roman"/>
              </a:rPr>
              <a:t> </a:t>
            </a:r>
            <a:r>
              <a:rPr sz="1700" spc="-2" dirty="0">
                <a:latin typeface="Times New Roman"/>
                <a:cs typeface="Times New Roman"/>
              </a:rPr>
              <a:t>line</a:t>
            </a:r>
            <a:r>
              <a:rPr sz="1700" spc="24" dirty="0">
                <a:latin typeface="Times New Roman"/>
                <a:cs typeface="Times New Roman"/>
              </a:rPr>
              <a:t> </a:t>
            </a:r>
            <a:r>
              <a:rPr sz="1700" dirty="0">
                <a:latin typeface="Times New Roman"/>
                <a:cs typeface="Times New Roman"/>
              </a:rPr>
              <a:t>of </a:t>
            </a:r>
            <a:r>
              <a:rPr sz="1700" spc="-2" dirty="0">
                <a:latin typeface="Times New Roman"/>
                <a:cs typeface="Times New Roman"/>
              </a:rPr>
              <a:t>the </a:t>
            </a:r>
            <a:r>
              <a:rPr sz="1700" spc="-10"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only.</a:t>
            </a:r>
            <a:endParaRPr sz="1700" dirty="0">
              <a:latin typeface="Times New Roman"/>
              <a:cs typeface="Times New Roman"/>
            </a:endParaRPr>
          </a:p>
          <a:p>
            <a:pPr marL="225716" marR="2443" indent="-109651">
              <a:spcBef>
                <a:spcPts val="387"/>
              </a:spcBef>
              <a:buSzPct val="83333"/>
              <a:buFont typeface="Symbol"/>
              <a:buChar char=""/>
              <a:tabLst>
                <a:tab pos="226022" algn="l"/>
              </a:tabLst>
            </a:pPr>
            <a:r>
              <a:rPr sz="1700" dirty="0">
                <a:latin typeface="Times New Roman"/>
                <a:cs typeface="Times New Roman"/>
              </a:rPr>
              <a:t>Thus,</a:t>
            </a:r>
            <a:r>
              <a:rPr sz="1700" spc="-24"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incoming</a:t>
            </a:r>
            <a:r>
              <a:rPr sz="1700" spc="-24" dirty="0">
                <a:latin typeface="Times New Roman"/>
                <a:cs typeface="Times New Roman"/>
              </a:rPr>
              <a:t> </a:t>
            </a:r>
            <a:r>
              <a:rPr sz="1700" spc="-2" dirty="0">
                <a:latin typeface="Times New Roman"/>
                <a:cs typeface="Times New Roman"/>
              </a:rPr>
              <a:t>(n</a:t>
            </a:r>
            <a:r>
              <a:rPr sz="1700" spc="-10" dirty="0">
                <a:latin typeface="Times New Roman"/>
                <a:cs typeface="Times New Roman"/>
              </a:rPr>
              <a:t>e</a:t>
            </a:r>
            <a:r>
              <a:rPr sz="1700" spc="-2" dirty="0">
                <a:latin typeface="Times New Roman"/>
                <a:cs typeface="Times New Roman"/>
              </a:rPr>
              <a:t>w</a:t>
            </a:r>
            <a:r>
              <a:rPr sz="1700" dirty="0">
                <a:latin typeface="Times New Roman"/>
                <a:cs typeface="Times New Roman"/>
              </a:rPr>
              <a:t>)</a:t>
            </a:r>
            <a:r>
              <a:rPr sz="1700" spc="-26" dirty="0">
                <a:latin typeface="Times New Roman"/>
                <a:cs typeface="Times New Roman"/>
              </a:rPr>
              <a:t> </a:t>
            </a:r>
            <a:r>
              <a:rPr sz="1700" spc="-5" dirty="0">
                <a:latin typeface="Times New Roman"/>
                <a:cs typeface="Times New Roman"/>
              </a:rPr>
              <a:t>block</a:t>
            </a:r>
            <a:r>
              <a:rPr sz="1700" spc="-24" dirty="0">
                <a:latin typeface="Times New Roman"/>
                <a:cs typeface="Times New Roman"/>
              </a:rPr>
              <a:t> </a:t>
            </a:r>
            <a:r>
              <a:rPr sz="1700" spc="-7" dirty="0">
                <a:latin typeface="Times New Roman"/>
                <a:cs typeface="Times New Roman"/>
              </a:rPr>
              <a:t>a</a:t>
            </a:r>
            <a:r>
              <a:rPr sz="1700" spc="-5" dirty="0">
                <a:latin typeface="Times New Roman"/>
                <a:cs typeface="Times New Roman"/>
              </a:rPr>
              <a:t>lw</a:t>
            </a:r>
            <a:r>
              <a:rPr sz="1700" spc="-7" dirty="0">
                <a:latin typeface="Times New Roman"/>
                <a:cs typeface="Times New Roman"/>
              </a:rPr>
              <a:t>a</a:t>
            </a:r>
            <a:r>
              <a:rPr sz="1700" dirty="0">
                <a:latin typeface="Times New Roman"/>
                <a:cs typeface="Times New Roman"/>
              </a:rPr>
              <a:t>ys</a:t>
            </a:r>
            <a:r>
              <a:rPr sz="1700" spc="-24"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pp</a:t>
            </a:r>
            <a:r>
              <a:rPr sz="1700" spc="-7" dirty="0">
                <a:latin typeface="Times New Roman"/>
                <a:cs typeface="Times New Roman"/>
              </a:rPr>
              <a:t>e</a:t>
            </a:r>
            <a:r>
              <a:rPr sz="1700" dirty="0">
                <a:latin typeface="Times New Roman"/>
                <a:cs typeface="Times New Roman"/>
              </a:rPr>
              <a:t>ns</a:t>
            </a:r>
            <a:r>
              <a:rPr sz="1700" spc="-24" dirty="0">
                <a:latin typeface="Times New Roman"/>
                <a:cs typeface="Times New Roman"/>
              </a:rPr>
              <a:t> </a:t>
            </a:r>
            <a:r>
              <a:rPr sz="1700" spc="-2" dirty="0">
                <a:latin typeface="Times New Roman"/>
                <a:cs typeface="Times New Roman"/>
              </a:rPr>
              <a:t>to</a:t>
            </a:r>
            <a:r>
              <a:rPr sz="1700" spc="-29"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place</a:t>
            </a:r>
            <a:r>
              <a:rPr sz="1700" spc="-26"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block</a:t>
            </a:r>
            <a:r>
              <a:rPr sz="1700" spc="-24" dirty="0">
                <a:latin typeface="Times New Roman"/>
                <a:cs typeface="Times New Roman"/>
              </a:rPr>
              <a:t> </a:t>
            </a:r>
            <a:r>
              <a:rPr sz="1700" spc="-2" dirty="0">
                <a:latin typeface="Times New Roman"/>
                <a:cs typeface="Times New Roman"/>
              </a:rPr>
              <a:t>that</a:t>
            </a:r>
            <a:r>
              <a:rPr sz="1700" spc="-24" dirty="0">
                <a:latin typeface="Times New Roman"/>
                <a:cs typeface="Times New Roman"/>
              </a:rPr>
              <a:t> </a:t>
            </a:r>
            <a:r>
              <a:rPr sz="1700" spc="-7" dirty="0">
                <a:latin typeface="Times New Roman"/>
                <a:cs typeface="Times New Roman"/>
              </a:rPr>
              <a:t>a</a:t>
            </a:r>
            <a:r>
              <a:rPr sz="1700" spc="-2" dirty="0">
                <a:latin typeface="Times New Roman"/>
                <a:cs typeface="Times New Roman"/>
              </a:rPr>
              <a:t>lr</a:t>
            </a:r>
            <a:r>
              <a:rPr sz="1700" spc="-10" dirty="0">
                <a:latin typeface="Times New Roman"/>
                <a:cs typeface="Times New Roman"/>
              </a:rPr>
              <a:t>e</a:t>
            </a:r>
            <a:r>
              <a:rPr sz="1700" spc="-7" dirty="0">
                <a:latin typeface="Times New Roman"/>
                <a:cs typeface="Times New Roman"/>
              </a:rPr>
              <a:t>a</a:t>
            </a:r>
            <a:r>
              <a:rPr sz="1700" dirty="0">
                <a:latin typeface="Times New Roman"/>
                <a:cs typeface="Times New Roman"/>
              </a:rPr>
              <a:t>dy</a:t>
            </a:r>
            <a:r>
              <a:rPr sz="1700" spc="-24" dirty="0">
                <a:latin typeface="Times New Roman"/>
                <a:cs typeface="Times New Roman"/>
              </a:rPr>
              <a:t> </a:t>
            </a:r>
            <a:r>
              <a:rPr sz="1700" spc="-7" dirty="0">
                <a:latin typeface="Times New Roman"/>
                <a:cs typeface="Times New Roman"/>
              </a:rPr>
              <a:t>e</a:t>
            </a:r>
            <a:r>
              <a:rPr sz="1700" spc="-2" dirty="0">
                <a:latin typeface="Times New Roman"/>
                <a:cs typeface="Times New Roman"/>
              </a:rPr>
              <a:t>xis</a:t>
            </a:r>
            <a:r>
              <a:rPr sz="1700" dirty="0">
                <a:latin typeface="Times New Roman"/>
                <a:cs typeface="Times New Roman"/>
              </a:rPr>
              <a:t>t</a:t>
            </a:r>
            <a:r>
              <a:rPr sz="1700" spc="-2" dirty="0">
                <a:latin typeface="Times New Roman"/>
                <a:cs typeface="Times New Roman"/>
              </a:rPr>
              <a:t>s, if </a:t>
            </a:r>
            <a:r>
              <a:rPr sz="1700" spc="-10" dirty="0">
                <a:latin typeface="Times New Roman"/>
                <a:cs typeface="Times New Roman"/>
              </a:rPr>
              <a:t>a</a:t>
            </a:r>
            <a:r>
              <a:rPr sz="1700" dirty="0">
                <a:latin typeface="Times New Roman"/>
                <a:cs typeface="Times New Roman"/>
              </a:rPr>
              <a:t>ny, </a:t>
            </a:r>
            <a:r>
              <a:rPr sz="1700" spc="-2" dirty="0">
                <a:latin typeface="Times New Roman"/>
                <a:cs typeface="Times New Roman"/>
              </a:rPr>
              <a:t>in this</a:t>
            </a:r>
            <a:r>
              <a:rPr sz="1700" dirty="0">
                <a:latin typeface="Times New Roman"/>
                <a:cs typeface="Times New Roman"/>
              </a:rPr>
              <a:t> </a:t>
            </a:r>
            <a:r>
              <a:rPr sz="1700" spc="-5" dirty="0">
                <a:latin typeface="Times New Roman"/>
                <a:cs typeface="Times New Roman"/>
              </a:rPr>
              <a:t>c</a:t>
            </a:r>
            <a:r>
              <a:rPr sz="1700" spc="-10" dirty="0">
                <a:latin typeface="Times New Roman"/>
                <a:cs typeface="Times New Roman"/>
              </a:rPr>
              <a:t>e</a:t>
            </a:r>
            <a:r>
              <a:rPr sz="1700" spc="-2" dirty="0">
                <a:latin typeface="Times New Roman"/>
                <a:cs typeface="Times New Roman"/>
              </a:rPr>
              <a:t>rt</a:t>
            </a:r>
            <a:r>
              <a:rPr sz="1700" spc="-10" dirty="0">
                <a:latin typeface="Times New Roman"/>
                <a:cs typeface="Times New Roman"/>
              </a:rPr>
              <a:t>a</a:t>
            </a:r>
            <a:r>
              <a:rPr sz="1700" spc="-2" dirty="0">
                <a:latin typeface="Times New Roman"/>
                <a:cs typeface="Times New Roman"/>
              </a:rPr>
              <a:t>in line</a:t>
            </a:r>
            <a:r>
              <a:rPr sz="1700" dirty="0">
                <a:latin typeface="Times New Roman"/>
                <a:cs typeface="Times New Roman"/>
              </a:rPr>
              <a:t>.</a:t>
            </a:r>
          </a:p>
        </p:txBody>
      </p:sp>
    </p:spTree>
    <p:extLst>
      <p:ext uri="{BB962C8B-B14F-4D97-AF65-F5344CB8AC3E}">
        <p14:creationId xmlns:p14="http://schemas.microsoft.com/office/powerpoint/2010/main" val="3896245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2B66A-CF5F-CE30-41FE-88EFB9CF65D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FD7DCEE-3DB0-5DA9-8C62-6043ABE9487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CF611C72-485E-C49F-C2E1-05A8BCDB89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EEDA4751-7A7B-35F1-C7EA-CCA73B98803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FF4AE98-F2F2-34D3-39A3-487E2AE8775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40D9DDF0-B498-6AE1-EE4C-625EC54533B7}"/>
              </a:ext>
            </a:extLst>
          </p:cNvPr>
          <p:cNvSpPr txBox="1"/>
          <p:nvPr/>
        </p:nvSpPr>
        <p:spPr>
          <a:xfrm>
            <a:off x="964436" y="819150"/>
            <a:ext cx="7112764" cy="836126"/>
          </a:xfrm>
          <a:prstGeom prst="rect">
            <a:avLst/>
          </a:prstGeom>
        </p:spPr>
        <p:txBody>
          <a:bodyPr vert="horz" wrap="square" lIns="0" tIns="0" rIns="0" bIns="0" rtlCol="0">
            <a:spAutoFit/>
          </a:bodyPr>
          <a:lstStyle/>
          <a:p>
            <a:pPr marL="6109">
              <a:spcBef>
                <a:spcPts val="339"/>
              </a:spcBef>
            </a:pPr>
            <a:r>
              <a:rPr sz="1700" b="1" spc="-7" dirty="0">
                <a:latin typeface="Times New Roman"/>
                <a:cs typeface="Times New Roman"/>
              </a:rPr>
              <a:t>Divi</a:t>
            </a:r>
            <a:r>
              <a:rPr sz="1700" b="1" spc="-5" dirty="0">
                <a:latin typeface="Times New Roman"/>
                <a:cs typeface="Times New Roman"/>
              </a:rPr>
              <a:t>sion</a:t>
            </a:r>
            <a:r>
              <a:rPr sz="1700" b="1" spc="2" dirty="0">
                <a:latin typeface="Times New Roman"/>
                <a:cs typeface="Times New Roman"/>
              </a:rPr>
              <a:t> </a:t>
            </a:r>
            <a:r>
              <a:rPr sz="1700" b="1" dirty="0">
                <a:latin typeface="Times New Roman"/>
                <a:cs typeface="Times New Roman"/>
              </a:rPr>
              <a:t>of </a:t>
            </a:r>
            <a:r>
              <a:rPr sz="1700" b="1" spc="-7" dirty="0">
                <a:latin typeface="Times New Roman"/>
                <a:cs typeface="Times New Roman"/>
              </a:rPr>
              <a:t>P</a:t>
            </a:r>
            <a:r>
              <a:rPr sz="1700" b="1" dirty="0">
                <a:latin typeface="Times New Roman"/>
                <a:cs typeface="Times New Roman"/>
              </a:rPr>
              <a:t>h</a:t>
            </a:r>
            <a:r>
              <a:rPr sz="1700" b="1" spc="-2" dirty="0">
                <a:latin typeface="Times New Roman"/>
                <a:cs typeface="Times New Roman"/>
              </a:rPr>
              <a:t>ysical</a:t>
            </a:r>
            <a:r>
              <a:rPr sz="1700" b="1" dirty="0">
                <a:latin typeface="Times New Roman"/>
                <a:cs typeface="Times New Roman"/>
              </a:rPr>
              <a:t> </a:t>
            </a:r>
            <a:r>
              <a:rPr sz="1700" b="1" spc="-2" dirty="0">
                <a:latin typeface="Times New Roman"/>
                <a:cs typeface="Times New Roman"/>
              </a:rPr>
              <a:t>A</a:t>
            </a:r>
            <a:r>
              <a:rPr sz="1700" b="1" spc="-5" dirty="0">
                <a:latin typeface="Times New Roman"/>
                <a:cs typeface="Times New Roman"/>
              </a:rPr>
              <a:t>d</a:t>
            </a:r>
            <a:r>
              <a:rPr sz="1700" b="1" dirty="0">
                <a:latin typeface="Times New Roman"/>
                <a:cs typeface="Times New Roman"/>
              </a:rPr>
              <a:t>d</a:t>
            </a:r>
            <a:r>
              <a:rPr sz="1700" b="1" spc="-7" dirty="0">
                <a:latin typeface="Times New Roman"/>
                <a:cs typeface="Times New Roman"/>
              </a:rPr>
              <a:t>re</a:t>
            </a:r>
            <a:r>
              <a:rPr sz="1700" b="1" spc="-2" dirty="0">
                <a:latin typeface="Times New Roman"/>
                <a:cs typeface="Times New Roman"/>
              </a:rPr>
              <a:t>ss</a:t>
            </a:r>
            <a:endParaRPr sz="1700" dirty="0">
              <a:latin typeface="Times New Roman"/>
              <a:cs typeface="Times New Roman"/>
            </a:endParaRPr>
          </a:p>
          <a:p>
            <a:pPr marL="6109">
              <a:spcBef>
                <a:spcPts val="351"/>
              </a:spcBef>
            </a:pPr>
            <a:r>
              <a:rPr sz="1700" spc="-10" dirty="0">
                <a:latin typeface="Times New Roman"/>
                <a:cs typeface="Times New Roman"/>
              </a:rPr>
              <a:t>I</a:t>
            </a:r>
            <a:r>
              <a:rPr sz="1700" dirty="0">
                <a:latin typeface="Times New Roman"/>
                <a:cs typeface="Times New Roman"/>
              </a:rPr>
              <a:t>n </a:t>
            </a:r>
            <a:r>
              <a:rPr sz="1700" spc="-2" dirty="0">
                <a:latin typeface="Times New Roman"/>
                <a:cs typeface="Times New Roman"/>
              </a:rPr>
              <a:t>the</a:t>
            </a:r>
            <a:r>
              <a:rPr sz="1700" spc="2" dirty="0">
                <a:latin typeface="Times New Roman"/>
                <a:cs typeface="Times New Roman"/>
              </a:rPr>
              <a:t> </a:t>
            </a:r>
            <a:r>
              <a:rPr sz="1700" spc="-7" dirty="0">
                <a:latin typeface="Times New Roman"/>
                <a:cs typeface="Times New Roman"/>
              </a:rPr>
              <a:t>ca</a:t>
            </a:r>
            <a:r>
              <a:rPr sz="1700" spc="5" dirty="0">
                <a:latin typeface="Times New Roman"/>
                <a:cs typeface="Times New Roman"/>
              </a:rPr>
              <a:t>s</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of </a:t>
            </a:r>
            <a:r>
              <a:rPr sz="1700" spc="-2" dirty="0">
                <a:latin typeface="Times New Roman"/>
                <a:cs typeface="Times New Roman"/>
              </a:rPr>
              <a:t>di</a:t>
            </a:r>
            <a:r>
              <a:rPr sz="1700" spc="-5" dirty="0">
                <a:latin typeface="Times New Roman"/>
                <a:cs typeface="Times New Roman"/>
              </a:rPr>
              <a:t>r</a:t>
            </a:r>
            <a:r>
              <a:rPr sz="1700" spc="-2" dirty="0">
                <a:latin typeface="Times New Roman"/>
                <a:cs typeface="Times New Roman"/>
              </a:rPr>
              <a:t>e</a:t>
            </a:r>
            <a:r>
              <a:rPr sz="1700" spc="-7" dirty="0">
                <a:latin typeface="Times New Roman"/>
                <a:cs typeface="Times New Roman"/>
              </a:rPr>
              <a:t>c</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m</a:t>
            </a:r>
            <a:r>
              <a:rPr sz="1700" spc="-7" dirty="0">
                <a:latin typeface="Times New Roman"/>
                <a:cs typeface="Times New Roman"/>
              </a:rPr>
              <a:t>a</a:t>
            </a:r>
            <a:r>
              <a:rPr sz="1700" spc="5" dirty="0">
                <a:latin typeface="Times New Roman"/>
                <a:cs typeface="Times New Roman"/>
              </a:rPr>
              <a:t>p</a:t>
            </a:r>
            <a:r>
              <a:rPr sz="1700" spc="-2" dirty="0">
                <a:latin typeface="Times New Roman"/>
                <a:cs typeface="Times New Roman"/>
              </a:rPr>
              <a:t>ping,</a:t>
            </a:r>
            <a:r>
              <a:rPr sz="1700" dirty="0">
                <a:latin typeface="Times New Roman"/>
                <a:cs typeface="Times New Roman"/>
              </a:rPr>
              <a:t> </a:t>
            </a:r>
            <a:r>
              <a:rPr sz="1700" spc="-2" dirty="0">
                <a:latin typeface="Times New Roman"/>
                <a:cs typeface="Times New Roman"/>
              </a:rPr>
              <a:t>the divi</a:t>
            </a:r>
            <a:r>
              <a:rPr sz="1700" spc="-5" dirty="0">
                <a:latin typeface="Times New Roman"/>
                <a:cs typeface="Times New Roman"/>
              </a:rPr>
              <a:t>sion</a:t>
            </a:r>
            <a:r>
              <a:rPr sz="1700" dirty="0">
                <a:latin typeface="Times New Roman"/>
                <a:cs typeface="Times New Roman"/>
              </a:rPr>
              <a:t> of </a:t>
            </a:r>
            <a:r>
              <a:rPr sz="1700" spc="-2" dirty="0">
                <a:latin typeface="Times New Roman"/>
                <a:cs typeface="Times New Roman"/>
              </a:rPr>
              <a:t>the</a:t>
            </a:r>
            <a:r>
              <a:rPr sz="1700" spc="-5" dirty="0">
                <a:latin typeface="Times New Roman"/>
                <a:cs typeface="Times New Roman"/>
              </a:rPr>
              <a:t> physi</a:t>
            </a:r>
            <a:r>
              <a:rPr sz="1700" spc="-7" dirty="0">
                <a:latin typeface="Times New Roman"/>
                <a:cs typeface="Times New Roman"/>
              </a:rPr>
              <a:t>ca</a:t>
            </a:r>
            <a:r>
              <a:rPr sz="1700" spc="-2" dirty="0">
                <a:latin typeface="Times New Roman"/>
                <a:cs typeface="Times New Roman"/>
              </a:rPr>
              <a:t>l</a:t>
            </a:r>
            <a:r>
              <a:rPr sz="1700" dirty="0">
                <a:latin typeface="Times New Roman"/>
                <a:cs typeface="Times New Roman"/>
              </a:rPr>
              <a:t> </a:t>
            </a:r>
            <a:r>
              <a:rPr sz="1700" spc="-5" dirty="0">
                <a:latin typeface="Times New Roman"/>
                <a:cs typeface="Times New Roman"/>
              </a:rPr>
              <a:t>add</a:t>
            </a:r>
            <a:r>
              <a:rPr sz="1700" spc="-7" dirty="0">
                <a:latin typeface="Times New Roman"/>
                <a:cs typeface="Times New Roman"/>
              </a:rPr>
              <a:t>re</a:t>
            </a:r>
            <a:r>
              <a:rPr sz="1700" spc="-2" dirty="0">
                <a:latin typeface="Times New Roman"/>
                <a:cs typeface="Times New Roman"/>
              </a:rPr>
              <a:t>s</a:t>
            </a:r>
            <a:r>
              <a:rPr sz="1700" dirty="0">
                <a:latin typeface="Times New Roman"/>
                <a:cs typeface="Times New Roman"/>
              </a:rPr>
              <a:t>s </a:t>
            </a:r>
            <a:r>
              <a:rPr sz="1700" spc="5" dirty="0">
                <a:latin typeface="Times New Roman"/>
                <a:cs typeface="Times New Roman"/>
              </a:rPr>
              <a:t>o</a:t>
            </a:r>
            <a:r>
              <a:rPr sz="1700" spc="-7" dirty="0">
                <a:latin typeface="Times New Roman"/>
                <a:cs typeface="Times New Roman"/>
              </a:rPr>
              <a:t>cc</a:t>
            </a:r>
            <a:r>
              <a:rPr sz="1700" dirty="0">
                <a:latin typeface="Times New Roman"/>
                <a:cs typeface="Times New Roman"/>
              </a:rPr>
              <a:t>urs</a:t>
            </a:r>
            <a:r>
              <a:rPr sz="1700" spc="2" dirty="0">
                <a:latin typeface="Times New Roman"/>
                <a:cs typeface="Times New Roman"/>
              </a:rPr>
              <a:t> </a:t>
            </a:r>
            <a:r>
              <a:rPr sz="1700" spc="-2" dirty="0">
                <a:latin typeface="Times New Roman"/>
                <a:cs typeface="Times New Roman"/>
              </a:rPr>
              <a:t>a</a:t>
            </a:r>
            <a:r>
              <a:rPr sz="1700" dirty="0">
                <a:latin typeface="Times New Roman"/>
                <a:cs typeface="Times New Roman"/>
              </a:rPr>
              <a:t>s</a:t>
            </a:r>
            <a:r>
              <a:rPr sz="1700" spc="-2" dirty="0">
                <a:latin typeface="Times New Roman"/>
                <a:cs typeface="Times New Roman"/>
              </a:rPr>
              <a:t> follows:</a:t>
            </a:r>
            <a:endParaRPr sz="1700" dirty="0">
              <a:latin typeface="Times New Roman"/>
              <a:cs typeface="Times New Roman"/>
            </a:endParaRPr>
          </a:p>
        </p:txBody>
      </p:sp>
      <p:sp>
        <p:nvSpPr>
          <p:cNvPr id="5" name="object 5"/>
          <p:cNvSpPr/>
          <p:nvPr/>
        </p:nvSpPr>
        <p:spPr>
          <a:xfrm>
            <a:off x="2438400" y="1804771"/>
            <a:ext cx="3962400" cy="995579"/>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2123486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0026B-4D24-F4EB-E779-BD8B3A4093B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CE68B3-097A-5EB8-2297-2E3E48713E57}"/>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F8AE9D98-E426-A9F1-D2F0-EA82DFE43C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A6EBB53-8700-05C8-AAEA-9E72CF5AAEB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9D7FE4A6-9CA9-5EA8-4E25-CFC5DE886B1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p:cNvSpPr txBox="1"/>
          <p:nvPr/>
        </p:nvSpPr>
        <p:spPr>
          <a:xfrm>
            <a:off x="1066800" y="819150"/>
            <a:ext cx="3810000" cy="3593291"/>
          </a:xfrm>
          <a:prstGeom prst="rect">
            <a:avLst/>
          </a:prstGeom>
        </p:spPr>
        <p:txBody>
          <a:bodyPr vert="horz" wrap="square" lIns="0" tIns="0" rIns="0" bIns="0" rtlCol="0">
            <a:spAutoFit/>
          </a:bodyPr>
          <a:lstStyle/>
          <a:p>
            <a:pPr marL="6109"/>
            <a:r>
              <a:rPr sz="1700" b="1" spc="-5" dirty="0">
                <a:latin typeface="Times New Roman"/>
                <a:cs typeface="Times New Roman"/>
              </a:rPr>
              <a:t>Fully </a:t>
            </a:r>
            <a:r>
              <a:rPr sz="1700" b="1" spc="-2" dirty="0">
                <a:latin typeface="Times New Roman"/>
                <a:cs typeface="Times New Roman"/>
              </a:rPr>
              <a:t>Associative </a:t>
            </a:r>
            <a:r>
              <a:rPr sz="1700" b="1" spc="-10" dirty="0">
                <a:latin typeface="Times New Roman"/>
                <a:cs typeface="Times New Roman"/>
              </a:rPr>
              <a:t>M</a:t>
            </a:r>
            <a:r>
              <a:rPr sz="1700" b="1" dirty="0">
                <a:latin typeface="Times New Roman"/>
                <a:cs typeface="Times New Roman"/>
              </a:rPr>
              <a:t>app</a:t>
            </a:r>
            <a:r>
              <a:rPr sz="1700" b="1" spc="-2" dirty="0">
                <a:latin typeface="Times New Roman"/>
                <a:cs typeface="Times New Roman"/>
              </a:rPr>
              <a:t>in</a:t>
            </a:r>
            <a:r>
              <a:rPr sz="1700" b="1" dirty="0">
                <a:latin typeface="Times New Roman"/>
                <a:cs typeface="Times New Roman"/>
              </a:rPr>
              <a:t>g</a:t>
            </a:r>
            <a:endParaRPr lang="en-US" sz="1700" b="1" dirty="0">
              <a:latin typeface="Times New Roman"/>
              <a:cs typeface="Times New Roman"/>
            </a:endParaRPr>
          </a:p>
          <a:p>
            <a:pPr marL="6109"/>
            <a:endParaRPr sz="1700" dirty="0">
              <a:latin typeface="Times New Roman"/>
              <a:cs typeface="Times New Roman"/>
            </a:endParaRPr>
          </a:p>
          <a:p>
            <a:pPr marL="6109" algn="just">
              <a:spcBef>
                <a:spcPts val="351"/>
              </a:spcBef>
            </a:pPr>
            <a:r>
              <a:rPr lang="en-US" sz="1700" spc="-10" dirty="0">
                <a:latin typeface="Times New Roman"/>
                <a:cs typeface="Times New Roman"/>
              </a:rPr>
              <a:t>I</a:t>
            </a:r>
            <a:r>
              <a:rPr lang="en-US" sz="1700" dirty="0">
                <a:latin typeface="Times New Roman"/>
                <a:cs typeface="Times New Roman"/>
              </a:rPr>
              <a:t>n </a:t>
            </a:r>
            <a:r>
              <a:rPr lang="en-US" sz="1700" spc="-2" dirty="0">
                <a:latin typeface="Times New Roman"/>
                <a:cs typeface="Times New Roman"/>
              </a:rPr>
              <a:t>the</a:t>
            </a:r>
            <a:r>
              <a:rPr lang="en-US" sz="1700" spc="2" dirty="0">
                <a:latin typeface="Times New Roman"/>
                <a:cs typeface="Times New Roman"/>
              </a:rPr>
              <a:t> </a:t>
            </a:r>
            <a:r>
              <a:rPr lang="en-US" sz="1700" spc="-7" dirty="0">
                <a:latin typeface="Times New Roman"/>
                <a:cs typeface="Times New Roman"/>
              </a:rPr>
              <a:t>ca</a:t>
            </a:r>
            <a:r>
              <a:rPr lang="en-US" sz="1700" spc="5" dirty="0">
                <a:latin typeface="Times New Roman"/>
                <a:cs typeface="Times New Roman"/>
              </a:rPr>
              <a:t>s</a:t>
            </a:r>
            <a:r>
              <a:rPr lang="en-US" sz="1700" spc="-5" dirty="0">
                <a:latin typeface="Times New Roman"/>
                <a:cs typeface="Times New Roman"/>
              </a:rPr>
              <a:t>e</a:t>
            </a:r>
            <a:r>
              <a:rPr lang="en-US" sz="1700" spc="-2" dirty="0">
                <a:latin typeface="Times New Roman"/>
                <a:cs typeface="Times New Roman"/>
              </a:rPr>
              <a:t> </a:t>
            </a:r>
            <a:r>
              <a:rPr lang="en-US" sz="1700" dirty="0">
                <a:latin typeface="Times New Roman"/>
                <a:cs typeface="Times New Roman"/>
              </a:rPr>
              <a:t>of</a:t>
            </a:r>
            <a:r>
              <a:rPr lang="en-US" sz="1700" spc="-2" dirty="0">
                <a:latin typeface="Times New Roman"/>
                <a:cs typeface="Times New Roman"/>
              </a:rPr>
              <a:t> fully</a:t>
            </a:r>
            <a:r>
              <a:rPr lang="en-US" sz="1700"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ssoc</a:t>
            </a:r>
            <a:r>
              <a:rPr lang="en-US" sz="1700" spc="5" dirty="0">
                <a:latin typeface="Times New Roman"/>
                <a:cs typeface="Times New Roman"/>
              </a:rPr>
              <a:t>i</a:t>
            </a:r>
            <a:r>
              <a:rPr lang="en-US" sz="1700" spc="-7" dirty="0">
                <a:latin typeface="Times New Roman"/>
                <a:cs typeface="Times New Roman"/>
              </a:rPr>
              <a:t>a</a:t>
            </a:r>
            <a:r>
              <a:rPr lang="en-US" sz="1700" spc="-2" dirty="0">
                <a:latin typeface="Times New Roman"/>
                <a:cs typeface="Times New Roman"/>
              </a:rPr>
              <a:t>tive </a:t>
            </a:r>
            <a:r>
              <a:rPr lang="en-US" sz="1700" spc="-5" dirty="0">
                <a:latin typeface="Times New Roman"/>
                <a:cs typeface="Times New Roman"/>
              </a:rPr>
              <a:t>mapping,</a:t>
            </a:r>
          </a:p>
          <a:p>
            <a:pPr marL="225716" marR="2443" indent="-109651" algn="just">
              <a:buSzPct val="83333"/>
              <a:buFont typeface="Symbol"/>
              <a:buChar char=""/>
              <a:tabLst>
                <a:tab pos="226022" algn="l"/>
              </a:tabLst>
            </a:pPr>
            <a:r>
              <a:rPr lang="en-US" sz="1700" spc="-5" dirty="0">
                <a:latin typeface="Times New Roman"/>
                <a:cs typeface="Times New Roman"/>
              </a:rPr>
              <a:t>The</a:t>
            </a:r>
            <a:r>
              <a:rPr lang="en-US" sz="1700" spc="41" dirty="0">
                <a:latin typeface="Times New Roman"/>
                <a:cs typeface="Times New Roman"/>
              </a:rPr>
              <a:t> </a:t>
            </a:r>
            <a:r>
              <a:rPr lang="en-US" sz="1700" spc="-5" dirty="0">
                <a:latin typeface="Times New Roman"/>
                <a:cs typeface="Times New Roman"/>
              </a:rPr>
              <a:t>main</a:t>
            </a:r>
            <a:r>
              <a:rPr lang="en-US" sz="1700" spc="43"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a:t>
            </a:r>
            <a:r>
              <a:rPr lang="en-US" sz="1700" spc="43" dirty="0">
                <a:latin typeface="Times New Roman"/>
                <a:cs typeface="Times New Roman"/>
              </a:rPr>
              <a:t> </a:t>
            </a:r>
            <a:r>
              <a:rPr lang="en-US" sz="1700" spc="-5" dirty="0">
                <a:latin typeface="Times New Roman"/>
                <a:cs typeface="Times New Roman"/>
              </a:rPr>
              <a:t>block</a:t>
            </a:r>
            <a:r>
              <a:rPr lang="en-US" sz="1700" spc="48" dirty="0">
                <a:latin typeface="Times New Roman"/>
                <a:cs typeface="Times New Roman"/>
              </a:rPr>
              <a:t> </a:t>
            </a:r>
            <a:r>
              <a:rPr lang="en-US" sz="1700" spc="-2" dirty="0">
                <a:latin typeface="Times New Roman"/>
                <a:cs typeface="Times New Roman"/>
              </a:rPr>
              <a:t>is</a:t>
            </a:r>
            <a:r>
              <a:rPr lang="en-US" sz="1700" spc="46" dirty="0">
                <a:latin typeface="Times New Roman"/>
                <a:cs typeface="Times New Roman"/>
              </a:rPr>
              <a:t> </a:t>
            </a:r>
            <a:r>
              <a:rPr lang="en-US" sz="1700" spc="-7" dirty="0">
                <a:latin typeface="Times New Roman"/>
                <a:cs typeface="Times New Roman"/>
              </a:rPr>
              <a:t>ca</a:t>
            </a:r>
            <a:r>
              <a:rPr lang="en-US" sz="1700" spc="-5" dirty="0">
                <a:latin typeface="Times New Roman"/>
                <a:cs typeface="Times New Roman"/>
              </a:rPr>
              <a:t>p</a:t>
            </a:r>
            <a:r>
              <a:rPr lang="en-US" sz="1700" spc="-7" dirty="0">
                <a:latin typeface="Times New Roman"/>
                <a:cs typeface="Times New Roman"/>
              </a:rPr>
              <a:t>a</a:t>
            </a:r>
            <a:r>
              <a:rPr lang="en-US" sz="1700" spc="-2" dirty="0">
                <a:latin typeface="Times New Roman"/>
                <a:cs typeface="Times New Roman"/>
              </a:rPr>
              <a:t>ble</a:t>
            </a:r>
            <a:r>
              <a:rPr lang="en-US" sz="1700" spc="43" dirty="0">
                <a:latin typeface="Times New Roman"/>
                <a:cs typeface="Times New Roman"/>
              </a:rPr>
              <a:t> </a:t>
            </a:r>
            <a:r>
              <a:rPr lang="en-US" sz="1700" dirty="0">
                <a:latin typeface="Times New Roman"/>
                <a:cs typeface="Times New Roman"/>
              </a:rPr>
              <a:t>of</a:t>
            </a:r>
            <a:r>
              <a:rPr lang="en-US" sz="1700" spc="43" dirty="0">
                <a:latin typeface="Times New Roman"/>
                <a:cs typeface="Times New Roman"/>
              </a:rPr>
              <a:t> </a:t>
            </a:r>
            <a:r>
              <a:rPr lang="en-US" sz="1700" dirty="0">
                <a:latin typeface="Times New Roman"/>
                <a:cs typeface="Times New Roman"/>
              </a:rPr>
              <a:t>m</a:t>
            </a:r>
            <a:r>
              <a:rPr lang="en-US" sz="1700" spc="-7" dirty="0">
                <a:latin typeface="Times New Roman"/>
                <a:cs typeface="Times New Roman"/>
              </a:rPr>
              <a:t>a</a:t>
            </a:r>
            <a:r>
              <a:rPr lang="en-US" sz="1700" spc="-5" dirty="0">
                <a:latin typeface="Times New Roman"/>
                <a:cs typeface="Times New Roman"/>
              </a:rPr>
              <a:t>pping</a:t>
            </a:r>
            <a:r>
              <a:rPr lang="en-US" sz="1700" spc="46" dirty="0">
                <a:latin typeface="Times New Roman"/>
                <a:cs typeface="Times New Roman"/>
              </a:rPr>
              <a:t> </a:t>
            </a:r>
            <a:r>
              <a:rPr lang="en-US" sz="1700" spc="-2" dirty="0">
                <a:latin typeface="Times New Roman"/>
                <a:cs typeface="Times New Roman"/>
              </a:rPr>
              <a:t>to</a:t>
            </a:r>
            <a:r>
              <a:rPr lang="en-US" sz="1700" spc="46"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ny</a:t>
            </a:r>
            <a:r>
              <a:rPr lang="en-US" sz="1700" spc="43" dirty="0">
                <a:latin typeface="Times New Roman"/>
                <a:cs typeface="Times New Roman"/>
              </a:rPr>
              <a:t> </a:t>
            </a:r>
            <a:r>
              <a:rPr lang="en-US" sz="1700" spc="-5" dirty="0">
                <a:latin typeface="Times New Roman"/>
                <a:cs typeface="Times New Roman"/>
              </a:rPr>
              <a:t>given</a:t>
            </a:r>
            <a:r>
              <a:rPr lang="en-US" sz="1700" spc="43" dirty="0">
                <a:latin typeface="Times New Roman"/>
                <a:cs typeface="Times New Roman"/>
              </a:rPr>
              <a:t> </a:t>
            </a:r>
            <a:r>
              <a:rPr lang="en-US" sz="1700" spc="-2" dirty="0">
                <a:latin typeface="Times New Roman"/>
                <a:cs typeface="Times New Roman"/>
              </a:rPr>
              <a:t>line</a:t>
            </a:r>
            <a:r>
              <a:rPr lang="en-US" sz="1700" spc="43" dirty="0">
                <a:latin typeface="Times New Roman"/>
                <a:cs typeface="Times New Roman"/>
              </a:rPr>
              <a:t> </a:t>
            </a:r>
            <a:r>
              <a:rPr lang="en-US" sz="1700" dirty="0">
                <a:latin typeface="Times New Roman"/>
                <a:cs typeface="Times New Roman"/>
              </a:rPr>
              <a:t>of</a:t>
            </a:r>
            <a:r>
              <a:rPr lang="en-US" sz="1700" spc="43" dirty="0">
                <a:latin typeface="Times New Roman"/>
                <a:cs typeface="Times New Roman"/>
              </a:rPr>
              <a:t> </a:t>
            </a:r>
            <a:r>
              <a:rPr lang="en-US" sz="1700" spc="-2" dirty="0">
                <a:latin typeface="Times New Roman"/>
                <a:cs typeface="Times New Roman"/>
              </a:rPr>
              <a:t>the</a:t>
            </a:r>
            <a:r>
              <a:rPr lang="en-US" sz="1700" spc="48" dirty="0">
                <a:latin typeface="Times New Roman"/>
                <a:cs typeface="Times New Roman"/>
              </a:rPr>
              <a:t> </a:t>
            </a:r>
            <a:r>
              <a:rPr lang="en-US" sz="1700" spc="-2"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he</a:t>
            </a:r>
            <a:r>
              <a:rPr lang="en-US" sz="1700" spc="43" dirty="0">
                <a:latin typeface="Times New Roman"/>
                <a:cs typeface="Times New Roman"/>
              </a:rPr>
              <a:t> </a:t>
            </a:r>
            <a:r>
              <a:rPr lang="en-US" sz="1700" spc="-2" dirty="0">
                <a:latin typeface="Times New Roman"/>
                <a:cs typeface="Times New Roman"/>
              </a:rPr>
              <a:t>tha</a:t>
            </a:r>
            <a:r>
              <a:rPr lang="en-US" sz="1700" spc="12" dirty="0">
                <a:latin typeface="Times New Roman"/>
                <a:cs typeface="Times New Roman"/>
              </a:rPr>
              <a:t>t</a:t>
            </a:r>
            <a:r>
              <a:rPr lang="en-US" sz="1700" spc="-2" dirty="0">
                <a:latin typeface="Times New Roman"/>
                <a:cs typeface="Times New Roman"/>
              </a:rPr>
              <a:t>’</a:t>
            </a:r>
            <a:r>
              <a:rPr lang="en-US" sz="1700" dirty="0">
                <a:latin typeface="Times New Roman"/>
                <a:cs typeface="Times New Roman"/>
              </a:rPr>
              <a:t>s </a:t>
            </a:r>
            <a:r>
              <a:rPr lang="en-US" sz="1700" spc="-7" dirty="0">
                <a:latin typeface="Times New Roman"/>
                <a:cs typeface="Times New Roman"/>
              </a:rPr>
              <a:t>a</a:t>
            </a:r>
            <a:r>
              <a:rPr lang="en-US" sz="1700" spc="-5" dirty="0">
                <a:latin typeface="Times New Roman"/>
                <a:cs typeface="Times New Roman"/>
              </a:rPr>
              <a:t>v</a:t>
            </a:r>
            <a:r>
              <a:rPr lang="en-US" sz="1700" spc="-7" dirty="0">
                <a:latin typeface="Times New Roman"/>
                <a:cs typeface="Times New Roman"/>
              </a:rPr>
              <a:t>a</a:t>
            </a:r>
            <a:r>
              <a:rPr lang="en-US" sz="1700" spc="-2" dirty="0">
                <a:latin typeface="Times New Roman"/>
                <a:cs typeface="Times New Roman"/>
              </a:rPr>
              <a:t>il</a:t>
            </a:r>
            <a:r>
              <a:rPr lang="en-US" sz="1700" spc="-7" dirty="0">
                <a:latin typeface="Times New Roman"/>
                <a:cs typeface="Times New Roman"/>
              </a:rPr>
              <a:t>a</a:t>
            </a:r>
            <a:r>
              <a:rPr lang="en-US" sz="1700" spc="-2" dirty="0">
                <a:latin typeface="Times New Roman"/>
                <a:cs typeface="Times New Roman"/>
              </a:rPr>
              <a:t>ble</a:t>
            </a:r>
            <a:r>
              <a:rPr lang="en-US" sz="1700" dirty="0">
                <a:latin typeface="Times New Roman"/>
                <a:cs typeface="Times New Roman"/>
              </a:rPr>
              <a:t> f</a:t>
            </a:r>
            <a:r>
              <a:rPr lang="en-US" sz="1700" spc="-2" dirty="0">
                <a:latin typeface="Times New Roman"/>
                <a:cs typeface="Times New Roman"/>
              </a:rPr>
              <a:t>r</a:t>
            </a:r>
            <a:r>
              <a:rPr lang="en-US" sz="1700" spc="-10" dirty="0">
                <a:latin typeface="Times New Roman"/>
                <a:cs typeface="Times New Roman"/>
              </a:rPr>
              <a:t>e</a:t>
            </a:r>
            <a:r>
              <a:rPr lang="en-US" sz="1700" spc="-7" dirty="0">
                <a:latin typeface="Times New Roman"/>
                <a:cs typeface="Times New Roman"/>
              </a:rPr>
              <a:t>e</a:t>
            </a:r>
            <a:r>
              <a:rPr lang="en-US" sz="1700" spc="-2" dirty="0">
                <a:latin typeface="Times New Roman"/>
                <a:cs typeface="Times New Roman"/>
              </a:rPr>
              <a:t>ly at</a:t>
            </a:r>
            <a:r>
              <a:rPr lang="en-US" sz="1700" dirty="0">
                <a:latin typeface="Times New Roman"/>
                <a:cs typeface="Times New Roman"/>
              </a:rPr>
              <a:t> </a:t>
            </a:r>
            <a:r>
              <a:rPr lang="en-US" sz="1700" spc="-2" dirty="0">
                <a:latin typeface="Times New Roman"/>
                <a:cs typeface="Times New Roman"/>
              </a:rPr>
              <a:t>that </a:t>
            </a:r>
            <a:r>
              <a:rPr lang="en-US" sz="1700" spc="5" dirty="0">
                <a:latin typeface="Times New Roman"/>
                <a:cs typeface="Times New Roman"/>
              </a:rPr>
              <a:t>p</a:t>
            </a:r>
            <a:r>
              <a:rPr lang="en-US" sz="1700" spc="-2" dirty="0">
                <a:latin typeface="Times New Roman"/>
                <a:cs typeface="Times New Roman"/>
              </a:rPr>
              <a:t>arti</a:t>
            </a:r>
            <a:r>
              <a:rPr lang="en-US" sz="1700" spc="-7" dirty="0">
                <a:latin typeface="Times New Roman"/>
                <a:cs typeface="Times New Roman"/>
              </a:rPr>
              <a:t>c</a:t>
            </a:r>
            <a:r>
              <a:rPr lang="en-US" sz="1700" spc="-2" dirty="0">
                <a:latin typeface="Times New Roman"/>
                <a:cs typeface="Times New Roman"/>
              </a:rPr>
              <a:t>ular</a:t>
            </a:r>
            <a:r>
              <a:rPr lang="en-US" sz="1700" spc="-5" dirty="0">
                <a:latin typeface="Times New Roman"/>
                <a:cs typeface="Times New Roman"/>
              </a:rPr>
              <a:t> mom</a:t>
            </a:r>
            <a:r>
              <a:rPr lang="en-US" sz="1700" spc="-7" dirty="0">
                <a:latin typeface="Times New Roman"/>
                <a:cs typeface="Times New Roman"/>
              </a:rPr>
              <a:t>e</a:t>
            </a:r>
            <a:r>
              <a:rPr lang="en-US" sz="1700" spc="-2" dirty="0">
                <a:latin typeface="Times New Roman"/>
                <a:cs typeface="Times New Roman"/>
              </a:rPr>
              <a:t>nt.</a:t>
            </a:r>
            <a:endParaRPr lang="en-US" sz="1700" dirty="0">
              <a:latin typeface="Times New Roman"/>
              <a:cs typeface="Times New Roman"/>
            </a:endParaRPr>
          </a:p>
          <a:p>
            <a:pPr marL="225716" marR="3971" indent="-109651" algn="just">
              <a:spcBef>
                <a:spcPts val="387"/>
              </a:spcBef>
              <a:buSzPct val="83333"/>
              <a:buFont typeface="Symbol"/>
              <a:buChar char=""/>
              <a:tabLst>
                <a:tab pos="226022" algn="l"/>
              </a:tabLst>
            </a:pPr>
            <a:r>
              <a:rPr lang="en-US" sz="1700" spc="-10" dirty="0">
                <a:latin typeface="Times New Roman"/>
                <a:cs typeface="Times New Roman"/>
              </a:rPr>
              <a:t>I</a:t>
            </a:r>
            <a:r>
              <a:rPr lang="en-US" sz="1700" spc="-2" dirty="0">
                <a:latin typeface="Times New Roman"/>
                <a:cs typeface="Times New Roman"/>
              </a:rPr>
              <a:t>t</a:t>
            </a:r>
            <a:r>
              <a:rPr lang="en-US" sz="1700" spc="41" dirty="0">
                <a:latin typeface="Times New Roman"/>
                <a:cs typeface="Times New Roman"/>
              </a:rPr>
              <a:t> </a:t>
            </a:r>
            <a:r>
              <a:rPr lang="en-US" sz="1700" spc="-5" dirty="0">
                <a:latin typeface="Times New Roman"/>
                <a:cs typeface="Times New Roman"/>
              </a:rPr>
              <a:t>h</a:t>
            </a:r>
            <a:r>
              <a:rPr lang="en-US" sz="1700" spc="-7" dirty="0">
                <a:latin typeface="Times New Roman"/>
                <a:cs typeface="Times New Roman"/>
              </a:rPr>
              <a:t>e</a:t>
            </a:r>
            <a:r>
              <a:rPr lang="en-US" sz="1700" spc="-2" dirty="0">
                <a:latin typeface="Times New Roman"/>
                <a:cs typeface="Times New Roman"/>
              </a:rPr>
              <a:t>lps</a:t>
            </a:r>
            <a:r>
              <a:rPr lang="en-US" sz="1700" spc="41" dirty="0">
                <a:latin typeface="Times New Roman"/>
                <a:cs typeface="Times New Roman"/>
              </a:rPr>
              <a:t> </a:t>
            </a:r>
            <a:r>
              <a:rPr lang="en-US" sz="1700" dirty="0">
                <a:latin typeface="Times New Roman"/>
                <a:cs typeface="Times New Roman"/>
              </a:rPr>
              <a:t>us</a:t>
            </a:r>
            <a:r>
              <a:rPr lang="en-US" sz="1700" spc="38" dirty="0">
                <a:latin typeface="Times New Roman"/>
                <a:cs typeface="Times New Roman"/>
              </a:rPr>
              <a:t> </a:t>
            </a:r>
            <a:r>
              <a:rPr lang="en-US" sz="1700" spc="-5" dirty="0">
                <a:latin typeface="Times New Roman"/>
                <a:cs typeface="Times New Roman"/>
              </a:rPr>
              <a:t>make</a:t>
            </a:r>
            <a:r>
              <a:rPr lang="en-US" sz="1700" spc="36" dirty="0">
                <a:latin typeface="Times New Roman"/>
                <a:cs typeface="Times New Roman"/>
              </a:rPr>
              <a:t> </a:t>
            </a:r>
            <a:r>
              <a:rPr lang="en-US" sz="1700" spc="-5" dirty="0">
                <a:latin typeface="Times New Roman"/>
                <a:cs typeface="Times New Roman"/>
              </a:rPr>
              <a:t>a</a:t>
            </a:r>
            <a:r>
              <a:rPr lang="en-US" sz="1700" spc="36" dirty="0">
                <a:latin typeface="Times New Roman"/>
                <a:cs typeface="Times New Roman"/>
              </a:rPr>
              <a:t> </a:t>
            </a:r>
            <a:r>
              <a:rPr lang="en-US" sz="1700" spc="-2" dirty="0">
                <a:latin typeface="Times New Roman"/>
                <a:cs typeface="Times New Roman"/>
              </a:rPr>
              <a:t>fully</a:t>
            </a:r>
            <a:r>
              <a:rPr lang="en-US" sz="1700" spc="34" dirty="0">
                <a:latin typeface="Times New Roman"/>
                <a:cs typeface="Times New Roman"/>
              </a:rPr>
              <a:t> </a:t>
            </a:r>
            <a:r>
              <a:rPr lang="en-US" sz="1700" spc="-5" dirty="0">
                <a:latin typeface="Times New Roman"/>
                <a:cs typeface="Times New Roman"/>
              </a:rPr>
              <a:t>associa</a:t>
            </a:r>
            <a:r>
              <a:rPr lang="en-US" sz="1700" spc="-2" dirty="0">
                <a:latin typeface="Times New Roman"/>
                <a:cs typeface="Times New Roman"/>
              </a:rPr>
              <a:t>tive</a:t>
            </a:r>
            <a:r>
              <a:rPr lang="en-US" sz="1700" spc="36" dirty="0">
                <a:latin typeface="Times New Roman"/>
                <a:cs typeface="Times New Roman"/>
              </a:rPr>
              <a:t> </a:t>
            </a:r>
            <a:r>
              <a:rPr lang="en-US" sz="1700" spc="-5" dirty="0">
                <a:latin typeface="Times New Roman"/>
                <a:cs typeface="Times New Roman"/>
              </a:rPr>
              <a:t>mapping</a:t>
            </a:r>
            <a:r>
              <a:rPr lang="en-US" sz="1700" spc="38"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ompa</a:t>
            </a:r>
            <a:r>
              <a:rPr lang="en-US" sz="1700" spc="-7" dirty="0">
                <a:latin typeface="Times New Roman"/>
                <a:cs typeface="Times New Roman"/>
              </a:rPr>
              <a:t>ra</a:t>
            </a:r>
            <a:r>
              <a:rPr lang="en-US" sz="1700" spc="-2" dirty="0">
                <a:latin typeface="Times New Roman"/>
                <a:cs typeface="Times New Roman"/>
              </a:rPr>
              <a:t>tiv</a:t>
            </a:r>
            <a:r>
              <a:rPr lang="en-US" sz="1700" spc="-7" dirty="0">
                <a:latin typeface="Times New Roman"/>
                <a:cs typeface="Times New Roman"/>
              </a:rPr>
              <a:t>e</a:t>
            </a:r>
            <a:r>
              <a:rPr lang="en-US" sz="1700" spc="-2" dirty="0">
                <a:latin typeface="Times New Roman"/>
                <a:cs typeface="Times New Roman"/>
              </a:rPr>
              <a:t>ly</a:t>
            </a:r>
            <a:r>
              <a:rPr lang="en-US" sz="1700" spc="41" dirty="0">
                <a:latin typeface="Times New Roman"/>
                <a:cs typeface="Times New Roman"/>
              </a:rPr>
              <a:t> </a:t>
            </a:r>
            <a:r>
              <a:rPr lang="en-US" sz="1700" spc="-5" dirty="0">
                <a:latin typeface="Times New Roman"/>
                <a:cs typeface="Times New Roman"/>
              </a:rPr>
              <a:t>more</a:t>
            </a:r>
            <a:r>
              <a:rPr lang="en-US" sz="1700" spc="36" dirty="0">
                <a:latin typeface="Times New Roman"/>
                <a:cs typeface="Times New Roman"/>
              </a:rPr>
              <a:t> </a:t>
            </a:r>
            <a:r>
              <a:rPr lang="en-US" sz="1700" spc="-2" dirty="0">
                <a:latin typeface="Times New Roman"/>
                <a:cs typeface="Times New Roman"/>
              </a:rPr>
              <a:t>fl</a:t>
            </a:r>
            <a:r>
              <a:rPr lang="en-US" sz="1700" spc="-10" dirty="0">
                <a:latin typeface="Times New Roman"/>
                <a:cs typeface="Times New Roman"/>
              </a:rPr>
              <a:t>e</a:t>
            </a:r>
            <a:r>
              <a:rPr lang="en-US" sz="1700" spc="-2" dirty="0">
                <a:latin typeface="Times New Roman"/>
                <a:cs typeface="Times New Roman"/>
              </a:rPr>
              <a:t>xible</a:t>
            </a:r>
            <a:r>
              <a:rPr lang="en-US" sz="1700" spc="36" dirty="0">
                <a:latin typeface="Times New Roman"/>
                <a:cs typeface="Times New Roman"/>
              </a:rPr>
              <a:t> </a:t>
            </a:r>
            <a:r>
              <a:rPr lang="en-US" sz="1700" spc="-5" dirty="0">
                <a:latin typeface="Times New Roman"/>
                <a:cs typeface="Times New Roman"/>
              </a:rPr>
              <a:t>than</a:t>
            </a:r>
            <a:r>
              <a:rPr lang="en-US" sz="1700" spc="36" dirty="0">
                <a:latin typeface="Times New Roman"/>
                <a:cs typeface="Times New Roman"/>
              </a:rPr>
              <a:t> </a:t>
            </a:r>
            <a:r>
              <a:rPr lang="en-US" sz="1700" spc="-2" dirty="0">
                <a:latin typeface="Times New Roman"/>
                <a:cs typeface="Times New Roman"/>
              </a:rPr>
              <a:t>dir</a:t>
            </a:r>
            <a:r>
              <a:rPr lang="en-US" sz="1700" spc="-10" dirty="0">
                <a:latin typeface="Times New Roman"/>
                <a:cs typeface="Times New Roman"/>
              </a:rPr>
              <a:t>e</a:t>
            </a:r>
            <a:r>
              <a:rPr lang="en-US" sz="1700" spc="-7" dirty="0">
                <a:latin typeface="Times New Roman"/>
                <a:cs typeface="Times New Roman"/>
              </a:rPr>
              <a:t>c</a:t>
            </a:r>
            <a:r>
              <a:rPr lang="en-US" sz="1700" spc="-2" dirty="0">
                <a:latin typeface="Times New Roman"/>
                <a:cs typeface="Times New Roman"/>
              </a:rPr>
              <a:t>t </a:t>
            </a:r>
            <a:r>
              <a:rPr lang="en-US" sz="1700" spc="-5" dirty="0">
                <a:latin typeface="Times New Roman"/>
                <a:cs typeface="Times New Roman"/>
              </a:rPr>
              <a:t>mapping.</a:t>
            </a:r>
            <a:endParaRPr lang="en-US" sz="1700" dirty="0">
              <a:latin typeface="Times New Roman"/>
              <a:cs typeface="Times New Roman"/>
            </a:endParaRPr>
          </a:p>
          <a:p>
            <a:pPr marL="6109" algn="just">
              <a:spcBef>
                <a:spcPts val="334"/>
              </a:spcBef>
            </a:pPr>
            <a:r>
              <a:rPr lang="en-US" sz="1700" spc="-5" dirty="0">
                <a:latin typeface="Times New Roman"/>
                <a:cs typeface="Times New Roman"/>
              </a:rPr>
              <a:t>L</a:t>
            </a:r>
            <a:r>
              <a:rPr lang="en-US" sz="1700" spc="-10" dirty="0">
                <a:latin typeface="Times New Roman"/>
                <a:cs typeface="Times New Roman"/>
              </a:rPr>
              <a:t>e</a:t>
            </a:r>
            <a:r>
              <a:rPr lang="en-US" sz="1700" spc="-2" dirty="0">
                <a:latin typeface="Times New Roman"/>
                <a:cs typeface="Times New Roman"/>
              </a:rPr>
              <a:t>t</a:t>
            </a:r>
            <a:r>
              <a:rPr lang="en-US" sz="1700" dirty="0">
                <a:latin typeface="Times New Roman"/>
                <a:cs typeface="Times New Roman"/>
              </a:rPr>
              <a:t> us</a:t>
            </a:r>
            <a:r>
              <a:rPr lang="en-US" sz="1700" spc="-2" dirty="0">
                <a:latin typeface="Times New Roman"/>
                <a:cs typeface="Times New Roman"/>
              </a:rPr>
              <a:t> consider</a:t>
            </a:r>
            <a:r>
              <a:rPr lang="en-US" sz="1700" spc="-5" dirty="0">
                <a:latin typeface="Times New Roman"/>
                <a:cs typeface="Times New Roman"/>
              </a:rPr>
              <a:t> </a:t>
            </a:r>
            <a:r>
              <a:rPr lang="en-US" sz="1700" spc="-2" dirty="0">
                <a:latin typeface="Times New Roman"/>
                <a:cs typeface="Times New Roman"/>
              </a:rPr>
              <a:t>the s</a:t>
            </a:r>
            <a:r>
              <a:rPr lang="en-US" sz="1700" spc="2" dirty="0">
                <a:latin typeface="Times New Roman"/>
                <a:cs typeface="Times New Roman"/>
              </a:rPr>
              <a:t>c</a:t>
            </a:r>
            <a:r>
              <a:rPr lang="en-US" sz="1700" spc="-7" dirty="0">
                <a:latin typeface="Times New Roman"/>
                <a:cs typeface="Times New Roman"/>
              </a:rPr>
              <a:t>e</a:t>
            </a:r>
            <a:r>
              <a:rPr lang="en-US" sz="1700" spc="-5" dirty="0">
                <a:latin typeface="Times New Roman"/>
                <a:cs typeface="Times New Roman"/>
              </a:rPr>
              <a:t>n</a:t>
            </a:r>
            <a:r>
              <a:rPr lang="en-US" sz="1700" spc="-2" dirty="0">
                <a:latin typeface="Times New Roman"/>
                <a:cs typeface="Times New Roman"/>
              </a:rPr>
              <a:t>ario</a:t>
            </a:r>
            <a:r>
              <a:rPr lang="en-US" sz="1700" dirty="0">
                <a:latin typeface="Times New Roman"/>
                <a:cs typeface="Times New Roman"/>
              </a:rPr>
              <a:t> </a:t>
            </a:r>
            <a:r>
              <a:rPr lang="en-US" sz="1700" spc="-5" dirty="0">
                <a:latin typeface="Times New Roman"/>
                <a:cs typeface="Times New Roman"/>
              </a:rPr>
              <a:t>given</a:t>
            </a:r>
            <a:r>
              <a:rPr lang="en-US" sz="1700" dirty="0">
                <a:latin typeface="Times New Roman"/>
                <a:cs typeface="Times New Roman"/>
              </a:rPr>
              <a:t> </a:t>
            </a:r>
            <a:r>
              <a:rPr lang="en-US" sz="1700" spc="-10" dirty="0">
                <a:latin typeface="Times New Roman"/>
                <a:cs typeface="Times New Roman"/>
              </a:rPr>
              <a:t>a</a:t>
            </a:r>
            <a:r>
              <a:rPr lang="en-US" sz="1700" dirty="0">
                <a:latin typeface="Times New Roman"/>
                <a:cs typeface="Times New Roman"/>
              </a:rPr>
              <a:t>s</a:t>
            </a:r>
            <a:r>
              <a:rPr lang="en-US" sz="1700" spc="-2" dirty="0">
                <a:latin typeface="Times New Roman"/>
                <a:cs typeface="Times New Roman"/>
              </a:rPr>
              <a:t> follows:</a:t>
            </a:r>
            <a:endParaRPr lang="en-US" sz="1700" dirty="0">
              <a:latin typeface="Times New Roman"/>
              <a:cs typeface="Times New Roman"/>
            </a:endParaRPr>
          </a:p>
          <a:p>
            <a:pPr marL="6109">
              <a:spcBef>
                <a:spcPts val="351"/>
              </a:spcBef>
            </a:pPr>
            <a:endParaRPr lang="en-US" sz="1700" dirty="0">
              <a:latin typeface="Times New Roman"/>
              <a:cs typeface="Times New Roman"/>
            </a:endParaRPr>
          </a:p>
        </p:txBody>
      </p:sp>
      <p:sp>
        <p:nvSpPr>
          <p:cNvPr id="4" name="object 4"/>
          <p:cNvSpPr/>
          <p:nvPr/>
        </p:nvSpPr>
        <p:spPr>
          <a:xfrm>
            <a:off x="5181600" y="1047750"/>
            <a:ext cx="3112867" cy="2971800"/>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2456959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F98E-6929-18D4-17D6-139647409DD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21DF0F-E25F-A593-47C6-9F8AC33F81F6}"/>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553C1F91-CA7C-69B5-CDC0-479FB08B25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F996A133-EC20-9228-AEBC-023A4CE8DAD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54FD920F-44FE-1023-5117-FD3C80EE3E8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3"/>
          <p:cNvSpPr txBox="1"/>
          <p:nvPr/>
        </p:nvSpPr>
        <p:spPr>
          <a:xfrm>
            <a:off x="1015838" y="819150"/>
            <a:ext cx="7061362" cy="3836948"/>
          </a:xfrm>
          <a:prstGeom prst="rect">
            <a:avLst/>
          </a:prstGeom>
        </p:spPr>
        <p:txBody>
          <a:bodyPr vert="horz" wrap="square" lIns="0" tIns="0" rIns="0" bIns="0" rtlCol="0">
            <a:spAutoFit/>
          </a:bodyPr>
          <a:lstStyle/>
          <a:p>
            <a:pPr marL="6109"/>
            <a:r>
              <a:rPr sz="1700" spc="-2" dirty="0">
                <a:latin typeface="Times New Roman"/>
                <a:cs typeface="Times New Roman"/>
              </a:rPr>
              <a:t>H</a:t>
            </a:r>
            <a:r>
              <a:rPr sz="1700" spc="-5" dirty="0">
                <a:latin typeface="Times New Roman"/>
                <a:cs typeface="Times New Roman"/>
              </a:rPr>
              <a:t>e</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a:t>
            </a:r>
            <a:r>
              <a:rPr sz="1700" spc="5" dirty="0">
                <a:latin typeface="Times New Roman"/>
                <a:cs typeface="Times New Roman"/>
              </a:rPr>
              <a:t> </a:t>
            </a:r>
            <a:r>
              <a:rPr sz="1700" spc="-2" dirty="0">
                <a:latin typeface="Times New Roman"/>
                <a:cs typeface="Times New Roman"/>
              </a:rPr>
              <a:t>w</a:t>
            </a:r>
            <a:r>
              <a:rPr sz="1700" dirty="0">
                <a:latin typeface="Times New Roman"/>
                <a:cs typeface="Times New Roman"/>
              </a:rPr>
              <a:t>e</a:t>
            </a:r>
            <a:r>
              <a:rPr sz="1700" spc="-5"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n </a:t>
            </a:r>
            <a:r>
              <a:rPr sz="1700" spc="-2" dirty="0">
                <a:latin typeface="Times New Roman"/>
                <a:cs typeface="Times New Roman"/>
              </a:rPr>
              <a:t>se</a:t>
            </a:r>
            <a:r>
              <a:rPr sz="1700" spc="-5" dirty="0">
                <a:latin typeface="Times New Roman"/>
                <a:cs typeface="Times New Roman"/>
              </a:rPr>
              <a:t>e</a:t>
            </a:r>
            <a:r>
              <a:rPr sz="1700" spc="-2" dirty="0">
                <a:latin typeface="Times New Roman"/>
                <a:cs typeface="Times New Roman"/>
              </a:rPr>
              <a:t> t</a:t>
            </a:r>
            <a:r>
              <a:rPr sz="1700" dirty="0">
                <a:latin typeface="Times New Roman"/>
                <a:cs typeface="Times New Roman"/>
              </a:rPr>
              <a:t>h</a:t>
            </a:r>
            <a:r>
              <a:rPr sz="1700" spc="-7" dirty="0">
                <a:latin typeface="Times New Roman"/>
                <a:cs typeface="Times New Roman"/>
              </a:rPr>
              <a:t>a</a:t>
            </a:r>
            <a:r>
              <a:rPr sz="1700" spc="-2" dirty="0">
                <a:latin typeface="Times New Roman"/>
                <a:cs typeface="Times New Roman"/>
              </a:rPr>
              <a:t>t,</a:t>
            </a:r>
            <a:endParaRPr sz="1700" dirty="0">
              <a:latin typeface="Times New Roman"/>
              <a:cs typeface="Times New Roman"/>
            </a:endParaRPr>
          </a:p>
          <a:p>
            <a:pPr marL="225716" indent="-109651">
              <a:spcBef>
                <a:spcPts val="356"/>
              </a:spcBef>
              <a:buSzPct val="83333"/>
              <a:buFont typeface="Symbol"/>
              <a:buChar char=""/>
              <a:tabLst>
                <a:tab pos="226022" algn="l"/>
              </a:tabLst>
            </a:pPr>
            <a:r>
              <a:rPr sz="1700" spc="-5" dirty="0">
                <a:latin typeface="Times New Roman"/>
                <a:cs typeface="Times New Roman"/>
              </a:rPr>
              <a:t>Ev</a:t>
            </a:r>
            <a:r>
              <a:rPr sz="1700" spc="-10" dirty="0">
                <a:latin typeface="Times New Roman"/>
                <a:cs typeface="Times New Roman"/>
              </a:rPr>
              <a:t>e</a:t>
            </a:r>
            <a:r>
              <a:rPr sz="1700" dirty="0">
                <a:latin typeface="Times New Roman"/>
                <a:cs typeface="Times New Roman"/>
              </a:rPr>
              <a:t>ry </a:t>
            </a:r>
            <a:r>
              <a:rPr sz="1700" spc="-5" dirty="0">
                <a:latin typeface="Times New Roman"/>
                <a:cs typeface="Times New Roman"/>
              </a:rPr>
              <a:t>single</a:t>
            </a:r>
            <a:r>
              <a:rPr sz="1700" dirty="0">
                <a:latin typeface="Times New Roman"/>
                <a:cs typeface="Times New Roman"/>
              </a:rPr>
              <a:t> </a:t>
            </a:r>
            <a:r>
              <a:rPr sz="1700" spc="-2" dirty="0">
                <a:latin typeface="Times New Roman"/>
                <a:cs typeface="Times New Roman"/>
              </a:rPr>
              <a:t>line </a:t>
            </a:r>
            <a:r>
              <a:rPr sz="1700" dirty="0">
                <a:latin typeface="Times New Roman"/>
                <a:cs typeface="Times New Roman"/>
              </a:rPr>
              <a:t>of</a:t>
            </a:r>
            <a:r>
              <a:rPr sz="1700" spc="-5" dirty="0">
                <a:latin typeface="Times New Roman"/>
                <a:cs typeface="Times New Roman"/>
              </a:rPr>
              <a:t> </a:t>
            </a:r>
            <a:r>
              <a:rPr sz="1700" spc="-2"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is </a:t>
            </a:r>
            <a:r>
              <a:rPr sz="1700" spc="-5" dirty="0">
                <a:latin typeface="Times New Roman"/>
                <a:cs typeface="Times New Roman"/>
              </a:rPr>
              <a:t>av</a:t>
            </a:r>
            <a:r>
              <a:rPr sz="1700" spc="-10" dirty="0">
                <a:latin typeface="Times New Roman"/>
                <a:cs typeface="Times New Roman"/>
              </a:rPr>
              <a:t>a</a:t>
            </a:r>
            <a:r>
              <a:rPr sz="1700" spc="-2" dirty="0">
                <a:latin typeface="Times New Roman"/>
                <a:cs typeface="Times New Roman"/>
              </a:rPr>
              <a:t>il</a:t>
            </a:r>
            <a:r>
              <a:rPr sz="1700" spc="-7" dirty="0">
                <a:latin typeface="Times New Roman"/>
                <a:cs typeface="Times New Roman"/>
              </a:rPr>
              <a:t>a</a:t>
            </a:r>
            <a:r>
              <a:rPr sz="1700" spc="-2" dirty="0">
                <a:latin typeface="Times New Roman"/>
                <a:cs typeface="Times New Roman"/>
              </a:rPr>
              <a:t>ble</a:t>
            </a:r>
            <a:r>
              <a:rPr sz="1700" dirty="0">
                <a:latin typeface="Times New Roman"/>
                <a:cs typeface="Times New Roman"/>
              </a:rPr>
              <a:t> f</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e</a:t>
            </a:r>
            <a:r>
              <a:rPr sz="1700" spc="-2" dirty="0">
                <a:latin typeface="Times New Roman"/>
                <a:cs typeface="Times New Roman"/>
              </a:rPr>
              <a:t>ly.</a:t>
            </a:r>
            <a:endParaRPr sz="1700" dirty="0">
              <a:latin typeface="Times New Roman"/>
              <a:cs typeface="Times New Roman"/>
            </a:endParaRPr>
          </a:p>
          <a:p>
            <a:pPr marL="225716" indent="-109651">
              <a:spcBef>
                <a:spcPts val="358"/>
              </a:spcBef>
              <a:buSzPct val="83333"/>
              <a:buFont typeface="Symbol"/>
              <a:buChar char=""/>
              <a:tabLst>
                <a:tab pos="226022" algn="l"/>
              </a:tabLst>
            </a:pPr>
            <a:r>
              <a:rPr sz="1700" dirty="0">
                <a:latin typeface="Times New Roman"/>
                <a:cs typeface="Times New Roman"/>
              </a:rPr>
              <a:t>Thus,</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ny </a:t>
            </a:r>
            <a:r>
              <a:rPr sz="1700" spc="-5" dirty="0">
                <a:latin typeface="Times New Roman"/>
                <a:cs typeface="Times New Roman"/>
              </a:rPr>
              <a:t>main</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5" dirty="0">
                <a:latin typeface="Times New Roman"/>
                <a:cs typeface="Times New Roman"/>
              </a:rPr>
              <a:t> </a:t>
            </a:r>
            <a:r>
              <a:rPr sz="1700" spc="-5" dirty="0">
                <a:latin typeface="Times New Roman"/>
                <a:cs typeface="Times New Roman"/>
              </a:rPr>
              <a:t>block</a:t>
            </a:r>
            <a:r>
              <a:rPr sz="1700" dirty="0">
                <a:latin typeface="Times New Roman"/>
                <a:cs typeface="Times New Roman"/>
              </a:rPr>
              <a:t> </a:t>
            </a:r>
            <a:r>
              <a:rPr sz="1700" spc="-10" dirty="0">
                <a:latin typeface="Times New Roman"/>
                <a:cs typeface="Times New Roman"/>
              </a:rPr>
              <a:t>c</a:t>
            </a:r>
            <a:r>
              <a:rPr sz="1700" spc="-7" dirty="0">
                <a:latin typeface="Times New Roman"/>
                <a:cs typeface="Times New Roman"/>
              </a:rPr>
              <a:t>a</a:t>
            </a:r>
            <a:r>
              <a:rPr sz="1700" dirty="0">
                <a:latin typeface="Times New Roman"/>
                <a:cs typeface="Times New Roman"/>
              </a:rPr>
              <a:t>n </a:t>
            </a:r>
            <a:r>
              <a:rPr sz="1700" spc="-5" dirty="0">
                <a:latin typeface="Times New Roman"/>
                <a:cs typeface="Times New Roman"/>
              </a:rPr>
              <a:t>map</a:t>
            </a:r>
            <a:r>
              <a:rPr sz="1700" spc="-2" dirty="0">
                <a:latin typeface="Times New Roman"/>
                <a:cs typeface="Times New Roman"/>
              </a:rPr>
              <a:t> to </a:t>
            </a:r>
            <a:r>
              <a:rPr sz="1700" spc="-5" dirty="0">
                <a:latin typeface="Times New Roman"/>
                <a:cs typeface="Times New Roman"/>
              </a:rPr>
              <a:t>a</a:t>
            </a:r>
            <a:r>
              <a:rPr sz="1700" spc="-2" dirty="0">
                <a:latin typeface="Times New Roman"/>
                <a:cs typeface="Times New Roman"/>
              </a:rPr>
              <a:t> line </a:t>
            </a:r>
            <a:r>
              <a:rPr sz="1700" spc="5" dirty="0">
                <a:latin typeface="Times New Roman"/>
                <a:cs typeface="Times New Roman"/>
              </a:rPr>
              <a:t>o</a:t>
            </a:r>
            <a:r>
              <a:rPr sz="1700" dirty="0">
                <a:latin typeface="Times New Roman"/>
                <a:cs typeface="Times New Roman"/>
              </a:rPr>
              <a:t>f </a:t>
            </a:r>
            <a:r>
              <a:rPr sz="1700" spc="-2" dirty="0">
                <a:latin typeface="Times New Roman"/>
                <a:cs typeface="Times New Roman"/>
              </a:rPr>
              <a:t>the</a:t>
            </a:r>
            <a:r>
              <a:rPr sz="1700" spc="-5"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p>
          <a:p>
            <a:pPr marL="225716" marR="3665" indent="-109651">
              <a:spcBef>
                <a:spcPts val="397"/>
              </a:spcBef>
              <a:buSzPct val="83333"/>
              <a:buFont typeface="Symbol"/>
              <a:buChar char=""/>
              <a:tabLst>
                <a:tab pos="226022" algn="l"/>
              </a:tabLst>
            </a:pPr>
            <a:r>
              <a:rPr sz="1700" spc="-10" dirty="0">
                <a:latin typeface="Times New Roman"/>
                <a:cs typeface="Times New Roman"/>
              </a:rPr>
              <a:t>I</a:t>
            </a:r>
            <a:r>
              <a:rPr sz="1700" dirty="0">
                <a:latin typeface="Times New Roman"/>
                <a:cs typeface="Times New Roman"/>
              </a:rPr>
              <a:t>n</a:t>
            </a:r>
            <a:r>
              <a:rPr sz="1700" spc="26" dirty="0">
                <a:latin typeface="Times New Roman"/>
                <a:cs typeface="Times New Roman"/>
              </a:rPr>
              <a:t> </a:t>
            </a:r>
            <a:r>
              <a:rPr sz="1700" spc="-7" dirty="0">
                <a:latin typeface="Times New Roman"/>
                <a:cs typeface="Times New Roman"/>
              </a:rPr>
              <a:t>ca</a:t>
            </a:r>
            <a:r>
              <a:rPr sz="1700" spc="5" dirty="0">
                <a:latin typeface="Times New Roman"/>
                <a:cs typeface="Times New Roman"/>
              </a:rPr>
              <a:t>s</a:t>
            </a:r>
            <a:r>
              <a:rPr sz="1700" spc="-5" dirty="0">
                <a:latin typeface="Times New Roman"/>
                <a:cs typeface="Times New Roman"/>
              </a:rPr>
              <a:t>e</a:t>
            </a:r>
            <a:r>
              <a:rPr sz="1700" spc="24" dirty="0">
                <a:latin typeface="Times New Roman"/>
                <a:cs typeface="Times New Roman"/>
              </a:rPr>
              <a:t> </a:t>
            </a:r>
            <a:r>
              <a:rPr sz="1700" spc="-7" dirty="0">
                <a:latin typeface="Times New Roman"/>
                <a:cs typeface="Times New Roman"/>
              </a:rPr>
              <a:t>a</a:t>
            </a:r>
            <a:r>
              <a:rPr sz="1700" spc="-2" dirty="0">
                <a:latin typeface="Times New Roman"/>
                <a:cs typeface="Times New Roman"/>
              </a:rPr>
              <a:t>ll</a:t>
            </a:r>
            <a:r>
              <a:rPr sz="1700" spc="24"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19" dirty="0">
                <a:latin typeface="Times New Roman"/>
                <a:cs typeface="Times New Roman"/>
              </a:rPr>
              <a:t> </a:t>
            </a:r>
            <a:r>
              <a:rPr sz="1700" spc="-2" dirty="0">
                <a:latin typeface="Times New Roman"/>
                <a:cs typeface="Times New Roman"/>
              </a:rPr>
              <a:t>line</a:t>
            </a:r>
            <a:r>
              <a:rPr sz="1700" dirty="0">
                <a:latin typeface="Times New Roman"/>
                <a:cs typeface="Times New Roman"/>
              </a:rPr>
              <a:t>s</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22" dirty="0">
                <a:latin typeface="Times New Roman"/>
                <a:cs typeface="Times New Roman"/>
              </a:rPr>
              <a:t> </a:t>
            </a:r>
            <a:r>
              <a:rPr sz="1700" spc="-5" dirty="0">
                <a:latin typeface="Times New Roman"/>
                <a:cs typeface="Times New Roman"/>
              </a:rPr>
              <a:t>o</a:t>
            </a:r>
            <a:r>
              <a:rPr sz="1700" spc="-2" dirty="0">
                <a:latin typeface="Times New Roman"/>
                <a:cs typeface="Times New Roman"/>
              </a:rPr>
              <a:t>c</a:t>
            </a:r>
            <a:r>
              <a:rPr sz="1700" spc="-7" dirty="0">
                <a:latin typeface="Times New Roman"/>
                <a:cs typeface="Times New Roman"/>
              </a:rPr>
              <a:t>c</a:t>
            </a:r>
            <a:r>
              <a:rPr sz="1700" spc="-2" dirty="0">
                <a:latin typeface="Times New Roman"/>
                <a:cs typeface="Times New Roman"/>
              </a:rPr>
              <a:t>upied,</a:t>
            </a:r>
            <a:r>
              <a:rPr sz="1700" spc="19" dirty="0">
                <a:latin typeface="Times New Roman"/>
                <a:cs typeface="Times New Roman"/>
              </a:rPr>
              <a:t> </a:t>
            </a:r>
            <a:r>
              <a:rPr sz="1700" dirty="0">
                <a:latin typeface="Times New Roman"/>
                <a:cs typeface="Times New Roman"/>
              </a:rPr>
              <a:t>o</a:t>
            </a:r>
            <a:r>
              <a:rPr sz="1700" spc="5" dirty="0">
                <a:latin typeface="Times New Roman"/>
                <a:cs typeface="Times New Roman"/>
              </a:rPr>
              <a:t>n</a:t>
            </a:r>
            <a:r>
              <a:rPr sz="1700" spc="-5" dirty="0">
                <a:latin typeface="Times New Roman"/>
                <a:cs typeface="Times New Roman"/>
              </a:rPr>
              <a:t>e</a:t>
            </a:r>
            <a:r>
              <a:rPr sz="1700" spc="19" dirty="0">
                <a:latin typeface="Times New Roman"/>
                <a:cs typeface="Times New Roman"/>
              </a:rPr>
              <a:t> </a:t>
            </a:r>
            <a:r>
              <a:rPr sz="1700" dirty="0">
                <a:latin typeface="Times New Roman"/>
                <a:cs typeface="Times New Roman"/>
              </a:rPr>
              <a:t>of</a:t>
            </a:r>
            <a:r>
              <a:rPr sz="1700" spc="24"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19" dirty="0">
                <a:latin typeface="Times New Roman"/>
                <a:cs typeface="Times New Roman"/>
              </a:rPr>
              <a:t> </a:t>
            </a:r>
            <a:r>
              <a:rPr sz="1700" spc="-5" dirty="0">
                <a:latin typeface="Times New Roman"/>
                <a:cs typeface="Times New Roman"/>
              </a:rPr>
              <a:t>blocks</a:t>
            </a:r>
            <a:r>
              <a:rPr sz="1700" spc="22" dirty="0">
                <a:latin typeface="Times New Roman"/>
                <a:cs typeface="Times New Roman"/>
              </a:rPr>
              <a:t> </a:t>
            </a:r>
            <a:r>
              <a:rPr sz="1700" spc="-2" dirty="0">
                <a:latin typeface="Times New Roman"/>
                <a:cs typeface="Times New Roman"/>
              </a:rPr>
              <a:t>that</a:t>
            </a:r>
            <a:r>
              <a:rPr sz="1700" spc="26" dirty="0">
                <a:latin typeface="Times New Roman"/>
                <a:cs typeface="Times New Roman"/>
              </a:rPr>
              <a:t> </a:t>
            </a:r>
            <a:r>
              <a:rPr sz="1700" spc="-7" dirty="0">
                <a:latin typeface="Times New Roman"/>
                <a:cs typeface="Times New Roman"/>
              </a:rPr>
              <a:t>e</a:t>
            </a:r>
            <a:r>
              <a:rPr sz="1700" spc="-2" dirty="0">
                <a:latin typeface="Times New Roman"/>
                <a:cs typeface="Times New Roman"/>
              </a:rPr>
              <a:t>xis</a:t>
            </a:r>
            <a:r>
              <a:rPr sz="1700" dirty="0">
                <a:latin typeface="Times New Roman"/>
                <a:cs typeface="Times New Roman"/>
              </a:rPr>
              <a:t>ts</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r</a:t>
            </a:r>
            <a:r>
              <a:rPr sz="1700" spc="-7" dirty="0">
                <a:latin typeface="Times New Roman"/>
                <a:cs typeface="Times New Roman"/>
              </a:rPr>
              <a:t>e</a:t>
            </a:r>
            <a:r>
              <a:rPr sz="1700" spc="-2" dirty="0">
                <a:latin typeface="Times New Roman"/>
                <a:cs typeface="Times New Roman"/>
              </a:rPr>
              <a:t>a</a:t>
            </a:r>
            <a:r>
              <a:rPr sz="1700" dirty="0">
                <a:latin typeface="Times New Roman"/>
                <a:cs typeface="Times New Roman"/>
              </a:rPr>
              <a:t>dy</a:t>
            </a:r>
            <a:r>
              <a:rPr sz="1700" spc="22" dirty="0">
                <a:latin typeface="Times New Roman"/>
                <a:cs typeface="Times New Roman"/>
              </a:rPr>
              <a:t> </a:t>
            </a:r>
            <a:r>
              <a:rPr sz="1700" spc="-5" dirty="0">
                <a:latin typeface="Times New Roman"/>
                <a:cs typeface="Times New Roman"/>
              </a:rPr>
              <a:t>n</a:t>
            </a:r>
            <a:r>
              <a:rPr sz="1700" spc="-7" dirty="0">
                <a:latin typeface="Times New Roman"/>
                <a:cs typeface="Times New Roman"/>
              </a:rPr>
              <a:t>ee</a:t>
            </a:r>
            <a:r>
              <a:rPr sz="1700" dirty="0">
                <a:latin typeface="Times New Roman"/>
                <a:cs typeface="Times New Roman"/>
              </a:rPr>
              <a:t>ds</a:t>
            </a:r>
            <a:r>
              <a:rPr sz="1700" spc="26" dirty="0">
                <a:latin typeface="Times New Roman"/>
                <a:cs typeface="Times New Roman"/>
              </a:rPr>
              <a:t> </a:t>
            </a:r>
            <a:r>
              <a:rPr sz="1700" spc="-2" dirty="0">
                <a:latin typeface="Times New Roman"/>
                <a:cs typeface="Times New Roman"/>
              </a:rPr>
              <a:t>to </a:t>
            </a:r>
            <a:r>
              <a:rPr sz="1700" spc="-5" dirty="0">
                <a:latin typeface="Times New Roman"/>
                <a:cs typeface="Times New Roman"/>
              </a:rPr>
              <a:t>be</a:t>
            </a:r>
            <a:r>
              <a:rPr sz="1700" spc="-2" dirty="0">
                <a:latin typeface="Times New Roman"/>
                <a:cs typeface="Times New Roman"/>
              </a:rPr>
              <a:t> r</a:t>
            </a:r>
            <a:r>
              <a:rPr sz="1700" spc="-10" dirty="0">
                <a:latin typeface="Times New Roman"/>
                <a:cs typeface="Times New Roman"/>
              </a:rPr>
              <a:t>e</a:t>
            </a:r>
            <a:r>
              <a:rPr sz="1700" spc="-2" dirty="0">
                <a:latin typeface="Times New Roman"/>
                <a:cs typeface="Times New Roman"/>
              </a:rPr>
              <a:t>pla</a:t>
            </a:r>
            <a:r>
              <a:rPr sz="1700" spc="-7" dirty="0">
                <a:latin typeface="Times New Roman"/>
                <a:cs typeface="Times New Roman"/>
              </a:rPr>
              <a:t>ce</a:t>
            </a:r>
            <a:r>
              <a:rPr sz="1700" dirty="0">
                <a:latin typeface="Times New Roman"/>
                <a:cs typeface="Times New Roman"/>
              </a:rPr>
              <a:t>d.</a:t>
            </a:r>
          </a:p>
          <a:p>
            <a:pPr marL="6109">
              <a:spcBef>
                <a:spcPts val="342"/>
              </a:spcBef>
            </a:pPr>
            <a:endParaRPr lang="en-US" sz="1700" b="1" spc="-5" dirty="0">
              <a:latin typeface="Times New Roman"/>
              <a:cs typeface="Times New Roman"/>
            </a:endParaRPr>
          </a:p>
          <a:p>
            <a:pPr marL="6109">
              <a:spcBef>
                <a:spcPts val="342"/>
              </a:spcBef>
            </a:pPr>
            <a:r>
              <a:rPr sz="1700" b="1" spc="-5" dirty="0">
                <a:latin typeface="Times New Roman"/>
                <a:cs typeface="Times New Roman"/>
              </a:rPr>
              <a:t>The</a:t>
            </a:r>
            <a:r>
              <a:rPr sz="1700" b="1" spc="-2" dirty="0">
                <a:latin typeface="Times New Roman"/>
                <a:cs typeface="Times New Roman"/>
              </a:rPr>
              <a:t> N</a:t>
            </a:r>
            <a:r>
              <a:rPr sz="1700" b="1" spc="-5" dirty="0">
                <a:latin typeface="Times New Roman"/>
                <a:cs typeface="Times New Roman"/>
              </a:rPr>
              <a:t>e</a:t>
            </a:r>
            <a:r>
              <a:rPr sz="1700" b="1" spc="-7" dirty="0">
                <a:latin typeface="Times New Roman"/>
                <a:cs typeface="Times New Roman"/>
              </a:rPr>
              <a:t>e</a:t>
            </a:r>
            <a:r>
              <a:rPr sz="1700" b="1" dirty="0">
                <a:latin typeface="Times New Roman"/>
                <a:cs typeface="Times New Roman"/>
              </a:rPr>
              <a:t>d </a:t>
            </a:r>
            <a:r>
              <a:rPr sz="1700" b="1" spc="-5" dirty="0">
                <a:latin typeface="Times New Roman"/>
                <a:cs typeface="Times New Roman"/>
              </a:rPr>
              <a:t>for </a:t>
            </a:r>
            <a:r>
              <a:rPr sz="1700" b="1" spc="2" dirty="0">
                <a:latin typeface="Times New Roman"/>
                <a:cs typeface="Times New Roman"/>
              </a:rPr>
              <a:t>R</a:t>
            </a:r>
            <a:r>
              <a:rPr sz="1700" b="1" spc="-7" dirty="0">
                <a:latin typeface="Times New Roman"/>
                <a:cs typeface="Times New Roman"/>
              </a:rPr>
              <a:t>e</a:t>
            </a:r>
            <a:r>
              <a:rPr sz="1700" b="1" dirty="0">
                <a:latin typeface="Times New Roman"/>
                <a:cs typeface="Times New Roman"/>
              </a:rPr>
              <a:t>p</a:t>
            </a:r>
            <a:r>
              <a:rPr sz="1700" b="1" spc="-2" dirty="0">
                <a:latin typeface="Times New Roman"/>
                <a:cs typeface="Times New Roman"/>
              </a:rPr>
              <a:t>lac</a:t>
            </a:r>
            <a:r>
              <a:rPr sz="1700" b="1" spc="-10" dirty="0">
                <a:latin typeface="Times New Roman"/>
                <a:cs typeface="Times New Roman"/>
              </a:rPr>
              <a:t>e</a:t>
            </a:r>
            <a:r>
              <a:rPr sz="1700" b="1" spc="2" dirty="0">
                <a:latin typeface="Times New Roman"/>
                <a:cs typeface="Times New Roman"/>
              </a:rPr>
              <a:t>m</a:t>
            </a:r>
            <a:r>
              <a:rPr sz="1700" b="1" spc="-7" dirty="0">
                <a:latin typeface="Times New Roman"/>
                <a:cs typeface="Times New Roman"/>
              </a:rPr>
              <a:t>e</a:t>
            </a:r>
            <a:r>
              <a:rPr sz="1700" b="1" dirty="0">
                <a:latin typeface="Times New Roman"/>
                <a:cs typeface="Times New Roman"/>
              </a:rPr>
              <a:t>nt </a:t>
            </a:r>
            <a:r>
              <a:rPr sz="1700" b="1" spc="-5" dirty="0">
                <a:latin typeface="Times New Roman"/>
                <a:cs typeface="Times New Roman"/>
              </a:rPr>
              <a:t>A</a:t>
            </a:r>
            <a:r>
              <a:rPr sz="1700" b="1" spc="-2" dirty="0">
                <a:latin typeface="Times New Roman"/>
                <a:cs typeface="Times New Roman"/>
              </a:rPr>
              <a:t>lgori</a:t>
            </a:r>
            <a:r>
              <a:rPr sz="1700" b="1" spc="-5" dirty="0">
                <a:latin typeface="Times New Roman"/>
                <a:cs typeface="Times New Roman"/>
              </a:rPr>
              <a:t>t</a:t>
            </a:r>
            <a:r>
              <a:rPr sz="1700" b="1" dirty="0">
                <a:latin typeface="Times New Roman"/>
                <a:cs typeface="Times New Roman"/>
              </a:rPr>
              <a:t>hm</a:t>
            </a:r>
            <a:endParaRPr sz="1700" dirty="0">
              <a:latin typeface="Times New Roman"/>
              <a:cs typeface="Times New Roman"/>
            </a:endParaRPr>
          </a:p>
          <a:p>
            <a:pPr marL="6109">
              <a:spcBef>
                <a:spcPts val="358"/>
              </a:spcBef>
            </a:pPr>
            <a:r>
              <a:rPr sz="1700" spc="-10" dirty="0">
                <a:latin typeface="Times New Roman"/>
                <a:cs typeface="Times New Roman"/>
              </a:rPr>
              <a:t>I</a:t>
            </a:r>
            <a:r>
              <a:rPr sz="1700" dirty="0">
                <a:latin typeface="Times New Roman"/>
                <a:cs typeface="Times New Roman"/>
              </a:rPr>
              <a:t>n </a:t>
            </a:r>
            <a:r>
              <a:rPr sz="1700" spc="-2" dirty="0">
                <a:latin typeface="Times New Roman"/>
                <a:cs typeface="Times New Roman"/>
              </a:rPr>
              <a:t>the</a:t>
            </a:r>
            <a:r>
              <a:rPr sz="1700" spc="2" dirty="0">
                <a:latin typeface="Times New Roman"/>
                <a:cs typeface="Times New Roman"/>
              </a:rPr>
              <a:t> </a:t>
            </a:r>
            <a:r>
              <a:rPr sz="1700" spc="-7" dirty="0">
                <a:latin typeface="Times New Roman"/>
                <a:cs typeface="Times New Roman"/>
              </a:rPr>
              <a:t>ca</a:t>
            </a:r>
            <a:r>
              <a:rPr sz="1700" spc="5" dirty="0">
                <a:latin typeface="Times New Roman"/>
                <a:cs typeface="Times New Roman"/>
              </a:rPr>
              <a:t>s</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of </a:t>
            </a:r>
            <a:r>
              <a:rPr sz="1700" spc="-5" dirty="0">
                <a:latin typeface="Times New Roman"/>
                <a:cs typeface="Times New Roman"/>
              </a:rPr>
              <a:t>f</a:t>
            </a:r>
            <a:r>
              <a:rPr sz="1700" spc="-2" dirty="0">
                <a:latin typeface="Times New Roman"/>
                <a:cs typeface="Times New Roman"/>
              </a:rPr>
              <a:t>ull</a:t>
            </a:r>
            <a:r>
              <a:rPr sz="1700" dirty="0">
                <a:latin typeface="Times New Roman"/>
                <a:cs typeface="Times New Roman"/>
              </a:rPr>
              <a:t>y </a:t>
            </a:r>
            <a:r>
              <a:rPr sz="1700" spc="-7" dirty="0">
                <a:latin typeface="Times New Roman"/>
                <a:cs typeface="Times New Roman"/>
              </a:rPr>
              <a:t>a</a:t>
            </a:r>
            <a:r>
              <a:rPr sz="1700" spc="-2" dirty="0">
                <a:latin typeface="Times New Roman"/>
                <a:cs typeface="Times New Roman"/>
              </a:rPr>
              <a:t>ssoc</a:t>
            </a:r>
            <a:r>
              <a:rPr sz="1700" spc="5" dirty="0">
                <a:latin typeface="Times New Roman"/>
                <a:cs typeface="Times New Roman"/>
              </a:rPr>
              <a:t>i</a:t>
            </a:r>
            <a:r>
              <a:rPr sz="1700" spc="-7" dirty="0">
                <a:latin typeface="Times New Roman"/>
                <a:cs typeface="Times New Roman"/>
              </a:rPr>
              <a:t>a</a:t>
            </a:r>
            <a:r>
              <a:rPr sz="1700" spc="-2" dirty="0">
                <a:latin typeface="Times New Roman"/>
                <a:cs typeface="Times New Roman"/>
              </a:rPr>
              <a:t>tive </a:t>
            </a:r>
            <a:r>
              <a:rPr sz="1700" spc="-5" dirty="0">
                <a:latin typeface="Times New Roman"/>
                <a:cs typeface="Times New Roman"/>
              </a:rPr>
              <a:t>mapping,</a:t>
            </a:r>
            <a:endParaRPr sz="1700" dirty="0">
              <a:latin typeface="Times New Roman"/>
              <a:cs typeface="Times New Roman"/>
            </a:endParaRPr>
          </a:p>
          <a:p>
            <a:pPr marL="225716" indent="-109651">
              <a:spcBef>
                <a:spcPts val="351"/>
              </a:spcBef>
              <a:buSzPct val="83333"/>
              <a:buFont typeface="Symbol"/>
              <a:buChar char=""/>
              <a:tabLst>
                <a:tab pos="226022" algn="l"/>
              </a:tabLst>
            </a:pPr>
            <a:r>
              <a:rPr sz="1700" spc="-5" dirty="0">
                <a:latin typeface="Times New Roman"/>
                <a:cs typeface="Times New Roman"/>
              </a:rPr>
              <a:t>The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pla</a:t>
            </a:r>
            <a:r>
              <a:rPr sz="1700" spc="-7" dirty="0">
                <a:latin typeface="Times New Roman"/>
                <a:cs typeface="Times New Roman"/>
              </a:rPr>
              <a:t>ce</a:t>
            </a:r>
            <a:r>
              <a:rPr sz="1700" spc="-5" dirty="0">
                <a:latin typeface="Times New Roman"/>
                <a:cs typeface="Times New Roman"/>
              </a:rPr>
              <a:t>ment</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lg</a:t>
            </a:r>
            <a:r>
              <a:rPr sz="1700" dirty="0">
                <a:latin typeface="Times New Roman"/>
                <a:cs typeface="Times New Roman"/>
              </a:rPr>
              <a:t>o</a:t>
            </a:r>
            <a:r>
              <a:rPr sz="1700" spc="-5" dirty="0">
                <a:latin typeface="Times New Roman"/>
                <a:cs typeface="Times New Roman"/>
              </a:rPr>
              <a:t>rithm</a:t>
            </a:r>
            <a:r>
              <a:rPr sz="1700" dirty="0">
                <a:latin typeface="Times New Roman"/>
                <a:cs typeface="Times New Roman"/>
              </a:rPr>
              <a:t> </a:t>
            </a:r>
            <a:r>
              <a:rPr sz="1700" spc="-2" dirty="0">
                <a:latin typeface="Times New Roman"/>
                <a:cs typeface="Times New Roman"/>
              </a:rPr>
              <a:t>is </a:t>
            </a:r>
            <a:r>
              <a:rPr sz="1700" spc="-5" dirty="0">
                <a:latin typeface="Times New Roman"/>
                <a:cs typeface="Times New Roman"/>
              </a:rPr>
              <a:t>alw</a:t>
            </a:r>
            <a:r>
              <a:rPr sz="1700" spc="-10" dirty="0">
                <a:latin typeface="Times New Roman"/>
                <a:cs typeface="Times New Roman"/>
              </a:rPr>
              <a:t>a</a:t>
            </a:r>
            <a:r>
              <a:rPr sz="1700" dirty="0">
                <a:latin typeface="Times New Roman"/>
                <a:cs typeface="Times New Roman"/>
              </a:rPr>
              <a:t>ys</a:t>
            </a:r>
            <a:r>
              <a:rPr sz="1700" spc="-2" dirty="0">
                <a:latin typeface="Times New Roman"/>
                <a:cs typeface="Times New Roman"/>
              </a:rPr>
              <a:t> r</a:t>
            </a:r>
            <a:r>
              <a:rPr sz="1700" spc="-10" dirty="0">
                <a:latin typeface="Times New Roman"/>
                <a:cs typeface="Times New Roman"/>
              </a:rPr>
              <a:t>e</a:t>
            </a:r>
            <a:r>
              <a:rPr sz="1700" spc="-2" dirty="0">
                <a:latin typeface="Times New Roman"/>
                <a:cs typeface="Times New Roman"/>
              </a:rPr>
              <a:t>quir</a:t>
            </a:r>
            <a:r>
              <a:rPr sz="1700" spc="-10" dirty="0">
                <a:latin typeface="Times New Roman"/>
                <a:cs typeface="Times New Roman"/>
              </a:rPr>
              <a:t>e</a:t>
            </a:r>
            <a:r>
              <a:rPr sz="1700" dirty="0">
                <a:latin typeface="Times New Roman"/>
                <a:cs typeface="Times New Roman"/>
              </a:rPr>
              <a:t>d.</a:t>
            </a:r>
          </a:p>
          <a:p>
            <a:pPr marL="225716" marR="2749" indent="-109651">
              <a:spcBef>
                <a:spcPts val="404"/>
              </a:spcBef>
              <a:buSzPct val="83333"/>
              <a:buFont typeface="Symbol"/>
              <a:buChar char=""/>
              <a:tabLst>
                <a:tab pos="226022" algn="l"/>
              </a:tabLst>
            </a:pPr>
            <a:r>
              <a:rPr sz="1700" spc="-5" dirty="0">
                <a:latin typeface="Times New Roman"/>
                <a:cs typeface="Times New Roman"/>
              </a:rPr>
              <a:t>The</a:t>
            </a:r>
            <a:r>
              <a:rPr sz="1700" spc="65"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p</a:t>
            </a:r>
            <a:r>
              <a:rPr sz="1700" dirty="0">
                <a:latin typeface="Times New Roman"/>
                <a:cs typeface="Times New Roman"/>
              </a:rPr>
              <a:t>l</a:t>
            </a:r>
            <a:r>
              <a:rPr sz="1700" spc="-7" dirty="0">
                <a:latin typeface="Times New Roman"/>
                <a:cs typeface="Times New Roman"/>
              </a:rPr>
              <a:t>ace</a:t>
            </a:r>
            <a:r>
              <a:rPr sz="1700" dirty="0">
                <a:latin typeface="Times New Roman"/>
                <a:cs typeface="Times New Roman"/>
              </a:rPr>
              <a:t>m</a:t>
            </a:r>
            <a:r>
              <a:rPr sz="1700" spc="-7" dirty="0">
                <a:latin typeface="Times New Roman"/>
                <a:cs typeface="Times New Roman"/>
              </a:rPr>
              <a:t>e</a:t>
            </a:r>
            <a:r>
              <a:rPr sz="1700" spc="-2" dirty="0">
                <a:latin typeface="Times New Roman"/>
                <a:cs typeface="Times New Roman"/>
              </a:rPr>
              <a:t>nt</a:t>
            </a:r>
            <a:r>
              <a:rPr sz="1700" spc="70" dirty="0">
                <a:latin typeface="Times New Roman"/>
                <a:cs typeface="Times New Roman"/>
              </a:rPr>
              <a:t> </a:t>
            </a:r>
            <a:r>
              <a:rPr sz="1700" spc="-7" dirty="0">
                <a:latin typeface="Times New Roman"/>
                <a:cs typeface="Times New Roman"/>
              </a:rPr>
              <a:t>a</a:t>
            </a:r>
            <a:r>
              <a:rPr sz="1700" spc="-2" dirty="0">
                <a:latin typeface="Times New Roman"/>
                <a:cs typeface="Times New Roman"/>
              </a:rPr>
              <a:t>lgori</a:t>
            </a:r>
            <a:r>
              <a:rPr sz="1700" dirty="0">
                <a:latin typeface="Times New Roman"/>
                <a:cs typeface="Times New Roman"/>
              </a:rPr>
              <a:t>t</a:t>
            </a:r>
            <a:r>
              <a:rPr sz="1700" spc="-5" dirty="0">
                <a:latin typeface="Times New Roman"/>
                <a:cs typeface="Times New Roman"/>
              </a:rPr>
              <a:t>hm</a:t>
            </a:r>
            <a:r>
              <a:rPr sz="1700" spc="70" dirty="0">
                <a:latin typeface="Times New Roman"/>
                <a:cs typeface="Times New Roman"/>
              </a:rPr>
              <a:t> </a:t>
            </a:r>
            <a:r>
              <a:rPr sz="1700" spc="-2" dirty="0">
                <a:latin typeface="Times New Roman"/>
                <a:cs typeface="Times New Roman"/>
              </a:rPr>
              <a:t>suggest</a:t>
            </a:r>
            <a:r>
              <a:rPr sz="1700" dirty="0">
                <a:latin typeface="Times New Roman"/>
                <a:cs typeface="Times New Roman"/>
              </a:rPr>
              <a:t>s</a:t>
            </a:r>
            <a:r>
              <a:rPr sz="1700" spc="70" dirty="0">
                <a:latin typeface="Times New Roman"/>
                <a:cs typeface="Times New Roman"/>
              </a:rPr>
              <a:t> </a:t>
            </a:r>
            <a:r>
              <a:rPr sz="1700" spc="-5" dirty="0">
                <a:latin typeface="Times New Roman"/>
                <a:cs typeface="Times New Roman"/>
              </a:rPr>
              <a:t>a</a:t>
            </a:r>
            <a:r>
              <a:rPr sz="1700" spc="65" dirty="0">
                <a:latin typeface="Times New Roman"/>
                <a:cs typeface="Times New Roman"/>
              </a:rPr>
              <a:t> </a:t>
            </a:r>
            <a:r>
              <a:rPr sz="1700" spc="-5" dirty="0">
                <a:latin typeface="Times New Roman"/>
                <a:cs typeface="Times New Roman"/>
              </a:rPr>
              <a:t>block</a:t>
            </a:r>
            <a:r>
              <a:rPr sz="1700" spc="67"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2" dirty="0">
                <a:latin typeface="Times New Roman"/>
                <a:cs typeface="Times New Roman"/>
              </a:rPr>
              <a:t>at</a:t>
            </a:r>
            <a:r>
              <a:rPr sz="1700" spc="70" dirty="0">
                <a:latin typeface="Times New Roman"/>
                <a:cs typeface="Times New Roman"/>
              </a:rPr>
              <a:t> </a:t>
            </a:r>
            <a:r>
              <a:rPr sz="1700" spc="-2" dirty="0">
                <a:latin typeface="Times New Roman"/>
                <a:cs typeface="Times New Roman"/>
              </a:rPr>
              <a:t>is</a:t>
            </a:r>
            <a:r>
              <a:rPr sz="1700" spc="70" dirty="0">
                <a:latin typeface="Times New Roman"/>
                <a:cs typeface="Times New Roman"/>
              </a:rPr>
              <a:t> </a:t>
            </a:r>
            <a:r>
              <a:rPr sz="1700" spc="-2" dirty="0">
                <a:latin typeface="Times New Roman"/>
                <a:cs typeface="Times New Roman"/>
              </a:rPr>
              <a:t>to</a:t>
            </a:r>
            <a:r>
              <a:rPr sz="1700" spc="70" dirty="0">
                <a:latin typeface="Times New Roman"/>
                <a:cs typeface="Times New Roman"/>
              </a:rPr>
              <a:t> </a:t>
            </a:r>
            <a:r>
              <a:rPr sz="1700" spc="-5" dirty="0">
                <a:latin typeface="Times New Roman"/>
                <a:cs typeface="Times New Roman"/>
              </a:rPr>
              <a:t>be</a:t>
            </a:r>
            <a:r>
              <a:rPr sz="1700" spc="65"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p</a:t>
            </a:r>
            <a:r>
              <a:rPr sz="1700" dirty="0">
                <a:latin typeface="Times New Roman"/>
                <a:cs typeface="Times New Roman"/>
              </a:rPr>
              <a:t>l</a:t>
            </a:r>
            <a:r>
              <a:rPr sz="1700" spc="-7" dirty="0">
                <a:latin typeface="Times New Roman"/>
                <a:cs typeface="Times New Roman"/>
              </a:rPr>
              <a:t>ace</a:t>
            </a:r>
            <a:r>
              <a:rPr sz="1700" dirty="0">
                <a:latin typeface="Times New Roman"/>
                <a:cs typeface="Times New Roman"/>
              </a:rPr>
              <a:t>d </a:t>
            </a:r>
            <a:r>
              <a:rPr sz="1700" spc="-72"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 </a:t>
            </a:r>
            <a:r>
              <a:rPr sz="1700" spc="-72" dirty="0">
                <a:latin typeface="Times New Roman"/>
                <a:cs typeface="Times New Roman"/>
              </a:rPr>
              <a:t> </a:t>
            </a:r>
            <a:r>
              <a:rPr sz="1700" spc="-7" dirty="0">
                <a:latin typeface="Times New Roman"/>
                <a:cs typeface="Times New Roman"/>
              </a:rPr>
              <a:t>a</a:t>
            </a:r>
            <a:r>
              <a:rPr sz="1700" spc="-2" dirty="0">
                <a:latin typeface="Times New Roman"/>
                <a:cs typeface="Times New Roman"/>
              </a:rPr>
              <a:t>ll</a:t>
            </a:r>
            <a:r>
              <a:rPr sz="1700" spc="70" dirty="0">
                <a:latin typeface="Times New Roman"/>
                <a:cs typeface="Times New Roman"/>
              </a:rPr>
              <a:t> </a:t>
            </a:r>
            <a:r>
              <a:rPr sz="1700" spc="-2" dirty="0">
                <a:latin typeface="Times New Roman"/>
                <a:cs typeface="Times New Roman"/>
              </a:rPr>
              <a:t>the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lin</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pp</a:t>
            </a:r>
            <a:r>
              <a:rPr sz="1700" spc="-7" dirty="0">
                <a:latin typeface="Times New Roman"/>
                <a:cs typeface="Times New Roman"/>
              </a:rPr>
              <a:t>e</a:t>
            </a:r>
            <a:r>
              <a:rPr sz="1700" dirty="0">
                <a:latin typeface="Times New Roman"/>
                <a:cs typeface="Times New Roman"/>
              </a:rPr>
              <a:t>n </a:t>
            </a:r>
            <a:r>
              <a:rPr sz="1700" spc="-2" dirty="0">
                <a:latin typeface="Times New Roman"/>
                <a:cs typeface="Times New Roman"/>
              </a:rPr>
              <a:t>to </a:t>
            </a:r>
            <a:r>
              <a:rPr sz="1700" spc="-5" dirty="0">
                <a:latin typeface="Times New Roman"/>
                <a:cs typeface="Times New Roman"/>
              </a:rPr>
              <a:t>be</a:t>
            </a:r>
            <a:r>
              <a:rPr sz="1700" spc="7" dirty="0">
                <a:latin typeface="Times New Roman"/>
                <a:cs typeface="Times New Roman"/>
              </a:rPr>
              <a:t> </a:t>
            </a:r>
            <a:r>
              <a:rPr sz="1700" spc="-5" dirty="0">
                <a:latin typeface="Times New Roman"/>
                <a:cs typeface="Times New Roman"/>
              </a:rPr>
              <a:t>o</a:t>
            </a:r>
            <a:r>
              <a:rPr sz="1700" spc="-7" dirty="0">
                <a:latin typeface="Times New Roman"/>
                <a:cs typeface="Times New Roman"/>
              </a:rPr>
              <a:t>cc</a:t>
            </a:r>
            <a:r>
              <a:rPr sz="1700" spc="-2" dirty="0">
                <a:latin typeface="Times New Roman"/>
                <a:cs typeface="Times New Roman"/>
              </a:rPr>
              <a:t>upied.</a:t>
            </a:r>
            <a:endParaRPr sz="1700" dirty="0">
              <a:latin typeface="Times New Roman"/>
              <a:cs typeface="Times New Roman"/>
            </a:endParaRPr>
          </a:p>
          <a:p>
            <a:pPr marL="225716" marR="2443" indent="-109651">
              <a:spcBef>
                <a:spcPts val="387"/>
              </a:spcBef>
              <a:buSzPct val="83333"/>
              <a:buFont typeface="Symbol"/>
              <a:buChar char=""/>
              <a:tabLst>
                <a:tab pos="226022" algn="l"/>
              </a:tabLst>
            </a:pPr>
            <a:r>
              <a:rPr sz="1700" dirty="0">
                <a:latin typeface="Times New Roman"/>
                <a:cs typeface="Times New Roman"/>
              </a:rPr>
              <a:t>So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pla</a:t>
            </a:r>
            <a:r>
              <a:rPr sz="1700" spc="-10" dirty="0">
                <a:latin typeface="Times New Roman"/>
                <a:cs typeface="Times New Roman"/>
              </a:rPr>
              <a:t>c</a:t>
            </a:r>
            <a:r>
              <a:rPr sz="1700" spc="-7" dirty="0">
                <a:latin typeface="Times New Roman"/>
                <a:cs typeface="Times New Roman"/>
              </a:rPr>
              <a:t>e</a:t>
            </a:r>
            <a:r>
              <a:rPr sz="1700" dirty="0">
                <a:latin typeface="Times New Roman"/>
                <a:cs typeface="Times New Roman"/>
              </a:rPr>
              <a:t>m</a:t>
            </a:r>
            <a:r>
              <a:rPr sz="1700" spc="-7" dirty="0">
                <a:latin typeface="Times New Roman"/>
                <a:cs typeface="Times New Roman"/>
              </a:rPr>
              <a:t>e</a:t>
            </a:r>
            <a:r>
              <a:rPr sz="1700" spc="-2" dirty="0">
                <a:latin typeface="Times New Roman"/>
                <a:cs typeface="Times New Roman"/>
              </a:rPr>
              <a:t>nt</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lgori</a:t>
            </a:r>
            <a:r>
              <a:rPr sz="1700" dirty="0">
                <a:latin typeface="Times New Roman"/>
                <a:cs typeface="Times New Roman"/>
              </a:rPr>
              <a:t>t</a:t>
            </a:r>
            <a:r>
              <a:rPr sz="1700" spc="-5" dirty="0">
                <a:latin typeface="Times New Roman"/>
                <a:cs typeface="Times New Roman"/>
              </a:rPr>
              <a:t>hms</a:t>
            </a:r>
            <a:r>
              <a:rPr sz="1700" dirty="0">
                <a:latin typeface="Times New Roman"/>
                <a:cs typeface="Times New Roman"/>
              </a:rPr>
              <a:t> </a:t>
            </a:r>
            <a:r>
              <a:rPr sz="1700" spc="-2" dirty="0">
                <a:latin typeface="Times New Roman"/>
                <a:cs typeface="Times New Roman"/>
              </a:rPr>
              <a:t>suc</a:t>
            </a:r>
            <a:r>
              <a:rPr sz="1700" dirty="0">
                <a:latin typeface="Times New Roman"/>
                <a:cs typeface="Times New Roman"/>
              </a:rPr>
              <a:t>h </a:t>
            </a:r>
            <a:r>
              <a:rPr sz="1700" spc="-7" dirty="0">
                <a:latin typeface="Times New Roman"/>
                <a:cs typeface="Times New Roman"/>
              </a:rPr>
              <a:t>a</a:t>
            </a:r>
            <a:r>
              <a:rPr sz="1700" dirty="0">
                <a:latin typeface="Times New Roman"/>
                <a:cs typeface="Times New Roman"/>
              </a:rPr>
              <a:t>s LRU </a:t>
            </a:r>
            <a:r>
              <a:rPr sz="1700" spc="-2" dirty="0">
                <a:latin typeface="Times New Roman"/>
                <a:cs typeface="Times New Roman"/>
              </a:rPr>
              <a:t>Al</a:t>
            </a:r>
            <a:r>
              <a:rPr sz="1700" spc="5" dirty="0">
                <a:latin typeface="Times New Roman"/>
                <a:cs typeface="Times New Roman"/>
              </a:rPr>
              <a:t>g</a:t>
            </a:r>
            <a:r>
              <a:rPr sz="1700" spc="-5" dirty="0">
                <a:latin typeface="Times New Roman"/>
                <a:cs typeface="Times New Roman"/>
              </a:rPr>
              <a:t>orithm</a:t>
            </a:r>
            <a:r>
              <a:rPr sz="1700" dirty="0">
                <a:latin typeface="Times New Roman"/>
                <a:cs typeface="Times New Roman"/>
              </a:rPr>
              <a:t>, </a:t>
            </a:r>
            <a:r>
              <a:rPr sz="1700" spc="-5" dirty="0">
                <a:latin typeface="Times New Roman"/>
                <a:cs typeface="Times New Roman"/>
              </a:rPr>
              <a:t>FCF</a:t>
            </a:r>
            <a:r>
              <a:rPr sz="1700" dirty="0">
                <a:latin typeface="Times New Roman"/>
                <a:cs typeface="Times New Roman"/>
              </a:rPr>
              <a:t>S </a:t>
            </a:r>
            <a:r>
              <a:rPr sz="1700" spc="-2" dirty="0">
                <a:latin typeface="Times New Roman"/>
                <a:cs typeface="Times New Roman"/>
              </a:rPr>
              <a:t>Algorit</a:t>
            </a:r>
            <a:r>
              <a:rPr sz="1700" spc="5" dirty="0">
                <a:latin typeface="Times New Roman"/>
                <a:cs typeface="Times New Roman"/>
              </a:rPr>
              <a:t>h</a:t>
            </a:r>
            <a:r>
              <a:rPr sz="1700" spc="-5" dirty="0">
                <a:latin typeface="Times New Roman"/>
                <a:cs typeface="Times New Roman"/>
              </a:rPr>
              <a:t>m,</a:t>
            </a:r>
            <a:r>
              <a:rPr sz="1700" dirty="0">
                <a:latin typeface="Times New Roman"/>
                <a:cs typeface="Times New Roman"/>
              </a:rPr>
              <a:t> </a:t>
            </a:r>
            <a:r>
              <a:rPr sz="1700" spc="-7" dirty="0">
                <a:latin typeface="Times New Roman"/>
                <a:cs typeface="Times New Roman"/>
              </a:rPr>
              <a:t>e</a:t>
            </a:r>
            <a:r>
              <a:rPr sz="1700" spc="-2" dirty="0">
                <a:latin typeface="Times New Roman"/>
                <a:cs typeface="Times New Roman"/>
              </a:rPr>
              <a:t>tc.</a:t>
            </a:r>
            <a:r>
              <a:rPr sz="1700"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7" dirty="0">
                <a:latin typeface="Times New Roman"/>
                <a:cs typeface="Times New Roman"/>
              </a:rPr>
              <a:t>e</a:t>
            </a:r>
            <a:r>
              <a:rPr sz="1700" spc="-5" dirty="0">
                <a:latin typeface="Times New Roman"/>
                <a:cs typeface="Times New Roman"/>
              </a:rPr>
              <a:t>mploy</a:t>
            </a:r>
            <a:r>
              <a:rPr sz="1700" spc="-7" dirty="0">
                <a:latin typeface="Times New Roman"/>
                <a:cs typeface="Times New Roman"/>
              </a:rPr>
              <a:t>e</a:t>
            </a:r>
            <a:r>
              <a:rPr sz="1700" dirty="0">
                <a:latin typeface="Times New Roman"/>
                <a:cs typeface="Times New Roman"/>
              </a:rPr>
              <a:t>d.</a:t>
            </a:r>
          </a:p>
        </p:txBody>
      </p:sp>
    </p:spTree>
    <p:extLst>
      <p:ext uri="{BB962C8B-B14F-4D97-AF65-F5344CB8AC3E}">
        <p14:creationId xmlns:p14="http://schemas.microsoft.com/office/powerpoint/2010/main" val="4140162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CC64-782D-A3BF-3A6F-6F38208E218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74936A1-85B7-91AB-B1E7-A2E1DD9D1CBE}"/>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1C2FF050-5E0A-915C-57C0-DF6D38E9F9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EB989BAB-2D47-EEDA-6CA9-7F41A6E7871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2D547E1E-0BF0-0713-D32E-361A2E4480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15838" y="742950"/>
            <a:ext cx="7061362" cy="836126"/>
          </a:xfrm>
          <a:prstGeom prst="rect">
            <a:avLst/>
          </a:prstGeom>
        </p:spPr>
        <p:txBody>
          <a:bodyPr vert="horz" wrap="square" lIns="0" tIns="0" rIns="0" bIns="0" rtlCol="0">
            <a:spAutoFit/>
          </a:bodyPr>
          <a:lstStyle/>
          <a:p>
            <a:pPr marL="6109"/>
            <a:r>
              <a:rPr sz="1700" b="1" spc="-7" dirty="0">
                <a:latin typeface="Times New Roman"/>
                <a:cs typeface="Times New Roman"/>
              </a:rPr>
              <a:t>Divi</a:t>
            </a:r>
            <a:r>
              <a:rPr sz="1700" b="1" spc="-5" dirty="0">
                <a:latin typeface="Times New Roman"/>
                <a:cs typeface="Times New Roman"/>
              </a:rPr>
              <a:t>sion</a:t>
            </a:r>
            <a:r>
              <a:rPr sz="1700" b="1" spc="2" dirty="0">
                <a:latin typeface="Times New Roman"/>
                <a:cs typeface="Times New Roman"/>
              </a:rPr>
              <a:t> </a:t>
            </a:r>
            <a:r>
              <a:rPr sz="1700" b="1" dirty="0">
                <a:latin typeface="Times New Roman"/>
                <a:cs typeface="Times New Roman"/>
              </a:rPr>
              <a:t>of </a:t>
            </a:r>
            <a:r>
              <a:rPr sz="1700" b="1" spc="-7" dirty="0">
                <a:latin typeface="Times New Roman"/>
                <a:cs typeface="Times New Roman"/>
              </a:rPr>
              <a:t>P</a:t>
            </a:r>
            <a:r>
              <a:rPr sz="1700" b="1" dirty="0">
                <a:latin typeface="Times New Roman"/>
                <a:cs typeface="Times New Roman"/>
              </a:rPr>
              <a:t>h</a:t>
            </a:r>
            <a:r>
              <a:rPr sz="1700" b="1" spc="-2" dirty="0">
                <a:latin typeface="Times New Roman"/>
                <a:cs typeface="Times New Roman"/>
              </a:rPr>
              <a:t>ysical</a:t>
            </a:r>
            <a:r>
              <a:rPr sz="1700" b="1" dirty="0">
                <a:latin typeface="Times New Roman"/>
                <a:cs typeface="Times New Roman"/>
              </a:rPr>
              <a:t> </a:t>
            </a:r>
            <a:r>
              <a:rPr sz="1700" b="1" spc="-2" dirty="0">
                <a:latin typeface="Times New Roman"/>
                <a:cs typeface="Times New Roman"/>
              </a:rPr>
              <a:t>A</a:t>
            </a:r>
            <a:r>
              <a:rPr sz="1700" b="1" spc="-5" dirty="0">
                <a:latin typeface="Times New Roman"/>
                <a:cs typeface="Times New Roman"/>
              </a:rPr>
              <a:t>d</a:t>
            </a:r>
            <a:r>
              <a:rPr sz="1700" b="1" dirty="0">
                <a:latin typeface="Times New Roman"/>
                <a:cs typeface="Times New Roman"/>
              </a:rPr>
              <a:t>d</a:t>
            </a:r>
            <a:r>
              <a:rPr sz="1700" b="1" spc="-7" dirty="0">
                <a:latin typeface="Times New Roman"/>
                <a:cs typeface="Times New Roman"/>
              </a:rPr>
              <a:t>re</a:t>
            </a:r>
            <a:r>
              <a:rPr sz="1700" b="1" spc="-2" dirty="0">
                <a:latin typeface="Times New Roman"/>
                <a:cs typeface="Times New Roman"/>
              </a:rPr>
              <a:t>ss</a:t>
            </a:r>
            <a:endParaRPr sz="1700" dirty="0">
              <a:latin typeface="Times New Roman"/>
              <a:cs typeface="Times New Roman"/>
            </a:endParaRPr>
          </a:p>
          <a:p>
            <a:pPr marL="6109" algn="just">
              <a:spcBef>
                <a:spcPts val="358"/>
              </a:spcBef>
            </a:pPr>
            <a:r>
              <a:rPr sz="1700" spc="-10" dirty="0">
                <a:latin typeface="Times New Roman"/>
                <a:cs typeface="Times New Roman"/>
              </a:rPr>
              <a:t>I</a:t>
            </a:r>
            <a:r>
              <a:rPr sz="1700" dirty="0">
                <a:latin typeface="Times New Roman"/>
                <a:cs typeface="Times New Roman"/>
              </a:rPr>
              <a:t>n</a:t>
            </a:r>
            <a:r>
              <a:rPr sz="1700" spc="-12" dirty="0">
                <a:latin typeface="Times New Roman"/>
                <a:cs typeface="Times New Roman"/>
              </a:rPr>
              <a:t> </a:t>
            </a:r>
            <a:r>
              <a:rPr sz="1700" spc="-2" dirty="0">
                <a:latin typeface="Times New Roman"/>
                <a:cs typeface="Times New Roman"/>
              </a:rPr>
              <a:t>the</a:t>
            </a:r>
            <a:r>
              <a:rPr sz="1700" spc="-7" dirty="0">
                <a:latin typeface="Times New Roman"/>
                <a:cs typeface="Times New Roman"/>
              </a:rPr>
              <a:t> ca</a:t>
            </a:r>
            <a:r>
              <a:rPr sz="1700" spc="-2" dirty="0">
                <a:latin typeface="Times New Roman"/>
                <a:cs typeface="Times New Roman"/>
              </a:rPr>
              <a:t>s</a:t>
            </a:r>
            <a:r>
              <a:rPr sz="1700" dirty="0">
                <a:latin typeface="Times New Roman"/>
                <a:cs typeface="Times New Roman"/>
              </a:rPr>
              <a:t>e</a:t>
            </a:r>
            <a:r>
              <a:rPr sz="1700" spc="-14"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2" dirty="0">
                <a:latin typeface="Times New Roman"/>
                <a:cs typeface="Times New Roman"/>
              </a:rPr>
              <a:t>fully</a:t>
            </a:r>
            <a:r>
              <a:rPr sz="1700" spc="-12" dirty="0">
                <a:latin typeface="Times New Roman"/>
                <a:cs typeface="Times New Roman"/>
              </a:rPr>
              <a:t> </a:t>
            </a:r>
            <a:r>
              <a:rPr sz="1700" spc="-7" dirty="0">
                <a:latin typeface="Times New Roman"/>
                <a:cs typeface="Times New Roman"/>
              </a:rPr>
              <a:t>a</a:t>
            </a:r>
            <a:r>
              <a:rPr sz="1700" spc="-2" dirty="0">
                <a:latin typeface="Times New Roman"/>
                <a:cs typeface="Times New Roman"/>
              </a:rPr>
              <a:t>ssoc</a:t>
            </a:r>
            <a:r>
              <a:rPr sz="1700" spc="5" dirty="0">
                <a:latin typeface="Times New Roman"/>
                <a:cs typeface="Times New Roman"/>
              </a:rPr>
              <a:t>i</a:t>
            </a:r>
            <a:r>
              <a:rPr sz="1700" spc="-7" dirty="0">
                <a:latin typeface="Times New Roman"/>
                <a:cs typeface="Times New Roman"/>
              </a:rPr>
              <a:t>a</a:t>
            </a:r>
            <a:r>
              <a:rPr sz="1700" spc="-2" dirty="0">
                <a:latin typeface="Times New Roman"/>
                <a:cs typeface="Times New Roman"/>
              </a:rPr>
              <a:t>tive</a:t>
            </a:r>
            <a:r>
              <a:rPr sz="1700" spc="-14" dirty="0">
                <a:latin typeface="Times New Roman"/>
                <a:cs typeface="Times New Roman"/>
              </a:rPr>
              <a:t> </a:t>
            </a:r>
            <a:r>
              <a:rPr sz="1700" spc="-5" dirty="0">
                <a:latin typeface="Times New Roman"/>
                <a:cs typeface="Times New Roman"/>
              </a:rPr>
              <a:t>mapping,</a:t>
            </a:r>
            <a:r>
              <a:rPr sz="1700" spc="-14"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2" dirty="0">
                <a:latin typeface="Times New Roman"/>
                <a:cs typeface="Times New Roman"/>
              </a:rPr>
              <a:t>divi</a:t>
            </a:r>
            <a:r>
              <a:rPr sz="1700" spc="-5" dirty="0">
                <a:latin typeface="Times New Roman"/>
                <a:cs typeface="Times New Roman"/>
              </a:rPr>
              <a:t>s</a:t>
            </a:r>
            <a:r>
              <a:rPr sz="1700" spc="-7" dirty="0">
                <a:latin typeface="Times New Roman"/>
                <a:cs typeface="Times New Roman"/>
              </a:rPr>
              <a:t>i</a:t>
            </a:r>
            <a:r>
              <a:rPr sz="1700" dirty="0">
                <a:latin typeface="Times New Roman"/>
                <a:cs typeface="Times New Roman"/>
              </a:rPr>
              <a:t>on</a:t>
            </a:r>
            <a:r>
              <a:rPr sz="1700" spc="-12"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physi</a:t>
            </a:r>
            <a:r>
              <a:rPr sz="1700" spc="-7" dirty="0">
                <a:latin typeface="Times New Roman"/>
                <a:cs typeface="Times New Roman"/>
              </a:rPr>
              <a:t>ca</a:t>
            </a:r>
            <a:r>
              <a:rPr sz="1700" spc="-2" dirty="0">
                <a:latin typeface="Times New Roman"/>
                <a:cs typeface="Times New Roman"/>
              </a:rPr>
              <a:t>l</a:t>
            </a:r>
            <a:r>
              <a:rPr sz="1700" spc="-12"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5" dirty="0">
                <a:latin typeface="Times New Roman"/>
                <a:cs typeface="Times New Roman"/>
              </a:rPr>
              <a:t>s</a:t>
            </a:r>
            <a:r>
              <a:rPr sz="1700" dirty="0">
                <a:latin typeface="Times New Roman"/>
                <a:cs typeface="Times New Roman"/>
              </a:rPr>
              <a:t>s</a:t>
            </a:r>
            <a:r>
              <a:rPr sz="1700" spc="-12" dirty="0">
                <a:latin typeface="Times New Roman"/>
                <a:cs typeface="Times New Roman"/>
              </a:rPr>
              <a:t> </a:t>
            </a:r>
            <a:r>
              <a:rPr sz="1700" spc="-5" dirty="0">
                <a:latin typeface="Times New Roman"/>
                <a:cs typeface="Times New Roman"/>
              </a:rPr>
              <a:t>o</a:t>
            </a:r>
            <a:r>
              <a:rPr sz="1700" spc="-7" dirty="0">
                <a:latin typeface="Times New Roman"/>
                <a:cs typeface="Times New Roman"/>
              </a:rPr>
              <a:t>cc</a:t>
            </a:r>
            <a:r>
              <a:rPr sz="1700" dirty="0">
                <a:latin typeface="Times New Roman"/>
                <a:cs typeface="Times New Roman"/>
              </a:rPr>
              <a:t>urs</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12" dirty="0">
                <a:latin typeface="Times New Roman"/>
                <a:cs typeface="Times New Roman"/>
              </a:rPr>
              <a:t> </a:t>
            </a:r>
            <a:r>
              <a:rPr sz="1700" spc="-2" dirty="0">
                <a:latin typeface="Times New Roman"/>
                <a:cs typeface="Times New Roman"/>
              </a:rPr>
              <a:t>follows:</a:t>
            </a:r>
            <a:endParaRPr lang="en-US" sz="1700" dirty="0">
              <a:latin typeface="Times New Roman"/>
              <a:cs typeface="Times New Roman"/>
            </a:endParaRPr>
          </a:p>
        </p:txBody>
      </p:sp>
      <p:sp>
        <p:nvSpPr>
          <p:cNvPr id="5" name="object 5"/>
          <p:cNvSpPr/>
          <p:nvPr/>
        </p:nvSpPr>
        <p:spPr>
          <a:xfrm>
            <a:off x="2667000" y="1656181"/>
            <a:ext cx="3360043" cy="495556"/>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1104074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1438D-235D-382D-E6D0-D7C725E0CCD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3A38E7D-AA04-5BCA-D543-10B8C10BEFB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6389F239-9012-8A6A-AB33-217B33A068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260D9C2-CFEC-F30F-02BA-63590609E62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EF3F7C5A-3A99-C320-BA6F-4A57F421BA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3"/>
          <p:cNvSpPr txBox="1"/>
          <p:nvPr/>
        </p:nvSpPr>
        <p:spPr>
          <a:xfrm>
            <a:off x="1015838" y="819150"/>
            <a:ext cx="7061362" cy="3734356"/>
          </a:xfrm>
          <a:prstGeom prst="rect">
            <a:avLst/>
          </a:prstGeom>
        </p:spPr>
        <p:txBody>
          <a:bodyPr vert="horz" wrap="square" lIns="0" tIns="0" rIns="0" bIns="0" rtlCol="0">
            <a:spAutoFit/>
          </a:bodyPr>
          <a:lstStyle/>
          <a:p>
            <a:pPr marL="6108" algn="just">
              <a:tabLst>
                <a:tab pos="87965" algn="l"/>
              </a:tabLst>
            </a:pPr>
            <a:r>
              <a:rPr lang="en-US" sz="1700" b="1" spc="-2" dirty="0">
                <a:latin typeface="Times New Roman"/>
                <a:cs typeface="Times New Roman"/>
              </a:rPr>
              <a:t>K-wa</a:t>
            </a:r>
            <a:r>
              <a:rPr lang="en-US" sz="1700" b="1" dirty="0">
                <a:latin typeface="Times New Roman"/>
                <a:cs typeface="Times New Roman"/>
              </a:rPr>
              <a:t>y </a:t>
            </a:r>
            <a:r>
              <a:rPr lang="en-US" sz="1700" b="1" spc="-2" dirty="0">
                <a:latin typeface="Times New Roman"/>
                <a:cs typeface="Times New Roman"/>
              </a:rPr>
              <a:t>Se</a:t>
            </a:r>
            <a:r>
              <a:rPr lang="en-US" sz="1700" b="1" dirty="0">
                <a:latin typeface="Times New Roman"/>
                <a:cs typeface="Times New Roman"/>
              </a:rPr>
              <a:t>t</a:t>
            </a:r>
            <a:r>
              <a:rPr lang="en-US" sz="1700" b="1" spc="-5" dirty="0">
                <a:latin typeface="Times New Roman"/>
                <a:cs typeface="Times New Roman"/>
              </a:rPr>
              <a:t> </a:t>
            </a:r>
            <a:r>
              <a:rPr lang="en-US" sz="1700" b="1" spc="-2" dirty="0">
                <a:latin typeface="Times New Roman"/>
                <a:cs typeface="Times New Roman"/>
              </a:rPr>
              <a:t>Associative</a:t>
            </a:r>
            <a:r>
              <a:rPr lang="en-US" sz="1700" b="1" spc="2" dirty="0">
                <a:latin typeface="Times New Roman"/>
                <a:cs typeface="Times New Roman"/>
              </a:rPr>
              <a:t> </a:t>
            </a:r>
            <a:r>
              <a:rPr lang="en-US" sz="1700" b="1" spc="-10" dirty="0">
                <a:latin typeface="Times New Roman"/>
                <a:cs typeface="Times New Roman"/>
              </a:rPr>
              <a:t>M</a:t>
            </a:r>
            <a:r>
              <a:rPr lang="en-US" sz="1700" b="1" dirty="0">
                <a:latin typeface="Times New Roman"/>
                <a:cs typeface="Times New Roman"/>
              </a:rPr>
              <a:t>app</a:t>
            </a:r>
            <a:r>
              <a:rPr lang="en-US" sz="1700" b="1" spc="-2" dirty="0">
                <a:latin typeface="Times New Roman"/>
                <a:cs typeface="Times New Roman"/>
              </a:rPr>
              <a:t>in</a:t>
            </a:r>
            <a:r>
              <a:rPr lang="en-US" sz="1700" b="1" dirty="0">
                <a:latin typeface="Times New Roman"/>
                <a:cs typeface="Times New Roman"/>
              </a:rPr>
              <a:t>g</a:t>
            </a:r>
            <a:endParaRPr lang="en-US" sz="1700" dirty="0">
              <a:latin typeface="Times New Roman"/>
              <a:cs typeface="Times New Roman"/>
            </a:endParaRPr>
          </a:p>
          <a:p>
            <a:pPr marL="6109" algn="just">
              <a:spcBef>
                <a:spcPts val="356"/>
              </a:spcBef>
            </a:pPr>
            <a:r>
              <a:rPr lang="en-US" sz="1700" spc="-10" dirty="0">
                <a:latin typeface="Times New Roman"/>
                <a:cs typeface="Times New Roman"/>
              </a:rPr>
              <a:t>I</a:t>
            </a:r>
            <a:r>
              <a:rPr lang="en-US" sz="1700" dirty="0">
                <a:latin typeface="Times New Roman"/>
                <a:cs typeface="Times New Roman"/>
              </a:rPr>
              <a:t>n </a:t>
            </a:r>
            <a:r>
              <a:rPr lang="en-US" sz="1700" spc="-2" dirty="0">
                <a:latin typeface="Times New Roman"/>
                <a:cs typeface="Times New Roman"/>
              </a:rPr>
              <a:t>the</a:t>
            </a:r>
            <a:r>
              <a:rPr lang="en-US" sz="1700" spc="2" dirty="0">
                <a:latin typeface="Times New Roman"/>
                <a:cs typeface="Times New Roman"/>
              </a:rPr>
              <a:t> </a:t>
            </a:r>
            <a:r>
              <a:rPr lang="en-US" sz="1700" spc="-7" dirty="0">
                <a:latin typeface="Times New Roman"/>
                <a:cs typeface="Times New Roman"/>
              </a:rPr>
              <a:t>ca</a:t>
            </a:r>
            <a:r>
              <a:rPr lang="en-US" sz="1700" spc="5" dirty="0">
                <a:latin typeface="Times New Roman"/>
                <a:cs typeface="Times New Roman"/>
              </a:rPr>
              <a:t>s</a:t>
            </a:r>
            <a:r>
              <a:rPr lang="en-US" sz="1700" spc="-5" dirty="0">
                <a:latin typeface="Times New Roman"/>
                <a:cs typeface="Times New Roman"/>
              </a:rPr>
              <a:t>e</a:t>
            </a:r>
            <a:r>
              <a:rPr lang="en-US" sz="1700" spc="-2" dirty="0">
                <a:latin typeface="Times New Roman"/>
                <a:cs typeface="Times New Roman"/>
              </a:rPr>
              <a:t> </a:t>
            </a:r>
            <a:r>
              <a:rPr lang="en-US" sz="1700" dirty="0">
                <a:latin typeface="Times New Roman"/>
                <a:cs typeface="Times New Roman"/>
              </a:rPr>
              <a:t>of </a:t>
            </a:r>
            <a:r>
              <a:rPr lang="en-US" sz="1700" spc="-2" dirty="0">
                <a:latin typeface="Times New Roman"/>
                <a:cs typeface="Times New Roman"/>
              </a:rPr>
              <a:t>k-</a:t>
            </a:r>
            <a:r>
              <a:rPr lang="en-US" sz="1700" spc="2" dirty="0">
                <a:latin typeface="Times New Roman"/>
                <a:cs typeface="Times New Roman"/>
              </a:rPr>
              <a:t>w</a:t>
            </a:r>
            <a:r>
              <a:rPr lang="en-US" sz="1700" spc="-7" dirty="0">
                <a:latin typeface="Times New Roman"/>
                <a:cs typeface="Times New Roman"/>
              </a:rPr>
              <a:t>a</a:t>
            </a:r>
            <a:r>
              <a:rPr lang="en-US" sz="1700" dirty="0">
                <a:latin typeface="Times New Roman"/>
                <a:cs typeface="Times New Roman"/>
              </a:rPr>
              <a:t>y </a:t>
            </a:r>
            <a:r>
              <a:rPr lang="en-US" sz="1700" spc="-2" dirty="0">
                <a:latin typeface="Times New Roman"/>
                <a:cs typeface="Times New Roman"/>
              </a:rPr>
              <a:t>set</a:t>
            </a:r>
            <a:r>
              <a:rPr lang="en-US" sz="1700" dirty="0">
                <a:latin typeface="Times New Roman"/>
                <a:cs typeface="Times New Roman"/>
              </a:rPr>
              <a:t> </a:t>
            </a:r>
            <a:r>
              <a:rPr lang="en-US" sz="1700" spc="-2" dirty="0">
                <a:latin typeface="Times New Roman"/>
                <a:cs typeface="Times New Roman"/>
              </a:rPr>
              <a:t>a</a:t>
            </a:r>
            <a:r>
              <a:rPr lang="en-US" sz="1700" spc="-5" dirty="0">
                <a:latin typeface="Times New Roman"/>
                <a:cs typeface="Times New Roman"/>
              </a:rPr>
              <a:t>ssocia</a:t>
            </a:r>
            <a:r>
              <a:rPr lang="en-US" sz="1700" spc="-2" dirty="0">
                <a:latin typeface="Times New Roman"/>
                <a:cs typeface="Times New Roman"/>
              </a:rPr>
              <a:t>tive </a:t>
            </a:r>
            <a:r>
              <a:rPr lang="en-US" sz="1700" spc="-5" dirty="0">
                <a:latin typeface="Times New Roman"/>
                <a:cs typeface="Times New Roman"/>
              </a:rPr>
              <a:t>mapping,</a:t>
            </a:r>
            <a:endParaRPr lang="en-US" sz="1700" dirty="0">
              <a:latin typeface="Times New Roman"/>
              <a:cs typeface="Times New Roman"/>
            </a:endParaRPr>
          </a:p>
          <a:p>
            <a:pPr marL="225716" marR="2443" lvl="1" indent="-109651" algn="just">
              <a:spcBef>
                <a:spcPts val="397"/>
              </a:spcBef>
              <a:buSzPct val="83333"/>
              <a:buFont typeface="Symbol"/>
              <a:buChar char=""/>
              <a:tabLst>
                <a:tab pos="226022" algn="l"/>
              </a:tabLst>
            </a:pPr>
            <a:r>
              <a:rPr lang="en-US" sz="1700" spc="-5" dirty="0">
                <a:latin typeface="Times New Roman"/>
                <a:cs typeface="Times New Roman"/>
              </a:rPr>
              <a:t> The</a:t>
            </a:r>
            <a:r>
              <a:rPr lang="en-US" sz="1700" spc="7" dirty="0">
                <a:latin typeface="Times New Roman"/>
                <a:cs typeface="Times New Roman"/>
              </a:rPr>
              <a:t> </a:t>
            </a:r>
            <a:r>
              <a:rPr lang="en-US" sz="1700" dirty="0">
                <a:latin typeface="Times New Roman"/>
                <a:cs typeface="Times New Roman"/>
              </a:rPr>
              <a:t>grou</a:t>
            </a:r>
            <a:r>
              <a:rPr lang="en-US" sz="1700" spc="-2" dirty="0">
                <a:latin typeface="Times New Roman"/>
                <a:cs typeface="Times New Roman"/>
              </a:rPr>
              <a:t>p</a:t>
            </a:r>
            <a:r>
              <a:rPr lang="en-US" sz="1700" spc="-5" dirty="0">
                <a:latin typeface="Times New Roman"/>
                <a:cs typeface="Times New Roman"/>
              </a:rPr>
              <a:t>ing</a:t>
            </a:r>
            <a:r>
              <a:rPr lang="en-US" sz="1700" spc="10" dirty="0">
                <a:latin typeface="Times New Roman"/>
                <a:cs typeface="Times New Roman"/>
              </a:rPr>
              <a:t> </a:t>
            </a:r>
            <a:r>
              <a:rPr lang="en-US" sz="1700" dirty="0">
                <a:latin typeface="Times New Roman"/>
                <a:cs typeface="Times New Roman"/>
              </a:rPr>
              <a:t>of</a:t>
            </a:r>
            <a:r>
              <a:rPr lang="en-US" sz="1700" spc="7" dirty="0">
                <a:latin typeface="Times New Roman"/>
                <a:cs typeface="Times New Roman"/>
              </a:rPr>
              <a:t> </a:t>
            </a:r>
            <a:r>
              <a:rPr lang="en-US" sz="1700" spc="-2" dirty="0">
                <a:latin typeface="Times New Roman"/>
                <a:cs typeface="Times New Roman"/>
              </a:rPr>
              <a:t>the</a:t>
            </a:r>
            <a:r>
              <a:rPr lang="en-US" sz="1700" spc="14"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a</a:t>
            </a:r>
            <a:r>
              <a:rPr lang="en-US" sz="1700" spc="-7" dirty="0">
                <a:latin typeface="Times New Roman"/>
                <a:cs typeface="Times New Roman"/>
              </a:rPr>
              <a:t>c</a:t>
            </a:r>
            <a:r>
              <a:rPr lang="en-US" sz="1700" spc="5" dirty="0">
                <a:latin typeface="Times New Roman"/>
                <a:cs typeface="Times New Roman"/>
              </a:rPr>
              <a:t>h</a:t>
            </a:r>
            <a:r>
              <a:rPr lang="en-US" sz="1700" spc="-5" dirty="0">
                <a:latin typeface="Times New Roman"/>
                <a:cs typeface="Times New Roman"/>
              </a:rPr>
              <a:t>e</a:t>
            </a:r>
            <a:r>
              <a:rPr lang="en-US" sz="1700" spc="7" dirty="0">
                <a:latin typeface="Times New Roman"/>
                <a:cs typeface="Times New Roman"/>
              </a:rPr>
              <a:t> </a:t>
            </a:r>
            <a:r>
              <a:rPr lang="en-US" sz="1700" spc="-2" dirty="0">
                <a:latin typeface="Times New Roman"/>
                <a:cs typeface="Times New Roman"/>
              </a:rPr>
              <a:t>lin</a:t>
            </a:r>
            <a:r>
              <a:rPr lang="en-US" sz="1700" spc="-7" dirty="0">
                <a:latin typeface="Times New Roman"/>
                <a:cs typeface="Times New Roman"/>
              </a:rPr>
              <a:t>e</a:t>
            </a:r>
            <a:r>
              <a:rPr lang="en-US" sz="1700" dirty="0">
                <a:latin typeface="Times New Roman"/>
                <a:cs typeface="Times New Roman"/>
              </a:rPr>
              <a:t>s</a:t>
            </a:r>
            <a:r>
              <a:rPr lang="en-US" sz="1700" spc="10" dirty="0">
                <a:latin typeface="Times New Roman"/>
                <a:cs typeface="Times New Roman"/>
              </a:rPr>
              <a:t> </a:t>
            </a:r>
            <a:r>
              <a:rPr lang="en-US" sz="1700" spc="-5" dirty="0">
                <a:latin typeface="Times New Roman"/>
                <a:cs typeface="Times New Roman"/>
              </a:rPr>
              <a:t>o</a:t>
            </a:r>
            <a:r>
              <a:rPr lang="en-US" sz="1700" spc="-7" dirty="0">
                <a:latin typeface="Times New Roman"/>
                <a:cs typeface="Times New Roman"/>
              </a:rPr>
              <a:t>cc</a:t>
            </a:r>
            <a:r>
              <a:rPr lang="en-US" sz="1700" spc="5" dirty="0">
                <a:latin typeface="Times New Roman"/>
                <a:cs typeface="Times New Roman"/>
              </a:rPr>
              <a:t>u</a:t>
            </a:r>
            <a:r>
              <a:rPr lang="en-US" sz="1700" dirty="0">
                <a:latin typeface="Times New Roman"/>
                <a:cs typeface="Times New Roman"/>
              </a:rPr>
              <a:t>rs</a:t>
            </a:r>
            <a:r>
              <a:rPr lang="en-US" sz="1700" spc="10" dirty="0">
                <a:latin typeface="Times New Roman"/>
                <a:cs typeface="Times New Roman"/>
              </a:rPr>
              <a:t> </a:t>
            </a:r>
            <a:r>
              <a:rPr lang="en-US" sz="1700" spc="-2" dirty="0">
                <a:latin typeface="Times New Roman"/>
                <a:cs typeface="Times New Roman"/>
              </a:rPr>
              <a:t>int</a:t>
            </a:r>
            <a:r>
              <a:rPr lang="en-US" sz="1700" dirty="0">
                <a:latin typeface="Times New Roman"/>
                <a:cs typeface="Times New Roman"/>
              </a:rPr>
              <a:t>o</a:t>
            </a:r>
            <a:r>
              <a:rPr lang="en-US" sz="1700" spc="10" dirty="0">
                <a:latin typeface="Times New Roman"/>
                <a:cs typeface="Times New Roman"/>
              </a:rPr>
              <a:t> </a:t>
            </a:r>
            <a:r>
              <a:rPr lang="en-US" sz="1700" spc="-5" dirty="0">
                <a:latin typeface="Times New Roman"/>
                <a:cs typeface="Times New Roman"/>
              </a:rPr>
              <a:t>v</a:t>
            </a:r>
            <a:r>
              <a:rPr lang="en-US" sz="1700" spc="-7" dirty="0">
                <a:latin typeface="Times New Roman"/>
                <a:cs typeface="Times New Roman"/>
              </a:rPr>
              <a:t>a</a:t>
            </a:r>
            <a:r>
              <a:rPr lang="en-US" sz="1700" spc="-2" dirty="0">
                <a:latin typeface="Times New Roman"/>
                <a:cs typeface="Times New Roman"/>
              </a:rPr>
              <a:t>riou</a:t>
            </a:r>
            <a:r>
              <a:rPr lang="en-US" sz="1700" dirty="0">
                <a:latin typeface="Times New Roman"/>
                <a:cs typeface="Times New Roman"/>
              </a:rPr>
              <a:t>s</a:t>
            </a:r>
            <a:r>
              <a:rPr lang="en-US" sz="1700" spc="10" dirty="0">
                <a:latin typeface="Times New Roman"/>
                <a:cs typeface="Times New Roman"/>
              </a:rPr>
              <a:t> </a:t>
            </a:r>
            <a:r>
              <a:rPr lang="en-US" sz="1700" spc="-2" dirty="0">
                <a:latin typeface="Times New Roman"/>
                <a:cs typeface="Times New Roman"/>
              </a:rPr>
              <a:t>sets</a:t>
            </a:r>
            <a:r>
              <a:rPr lang="en-US" sz="1700" spc="12" dirty="0">
                <a:latin typeface="Times New Roman"/>
                <a:cs typeface="Times New Roman"/>
              </a:rPr>
              <a:t> </a:t>
            </a:r>
            <a:r>
              <a:rPr lang="en-US" sz="1700" spc="-2" dirty="0">
                <a:latin typeface="Times New Roman"/>
                <a:cs typeface="Times New Roman"/>
              </a:rPr>
              <a:t>wh</a:t>
            </a:r>
            <a:r>
              <a:rPr lang="en-US" sz="1700" spc="-5" dirty="0">
                <a:latin typeface="Times New Roman"/>
                <a:cs typeface="Times New Roman"/>
              </a:rPr>
              <a:t>e</a:t>
            </a:r>
            <a:r>
              <a:rPr lang="en-US" sz="1700" spc="-2" dirty="0">
                <a:latin typeface="Times New Roman"/>
                <a:cs typeface="Times New Roman"/>
              </a:rPr>
              <a:t>re</a:t>
            </a:r>
            <a:r>
              <a:rPr lang="en-US" sz="1700" spc="12"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ll</a:t>
            </a:r>
            <a:r>
              <a:rPr lang="en-US" sz="1700" spc="12" dirty="0">
                <a:latin typeface="Times New Roman"/>
                <a:cs typeface="Times New Roman"/>
              </a:rPr>
              <a:t> </a:t>
            </a:r>
            <a:r>
              <a:rPr lang="en-US" sz="1700" spc="-2" dirty="0">
                <a:latin typeface="Times New Roman"/>
                <a:cs typeface="Times New Roman"/>
              </a:rPr>
              <a:t>the</a:t>
            </a:r>
            <a:r>
              <a:rPr lang="en-US" sz="1700" spc="10" dirty="0">
                <a:latin typeface="Times New Roman"/>
                <a:cs typeface="Times New Roman"/>
              </a:rPr>
              <a:t> </a:t>
            </a:r>
            <a:r>
              <a:rPr lang="en-US" sz="1700" spc="-2" dirty="0">
                <a:latin typeface="Times New Roman"/>
                <a:cs typeface="Times New Roman"/>
              </a:rPr>
              <a:t>sets</a:t>
            </a:r>
            <a:r>
              <a:rPr lang="en-US" sz="1700" spc="17" dirty="0">
                <a:latin typeface="Times New Roman"/>
                <a:cs typeface="Times New Roman"/>
              </a:rPr>
              <a:t> </a:t>
            </a:r>
            <a:r>
              <a:rPr lang="en-US" sz="1700" spc="-2" dirty="0">
                <a:latin typeface="Times New Roman"/>
                <a:cs typeface="Times New Roman"/>
              </a:rPr>
              <a:t>consi</a:t>
            </a:r>
            <a:r>
              <a:rPr lang="en-US" sz="1700" spc="-5" dirty="0">
                <a:latin typeface="Times New Roman"/>
                <a:cs typeface="Times New Roman"/>
              </a:rPr>
              <a:t>s</a:t>
            </a:r>
            <a:r>
              <a:rPr lang="en-US" sz="1700" spc="-2" dirty="0">
                <a:latin typeface="Times New Roman"/>
                <a:cs typeface="Times New Roman"/>
              </a:rPr>
              <a:t>t</a:t>
            </a:r>
            <a:r>
              <a:rPr lang="en-US" sz="1700" spc="12" dirty="0">
                <a:latin typeface="Times New Roman"/>
                <a:cs typeface="Times New Roman"/>
              </a:rPr>
              <a:t> </a:t>
            </a:r>
            <a:r>
              <a:rPr lang="en-US" sz="1700" dirty="0">
                <a:latin typeface="Times New Roman"/>
                <a:cs typeface="Times New Roman"/>
              </a:rPr>
              <a:t>of</a:t>
            </a:r>
            <a:r>
              <a:rPr lang="en-US" sz="1700" spc="7" dirty="0">
                <a:latin typeface="Times New Roman"/>
                <a:cs typeface="Times New Roman"/>
              </a:rPr>
              <a:t> </a:t>
            </a:r>
            <a:r>
              <a:rPr lang="en-US" sz="1700" dirty="0">
                <a:latin typeface="Times New Roman"/>
                <a:cs typeface="Times New Roman"/>
              </a:rPr>
              <a:t>k </a:t>
            </a:r>
            <a:r>
              <a:rPr lang="en-US" sz="1700" spc="-5" dirty="0">
                <a:latin typeface="Times New Roman"/>
                <a:cs typeface="Times New Roman"/>
              </a:rPr>
              <a:t>number </a:t>
            </a:r>
            <a:r>
              <a:rPr lang="en-US" sz="1700" dirty="0">
                <a:latin typeface="Times New Roman"/>
                <a:cs typeface="Times New Roman"/>
              </a:rPr>
              <a:t>of </a:t>
            </a:r>
            <a:r>
              <a:rPr lang="en-US" sz="1700" spc="-2" dirty="0">
                <a:latin typeface="Times New Roman"/>
                <a:cs typeface="Times New Roman"/>
              </a:rPr>
              <a:t>lin</a:t>
            </a:r>
            <a:r>
              <a:rPr lang="en-US" sz="1700" spc="-7" dirty="0">
                <a:latin typeface="Times New Roman"/>
                <a:cs typeface="Times New Roman"/>
              </a:rPr>
              <a:t>e</a:t>
            </a:r>
            <a:r>
              <a:rPr lang="en-US" sz="1700" spc="-2" dirty="0">
                <a:latin typeface="Times New Roman"/>
                <a:cs typeface="Times New Roman"/>
              </a:rPr>
              <a:t>s.</a:t>
            </a:r>
            <a:endParaRPr lang="en-US" sz="1700" dirty="0">
              <a:latin typeface="Times New Roman"/>
              <a:cs typeface="Times New Roman"/>
            </a:endParaRPr>
          </a:p>
          <a:p>
            <a:pPr marL="225716" lvl="1" indent="-109651" algn="just">
              <a:spcBef>
                <a:spcPts val="339"/>
              </a:spcBef>
              <a:buSzPct val="83333"/>
              <a:buFont typeface="Symbol"/>
              <a:buChar char=""/>
              <a:tabLst>
                <a:tab pos="226022" algn="l"/>
              </a:tabLst>
            </a:pPr>
            <a:r>
              <a:rPr lang="en-US" sz="1700" spc="-2" dirty="0">
                <a:latin typeface="Times New Roman"/>
                <a:cs typeface="Times New Roman"/>
              </a:rPr>
              <a:t> An</a:t>
            </a:r>
            <a:r>
              <a:rPr lang="en-US" sz="1700" dirty="0">
                <a:latin typeface="Times New Roman"/>
                <a:cs typeface="Times New Roman"/>
              </a:rPr>
              <a:t>y </a:t>
            </a:r>
            <a:r>
              <a:rPr lang="en-US" sz="1700" spc="-5" dirty="0">
                <a:latin typeface="Times New Roman"/>
                <a:cs typeface="Times New Roman"/>
              </a:rPr>
              <a:t>giv</a:t>
            </a:r>
            <a:r>
              <a:rPr lang="en-US" sz="1700" spc="-7" dirty="0">
                <a:latin typeface="Times New Roman"/>
                <a:cs typeface="Times New Roman"/>
              </a:rPr>
              <a:t>e</a:t>
            </a:r>
            <a:r>
              <a:rPr lang="en-US" sz="1700" dirty="0">
                <a:latin typeface="Times New Roman"/>
                <a:cs typeface="Times New Roman"/>
              </a:rPr>
              <a:t>n </a:t>
            </a:r>
            <a:r>
              <a:rPr lang="en-US" sz="1700" spc="-5" dirty="0">
                <a:latin typeface="Times New Roman"/>
                <a:cs typeface="Times New Roman"/>
              </a:rPr>
              <a:t>main</a:t>
            </a:r>
            <a:r>
              <a:rPr lang="en-US" sz="1700" spc="-2"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a:t>
            </a:r>
            <a:r>
              <a:rPr lang="en-US" sz="1700" spc="5" dirty="0">
                <a:latin typeface="Times New Roman"/>
                <a:cs typeface="Times New Roman"/>
              </a:rPr>
              <a:t> </a:t>
            </a:r>
            <a:r>
              <a:rPr lang="en-US" sz="1700" spc="-5" dirty="0">
                <a:latin typeface="Times New Roman"/>
                <a:cs typeface="Times New Roman"/>
              </a:rPr>
              <a:t>block</a:t>
            </a:r>
            <a:r>
              <a:rPr lang="en-US" sz="1700" dirty="0">
                <a:latin typeface="Times New Roman"/>
                <a:cs typeface="Times New Roman"/>
              </a:rPr>
              <a:t> </a:t>
            </a:r>
            <a:r>
              <a:rPr lang="en-US" sz="1700" spc="-10" dirty="0">
                <a:latin typeface="Times New Roman"/>
                <a:cs typeface="Times New Roman"/>
              </a:rPr>
              <a:t>c</a:t>
            </a:r>
            <a:r>
              <a:rPr lang="en-US" sz="1700" spc="-7" dirty="0">
                <a:latin typeface="Times New Roman"/>
                <a:cs typeface="Times New Roman"/>
              </a:rPr>
              <a:t>a</a:t>
            </a:r>
            <a:r>
              <a:rPr lang="en-US" sz="1700" dirty="0">
                <a:latin typeface="Times New Roman"/>
                <a:cs typeface="Times New Roman"/>
              </a:rPr>
              <a:t>n </a:t>
            </a:r>
            <a:r>
              <a:rPr lang="en-US" sz="1700" spc="-5" dirty="0">
                <a:latin typeface="Times New Roman"/>
                <a:cs typeface="Times New Roman"/>
              </a:rPr>
              <a:t>map</a:t>
            </a:r>
            <a:r>
              <a:rPr lang="en-US" sz="1700" spc="-2" dirty="0">
                <a:latin typeface="Times New Roman"/>
                <a:cs typeface="Times New Roman"/>
              </a:rPr>
              <a:t> </a:t>
            </a:r>
            <a:r>
              <a:rPr lang="en-US" sz="1700" spc="-5" dirty="0">
                <a:latin typeface="Times New Roman"/>
                <a:cs typeface="Times New Roman"/>
              </a:rPr>
              <a:t>only</a:t>
            </a:r>
            <a:r>
              <a:rPr lang="en-US" sz="1700" dirty="0">
                <a:latin typeface="Times New Roman"/>
                <a:cs typeface="Times New Roman"/>
              </a:rPr>
              <a:t> </a:t>
            </a:r>
            <a:r>
              <a:rPr lang="en-US" sz="1700" spc="-2" dirty="0">
                <a:latin typeface="Times New Roman"/>
                <a:cs typeface="Times New Roman"/>
              </a:rPr>
              <a:t>to </a:t>
            </a:r>
            <a:r>
              <a:rPr lang="en-US" sz="1700" spc="-5" dirty="0">
                <a:latin typeface="Times New Roman"/>
                <a:cs typeface="Times New Roman"/>
              </a:rPr>
              <a:t>a</a:t>
            </a:r>
            <a:r>
              <a:rPr lang="en-US" sz="1700" spc="2" dirty="0">
                <a:latin typeface="Times New Roman"/>
                <a:cs typeface="Times New Roman"/>
              </a:rPr>
              <a:t> </a:t>
            </a:r>
            <a:r>
              <a:rPr lang="en-US" sz="1700" spc="-5" dirty="0">
                <a:latin typeface="Times New Roman"/>
                <a:cs typeface="Times New Roman"/>
              </a:rPr>
              <a:t>p</a:t>
            </a:r>
            <a:r>
              <a:rPr lang="en-US" sz="1700" spc="-7" dirty="0">
                <a:latin typeface="Times New Roman"/>
                <a:cs typeface="Times New Roman"/>
              </a:rPr>
              <a:t>a</a:t>
            </a:r>
            <a:r>
              <a:rPr lang="en-US" sz="1700" spc="-2" dirty="0">
                <a:latin typeface="Times New Roman"/>
                <a:cs typeface="Times New Roman"/>
              </a:rPr>
              <a:t>rti</a:t>
            </a:r>
            <a:r>
              <a:rPr lang="en-US" sz="1700" spc="-7" dirty="0">
                <a:latin typeface="Times New Roman"/>
                <a:cs typeface="Times New Roman"/>
              </a:rPr>
              <a:t>c</a:t>
            </a:r>
            <a:r>
              <a:rPr lang="en-US" sz="1700" spc="-2" dirty="0">
                <a:latin typeface="Times New Roman"/>
                <a:cs typeface="Times New Roman"/>
              </a:rPr>
              <a:t>ular</a:t>
            </a:r>
            <a:r>
              <a:rPr lang="en-US" sz="1700" spc="2" dirty="0">
                <a:latin typeface="Times New Roman"/>
                <a:cs typeface="Times New Roman"/>
              </a:rPr>
              <a:t> </a:t>
            </a:r>
            <a:r>
              <a:rPr lang="en-US" sz="1700" spc="-7" dirty="0">
                <a:latin typeface="Times New Roman"/>
                <a:cs typeface="Times New Roman"/>
              </a:rPr>
              <a:t>cac</a:t>
            </a:r>
            <a:r>
              <a:rPr lang="en-US" sz="1700" spc="5" dirty="0">
                <a:latin typeface="Times New Roman"/>
                <a:cs typeface="Times New Roman"/>
              </a:rPr>
              <a:t>h</a:t>
            </a:r>
            <a:r>
              <a:rPr lang="en-US" sz="1700" spc="-5" dirty="0">
                <a:latin typeface="Times New Roman"/>
                <a:cs typeface="Times New Roman"/>
              </a:rPr>
              <a:t>e</a:t>
            </a:r>
            <a:r>
              <a:rPr lang="en-US" sz="1700" spc="-2" dirty="0">
                <a:latin typeface="Times New Roman"/>
                <a:cs typeface="Times New Roman"/>
              </a:rPr>
              <a:t> set.</a:t>
            </a:r>
            <a:endParaRPr lang="en-US" sz="1700" dirty="0">
              <a:latin typeface="Times New Roman"/>
              <a:cs typeface="Times New Roman"/>
            </a:endParaRPr>
          </a:p>
          <a:p>
            <a:pPr marL="225716" marR="2749" lvl="1" indent="-109651" algn="just">
              <a:spcBef>
                <a:spcPts val="404"/>
              </a:spcBef>
              <a:buSzPct val="83333"/>
              <a:buFont typeface="Symbol"/>
              <a:buChar char=""/>
              <a:tabLst>
                <a:tab pos="226022" algn="l"/>
              </a:tabLst>
            </a:pPr>
            <a:r>
              <a:rPr lang="en-US" sz="1700" spc="-2" dirty="0">
                <a:latin typeface="Times New Roman"/>
                <a:cs typeface="Times New Roman"/>
              </a:rPr>
              <a:t> How</a:t>
            </a:r>
            <a:r>
              <a:rPr lang="en-US" sz="1700" spc="-7" dirty="0">
                <a:latin typeface="Times New Roman"/>
                <a:cs typeface="Times New Roman"/>
              </a:rPr>
              <a:t>e</a:t>
            </a:r>
            <a:r>
              <a:rPr lang="en-US" sz="1700" spc="-5" dirty="0">
                <a:latin typeface="Times New Roman"/>
                <a:cs typeface="Times New Roman"/>
              </a:rPr>
              <a:t>v</a:t>
            </a:r>
            <a:r>
              <a:rPr lang="en-US" sz="1700" spc="-2" dirty="0">
                <a:latin typeface="Times New Roman"/>
                <a:cs typeface="Times New Roman"/>
              </a:rPr>
              <a:t>e</a:t>
            </a:r>
            <a:r>
              <a:rPr lang="en-US" sz="1700" dirty="0">
                <a:latin typeface="Times New Roman"/>
                <a:cs typeface="Times New Roman"/>
              </a:rPr>
              <a:t>r,</a:t>
            </a:r>
            <a:r>
              <a:rPr lang="en-US" sz="1700" spc="60" dirty="0">
                <a:latin typeface="Times New Roman"/>
                <a:cs typeface="Times New Roman"/>
              </a:rPr>
              <a:t> </a:t>
            </a:r>
            <a:r>
              <a:rPr lang="en-US" sz="1700" spc="-7" dirty="0">
                <a:latin typeface="Times New Roman"/>
                <a:cs typeface="Times New Roman"/>
              </a:rPr>
              <a:t>with</a:t>
            </a:r>
            <a:r>
              <a:rPr lang="en-US" sz="1700" spc="-2" dirty="0">
                <a:latin typeface="Times New Roman"/>
                <a:cs typeface="Times New Roman"/>
              </a:rPr>
              <a:t>i</a:t>
            </a:r>
            <a:r>
              <a:rPr lang="en-US" sz="1700" dirty="0">
                <a:latin typeface="Times New Roman"/>
                <a:cs typeface="Times New Roman"/>
              </a:rPr>
              <a:t>n</a:t>
            </a:r>
            <a:r>
              <a:rPr lang="en-US" sz="1700" spc="63" dirty="0">
                <a:latin typeface="Times New Roman"/>
                <a:cs typeface="Times New Roman"/>
              </a:rPr>
              <a:t> </a:t>
            </a:r>
            <a:r>
              <a:rPr lang="en-US" sz="1700" spc="-2" dirty="0">
                <a:latin typeface="Times New Roman"/>
                <a:cs typeface="Times New Roman"/>
              </a:rPr>
              <a:t>that</a:t>
            </a:r>
            <a:r>
              <a:rPr lang="en-US" sz="1700" spc="63" dirty="0">
                <a:latin typeface="Times New Roman"/>
                <a:cs typeface="Times New Roman"/>
              </a:rPr>
              <a:t> </a:t>
            </a:r>
            <a:r>
              <a:rPr lang="en-US" sz="1700" spc="-5" dirty="0">
                <a:latin typeface="Times New Roman"/>
                <a:cs typeface="Times New Roman"/>
              </a:rPr>
              <a:t>v</a:t>
            </a:r>
            <a:r>
              <a:rPr lang="en-US" sz="1700" spc="-7" dirty="0">
                <a:latin typeface="Times New Roman"/>
                <a:cs typeface="Times New Roman"/>
              </a:rPr>
              <a:t>e</a:t>
            </a:r>
            <a:r>
              <a:rPr lang="en-US" sz="1700" dirty="0">
                <a:latin typeface="Times New Roman"/>
                <a:cs typeface="Times New Roman"/>
              </a:rPr>
              <a:t>ry</a:t>
            </a:r>
            <a:r>
              <a:rPr lang="en-US" sz="1700" spc="60" dirty="0">
                <a:latin typeface="Times New Roman"/>
                <a:cs typeface="Times New Roman"/>
              </a:rPr>
              <a:t> </a:t>
            </a:r>
            <a:r>
              <a:rPr lang="en-US" sz="1700" spc="-2" dirty="0">
                <a:latin typeface="Times New Roman"/>
                <a:cs typeface="Times New Roman"/>
              </a:rPr>
              <a:t>set,</a:t>
            </a:r>
            <a:r>
              <a:rPr lang="en-US" sz="1700" spc="63" dirty="0">
                <a:latin typeface="Times New Roman"/>
                <a:cs typeface="Times New Roman"/>
              </a:rPr>
              <a:t> </a:t>
            </a:r>
            <a:r>
              <a:rPr lang="en-US" sz="1700" spc="-2" dirty="0">
                <a:latin typeface="Times New Roman"/>
                <a:cs typeface="Times New Roman"/>
              </a:rPr>
              <a:t>the</a:t>
            </a:r>
            <a:r>
              <a:rPr lang="en-US" sz="1700" spc="60" dirty="0">
                <a:latin typeface="Times New Roman"/>
                <a:cs typeface="Times New Roman"/>
              </a:rPr>
              <a:t> </a:t>
            </a:r>
            <a:r>
              <a:rPr lang="en-US" sz="1700" spc="-5" dirty="0">
                <a:latin typeface="Times New Roman"/>
                <a:cs typeface="Times New Roman"/>
              </a:rPr>
              <a:t>block</a:t>
            </a:r>
            <a:r>
              <a:rPr lang="en-US" sz="1700" spc="60" dirty="0">
                <a:latin typeface="Times New Roman"/>
                <a:cs typeface="Times New Roman"/>
              </a:rPr>
              <a:t> </a:t>
            </a:r>
            <a:r>
              <a:rPr lang="en-US" sz="1700" dirty="0">
                <a:latin typeface="Times New Roman"/>
                <a:cs typeface="Times New Roman"/>
              </a:rPr>
              <a:t>of</a:t>
            </a:r>
            <a:r>
              <a:rPr lang="en-US" sz="1700" spc="60" dirty="0">
                <a:latin typeface="Times New Roman"/>
                <a:cs typeface="Times New Roman"/>
              </a:rPr>
              <a:t> </a:t>
            </a:r>
            <a:r>
              <a:rPr lang="en-US" sz="1700" spc="-5" dirty="0">
                <a:latin typeface="Times New Roman"/>
                <a:cs typeface="Times New Roman"/>
              </a:rPr>
              <a:t>m</a:t>
            </a:r>
            <a:r>
              <a:rPr lang="en-US" sz="1700" spc="-2" dirty="0">
                <a:latin typeface="Times New Roman"/>
                <a:cs typeface="Times New Roman"/>
              </a:rPr>
              <a:t>e</a:t>
            </a:r>
            <a:r>
              <a:rPr lang="en-US" sz="1700" spc="-5" dirty="0">
                <a:latin typeface="Times New Roman"/>
                <a:cs typeface="Times New Roman"/>
              </a:rPr>
              <a:t>mory</a:t>
            </a:r>
            <a:r>
              <a:rPr lang="en-US" sz="1700" spc="60" dirty="0">
                <a:latin typeface="Times New Roman"/>
                <a:cs typeface="Times New Roman"/>
              </a:rPr>
              <a:t> </a:t>
            </a:r>
            <a:r>
              <a:rPr lang="en-US" sz="1700" spc="-7" dirty="0">
                <a:latin typeface="Times New Roman"/>
                <a:cs typeface="Times New Roman"/>
              </a:rPr>
              <a:t>ca</a:t>
            </a:r>
            <a:r>
              <a:rPr lang="en-US" sz="1700" dirty="0">
                <a:latin typeface="Times New Roman"/>
                <a:cs typeface="Times New Roman"/>
              </a:rPr>
              <a:t>n</a:t>
            </a:r>
            <a:r>
              <a:rPr lang="en-US" sz="1700" spc="63" dirty="0">
                <a:latin typeface="Times New Roman"/>
                <a:cs typeface="Times New Roman"/>
              </a:rPr>
              <a:t> </a:t>
            </a:r>
            <a:r>
              <a:rPr lang="en-US" sz="1700" spc="-5" dirty="0">
                <a:latin typeface="Times New Roman"/>
                <a:cs typeface="Times New Roman"/>
              </a:rPr>
              <a:t>map</a:t>
            </a:r>
            <a:r>
              <a:rPr lang="en-US" sz="1700" spc="60"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ny</a:t>
            </a:r>
            <a:r>
              <a:rPr lang="en-US" sz="1700" spc="67"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a</a:t>
            </a:r>
            <a:r>
              <a:rPr lang="en-US" sz="1700" spc="-7" dirty="0">
                <a:latin typeface="Times New Roman"/>
                <a:cs typeface="Times New Roman"/>
              </a:rPr>
              <a:t>c</a:t>
            </a:r>
            <a:r>
              <a:rPr lang="en-US" sz="1700" spc="5" dirty="0">
                <a:latin typeface="Times New Roman"/>
                <a:cs typeface="Times New Roman"/>
              </a:rPr>
              <a:t>h</a:t>
            </a:r>
            <a:r>
              <a:rPr lang="en-US" sz="1700" spc="-5" dirty="0">
                <a:latin typeface="Times New Roman"/>
                <a:cs typeface="Times New Roman"/>
              </a:rPr>
              <a:t>e</a:t>
            </a:r>
            <a:r>
              <a:rPr lang="en-US" sz="1700" spc="60" dirty="0">
                <a:latin typeface="Times New Roman"/>
                <a:cs typeface="Times New Roman"/>
              </a:rPr>
              <a:t> </a:t>
            </a:r>
            <a:r>
              <a:rPr lang="en-US" sz="1700" spc="-2" dirty="0">
                <a:latin typeface="Times New Roman"/>
                <a:cs typeface="Times New Roman"/>
              </a:rPr>
              <a:t>line</a:t>
            </a:r>
            <a:r>
              <a:rPr lang="en-US" sz="1700" spc="60" dirty="0">
                <a:latin typeface="Times New Roman"/>
                <a:cs typeface="Times New Roman"/>
              </a:rPr>
              <a:t> </a:t>
            </a:r>
            <a:r>
              <a:rPr lang="en-US" sz="1700" spc="-2" dirty="0">
                <a:latin typeface="Times New Roman"/>
                <a:cs typeface="Times New Roman"/>
              </a:rPr>
              <a:t>that</a:t>
            </a:r>
            <a:r>
              <a:rPr lang="en-US" sz="1700" spc="63" dirty="0">
                <a:latin typeface="Times New Roman"/>
                <a:cs typeface="Times New Roman"/>
              </a:rPr>
              <a:t> </a:t>
            </a:r>
            <a:r>
              <a:rPr lang="en-US" sz="1700" spc="-2" dirty="0">
                <a:latin typeface="Times New Roman"/>
                <a:cs typeface="Times New Roman"/>
              </a:rPr>
              <a:t>is </a:t>
            </a:r>
            <a:r>
              <a:rPr lang="en-US" sz="1700" dirty="0">
                <a:latin typeface="Times New Roman"/>
                <a:cs typeface="Times New Roman"/>
              </a:rPr>
              <a:t>f</a:t>
            </a:r>
            <a:r>
              <a:rPr lang="en-US" sz="1700" spc="-5" dirty="0">
                <a:latin typeface="Times New Roman"/>
                <a:cs typeface="Times New Roman"/>
              </a:rPr>
              <a:t>r</a:t>
            </a:r>
            <a:r>
              <a:rPr lang="en-US" sz="1700" spc="-7" dirty="0">
                <a:latin typeface="Times New Roman"/>
                <a:cs typeface="Times New Roman"/>
              </a:rPr>
              <a:t>ee</a:t>
            </a:r>
            <a:r>
              <a:rPr lang="en-US" sz="1700" spc="-2" dirty="0">
                <a:latin typeface="Times New Roman"/>
                <a:cs typeface="Times New Roman"/>
              </a:rPr>
              <a:t>ly</a:t>
            </a:r>
            <a:r>
              <a:rPr lang="en-US" sz="1700" spc="5"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v</a:t>
            </a:r>
            <a:r>
              <a:rPr lang="en-US" sz="1700" spc="-7" dirty="0">
                <a:latin typeface="Times New Roman"/>
                <a:cs typeface="Times New Roman"/>
              </a:rPr>
              <a:t>a</a:t>
            </a:r>
            <a:r>
              <a:rPr lang="en-US" sz="1700" spc="-2" dirty="0">
                <a:latin typeface="Times New Roman"/>
                <a:cs typeface="Times New Roman"/>
              </a:rPr>
              <a:t>il</a:t>
            </a:r>
            <a:r>
              <a:rPr lang="en-US" sz="1700" spc="-7" dirty="0">
                <a:latin typeface="Times New Roman"/>
                <a:cs typeface="Times New Roman"/>
              </a:rPr>
              <a:t>a</a:t>
            </a:r>
            <a:r>
              <a:rPr lang="en-US" sz="1700" spc="-2" dirty="0">
                <a:latin typeface="Times New Roman"/>
                <a:cs typeface="Times New Roman"/>
              </a:rPr>
              <a:t>ble.</a:t>
            </a:r>
            <a:endParaRPr lang="en-US" sz="1700" dirty="0">
              <a:latin typeface="Times New Roman"/>
              <a:cs typeface="Times New Roman"/>
            </a:endParaRPr>
          </a:p>
          <a:p>
            <a:pPr marL="225716" marR="2443" lvl="1" indent="-109651" algn="just">
              <a:spcBef>
                <a:spcPts val="380"/>
              </a:spcBef>
              <a:buSzPct val="83333"/>
              <a:buFont typeface="Symbol"/>
              <a:buChar char=""/>
              <a:tabLst>
                <a:tab pos="226022" algn="l"/>
              </a:tabLst>
            </a:pPr>
            <a:r>
              <a:rPr lang="en-US" sz="1700" spc="-5" dirty="0">
                <a:latin typeface="Times New Roman"/>
                <a:cs typeface="Times New Roman"/>
              </a:rPr>
              <a:t> The</a:t>
            </a:r>
            <a:r>
              <a:rPr lang="en-US" sz="1700" spc="58" dirty="0">
                <a:latin typeface="Times New Roman"/>
                <a:cs typeface="Times New Roman"/>
              </a:rPr>
              <a:t> </a:t>
            </a:r>
            <a:r>
              <a:rPr lang="en-US" sz="1700" spc="-7" dirty="0">
                <a:latin typeface="Times New Roman"/>
                <a:cs typeface="Times New Roman"/>
              </a:rPr>
              <a:t>cac</a:t>
            </a:r>
            <a:r>
              <a:rPr lang="en-US" sz="1700" spc="5" dirty="0">
                <a:latin typeface="Times New Roman"/>
                <a:cs typeface="Times New Roman"/>
              </a:rPr>
              <a:t>h</a:t>
            </a:r>
            <a:r>
              <a:rPr lang="en-US" sz="1700" spc="-5" dirty="0">
                <a:latin typeface="Times New Roman"/>
                <a:cs typeface="Times New Roman"/>
              </a:rPr>
              <a:t>e</a:t>
            </a:r>
            <a:r>
              <a:rPr lang="en-US" sz="1700" spc="60" dirty="0">
                <a:latin typeface="Times New Roman"/>
                <a:cs typeface="Times New Roman"/>
              </a:rPr>
              <a:t> </a:t>
            </a:r>
            <a:r>
              <a:rPr lang="en-US" sz="1700" spc="-2" dirty="0">
                <a:latin typeface="Times New Roman"/>
                <a:cs typeface="Times New Roman"/>
              </a:rPr>
              <a:t>set</a:t>
            </a:r>
            <a:r>
              <a:rPr lang="en-US" sz="1700" spc="63" dirty="0">
                <a:latin typeface="Times New Roman"/>
                <a:cs typeface="Times New Roman"/>
              </a:rPr>
              <a:t> </a:t>
            </a:r>
            <a:r>
              <a:rPr lang="en-US" sz="1700" spc="-2" dirty="0">
                <a:latin typeface="Times New Roman"/>
                <a:cs typeface="Times New Roman"/>
              </a:rPr>
              <a:t>to</a:t>
            </a:r>
            <a:r>
              <a:rPr lang="en-US" sz="1700" spc="63" dirty="0">
                <a:latin typeface="Times New Roman"/>
                <a:cs typeface="Times New Roman"/>
              </a:rPr>
              <a:t> </a:t>
            </a:r>
            <a:r>
              <a:rPr lang="en-US" sz="1700" spc="-7" dirty="0">
                <a:latin typeface="Times New Roman"/>
                <a:cs typeface="Times New Roman"/>
              </a:rPr>
              <a:t>whic</a:t>
            </a:r>
            <a:r>
              <a:rPr lang="en-US" sz="1700" dirty="0">
                <a:latin typeface="Times New Roman"/>
                <a:cs typeface="Times New Roman"/>
              </a:rPr>
              <a:t>h</a:t>
            </a:r>
            <a:r>
              <a:rPr lang="en-US" sz="1700" spc="55" dirty="0">
                <a:latin typeface="Times New Roman"/>
                <a:cs typeface="Times New Roman"/>
              </a:rPr>
              <a:t> </a:t>
            </a:r>
            <a:r>
              <a:rPr lang="en-US" sz="1700" spc="-5" dirty="0">
                <a:latin typeface="Times New Roman"/>
                <a:cs typeface="Times New Roman"/>
              </a:rPr>
              <a:t>a</a:t>
            </a:r>
            <a:r>
              <a:rPr lang="en-US" sz="1700" spc="60" dirty="0">
                <a:latin typeface="Times New Roman"/>
                <a:cs typeface="Times New Roman"/>
              </a:rPr>
              <a:t> </a:t>
            </a:r>
            <a:r>
              <a:rPr lang="en-US" sz="1700" spc="-7" dirty="0">
                <a:latin typeface="Times New Roman"/>
                <a:cs typeface="Times New Roman"/>
              </a:rPr>
              <a:t>ce</a:t>
            </a:r>
            <a:r>
              <a:rPr lang="en-US" sz="1700" spc="-2" dirty="0">
                <a:latin typeface="Times New Roman"/>
                <a:cs typeface="Times New Roman"/>
              </a:rPr>
              <a:t>rt</a:t>
            </a:r>
            <a:r>
              <a:rPr lang="en-US" sz="1700" spc="-10" dirty="0">
                <a:latin typeface="Times New Roman"/>
                <a:cs typeface="Times New Roman"/>
              </a:rPr>
              <a:t>a</a:t>
            </a:r>
            <a:r>
              <a:rPr lang="en-US" sz="1700" spc="-2" dirty="0">
                <a:latin typeface="Times New Roman"/>
                <a:cs typeface="Times New Roman"/>
              </a:rPr>
              <a:t>in</a:t>
            </a:r>
            <a:r>
              <a:rPr lang="en-US" sz="1700" spc="63" dirty="0">
                <a:latin typeface="Times New Roman"/>
                <a:cs typeface="Times New Roman"/>
              </a:rPr>
              <a:t> </a:t>
            </a:r>
            <a:r>
              <a:rPr lang="en-US" sz="1700" spc="-5" dirty="0">
                <a:latin typeface="Times New Roman"/>
                <a:cs typeface="Times New Roman"/>
              </a:rPr>
              <a:t>main</a:t>
            </a:r>
            <a:r>
              <a:rPr lang="en-US" sz="1700" spc="63"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a:t>
            </a:r>
            <a:r>
              <a:rPr lang="en-US" sz="1700" spc="63" dirty="0">
                <a:latin typeface="Times New Roman"/>
                <a:cs typeface="Times New Roman"/>
              </a:rPr>
              <a:t> </a:t>
            </a:r>
            <a:r>
              <a:rPr lang="en-US" sz="1700" spc="-5" dirty="0">
                <a:latin typeface="Times New Roman"/>
                <a:cs typeface="Times New Roman"/>
              </a:rPr>
              <a:t>block</a:t>
            </a:r>
            <a:r>
              <a:rPr lang="en-US" sz="1700" spc="60" dirty="0">
                <a:latin typeface="Times New Roman"/>
                <a:cs typeface="Times New Roman"/>
              </a:rPr>
              <a:t> </a:t>
            </a:r>
            <a:r>
              <a:rPr lang="en-US" sz="1700" spc="-7" dirty="0">
                <a:latin typeface="Times New Roman"/>
                <a:cs typeface="Times New Roman"/>
              </a:rPr>
              <a:t>ca</a:t>
            </a:r>
            <a:r>
              <a:rPr lang="en-US" sz="1700" dirty="0">
                <a:latin typeface="Times New Roman"/>
                <a:cs typeface="Times New Roman"/>
              </a:rPr>
              <a:t>n</a:t>
            </a:r>
            <a:r>
              <a:rPr lang="en-US" sz="1700" spc="63" dirty="0">
                <a:latin typeface="Times New Roman"/>
                <a:cs typeface="Times New Roman"/>
              </a:rPr>
              <a:t> </a:t>
            </a:r>
            <a:r>
              <a:rPr lang="en-US" sz="1700" spc="-5" dirty="0">
                <a:latin typeface="Times New Roman"/>
                <a:cs typeface="Times New Roman"/>
              </a:rPr>
              <a:t>map</a:t>
            </a:r>
            <a:r>
              <a:rPr lang="en-US" sz="1700" spc="60" dirty="0">
                <a:latin typeface="Times New Roman"/>
                <a:cs typeface="Times New Roman"/>
              </a:rPr>
              <a:t> </a:t>
            </a:r>
            <a:r>
              <a:rPr lang="en-US" sz="1700" spc="-2" dirty="0">
                <a:latin typeface="Times New Roman"/>
                <a:cs typeface="Times New Roman"/>
              </a:rPr>
              <a:t>is</a:t>
            </a:r>
            <a:r>
              <a:rPr lang="en-US" sz="1700" spc="63" dirty="0">
                <a:latin typeface="Times New Roman"/>
                <a:cs typeface="Times New Roman"/>
              </a:rPr>
              <a:t> </a:t>
            </a:r>
            <a:r>
              <a:rPr lang="en-US" sz="1700" spc="-5" dirty="0">
                <a:latin typeface="Times New Roman"/>
                <a:cs typeface="Times New Roman"/>
              </a:rPr>
              <a:t>basica</a:t>
            </a:r>
            <a:r>
              <a:rPr lang="en-US" sz="1700" spc="-2" dirty="0">
                <a:latin typeface="Times New Roman"/>
                <a:cs typeface="Times New Roman"/>
              </a:rPr>
              <a:t>ll</a:t>
            </a:r>
            <a:r>
              <a:rPr lang="en-US" sz="1700" dirty="0">
                <a:latin typeface="Times New Roman"/>
                <a:cs typeface="Times New Roman"/>
              </a:rPr>
              <a:t>y</a:t>
            </a:r>
            <a:r>
              <a:rPr lang="en-US" sz="1700" spc="63" dirty="0">
                <a:latin typeface="Times New Roman"/>
                <a:cs typeface="Times New Roman"/>
              </a:rPr>
              <a:t> </a:t>
            </a:r>
            <a:r>
              <a:rPr lang="en-US" sz="1700" spc="-5" dirty="0">
                <a:latin typeface="Times New Roman"/>
                <a:cs typeface="Times New Roman"/>
              </a:rPr>
              <a:t>given</a:t>
            </a:r>
            <a:r>
              <a:rPr lang="en-US" sz="1700" spc="60"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s </a:t>
            </a:r>
            <a:r>
              <a:rPr lang="en-US" sz="1700" spc="-2" dirty="0">
                <a:latin typeface="Times New Roman"/>
                <a:cs typeface="Times New Roman"/>
              </a:rPr>
              <a:t>follows:</a:t>
            </a:r>
            <a:endParaRPr lang="en-US" sz="1700" dirty="0">
              <a:latin typeface="Times New Roman"/>
              <a:cs typeface="Times New Roman"/>
            </a:endParaRPr>
          </a:p>
          <a:p>
            <a:pPr marL="6109" marR="2749">
              <a:spcBef>
                <a:spcPts val="385"/>
              </a:spcBef>
            </a:pPr>
            <a:r>
              <a:rPr lang="en-US" sz="1700" spc="-5"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he</a:t>
            </a:r>
            <a:r>
              <a:rPr lang="en-US" sz="1700" spc="65" dirty="0">
                <a:latin typeface="Times New Roman"/>
                <a:cs typeface="Times New Roman"/>
              </a:rPr>
              <a:t> </a:t>
            </a:r>
            <a:r>
              <a:rPr lang="en-US" sz="1700" spc="-2" dirty="0">
                <a:latin typeface="Times New Roman"/>
                <a:cs typeface="Times New Roman"/>
              </a:rPr>
              <a:t>set</a:t>
            </a:r>
            <a:r>
              <a:rPr lang="en-US" sz="1700" dirty="0">
                <a:latin typeface="Times New Roman"/>
                <a:cs typeface="Times New Roman"/>
              </a:rPr>
              <a:t> </a:t>
            </a:r>
            <a:r>
              <a:rPr lang="en-US" sz="1700" spc="-70" dirty="0">
                <a:latin typeface="Times New Roman"/>
                <a:cs typeface="Times New Roman"/>
              </a:rPr>
              <a:t> </a:t>
            </a:r>
            <a:r>
              <a:rPr lang="en-US" sz="1700" spc="-5" dirty="0">
                <a:latin typeface="Times New Roman"/>
                <a:cs typeface="Times New Roman"/>
              </a:rPr>
              <a:t>number</a:t>
            </a:r>
            <a:r>
              <a:rPr lang="en-US" sz="1700" spc="70" dirty="0">
                <a:latin typeface="Times New Roman"/>
                <a:cs typeface="Times New Roman"/>
              </a:rPr>
              <a:t> </a:t>
            </a:r>
            <a:r>
              <a:rPr lang="en-US" sz="1700" spc="-5" dirty="0">
                <a:latin typeface="Times New Roman"/>
                <a:cs typeface="Times New Roman"/>
              </a:rPr>
              <a:t>=</a:t>
            </a:r>
            <a:r>
              <a:rPr lang="en-US" sz="1700" spc="65" dirty="0">
                <a:latin typeface="Times New Roman"/>
                <a:cs typeface="Times New Roman"/>
              </a:rPr>
              <a:t> </a:t>
            </a:r>
            <a:r>
              <a:rPr lang="en-US" sz="1700" spc="-5" dirty="0">
                <a:latin typeface="Times New Roman"/>
                <a:cs typeface="Times New Roman"/>
              </a:rPr>
              <a:t>(B</a:t>
            </a:r>
            <a:r>
              <a:rPr lang="en-US" sz="1700" dirty="0">
                <a:latin typeface="Times New Roman"/>
                <a:cs typeface="Times New Roman"/>
              </a:rPr>
              <a:t>l</a:t>
            </a:r>
            <a:r>
              <a:rPr lang="en-US" sz="1700" spc="-5" dirty="0">
                <a:latin typeface="Times New Roman"/>
                <a:cs typeface="Times New Roman"/>
              </a:rPr>
              <a:t>o</a:t>
            </a:r>
            <a:r>
              <a:rPr lang="en-US" sz="1700" spc="-7" dirty="0">
                <a:latin typeface="Times New Roman"/>
                <a:cs typeface="Times New Roman"/>
              </a:rPr>
              <a:t>c</a:t>
            </a:r>
            <a:r>
              <a:rPr lang="en-US" sz="1700" dirty="0">
                <a:latin typeface="Times New Roman"/>
                <a:cs typeface="Times New Roman"/>
              </a:rPr>
              <a:t>k</a:t>
            </a:r>
            <a:r>
              <a:rPr lang="en-US" sz="1700" spc="67" dirty="0">
                <a:latin typeface="Times New Roman"/>
                <a:cs typeface="Times New Roman"/>
              </a:rPr>
              <a:t> </a:t>
            </a:r>
            <a:r>
              <a:rPr lang="en-US" sz="1700" spc="-2" dirty="0">
                <a:latin typeface="Times New Roman"/>
                <a:cs typeface="Times New Roman"/>
              </a:rPr>
              <a:t>Add</a:t>
            </a:r>
            <a:r>
              <a:rPr lang="en-US" sz="1700" spc="2" dirty="0">
                <a:latin typeface="Times New Roman"/>
                <a:cs typeface="Times New Roman"/>
              </a:rPr>
              <a:t>r</a:t>
            </a:r>
            <a:r>
              <a:rPr lang="en-US" sz="1700" spc="-7" dirty="0">
                <a:latin typeface="Times New Roman"/>
                <a:cs typeface="Times New Roman"/>
              </a:rPr>
              <a:t>e</a:t>
            </a:r>
            <a:r>
              <a:rPr lang="en-US" sz="1700" spc="-2" dirty="0">
                <a:latin typeface="Times New Roman"/>
                <a:cs typeface="Times New Roman"/>
              </a:rPr>
              <a:t>s</a:t>
            </a:r>
            <a:r>
              <a:rPr lang="en-US" sz="1700" dirty="0">
                <a:latin typeface="Times New Roman"/>
                <a:cs typeface="Times New Roman"/>
              </a:rPr>
              <a:t>s</a:t>
            </a:r>
            <a:r>
              <a:rPr lang="en-US" sz="1700" spc="70" dirty="0">
                <a:latin typeface="Times New Roman"/>
                <a:cs typeface="Times New Roman"/>
              </a:rPr>
              <a:t> </a:t>
            </a:r>
            <a:r>
              <a:rPr lang="en-US" sz="1700" dirty="0">
                <a:latin typeface="Times New Roman"/>
                <a:cs typeface="Times New Roman"/>
              </a:rPr>
              <a:t>of</a:t>
            </a:r>
            <a:r>
              <a:rPr lang="en-US" sz="1700" spc="65" dirty="0">
                <a:latin typeface="Times New Roman"/>
                <a:cs typeface="Times New Roman"/>
              </a:rPr>
              <a:t> </a:t>
            </a:r>
            <a:r>
              <a:rPr lang="en-US" sz="1700" spc="-2" dirty="0">
                <a:latin typeface="Times New Roman"/>
                <a:cs typeface="Times New Roman"/>
              </a:rPr>
              <a:t>the</a:t>
            </a:r>
            <a:r>
              <a:rPr lang="en-US" sz="1700" dirty="0">
                <a:latin typeface="Times New Roman"/>
                <a:cs typeface="Times New Roman"/>
              </a:rPr>
              <a:t> </a:t>
            </a:r>
            <a:r>
              <a:rPr lang="en-US" sz="1700" spc="-72" dirty="0">
                <a:latin typeface="Times New Roman"/>
                <a:cs typeface="Times New Roman"/>
              </a:rPr>
              <a:t> </a:t>
            </a:r>
            <a:r>
              <a:rPr lang="en-US" sz="1700" spc="-2" dirty="0">
                <a:latin typeface="Times New Roman"/>
                <a:cs typeface="Times New Roman"/>
              </a:rPr>
              <a:t>Ma</a:t>
            </a:r>
            <a:r>
              <a:rPr lang="en-US" sz="1700" dirty="0">
                <a:latin typeface="Times New Roman"/>
                <a:cs typeface="Times New Roman"/>
              </a:rPr>
              <a:t>in</a:t>
            </a:r>
            <a:r>
              <a:rPr lang="en-US" sz="1700" spc="67" dirty="0">
                <a:latin typeface="Times New Roman"/>
                <a:cs typeface="Times New Roman"/>
              </a:rPr>
              <a:t> </a:t>
            </a:r>
            <a:r>
              <a:rPr lang="en-US" sz="1700" spc="-2" dirty="0">
                <a:latin typeface="Times New Roman"/>
                <a:cs typeface="Times New Roman"/>
              </a:rPr>
              <a:t>Me</a:t>
            </a:r>
            <a:r>
              <a:rPr lang="en-US" sz="1700" spc="-5" dirty="0">
                <a:latin typeface="Times New Roman"/>
                <a:cs typeface="Times New Roman"/>
              </a:rPr>
              <a:t>mory)</a:t>
            </a:r>
            <a:r>
              <a:rPr lang="en-US" sz="1700" spc="65" dirty="0">
                <a:latin typeface="Times New Roman"/>
                <a:cs typeface="Times New Roman"/>
              </a:rPr>
              <a:t> </a:t>
            </a:r>
            <a:r>
              <a:rPr lang="en-US" sz="1700" spc="-7" dirty="0">
                <a:latin typeface="Times New Roman"/>
                <a:cs typeface="Times New Roman"/>
              </a:rPr>
              <a:t>Modu</a:t>
            </a:r>
            <a:r>
              <a:rPr lang="en-US" sz="1700" spc="-2" dirty="0">
                <a:latin typeface="Times New Roman"/>
                <a:cs typeface="Times New Roman"/>
              </a:rPr>
              <a:t>l</a:t>
            </a:r>
            <a:r>
              <a:rPr lang="en-US" sz="1700" dirty="0">
                <a:latin typeface="Times New Roman"/>
                <a:cs typeface="Times New Roman"/>
              </a:rPr>
              <a:t>o </a:t>
            </a:r>
            <a:r>
              <a:rPr lang="en-US" sz="1700" spc="-72" dirty="0">
                <a:latin typeface="Times New Roman"/>
                <a:cs typeface="Times New Roman"/>
              </a:rPr>
              <a:t> </a:t>
            </a:r>
            <a:r>
              <a:rPr lang="en-US" sz="1700" spc="-2" dirty="0">
                <a:latin typeface="Times New Roman"/>
                <a:cs typeface="Times New Roman"/>
              </a:rPr>
              <a:t>(</a:t>
            </a:r>
            <a:r>
              <a:rPr lang="en-US" sz="1700" spc="-7" dirty="0">
                <a:latin typeface="Times New Roman"/>
                <a:cs typeface="Times New Roman"/>
              </a:rPr>
              <a:t>T</a:t>
            </a:r>
            <a:r>
              <a:rPr lang="en-US" sz="1700" spc="5" dirty="0">
                <a:latin typeface="Times New Roman"/>
                <a:cs typeface="Times New Roman"/>
              </a:rPr>
              <a:t>o</a:t>
            </a:r>
            <a:r>
              <a:rPr lang="en-US" sz="1700" spc="-2" dirty="0">
                <a:latin typeface="Times New Roman"/>
                <a:cs typeface="Times New Roman"/>
              </a:rPr>
              <a:t>tal</a:t>
            </a:r>
            <a:r>
              <a:rPr lang="en-US" sz="1700" spc="67" dirty="0">
                <a:latin typeface="Times New Roman"/>
                <a:cs typeface="Times New Roman"/>
              </a:rPr>
              <a:t> </a:t>
            </a:r>
            <a:r>
              <a:rPr lang="en-US" sz="1700" spc="-7" dirty="0">
                <a:latin typeface="Times New Roman"/>
                <a:cs typeface="Times New Roman"/>
              </a:rPr>
              <a:t>Numbe</a:t>
            </a:r>
            <a:r>
              <a:rPr lang="en-US" sz="1700" dirty="0">
                <a:latin typeface="Times New Roman"/>
                <a:cs typeface="Times New Roman"/>
              </a:rPr>
              <a:t>r</a:t>
            </a:r>
            <a:r>
              <a:rPr lang="en-US" sz="1700" spc="65" dirty="0">
                <a:latin typeface="Times New Roman"/>
                <a:cs typeface="Times New Roman"/>
              </a:rPr>
              <a:t> </a:t>
            </a:r>
            <a:r>
              <a:rPr lang="en-US" sz="1700" spc="5" dirty="0">
                <a:latin typeface="Times New Roman"/>
                <a:cs typeface="Times New Roman"/>
              </a:rPr>
              <a:t>o</a:t>
            </a:r>
            <a:r>
              <a:rPr lang="en-US" sz="1700" dirty="0">
                <a:latin typeface="Times New Roman"/>
                <a:cs typeface="Times New Roman"/>
              </a:rPr>
              <a:t>f</a:t>
            </a:r>
            <a:r>
              <a:rPr lang="en-US" sz="1700" spc="65" dirty="0">
                <a:latin typeface="Times New Roman"/>
                <a:cs typeface="Times New Roman"/>
              </a:rPr>
              <a:t> </a:t>
            </a:r>
            <a:r>
              <a:rPr lang="en-US" sz="1700" spc="-2" dirty="0">
                <a:latin typeface="Times New Roman"/>
                <a:cs typeface="Times New Roman"/>
              </a:rPr>
              <a:t>sets pr</a:t>
            </a:r>
            <a:r>
              <a:rPr lang="en-US" sz="1700" spc="-10" dirty="0">
                <a:latin typeface="Times New Roman"/>
                <a:cs typeface="Times New Roman"/>
              </a:rPr>
              <a:t>e</a:t>
            </a:r>
            <a:r>
              <a:rPr lang="en-US" sz="1700" spc="-2" dirty="0">
                <a:latin typeface="Times New Roman"/>
                <a:cs typeface="Times New Roman"/>
              </a:rPr>
              <a:t>sent</a:t>
            </a:r>
            <a:r>
              <a:rPr lang="en-US" sz="1700" dirty="0">
                <a:latin typeface="Times New Roman"/>
                <a:cs typeface="Times New Roman"/>
              </a:rPr>
              <a:t> </a:t>
            </a:r>
            <a:r>
              <a:rPr lang="en-US" sz="1700" spc="-2" dirty="0">
                <a:latin typeface="Times New Roman"/>
                <a:cs typeface="Times New Roman"/>
              </a:rPr>
              <a:t>i</a:t>
            </a:r>
            <a:r>
              <a:rPr lang="en-US" sz="1700" dirty="0">
                <a:latin typeface="Times New Roman"/>
                <a:cs typeface="Times New Roman"/>
              </a:rPr>
              <a:t>n </a:t>
            </a:r>
            <a:r>
              <a:rPr lang="en-US" sz="1700" spc="-2" dirty="0">
                <a:latin typeface="Times New Roman"/>
                <a:cs typeface="Times New Roman"/>
              </a:rPr>
              <a:t>the </a:t>
            </a:r>
            <a:r>
              <a:rPr lang="en-US" sz="1700" spc="-5"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a:t>
            </a:r>
            <a:r>
              <a:rPr lang="en-US" sz="1700" spc="-7" dirty="0">
                <a:latin typeface="Times New Roman"/>
                <a:cs typeface="Times New Roman"/>
              </a:rPr>
              <a:t>e</a:t>
            </a:r>
            <a:r>
              <a:rPr lang="en-US" sz="1700" dirty="0">
                <a:latin typeface="Times New Roman"/>
                <a:cs typeface="Times New Roman"/>
              </a:rPr>
              <a:t>)</a:t>
            </a:r>
          </a:p>
          <a:p>
            <a:pPr marL="6109" algn="just">
              <a:spcBef>
                <a:spcPts val="339"/>
              </a:spcBef>
            </a:pPr>
            <a:r>
              <a:rPr lang="en-US" sz="1700" spc="-5" dirty="0">
                <a:latin typeface="Times New Roman"/>
                <a:cs typeface="Times New Roman"/>
              </a:rPr>
              <a:t>L</a:t>
            </a:r>
            <a:r>
              <a:rPr lang="en-US" sz="1700" spc="-10" dirty="0">
                <a:latin typeface="Times New Roman"/>
                <a:cs typeface="Times New Roman"/>
              </a:rPr>
              <a:t>e</a:t>
            </a:r>
            <a:r>
              <a:rPr lang="en-US" sz="1700" spc="-2" dirty="0">
                <a:latin typeface="Times New Roman"/>
                <a:cs typeface="Times New Roman"/>
              </a:rPr>
              <a:t>t</a:t>
            </a:r>
            <a:r>
              <a:rPr lang="en-US" sz="1700" dirty="0">
                <a:latin typeface="Times New Roman"/>
                <a:cs typeface="Times New Roman"/>
              </a:rPr>
              <a:t> us</a:t>
            </a:r>
            <a:r>
              <a:rPr lang="en-US" sz="1700" spc="-2" dirty="0">
                <a:latin typeface="Times New Roman"/>
                <a:cs typeface="Times New Roman"/>
              </a:rPr>
              <a:t> consider</a:t>
            </a:r>
            <a:r>
              <a:rPr lang="en-US" sz="1700" spc="-5" dirty="0">
                <a:latin typeface="Times New Roman"/>
                <a:cs typeface="Times New Roman"/>
              </a:rPr>
              <a:t> </a:t>
            </a:r>
            <a:r>
              <a:rPr lang="en-US" sz="1700" spc="-2" dirty="0">
                <a:latin typeface="Times New Roman"/>
                <a:cs typeface="Times New Roman"/>
              </a:rPr>
              <a:t>the</a:t>
            </a:r>
            <a:r>
              <a:rPr lang="en-US" sz="1700" spc="2" dirty="0">
                <a:latin typeface="Times New Roman"/>
                <a:cs typeface="Times New Roman"/>
              </a:rPr>
              <a:t> </a:t>
            </a:r>
            <a:r>
              <a:rPr lang="en-US" sz="1700" spc="-7" dirty="0">
                <a:latin typeface="Times New Roman"/>
                <a:cs typeface="Times New Roman"/>
              </a:rPr>
              <a:t>e</a:t>
            </a:r>
            <a:r>
              <a:rPr lang="en-US" sz="1700" spc="-5" dirty="0">
                <a:latin typeface="Times New Roman"/>
                <a:cs typeface="Times New Roman"/>
              </a:rPr>
              <a:t>x</a:t>
            </a:r>
            <a:r>
              <a:rPr lang="en-US" sz="1700" spc="-7" dirty="0">
                <a:latin typeface="Times New Roman"/>
                <a:cs typeface="Times New Roman"/>
              </a:rPr>
              <a:t>a</a:t>
            </a:r>
            <a:r>
              <a:rPr lang="en-US" sz="1700" dirty="0">
                <a:latin typeface="Times New Roman"/>
                <a:cs typeface="Times New Roman"/>
              </a:rPr>
              <a:t>m</a:t>
            </a:r>
            <a:r>
              <a:rPr lang="en-US" sz="1700" spc="-2" dirty="0">
                <a:latin typeface="Times New Roman"/>
                <a:cs typeface="Times New Roman"/>
              </a:rPr>
              <a:t>ple</a:t>
            </a:r>
            <a:r>
              <a:rPr lang="en-US" sz="1700" dirty="0">
                <a:latin typeface="Times New Roman"/>
                <a:cs typeface="Times New Roman"/>
              </a:rPr>
              <a:t> </a:t>
            </a:r>
            <a:r>
              <a:rPr lang="en-US" sz="1700" spc="-5" dirty="0">
                <a:latin typeface="Times New Roman"/>
                <a:cs typeface="Times New Roman"/>
              </a:rPr>
              <a:t>giv</a:t>
            </a:r>
            <a:r>
              <a:rPr lang="en-US" sz="1700" spc="-7" dirty="0">
                <a:latin typeface="Times New Roman"/>
                <a:cs typeface="Times New Roman"/>
              </a:rPr>
              <a:t>e</a:t>
            </a:r>
            <a:r>
              <a:rPr lang="en-US" sz="1700" dirty="0">
                <a:latin typeface="Times New Roman"/>
                <a:cs typeface="Times New Roman"/>
              </a:rPr>
              <a:t>n </a:t>
            </a:r>
            <a:r>
              <a:rPr lang="en-US" sz="1700" spc="-7" dirty="0">
                <a:latin typeface="Times New Roman"/>
                <a:cs typeface="Times New Roman"/>
              </a:rPr>
              <a:t>a</a:t>
            </a:r>
            <a:r>
              <a:rPr lang="en-US" sz="1700" dirty="0">
                <a:latin typeface="Times New Roman"/>
                <a:cs typeface="Times New Roman"/>
              </a:rPr>
              <a:t>s</a:t>
            </a:r>
            <a:r>
              <a:rPr lang="en-US" sz="1700" spc="-2" dirty="0">
                <a:latin typeface="Times New Roman"/>
                <a:cs typeface="Times New Roman"/>
              </a:rPr>
              <a:t> </a:t>
            </a:r>
            <a:r>
              <a:rPr lang="en-US" sz="1700" dirty="0">
                <a:latin typeface="Times New Roman"/>
                <a:cs typeface="Times New Roman"/>
              </a:rPr>
              <a:t>follows of </a:t>
            </a:r>
            <a:r>
              <a:rPr lang="en-US" sz="1700" spc="-5" dirty="0">
                <a:latin typeface="Times New Roman"/>
                <a:cs typeface="Times New Roman"/>
              </a:rPr>
              <a:t>a</a:t>
            </a:r>
            <a:r>
              <a:rPr lang="en-US" sz="1700" dirty="0">
                <a:latin typeface="Times New Roman"/>
                <a:cs typeface="Times New Roman"/>
              </a:rPr>
              <a:t> tw</a:t>
            </a:r>
            <a:r>
              <a:rPr lang="en-US" sz="1700" spc="2" dirty="0">
                <a:latin typeface="Times New Roman"/>
                <a:cs typeface="Times New Roman"/>
              </a:rPr>
              <a:t>o</a:t>
            </a:r>
            <a:r>
              <a:rPr lang="en-US" sz="1700" spc="-2" dirty="0">
                <a:latin typeface="Times New Roman"/>
                <a:cs typeface="Times New Roman"/>
              </a:rPr>
              <a:t>-w</a:t>
            </a:r>
            <a:r>
              <a:rPr lang="en-US" sz="1700" spc="-5" dirty="0">
                <a:latin typeface="Times New Roman"/>
                <a:cs typeface="Times New Roman"/>
              </a:rPr>
              <a:t>a</a:t>
            </a:r>
            <a:r>
              <a:rPr lang="en-US" sz="1700" dirty="0">
                <a:latin typeface="Times New Roman"/>
                <a:cs typeface="Times New Roman"/>
              </a:rPr>
              <a:t>y </a:t>
            </a:r>
            <a:r>
              <a:rPr lang="en-US" sz="1700" spc="-2" dirty="0">
                <a:latin typeface="Times New Roman"/>
                <a:cs typeface="Times New Roman"/>
              </a:rPr>
              <a:t>set</a:t>
            </a:r>
            <a:r>
              <a:rPr lang="en-US" sz="1700" spc="5" dirty="0">
                <a:latin typeface="Times New Roman"/>
                <a:cs typeface="Times New Roman"/>
              </a:rPr>
              <a:t>-</a:t>
            </a:r>
            <a:r>
              <a:rPr lang="en-US" sz="1700" spc="-5" dirty="0">
                <a:latin typeface="Times New Roman"/>
                <a:cs typeface="Times New Roman"/>
              </a:rPr>
              <a:t>associa</a:t>
            </a:r>
            <a:r>
              <a:rPr lang="en-US" sz="1700" spc="-2" dirty="0">
                <a:latin typeface="Times New Roman"/>
                <a:cs typeface="Times New Roman"/>
              </a:rPr>
              <a:t>tive</a:t>
            </a:r>
            <a:r>
              <a:rPr lang="en-US" sz="1700" spc="2" dirty="0">
                <a:latin typeface="Times New Roman"/>
                <a:cs typeface="Times New Roman"/>
              </a:rPr>
              <a:t> </a:t>
            </a:r>
            <a:r>
              <a:rPr lang="en-US" sz="1700" spc="-5" dirty="0">
                <a:latin typeface="Times New Roman"/>
                <a:cs typeface="Times New Roman"/>
              </a:rPr>
              <a:t>mapping:</a:t>
            </a:r>
            <a:endParaRPr lang="en-US" sz="1700" dirty="0">
              <a:latin typeface="Times New Roman"/>
              <a:cs typeface="Times New Roman"/>
            </a:endParaRPr>
          </a:p>
        </p:txBody>
      </p:sp>
    </p:spTree>
    <p:extLst>
      <p:ext uri="{BB962C8B-B14F-4D97-AF65-F5344CB8AC3E}">
        <p14:creationId xmlns:p14="http://schemas.microsoft.com/office/powerpoint/2010/main" val="484486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CC569-6820-98A6-DB71-5D91C1EF0A9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004E75F-B768-023D-1B21-AEAF2863EBC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FFDD575-F947-259F-A6F0-F343402393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6BD1347-EC93-D5BB-877C-885CFDD5E98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12CDF32-E9FF-5431-D880-B90890A6D4F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6"/>
          <p:cNvSpPr/>
          <p:nvPr/>
        </p:nvSpPr>
        <p:spPr>
          <a:xfrm>
            <a:off x="5334000" y="1504950"/>
            <a:ext cx="3581400" cy="2291017"/>
          </a:xfrm>
          <a:prstGeom prst="rect">
            <a:avLst/>
          </a:prstGeom>
          <a:blipFill>
            <a:blip r:embed="rId6" cstate="print"/>
            <a:stretch>
              <a:fillRect/>
            </a:stretch>
          </a:blipFill>
        </p:spPr>
        <p:txBody>
          <a:bodyPr wrap="square" lIns="0" tIns="0" rIns="0" bIns="0" rtlCol="0"/>
          <a:lstStyle/>
          <a:p>
            <a:endParaRPr sz="866" dirty="0"/>
          </a:p>
        </p:txBody>
      </p:sp>
      <p:sp>
        <p:nvSpPr>
          <p:cNvPr id="4" name="object 4"/>
          <p:cNvSpPr txBox="1"/>
          <p:nvPr/>
        </p:nvSpPr>
        <p:spPr>
          <a:xfrm>
            <a:off x="657854" y="665844"/>
            <a:ext cx="4495800" cy="3924151"/>
          </a:xfrm>
          <a:prstGeom prst="rect">
            <a:avLst/>
          </a:prstGeom>
        </p:spPr>
        <p:txBody>
          <a:bodyPr vert="horz" wrap="square" lIns="0" tIns="0" rIns="0" bIns="0" rtlCol="0">
            <a:spAutoFit/>
          </a:bodyPr>
          <a:lstStyle/>
          <a:p>
            <a:pPr marL="6109" algn="just"/>
            <a:r>
              <a:rPr sz="1700" spc="-10" dirty="0">
                <a:latin typeface="Times New Roman"/>
                <a:cs typeface="Times New Roman"/>
              </a:rPr>
              <a:t>I</a:t>
            </a:r>
            <a:r>
              <a:rPr sz="1700" dirty="0">
                <a:latin typeface="Times New Roman"/>
                <a:cs typeface="Times New Roman"/>
              </a:rPr>
              <a:t>n </a:t>
            </a:r>
            <a:r>
              <a:rPr sz="1700" spc="-2" dirty="0">
                <a:latin typeface="Times New Roman"/>
                <a:cs typeface="Times New Roman"/>
              </a:rPr>
              <a:t>thi</a:t>
            </a:r>
            <a:r>
              <a:rPr sz="1700" dirty="0">
                <a:latin typeface="Times New Roman"/>
                <a:cs typeface="Times New Roman"/>
              </a:rPr>
              <a:t>s</a:t>
            </a:r>
            <a:r>
              <a:rPr sz="1700" spc="-2" dirty="0">
                <a:latin typeface="Times New Roman"/>
                <a:cs typeface="Times New Roman"/>
              </a:rPr>
              <a:t> c</a:t>
            </a:r>
            <a:r>
              <a:rPr sz="1700" spc="-7" dirty="0">
                <a:latin typeface="Times New Roman"/>
                <a:cs typeface="Times New Roman"/>
              </a:rPr>
              <a:t>a</a:t>
            </a:r>
            <a:r>
              <a:rPr sz="1700" spc="-2" dirty="0">
                <a:latin typeface="Times New Roman"/>
                <a:cs typeface="Times New Roman"/>
              </a:rPr>
              <a:t>se</a:t>
            </a:r>
            <a:r>
              <a:rPr sz="1700" dirty="0">
                <a:latin typeface="Times New Roman"/>
                <a:cs typeface="Times New Roman"/>
              </a:rPr>
              <a:t>,</a:t>
            </a:r>
            <a:endParaRPr lang="en-US" sz="1700" dirty="0">
              <a:latin typeface="Times New Roman"/>
              <a:cs typeface="Times New Roman"/>
            </a:endParaRPr>
          </a:p>
          <a:p>
            <a:pPr marL="291859" indent="-285750" algn="just">
              <a:buFont typeface="Arial" panose="020B0604020202020204" pitchFamily="34" charset="0"/>
              <a:buChar char="•"/>
            </a:pPr>
            <a:r>
              <a:rPr sz="1700" dirty="0">
                <a:latin typeface="Times New Roman"/>
                <a:cs typeface="Times New Roman"/>
              </a:rPr>
              <a:t>k </a:t>
            </a:r>
            <a:r>
              <a:rPr sz="1700" spc="-5" dirty="0">
                <a:latin typeface="Times New Roman"/>
                <a:cs typeface="Times New Roman"/>
              </a:rPr>
              <a:t>=</a:t>
            </a:r>
            <a:r>
              <a:rPr sz="1700" spc="-2" dirty="0">
                <a:latin typeface="Times New Roman"/>
                <a:cs typeface="Times New Roman"/>
              </a:rPr>
              <a:t> </a:t>
            </a:r>
            <a:r>
              <a:rPr sz="1700" dirty="0">
                <a:latin typeface="Times New Roman"/>
                <a:cs typeface="Times New Roman"/>
              </a:rPr>
              <a:t>2 </a:t>
            </a:r>
            <a:r>
              <a:rPr sz="1700" spc="-2" dirty="0">
                <a:latin typeface="Times New Roman"/>
                <a:cs typeface="Times New Roman"/>
              </a:rPr>
              <a:t>woul</a:t>
            </a:r>
            <a:r>
              <a:rPr sz="1700" dirty="0">
                <a:latin typeface="Times New Roman"/>
                <a:cs typeface="Times New Roman"/>
              </a:rPr>
              <a:t>d </a:t>
            </a:r>
            <a:r>
              <a:rPr sz="1700" spc="-2" dirty="0">
                <a:latin typeface="Times New Roman"/>
                <a:cs typeface="Times New Roman"/>
              </a:rPr>
              <a:t>sugge</a:t>
            </a:r>
            <a:r>
              <a:rPr sz="1700" spc="-5" dirty="0">
                <a:latin typeface="Times New Roman"/>
                <a:cs typeface="Times New Roman"/>
              </a:rPr>
              <a:t>s</a:t>
            </a:r>
            <a:r>
              <a:rPr sz="1700" spc="-2" dirty="0">
                <a:latin typeface="Times New Roman"/>
                <a:cs typeface="Times New Roman"/>
              </a:rPr>
              <a:t>t</a:t>
            </a:r>
            <a:r>
              <a:rPr sz="1700" dirty="0">
                <a:latin typeface="Times New Roman"/>
                <a:cs typeface="Times New Roman"/>
              </a:rPr>
              <a:t> t</a:t>
            </a:r>
            <a:r>
              <a:rPr sz="1700" spc="-5" dirty="0">
                <a:latin typeface="Times New Roman"/>
                <a:cs typeface="Times New Roman"/>
              </a:rPr>
              <a:t>h</a:t>
            </a:r>
            <a:r>
              <a:rPr sz="1700" spc="-7"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ev</a:t>
            </a:r>
            <a:r>
              <a:rPr sz="1700" spc="-10" dirty="0">
                <a:latin typeface="Times New Roman"/>
                <a:cs typeface="Times New Roman"/>
              </a:rPr>
              <a:t>e</a:t>
            </a:r>
            <a:r>
              <a:rPr sz="1700" dirty="0">
                <a:latin typeface="Times New Roman"/>
                <a:cs typeface="Times New Roman"/>
              </a:rPr>
              <a:t>ry </a:t>
            </a:r>
            <a:r>
              <a:rPr sz="1700" spc="-2" dirty="0">
                <a:latin typeface="Times New Roman"/>
                <a:cs typeface="Times New Roman"/>
              </a:rPr>
              <a:t>s</a:t>
            </a:r>
            <a:r>
              <a:rPr sz="1700" spc="-5" dirty="0">
                <a:latin typeface="Times New Roman"/>
                <a:cs typeface="Times New Roman"/>
              </a:rPr>
              <a:t>e</a:t>
            </a:r>
            <a:r>
              <a:rPr sz="1700" spc="-2" dirty="0">
                <a:latin typeface="Times New Roman"/>
                <a:cs typeface="Times New Roman"/>
              </a:rPr>
              <a:t>t</a:t>
            </a:r>
            <a:r>
              <a:rPr sz="1700" spc="5" dirty="0">
                <a:latin typeface="Times New Roman"/>
                <a:cs typeface="Times New Roman"/>
              </a:rPr>
              <a:t> </a:t>
            </a:r>
            <a:r>
              <a:rPr sz="1700" spc="-7" dirty="0">
                <a:latin typeface="Times New Roman"/>
                <a:cs typeface="Times New Roman"/>
              </a:rPr>
              <a:t>c</a:t>
            </a:r>
            <a:r>
              <a:rPr sz="1700" spc="-2" dirty="0">
                <a:latin typeface="Times New Roman"/>
                <a:cs typeface="Times New Roman"/>
              </a:rPr>
              <a:t>onsist</a:t>
            </a:r>
            <a:r>
              <a:rPr sz="1700" dirty="0">
                <a:latin typeface="Times New Roman"/>
                <a:cs typeface="Times New Roman"/>
              </a:rPr>
              <a:t>s of t</a:t>
            </a:r>
            <a:r>
              <a:rPr sz="1700" spc="-2" dirty="0">
                <a:latin typeface="Times New Roman"/>
                <a:cs typeface="Times New Roman"/>
              </a:rPr>
              <a:t>w</a:t>
            </a:r>
            <a:r>
              <a:rPr sz="1700" dirty="0">
                <a:latin typeface="Times New Roman"/>
                <a:cs typeface="Times New Roman"/>
              </a:rPr>
              <a:t>o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lin</a:t>
            </a:r>
            <a:r>
              <a:rPr sz="1700" spc="-7" dirty="0">
                <a:latin typeface="Times New Roman"/>
                <a:cs typeface="Times New Roman"/>
              </a:rPr>
              <a:t>e</a:t>
            </a:r>
            <a:r>
              <a:rPr sz="1700" spc="-2" dirty="0">
                <a:latin typeface="Times New Roman"/>
                <a:cs typeface="Times New Roman"/>
              </a:rPr>
              <a:t>s.</a:t>
            </a:r>
            <a:endParaRPr lang="en-US" sz="1700" spc="-2" dirty="0">
              <a:latin typeface="Times New Roman"/>
              <a:cs typeface="Times New Roman"/>
            </a:endParaRPr>
          </a:p>
          <a:p>
            <a:pPr marL="291859" indent="-285750" algn="just">
              <a:buFont typeface="Arial" panose="020B0604020202020204" pitchFamily="34" charset="0"/>
              <a:buChar char="•"/>
            </a:pPr>
            <a:r>
              <a:rPr lang="en-US" sz="1700" dirty="0">
                <a:latin typeface="Times New Roman"/>
                <a:cs typeface="Times New Roman"/>
              </a:rPr>
              <a:t>S</a:t>
            </a:r>
            <a:r>
              <a:rPr lang="en-US" sz="1700" spc="-2" dirty="0">
                <a:latin typeface="Times New Roman"/>
                <a:cs typeface="Times New Roman"/>
              </a:rPr>
              <a:t>ince</a:t>
            </a:r>
            <a:r>
              <a:rPr lang="en-US" sz="1700" spc="-17" dirty="0">
                <a:latin typeface="Times New Roman"/>
                <a:cs typeface="Times New Roman"/>
              </a:rPr>
              <a:t> </a:t>
            </a:r>
            <a:r>
              <a:rPr lang="en-US" sz="1700" spc="-2" dirty="0">
                <a:latin typeface="Times New Roman"/>
                <a:cs typeface="Times New Roman"/>
              </a:rPr>
              <a:t>the</a:t>
            </a:r>
            <a:r>
              <a:rPr lang="en-US" sz="1700" spc="-7" dirty="0">
                <a:latin typeface="Times New Roman"/>
                <a:cs typeface="Times New Roman"/>
              </a:rPr>
              <a:t> cac</a:t>
            </a:r>
            <a:r>
              <a:rPr lang="en-US" sz="1700" spc="5" dirty="0">
                <a:latin typeface="Times New Roman"/>
                <a:cs typeface="Times New Roman"/>
              </a:rPr>
              <a:t>h</a:t>
            </a:r>
            <a:r>
              <a:rPr lang="en-US" sz="1700" spc="-5" dirty="0">
                <a:latin typeface="Times New Roman"/>
                <a:cs typeface="Times New Roman"/>
              </a:rPr>
              <a:t>e</a:t>
            </a:r>
            <a:r>
              <a:rPr lang="en-US" sz="1700" spc="-10"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onsist</a:t>
            </a:r>
            <a:r>
              <a:rPr lang="en-US" sz="1700" dirty="0">
                <a:latin typeface="Times New Roman"/>
                <a:cs typeface="Times New Roman"/>
              </a:rPr>
              <a:t>s</a:t>
            </a:r>
            <a:r>
              <a:rPr lang="en-US" sz="1700" spc="-12" dirty="0">
                <a:latin typeface="Times New Roman"/>
                <a:cs typeface="Times New Roman"/>
              </a:rPr>
              <a:t> </a:t>
            </a:r>
            <a:r>
              <a:rPr lang="en-US" sz="1700" dirty="0">
                <a:latin typeface="Times New Roman"/>
                <a:cs typeface="Times New Roman"/>
              </a:rPr>
              <a:t>of</a:t>
            </a:r>
            <a:r>
              <a:rPr lang="en-US" sz="1700" spc="-14" dirty="0">
                <a:latin typeface="Times New Roman"/>
                <a:cs typeface="Times New Roman"/>
              </a:rPr>
              <a:t> </a:t>
            </a:r>
            <a:r>
              <a:rPr lang="en-US" sz="1700" dirty="0">
                <a:latin typeface="Times New Roman"/>
                <a:cs typeface="Times New Roman"/>
              </a:rPr>
              <a:t>6</a:t>
            </a:r>
            <a:r>
              <a:rPr lang="en-US" sz="1700" spc="-12" dirty="0">
                <a:latin typeface="Times New Roman"/>
                <a:cs typeface="Times New Roman"/>
              </a:rPr>
              <a:t> </a:t>
            </a:r>
            <a:r>
              <a:rPr lang="en-US" sz="1700" spc="-2" dirty="0">
                <a:latin typeface="Times New Roman"/>
                <a:cs typeface="Times New Roman"/>
              </a:rPr>
              <a:t>lin</a:t>
            </a:r>
            <a:r>
              <a:rPr lang="en-US" sz="1700" spc="-7" dirty="0">
                <a:latin typeface="Times New Roman"/>
                <a:cs typeface="Times New Roman"/>
              </a:rPr>
              <a:t>e</a:t>
            </a:r>
            <a:r>
              <a:rPr lang="en-US" sz="1700" spc="-2" dirty="0">
                <a:latin typeface="Times New Roman"/>
                <a:cs typeface="Times New Roman"/>
              </a:rPr>
              <a:t>s</a:t>
            </a:r>
            <a:r>
              <a:rPr lang="en-US" sz="1700" dirty="0">
                <a:latin typeface="Times New Roman"/>
                <a:cs typeface="Times New Roman"/>
              </a:rPr>
              <a:t>,</a:t>
            </a:r>
            <a:r>
              <a:rPr lang="en-US" sz="1700" spc="-12" dirty="0">
                <a:latin typeface="Times New Roman"/>
                <a:cs typeface="Times New Roman"/>
              </a:rPr>
              <a:t> </a:t>
            </a:r>
            <a:r>
              <a:rPr lang="en-US" sz="1700" spc="-2" dirty="0">
                <a:latin typeface="Times New Roman"/>
                <a:cs typeface="Times New Roman"/>
              </a:rPr>
              <a:t>t</a:t>
            </a:r>
            <a:r>
              <a:rPr lang="en-US" sz="1700" dirty="0">
                <a:latin typeface="Times New Roman"/>
                <a:cs typeface="Times New Roman"/>
              </a:rPr>
              <a:t>h</a:t>
            </a:r>
            <a:r>
              <a:rPr lang="en-US" sz="1700" spc="-5" dirty="0">
                <a:latin typeface="Times New Roman"/>
                <a:cs typeface="Times New Roman"/>
              </a:rPr>
              <a:t>e</a:t>
            </a:r>
            <a:r>
              <a:rPr lang="en-US" sz="1700" spc="-14" dirty="0">
                <a:latin typeface="Times New Roman"/>
                <a:cs typeface="Times New Roman"/>
              </a:rPr>
              <a:t> </a:t>
            </a:r>
            <a:r>
              <a:rPr lang="en-US" sz="1700" spc="-2" dirty="0">
                <a:latin typeface="Times New Roman"/>
                <a:cs typeface="Times New Roman"/>
              </a:rPr>
              <a:t>tot</a:t>
            </a:r>
            <a:r>
              <a:rPr lang="en-US" sz="1700" spc="-7" dirty="0">
                <a:latin typeface="Times New Roman"/>
                <a:cs typeface="Times New Roman"/>
              </a:rPr>
              <a:t>a</a:t>
            </a:r>
            <a:r>
              <a:rPr lang="en-US" sz="1700" spc="-2" dirty="0">
                <a:latin typeface="Times New Roman"/>
                <a:cs typeface="Times New Roman"/>
              </a:rPr>
              <a:t>l</a:t>
            </a:r>
            <a:r>
              <a:rPr lang="en-US" sz="1700" spc="-12" dirty="0">
                <a:latin typeface="Times New Roman"/>
                <a:cs typeface="Times New Roman"/>
              </a:rPr>
              <a:t> </a:t>
            </a:r>
            <a:r>
              <a:rPr lang="en-US" sz="1700" spc="-5" dirty="0">
                <a:latin typeface="Times New Roman"/>
                <a:cs typeface="Times New Roman"/>
              </a:rPr>
              <a:t>num</a:t>
            </a:r>
            <a:r>
              <a:rPr lang="en-US" sz="1700" dirty="0">
                <a:latin typeface="Times New Roman"/>
                <a:cs typeface="Times New Roman"/>
              </a:rPr>
              <a:t>b</a:t>
            </a:r>
            <a:r>
              <a:rPr lang="en-US" sz="1700" spc="-7" dirty="0">
                <a:latin typeface="Times New Roman"/>
                <a:cs typeface="Times New Roman"/>
              </a:rPr>
              <a:t>e</a:t>
            </a:r>
            <a:r>
              <a:rPr lang="en-US" sz="1700" dirty="0">
                <a:latin typeface="Times New Roman"/>
                <a:cs typeface="Times New Roman"/>
              </a:rPr>
              <a:t>r</a:t>
            </a:r>
            <a:r>
              <a:rPr lang="en-US" sz="1700" spc="-14" dirty="0">
                <a:latin typeface="Times New Roman"/>
                <a:cs typeface="Times New Roman"/>
              </a:rPr>
              <a:t> </a:t>
            </a:r>
            <a:r>
              <a:rPr lang="en-US" sz="1700" dirty="0">
                <a:latin typeface="Times New Roman"/>
                <a:cs typeface="Times New Roman"/>
              </a:rPr>
              <a:t>of</a:t>
            </a:r>
            <a:r>
              <a:rPr lang="en-US" sz="1700" spc="-10" dirty="0">
                <a:latin typeface="Times New Roman"/>
                <a:cs typeface="Times New Roman"/>
              </a:rPr>
              <a:t> </a:t>
            </a:r>
            <a:r>
              <a:rPr lang="en-US" sz="1700" spc="-2" dirty="0">
                <a:latin typeface="Times New Roman"/>
                <a:cs typeface="Times New Roman"/>
              </a:rPr>
              <a:t>sets</a:t>
            </a:r>
            <a:r>
              <a:rPr lang="en-US" sz="1700" spc="-12" dirty="0">
                <a:latin typeface="Times New Roman"/>
                <a:cs typeface="Times New Roman"/>
              </a:rPr>
              <a:t> </a:t>
            </a:r>
            <a:r>
              <a:rPr lang="en-US" sz="1700" spc="-2" dirty="0">
                <a:latin typeface="Times New Roman"/>
                <a:cs typeface="Times New Roman"/>
              </a:rPr>
              <a:t>that</a:t>
            </a:r>
            <a:r>
              <a:rPr lang="en-US" sz="1700" spc="-7" dirty="0">
                <a:latin typeface="Times New Roman"/>
                <a:cs typeface="Times New Roman"/>
              </a:rPr>
              <a:t> a</a:t>
            </a:r>
            <a:r>
              <a:rPr lang="en-US" sz="1700" spc="2" dirty="0">
                <a:latin typeface="Times New Roman"/>
                <a:cs typeface="Times New Roman"/>
              </a:rPr>
              <a:t>r</a:t>
            </a:r>
            <a:r>
              <a:rPr lang="en-US" sz="1700" spc="-5" dirty="0">
                <a:latin typeface="Times New Roman"/>
                <a:cs typeface="Times New Roman"/>
              </a:rPr>
              <a:t>e</a:t>
            </a:r>
            <a:r>
              <a:rPr lang="en-US" sz="1700" spc="-14" dirty="0">
                <a:latin typeface="Times New Roman"/>
                <a:cs typeface="Times New Roman"/>
              </a:rPr>
              <a:t> </a:t>
            </a:r>
            <a:r>
              <a:rPr lang="en-US" sz="1700" dirty="0">
                <a:latin typeface="Times New Roman"/>
                <a:cs typeface="Times New Roman"/>
              </a:rPr>
              <a:t>p</a:t>
            </a:r>
            <a:r>
              <a:rPr lang="en-US" sz="1700" spc="2" dirty="0">
                <a:latin typeface="Times New Roman"/>
                <a:cs typeface="Times New Roman"/>
              </a:rPr>
              <a:t>r</a:t>
            </a:r>
            <a:r>
              <a:rPr lang="en-US" sz="1700" spc="-7" dirty="0">
                <a:latin typeface="Times New Roman"/>
                <a:cs typeface="Times New Roman"/>
              </a:rPr>
              <a:t>e</a:t>
            </a:r>
            <a:r>
              <a:rPr lang="en-US" sz="1700" spc="-2" dirty="0">
                <a:latin typeface="Times New Roman"/>
                <a:cs typeface="Times New Roman"/>
              </a:rPr>
              <a:t>sent</a:t>
            </a:r>
            <a:r>
              <a:rPr lang="en-US" sz="1700" spc="-5" dirty="0">
                <a:latin typeface="Times New Roman"/>
                <a:cs typeface="Times New Roman"/>
              </a:rPr>
              <a:t> </a:t>
            </a:r>
            <a:r>
              <a:rPr lang="en-US" sz="1700" spc="-2" dirty="0">
                <a:latin typeface="Times New Roman"/>
                <a:cs typeface="Times New Roman"/>
              </a:rPr>
              <a:t>in</a:t>
            </a:r>
            <a:r>
              <a:rPr lang="en-US" sz="1700" spc="-12" dirty="0">
                <a:latin typeface="Times New Roman"/>
                <a:cs typeface="Times New Roman"/>
              </a:rPr>
              <a:t> </a:t>
            </a:r>
            <a:r>
              <a:rPr lang="en-US" sz="1700" spc="-2" dirty="0">
                <a:latin typeface="Times New Roman"/>
                <a:cs typeface="Times New Roman"/>
              </a:rPr>
              <a:t>the</a:t>
            </a:r>
            <a:r>
              <a:rPr lang="en-US" sz="1700" spc="-14" dirty="0">
                <a:latin typeface="Times New Roman"/>
                <a:cs typeface="Times New Roman"/>
              </a:rPr>
              <a:t> </a:t>
            </a:r>
            <a:r>
              <a:rPr lang="en-US" sz="1700" spc="-2"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a:t>
            </a:r>
            <a:r>
              <a:rPr lang="en-US" sz="1700" spc="-5" dirty="0">
                <a:latin typeface="Times New Roman"/>
                <a:cs typeface="Times New Roman"/>
              </a:rPr>
              <a:t>e</a:t>
            </a:r>
            <a:r>
              <a:rPr lang="en-US" sz="1700" dirty="0">
                <a:latin typeface="Times New Roman"/>
                <a:cs typeface="Times New Roman"/>
              </a:rPr>
              <a:t> </a:t>
            </a:r>
            <a:r>
              <a:rPr lang="en-US" sz="1700" spc="-5" dirty="0">
                <a:latin typeface="Times New Roman"/>
                <a:cs typeface="Times New Roman"/>
              </a:rPr>
              <a:t>=</a:t>
            </a:r>
            <a:r>
              <a:rPr lang="en-US" sz="1700" spc="-2" dirty="0">
                <a:latin typeface="Times New Roman"/>
                <a:cs typeface="Times New Roman"/>
              </a:rPr>
              <a:t> </a:t>
            </a:r>
            <a:r>
              <a:rPr lang="en-US" sz="1700" dirty="0">
                <a:latin typeface="Times New Roman"/>
                <a:cs typeface="Times New Roman"/>
              </a:rPr>
              <a:t>6</a:t>
            </a:r>
            <a:r>
              <a:rPr lang="en-US" sz="1700" spc="-2" dirty="0">
                <a:latin typeface="Times New Roman"/>
                <a:cs typeface="Times New Roman"/>
              </a:rPr>
              <a:t>/</a:t>
            </a:r>
            <a:r>
              <a:rPr lang="en-US" sz="1700" dirty="0">
                <a:latin typeface="Times New Roman"/>
                <a:cs typeface="Times New Roman"/>
              </a:rPr>
              <a:t>2 </a:t>
            </a:r>
            <a:r>
              <a:rPr lang="en-US" sz="1700" spc="-5" dirty="0">
                <a:latin typeface="Times New Roman"/>
                <a:cs typeface="Times New Roman"/>
              </a:rPr>
              <a:t>=</a:t>
            </a:r>
            <a:r>
              <a:rPr lang="en-US" sz="1700" dirty="0">
                <a:latin typeface="Times New Roman"/>
                <a:cs typeface="Times New Roman"/>
              </a:rPr>
              <a:t> 3 </a:t>
            </a:r>
            <a:r>
              <a:rPr lang="en-US" sz="1700" spc="-2" dirty="0">
                <a:latin typeface="Times New Roman"/>
                <a:cs typeface="Times New Roman"/>
              </a:rPr>
              <a:t>s</a:t>
            </a:r>
            <a:r>
              <a:rPr lang="en-US" sz="1700" spc="-5" dirty="0">
                <a:latin typeface="Times New Roman"/>
                <a:cs typeface="Times New Roman"/>
              </a:rPr>
              <a:t>e</a:t>
            </a:r>
            <a:r>
              <a:rPr lang="en-US" sz="1700" spc="-2" dirty="0">
                <a:latin typeface="Times New Roman"/>
                <a:cs typeface="Times New Roman"/>
              </a:rPr>
              <a:t>ts.</a:t>
            </a:r>
            <a:endParaRPr lang="en-US" sz="1700" dirty="0">
              <a:latin typeface="Times New Roman"/>
              <a:cs typeface="Times New Roman"/>
            </a:endParaRPr>
          </a:p>
          <a:p>
            <a:pPr marL="291859" indent="-285750" algn="just">
              <a:buFont typeface="Arial" panose="020B0604020202020204" pitchFamily="34" charset="0"/>
              <a:buChar char="•"/>
            </a:pPr>
            <a:r>
              <a:rPr lang="en-US" sz="1700" spc="-5" dirty="0">
                <a:latin typeface="Times New Roman"/>
                <a:cs typeface="Times New Roman"/>
              </a:rPr>
              <a:t>The</a:t>
            </a:r>
            <a:r>
              <a:rPr lang="en-US" sz="1700" spc="-10" dirty="0">
                <a:latin typeface="Times New Roman"/>
                <a:cs typeface="Times New Roman"/>
              </a:rPr>
              <a:t> </a:t>
            </a:r>
            <a:r>
              <a:rPr lang="en-US" sz="1700" spc="-5" dirty="0">
                <a:latin typeface="Times New Roman"/>
                <a:cs typeface="Times New Roman"/>
              </a:rPr>
              <a:t>block</a:t>
            </a:r>
            <a:r>
              <a:rPr lang="en-US" sz="1700" spc="-7" dirty="0">
                <a:latin typeface="Times New Roman"/>
                <a:cs typeface="Times New Roman"/>
              </a:rPr>
              <a:t> </a:t>
            </a:r>
            <a:r>
              <a:rPr lang="en-US" sz="1700" spc="-2" dirty="0">
                <a:latin typeface="Times New Roman"/>
                <a:cs typeface="Times New Roman"/>
              </a:rPr>
              <a:t>‘j</a:t>
            </a:r>
            <a:r>
              <a:rPr lang="en-US" sz="1700" dirty="0">
                <a:latin typeface="Times New Roman"/>
                <a:cs typeface="Times New Roman"/>
              </a:rPr>
              <a:t>’</a:t>
            </a:r>
            <a:r>
              <a:rPr lang="en-US" sz="1700" spc="-2" dirty="0">
                <a:latin typeface="Times New Roman"/>
                <a:cs typeface="Times New Roman"/>
              </a:rPr>
              <a:t> </a:t>
            </a:r>
            <a:r>
              <a:rPr lang="en-US" sz="1700" dirty="0">
                <a:latin typeface="Times New Roman"/>
                <a:cs typeface="Times New Roman"/>
              </a:rPr>
              <a:t>of</a:t>
            </a:r>
            <a:r>
              <a:rPr lang="en-US" sz="1700" spc="-10" dirty="0">
                <a:latin typeface="Times New Roman"/>
                <a:cs typeface="Times New Roman"/>
              </a:rPr>
              <a:t> </a:t>
            </a:r>
            <a:r>
              <a:rPr lang="en-US" sz="1700" spc="-2" dirty="0">
                <a:latin typeface="Times New Roman"/>
                <a:cs typeface="Times New Roman"/>
              </a:rPr>
              <a:t>the </a:t>
            </a:r>
            <a:r>
              <a:rPr lang="en-US" sz="1700" spc="-5" dirty="0">
                <a:latin typeface="Times New Roman"/>
                <a:cs typeface="Times New Roman"/>
              </a:rPr>
              <a:t>main</a:t>
            </a:r>
            <a:r>
              <a:rPr lang="en-US" sz="1700" spc="-2"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a:t>
            </a:r>
            <a:r>
              <a:rPr lang="en-US" sz="1700" spc="-7" dirty="0">
                <a:latin typeface="Times New Roman"/>
                <a:cs typeface="Times New Roman"/>
              </a:rPr>
              <a:t> </a:t>
            </a:r>
            <a:r>
              <a:rPr lang="en-US" sz="1700" spc="-2" dirty="0">
                <a:latin typeface="Times New Roman"/>
                <a:cs typeface="Times New Roman"/>
              </a:rPr>
              <a:t>is</a:t>
            </a:r>
            <a:r>
              <a:rPr lang="en-US" sz="1700" spc="-5" dirty="0">
                <a:latin typeface="Times New Roman"/>
                <a:cs typeface="Times New Roman"/>
              </a:rPr>
              <a:t> </a:t>
            </a:r>
            <a:r>
              <a:rPr lang="en-US" sz="1700" spc="-7" dirty="0">
                <a:latin typeface="Times New Roman"/>
                <a:cs typeface="Times New Roman"/>
              </a:rPr>
              <a:t>ca</a:t>
            </a:r>
            <a:r>
              <a:rPr lang="en-US" sz="1700" spc="5" dirty="0">
                <a:latin typeface="Times New Roman"/>
                <a:cs typeface="Times New Roman"/>
              </a:rPr>
              <a:t>p</a:t>
            </a:r>
            <a:r>
              <a:rPr lang="en-US" sz="1700" spc="-7" dirty="0">
                <a:latin typeface="Times New Roman"/>
                <a:cs typeface="Times New Roman"/>
              </a:rPr>
              <a:t>a</a:t>
            </a:r>
            <a:r>
              <a:rPr lang="en-US" sz="1700" spc="-2" dirty="0">
                <a:latin typeface="Times New Roman"/>
                <a:cs typeface="Times New Roman"/>
              </a:rPr>
              <a:t>ble</a:t>
            </a:r>
            <a:r>
              <a:rPr lang="en-US" sz="1700" spc="-7" dirty="0">
                <a:latin typeface="Times New Roman"/>
                <a:cs typeface="Times New Roman"/>
              </a:rPr>
              <a:t> </a:t>
            </a:r>
            <a:r>
              <a:rPr lang="en-US" sz="1700" dirty="0">
                <a:latin typeface="Times New Roman"/>
                <a:cs typeface="Times New Roman"/>
              </a:rPr>
              <a:t>of</a:t>
            </a:r>
            <a:r>
              <a:rPr lang="en-US" sz="1700" spc="-2" dirty="0">
                <a:latin typeface="Times New Roman"/>
                <a:cs typeface="Times New Roman"/>
              </a:rPr>
              <a:t> </a:t>
            </a:r>
            <a:r>
              <a:rPr lang="en-US" sz="1700" spc="-5" dirty="0">
                <a:latin typeface="Times New Roman"/>
                <a:cs typeface="Times New Roman"/>
              </a:rPr>
              <a:t>m</a:t>
            </a:r>
            <a:r>
              <a:rPr lang="en-US" sz="1700" spc="-2" dirty="0">
                <a:latin typeface="Times New Roman"/>
                <a:cs typeface="Times New Roman"/>
              </a:rPr>
              <a:t>a</a:t>
            </a:r>
            <a:r>
              <a:rPr lang="en-US" sz="1700" spc="-5" dirty="0">
                <a:latin typeface="Times New Roman"/>
                <a:cs typeface="Times New Roman"/>
              </a:rPr>
              <a:t>pping </a:t>
            </a:r>
            <a:r>
              <a:rPr lang="en-US" sz="1700" spc="-2" dirty="0">
                <a:latin typeface="Times New Roman"/>
                <a:cs typeface="Times New Roman"/>
              </a:rPr>
              <a:t>to</a:t>
            </a:r>
            <a:r>
              <a:rPr lang="en-US" sz="1700" spc="-5" dirty="0">
                <a:latin typeface="Times New Roman"/>
                <a:cs typeface="Times New Roman"/>
              </a:rPr>
              <a:t> </a:t>
            </a:r>
            <a:r>
              <a:rPr lang="en-US" sz="1700" spc="-2" dirty="0">
                <a:latin typeface="Times New Roman"/>
                <a:cs typeface="Times New Roman"/>
              </a:rPr>
              <a:t>the</a:t>
            </a:r>
            <a:r>
              <a:rPr lang="en-US" sz="1700" spc="-7" dirty="0">
                <a:latin typeface="Times New Roman"/>
                <a:cs typeface="Times New Roman"/>
              </a:rPr>
              <a:t> </a:t>
            </a:r>
            <a:r>
              <a:rPr lang="en-US" sz="1700" spc="-2" dirty="0">
                <a:latin typeface="Times New Roman"/>
                <a:cs typeface="Times New Roman"/>
              </a:rPr>
              <a:t>set</a:t>
            </a:r>
            <a:r>
              <a:rPr lang="en-US" sz="1700" spc="-5" dirty="0">
                <a:latin typeface="Times New Roman"/>
                <a:cs typeface="Times New Roman"/>
              </a:rPr>
              <a:t> number</a:t>
            </a:r>
            <a:r>
              <a:rPr lang="en-US" sz="1700" spc="-10" dirty="0">
                <a:latin typeface="Times New Roman"/>
                <a:cs typeface="Times New Roman"/>
              </a:rPr>
              <a:t> </a:t>
            </a:r>
            <a:r>
              <a:rPr lang="en-US" sz="1700" spc="5" dirty="0">
                <a:latin typeface="Times New Roman"/>
                <a:cs typeface="Times New Roman"/>
              </a:rPr>
              <a:t>o</a:t>
            </a:r>
            <a:r>
              <a:rPr lang="en-US" sz="1700" spc="-5" dirty="0">
                <a:latin typeface="Times New Roman"/>
                <a:cs typeface="Times New Roman"/>
              </a:rPr>
              <a:t>nly </a:t>
            </a:r>
            <a:r>
              <a:rPr lang="en-US" sz="1700" spc="-2" dirty="0">
                <a:latin typeface="Times New Roman"/>
                <a:cs typeface="Times New Roman"/>
              </a:rPr>
              <a:t>(j</a:t>
            </a:r>
            <a:r>
              <a:rPr lang="en-US" sz="1700" spc="-7" dirty="0">
                <a:latin typeface="Times New Roman"/>
                <a:cs typeface="Times New Roman"/>
              </a:rPr>
              <a:t> </a:t>
            </a:r>
            <a:r>
              <a:rPr lang="en-US" sz="1700" spc="-5" dirty="0">
                <a:latin typeface="Times New Roman"/>
                <a:cs typeface="Times New Roman"/>
              </a:rPr>
              <a:t>mod </a:t>
            </a:r>
            <a:r>
              <a:rPr lang="en-US" sz="1700" dirty="0">
                <a:latin typeface="Times New Roman"/>
                <a:cs typeface="Times New Roman"/>
              </a:rPr>
              <a:t>3) of</a:t>
            </a:r>
            <a:r>
              <a:rPr lang="en-US" sz="1700" spc="-5" dirty="0">
                <a:latin typeface="Times New Roman"/>
                <a:cs typeface="Times New Roman"/>
              </a:rPr>
              <a:t> </a:t>
            </a:r>
            <a:r>
              <a:rPr lang="en-US" sz="1700" spc="-2" dirty="0">
                <a:latin typeface="Times New Roman"/>
                <a:cs typeface="Times New Roman"/>
              </a:rPr>
              <a:t>the </a:t>
            </a:r>
            <a:r>
              <a:rPr lang="en-US" sz="1700" spc="-5"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a:t>
            </a:r>
            <a:r>
              <a:rPr lang="en-US" sz="1700" spc="-7" dirty="0">
                <a:latin typeface="Times New Roman"/>
                <a:cs typeface="Times New Roman"/>
              </a:rPr>
              <a:t>e</a:t>
            </a:r>
            <a:r>
              <a:rPr lang="en-US" sz="1700" dirty="0">
                <a:latin typeface="Times New Roman"/>
                <a:cs typeface="Times New Roman"/>
              </a:rPr>
              <a:t>.</a:t>
            </a:r>
          </a:p>
          <a:p>
            <a:pPr marL="291859" indent="-285750" algn="just">
              <a:buFont typeface="Arial" panose="020B0604020202020204" pitchFamily="34" charset="0"/>
              <a:buChar char="•"/>
            </a:pPr>
            <a:r>
              <a:rPr lang="en-US" sz="1700" spc="-2" dirty="0">
                <a:latin typeface="Times New Roman"/>
                <a:cs typeface="Times New Roman"/>
              </a:rPr>
              <a:t>H</a:t>
            </a:r>
            <a:r>
              <a:rPr lang="en-US" sz="1700" spc="-5" dirty="0">
                <a:latin typeface="Times New Roman"/>
                <a:cs typeface="Times New Roman"/>
              </a:rPr>
              <a:t>e</a:t>
            </a:r>
            <a:r>
              <a:rPr lang="en-US" sz="1700" spc="-2" dirty="0">
                <a:latin typeface="Times New Roman"/>
                <a:cs typeface="Times New Roman"/>
              </a:rPr>
              <a:t>r</a:t>
            </a:r>
            <a:r>
              <a:rPr lang="en-US" sz="1700" spc="-10" dirty="0">
                <a:latin typeface="Times New Roman"/>
                <a:cs typeface="Times New Roman"/>
              </a:rPr>
              <a:t>e</a:t>
            </a:r>
            <a:r>
              <a:rPr lang="en-US" sz="1700" dirty="0">
                <a:latin typeface="Times New Roman"/>
                <a:cs typeface="Times New Roman"/>
              </a:rPr>
              <a:t>,</a:t>
            </a:r>
            <a:r>
              <a:rPr lang="en-US" sz="1700" spc="14" dirty="0">
                <a:latin typeface="Times New Roman"/>
                <a:cs typeface="Times New Roman"/>
              </a:rPr>
              <a:t> </a:t>
            </a:r>
            <a:r>
              <a:rPr lang="en-US" sz="1700" spc="-7" dirty="0">
                <a:latin typeface="Times New Roman"/>
                <a:cs typeface="Times New Roman"/>
              </a:rPr>
              <a:t>with</a:t>
            </a:r>
            <a:r>
              <a:rPr lang="en-US" sz="1700" spc="-2" dirty="0">
                <a:latin typeface="Times New Roman"/>
                <a:cs typeface="Times New Roman"/>
              </a:rPr>
              <a:t>i</a:t>
            </a:r>
            <a:r>
              <a:rPr lang="en-US" sz="1700" dirty="0">
                <a:latin typeface="Times New Roman"/>
                <a:cs typeface="Times New Roman"/>
              </a:rPr>
              <a:t>n</a:t>
            </a:r>
            <a:r>
              <a:rPr lang="en-US" sz="1700" spc="10" dirty="0">
                <a:latin typeface="Times New Roman"/>
                <a:cs typeface="Times New Roman"/>
              </a:rPr>
              <a:t> </a:t>
            </a:r>
            <a:r>
              <a:rPr lang="en-US" sz="1700" spc="-2" dirty="0">
                <a:latin typeface="Times New Roman"/>
                <a:cs typeface="Times New Roman"/>
              </a:rPr>
              <a:t>thi</a:t>
            </a:r>
            <a:r>
              <a:rPr lang="en-US" sz="1700" dirty="0">
                <a:latin typeface="Times New Roman"/>
                <a:cs typeface="Times New Roman"/>
              </a:rPr>
              <a:t>s</a:t>
            </a:r>
            <a:r>
              <a:rPr lang="en-US" sz="1700" spc="10" dirty="0">
                <a:latin typeface="Times New Roman"/>
                <a:cs typeface="Times New Roman"/>
              </a:rPr>
              <a:t> </a:t>
            </a:r>
            <a:r>
              <a:rPr lang="en-US" sz="1700" spc="-5" dirty="0">
                <a:latin typeface="Times New Roman"/>
                <a:cs typeface="Times New Roman"/>
              </a:rPr>
              <a:t>v</a:t>
            </a:r>
            <a:r>
              <a:rPr lang="en-US" sz="1700" spc="-2" dirty="0">
                <a:latin typeface="Times New Roman"/>
                <a:cs typeface="Times New Roman"/>
              </a:rPr>
              <a:t>e</a:t>
            </a:r>
            <a:r>
              <a:rPr lang="en-US" sz="1700" dirty="0">
                <a:latin typeface="Times New Roman"/>
                <a:cs typeface="Times New Roman"/>
              </a:rPr>
              <a:t>ry</a:t>
            </a:r>
            <a:r>
              <a:rPr lang="en-US" sz="1700" spc="7" dirty="0">
                <a:latin typeface="Times New Roman"/>
                <a:cs typeface="Times New Roman"/>
              </a:rPr>
              <a:t> </a:t>
            </a:r>
            <a:r>
              <a:rPr lang="en-US" sz="1700" spc="-2" dirty="0">
                <a:latin typeface="Times New Roman"/>
                <a:cs typeface="Times New Roman"/>
              </a:rPr>
              <a:t>se</a:t>
            </a:r>
            <a:r>
              <a:rPr lang="en-US" sz="1700" dirty="0">
                <a:latin typeface="Times New Roman"/>
                <a:cs typeface="Times New Roman"/>
              </a:rPr>
              <a:t>t,</a:t>
            </a:r>
            <a:r>
              <a:rPr lang="en-US" sz="1700" spc="10" dirty="0">
                <a:latin typeface="Times New Roman"/>
                <a:cs typeface="Times New Roman"/>
              </a:rPr>
              <a:t> </a:t>
            </a:r>
            <a:r>
              <a:rPr lang="en-US" sz="1700" spc="-2" dirty="0">
                <a:latin typeface="Times New Roman"/>
                <a:cs typeface="Times New Roman"/>
              </a:rPr>
              <a:t>the</a:t>
            </a:r>
            <a:r>
              <a:rPr lang="en-US" sz="1700" spc="10" dirty="0">
                <a:latin typeface="Times New Roman"/>
                <a:cs typeface="Times New Roman"/>
              </a:rPr>
              <a:t> </a:t>
            </a:r>
            <a:r>
              <a:rPr lang="en-US" sz="1700" spc="-5" dirty="0">
                <a:latin typeface="Times New Roman"/>
                <a:cs typeface="Times New Roman"/>
              </a:rPr>
              <a:t>block</a:t>
            </a:r>
            <a:r>
              <a:rPr lang="en-US" sz="1700" spc="24" dirty="0">
                <a:latin typeface="Times New Roman"/>
                <a:cs typeface="Times New Roman"/>
              </a:rPr>
              <a:t> </a:t>
            </a:r>
            <a:r>
              <a:rPr lang="en-US" sz="1700" spc="-2" dirty="0">
                <a:latin typeface="Times New Roman"/>
                <a:cs typeface="Times New Roman"/>
              </a:rPr>
              <a:t>‘j</a:t>
            </a:r>
            <a:r>
              <a:rPr lang="en-US" sz="1700" dirty="0">
                <a:latin typeface="Times New Roman"/>
                <a:cs typeface="Times New Roman"/>
              </a:rPr>
              <a:t>’</a:t>
            </a:r>
            <a:r>
              <a:rPr lang="en-US" sz="1700" spc="14" dirty="0">
                <a:latin typeface="Times New Roman"/>
                <a:cs typeface="Times New Roman"/>
              </a:rPr>
              <a:t> </a:t>
            </a:r>
            <a:r>
              <a:rPr lang="en-US" sz="1700" spc="-2" dirty="0">
                <a:latin typeface="Times New Roman"/>
                <a:cs typeface="Times New Roman"/>
              </a:rPr>
              <a:t>is</a:t>
            </a:r>
            <a:r>
              <a:rPr lang="en-US" sz="1700" spc="12" dirty="0">
                <a:latin typeface="Times New Roman"/>
                <a:cs typeface="Times New Roman"/>
              </a:rPr>
              <a:t> </a:t>
            </a:r>
            <a:r>
              <a:rPr lang="en-US" sz="1700" spc="-2" dirty="0">
                <a:latin typeface="Times New Roman"/>
                <a:cs typeface="Times New Roman"/>
              </a:rPr>
              <a:t>c</a:t>
            </a:r>
            <a:r>
              <a:rPr lang="en-US" sz="1700" spc="-7" dirty="0">
                <a:latin typeface="Times New Roman"/>
                <a:cs typeface="Times New Roman"/>
              </a:rPr>
              <a:t>a</a:t>
            </a:r>
            <a:r>
              <a:rPr lang="en-US" sz="1700" spc="-5" dirty="0">
                <a:latin typeface="Times New Roman"/>
                <a:cs typeface="Times New Roman"/>
              </a:rPr>
              <a:t>p</a:t>
            </a:r>
            <a:r>
              <a:rPr lang="en-US" sz="1700" spc="-7" dirty="0">
                <a:latin typeface="Times New Roman"/>
                <a:cs typeface="Times New Roman"/>
              </a:rPr>
              <a:t>a</a:t>
            </a:r>
            <a:r>
              <a:rPr lang="en-US" sz="1700" spc="-2" dirty="0">
                <a:latin typeface="Times New Roman"/>
                <a:cs typeface="Times New Roman"/>
              </a:rPr>
              <a:t>ble</a:t>
            </a:r>
            <a:r>
              <a:rPr lang="en-US" sz="1700" spc="19" dirty="0">
                <a:latin typeface="Times New Roman"/>
                <a:cs typeface="Times New Roman"/>
              </a:rPr>
              <a:t> </a:t>
            </a:r>
            <a:r>
              <a:rPr lang="en-US" sz="1700" dirty="0">
                <a:latin typeface="Times New Roman"/>
                <a:cs typeface="Times New Roman"/>
              </a:rPr>
              <a:t>of</a:t>
            </a:r>
            <a:r>
              <a:rPr lang="en-US" sz="1700" spc="7" dirty="0">
                <a:latin typeface="Times New Roman"/>
                <a:cs typeface="Times New Roman"/>
              </a:rPr>
              <a:t> </a:t>
            </a:r>
            <a:r>
              <a:rPr lang="en-US" sz="1700" spc="-5" dirty="0">
                <a:latin typeface="Times New Roman"/>
                <a:cs typeface="Times New Roman"/>
              </a:rPr>
              <a:t>mapping</a:t>
            </a:r>
            <a:r>
              <a:rPr lang="en-US" sz="1700" spc="10" dirty="0">
                <a:latin typeface="Times New Roman"/>
                <a:cs typeface="Times New Roman"/>
              </a:rPr>
              <a:t> </a:t>
            </a:r>
            <a:r>
              <a:rPr lang="en-US" sz="1700" spc="-2" dirty="0">
                <a:latin typeface="Times New Roman"/>
                <a:cs typeface="Times New Roman"/>
              </a:rPr>
              <a:t>to</a:t>
            </a:r>
            <a:r>
              <a:rPr lang="en-US" sz="1700" spc="17"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ny</a:t>
            </a:r>
            <a:r>
              <a:rPr lang="en-US" sz="1700" spc="14"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a</a:t>
            </a:r>
            <a:r>
              <a:rPr lang="en-US" sz="1700" spc="-7" dirty="0">
                <a:latin typeface="Times New Roman"/>
                <a:cs typeface="Times New Roman"/>
              </a:rPr>
              <a:t>c</a:t>
            </a:r>
            <a:r>
              <a:rPr lang="en-US" sz="1700" spc="-5" dirty="0">
                <a:latin typeface="Times New Roman"/>
                <a:cs typeface="Times New Roman"/>
              </a:rPr>
              <a:t>he</a:t>
            </a:r>
            <a:r>
              <a:rPr lang="en-US" sz="1700" spc="19" dirty="0">
                <a:latin typeface="Times New Roman"/>
                <a:cs typeface="Times New Roman"/>
              </a:rPr>
              <a:t> </a:t>
            </a:r>
            <a:r>
              <a:rPr lang="en-US" sz="1700" spc="-2" dirty="0">
                <a:latin typeface="Times New Roman"/>
                <a:cs typeface="Times New Roman"/>
              </a:rPr>
              <a:t>line</a:t>
            </a:r>
            <a:r>
              <a:rPr lang="en-US" sz="1700" spc="7" dirty="0">
                <a:latin typeface="Times New Roman"/>
                <a:cs typeface="Times New Roman"/>
              </a:rPr>
              <a:t> </a:t>
            </a:r>
            <a:r>
              <a:rPr lang="en-US" sz="1700" spc="-2" dirty="0">
                <a:latin typeface="Times New Roman"/>
                <a:cs typeface="Times New Roman"/>
              </a:rPr>
              <a:t>that</a:t>
            </a:r>
            <a:r>
              <a:rPr lang="en-US" sz="1700" spc="10" dirty="0">
                <a:latin typeface="Times New Roman"/>
                <a:cs typeface="Times New Roman"/>
              </a:rPr>
              <a:t> </a:t>
            </a:r>
            <a:r>
              <a:rPr lang="en-US" sz="1700" spc="-2" dirty="0">
                <a:latin typeface="Times New Roman"/>
                <a:cs typeface="Times New Roman"/>
              </a:rPr>
              <a:t>is </a:t>
            </a:r>
            <a:r>
              <a:rPr lang="en-US" sz="1700" dirty="0">
                <a:latin typeface="Times New Roman"/>
                <a:cs typeface="Times New Roman"/>
              </a:rPr>
              <a:t>f</a:t>
            </a:r>
            <a:r>
              <a:rPr lang="en-US" sz="1700" spc="-5" dirty="0">
                <a:latin typeface="Times New Roman"/>
                <a:cs typeface="Times New Roman"/>
              </a:rPr>
              <a:t>r</a:t>
            </a:r>
            <a:r>
              <a:rPr lang="en-US" sz="1700" spc="-7" dirty="0">
                <a:latin typeface="Times New Roman"/>
                <a:cs typeface="Times New Roman"/>
              </a:rPr>
              <a:t>ee</a:t>
            </a:r>
            <a:r>
              <a:rPr lang="en-US" sz="1700" spc="-2" dirty="0">
                <a:latin typeface="Times New Roman"/>
                <a:cs typeface="Times New Roman"/>
              </a:rPr>
              <a:t>ly</a:t>
            </a:r>
            <a:r>
              <a:rPr lang="en-US" sz="1700" spc="5"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v</a:t>
            </a:r>
            <a:r>
              <a:rPr lang="en-US" sz="1700" spc="-7" dirty="0">
                <a:latin typeface="Times New Roman"/>
                <a:cs typeface="Times New Roman"/>
              </a:rPr>
              <a:t>a</a:t>
            </a:r>
            <a:r>
              <a:rPr lang="en-US" sz="1700" spc="-2" dirty="0">
                <a:latin typeface="Times New Roman"/>
                <a:cs typeface="Times New Roman"/>
              </a:rPr>
              <a:t>il</a:t>
            </a:r>
            <a:r>
              <a:rPr lang="en-US" sz="1700" spc="-7" dirty="0">
                <a:latin typeface="Times New Roman"/>
                <a:cs typeface="Times New Roman"/>
              </a:rPr>
              <a:t>a</a:t>
            </a:r>
            <a:r>
              <a:rPr lang="en-US" sz="1700" spc="-2" dirty="0">
                <a:latin typeface="Times New Roman"/>
                <a:cs typeface="Times New Roman"/>
              </a:rPr>
              <a:t>ble</a:t>
            </a:r>
            <a:r>
              <a:rPr lang="en-US" sz="1700" dirty="0">
                <a:latin typeface="Times New Roman"/>
                <a:cs typeface="Times New Roman"/>
              </a:rPr>
              <a:t> </a:t>
            </a:r>
            <a:r>
              <a:rPr lang="en-US" sz="1700" spc="-10" dirty="0">
                <a:latin typeface="Times New Roman"/>
                <a:cs typeface="Times New Roman"/>
              </a:rPr>
              <a:t>a</a:t>
            </a:r>
            <a:r>
              <a:rPr lang="en-US" sz="1700" spc="-2" dirty="0">
                <a:latin typeface="Times New Roman"/>
                <a:cs typeface="Times New Roman"/>
              </a:rPr>
              <a:t>t</a:t>
            </a:r>
            <a:r>
              <a:rPr lang="en-US" sz="1700" dirty="0">
                <a:latin typeface="Times New Roman"/>
                <a:cs typeface="Times New Roman"/>
              </a:rPr>
              <a:t> </a:t>
            </a:r>
            <a:r>
              <a:rPr lang="en-US" sz="1700" spc="-2" dirty="0">
                <a:latin typeface="Times New Roman"/>
                <a:cs typeface="Times New Roman"/>
              </a:rPr>
              <a:t>th</a:t>
            </a:r>
            <a:r>
              <a:rPr lang="en-US" sz="1700" spc="-7" dirty="0">
                <a:latin typeface="Times New Roman"/>
                <a:cs typeface="Times New Roman"/>
              </a:rPr>
              <a:t>a</a:t>
            </a:r>
            <a:r>
              <a:rPr lang="en-US" sz="1700" spc="-2" dirty="0">
                <a:latin typeface="Times New Roman"/>
                <a:cs typeface="Times New Roman"/>
              </a:rPr>
              <a:t>t</a:t>
            </a:r>
            <a:r>
              <a:rPr lang="en-US" sz="1700" dirty="0">
                <a:latin typeface="Times New Roman"/>
                <a:cs typeface="Times New Roman"/>
              </a:rPr>
              <a:t> m</a:t>
            </a:r>
            <a:r>
              <a:rPr lang="en-US" sz="1700" spc="-5" dirty="0">
                <a:latin typeface="Times New Roman"/>
                <a:cs typeface="Times New Roman"/>
              </a:rPr>
              <a:t>oment.</a:t>
            </a:r>
            <a:endParaRPr lang="en-US" sz="1700" dirty="0">
              <a:latin typeface="Times New Roman"/>
              <a:cs typeface="Times New Roman"/>
            </a:endParaRPr>
          </a:p>
          <a:p>
            <a:pPr marL="291859" indent="-285750" algn="just">
              <a:buFont typeface="Arial" panose="020B0604020202020204" pitchFamily="34" charset="0"/>
              <a:buChar char="•"/>
            </a:pPr>
            <a:r>
              <a:rPr lang="en-US" sz="1700" spc="-10" dirty="0">
                <a:latin typeface="Times New Roman"/>
                <a:cs typeface="Times New Roman"/>
              </a:rPr>
              <a:t>I</a:t>
            </a:r>
            <a:r>
              <a:rPr lang="en-US" sz="1700" dirty="0">
                <a:latin typeface="Times New Roman"/>
                <a:cs typeface="Times New Roman"/>
              </a:rPr>
              <a:t>n</a:t>
            </a:r>
            <a:r>
              <a:rPr lang="en-US" sz="1700" spc="10" dirty="0">
                <a:latin typeface="Times New Roman"/>
                <a:cs typeface="Times New Roman"/>
              </a:rPr>
              <a:t> </a:t>
            </a:r>
            <a:r>
              <a:rPr lang="en-US" sz="1700" spc="-2" dirty="0">
                <a:latin typeface="Times New Roman"/>
                <a:cs typeface="Times New Roman"/>
              </a:rPr>
              <a:t>c</a:t>
            </a:r>
            <a:r>
              <a:rPr lang="en-US" sz="1700" spc="-7" dirty="0">
                <a:latin typeface="Times New Roman"/>
                <a:cs typeface="Times New Roman"/>
              </a:rPr>
              <a:t>a</a:t>
            </a:r>
            <a:r>
              <a:rPr lang="en-US" sz="1700" spc="-2" dirty="0">
                <a:latin typeface="Times New Roman"/>
                <a:cs typeface="Times New Roman"/>
              </a:rPr>
              <a:t>s</a:t>
            </a:r>
            <a:r>
              <a:rPr lang="en-US" sz="1700" dirty="0">
                <a:latin typeface="Times New Roman"/>
                <a:cs typeface="Times New Roman"/>
              </a:rPr>
              <a:t>e</a:t>
            </a:r>
            <a:r>
              <a:rPr lang="en-US" sz="1700" spc="7"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ll</a:t>
            </a:r>
            <a:r>
              <a:rPr lang="en-US" sz="1700" spc="12" dirty="0">
                <a:latin typeface="Times New Roman"/>
                <a:cs typeface="Times New Roman"/>
              </a:rPr>
              <a:t> </a:t>
            </a:r>
            <a:r>
              <a:rPr lang="en-US" sz="1700" spc="-2" dirty="0">
                <a:latin typeface="Times New Roman"/>
                <a:cs typeface="Times New Roman"/>
              </a:rPr>
              <a:t>the</a:t>
            </a:r>
            <a:r>
              <a:rPr lang="en-US" sz="1700" spc="10"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v</a:t>
            </a:r>
            <a:r>
              <a:rPr lang="en-US" sz="1700" spc="-7" dirty="0">
                <a:latin typeface="Times New Roman"/>
                <a:cs typeface="Times New Roman"/>
              </a:rPr>
              <a:t>a</a:t>
            </a:r>
            <a:r>
              <a:rPr lang="en-US" sz="1700" spc="-2" dirty="0">
                <a:latin typeface="Times New Roman"/>
                <a:cs typeface="Times New Roman"/>
              </a:rPr>
              <a:t>il</a:t>
            </a:r>
            <a:r>
              <a:rPr lang="en-US" sz="1700" spc="-7" dirty="0">
                <a:latin typeface="Times New Roman"/>
                <a:cs typeface="Times New Roman"/>
              </a:rPr>
              <a:t>a</a:t>
            </a:r>
            <a:r>
              <a:rPr lang="en-US" sz="1700" spc="-2" dirty="0">
                <a:latin typeface="Times New Roman"/>
                <a:cs typeface="Times New Roman"/>
              </a:rPr>
              <a:t>ble</a:t>
            </a:r>
            <a:r>
              <a:rPr lang="en-US" sz="1700" spc="10" dirty="0">
                <a:latin typeface="Times New Roman"/>
                <a:cs typeface="Times New Roman"/>
              </a:rPr>
              <a:t> </a:t>
            </a:r>
            <a:r>
              <a:rPr lang="en-US" sz="1700" spc="-2"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he</a:t>
            </a:r>
            <a:r>
              <a:rPr lang="en-US" sz="1700" spc="7" dirty="0">
                <a:latin typeface="Times New Roman"/>
                <a:cs typeface="Times New Roman"/>
              </a:rPr>
              <a:t> </a:t>
            </a:r>
            <a:r>
              <a:rPr lang="en-US" sz="1700" spc="-2" dirty="0">
                <a:latin typeface="Times New Roman"/>
                <a:cs typeface="Times New Roman"/>
              </a:rPr>
              <a:t>lin</a:t>
            </a:r>
            <a:r>
              <a:rPr lang="en-US" sz="1700" spc="-7" dirty="0">
                <a:latin typeface="Times New Roman"/>
                <a:cs typeface="Times New Roman"/>
              </a:rPr>
              <a:t>e</a:t>
            </a:r>
            <a:r>
              <a:rPr lang="en-US" sz="1700" dirty="0">
                <a:latin typeface="Times New Roman"/>
                <a:cs typeface="Times New Roman"/>
              </a:rPr>
              <a:t>s</a:t>
            </a:r>
            <a:r>
              <a:rPr lang="en-US" sz="1700" spc="10" dirty="0">
                <a:latin typeface="Times New Roman"/>
                <a:cs typeface="Times New Roman"/>
              </a:rPr>
              <a:t> </a:t>
            </a:r>
            <a:r>
              <a:rPr lang="en-US" sz="1700" spc="-5" dirty="0">
                <a:latin typeface="Times New Roman"/>
                <a:cs typeface="Times New Roman"/>
              </a:rPr>
              <a:t>h</a:t>
            </a:r>
            <a:r>
              <a:rPr lang="en-US" sz="1700" spc="-7" dirty="0">
                <a:latin typeface="Times New Roman"/>
                <a:cs typeface="Times New Roman"/>
              </a:rPr>
              <a:t>a</a:t>
            </a:r>
            <a:r>
              <a:rPr lang="en-US" sz="1700" spc="-5" dirty="0">
                <a:latin typeface="Times New Roman"/>
                <a:cs typeface="Times New Roman"/>
              </a:rPr>
              <a:t>pp</a:t>
            </a:r>
            <a:r>
              <a:rPr lang="en-US" sz="1700" spc="-7" dirty="0">
                <a:latin typeface="Times New Roman"/>
                <a:cs typeface="Times New Roman"/>
              </a:rPr>
              <a:t>e</a:t>
            </a:r>
            <a:r>
              <a:rPr lang="en-US" sz="1700" dirty="0">
                <a:latin typeface="Times New Roman"/>
                <a:cs typeface="Times New Roman"/>
              </a:rPr>
              <a:t>n</a:t>
            </a:r>
            <a:r>
              <a:rPr lang="en-US" sz="1700" spc="10" dirty="0">
                <a:latin typeface="Times New Roman"/>
                <a:cs typeface="Times New Roman"/>
              </a:rPr>
              <a:t> </a:t>
            </a:r>
            <a:r>
              <a:rPr lang="en-US" sz="1700" spc="-2" dirty="0">
                <a:latin typeface="Times New Roman"/>
                <a:cs typeface="Times New Roman"/>
              </a:rPr>
              <a:t>to</a:t>
            </a:r>
            <a:r>
              <a:rPr lang="en-US" sz="1700" spc="12" dirty="0">
                <a:latin typeface="Times New Roman"/>
                <a:cs typeface="Times New Roman"/>
              </a:rPr>
              <a:t> </a:t>
            </a:r>
            <a:r>
              <a:rPr lang="en-US" sz="1700" spc="-5" dirty="0">
                <a:latin typeface="Times New Roman"/>
                <a:cs typeface="Times New Roman"/>
              </a:rPr>
              <a:t>be</a:t>
            </a:r>
            <a:r>
              <a:rPr lang="en-US" sz="1700" spc="7" dirty="0">
                <a:latin typeface="Times New Roman"/>
                <a:cs typeface="Times New Roman"/>
              </a:rPr>
              <a:t> </a:t>
            </a:r>
            <a:r>
              <a:rPr lang="en-US" sz="1700" spc="-5" dirty="0">
                <a:latin typeface="Times New Roman"/>
                <a:cs typeface="Times New Roman"/>
              </a:rPr>
              <a:t>o</a:t>
            </a:r>
            <a:r>
              <a:rPr lang="en-US" sz="1700" spc="-7" dirty="0">
                <a:latin typeface="Times New Roman"/>
                <a:cs typeface="Times New Roman"/>
              </a:rPr>
              <a:t>cc</a:t>
            </a:r>
            <a:r>
              <a:rPr lang="en-US" sz="1700" spc="-2" dirty="0">
                <a:latin typeface="Times New Roman"/>
                <a:cs typeface="Times New Roman"/>
              </a:rPr>
              <a:t>upied,</a:t>
            </a:r>
            <a:r>
              <a:rPr lang="en-US" sz="1700" spc="10" dirty="0">
                <a:latin typeface="Times New Roman"/>
                <a:cs typeface="Times New Roman"/>
              </a:rPr>
              <a:t> </a:t>
            </a:r>
            <a:r>
              <a:rPr lang="en-US" sz="1700" spc="-5" dirty="0">
                <a:latin typeface="Times New Roman"/>
                <a:cs typeface="Times New Roman"/>
              </a:rPr>
              <a:t>then</a:t>
            </a:r>
            <a:r>
              <a:rPr lang="en-US" sz="1700" spc="7" dirty="0">
                <a:latin typeface="Times New Roman"/>
                <a:cs typeface="Times New Roman"/>
              </a:rPr>
              <a:t> </a:t>
            </a:r>
            <a:r>
              <a:rPr lang="en-US" sz="1700" spc="-5" dirty="0">
                <a:latin typeface="Times New Roman"/>
                <a:cs typeface="Times New Roman"/>
              </a:rPr>
              <a:t>one</a:t>
            </a:r>
            <a:r>
              <a:rPr lang="en-US" sz="1700" spc="7" dirty="0">
                <a:latin typeface="Times New Roman"/>
                <a:cs typeface="Times New Roman"/>
              </a:rPr>
              <a:t> </a:t>
            </a:r>
            <a:r>
              <a:rPr lang="en-US" sz="1700" dirty="0">
                <a:latin typeface="Times New Roman"/>
                <a:cs typeface="Times New Roman"/>
              </a:rPr>
              <a:t>of</a:t>
            </a:r>
            <a:r>
              <a:rPr lang="en-US" sz="1700" spc="7" dirty="0">
                <a:latin typeface="Times New Roman"/>
                <a:cs typeface="Times New Roman"/>
              </a:rPr>
              <a:t> </a:t>
            </a:r>
            <a:r>
              <a:rPr lang="en-US" sz="1700" spc="-2" dirty="0">
                <a:latin typeface="Times New Roman"/>
                <a:cs typeface="Times New Roman"/>
              </a:rPr>
              <a:t>the</a:t>
            </a:r>
            <a:r>
              <a:rPr lang="en-US" sz="1700" spc="10" dirty="0">
                <a:latin typeface="Times New Roman"/>
                <a:cs typeface="Times New Roman"/>
              </a:rPr>
              <a:t> </a:t>
            </a:r>
            <a:r>
              <a:rPr lang="en-US" sz="1700" spc="-5" dirty="0">
                <a:latin typeface="Times New Roman"/>
                <a:cs typeface="Times New Roman"/>
              </a:rPr>
              <a:t>blocks</a:t>
            </a:r>
            <a:r>
              <a:rPr lang="en-US" sz="1700" spc="10" dirty="0">
                <a:latin typeface="Times New Roman"/>
                <a:cs typeface="Times New Roman"/>
              </a:rPr>
              <a:t> </a:t>
            </a:r>
            <a:r>
              <a:rPr lang="en-US" sz="1700" spc="-2" dirty="0">
                <a:latin typeface="Times New Roman"/>
                <a:cs typeface="Times New Roman"/>
              </a:rPr>
              <a:t>that </a:t>
            </a:r>
            <a:r>
              <a:rPr lang="en-US" sz="1700" spc="-7" dirty="0">
                <a:latin typeface="Times New Roman"/>
                <a:cs typeface="Times New Roman"/>
              </a:rPr>
              <a:t>a</a:t>
            </a:r>
            <a:r>
              <a:rPr lang="en-US" sz="1700" spc="-2" dirty="0">
                <a:latin typeface="Times New Roman"/>
                <a:cs typeface="Times New Roman"/>
              </a:rPr>
              <a:t>lr</a:t>
            </a:r>
            <a:r>
              <a:rPr lang="en-US" sz="1700" spc="-10" dirty="0">
                <a:latin typeface="Times New Roman"/>
                <a:cs typeface="Times New Roman"/>
              </a:rPr>
              <a:t>e</a:t>
            </a:r>
            <a:r>
              <a:rPr lang="en-US" sz="1700" spc="-7" dirty="0">
                <a:latin typeface="Times New Roman"/>
                <a:cs typeface="Times New Roman"/>
              </a:rPr>
              <a:t>a</a:t>
            </a:r>
            <a:r>
              <a:rPr lang="en-US" sz="1700" dirty="0">
                <a:latin typeface="Times New Roman"/>
                <a:cs typeface="Times New Roman"/>
              </a:rPr>
              <a:t>dy</a:t>
            </a:r>
            <a:r>
              <a:rPr lang="en-US" sz="1700" spc="5" dirty="0">
                <a:latin typeface="Times New Roman"/>
                <a:cs typeface="Times New Roman"/>
              </a:rPr>
              <a:t> </a:t>
            </a:r>
            <a:r>
              <a:rPr lang="en-US" sz="1700" spc="-7" dirty="0">
                <a:latin typeface="Times New Roman"/>
                <a:cs typeface="Times New Roman"/>
              </a:rPr>
              <a:t>e</a:t>
            </a:r>
            <a:r>
              <a:rPr lang="en-US" sz="1700" spc="-2" dirty="0">
                <a:latin typeface="Times New Roman"/>
                <a:cs typeface="Times New Roman"/>
              </a:rPr>
              <a:t>xist</a:t>
            </a:r>
            <a:r>
              <a:rPr lang="en-US" sz="1700" spc="2" dirty="0">
                <a:latin typeface="Times New Roman"/>
                <a:cs typeface="Times New Roman"/>
              </a:rPr>
              <a:t> </a:t>
            </a:r>
            <a:r>
              <a:rPr lang="en-US" sz="1700" spc="-5" dirty="0">
                <a:latin typeface="Times New Roman"/>
                <a:cs typeface="Times New Roman"/>
              </a:rPr>
              <a:t>n</a:t>
            </a:r>
            <a:r>
              <a:rPr lang="en-US" sz="1700" spc="-7" dirty="0">
                <a:latin typeface="Times New Roman"/>
                <a:cs typeface="Times New Roman"/>
              </a:rPr>
              <a:t>ee</a:t>
            </a:r>
            <a:r>
              <a:rPr lang="en-US" sz="1700" dirty="0">
                <a:latin typeface="Times New Roman"/>
                <a:cs typeface="Times New Roman"/>
              </a:rPr>
              <a:t>ds</a:t>
            </a:r>
            <a:r>
              <a:rPr lang="en-US" sz="1700" spc="-2" dirty="0">
                <a:latin typeface="Times New Roman"/>
                <a:cs typeface="Times New Roman"/>
              </a:rPr>
              <a:t> t</a:t>
            </a:r>
            <a:r>
              <a:rPr lang="en-US" sz="1700" dirty="0">
                <a:latin typeface="Times New Roman"/>
                <a:cs typeface="Times New Roman"/>
              </a:rPr>
              <a:t>o </a:t>
            </a:r>
            <a:r>
              <a:rPr lang="en-US" sz="1700" spc="-5" dirty="0">
                <a:latin typeface="Times New Roman"/>
                <a:cs typeface="Times New Roman"/>
              </a:rPr>
              <a:t>be</a:t>
            </a:r>
            <a:r>
              <a:rPr lang="en-US" sz="1700" spc="2" dirty="0">
                <a:latin typeface="Times New Roman"/>
                <a:cs typeface="Times New Roman"/>
              </a:rPr>
              <a:t> </a:t>
            </a:r>
            <a:r>
              <a:rPr lang="en-US" sz="1700" spc="-2" dirty="0">
                <a:latin typeface="Times New Roman"/>
                <a:cs typeface="Times New Roman"/>
              </a:rPr>
              <a:t>r</a:t>
            </a:r>
            <a:r>
              <a:rPr lang="en-US" sz="1700" spc="-10" dirty="0">
                <a:latin typeface="Times New Roman"/>
                <a:cs typeface="Times New Roman"/>
              </a:rPr>
              <a:t>e</a:t>
            </a:r>
            <a:r>
              <a:rPr lang="en-US" sz="1700" spc="-2" dirty="0">
                <a:latin typeface="Times New Roman"/>
                <a:cs typeface="Times New Roman"/>
              </a:rPr>
              <a:t>plac</a:t>
            </a:r>
            <a:r>
              <a:rPr lang="en-US" sz="1700" spc="-7" dirty="0">
                <a:latin typeface="Times New Roman"/>
                <a:cs typeface="Times New Roman"/>
              </a:rPr>
              <a:t>e</a:t>
            </a:r>
            <a:r>
              <a:rPr lang="en-US" sz="1700" dirty="0">
                <a:latin typeface="Times New Roman"/>
                <a:cs typeface="Times New Roman"/>
              </a:rPr>
              <a:t>d.</a:t>
            </a:r>
          </a:p>
        </p:txBody>
      </p:sp>
    </p:spTree>
    <p:extLst>
      <p:ext uri="{BB962C8B-B14F-4D97-AF65-F5344CB8AC3E}">
        <p14:creationId xmlns:p14="http://schemas.microsoft.com/office/powerpoint/2010/main" val="2258082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7AE7E-4B37-DDD1-F9ED-AE91CD5BEF7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74D9373-51AF-D3B3-4A53-95712CCF6E06}"/>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5AE7CC90-A020-4796-9136-0407870BC8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8149B00-E645-D499-DA2C-5F6C3C8805B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D071508A-CC8E-8D27-2229-5110B6D0A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4">
            <a:extLst>
              <a:ext uri="{FF2B5EF4-FFF2-40B4-BE49-F238E27FC236}">
                <a16:creationId xmlns:a16="http://schemas.microsoft.com/office/drawing/2014/main" id="{844B0399-5947-8C60-CDD5-F25AFE54ED26}"/>
              </a:ext>
            </a:extLst>
          </p:cNvPr>
          <p:cNvSpPr txBox="1"/>
          <p:nvPr/>
        </p:nvSpPr>
        <p:spPr>
          <a:xfrm>
            <a:off x="914400" y="819150"/>
            <a:ext cx="7162800" cy="3198311"/>
          </a:xfrm>
          <a:prstGeom prst="rect">
            <a:avLst/>
          </a:prstGeom>
        </p:spPr>
        <p:txBody>
          <a:bodyPr vert="horz" wrap="square" lIns="0" tIns="0" rIns="0" bIns="0" rtlCol="0">
            <a:spAutoFit/>
          </a:bodyPr>
          <a:lstStyle/>
          <a:p>
            <a:pPr marL="6109">
              <a:spcBef>
                <a:spcPts val="339"/>
              </a:spcBef>
            </a:pPr>
            <a:r>
              <a:rPr lang="en-US" sz="1700" b="1" spc="-5" dirty="0">
                <a:latin typeface="Times New Roman"/>
                <a:cs typeface="Times New Roman"/>
              </a:rPr>
              <a:t>The</a:t>
            </a:r>
            <a:r>
              <a:rPr lang="en-US" sz="1700" b="1" spc="-2" dirty="0">
                <a:latin typeface="Times New Roman"/>
                <a:cs typeface="Times New Roman"/>
              </a:rPr>
              <a:t> N</a:t>
            </a:r>
            <a:r>
              <a:rPr lang="en-US" sz="1700" b="1" spc="-5" dirty="0">
                <a:latin typeface="Times New Roman"/>
                <a:cs typeface="Times New Roman"/>
              </a:rPr>
              <a:t>e</a:t>
            </a:r>
            <a:r>
              <a:rPr lang="en-US" sz="1700" b="1" spc="-7" dirty="0">
                <a:latin typeface="Times New Roman"/>
                <a:cs typeface="Times New Roman"/>
              </a:rPr>
              <a:t>e</a:t>
            </a:r>
            <a:r>
              <a:rPr lang="en-US" sz="1700" b="1" dirty="0">
                <a:latin typeface="Times New Roman"/>
                <a:cs typeface="Times New Roman"/>
              </a:rPr>
              <a:t>d </a:t>
            </a:r>
            <a:r>
              <a:rPr lang="en-US" sz="1700" b="1" spc="-5" dirty="0">
                <a:latin typeface="Times New Roman"/>
                <a:cs typeface="Times New Roman"/>
              </a:rPr>
              <a:t>for </a:t>
            </a:r>
            <a:r>
              <a:rPr lang="en-US" sz="1700" b="1" spc="2" dirty="0">
                <a:latin typeface="Times New Roman"/>
                <a:cs typeface="Times New Roman"/>
              </a:rPr>
              <a:t>R</a:t>
            </a:r>
            <a:r>
              <a:rPr lang="en-US" sz="1700" b="1" spc="-7" dirty="0">
                <a:latin typeface="Times New Roman"/>
                <a:cs typeface="Times New Roman"/>
              </a:rPr>
              <a:t>e</a:t>
            </a:r>
            <a:r>
              <a:rPr lang="en-US" sz="1700" b="1" dirty="0">
                <a:latin typeface="Times New Roman"/>
                <a:cs typeface="Times New Roman"/>
              </a:rPr>
              <a:t>p</a:t>
            </a:r>
            <a:r>
              <a:rPr lang="en-US" sz="1700" b="1" spc="-2" dirty="0">
                <a:latin typeface="Times New Roman"/>
                <a:cs typeface="Times New Roman"/>
              </a:rPr>
              <a:t>lac</a:t>
            </a:r>
            <a:r>
              <a:rPr lang="en-US" sz="1700" b="1" spc="-10" dirty="0">
                <a:latin typeface="Times New Roman"/>
                <a:cs typeface="Times New Roman"/>
              </a:rPr>
              <a:t>e</a:t>
            </a:r>
            <a:r>
              <a:rPr lang="en-US" sz="1700" b="1" spc="2" dirty="0">
                <a:latin typeface="Times New Roman"/>
                <a:cs typeface="Times New Roman"/>
              </a:rPr>
              <a:t>m</a:t>
            </a:r>
            <a:r>
              <a:rPr lang="en-US" sz="1700" b="1" spc="-7" dirty="0">
                <a:latin typeface="Times New Roman"/>
                <a:cs typeface="Times New Roman"/>
              </a:rPr>
              <a:t>e</a:t>
            </a:r>
            <a:r>
              <a:rPr lang="en-US" sz="1700" b="1" dirty="0">
                <a:latin typeface="Times New Roman"/>
                <a:cs typeface="Times New Roman"/>
              </a:rPr>
              <a:t>nt </a:t>
            </a:r>
            <a:r>
              <a:rPr lang="en-US" sz="1700" b="1" spc="-5" dirty="0">
                <a:latin typeface="Times New Roman"/>
                <a:cs typeface="Times New Roman"/>
              </a:rPr>
              <a:t>A</a:t>
            </a:r>
            <a:r>
              <a:rPr lang="en-US" sz="1700" b="1" spc="-2" dirty="0">
                <a:latin typeface="Times New Roman"/>
                <a:cs typeface="Times New Roman"/>
              </a:rPr>
              <a:t>lgori</a:t>
            </a:r>
            <a:r>
              <a:rPr lang="en-US" sz="1700" b="1" spc="-5" dirty="0">
                <a:latin typeface="Times New Roman"/>
                <a:cs typeface="Times New Roman"/>
              </a:rPr>
              <a:t>t</a:t>
            </a:r>
            <a:r>
              <a:rPr lang="en-US" sz="1700" b="1" dirty="0">
                <a:latin typeface="Times New Roman"/>
                <a:cs typeface="Times New Roman"/>
              </a:rPr>
              <a:t>hm</a:t>
            </a:r>
            <a:endParaRPr lang="en-US" sz="1700" dirty="0">
              <a:latin typeface="Times New Roman"/>
              <a:cs typeface="Times New Roman"/>
            </a:endParaRPr>
          </a:p>
          <a:p>
            <a:pPr marL="6109">
              <a:spcBef>
                <a:spcPts val="351"/>
              </a:spcBef>
            </a:pPr>
            <a:r>
              <a:rPr lang="en-US" sz="1700" spc="-10" dirty="0">
                <a:latin typeface="Times New Roman"/>
                <a:cs typeface="Times New Roman"/>
              </a:rPr>
              <a:t>I</a:t>
            </a:r>
            <a:r>
              <a:rPr lang="en-US" sz="1700" dirty="0">
                <a:latin typeface="Times New Roman"/>
                <a:cs typeface="Times New Roman"/>
              </a:rPr>
              <a:t>n </a:t>
            </a:r>
            <a:r>
              <a:rPr lang="en-US" sz="1700" spc="-2" dirty="0">
                <a:latin typeface="Times New Roman"/>
                <a:cs typeface="Times New Roman"/>
              </a:rPr>
              <a:t>the</a:t>
            </a:r>
            <a:r>
              <a:rPr lang="en-US" sz="1700" spc="2" dirty="0">
                <a:latin typeface="Times New Roman"/>
                <a:cs typeface="Times New Roman"/>
              </a:rPr>
              <a:t> </a:t>
            </a:r>
            <a:r>
              <a:rPr lang="en-US" sz="1700" spc="-7" dirty="0">
                <a:latin typeface="Times New Roman"/>
                <a:cs typeface="Times New Roman"/>
              </a:rPr>
              <a:t>ca</a:t>
            </a:r>
            <a:r>
              <a:rPr lang="en-US" sz="1700" spc="5" dirty="0">
                <a:latin typeface="Times New Roman"/>
                <a:cs typeface="Times New Roman"/>
              </a:rPr>
              <a:t>s</a:t>
            </a:r>
            <a:r>
              <a:rPr lang="en-US" sz="1700" spc="-5" dirty="0">
                <a:latin typeface="Times New Roman"/>
                <a:cs typeface="Times New Roman"/>
              </a:rPr>
              <a:t>e</a:t>
            </a:r>
            <a:r>
              <a:rPr lang="en-US" sz="1700" spc="-2" dirty="0">
                <a:latin typeface="Times New Roman"/>
                <a:cs typeface="Times New Roman"/>
              </a:rPr>
              <a:t> </a:t>
            </a:r>
            <a:r>
              <a:rPr lang="en-US" sz="1700" dirty="0">
                <a:latin typeface="Times New Roman"/>
                <a:cs typeface="Times New Roman"/>
              </a:rPr>
              <a:t>of </a:t>
            </a:r>
            <a:r>
              <a:rPr lang="en-US" sz="1700" spc="-2" dirty="0">
                <a:latin typeface="Times New Roman"/>
                <a:cs typeface="Times New Roman"/>
              </a:rPr>
              <a:t>k-</a:t>
            </a:r>
            <a:r>
              <a:rPr lang="en-US" sz="1700" spc="2" dirty="0">
                <a:latin typeface="Times New Roman"/>
                <a:cs typeface="Times New Roman"/>
              </a:rPr>
              <a:t>w</a:t>
            </a:r>
            <a:r>
              <a:rPr lang="en-US" sz="1700" spc="-7" dirty="0">
                <a:latin typeface="Times New Roman"/>
                <a:cs typeface="Times New Roman"/>
              </a:rPr>
              <a:t>a</a:t>
            </a:r>
            <a:r>
              <a:rPr lang="en-US" sz="1700" dirty="0">
                <a:latin typeface="Times New Roman"/>
                <a:cs typeface="Times New Roman"/>
              </a:rPr>
              <a:t>y </a:t>
            </a:r>
            <a:r>
              <a:rPr lang="en-US" sz="1700" spc="-2" dirty="0">
                <a:latin typeface="Times New Roman"/>
                <a:cs typeface="Times New Roman"/>
              </a:rPr>
              <a:t>set</a:t>
            </a:r>
            <a:r>
              <a:rPr lang="en-US" sz="1700" dirty="0">
                <a:latin typeface="Times New Roman"/>
                <a:cs typeface="Times New Roman"/>
              </a:rPr>
              <a:t> </a:t>
            </a:r>
            <a:r>
              <a:rPr lang="en-US" sz="1700" spc="-2" dirty="0">
                <a:latin typeface="Times New Roman"/>
                <a:cs typeface="Times New Roman"/>
              </a:rPr>
              <a:t>a</a:t>
            </a:r>
            <a:r>
              <a:rPr lang="en-US" sz="1700" spc="-5" dirty="0">
                <a:latin typeface="Times New Roman"/>
                <a:cs typeface="Times New Roman"/>
              </a:rPr>
              <a:t>ssocia</a:t>
            </a:r>
            <a:r>
              <a:rPr lang="en-US" sz="1700" spc="-2" dirty="0">
                <a:latin typeface="Times New Roman"/>
                <a:cs typeface="Times New Roman"/>
              </a:rPr>
              <a:t>tive </a:t>
            </a:r>
            <a:r>
              <a:rPr lang="en-US" sz="1700" spc="-5" dirty="0">
                <a:latin typeface="Times New Roman"/>
                <a:cs typeface="Times New Roman"/>
              </a:rPr>
              <a:t>mapping,</a:t>
            </a:r>
            <a:endParaRPr lang="en-US" sz="1700" dirty="0">
              <a:latin typeface="Times New Roman"/>
              <a:cs typeface="Times New Roman"/>
            </a:endParaRPr>
          </a:p>
          <a:p>
            <a:pPr marL="225716" marR="2749" indent="-109651">
              <a:spcBef>
                <a:spcPts val="404"/>
              </a:spcBef>
              <a:buSzPct val="83333"/>
              <a:buFont typeface="Symbol"/>
              <a:buChar char=""/>
              <a:tabLst>
                <a:tab pos="226022" algn="l"/>
              </a:tabLst>
            </a:pPr>
            <a:r>
              <a:rPr lang="en-US" sz="1700" spc="-5" dirty="0">
                <a:latin typeface="Times New Roman"/>
                <a:cs typeface="Times New Roman"/>
              </a:rPr>
              <a:t>The</a:t>
            </a:r>
            <a:r>
              <a:rPr lang="en-US" sz="1700" spc="48" dirty="0">
                <a:latin typeface="Times New Roman"/>
                <a:cs typeface="Times New Roman"/>
              </a:rPr>
              <a:t> </a:t>
            </a:r>
            <a:r>
              <a:rPr lang="en-US" sz="1700" dirty="0">
                <a:latin typeface="Times New Roman"/>
                <a:cs typeface="Times New Roman"/>
              </a:rPr>
              <a:t>k</a:t>
            </a:r>
            <a:r>
              <a:rPr lang="en-US" sz="1700" spc="-2" dirty="0">
                <a:latin typeface="Times New Roman"/>
                <a:cs typeface="Times New Roman"/>
              </a:rPr>
              <a:t>-w</a:t>
            </a:r>
            <a:r>
              <a:rPr lang="en-US" sz="1700" spc="-5" dirty="0">
                <a:latin typeface="Times New Roman"/>
                <a:cs typeface="Times New Roman"/>
              </a:rPr>
              <a:t>a</a:t>
            </a:r>
            <a:r>
              <a:rPr lang="en-US" sz="1700" dirty="0">
                <a:latin typeface="Times New Roman"/>
                <a:cs typeface="Times New Roman"/>
              </a:rPr>
              <a:t>y</a:t>
            </a:r>
            <a:r>
              <a:rPr lang="en-US" sz="1700" spc="51" dirty="0">
                <a:latin typeface="Times New Roman"/>
                <a:cs typeface="Times New Roman"/>
              </a:rPr>
              <a:t> </a:t>
            </a:r>
            <a:r>
              <a:rPr lang="en-US" sz="1700" spc="-2" dirty="0">
                <a:latin typeface="Times New Roman"/>
                <a:cs typeface="Times New Roman"/>
              </a:rPr>
              <a:t>set</a:t>
            </a:r>
            <a:r>
              <a:rPr lang="en-US" sz="1700" spc="51"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ss</a:t>
            </a:r>
            <a:r>
              <a:rPr lang="en-US" sz="1700" spc="5" dirty="0">
                <a:latin typeface="Times New Roman"/>
                <a:cs typeface="Times New Roman"/>
              </a:rPr>
              <a:t>o</a:t>
            </a:r>
            <a:r>
              <a:rPr lang="en-US" sz="1700" spc="-7" dirty="0">
                <a:latin typeface="Times New Roman"/>
                <a:cs typeface="Times New Roman"/>
              </a:rPr>
              <a:t>c</a:t>
            </a:r>
            <a:r>
              <a:rPr lang="en-US" sz="1700" spc="-2" dirty="0">
                <a:latin typeface="Times New Roman"/>
                <a:cs typeface="Times New Roman"/>
              </a:rPr>
              <a:t>iative</a:t>
            </a:r>
            <a:r>
              <a:rPr lang="en-US" sz="1700" spc="48" dirty="0">
                <a:latin typeface="Times New Roman"/>
                <a:cs typeface="Times New Roman"/>
              </a:rPr>
              <a:t> </a:t>
            </a:r>
            <a:r>
              <a:rPr lang="en-US" sz="1700" spc="-5" dirty="0">
                <a:latin typeface="Times New Roman"/>
                <a:cs typeface="Times New Roman"/>
              </a:rPr>
              <a:t>mapping</a:t>
            </a:r>
            <a:r>
              <a:rPr lang="en-US" sz="1700" spc="55" dirty="0">
                <a:latin typeface="Times New Roman"/>
                <a:cs typeface="Times New Roman"/>
              </a:rPr>
              <a:t> </a:t>
            </a:r>
            <a:r>
              <a:rPr lang="en-US" sz="1700" spc="-2" dirty="0">
                <a:latin typeface="Times New Roman"/>
                <a:cs typeface="Times New Roman"/>
              </a:rPr>
              <a:t>r</a:t>
            </a:r>
            <a:r>
              <a:rPr lang="en-US" sz="1700" spc="-10" dirty="0">
                <a:latin typeface="Times New Roman"/>
                <a:cs typeface="Times New Roman"/>
              </a:rPr>
              <a:t>e</a:t>
            </a:r>
            <a:r>
              <a:rPr lang="en-US" sz="1700" spc="-2" dirty="0">
                <a:latin typeface="Times New Roman"/>
                <a:cs typeface="Times New Roman"/>
              </a:rPr>
              <a:t>fe</a:t>
            </a:r>
            <a:r>
              <a:rPr lang="en-US" sz="1700" dirty="0">
                <a:latin typeface="Times New Roman"/>
                <a:cs typeface="Times New Roman"/>
              </a:rPr>
              <a:t>rs</a:t>
            </a:r>
            <a:r>
              <a:rPr lang="en-US" sz="1700" spc="48" dirty="0">
                <a:latin typeface="Times New Roman"/>
                <a:cs typeface="Times New Roman"/>
              </a:rPr>
              <a:t> </a:t>
            </a:r>
            <a:r>
              <a:rPr lang="en-US" sz="1700" spc="-2" dirty="0">
                <a:latin typeface="Times New Roman"/>
                <a:cs typeface="Times New Roman"/>
              </a:rPr>
              <a:t>to</a:t>
            </a:r>
            <a:r>
              <a:rPr lang="en-US" sz="1700" spc="51" dirty="0">
                <a:latin typeface="Times New Roman"/>
                <a:cs typeface="Times New Roman"/>
              </a:rPr>
              <a:t> </a:t>
            </a:r>
            <a:r>
              <a:rPr lang="en-US" sz="1700" spc="-5" dirty="0">
                <a:latin typeface="Times New Roman"/>
                <a:cs typeface="Times New Roman"/>
              </a:rPr>
              <a:t>a</a:t>
            </a:r>
            <a:r>
              <a:rPr lang="en-US" sz="1700" spc="48"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o</a:t>
            </a:r>
            <a:r>
              <a:rPr lang="en-US" sz="1700" spc="-5" dirty="0">
                <a:latin typeface="Times New Roman"/>
                <a:cs typeface="Times New Roman"/>
              </a:rPr>
              <a:t>mbin</a:t>
            </a:r>
            <a:r>
              <a:rPr lang="en-US" sz="1700" spc="-7"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a:t>
            </a:r>
            <a:r>
              <a:rPr lang="en-US" sz="1700" spc="51" dirty="0">
                <a:latin typeface="Times New Roman"/>
                <a:cs typeface="Times New Roman"/>
              </a:rPr>
              <a:t> </a:t>
            </a:r>
            <a:r>
              <a:rPr lang="en-US" sz="1700" dirty="0">
                <a:latin typeface="Times New Roman"/>
                <a:cs typeface="Times New Roman"/>
              </a:rPr>
              <a:t>of</a:t>
            </a:r>
            <a:r>
              <a:rPr lang="en-US" sz="1700" spc="48" dirty="0">
                <a:latin typeface="Times New Roman"/>
                <a:cs typeface="Times New Roman"/>
              </a:rPr>
              <a:t> </a:t>
            </a:r>
            <a:r>
              <a:rPr lang="en-US" sz="1700" spc="-2" dirty="0">
                <a:latin typeface="Times New Roman"/>
                <a:cs typeface="Times New Roman"/>
              </a:rPr>
              <a:t>the</a:t>
            </a:r>
            <a:r>
              <a:rPr lang="en-US" sz="1700" spc="48" dirty="0">
                <a:latin typeface="Times New Roman"/>
                <a:cs typeface="Times New Roman"/>
              </a:rPr>
              <a:t> </a:t>
            </a:r>
            <a:r>
              <a:rPr lang="en-US" sz="1700" spc="-2" dirty="0">
                <a:latin typeface="Times New Roman"/>
                <a:cs typeface="Times New Roman"/>
              </a:rPr>
              <a:t>dir</a:t>
            </a:r>
            <a:r>
              <a:rPr lang="en-US" sz="1700" spc="-10" dirty="0">
                <a:latin typeface="Times New Roman"/>
                <a:cs typeface="Times New Roman"/>
              </a:rPr>
              <a:t>e</a:t>
            </a:r>
            <a:r>
              <a:rPr lang="en-US" sz="1700" spc="-7" dirty="0">
                <a:latin typeface="Times New Roman"/>
                <a:cs typeface="Times New Roman"/>
              </a:rPr>
              <a:t>c</a:t>
            </a:r>
            <a:r>
              <a:rPr lang="en-US" sz="1700" spc="-2" dirty="0">
                <a:latin typeface="Times New Roman"/>
                <a:cs typeface="Times New Roman"/>
              </a:rPr>
              <a:t>t</a:t>
            </a:r>
            <a:r>
              <a:rPr lang="en-US" sz="1700" spc="51" dirty="0">
                <a:latin typeface="Times New Roman"/>
                <a:cs typeface="Times New Roman"/>
              </a:rPr>
              <a:t> </a:t>
            </a:r>
            <a:r>
              <a:rPr lang="en-US" sz="1700" spc="-5" dirty="0">
                <a:latin typeface="Times New Roman"/>
                <a:cs typeface="Times New Roman"/>
              </a:rPr>
              <a:t>mapping</a:t>
            </a:r>
            <a:r>
              <a:rPr lang="en-US" sz="1700" spc="51"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s </a:t>
            </a:r>
            <a:r>
              <a:rPr lang="en-US" sz="1700" spc="-2" dirty="0">
                <a:latin typeface="Times New Roman"/>
                <a:cs typeface="Times New Roman"/>
              </a:rPr>
              <a:t>w</a:t>
            </a:r>
            <a:r>
              <a:rPr lang="en-US" sz="1700" spc="-5" dirty="0">
                <a:latin typeface="Times New Roman"/>
                <a:cs typeface="Times New Roman"/>
              </a:rPr>
              <a:t>e</a:t>
            </a:r>
            <a:r>
              <a:rPr lang="en-US" sz="1700" spc="-2" dirty="0">
                <a:latin typeface="Times New Roman"/>
                <a:cs typeface="Times New Roman"/>
              </a:rPr>
              <a:t>ll</a:t>
            </a:r>
            <a:r>
              <a:rPr lang="en-US" sz="1700"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s</a:t>
            </a:r>
            <a:r>
              <a:rPr lang="en-US" sz="1700" spc="-2" dirty="0">
                <a:latin typeface="Times New Roman"/>
                <a:cs typeface="Times New Roman"/>
              </a:rPr>
              <a:t> the full</a:t>
            </a:r>
            <a:r>
              <a:rPr lang="en-US" sz="1700" dirty="0">
                <a:latin typeface="Times New Roman"/>
                <a:cs typeface="Times New Roman"/>
              </a:rPr>
              <a:t>y </a:t>
            </a:r>
            <a:r>
              <a:rPr lang="en-US" sz="1700" spc="-5" dirty="0">
                <a:latin typeface="Times New Roman"/>
                <a:cs typeface="Times New Roman"/>
              </a:rPr>
              <a:t>associa</a:t>
            </a:r>
            <a:r>
              <a:rPr lang="en-US" sz="1700" spc="-2" dirty="0">
                <a:latin typeface="Times New Roman"/>
                <a:cs typeface="Times New Roman"/>
              </a:rPr>
              <a:t>t</a:t>
            </a:r>
            <a:r>
              <a:rPr lang="en-US" sz="1700" spc="2" dirty="0">
                <a:latin typeface="Times New Roman"/>
                <a:cs typeface="Times New Roman"/>
              </a:rPr>
              <a:t>i</a:t>
            </a:r>
            <a:r>
              <a:rPr lang="en-US" sz="1700" spc="-5" dirty="0">
                <a:latin typeface="Times New Roman"/>
                <a:cs typeface="Times New Roman"/>
              </a:rPr>
              <a:t>ve</a:t>
            </a:r>
            <a:r>
              <a:rPr lang="en-US" sz="1700" spc="-2" dirty="0">
                <a:latin typeface="Times New Roman"/>
                <a:cs typeface="Times New Roman"/>
              </a:rPr>
              <a:t> </a:t>
            </a:r>
            <a:r>
              <a:rPr lang="en-US" sz="1700" spc="-5" dirty="0">
                <a:latin typeface="Times New Roman"/>
                <a:cs typeface="Times New Roman"/>
              </a:rPr>
              <a:t>mapping.</a:t>
            </a:r>
            <a:endParaRPr lang="en-US" sz="1700" dirty="0">
              <a:latin typeface="Times New Roman"/>
              <a:cs typeface="Times New Roman"/>
            </a:endParaRPr>
          </a:p>
          <a:p>
            <a:pPr marL="225716" indent="-109651">
              <a:spcBef>
                <a:spcPts val="339"/>
              </a:spcBef>
              <a:buSzPct val="83333"/>
              <a:buFont typeface="Symbol"/>
              <a:buChar char=""/>
              <a:tabLst>
                <a:tab pos="226022" algn="l"/>
              </a:tabLst>
            </a:pPr>
            <a:r>
              <a:rPr lang="en-US" sz="1700" spc="-10" dirty="0">
                <a:latin typeface="Times New Roman"/>
                <a:cs typeface="Times New Roman"/>
              </a:rPr>
              <a:t>I</a:t>
            </a:r>
            <a:r>
              <a:rPr lang="en-US" sz="1700" spc="-2" dirty="0">
                <a:latin typeface="Times New Roman"/>
                <a:cs typeface="Times New Roman"/>
              </a:rPr>
              <a:t>t</a:t>
            </a:r>
            <a:r>
              <a:rPr lang="en-US" sz="1700" dirty="0">
                <a:latin typeface="Times New Roman"/>
                <a:cs typeface="Times New Roman"/>
              </a:rPr>
              <a:t> </a:t>
            </a:r>
            <a:r>
              <a:rPr lang="en-US" sz="1700" spc="-5" dirty="0">
                <a:latin typeface="Times New Roman"/>
                <a:cs typeface="Times New Roman"/>
              </a:rPr>
              <a:t>m</a:t>
            </a:r>
            <a:r>
              <a:rPr lang="en-US" sz="1700" spc="-7" dirty="0">
                <a:latin typeface="Times New Roman"/>
                <a:cs typeface="Times New Roman"/>
              </a:rPr>
              <a:t>a</a:t>
            </a:r>
            <a:r>
              <a:rPr lang="en-US" sz="1700" spc="5" dirty="0">
                <a:latin typeface="Times New Roman"/>
                <a:cs typeface="Times New Roman"/>
              </a:rPr>
              <a:t>k</a:t>
            </a:r>
            <a:r>
              <a:rPr lang="en-US" sz="1700" spc="-7" dirty="0">
                <a:latin typeface="Times New Roman"/>
                <a:cs typeface="Times New Roman"/>
              </a:rPr>
              <a:t>e</a:t>
            </a:r>
            <a:r>
              <a:rPr lang="en-US" sz="1700" dirty="0">
                <a:latin typeface="Times New Roman"/>
                <a:cs typeface="Times New Roman"/>
              </a:rPr>
              <a:t>s</a:t>
            </a:r>
            <a:r>
              <a:rPr lang="en-US" sz="1700" spc="-2" dirty="0">
                <a:latin typeface="Times New Roman"/>
                <a:cs typeface="Times New Roman"/>
              </a:rPr>
              <a:t> </a:t>
            </a:r>
            <a:r>
              <a:rPr lang="en-US" sz="1700" dirty="0">
                <a:latin typeface="Times New Roman"/>
                <a:cs typeface="Times New Roman"/>
              </a:rPr>
              <a:t>use of</a:t>
            </a:r>
            <a:r>
              <a:rPr lang="en-US" sz="1700" spc="-5" dirty="0">
                <a:latin typeface="Times New Roman"/>
                <a:cs typeface="Times New Roman"/>
              </a:rPr>
              <a:t> </a:t>
            </a:r>
            <a:r>
              <a:rPr lang="en-US" sz="1700" spc="-2" dirty="0">
                <a:latin typeface="Times New Roman"/>
                <a:cs typeface="Times New Roman"/>
              </a:rPr>
              <a:t>the</a:t>
            </a:r>
            <a:r>
              <a:rPr lang="en-US" sz="1700" spc="2" dirty="0">
                <a:latin typeface="Times New Roman"/>
                <a:cs typeface="Times New Roman"/>
              </a:rPr>
              <a:t> </a:t>
            </a:r>
            <a:r>
              <a:rPr lang="en-US" sz="1700" spc="-2" dirty="0">
                <a:latin typeface="Times New Roman"/>
                <a:cs typeface="Times New Roman"/>
              </a:rPr>
              <a:t>fully</a:t>
            </a:r>
            <a:r>
              <a:rPr lang="en-US" sz="1700" dirty="0">
                <a:latin typeface="Times New Roman"/>
                <a:cs typeface="Times New Roman"/>
              </a:rPr>
              <a:t> </a:t>
            </a:r>
            <a:r>
              <a:rPr lang="en-US" sz="1700" spc="-5" dirty="0">
                <a:latin typeface="Times New Roman"/>
                <a:cs typeface="Times New Roman"/>
              </a:rPr>
              <a:t>associa</a:t>
            </a:r>
            <a:r>
              <a:rPr lang="en-US" sz="1700" spc="-2" dirty="0">
                <a:latin typeface="Times New Roman"/>
                <a:cs typeface="Times New Roman"/>
              </a:rPr>
              <a:t>tive </a:t>
            </a:r>
            <a:r>
              <a:rPr lang="en-US" sz="1700" spc="-5" dirty="0">
                <a:latin typeface="Times New Roman"/>
                <a:cs typeface="Times New Roman"/>
              </a:rPr>
              <a:t>mapping</a:t>
            </a:r>
            <a:r>
              <a:rPr lang="en-US" sz="1700" spc="-2" dirty="0">
                <a:latin typeface="Times New Roman"/>
                <a:cs typeface="Times New Roman"/>
              </a:rPr>
              <a:t> that</a:t>
            </a:r>
            <a:r>
              <a:rPr lang="en-US" sz="1700" spc="5" dirty="0">
                <a:latin typeface="Times New Roman"/>
                <a:cs typeface="Times New Roman"/>
              </a:rPr>
              <a:t> </a:t>
            </a:r>
            <a:r>
              <a:rPr lang="en-US" sz="1700" spc="-7" dirty="0">
                <a:latin typeface="Times New Roman"/>
                <a:cs typeface="Times New Roman"/>
              </a:rPr>
              <a:t>e</a:t>
            </a:r>
            <a:r>
              <a:rPr lang="en-US" sz="1700" spc="-2" dirty="0">
                <a:latin typeface="Times New Roman"/>
                <a:cs typeface="Times New Roman"/>
              </a:rPr>
              <a:t>xis</a:t>
            </a:r>
            <a:r>
              <a:rPr lang="en-US" sz="1700" dirty="0">
                <a:latin typeface="Times New Roman"/>
                <a:cs typeface="Times New Roman"/>
              </a:rPr>
              <a:t>ts</a:t>
            </a:r>
            <a:r>
              <a:rPr lang="en-US" sz="1700" spc="-2" dirty="0">
                <a:latin typeface="Times New Roman"/>
                <a:cs typeface="Times New Roman"/>
              </a:rPr>
              <a:t> </a:t>
            </a:r>
            <a:r>
              <a:rPr lang="en-US" sz="1700" spc="-7" dirty="0">
                <a:latin typeface="Times New Roman"/>
                <a:cs typeface="Times New Roman"/>
              </a:rPr>
              <a:t>with</a:t>
            </a:r>
            <a:r>
              <a:rPr lang="en-US" sz="1700" dirty="0">
                <a:latin typeface="Times New Roman"/>
                <a:cs typeface="Times New Roman"/>
              </a:rPr>
              <a:t>in </a:t>
            </a:r>
            <a:r>
              <a:rPr lang="en-US" sz="1700" spc="-7" dirty="0">
                <a:latin typeface="Times New Roman"/>
                <a:cs typeface="Times New Roman"/>
              </a:rPr>
              <a:t>eac</a:t>
            </a:r>
            <a:r>
              <a:rPr lang="en-US" sz="1700" dirty="0">
                <a:latin typeface="Times New Roman"/>
                <a:cs typeface="Times New Roman"/>
              </a:rPr>
              <a:t>h </a:t>
            </a:r>
            <a:r>
              <a:rPr lang="en-US" sz="1700" spc="-2" dirty="0">
                <a:latin typeface="Times New Roman"/>
                <a:cs typeface="Times New Roman"/>
              </a:rPr>
              <a:t>set.</a:t>
            </a:r>
            <a:endParaRPr lang="en-US" sz="1700" dirty="0">
              <a:latin typeface="Times New Roman"/>
              <a:cs typeface="Times New Roman"/>
            </a:endParaRPr>
          </a:p>
          <a:p>
            <a:pPr marL="225716" marR="3054" indent="-109651">
              <a:spcBef>
                <a:spcPts val="397"/>
              </a:spcBef>
              <a:buSzPct val="83333"/>
              <a:buFont typeface="Symbol"/>
              <a:buChar char=""/>
              <a:tabLst>
                <a:tab pos="226022" algn="l"/>
              </a:tabLst>
            </a:pPr>
            <a:r>
              <a:rPr lang="en-US" sz="1700" spc="-5" dirty="0">
                <a:latin typeface="Times New Roman"/>
                <a:cs typeface="Times New Roman"/>
              </a:rPr>
              <a:t>Th</a:t>
            </a:r>
            <a:r>
              <a:rPr lang="en-US" sz="1700" spc="-10" dirty="0">
                <a:latin typeface="Times New Roman"/>
                <a:cs typeface="Times New Roman"/>
              </a:rPr>
              <a:t>e</a:t>
            </a:r>
            <a:r>
              <a:rPr lang="en-US" sz="1700" spc="-2" dirty="0">
                <a:latin typeface="Times New Roman"/>
                <a:cs typeface="Times New Roman"/>
              </a:rPr>
              <a:t>r</a:t>
            </a:r>
            <a:r>
              <a:rPr lang="en-US" sz="1700" spc="-10" dirty="0">
                <a:latin typeface="Times New Roman"/>
                <a:cs typeface="Times New Roman"/>
              </a:rPr>
              <a:t>e</a:t>
            </a:r>
            <a:r>
              <a:rPr lang="en-US" sz="1700" dirty="0">
                <a:latin typeface="Times New Roman"/>
                <a:cs typeface="Times New Roman"/>
              </a:rPr>
              <a:t>f</a:t>
            </a:r>
            <a:r>
              <a:rPr lang="en-US" sz="1700" spc="2" dirty="0">
                <a:latin typeface="Times New Roman"/>
                <a:cs typeface="Times New Roman"/>
              </a:rPr>
              <a:t>o</a:t>
            </a:r>
            <a:r>
              <a:rPr lang="en-US" sz="1700" spc="-2" dirty="0">
                <a:latin typeface="Times New Roman"/>
                <a:cs typeface="Times New Roman"/>
              </a:rPr>
              <a:t>r</a:t>
            </a:r>
            <a:r>
              <a:rPr lang="en-US" sz="1700" spc="-10" dirty="0">
                <a:latin typeface="Times New Roman"/>
                <a:cs typeface="Times New Roman"/>
              </a:rPr>
              <a:t>e</a:t>
            </a:r>
            <a:r>
              <a:rPr lang="en-US" sz="1700" dirty="0">
                <a:latin typeface="Times New Roman"/>
                <a:cs typeface="Times New Roman"/>
              </a:rPr>
              <a:t>, </a:t>
            </a:r>
            <a:r>
              <a:rPr lang="en-US" sz="1700" spc="-36" dirty="0">
                <a:latin typeface="Times New Roman"/>
                <a:cs typeface="Times New Roman"/>
              </a:rPr>
              <a:t> </a:t>
            </a:r>
            <a:r>
              <a:rPr lang="en-US" sz="1700" spc="-2" dirty="0">
                <a:latin typeface="Times New Roman"/>
                <a:cs typeface="Times New Roman"/>
              </a:rPr>
              <a:t>the</a:t>
            </a:r>
            <a:r>
              <a:rPr lang="en-US" sz="1700" dirty="0">
                <a:latin typeface="Times New Roman"/>
                <a:cs typeface="Times New Roman"/>
              </a:rPr>
              <a:t> </a:t>
            </a:r>
            <a:r>
              <a:rPr lang="en-US" sz="1700" spc="-38" dirty="0">
                <a:latin typeface="Times New Roman"/>
                <a:cs typeface="Times New Roman"/>
              </a:rPr>
              <a:t> </a:t>
            </a:r>
            <a:r>
              <a:rPr lang="en-US" sz="1700" spc="2" dirty="0">
                <a:latin typeface="Times New Roman"/>
                <a:cs typeface="Times New Roman"/>
              </a:rPr>
              <a:t>k</a:t>
            </a:r>
            <a:r>
              <a:rPr lang="en-US" sz="1700" spc="-2" dirty="0">
                <a:latin typeface="Times New Roman"/>
                <a:cs typeface="Times New Roman"/>
              </a:rPr>
              <a:t>-</a:t>
            </a:r>
            <a:r>
              <a:rPr lang="en-US" sz="1700" spc="2" dirty="0">
                <a:latin typeface="Times New Roman"/>
                <a:cs typeface="Times New Roman"/>
              </a:rPr>
              <a:t>w</a:t>
            </a:r>
            <a:r>
              <a:rPr lang="en-US" sz="1700" spc="-7" dirty="0">
                <a:latin typeface="Times New Roman"/>
                <a:cs typeface="Times New Roman"/>
              </a:rPr>
              <a:t>a</a:t>
            </a:r>
            <a:r>
              <a:rPr lang="en-US" sz="1700" dirty="0">
                <a:latin typeface="Times New Roman"/>
                <a:cs typeface="Times New Roman"/>
              </a:rPr>
              <a:t>y </a:t>
            </a:r>
            <a:r>
              <a:rPr lang="en-US" sz="1700" spc="-36" dirty="0">
                <a:latin typeface="Times New Roman"/>
                <a:cs typeface="Times New Roman"/>
              </a:rPr>
              <a:t> </a:t>
            </a:r>
            <a:r>
              <a:rPr lang="en-US" sz="1700" spc="-2" dirty="0">
                <a:latin typeface="Times New Roman"/>
                <a:cs typeface="Times New Roman"/>
              </a:rPr>
              <a:t>s</a:t>
            </a:r>
            <a:r>
              <a:rPr lang="en-US" sz="1700" spc="2" dirty="0">
                <a:latin typeface="Times New Roman"/>
                <a:cs typeface="Times New Roman"/>
              </a:rPr>
              <a:t>e</a:t>
            </a:r>
            <a:r>
              <a:rPr lang="en-US" sz="1700" spc="-2" dirty="0">
                <a:latin typeface="Times New Roman"/>
                <a:cs typeface="Times New Roman"/>
              </a:rPr>
              <a:t>t</a:t>
            </a:r>
            <a:r>
              <a:rPr lang="en-US" sz="1700" dirty="0">
                <a:latin typeface="Times New Roman"/>
                <a:cs typeface="Times New Roman"/>
              </a:rPr>
              <a:t> </a:t>
            </a:r>
            <a:r>
              <a:rPr lang="en-US" sz="1700" spc="-36" dirty="0">
                <a:latin typeface="Times New Roman"/>
                <a:cs typeface="Times New Roman"/>
              </a:rPr>
              <a:t> </a:t>
            </a:r>
            <a:r>
              <a:rPr lang="en-US" sz="1700" spc="-5" dirty="0">
                <a:latin typeface="Times New Roman"/>
                <a:cs typeface="Times New Roman"/>
              </a:rPr>
              <a:t>associa</a:t>
            </a:r>
            <a:r>
              <a:rPr lang="en-US" sz="1700" spc="-2" dirty="0">
                <a:latin typeface="Times New Roman"/>
                <a:cs typeface="Times New Roman"/>
              </a:rPr>
              <a:t>tive</a:t>
            </a:r>
            <a:r>
              <a:rPr lang="en-US" sz="1700" dirty="0">
                <a:latin typeface="Times New Roman"/>
                <a:cs typeface="Times New Roman"/>
              </a:rPr>
              <a:t> </a:t>
            </a:r>
            <a:r>
              <a:rPr lang="en-US" sz="1700" spc="-38" dirty="0">
                <a:latin typeface="Times New Roman"/>
                <a:cs typeface="Times New Roman"/>
              </a:rPr>
              <a:t> </a:t>
            </a:r>
            <a:r>
              <a:rPr lang="en-US" sz="1700" spc="-5" dirty="0">
                <a:latin typeface="Times New Roman"/>
                <a:cs typeface="Times New Roman"/>
              </a:rPr>
              <a:t>mapping</a:t>
            </a:r>
            <a:r>
              <a:rPr lang="en-US" sz="1700" dirty="0">
                <a:latin typeface="Times New Roman"/>
                <a:cs typeface="Times New Roman"/>
              </a:rPr>
              <a:t> </a:t>
            </a:r>
            <a:r>
              <a:rPr lang="en-US" sz="1700" spc="-36" dirty="0">
                <a:latin typeface="Times New Roman"/>
                <a:cs typeface="Times New Roman"/>
              </a:rPr>
              <a:t> </a:t>
            </a:r>
            <a:r>
              <a:rPr lang="en-US" sz="1700" spc="-5" dirty="0">
                <a:latin typeface="Times New Roman"/>
                <a:cs typeface="Times New Roman"/>
              </a:rPr>
              <a:t>n</a:t>
            </a:r>
            <a:r>
              <a:rPr lang="en-US" sz="1700" spc="-7" dirty="0">
                <a:latin typeface="Times New Roman"/>
                <a:cs typeface="Times New Roman"/>
              </a:rPr>
              <a:t>ee</a:t>
            </a:r>
            <a:r>
              <a:rPr lang="en-US" sz="1700" dirty="0">
                <a:latin typeface="Times New Roman"/>
                <a:cs typeface="Times New Roman"/>
              </a:rPr>
              <a:t>ds </a:t>
            </a:r>
            <a:r>
              <a:rPr lang="en-US" sz="1700" spc="-36" dirty="0">
                <a:latin typeface="Times New Roman"/>
                <a:cs typeface="Times New Roman"/>
              </a:rPr>
              <a:t> </a:t>
            </a:r>
            <a:r>
              <a:rPr lang="en-US" sz="1700" spc="-5" dirty="0">
                <a:latin typeface="Times New Roman"/>
                <a:cs typeface="Times New Roman"/>
              </a:rPr>
              <a:t>a</a:t>
            </a:r>
            <a:r>
              <a:rPr lang="en-US" sz="1700" dirty="0">
                <a:latin typeface="Times New Roman"/>
                <a:cs typeface="Times New Roman"/>
              </a:rPr>
              <a:t> </a:t>
            </a:r>
            <a:r>
              <a:rPr lang="en-US" sz="1700" spc="-38"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ert</a:t>
            </a:r>
            <a:r>
              <a:rPr lang="en-US" sz="1700" spc="-10" dirty="0">
                <a:latin typeface="Times New Roman"/>
                <a:cs typeface="Times New Roman"/>
              </a:rPr>
              <a:t>a</a:t>
            </a:r>
            <a:r>
              <a:rPr lang="en-US" sz="1700" spc="-2" dirty="0">
                <a:latin typeface="Times New Roman"/>
                <a:cs typeface="Times New Roman"/>
              </a:rPr>
              <a:t>in</a:t>
            </a:r>
            <a:r>
              <a:rPr lang="en-US" sz="1700" dirty="0">
                <a:latin typeface="Times New Roman"/>
                <a:cs typeface="Times New Roman"/>
              </a:rPr>
              <a:t> </a:t>
            </a:r>
            <a:r>
              <a:rPr lang="en-US" sz="1700" spc="-36" dirty="0">
                <a:latin typeface="Times New Roman"/>
                <a:cs typeface="Times New Roman"/>
              </a:rPr>
              <a:t> </a:t>
            </a:r>
            <a:r>
              <a:rPr lang="en-US" sz="1700" spc="-5" dirty="0">
                <a:latin typeface="Times New Roman"/>
                <a:cs typeface="Times New Roman"/>
              </a:rPr>
              <a:t>type</a:t>
            </a:r>
            <a:r>
              <a:rPr lang="en-US" sz="1700" dirty="0">
                <a:latin typeface="Times New Roman"/>
                <a:cs typeface="Times New Roman"/>
              </a:rPr>
              <a:t> </a:t>
            </a:r>
            <a:r>
              <a:rPr lang="en-US" sz="1700" spc="-38" dirty="0">
                <a:latin typeface="Times New Roman"/>
                <a:cs typeface="Times New Roman"/>
              </a:rPr>
              <a:t> </a:t>
            </a:r>
            <a:r>
              <a:rPr lang="en-US" sz="1700" dirty="0">
                <a:latin typeface="Times New Roman"/>
                <a:cs typeface="Times New Roman"/>
              </a:rPr>
              <a:t>of </a:t>
            </a:r>
            <a:r>
              <a:rPr lang="en-US" sz="1700" spc="-38" dirty="0">
                <a:latin typeface="Times New Roman"/>
                <a:cs typeface="Times New Roman"/>
              </a:rPr>
              <a:t> </a:t>
            </a:r>
            <a:r>
              <a:rPr lang="en-US" sz="1700" spc="2" dirty="0">
                <a:latin typeface="Times New Roman"/>
                <a:cs typeface="Times New Roman"/>
              </a:rPr>
              <a:t>r</a:t>
            </a:r>
            <a:r>
              <a:rPr lang="en-US" sz="1700" spc="-7" dirty="0">
                <a:latin typeface="Times New Roman"/>
                <a:cs typeface="Times New Roman"/>
              </a:rPr>
              <a:t>e</a:t>
            </a:r>
            <a:r>
              <a:rPr lang="en-US" sz="1700" spc="-2" dirty="0">
                <a:latin typeface="Times New Roman"/>
                <a:cs typeface="Times New Roman"/>
              </a:rPr>
              <a:t>pla</a:t>
            </a:r>
            <a:r>
              <a:rPr lang="en-US" sz="1700" spc="-10" dirty="0">
                <a:latin typeface="Times New Roman"/>
                <a:cs typeface="Times New Roman"/>
              </a:rPr>
              <a:t>c</a:t>
            </a:r>
            <a:r>
              <a:rPr lang="en-US" sz="1700" spc="-7" dirty="0">
                <a:latin typeface="Times New Roman"/>
                <a:cs typeface="Times New Roman"/>
              </a:rPr>
              <a:t>e</a:t>
            </a:r>
            <a:r>
              <a:rPr lang="en-US" sz="1700" dirty="0">
                <a:latin typeface="Times New Roman"/>
                <a:cs typeface="Times New Roman"/>
              </a:rPr>
              <a:t>m</a:t>
            </a:r>
            <a:r>
              <a:rPr lang="en-US" sz="1700" spc="-7" dirty="0">
                <a:latin typeface="Times New Roman"/>
                <a:cs typeface="Times New Roman"/>
              </a:rPr>
              <a:t>e</a:t>
            </a:r>
            <a:r>
              <a:rPr lang="en-US" sz="1700" spc="-2" dirty="0">
                <a:latin typeface="Times New Roman"/>
                <a:cs typeface="Times New Roman"/>
              </a:rPr>
              <a:t>nt </a:t>
            </a:r>
            <a:r>
              <a:rPr lang="en-US" sz="1700" spc="-7" dirty="0">
                <a:latin typeface="Times New Roman"/>
                <a:cs typeface="Times New Roman"/>
              </a:rPr>
              <a:t>a</a:t>
            </a:r>
            <a:r>
              <a:rPr lang="en-US" sz="1700" spc="-2" dirty="0">
                <a:latin typeface="Times New Roman"/>
                <a:cs typeface="Times New Roman"/>
              </a:rPr>
              <a:t>lgorithm.</a:t>
            </a:r>
            <a:endParaRPr lang="en-US" sz="1700" dirty="0">
              <a:latin typeface="Times New Roman"/>
              <a:cs typeface="Times New Roman"/>
            </a:endParaRPr>
          </a:p>
          <a:p>
            <a:pPr marL="6109">
              <a:spcBef>
                <a:spcPts val="339"/>
              </a:spcBef>
            </a:pPr>
            <a:endParaRPr lang="en-US" sz="1700" b="1" spc="-7" dirty="0">
              <a:latin typeface="Times New Roman"/>
              <a:cs typeface="Times New Roman"/>
            </a:endParaRPr>
          </a:p>
          <a:p>
            <a:pPr marL="6109">
              <a:spcBef>
                <a:spcPts val="339"/>
              </a:spcBef>
            </a:pPr>
            <a:r>
              <a:rPr lang="en-US" sz="1700" b="1" spc="-7" dirty="0">
                <a:latin typeface="Times New Roman"/>
                <a:cs typeface="Times New Roman"/>
              </a:rPr>
              <a:t>Divi</a:t>
            </a:r>
            <a:r>
              <a:rPr lang="en-US" sz="1700" b="1" spc="-5" dirty="0">
                <a:latin typeface="Times New Roman"/>
                <a:cs typeface="Times New Roman"/>
              </a:rPr>
              <a:t>sion</a:t>
            </a:r>
            <a:r>
              <a:rPr lang="en-US" sz="1700" b="1" spc="2" dirty="0">
                <a:latin typeface="Times New Roman"/>
                <a:cs typeface="Times New Roman"/>
              </a:rPr>
              <a:t> </a:t>
            </a:r>
            <a:r>
              <a:rPr lang="en-US" sz="1700" b="1" dirty="0">
                <a:latin typeface="Times New Roman"/>
                <a:cs typeface="Times New Roman"/>
              </a:rPr>
              <a:t>of </a:t>
            </a:r>
            <a:r>
              <a:rPr lang="en-US" sz="1700" b="1" spc="-7" dirty="0">
                <a:latin typeface="Times New Roman"/>
                <a:cs typeface="Times New Roman"/>
              </a:rPr>
              <a:t>P</a:t>
            </a:r>
            <a:r>
              <a:rPr lang="en-US" sz="1700" b="1" dirty="0">
                <a:latin typeface="Times New Roman"/>
                <a:cs typeface="Times New Roman"/>
              </a:rPr>
              <a:t>h</a:t>
            </a:r>
            <a:r>
              <a:rPr lang="en-US" sz="1700" b="1" spc="-2" dirty="0">
                <a:latin typeface="Times New Roman"/>
                <a:cs typeface="Times New Roman"/>
              </a:rPr>
              <a:t>ysical</a:t>
            </a:r>
            <a:r>
              <a:rPr lang="en-US" sz="1700" b="1" dirty="0">
                <a:latin typeface="Times New Roman"/>
                <a:cs typeface="Times New Roman"/>
              </a:rPr>
              <a:t> </a:t>
            </a:r>
            <a:r>
              <a:rPr lang="en-US" sz="1700" b="1" spc="-2" dirty="0">
                <a:latin typeface="Times New Roman"/>
                <a:cs typeface="Times New Roman"/>
              </a:rPr>
              <a:t>A</a:t>
            </a:r>
            <a:r>
              <a:rPr lang="en-US" sz="1700" b="1" spc="-5" dirty="0">
                <a:latin typeface="Times New Roman"/>
                <a:cs typeface="Times New Roman"/>
              </a:rPr>
              <a:t>d</a:t>
            </a:r>
            <a:r>
              <a:rPr lang="en-US" sz="1700" b="1" dirty="0">
                <a:latin typeface="Times New Roman"/>
                <a:cs typeface="Times New Roman"/>
              </a:rPr>
              <a:t>d</a:t>
            </a:r>
            <a:r>
              <a:rPr lang="en-US" sz="1700" b="1" spc="-7" dirty="0">
                <a:latin typeface="Times New Roman"/>
                <a:cs typeface="Times New Roman"/>
              </a:rPr>
              <a:t>re</a:t>
            </a:r>
            <a:r>
              <a:rPr lang="en-US" sz="1700" b="1" spc="-2" dirty="0">
                <a:latin typeface="Times New Roman"/>
                <a:cs typeface="Times New Roman"/>
              </a:rPr>
              <a:t>ss</a:t>
            </a:r>
            <a:endParaRPr lang="en-US" sz="1700" dirty="0">
              <a:latin typeface="Times New Roman"/>
              <a:cs typeface="Times New Roman"/>
            </a:endParaRPr>
          </a:p>
          <a:p>
            <a:pPr marL="6109">
              <a:spcBef>
                <a:spcPts val="358"/>
              </a:spcBef>
            </a:pPr>
            <a:r>
              <a:rPr lang="en-US" sz="1700" spc="-10" dirty="0">
                <a:latin typeface="Times New Roman"/>
                <a:cs typeface="Times New Roman"/>
              </a:rPr>
              <a:t>I</a:t>
            </a:r>
            <a:r>
              <a:rPr lang="en-US" sz="1700" dirty="0">
                <a:latin typeface="Times New Roman"/>
                <a:cs typeface="Times New Roman"/>
              </a:rPr>
              <a:t>n </a:t>
            </a:r>
            <a:r>
              <a:rPr lang="en-US" sz="1700" spc="-2" dirty="0">
                <a:latin typeface="Times New Roman"/>
                <a:cs typeface="Times New Roman"/>
              </a:rPr>
              <a:t>the</a:t>
            </a:r>
            <a:r>
              <a:rPr lang="en-US" sz="1700" spc="2" dirty="0">
                <a:latin typeface="Times New Roman"/>
                <a:cs typeface="Times New Roman"/>
              </a:rPr>
              <a:t> </a:t>
            </a:r>
            <a:r>
              <a:rPr lang="en-US" sz="1700" spc="-7" dirty="0">
                <a:latin typeface="Times New Roman"/>
                <a:cs typeface="Times New Roman"/>
              </a:rPr>
              <a:t>ca</a:t>
            </a:r>
            <a:r>
              <a:rPr lang="en-US" sz="1700" spc="5" dirty="0">
                <a:latin typeface="Times New Roman"/>
                <a:cs typeface="Times New Roman"/>
              </a:rPr>
              <a:t>s</a:t>
            </a:r>
            <a:r>
              <a:rPr lang="en-US" sz="1700" spc="-5" dirty="0">
                <a:latin typeface="Times New Roman"/>
                <a:cs typeface="Times New Roman"/>
              </a:rPr>
              <a:t>e</a:t>
            </a:r>
            <a:r>
              <a:rPr lang="en-US" sz="1700" spc="-2" dirty="0">
                <a:latin typeface="Times New Roman"/>
                <a:cs typeface="Times New Roman"/>
              </a:rPr>
              <a:t> </a:t>
            </a:r>
            <a:r>
              <a:rPr lang="en-US" sz="1700" dirty="0">
                <a:latin typeface="Times New Roman"/>
                <a:cs typeface="Times New Roman"/>
              </a:rPr>
              <a:t>of </a:t>
            </a:r>
            <a:r>
              <a:rPr lang="en-US" sz="1700" spc="-5" dirty="0">
                <a:latin typeface="Times New Roman"/>
                <a:cs typeface="Times New Roman"/>
              </a:rPr>
              <a:t>f</a:t>
            </a:r>
            <a:r>
              <a:rPr lang="en-US" sz="1700" spc="-2" dirty="0">
                <a:latin typeface="Times New Roman"/>
                <a:cs typeface="Times New Roman"/>
              </a:rPr>
              <a:t>ull</a:t>
            </a:r>
            <a:r>
              <a:rPr lang="en-US" sz="1700" dirty="0">
                <a:latin typeface="Times New Roman"/>
                <a:cs typeface="Times New Roman"/>
              </a:rPr>
              <a:t>y </a:t>
            </a:r>
            <a:r>
              <a:rPr lang="en-US" sz="1700" spc="2" dirty="0">
                <a:latin typeface="Times New Roman"/>
                <a:cs typeface="Times New Roman"/>
              </a:rPr>
              <a:t>k</a:t>
            </a:r>
            <a:r>
              <a:rPr lang="en-US" sz="1700" spc="-2" dirty="0">
                <a:latin typeface="Times New Roman"/>
                <a:cs typeface="Times New Roman"/>
              </a:rPr>
              <a:t>-</a:t>
            </a:r>
            <a:r>
              <a:rPr lang="en-US" sz="1700" spc="2" dirty="0">
                <a:latin typeface="Times New Roman"/>
                <a:cs typeface="Times New Roman"/>
              </a:rPr>
              <a:t>w</a:t>
            </a:r>
            <a:r>
              <a:rPr lang="en-US" sz="1700" spc="-2" dirty="0">
                <a:latin typeface="Times New Roman"/>
                <a:cs typeface="Times New Roman"/>
              </a:rPr>
              <a:t>a</a:t>
            </a:r>
            <a:r>
              <a:rPr lang="en-US" sz="1700" dirty="0">
                <a:latin typeface="Times New Roman"/>
                <a:cs typeface="Times New Roman"/>
              </a:rPr>
              <a:t>y </a:t>
            </a:r>
            <a:r>
              <a:rPr lang="en-US" sz="1700" spc="-2" dirty="0">
                <a:latin typeface="Times New Roman"/>
                <a:cs typeface="Times New Roman"/>
              </a:rPr>
              <a:t>set</a:t>
            </a:r>
            <a:r>
              <a:rPr lang="en-US" sz="1700" dirty="0">
                <a:latin typeface="Times New Roman"/>
                <a:cs typeface="Times New Roman"/>
              </a:rPr>
              <a:t> </a:t>
            </a:r>
            <a:r>
              <a:rPr lang="en-US" sz="1700" spc="-5" dirty="0">
                <a:latin typeface="Times New Roman"/>
                <a:cs typeface="Times New Roman"/>
              </a:rPr>
              <a:t>m</a:t>
            </a:r>
            <a:r>
              <a:rPr lang="en-US" sz="1700" spc="-7" dirty="0">
                <a:latin typeface="Times New Roman"/>
                <a:cs typeface="Times New Roman"/>
              </a:rPr>
              <a:t>a</a:t>
            </a:r>
            <a:r>
              <a:rPr lang="en-US" sz="1700" spc="-2" dirty="0">
                <a:latin typeface="Times New Roman"/>
                <a:cs typeface="Times New Roman"/>
              </a:rPr>
              <a:t>pping,</a:t>
            </a:r>
            <a:r>
              <a:rPr lang="en-US" sz="1700" dirty="0">
                <a:latin typeface="Times New Roman"/>
                <a:cs typeface="Times New Roman"/>
              </a:rPr>
              <a:t> </a:t>
            </a:r>
            <a:r>
              <a:rPr lang="en-US" sz="1700" spc="-2" dirty="0">
                <a:latin typeface="Times New Roman"/>
                <a:cs typeface="Times New Roman"/>
              </a:rPr>
              <a:t>the divi</a:t>
            </a:r>
            <a:r>
              <a:rPr lang="en-US" sz="1700" spc="-5" dirty="0">
                <a:latin typeface="Times New Roman"/>
                <a:cs typeface="Times New Roman"/>
              </a:rPr>
              <a:t>sion</a:t>
            </a:r>
            <a:r>
              <a:rPr lang="en-US" sz="1700" dirty="0">
                <a:latin typeface="Times New Roman"/>
                <a:cs typeface="Times New Roman"/>
              </a:rPr>
              <a:t> of </a:t>
            </a:r>
            <a:r>
              <a:rPr lang="en-US" sz="1700" spc="-2" dirty="0">
                <a:latin typeface="Times New Roman"/>
                <a:cs typeface="Times New Roman"/>
              </a:rPr>
              <a:t>the</a:t>
            </a:r>
            <a:r>
              <a:rPr lang="en-US" sz="1700" spc="-5" dirty="0">
                <a:latin typeface="Times New Roman"/>
                <a:cs typeface="Times New Roman"/>
              </a:rPr>
              <a:t> physi</a:t>
            </a:r>
            <a:r>
              <a:rPr lang="en-US" sz="1700" spc="-7" dirty="0">
                <a:latin typeface="Times New Roman"/>
                <a:cs typeface="Times New Roman"/>
              </a:rPr>
              <a:t>ca</a:t>
            </a:r>
            <a:r>
              <a:rPr lang="en-US" sz="1700" spc="-2" dirty="0">
                <a:latin typeface="Times New Roman"/>
                <a:cs typeface="Times New Roman"/>
              </a:rPr>
              <a:t>l</a:t>
            </a:r>
            <a:r>
              <a:rPr lang="en-US" sz="1700" dirty="0">
                <a:latin typeface="Times New Roman"/>
                <a:cs typeface="Times New Roman"/>
              </a:rPr>
              <a:t> </a:t>
            </a:r>
            <a:r>
              <a:rPr lang="en-US" sz="1700" spc="-5" dirty="0">
                <a:latin typeface="Times New Roman"/>
                <a:cs typeface="Times New Roman"/>
              </a:rPr>
              <a:t>addr</a:t>
            </a:r>
            <a:r>
              <a:rPr lang="en-US" sz="1700" spc="-7" dirty="0">
                <a:latin typeface="Times New Roman"/>
                <a:cs typeface="Times New Roman"/>
              </a:rPr>
              <a:t>e</a:t>
            </a:r>
            <a:r>
              <a:rPr lang="en-US" sz="1700" spc="5" dirty="0">
                <a:latin typeface="Times New Roman"/>
                <a:cs typeface="Times New Roman"/>
              </a:rPr>
              <a:t>s</a:t>
            </a:r>
            <a:r>
              <a:rPr lang="en-US" sz="1700" dirty="0">
                <a:latin typeface="Times New Roman"/>
                <a:cs typeface="Times New Roman"/>
              </a:rPr>
              <a:t>s</a:t>
            </a:r>
            <a:r>
              <a:rPr lang="en-US" sz="1700" spc="-2" dirty="0">
                <a:latin typeface="Times New Roman"/>
                <a:cs typeface="Times New Roman"/>
              </a:rPr>
              <a:t> </a:t>
            </a:r>
            <a:r>
              <a:rPr lang="en-US" sz="1700" spc="-5" dirty="0">
                <a:latin typeface="Times New Roman"/>
                <a:cs typeface="Times New Roman"/>
              </a:rPr>
              <a:t>o</a:t>
            </a:r>
            <a:r>
              <a:rPr lang="en-US" sz="1700" spc="-7" dirty="0">
                <a:latin typeface="Times New Roman"/>
                <a:cs typeface="Times New Roman"/>
              </a:rPr>
              <a:t>cc</a:t>
            </a:r>
            <a:r>
              <a:rPr lang="en-US" sz="1700" dirty="0">
                <a:latin typeface="Times New Roman"/>
                <a:cs typeface="Times New Roman"/>
              </a:rPr>
              <a:t>urs</a:t>
            </a:r>
            <a:r>
              <a:rPr lang="en-US" sz="1700" spc="-2" dirty="0">
                <a:latin typeface="Times New Roman"/>
                <a:cs typeface="Times New Roman"/>
              </a:rPr>
              <a:t> </a:t>
            </a:r>
            <a:r>
              <a:rPr lang="en-US" sz="1700" spc="-10" dirty="0">
                <a:latin typeface="Times New Roman"/>
                <a:cs typeface="Times New Roman"/>
              </a:rPr>
              <a:t>a</a:t>
            </a:r>
            <a:r>
              <a:rPr lang="en-US" sz="1700" dirty="0">
                <a:latin typeface="Times New Roman"/>
                <a:cs typeface="Times New Roman"/>
              </a:rPr>
              <a:t>s</a:t>
            </a:r>
            <a:r>
              <a:rPr lang="en-US" sz="1700" spc="5" dirty="0">
                <a:latin typeface="Times New Roman"/>
                <a:cs typeface="Times New Roman"/>
              </a:rPr>
              <a:t> </a:t>
            </a:r>
            <a:r>
              <a:rPr lang="en-US" sz="1700" spc="-2" dirty="0">
                <a:latin typeface="Times New Roman"/>
                <a:cs typeface="Times New Roman"/>
              </a:rPr>
              <a:t>follows:</a:t>
            </a:r>
            <a:endParaRPr lang="en-US" sz="1700" dirty="0">
              <a:latin typeface="Times New Roman"/>
              <a:cs typeface="Times New Roman"/>
            </a:endParaRPr>
          </a:p>
        </p:txBody>
      </p:sp>
      <p:sp>
        <p:nvSpPr>
          <p:cNvPr id="5" name="object 4"/>
          <p:cNvSpPr/>
          <p:nvPr/>
        </p:nvSpPr>
        <p:spPr>
          <a:xfrm>
            <a:off x="2133600" y="3915197"/>
            <a:ext cx="4267200" cy="511137"/>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23789681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47B38-7A0C-C475-9BDC-1016EB1B0B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0E3F8F9-7FCA-4CB6-0485-E6DAD5635112}"/>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A7348C59-1D28-AE8A-E1E2-BE137408F1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50FDD49-6BF3-66C2-891B-9F4EDA8BBB6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4E3C7BB-914D-6DA6-3AC9-A85967AAFF3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p:cNvSpPr txBox="1"/>
          <p:nvPr/>
        </p:nvSpPr>
        <p:spPr>
          <a:xfrm>
            <a:off x="1066800" y="1125911"/>
            <a:ext cx="7010400" cy="1672253"/>
          </a:xfrm>
          <a:prstGeom prst="rect">
            <a:avLst/>
          </a:prstGeom>
        </p:spPr>
        <p:txBody>
          <a:bodyPr vert="horz" wrap="square" lIns="0" tIns="0" rIns="0" bIns="0" rtlCol="0">
            <a:spAutoFit/>
          </a:bodyPr>
          <a:lstStyle/>
          <a:p>
            <a:pPr marL="6109" algn="just"/>
            <a:r>
              <a:rPr sz="1700" b="1" dirty="0">
                <a:latin typeface="Times New Roman"/>
                <a:cs typeface="Times New Roman"/>
              </a:rPr>
              <a:t>Sp</a:t>
            </a:r>
            <a:r>
              <a:rPr sz="1700" b="1" spc="-7" dirty="0">
                <a:latin typeface="Times New Roman"/>
                <a:cs typeface="Times New Roman"/>
              </a:rPr>
              <a:t>ec</a:t>
            </a:r>
            <a:r>
              <a:rPr sz="1700" b="1" spc="-2" dirty="0">
                <a:latin typeface="Times New Roman"/>
                <a:cs typeface="Times New Roman"/>
              </a:rPr>
              <a:t>ial</a:t>
            </a:r>
            <a:r>
              <a:rPr sz="1700" b="1" dirty="0">
                <a:latin typeface="Times New Roman"/>
                <a:cs typeface="Times New Roman"/>
              </a:rPr>
              <a:t> </a:t>
            </a:r>
            <a:r>
              <a:rPr sz="1700" b="1" spc="-2" dirty="0">
                <a:latin typeface="Times New Roman"/>
                <a:cs typeface="Times New Roman"/>
              </a:rPr>
              <a:t>Cas</a:t>
            </a:r>
            <a:r>
              <a:rPr sz="1700" b="1" spc="-5" dirty="0">
                <a:latin typeface="Times New Roman"/>
                <a:cs typeface="Times New Roman"/>
              </a:rPr>
              <a:t>e</a:t>
            </a:r>
            <a:r>
              <a:rPr sz="1700" b="1" dirty="0">
                <a:latin typeface="Times New Roman"/>
                <a:cs typeface="Times New Roman"/>
              </a:rPr>
              <a:t>s</a:t>
            </a:r>
            <a:endParaRPr lang="en-US" sz="1700" b="1" dirty="0">
              <a:latin typeface="Times New Roman"/>
              <a:cs typeface="Times New Roman"/>
            </a:endParaRPr>
          </a:p>
          <a:p>
            <a:pPr marL="6109" algn="just"/>
            <a:endParaRPr sz="1700" dirty="0">
              <a:latin typeface="Times New Roman"/>
              <a:cs typeface="Times New Roman"/>
            </a:endParaRPr>
          </a:p>
          <a:p>
            <a:pPr marL="225716" marR="2443" indent="-109651" algn="just">
              <a:spcBef>
                <a:spcPts val="404"/>
              </a:spcBef>
              <a:buSzPct val="83333"/>
              <a:buFont typeface="Symbol"/>
              <a:buChar char=""/>
              <a:tabLst>
                <a:tab pos="226022" algn="l"/>
              </a:tabLst>
            </a:pPr>
            <a:r>
              <a:rPr sz="1700" spc="-10" dirty="0">
                <a:latin typeface="Times New Roman"/>
                <a:cs typeface="Times New Roman"/>
              </a:rPr>
              <a:t>I</a:t>
            </a:r>
            <a:r>
              <a:rPr sz="1700" dirty="0">
                <a:latin typeface="Times New Roman"/>
                <a:cs typeface="Times New Roman"/>
              </a:rPr>
              <a:t>n</a:t>
            </a:r>
            <a:r>
              <a:rPr sz="1700" spc="10" dirty="0">
                <a:latin typeface="Times New Roman"/>
                <a:cs typeface="Times New Roman"/>
              </a:rPr>
              <a:t> </a:t>
            </a:r>
            <a:r>
              <a:rPr sz="1700" spc="-7" dirty="0">
                <a:latin typeface="Times New Roman"/>
                <a:cs typeface="Times New Roman"/>
              </a:rPr>
              <a:t>ca</a:t>
            </a:r>
            <a:r>
              <a:rPr sz="1700" spc="-2" dirty="0">
                <a:latin typeface="Times New Roman"/>
                <a:cs typeface="Times New Roman"/>
              </a:rPr>
              <a:t>s</a:t>
            </a:r>
            <a:r>
              <a:rPr sz="1700" dirty="0">
                <a:latin typeface="Times New Roman"/>
                <a:cs typeface="Times New Roman"/>
              </a:rPr>
              <a:t>e</a:t>
            </a:r>
            <a:r>
              <a:rPr sz="1700" spc="2" dirty="0">
                <a:latin typeface="Times New Roman"/>
                <a:cs typeface="Times New Roman"/>
              </a:rPr>
              <a:t> </a:t>
            </a:r>
            <a:r>
              <a:rPr sz="1700" dirty="0">
                <a:latin typeface="Times New Roman"/>
                <a:cs typeface="Times New Roman"/>
              </a:rPr>
              <a:t>k</a:t>
            </a:r>
            <a:r>
              <a:rPr sz="1700" spc="10" dirty="0">
                <a:latin typeface="Times New Roman"/>
                <a:cs typeface="Times New Roman"/>
              </a:rPr>
              <a:t> </a:t>
            </a:r>
            <a:r>
              <a:rPr sz="1700" spc="-5" dirty="0">
                <a:latin typeface="Times New Roman"/>
                <a:cs typeface="Times New Roman"/>
              </a:rPr>
              <a:t>=</a:t>
            </a:r>
            <a:r>
              <a:rPr sz="1700" spc="2" dirty="0">
                <a:latin typeface="Times New Roman"/>
                <a:cs typeface="Times New Roman"/>
              </a:rPr>
              <a:t> </a:t>
            </a:r>
            <a:r>
              <a:rPr sz="1700" dirty="0">
                <a:latin typeface="Times New Roman"/>
                <a:cs typeface="Times New Roman"/>
              </a:rPr>
              <a:t>1,</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5" dirty="0">
                <a:latin typeface="Times New Roman"/>
                <a:cs typeface="Times New Roman"/>
              </a:rPr>
              <a:t>k</a:t>
            </a:r>
            <a:r>
              <a:rPr sz="1700" spc="-2" dirty="0">
                <a:latin typeface="Times New Roman"/>
                <a:cs typeface="Times New Roman"/>
              </a:rPr>
              <a:t>-</a:t>
            </a:r>
            <a:r>
              <a:rPr sz="1700" spc="2" dirty="0">
                <a:latin typeface="Times New Roman"/>
                <a:cs typeface="Times New Roman"/>
              </a:rPr>
              <a:t>w</a:t>
            </a:r>
            <a:r>
              <a:rPr sz="1700" spc="-7" dirty="0">
                <a:latin typeface="Times New Roman"/>
                <a:cs typeface="Times New Roman"/>
              </a:rPr>
              <a:t>a</a:t>
            </a:r>
            <a:r>
              <a:rPr sz="1700" dirty="0">
                <a:latin typeface="Times New Roman"/>
                <a:cs typeface="Times New Roman"/>
              </a:rPr>
              <a:t>y</a:t>
            </a:r>
            <a:r>
              <a:rPr sz="1700" spc="10" dirty="0">
                <a:latin typeface="Times New Roman"/>
                <a:cs typeface="Times New Roman"/>
              </a:rPr>
              <a:t> </a:t>
            </a:r>
            <a:r>
              <a:rPr sz="1700" spc="-2" dirty="0">
                <a:latin typeface="Times New Roman"/>
                <a:cs typeface="Times New Roman"/>
              </a:rPr>
              <a:t>set</a:t>
            </a:r>
            <a:r>
              <a:rPr sz="1700" spc="5" dirty="0">
                <a:latin typeface="Times New Roman"/>
                <a:cs typeface="Times New Roman"/>
              </a:rPr>
              <a:t> </a:t>
            </a:r>
            <a:r>
              <a:rPr sz="1700" spc="-5" dirty="0">
                <a:latin typeface="Times New Roman"/>
                <a:cs typeface="Times New Roman"/>
              </a:rPr>
              <a:t>associa</a:t>
            </a:r>
            <a:r>
              <a:rPr sz="1700" spc="-2" dirty="0">
                <a:latin typeface="Times New Roman"/>
                <a:cs typeface="Times New Roman"/>
              </a:rPr>
              <a:t>tive</a:t>
            </a:r>
            <a:r>
              <a:rPr sz="1700" spc="2" dirty="0">
                <a:latin typeface="Times New Roman"/>
                <a:cs typeface="Times New Roman"/>
              </a:rPr>
              <a:t> </a:t>
            </a:r>
            <a:r>
              <a:rPr sz="1700" spc="-5" dirty="0">
                <a:latin typeface="Times New Roman"/>
                <a:cs typeface="Times New Roman"/>
              </a:rPr>
              <a:t>mapping</a:t>
            </a:r>
            <a:r>
              <a:rPr sz="1700" spc="10" dirty="0">
                <a:latin typeface="Times New Roman"/>
                <a:cs typeface="Times New Roman"/>
              </a:rPr>
              <a:t> </a:t>
            </a:r>
            <a:r>
              <a:rPr sz="1700" spc="-2" dirty="0">
                <a:latin typeface="Times New Roman"/>
                <a:cs typeface="Times New Roman"/>
              </a:rPr>
              <a:t>woul</a:t>
            </a:r>
            <a:r>
              <a:rPr sz="1700" dirty="0">
                <a:latin typeface="Times New Roman"/>
                <a:cs typeface="Times New Roman"/>
              </a:rPr>
              <a:t>d</a:t>
            </a:r>
            <a:r>
              <a:rPr sz="1700" spc="5" dirty="0">
                <a:latin typeface="Times New Roman"/>
                <a:cs typeface="Times New Roman"/>
              </a:rPr>
              <a:t> </a:t>
            </a:r>
            <a:r>
              <a:rPr sz="1700" spc="-5" dirty="0">
                <a:latin typeface="Times New Roman"/>
                <a:cs typeface="Times New Roman"/>
              </a:rPr>
              <a:t>b</a:t>
            </a:r>
            <a:r>
              <a:rPr sz="1700" spc="-7" dirty="0">
                <a:latin typeface="Times New Roman"/>
                <a:cs typeface="Times New Roman"/>
              </a:rPr>
              <a:t>ec</a:t>
            </a:r>
            <a:r>
              <a:rPr sz="1700" spc="-5" dirty="0">
                <a:latin typeface="Times New Roman"/>
                <a:cs typeface="Times New Roman"/>
              </a:rPr>
              <a:t>ome</a:t>
            </a:r>
            <a:r>
              <a:rPr sz="1700" spc="2" dirty="0">
                <a:latin typeface="Times New Roman"/>
                <a:cs typeface="Times New Roman"/>
              </a:rPr>
              <a:t> </a:t>
            </a:r>
            <a:r>
              <a:rPr sz="1700" spc="-2" dirty="0">
                <a:latin typeface="Times New Roman"/>
                <a:cs typeface="Times New Roman"/>
              </a:rPr>
              <a:t>dire</a:t>
            </a:r>
            <a:r>
              <a:rPr sz="1700" spc="-7" dirty="0">
                <a:latin typeface="Times New Roman"/>
                <a:cs typeface="Times New Roman"/>
              </a:rPr>
              <a:t>c</a:t>
            </a:r>
            <a:r>
              <a:rPr sz="1700" spc="-2" dirty="0">
                <a:latin typeface="Times New Roman"/>
                <a:cs typeface="Times New Roman"/>
              </a:rPr>
              <a:t>t</a:t>
            </a:r>
            <a:r>
              <a:rPr sz="1700" spc="5" dirty="0">
                <a:latin typeface="Times New Roman"/>
                <a:cs typeface="Times New Roman"/>
              </a:rPr>
              <a:t> </a:t>
            </a:r>
            <a:r>
              <a:rPr sz="1700" spc="-5" dirty="0">
                <a:latin typeface="Times New Roman"/>
                <a:cs typeface="Times New Roman"/>
              </a:rPr>
              <a:t>m</a:t>
            </a:r>
            <a:r>
              <a:rPr sz="1700" spc="-2" dirty="0">
                <a:latin typeface="Times New Roman"/>
                <a:cs typeface="Times New Roman"/>
              </a:rPr>
              <a:t>apping.</a:t>
            </a:r>
            <a:r>
              <a:rPr sz="1700" spc="5" dirty="0">
                <a:latin typeface="Times New Roman"/>
                <a:cs typeface="Times New Roman"/>
              </a:rPr>
              <a:t> </a:t>
            </a:r>
            <a:r>
              <a:rPr sz="1700" dirty="0">
                <a:latin typeface="Times New Roman"/>
                <a:cs typeface="Times New Roman"/>
              </a:rPr>
              <a:t>Thus, </a:t>
            </a:r>
            <a:r>
              <a:rPr sz="1700" spc="-7" dirty="0">
                <a:latin typeface="Times New Roman"/>
                <a:cs typeface="Times New Roman"/>
              </a:rPr>
              <a:t>Dir</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Ma</a:t>
            </a:r>
            <a:r>
              <a:rPr sz="1700" spc="-5" dirty="0">
                <a:latin typeface="Times New Roman"/>
                <a:cs typeface="Times New Roman"/>
              </a:rPr>
              <a:t>pping</a:t>
            </a:r>
            <a:r>
              <a:rPr sz="1700" dirty="0">
                <a:latin typeface="Times New Roman"/>
                <a:cs typeface="Times New Roman"/>
              </a:rPr>
              <a:t> </a:t>
            </a:r>
            <a:r>
              <a:rPr sz="1700" spc="-5" dirty="0">
                <a:latin typeface="Times New Roman"/>
                <a:cs typeface="Times New Roman"/>
              </a:rPr>
              <a:t>=</a:t>
            </a:r>
            <a:r>
              <a:rPr sz="1700" dirty="0">
                <a:latin typeface="Times New Roman"/>
                <a:cs typeface="Times New Roman"/>
              </a:rPr>
              <a:t> o</a:t>
            </a:r>
            <a:r>
              <a:rPr sz="1700" spc="2" dirty="0">
                <a:latin typeface="Times New Roman"/>
                <a:cs typeface="Times New Roman"/>
              </a:rPr>
              <a:t>n</a:t>
            </a:r>
            <a:r>
              <a:rPr sz="1700" spc="-7" dirty="0">
                <a:latin typeface="Times New Roman"/>
                <a:cs typeface="Times New Roman"/>
              </a:rPr>
              <a:t>e</a:t>
            </a:r>
            <a:r>
              <a:rPr sz="1700" spc="-2" dirty="0">
                <a:latin typeface="Times New Roman"/>
                <a:cs typeface="Times New Roman"/>
              </a:rPr>
              <a:t>-</a:t>
            </a:r>
            <a:r>
              <a:rPr sz="1700" spc="2" dirty="0">
                <a:latin typeface="Times New Roman"/>
                <a:cs typeface="Times New Roman"/>
              </a:rPr>
              <a:t>w</a:t>
            </a:r>
            <a:r>
              <a:rPr sz="1700" spc="-7" dirty="0">
                <a:latin typeface="Times New Roman"/>
                <a:cs typeface="Times New Roman"/>
              </a:rPr>
              <a:t>a</a:t>
            </a:r>
            <a:r>
              <a:rPr sz="1700" dirty="0">
                <a:latin typeface="Times New Roman"/>
                <a:cs typeface="Times New Roman"/>
              </a:rPr>
              <a:t>y </a:t>
            </a:r>
            <a:r>
              <a:rPr sz="1700" spc="-2" dirty="0">
                <a:latin typeface="Times New Roman"/>
                <a:cs typeface="Times New Roman"/>
              </a:rPr>
              <a:t>set</a:t>
            </a:r>
            <a:r>
              <a:rPr sz="1700" dirty="0">
                <a:latin typeface="Times New Roman"/>
                <a:cs typeface="Times New Roman"/>
              </a:rPr>
              <a:t> asso</a:t>
            </a:r>
            <a:r>
              <a:rPr sz="1700" spc="-5" dirty="0">
                <a:latin typeface="Times New Roman"/>
                <a:cs typeface="Times New Roman"/>
              </a:rPr>
              <a:t>c</a:t>
            </a:r>
            <a:r>
              <a:rPr sz="1700" spc="-2" dirty="0">
                <a:latin typeface="Times New Roman"/>
                <a:cs typeface="Times New Roman"/>
              </a:rPr>
              <a:t>iative </a:t>
            </a:r>
            <a:r>
              <a:rPr sz="1700" spc="-5" dirty="0">
                <a:latin typeface="Times New Roman"/>
                <a:cs typeface="Times New Roman"/>
              </a:rPr>
              <a:t>m</a:t>
            </a:r>
            <a:r>
              <a:rPr sz="1700" spc="-7" dirty="0">
                <a:latin typeface="Times New Roman"/>
                <a:cs typeface="Times New Roman"/>
              </a:rPr>
              <a:t>a</a:t>
            </a:r>
            <a:r>
              <a:rPr sz="1700" spc="-5" dirty="0">
                <a:latin typeface="Times New Roman"/>
                <a:cs typeface="Times New Roman"/>
              </a:rPr>
              <a:t>ppi</a:t>
            </a:r>
            <a:r>
              <a:rPr sz="1700" dirty="0">
                <a:latin typeface="Times New Roman"/>
                <a:cs typeface="Times New Roman"/>
              </a:rPr>
              <a:t>ng</a:t>
            </a:r>
          </a:p>
          <a:p>
            <a:pPr marL="225716" marR="2443" indent="-109651" algn="just">
              <a:spcBef>
                <a:spcPts val="387"/>
              </a:spcBef>
              <a:buSzPct val="83333"/>
              <a:buFont typeface="Symbol"/>
              <a:buChar char=""/>
              <a:tabLst>
                <a:tab pos="226022" algn="l"/>
              </a:tabLst>
            </a:pPr>
            <a:r>
              <a:rPr sz="1700" spc="-10" dirty="0">
                <a:latin typeface="Times New Roman"/>
                <a:cs typeface="Times New Roman"/>
              </a:rPr>
              <a:t>I</a:t>
            </a:r>
            <a:r>
              <a:rPr sz="1700" dirty="0">
                <a:latin typeface="Times New Roman"/>
                <a:cs typeface="Times New Roman"/>
              </a:rPr>
              <a:t>n</a:t>
            </a:r>
            <a:r>
              <a:rPr sz="1700" spc="43" dirty="0">
                <a:latin typeface="Times New Roman"/>
                <a:cs typeface="Times New Roman"/>
              </a:rPr>
              <a:t> </a:t>
            </a:r>
            <a:r>
              <a:rPr sz="1700" spc="-2" dirty="0">
                <a:latin typeface="Times New Roman"/>
                <a:cs typeface="Times New Roman"/>
              </a:rPr>
              <a:t>the</a:t>
            </a:r>
            <a:r>
              <a:rPr sz="1700" spc="43" dirty="0">
                <a:latin typeface="Times New Roman"/>
                <a:cs typeface="Times New Roman"/>
              </a:rPr>
              <a:t> </a:t>
            </a:r>
            <a:r>
              <a:rPr sz="1700" spc="-7" dirty="0">
                <a:latin typeface="Times New Roman"/>
                <a:cs typeface="Times New Roman"/>
              </a:rPr>
              <a:t>ca</a:t>
            </a:r>
            <a:r>
              <a:rPr sz="1700" spc="5" dirty="0">
                <a:latin typeface="Times New Roman"/>
                <a:cs typeface="Times New Roman"/>
              </a:rPr>
              <a:t>s</a:t>
            </a:r>
            <a:r>
              <a:rPr sz="1700" spc="-5" dirty="0">
                <a:latin typeface="Times New Roman"/>
                <a:cs typeface="Times New Roman"/>
              </a:rPr>
              <a:t>e</a:t>
            </a:r>
            <a:r>
              <a:rPr sz="1700" spc="43" dirty="0">
                <a:latin typeface="Times New Roman"/>
                <a:cs typeface="Times New Roman"/>
              </a:rPr>
              <a:t> </a:t>
            </a:r>
            <a:r>
              <a:rPr sz="1700" dirty="0">
                <a:latin typeface="Times New Roman"/>
                <a:cs typeface="Times New Roman"/>
              </a:rPr>
              <a:t>of</a:t>
            </a:r>
            <a:r>
              <a:rPr sz="1700" spc="43" dirty="0">
                <a:latin typeface="Times New Roman"/>
                <a:cs typeface="Times New Roman"/>
              </a:rPr>
              <a:t> </a:t>
            </a:r>
            <a:r>
              <a:rPr sz="1700" dirty="0">
                <a:latin typeface="Times New Roman"/>
                <a:cs typeface="Times New Roman"/>
              </a:rPr>
              <a:t>k</a:t>
            </a:r>
            <a:r>
              <a:rPr sz="1700" spc="43" dirty="0">
                <a:latin typeface="Times New Roman"/>
                <a:cs typeface="Times New Roman"/>
              </a:rPr>
              <a:t> </a:t>
            </a:r>
            <a:r>
              <a:rPr sz="1700" spc="-5" dirty="0">
                <a:latin typeface="Times New Roman"/>
                <a:cs typeface="Times New Roman"/>
              </a:rPr>
              <a:t>=</a:t>
            </a:r>
            <a:r>
              <a:rPr sz="1700" spc="43" dirty="0">
                <a:latin typeface="Times New Roman"/>
                <a:cs typeface="Times New Roman"/>
              </a:rPr>
              <a:t> </a:t>
            </a:r>
            <a:r>
              <a:rPr sz="1700" spc="-5" dirty="0">
                <a:latin typeface="Times New Roman"/>
                <a:cs typeface="Times New Roman"/>
              </a:rPr>
              <a:t>The</a:t>
            </a:r>
            <a:r>
              <a:rPr sz="1700" spc="41" dirty="0">
                <a:latin typeface="Times New Roman"/>
                <a:cs typeface="Times New Roman"/>
              </a:rPr>
              <a:t> </a:t>
            </a:r>
            <a:r>
              <a:rPr sz="1700" spc="-2" dirty="0">
                <a:latin typeface="Times New Roman"/>
                <a:cs typeface="Times New Roman"/>
              </a:rPr>
              <a:t>tot</a:t>
            </a:r>
            <a:r>
              <a:rPr sz="1700" spc="-7" dirty="0">
                <a:latin typeface="Times New Roman"/>
                <a:cs typeface="Times New Roman"/>
              </a:rPr>
              <a:t>a</a:t>
            </a:r>
            <a:r>
              <a:rPr sz="1700" spc="-2" dirty="0">
                <a:latin typeface="Times New Roman"/>
                <a:cs typeface="Times New Roman"/>
              </a:rPr>
              <a:t>l</a:t>
            </a:r>
            <a:r>
              <a:rPr sz="1700" spc="46" dirty="0">
                <a:latin typeface="Times New Roman"/>
                <a:cs typeface="Times New Roman"/>
              </a:rPr>
              <a:t> </a:t>
            </a:r>
            <a:r>
              <a:rPr sz="1700" spc="-5" dirty="0">
                <a:latin typeface="Times New Roman"/>
                <a:cs typeface="Times New Roman"/>
              </a:rPr>
              <a:t>number</a:t>
            </a:r>
            <a:r>
              <a:rPr sz="1700" spc="41" dirty="0">
                <a:latin typeface="Times New Roman"/>
                <a:cs typeface="Times New Roman"/>
              </a:rPr>
              <a:t> </a:t>
            </a:r>
            <a:r>
              <a:rPr sz="1700" dirty="0">
                <a:latin typeface="Times New Roman"/>
                <a:cs typeface="Times New Roman"/>
              </a:rPr>
              <a:t>of</a:t>
            </a:r>
            <a:r>
              <a:rPr sz="1700" spc="43"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dirty="0">
                <a:latin typeface="Times New Roman"/>
                <a:cs typeface="Times New Roman"/>
              </a:rPr>
              <a:t>s</a:t>
            </a:r>
            <a:r>
              <a:rPr sz="1700" spc="46" dirty="0">
                <a:latin typeface="Times New Roman"/>
                <a:cs typeface="Times New Roman"/>
              </a:rPr>
              <a:t> </a:t>
            </a:r>
            <a:r>
              <a:rPr sz="1700" spc="-2" dirty="0">
                <a:latin typeface="Times New Roman"/>
                <a:cs typeface="Times New Roman"/>
              </a:rPr>
              <a:t>pr</a:t>
            </a:r>
            <a:r>
              <a:rPr sz="1700" spc="-10" dirty="0">
                <a:latin typeface="Times New Roman"/>
                <a:cs typeface="Times New Roman"/>
              </a:rPr>
              <a:t>e</a:t>
            </a:r>
            <a:r>
              <a:rPr sz="1700" spc="-2" dirty="0">
                <a:latin typeface="Times New Roman"/>
                <a:cs typeface="Times New Roman"/>
              </a:rPr>
              <a:t>sent</a:t>
            </a:r>
            <a:r>
              <a:rPr sz="1700" spc="46" dirty="0">
                <a:latin typeface="Times New Roman"/>
                <a:cs typeface="Times New Roman"/>
              </a:rPr>
              <a:t> </a:t>
            </a:r>
            <a:r>
              <a:rPr sz="1700" spc="-2" dirty="0">
                <a:latin typeface="Times New Roman"/>
                <a:cs typeface="Times New Roman"/>
              </a:rPr>
              <a:t>in</a:t>
            </a:r>
            <a:r>
              <a:rPr sz="1700" spc="46" dirty="0">
                <a:latin typeface="Times New Roman"/>
                <a:cs typeface="Times New Roman"/>
              </a:rPr>
              <a:t> </a:t>
            </a:r>
            <a:r>
              <a:rPr sz="1700" spc="-2" dirty="0">
                <a:latin typeface="Times New Roman"/>
                <a:cs typeface="Times New Roman"/>
              </a:rPr>
              <a:t>the</a:t>
            </a:r>
            <a:r>
              <a:rPr sz="1700" spc="43"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r>
              <a:rPr sz="1700" spc="43" dirty="0">
                <a:latin typeface="Times New Roman"/>
                <a:cs typeface="Times New Roman"/>
              </a:rPr>
              <a:t> </a:t>
            </a:r>
            <a:r>
              <a:rPr sz="1700" spc="-5" dirty="0">
                <a:latin typeface="Times New Roman"/>
                <a:cs typeface="Times New Roman"/>
              </a:rPr>
              <a:t>then</a:t>
            </a:r>
            <a:r>
              <a:rPr sz="1700" spc="43" dirty="0">
                <a:latin typeface="Times New Roman"/>
                <a:cs typeface="Times New Roman"/>
              </a:rPr>
              <a:t> </a:t>
            </a:r>
            <a:r>
              <a:rPr sz="1700" spc="-7" dirty="0">
                <a:latin typeface="Times New Roman"/>
                <a:cs typeface="Times New Roman"/>
              </a:rPr>
              <a:t>t</a:t>
            </a:r>
            <a:r>
              <a:rPr sz="1700" spc="-5" dirty="0">
                <a:latin typeface="Times New Roman"/>
                <a:cs typeface="Times New Roman"/>
              </a:rPr>
              <a:t>he</a:t>
            </a:r>
            <a:r>
              <a:rPr sz="1700" spc="43" dirty="0">
                <a:latin typeface="Times New Roman"/>
                <a:cs typeface="Times New Roman"/>
              </a:rPr>
              <a:t> </a:t>
            </a:r>
            <a:r>
              <a:rPr sz="1700" spc="14" dirty="0">
                <a:latin typeface="Times New Roman"/>
                <a:cs typeface="Times New Roman"/>
              </a:rPr>
              <a:t>k</a:t>
            </a:r>
            <a:r>
              <a:rPr sz="1700" spc="-2" dirty="0">
                <a:latin typeface="Times New Roman"/>
                <a:cs typeface="Times New Roman"/>
              </a:rPr>
              <a:t>-w</a:t>
            </a:r>
            <a:r>
              <a:rPr sz="1700" spc="-5" dirty="0">
                <a:latin typeface="Times New Roman"/>
                <a:cs typeface="Times New Roman"/>
              </a:rPr>
              <a:t>a</a:t>
            </a:r>
            <a:r>
              <a:rPr sz="1700" dirty="0">
                <a:latin typeface="Times New Roman"/>
                <a:cs typeface="Times New Roman"/>
              </a:rPr>
              <a:t>y</a:t>
            </a:r>
            <a:r>
              <a:rPr sz="1700" spc="43" dirty="0">
                <a:latin typeface="Times New Roman"/>
                <a:cs typeface="Times New Roman"/>
              </a:rPr>
              <a:t> </a:t>
            </a:r>
            <a:r>
              <a:rPr sz="1700" spc="-2" dirty="0">
                <a:latin typeface="Times New Roman"/>
                <a:cs typeface="Times New Roman"/>
              </a:rPr>
              <a:t>set </a:t>
            </a:r>
            <a:r>
              <a:rPr sz="1700" spc="-5" dirty="0">
                <a:latin typeface="Times New Roman"/>
                <a:cs typeface="Times New Roman"/>
              </a:rPr>
              <a:t>associa</a:t>
            </a:r>
            <a:r>
              <a:rPr sz="1700" spc="-2" dirty="0">
                <a:latin typeface="Times New Roman"/>
                <a:cs typeface="Times New Roman"/>
              </a:rPr>
              <a:t>tive </a:t>
            </a:r>
            <a:r>
              <a:rPr sz="1700" spc="-5" dirty="0">
                <a:latin typeface="Times New Roman"/>
                <a:cs typeface="Times New Roman"/>
              </a:rPr>
              <a:t>mapping</a:t>
            </a:r>
            <a:r>
              <a:rPr sz="1700" spc="-2" dirty="0">
                <a:latin typeface="Times New Roman"/>
                <a:cs typeface="Times New Roman"/>
              </a:rPr>
              <a:t> wo</a:t>
            </a:r>
            <a:r>
              <a:rPr sz="1700" spc="2" dirty="0">
                <a:latin typeface="Times New Roman"/>
                <a:cs typeface="Times New Roman"/>
              </a:rPr>
              <a:t>u</a:t>
            </a:r>
            <a:r>
              <a:rPr sz="1700" spc="-2" dirty="0">
                <a:latin typeface="Times New Roman"/>
                <a:cs typeface="Times New Roman"/>
              </a:rPr>
              <a:t>ld </a:t>
            </a:r>
            <a:r>
              <a:rPr sz="1700" spc="-5" dirty="0">
                <a:latin typeface="Times New Roman"/>
                <a:cs typeface="Times New Roman"/>
              </a:rPr>
              <a:t>be</a:t>
            </a:r>
            <a:r>
              <a:rPr sz="1700" spc="-10" dirty="0">
                <a:latin typeface="Times New Roman"/>
                <a:cs typeface="Times New Roman"/>
              </a:rPr>
              <a:t>c</a:t>
            </a:r>
            <a:r>
              <a:rPr sz="1700" spc="-5" dirty="0">
                <a:latin typeface="Times New Roman"/>
                <a:cs typeface="Times New Roman"/>
              </a:rPr>
              <a:t>ome</a:t>
            </a:r>
            <a:r>
              <a:rPr sz="1700" dirty="0">
                <a:latin typeface="Times New Roman"/>
                <a:cs typeface="Times New Roman"/>
              </a:rPr>
              <a:t> </a:t>
            </a:r>
            <a:r>
              <a:rPr sz="1700" spc="-5" dirty="0">
                <a:latin typeface="Times New Roman"/>
                <a:cs typeface="Times New Roman"/>
              </a:rPr>
              <a:t>f</a:t>
            </a:r>
            <a:r>
              <a:rPr sz="1700" spc="-2" dirty="0">
                <a:latin typeface="Times New Roman"/>
                <a:cs typeface="Times New Roman"/>
              </a:rPr>
              <a:t>ull</a:t>
            </a:r>
            <a:r>
              <a:rPr sz="1700" dirty="0">
                <a:latin typeface="Times New Roman"/>
                <a:cs typeface="Times New Roman"/>
              </a:rPr>
              <a:t>y </a:t>
            </a:r>
            <a:r>
              <a:rPr sz="1700" spc="-5" dirty="0">
                <a:latin typeface="Times New Roman"/>
                <a:cs typeface="Times New Roman"/>
              </a:rPr>
              <a:t>associa</a:t>
            </a:r>
            <a:r>
              <a:rPr sz="1700" spc="-2" dirty="0">
                <a:latin typeface="Times New Roman"/>
                <a:cs typeface="Times New Roman"/>
              </a:rPr>
              <a:t>t</a:t>
            </a:r>
            <a:r>
              <a:rPr sz="1700" spc="2" dirty="0">
                <a:latin typeface="Times New Roman"/>
                <a:cs typeface="Times New Roman"/>
              </a:rPr>
              <a:t>i</a:t>
            </a:r>
            <a:r>
              <a:rPr sz="1700" spc="-5" dirty="0">
                <a:latin typeface="Times New Roman"/>
                <a:cs typeface="Times New Roman"/>
              </a:rPr>
              <a:t>ve</a:t>
            </a:r>
            <a:r>
              <a:rPr sz="1700" spc="-2" dirty="0">
                <a:latin typeface="Times New Roman"/>
                <a:cs typeface="Times New Roman"/>
              </a:rPr>
              <a:t> </a:t>
            </a:r>
            <a:r>
              <a:rPr sz="1700" spc="-5" dirty="0">
                <a:latin typeface="Times New Roman"/>
                <a:cs typeface="Times New Roman"/>
              </a:rPr>
              <a:t>mapping.</a:t>
            </a:r>
            <a:endParaRPr sz="1700" dirty="0">
              <a:latin typeface="Times New Roman"/>
              <a:cs typeface="Times New Roman"/>
            </a:endParaRPr>
          </a:p>
        </p:txBody>
      </p:sp>
    </p:spTree>
    <p:extLst>
      <p:ext uri="{BB962C8B-B14F-4D97-AF65-F5344CB8AC3E}">
        <p14:creationId xmlns:p14="http://schemas.microsoft.com/office/powerpoint/2010/main" val="4084485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0C2F8-C632-A096-EE16-768230F718E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3CE2353-023D-AE59-13E1-08413DF82BE9}"/>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60F326B-A916-1537-9759-2D5CE43FCD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C3706CE3-13D3-5EF8-95BA-B8A86F8CBA2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2152D97A-6819-8469-FFCC-F675E4B488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a:extLst>
              <a:ext uri="{FF2B5EF4-FFF2-40B4-BE49-F238E27FC236}">
                <a16:creationId xmlns:a16="http://schemas.microsoft.com/office/drawing/2014/main" id="{143B200B-39FA-6A97-2CA2-F06D2B08C24F}"/>
              </a:ext>
            </a:extLst>
          </p:cNvPr>
          <p:cNvSpPr txBox="1"/>
          <p:nvPr/>
        </p:nvSpPr>
        <p:spPr>
          <a:xfrm>
            <a:off x="1066800" y="942051"/>
            <a:ext cx="7010400" cy="2354491"/>
          </a:xfrm>
          <a:prstGeom prst="rect">
            <a:avLst/>
          </a:prstGeom>
        </p:spPr>
        <p:txBody>
          <a:bodyPr vert="horz" wrap="square" lIns="0" tIns="0" rIns="0" bIns="0" rtlCol="0">
            <a:spAutoFit/>
          </a:bodyPr>
          <a:lstStyle/>
          <a:p>
            <a:pPr marL="6109" algn="just"/>
            <a:r>
              <a:rPr sz="1700" b="1" spc="-2" dirty="0">
                <a:latin typeface="Times New Roman"/>
                <a:cs typeface="Times New Roman"/>
              </a:rPr>
              <a:t>CA</a:t>
            </a:r>
            <a:r>
              <a:rPr sz="1700" b="1" spc="-7" dirty="0">
                <a:latin typeface="Times New Roman"/>
                <a:cs typeface="Times New Roman"/>
              </a:rPr>
              <a:t>CH</a:t>
            </a:r>
            <a:r>
              <a:rPr sz="1700" b="1" spc="-5" dirty="0">
                <a:latin typeface="Times New Roman"/>
                <a:cs typeface="Times New Roman"/>
              </a:rPr>
              <a:t>E</a:t>
            </a:r>
            <a:r>
              <a:rPr sz="1700" b="1" dirty="0">
                <a:latin typeface="Times New Roman"/>
                <a:cs typeface="Times New Roman"/>
              </a:rPr>
              <a:t> </a:t>
            </a:r>
            <a:r>
              <a:rPr sz="1700" b="1" spc="-7" dirty="0">
                <a:latin typeface="Times New Roman"/>
                <a:cs typeface="Times New Roman"/>
              </a:rPr>
              <a:t>REP</a:t>
            </a:r>
            <a:r>
              <a:rPr sz="1700" b="1" spc="-5" dirty="0">
                <a:latin typeface="Times New Roman"/>
                <a:cs typeface="Times New Roman"/>
              </a:rPr>
              <a:t>L</a:t>
            </a:r>
            <a:r>
              <a:rPr sz="1700" b="1" spc="-2" dirty="0">
                <a:latin typeface="Times New Roman"/>
                <a:cs typeface="Times New Roman"/>
              </a:rPr>
              <a:t>AC</a:t>
            </a:r>
            <a:r>
              <a:rPr sz="1700" b="1" spc="-5" dirty="0">
                <a:latin typeface="Times New Roman"/>
                <a:cs typeface="Times New Roman"/>
              </a:rPr>
              <a:t>E</a:t>
            </a:r>
            <a:r>
              <a:rPr sz="1700" b="1" spc="-10" dirty="0">
                <a:latin typeface="Times New Roman"/>
                <a:cs typeface="Times New Roman"/>
              </a:rPr>
              <a:t>M</a:t>
            </a:r>
            <a:r>
              <a:rPr sz="1700" b="1" spc="-5" dirty="0">
                <a:latin typeface="Times New Roman"/>
                <a:cs typeface="Times New Roman"/>
              </a:rPr>
              <a:t>E</a:t>
            </a:r>
            <a:r>
              <a:rPr sz="1700" b="1" spc="-2" dirty="0">
                <a:latin typeface="Times New Roman"/>
                <a:cs typeface="Times New Roman"/>
              </a:rPr>
              <a:t>N</a:t>
            </a:r>
            <a:r>
              <a:rPr sz="1700" b="1" dirty="0">
                <a:latin typeface="Times New Roman"/>
                <a:cs typeface="Times New Roman"/>
              </a:rPr>
              <a:t>T</a:t>
            </a:r>
            <a:r>
              <a:rPr sz="1700" b="1" spc="2" dirty="0">
                <a:latin typeface="Times New Roman"/>
                <a:cs typeface="Times New Roman"/>
              </a:rPr>
              <a:t> </a:t>
            </a:r>
            <a:r>
              <a:rPr sz="1700" b="1" spc="-5" dirty="0">
                <a:latin typeface="Times New Roman"/>
                <a:cs typeface="Times New Roman"/>
              </a:rPr>
              <a:t>POL</a:t>
            </a:r>
            <a:r>
              <a:rPr sz="1700" b="1" spc="-2" dirty="0">
                <a:latin typeface="Times New Roman"/>
                <a:cs typeface="Times New Roman"/>
              </a:rPr>
              <a:t>ICIES</a:t>
            </a:r>
            <a:endParaRPr sz="1700" dirty="0">
              <a:latin typeface="Times New Roman"/>
              <a:cs typeface="Times New Roman"/>
            </a:endParaRPr>
          </a:p>
          <a:p>
            <a:pPr>
              <a:spcBef>
                <a:spcPts val="1"/>
              </a:spcBef>
            </a:pPr>
            <a:endParaRPr sz="1700" dirty="0">
              <a:latin typeface="Times New Roman"/>
              <a:cs typeface="Times New Roman"/>
            </a:endParaRPr>
          </a:p>
          <a:p>
            <a:pPr marL="6109" marR="2749" algn="just"/>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pla</a:t>
            </a:r>
            <a:r>
              <a:rPr sz="1700" spc="-10" dirty="0">
                <a:latin typeface="Times New Roman"/>
                <a:cs typeface="Times New Roman"/>
              </a:rPr>
              <a:t>c</a:t>
            </a:r>
            <a:r>
              <a:rPr sz="1700" spc="-7" dirty="0">
                <a:latin typeface="Times New Roman"/>
                <a:cs typeface="Times New Roman"/>
              </a:rPr>
              <a:t>e</a:t>
            </a:r>
            <a:r>
              <a:rPr sz="1700" spc="-5" dirty="0">
                <a:latin typeface="Times New Roman"/>
                <a:cs typeface="Times New Roman"/>
              </a:rPr>
              <a:t>ment</a:t>
            </a:r>
            <a:r>
              <a:rPr sz="1700" spc="-7" dirty="0">
                <a:latin typeface="Times New Roman"/>
                <a:cs typeface="Times New Roman"/>
              </a:rPr>
              <a:t> a</a:t>
            </a:r>
            <a:r>
              <a:rPr sz="1700" spc="-5" dirty="0">
                <a:latin typeface="Times New Roman"/>
                <a:cs typeface="Times New Roman"/>
              </a:rPr>
              <a:t>lgorithms </a:t>
            </a:r>
            <a:r>
              <a:rPr sz="1700" spc="-7" dirty="0">
                <a:latin typeface="Times New Roman"/>
                <a:cs typeface="Times New Roman"/>
              </a:rPr>
              <a:t>a</a:t>
            </a:r>
            <a:r>
              <a:rPr sz="1700" spc="-2" dirty="0">
                <a:latin typeface="Times New Roman"/>
                <a:cs typeface="Times New Roman"/>
              </a:rPr>
              <a:t>re</a:t>
            </a:r>
            <a:r>
              <a:rPr sz="1700" spc="-12"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7"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dirty="0">
                <a:latin typeface="Times New Roman"/>
                <a:cs typeface="Times New Roman"/>
              </a:rPr>
              <a:t>n</a:t>
            </a:r>
            <a:r>
              <a:rPr sz="1700" spc="-7" dirty="0">
                <a:latin typeface="Times New Roman"/>
                <a:cs typeface="Times New Roman"/>
              </a:rPr>
              <a:t> </a:t>
            </a:r>
            <a:r>
              <a:rPr sz="1700" spc="-2" dirty="0">
                <a:latin typeface="Times New Roman"/>
                <a:cs typeface="Times New Roman"/>
              </a:rPr>
              <a:t>there</a:t>
            </a:r>
            <a:r>
              <a:rPr sz="1700" spc="-12"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dirty="0">
                <a:latin typeface="Times New Roman"/>
                <a:cs typeface="Times New Roman"/>
              </a:rPr>
              <a:t>no</a:t>
            </a:r>
            <a:r>
              <a:rPr sz="1700" spc="-7" dirty="0">
                <a:latin typeface="Times New Roman"/>
                <a:cs typeface="Times New Roman"/>
              </a:rPr>
              <a:t> a</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il</a:t>
            </a:r>
            <a:r>
              <a:rPr sz="1700" spc="-7" dirty="0">
                <a:latin typeface="Times New Roman"/>
                <a:cs typeface="Times New Roman"/>
              </a:rPr>
              <a:t>a</a:t>
            </a:r>
            <a:r>
              <a:rPr sz="1700" spc="-2" dirty="0">
                <a:latin typeface="Times New Roman"/>
                <a:cs typeface="Times New Roman"/>
              </a:rPr>
              <a:t>ble</a:t>
            </a:r>
            <a:r>
              <a:rPr sz="1700" spc="-7" dirty="0">
                <a:latin typeface="Times New Roman"/>
                <a:cs typeface="Times New Roman"/>
              </a:rPr>
              <a:t> </a:t>
            </a:r>
            <a:r>
              <a:rPr sz="1700" spc="-2" dirty="0">
                <a:latin typeface="Times New Roman"/>
                <a:cs typeface="Times New Roman"/>
              </a:rPr>
              <a:t>spa</a:t>
            </a:r>
            <a:r>
              <a:rPr sz="1700" spc="-7" dirty="0">
                <a:latin typeface="Times New Roman"/>
                <a:cs typeface="Times New Roman"/>
              </a:rPr>
              <a:t>c</a:t>
            </a:r>
            <a:r>
              <a:rPr sz="1700" spc="-5" dirty="0">
                <a:latin typeface="Times New Roman"/>
                <a:cs typeface="Times New Roman"/>
              </a:rPr>
              <a:t>e</a:t>
            </a:r>
            <a:r>
              <a:rPr sz="1700" spc="-10" dirty="0">
                <a:latin typeface="Times New Roman"/>
                <a:cs typeface="Times New Roman"/>
              </a:rPr>
              <a:t> </a:t>
            </a:r>
            <a:r>
              <a:rPr sz="1700" spc="-2" dirty="0">
                <a:latin typeface="Times New Roman"/>
                <a:cs typeface="Times New Roman"/>
              </a:rPr>
              <a:t>in</a:t>
            </a:r>
            <a:r>
              <a:rPr sz="1700" spc="-5" dirty="0">
                <a:latin typeface="Times New Roman"/>
                <a:cs typeface="Times New Roman"/>
              </a:rPr>
              <a:t> a</a:t>
            </a:r>
            <a:r>
              <a:rPr sz="1700" spc="-10"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a:t>
            </a:r>
            <a:r>
              <a:rPr sz="1700" spc="-5" dirty="0">
                <a:latin typeface="Times New Roman"/>
                <a:cs typeface="Times New Roman"/>
              </a:rPr>
              <a:t>e</a:t>
            </a:r>
            <a:r>
              <a:rPr sz="1700" spc="-10" dirty="0">
                <a:latin typeface="Times New Roman"/>
                <a:cs typeface="Times New Roman"/>
              </a:rPr>
              <a:t> </a:t>
            </a:r>
            <a:r>
              <a:rPr sz="1700" spc="-2" dirty="0">
                <a:latin typeface="Times New Roman"/>
                <a:cs typeface="Times New Roman"/>
              </a:rPr>
              <a:t>in</a:t>
            </a:r>
            <a:r>
              <a:rPr sz="1700" spc="-5" dirty="0">
                <a:latin typeface="Times New Roman"/>
                <a:cs typeface="Times New Roman"/>
              </a:rPr>
              <a:t> </a:t>
            </a:r>
            <a:r>
              <a:rPr sz="1700" spc="-7" dirty="0">
                <a:latin typeface="Times New Roman"/>
                <a:cs typeface="Times New Roman"/>
              </a:rPr>
              <a:t>whic</a:t>
            </a:r>
            <a:r>
              <a:rPr sz="1700" dirty="0">
                <a:latin typeface="Times New Roman"/>
                <a:cs typeface="Times New Roman"/>
              </a:rPr>
              <a:t>h</a:t>
            </a:r>
            <a:r>
              <a:rPr sz="1700" spc="-7" dirty="0">
                <a:latin typeface="Times New Roman"/>
                <a:cs typeface="Times New Roman"/>
              </a:rPr>
              <a:t> </a:t>
            </a:r>
            <a:r>
              <a:rPr sz="1700" spc="-2" dirty="0">
                <a:latin typeface="Times New Roman"/>
                <a:cs typeface="Times New Roman"/>
              </a:rPr>
              <a:t>to</a:t>
            </a:r>
            <a:r>
              <a:rPr sz="1700" spc="-5" dirty="0">
                <a:latin typeface="Times New Roman"/>
                <a:cs typeface="Times New Roman"/>
              </a:rPr>
              <a:t> </a:t>
            </a:r>
            <a:r>
              <a:rPr sz="1700" spc="-2" dirty="0">
                <a:latin typeface="Times New Roman"/>
                <a:cs typeface="Times New Roman"/>
              </a:rPr>
              <a:t>pla</a:t>
            </a:r>
            <a:r>
              <a:rPr sz="1700" spc="-10" dirty="0">
                <a:latin typeface="Times New Roman"/>
                <a:cs typeface="Times New Roman"/>
              </a:rPr>
              <a:t>c</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endParaRPr sz="1700" dirty="0">
              <a:latin typeface="Times New Roman"/>
              <a:cs typeface="Times New Roman"/>
            </a:endParaRPr>
          </a:p>
          <a:p>
            <a:pPr>
              <a:spcBef>
                <a:spcPts val="13"/>
              </a:spcBef>
            </a:pPr>
            <a:endParaRPr sz="1700" dirty="0">
              <a:latin typeface="Times New Roman"/>
              <a:cs typeface="Times New Roman"/>
            </a:endParaRPr>
          </a:p>
          <a:p>
            <a:pPr marL="6109" marR="3054" algn="just"/>
            <a:r>
              <a:rPr sz="1700" dirty="0">
                <a:latin typeface="Times New Roman"/>
                <a:cs typeface="Times New Roman"/>
              </a:rPr>
              <a:t>A</a:t>
            </a:r>
            <a:r>
              <a:rPr sz="1700" spc="14"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5" dirty="0">
                <a:latin typeface="Times New Roman"/>
                <a:cs typeface="Times New Roman"/>
              </a:rPr>
              <a:t>ge</a:t>
            </a:r>
            <a:r>
              <a:rPr sz="1700" spc="19"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pla</a:t>
            </a:r>
            <a:r>
              <a:rPr sz="1700" spc="-7" dirty="0">
                <a:latin typeface="Times New Roman"/>
                <a:cs typeface="Times New Roman"/>
              </a:rPr>
              <a:t>ce</a:t>
            </a:r>
            <a:r>
              <a:rPr sz="1700" spc="-5" dirty="0">
                <a:latin typeface="Times New Roman"/>
                <a:cs typeface="Times New Roman"/>
              </a:rPr>
              <a:t>ment</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lg</a:t>
            </a:r>
            <a:r>
              <a:rPr sz="1700" dirty="0">
                <a:latin typeface="Times New Roman"/>
                <a:cs typeface="Times New Roman"/>
              </a:rPr>
              <a:t>o</a:t>
            </a:r>
            <a:r>
              <a:rPr sz="1700" spc="-5" dirty="0">
                <a:latin typeface="Times New Roman"/>
                <a:cs typeface="Times New Roman"/>
              </a:rPr>
              <a:t>rithm</a:t>
            </a:r>
            <a:r>
              <a:rPr sz="1700" spc="17"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5" dirty="0">
                <a:latin typeface="Times New Roman"/>
                <a:cs typeface="Times New Roman"/>
              </a:rPr>
              <a:t>n</a:t>
            </a:r>
            <a:r>
              <a:rPr sz="1700" spc="-7" dirty="0">
                <a:latin typeface="Times New Roman"/>
                <a:cs typeface="Times New Roman"/>
              </a:rPr>
              <a:t>ee</a:t>
            </a:r>
            <a:r>
              <a:rPr sz="1700" spc="-5" dirty="0">
                <a:latin typeface="Times New Roman"/>
                <a:cs typeface="Times New Roman"/>
              </a:rPr>
              <a:t>d</a:t>
            </a:r>
            <a:r>
              <a:rPr sz="1700" spc="-7" dirty="0">
                <a:latin typeface="Times New Roman"/>
                <a:cs typeface="Times New Roman"/>
              </a:rPr>
              <a:t>e</a:t>
            </a:r>
            <a:r>
              <a:rPr sz="1700" dirty="0">
                <a:latin typeface="Times New Roman"/>
                <a:cs typeface="Times New Roman"/>
              </a:rPr>
              <a:t>d</a:t>
            </a:r>
            <a:r>
              <a:rPr sz="1700" spc="14" dirty="0">
                <a:latin typeface="Times New Roman"/>
                <a:cs typeface="Times New Roman"/>
              </a:rPr>
              <a:t> </a:t>
            </a:r>
            <a:r>
              <a:rPr sz="1700" spc="-2" dirty="0">
                <a:latin typeface="Times New Roman"/>
                <a:cs typeface="Times New Roman"/>
              </a:rPr>
              <a:t>to</a:t>
            </a:r>
            <a:r>
              <a:rPr sz="1700" spc="17" dirty="0">
                <a:latin typeface="Times New Roman"/>
                <a:cs typeface="Times New Roman"/>
              </a:rPr>
              <a:t> </a:t>
            </a:r>
            <a:r>
              <a:rPr sz="1700" spc="5" dirty="0">
                <a:latin typeface="Times New Roman"/>
                <a:cs typeface="Times New Roman"/>
              </a:rPr>
              <a:t>d</a:t>
            </a:r>
            <a:r>
              <a:rPr sz="1700" spc="-7" dirty="0">
                <a:latin typeface="Times New Roman"/>
                <a:cs typeface="Times New Roman"/>
              </a:rPr>
              <a:t>ec</a:t>
            </a:r>
            <a:r>
              <a:rPr sz="1700" spc="-2" dirty="0">
                <a:latin typeface="Times New Roman"/>
                <a:cs typeface="Times New Roman"/>
              </a:rPr>
              <a:t>ide</a:t>
            </a:r>
            <a:r>
              <a:rPr sz="1700" spc="19" dirty="0">
                <a:latin typeface="Times New Roman"/>
                <a:cs typeface="Times New Roman"/>
              </a:rPr>
              <a:t> </a:t>
            </a:r>
            <a:r>
              <a:rPr sz="1700" spc="-7" dirty="0">
                <a:latin typeface="Times New Roman"/>
                <a:cs typeface="Times New Roman"/>
              </a:rPr>
              <a:t>whic</a:t>
            </a:r>
            <a:r>
              <a:rPr sz="1700" dirty="0">
                <a:latin typeface="Times New Roman"/>
                <a:cs typeface="Times New Roman"/>
              </a:rPr>
              <a:t>h</a:t>
            </a:r>
            <a:r>
              <a:rPr sz="1700" spc="14"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5" dirty="0">
                <a:latin typeface="Times New Roman"/>
                <a:cs typeface="Times New Roman"/>
              </a:rPr>
              <a:t>g</a:t>
            </a:r>
            <a:r>
              <a:rPr sz="1700" spc="-5" dirty="0">
                <a:latin typeface="Times New Roman"/>
                <a:cs typeface="Times New Roman"/>
              </a:rPr>
              <a:t>e</a:t>
            </a:r>
            <a:r>
              <a:rPr sz="1700" spc="14" dirty="0">
                <a:latin typeface="Times New Roman"/>
                <a:cs typeface="Times New Roman"/>
              </a:rPr>
              <a:t> </a:t>
            </a:r>
            <a:r>
              <a:rPr sz="1700" spc="-5" dirty="0">
                <a:latin typeface="Times New Roman"/>
                <a:cs typeface="Times New Roman"/>
              </a:rPr>
              <a:t>n</a:t>
            </a:r>
            <a:r>
              <a:rPr sz="1700" spc="-2" dirty="0">
                <a:latin typeface="Times New Roman"/>
                <a:cs typeface="Times New Roman"/>
              </a:rPr>
              <a:t>e</a:t>
            </a:r>
            <a:r>
              <a:rPr sz="1700" spc="-7" dirty="0">
                <a:latin typeface="Times New Roman"/>
                <a:cs typeface="Times New Roman"/>
              </a:rPr>
              <a:t>e</a:t>
            </a:r>
            <a:r>
              <a:rPr sz="1700" dirty="0">
                <a:latin typeface="Times New Roman"/>
                <a:cs typeface="Times New Roman"/>
              </a:rPr>
              <a:t>ds</a:t>
            </a:r>
            <a:r>
              <a:rPr sz="1700" spc="17" dirty="0">
                <a:latin typeface="Times New Roman"/>
                <a:cs typeface="Times New Roman"/>
              </a:rPr>
              <a:t> </a:t>
            </a:r>
            <a:r>
              <a:rPr sz="1700" spc="-2" dirty="0">
                <a:latin typeface="Times New Roman"/>
                <a:cs typeface="Times New Roman"/>
              </a:rPr>
              <a:t>to</a:t>
            </a:r>
            <a:r>
              <a:rPr sz="1700" spc="17" dirty="0">
                <a:latin typeface="Times New Roman"/>
                <a:cs typeface="Times New Roman"/>
              </a:rPr>
              <a:t> </a:t>
            </a:r>
            <a:r>
              <a:rPr sz="1700" spc="-5" dirty="0">
                <a:latin typeface="Times New Roman"/>
                <a:cs typeface="Times New Roman"/>
              </a:rPr>
              <a:t>be</a:t>
            </a:r>
            <a:r>
              <a:rPr sz="1700" spc="19"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plac</a:t>
            </a:r>
            <a:r>
              <a:rPr sz="1700" spc="-7" dirty="0">
                <a:latin typeface="Times New Roman"/>
                <a:cs typeface="Times New Roman"/>
              </a:rPr>
              <a:t>e</a:t>
            </a:r>
            <a:r>
              <a:rPr sz="1700" dirty="0">
                <a:latin typeface="Times New Roman"/>
                <a:cs typeface="Times New Roman"/>
              </a:rPr>
              <a:t>d</a:t>
            </a:r>
            <a:r>
              <a:rPr sz="1700" spc="14" dirty="0">
                <a:latin typeface="Times New Roman"/>
                <a:cs typeface="Times New Roman"/>
              </a:rPr>
              <a:t> </a:t>
            </a:r>
            <a:r>
              <a:rPr sz="1700" spc="-2" dirty="0">
                <a:latin typeface="Times New Roman"/>
                <a:cs typeface="Times New Roman"/>
              </a:rPr>
              <a:t>wh</a:t>
            </a:r>
            <a:r>
              <a:rPr sz="1700" dirty="0">
                <a:latin typeface="Times New Roman"/>
                <a:cs typeface="Times New Roman"/>
              </a:rPr>
              <a:t>en</a:t>
            </a:r>
            <a:r>
              <a:rPr sz="1700" spc="14" dirty="0">
                <a:latin typeface="Times New Roman"/>
                <a:cs typeface="Times New Roman"/>
              </a:rPr>
              <a:t> </a:t>
            </a:r>
            <a:r>
              <a:rPr sz="1700" spc="-2" dirty="0">
                <a:latin typeface="Times New Roman"/>
                <a:cs typeface="Times New Roman"/>
              </a:rPr>
              <a:t>the </a:t>
            </a:r>
            <a:r>
              <a:rPr sz="1700" spc="-5" dirty="0">
                <a:latin typeface="Times New Roman"/>
                <a:cs typeface="Times New Roman"/>
              </a:rPr>
              <a:t>n</a:t>
            </a:r>
            <a:r>
              <a:rPr sz="1700" spc="-7" dirty="0">
                <a:latin typeface="Times New Roman"/>
                <a:cs typeface="Times New Roman"/>
              </a:rPr>
              <a:t>e</a:t>
            </a:r>
            <a:r>
              <a:rPr sz="1700" dirty="0">
                <a:latin typeface="Times New Roman"/>
                <a:cs typeface="Times New Roman"/>
              </a:rPr>
              <a:t>w</a:t>
            </a:r>
            <a:r>
              <a:rPr sz="1700" spc="-19"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5" dirty="0">
                <a:latin typeface="Times New Roman"/>
                <a:cs typeface="Times New Roman"/>
              </a:rPr>
              <a:t>g</a:t>
            </a:r>
            <a:r>
              <a:rPr sz="1700" spc="-5" dirty="0">
                <a:latin typeface="Times New Roman"/>
                <a:cs typeface="Times New Roman"/>
              </a:rPr>
              <a:t>e</a:t>
            </a:r>
            <a:r>
              <a:rPr sz="1700" spc="-22" dirty="0">
                <a:latin typeface="Times New Roman"/>
                <a:cs typeface="Times New Roman"/>
              </a:rPr>
              <a:t> </a:t>
            </a:r>
            <a:r>
              <a:rPr sz="1700" spc="-7" dirty="0">
                <a:latin typeface="Times New Roman"/>
                <a:cs typeface="Times New Roman"/>
              </a:rPr>
              <a:t>c</a:t>
            </a:r>
            <a:r>
              <a:rPr sz="1700" spc="-5" dirty="0">
                <a:latin typeface="Times New Roman"/>
                <a:cs typeface="Times New Roman"/>
              </a:rPr>
              <a:t>omes</a:t>
            </a:r>
            <a:r>
              <a:rPr sz="1700" spc="-19" dirty="0">
                <a:latin typeface="Times New Roman"/>
                <a:cs typeface="Times New Roman"/>
              </a:rPr>
              <a:t> </a:t>
            </a:r>
            <a:r>
              <a:rPr sz="1700" spc="-2" dirty="0">
                <a:latin typeface="Times New Roman"/>
                <a:cs typeface="Times New Roman"/>
              </a:rPr>
              <a:t>in.</a:t>
            </a:r>
            <a:r>
              <a:rPr sz="1700" spc="2" dirty="0">
                <a:latin typeface="Times New Roman"/>
                <a:cs typeface="Times New Roman"/>
              </a:rPr>
              <a:t> </a:t>
            </a:r>
            <a:r>
              <a:rPr sz="1700" spc="-10" dirty="0">
                <a:latin typeface="Times New Roman"/>
                <a:cs typeface="Times New Roman"/>
              </a:rPr>
              <a:t>W</a:t>
            </a:r>
            <a:r>
              <a:rPr sz="1700" spc="5" dirty="0">
                <a:latin typeface="Times New Roman"/>
                <a:cs typeface="Times New Roman"/>
              </a:rPr>
              <a:t>h</a:t>
            </a:r>
            <a:r>
              <a:rPr sz="1700" spc="-2"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a:t>
            </a:r>
            <a:r>
              <a:rPr sz="1700" spc="-14" dirty="0">
                <a:latin typeface="Times New Roman"/>
                <a:cs typeface="Times New Roman"/>
              </a:rPr>
              <a:t> </a:t>
            </a:r>
            <a:r>
              <a:rPr sz="1700" spc="-5" dirty="0">
                <a:latin typeface="Times New Roman"/>
                <a:cs typeface="Times New Roman"/>
              </a:rPr>
              <a:t>a</a:t>
            </a:r>
            <a:r>
              <a:rPr sz="1700" spc="-22" dirty="0">
                <a:latin typeface="Times New Roman"/>
                <a:cs typeface="Times New Roman"/>
              </a:rPr>
              <a:t> </a:t>
            </a:r>
            <a:r>
              <a:rPr sz="1700" spc="-5" dirty="0">
                <a:latin typeface="Times New Roman"/>
                <a:cs typeface="Times New Roman"/>
              </a:rPr>
              <a:t>n</a:t>
            </a:r>
            <a:r>
              <a:rPr sz="1700" spc="-7" dirty="0">
                <a:latin typeface="Times New Roman"/>
                <a:cs typeface="Times New Roman"/>
              </a:rPr>
              <a:t>e</a:t>
            </a:r>
            <a:r>
              <a:rPr sz="1700" dirty="0">
                <a:latin typeface="Times New Roman"/>
                <a:cs typeface="Times New Roman"/>
              </a:rPr>
              <a:t>w</a:t>
            </a:r>
            <a:r>
              <a:rPr sz="1700" spc="-19"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5" dirty="0">
                <a:latin typeface="Times New Roman"/>
                <a:cs typeface="Times New Roman"/>
              </a:rPr>
              <a:t>ge</a:t>
            </a:r>
            <a:r>
              <a:rPr sz="1700" spc="-22"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f</a:t>
            </a:r>
            <a:r>
              <a:rPr sz="1700" spc="-7" dirty="0">
                <a:latin typeface="Times New Roman"/>
                <a:cs typeface="Times New Roman"/>
              </a:rPr>
              <a:t>e</a:t>
            </a:r>
            <a:r>
              <a:rPr sz="1700" dirty="0">
                <a:latin typeface="Times New Roman"/>
                <a:cs typeface="Times New Roman"/>
              </a:rPr>
              <a:t>rr</a:t>
            </a:r>
            <a:r>
              <a:rPr sz="1700" spc="-7" dirty="0">
                <a:latin typeface="Times New Roman"/>
                <a:cs typeface="Times New Roman"/>
              </a:rPr>
              <a:t>e</a:t>
            </a:r>
            <a:r>
              <a:rPr sz="1700" dirty="0">
                <a:latin typeface="Times New Roman"/>
                <a:cs typeface="Times New Roman"/>
              </a:rPr>
              <a:t>d</a:t>
            </a:r>
            <a:r>
              <a:rPr sz="1700" spc="-19" dirty="0">
                <a:latin typeface="Times New Roman"/>
                <a:cs typeface="Times New Roman"/>
              </a:rPr>
              <a:t> </a:t>
            </a:r>
            <a:r>
              <a:rPr sz="1700" spc="-2" dirty="0">
                <a:latin typeface="Times New Roman"/>
                <a:cs typeface="Times New Roman"/>
              </a:rPr>
              <a:t>to</a:t>
            </a:r>
            <a:r>
              <a:rPr sz="1700" spc="-17"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9"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5" dirty="0">
                <a:latin typeface="Times New Roman"/>
                <a:cs typeface="Times New Roman"/>
              </a:rPr>
              <a:t>not</a:t>
            </a:r>
            <a:r>
              <a:rPr sz="1700" spc="-17" dirty="0">
                <a:latin typeface="Times New Roman"/>
                <a:cs typeface="Times New Roman"/>
              </a:rPr>
              <a:t> </a:t>
            </a:r>
            <a:r>
              <a:rPr sz="1700" spc="-2" dirty="0">
                <a:latin typeface="Times New Roman"/>
                <a:cs typeface="Times New Roman"/>
              </a:rPr>
              <a:t>pr</a:t>
            </a:r>
            <a:r>
              <a:rPr sz="1700" spc="-10" dirty="0">
                <a:latin typeface="Times New Roman"/>
                <a:cs typeface="Times New Roman"/>
              </a:rPr>
              <a:t>e</a:t>
            </a:r>
            <a:r>
              <a:rPr sz="1700" spc="5" dirty="0">
                <a:latin typeface="Times New Roman"/>
                <a:cs typeface="Times New Roman"/>
              </a:rPr>
              <a:t>s</a:t>
            </a:r>
            <a:r>
              <a:rPr sz="1700" spc="-7" dirty="0">
                <a:latin typeface="Times New Roman"/>
                <a:cs typeface="Times New Roman"/>
              </a:rPr>
              <a:t>e</a:t>
            </a:r>
            <a:r>
              <a:rPr sz="1700" spc="-2" dirty="0">
                <a:latin typeface="Times New Roman"/>
                <a:cs typeface="Times New Roman"/>
              </a:rPr>
              <a:t>nt</a:t>
            </a:r>
            <a:r>
              <a:rPr sz="1700" spc="-17" dirty="0">
                <a:latin typeface="Times New Roman"/>
                <a:cs typeface="Times New Roman"/>
              </a:rPr>
              <a:t> </a:t>
            </a:r>
            <a:r>
              <a:rPr sz="1700" spc="-2" dirty="0">
                <a:latin typeface="Times New Roman"/>
                <a:cs typeface="Times New Roman"/>
              </a:rPr>
              <a:t>in</a:t>
            </a:r>
            <a:r>
              <a:rPr sz="1700" spc="-17"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9"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5" dirty="0">
                <a:latin typeface="Times New Roman"/>
                <a:cs typeface="Times New Roman"/>
              </a:rPr>
              <a:t>g</a:t>
            </a:r>
            <a:r>
              <a:rPr sz="1700" spc="-5" dirty="0">
                <a:latin typeface="Times New Roman"/>
                <a:cs typeface="Times New Roman"/>
              </a:rPr>
              <a:t>e</a:t>
            </a:r>
            <a:r>
              <a:rPr sz="1700" spc="-2" dirty="0">
                <a:latin typeface="Times New Roman"/>
                <a:cs typeface="Times New Roman"/>
              </a:rPr>
              <a:t> f</a:t>
            </a:r>
            <a:r>
              <a:rPr sz="1700" spc="-10" dirty="0">
                <a:latin typeface="Times New Roman"/>
                <a:cs typeface="Times New Roman"/>
              </a:rPr>
              <a:t>a</a:t>
            </a:r>
            <a:r>
              <a:rPr sz="1700" spc="-2" dirty="0">
                <a:latin typeface="Times New Roman"/>
                <a:cs typeface="Times New Roman"/>
              </a:rPr>
              <a:t>ult</a:t>
            </a:r>
            <a:r>
              <a:rPr sz="1700" spc="5" dirty="0">
                <a:latin typeface="Times New Roman"/>
                <a:cs typeface="Times New Roman"/>
              </a:rPr>
              <a:t> </a:t>
            </a:r>
            <a:r>
              <a:rPr sz="1700" spc="-5" dirty="0">
                <a:latin typeface="Times New Roman"/>
                <a:cs typeface="Times New Roman"/>
              </a:rPr>
              <a:t>o</a:t>
            </a:r>
            <a:r>
              <a:rPr sz="1700" spc="-7" dirty="0">
                <a:latin typeface="Times New Roman"/>
                <a:cs typeface="Times New Roman"/>
              </a:rPr>
              <a:t>cc</a:t>
            </a:r>
            <a:r>
              <a:rPr sz="1700" dirty="0">
                <a:latin typeface="Times New Roman"/>
                <a:cs typeface="Times New Roman"/>
              </a:rPr>
              <a:t>urs</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2" dirty="0">
                <a:latin typeface="Times New Roman"/>
                <a:cs typeface="Times New Roman"/>
              </a:rPr>
              <a:t>Op</a:t>
            </a:r>
            <a:r>
              <a:rPr sz="1700" spc="-5"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ng</a:t>
            </a:r>
            <a:r>
              <a:rPr sz="1700" spc="5" dirty="0">
                <a:latin typeface="Times New Roman"/>
                <a:cs typeface="Times New Roman"/>
              </a:rPr>
              <a:t> </a:t>
            </a:r>
            <a:r>
              <a:rPr sz="1700" dirty="0">
                <a:latin typeface="Times New Roman"/>
                <a:cs typeface="Times New Roman"/>
              </a:rPr>
              <a:t>S</a:t>
            </a:r>
            <a:r>
              <a:rPr sz="1700" spc="-5" dirty="0">
                <a:latin typeface="Times New Roman"/>
                <a:cs typeface="Times New Roman"/>
              </a:rPr>
              <a:t>ystem</a:t>
            </a:r>
            <a:r>
              <a:rPr sz="1700" spc="5"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pla</a:t>
            </a:r>
            <a:r>
              <a:rPr sz="1700" spc="-10" dirty="0">
                <a:latin typeface="Times New Roman"/>
                <a:cs typeface="Times New Roman"/>
              </a:rPr>
              <a:t>c</a:t>
            </a:r>
            <a:r>
              <a:rPr sz="1700" spc="-7"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spc="-5" dirty="0">
                <a:latin typeface="Times New Roman"/>
                <a:cs typeface="Times New Roman"/>
              </a:rPr>
              <a:t>one</a:t>
            </a:r>
            <a:r>
              <a:rPr sz="1700" spc="2"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7" dirty="0">
                <a:latin typeface="Times New Roman"/>
                <a:cs typeface="Times New Roman"/>
              </a:rPr>
              <a:t>e</a:t>
            </a:r>
            <a:r>
              <a:rPr sz="1700" spc="-2" dirty="0">
                <a:latin typeface="Times New Roman"/>
                <a:cs typeface="Times New Roman"/>
              </a:rPr>
              <a:t>xis</a:t>
            </a:r>
            <a:r>
              <a:rPr sz="1700" dirty="0">
                <a:latin typeface="Times New Roman"/>
                <a:cs typeface="Times New Roman"/>
              </a:rPr>
              <a:t>t</a:t>
            </a:r>
            <a:r>
              <a:rPr sz="1700" spc="-5" dirty="0">
                <a:latin typeface="Times New Roman"/>
                <a:cs typeface="Times New Roman"/>
              </a:rPr>
              <a:t>ing</a:t>
            </a:r>
            <a:r>
              <a:rPr sz="1700" spc="5"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5" dirty="0">
                <a:latin typeface="Times New Roman"/>
                <a:cs typeface="Times New Roman"/>
              </a:rPr>
              <a:t>g</a:t>
            </a:r>
            <a:r>
              <a:rPr sz="1700" spc="-7" dirty="0">
                <a:latin typeface="Times New Roman"/>
                <a:cs typeface="Times New Roman"/>
              </a:rPr>
              <a:t>e</a:t>
            </a:r>
            <a:r>
              <a:rPr sz="1700" dirty="0">
                <a:latin typeface="Times New Roman"/>
                <a:cs typeface="Times New Roman"/>
              </a:rPr>
              <a:t>s</a:t>
            </a:r>
            <a:r>
              <a:rPr sz="1700" spc="19" dirty="0">
                <a:latin typeface="Times New Roman"/>
                <a:cs typeface="Times New Roman"/>
              </a:rPr>
              <a:t> </a:t>
            </a:r>
            <a:r>
              <a:rPr sz="1700" spc="-2" dirty="0">
                <a:latin typeface="Times New Roman"/>
                <a:cs typeface="Times New Roman"/>
              </a:rPr>
              <a:t>w</a:t>
            </a:r>
            <a:r>
              <a:rPr sz="1700" spc="-7" dirty="0">
                <a:latin typeface="Times New Roman"/>
                <a:cs typeface="Times New Roman"/>
              </a:rPr>
              <a:t>i</a:t>
            </a:r>
            <a:r>
              <a:rPr sz="1700" spc="-2" dirty="0">
                <a:latin typeface="Times New Roman"/>
                <a:cs typeface="Times New Roman"/>
              </a:rPr>
              <a:t>th</a:t>
            </a:r>
            <a:r>
              <a:rPr sz="1700" spc="5"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wl</a:t>
            </a:r>
            <a:r>
              <a:rPr sz="1700" dirty="0">
                <a:latin typeface="Times New Roman"/>
                <a:cs typeface="Times New Roman"/>
              </a:rPr>
              <a:t>y</a:t>
            </a:r>
            <a:r>
              <a:rPr sz="1700" spc="5" dirty="0">
                <a:latin typeface="Times New Roman"/>
                <a:cs typeface="Times New Roman"/>
              </a:rPr>
              <a:t> </a:t>
            </a:r>
            <a:r>
              <a:rPr sz="1700" spc="-5" dirty="0">
                <a:latin typeface="Times New Roman"/>
                <a:cs typeface="Times New Roman"/>
              </a:rPr>
              <a:t>n</a:t>
            </a:r>
            <a:r>
              <a:rPr sz="1700" spc="-7" dirty="0">
                <a:latin typeface="Times New Roman"/>
                <a:cs typeface="Times New Roman"/>
              </a:rPr>
              <a:t>ee</a:t>
            </a:r>
            <a:r>
              <a:rPr sz="1700" spc="-5" dirty="0">
                <a:latin typeface="Times New Roman"/>
                <a:cs typeface="Times New Roman"/>
              </a:rPr>
              <a:t>d</a:t>
            </a:r>
            <a:r>
              <a:rPr sz="1700" spc="-7" dirty="0">
                <a:latin typeface="Times New Roman"/>
                <a:cs typeface="Times New Roman"/>
              </a:rPr>
              <a:t>e</a:t>
            </a:r>
            <a:r>
              <a:rPr sz="1700" dirty="0">
                <a:latin typeface="Times New Roman"/>
                <a:cs typeface="Times New Roman"/>
              </a:rPr>
              <a:t>d </a:t>
            </a:r>
            <a:r>
              <a:rPr sz="1700" spc="-5" dirty="0">
                <a:latin typeface="Times New Roman"/>
                <a:cs typeface="Times New Roman"/>
              </a:rPr>
              <a:t>p</a:t>
            </a:r>
            <a:r>
              <a:rPr sz="1700" spc="-7" dirty="0">
                <a:latin typeface="Times New Roman"/>
                <a:cs typeface="Times New Roman"/>
              </a:rPr>
              <a:t>a</a:t>
            </a:r>
            <a:r>
              <a:rPr sz="1700" spc="-5" dirty="0">
                <a:latin typeface="Times New Roman"/>
                <a:cs typeface="Times New Roman"/>
              </a:rPr>
              <a:t>g</a:t>
            </a:r>
            <a:r>
              <a:rPr sz="1700" spc="-7" dirty="0">
                <a:latin typeface="Times New Roman"/>
                <a:cs typeface="Times New Roman"/>
              </a:rPr>
              <a:t>e</a:t>
            </a:r>
            <a:r>
              <a:rPr sz="1700" dirty="0">
                <a:latin typeface="Times New Roman"/>
                <a:cs typeface="Times New Roman"/>
              </a:rPr>
              <a:t>.</a:t>
            </a:r>
          </a:p>
        </p:txBody>
      </p:sp>
    </p:spTree>
    <p:extLst>
      <p:ext uri="{BB962C8B-B14F-4D97-AF65-F5344CB8AC3E}">
        <p14:creationId xmlns:p14="http://schemas.microsoft.com/office/powerpoint/2010/main" val="1486099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F14F-C6B1-381A-313B-5084A74EC2D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2446215-0EA3-DC42-8D58-C673966A252F}"/>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6E2CAFCD-921A-793D-6999-4F34A84139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EF2BAC9-6818-D3FE-CE3F-5D2947841E9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00BAAF4-79C5-7801-A8F4-DC536D805A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a:extLst>
              <a:ext uri="{FF2B5EF4-FFF2-40B4-BE49-F238E27FC236}">
                <a16:creationId xmlns:a16="http://schemas.microsoft.com/office/drawing/2014/main" id="{EE4CBF97-E5BD-8DCF-1BA0-4283659DEEC7}"/>
              </a:ext>
            </a:extLst>
          </p:cNvPr>
          <p:cNvSpPr txBox="1"/>
          <p:nvPr/>
        </p:nvSpPr>
        <p:spPr>
          <a:xfrm>
            <a:off x="1066799" y="923001"/>
            <a:ext cx="7010401" cy="2941831"/>
          </a:xfrm>
          <a:prstGeom prst="rect">
            <a:avLst/>
          </a:prstGeom>
        </p:spPr>
        <p:txBody>
          <a:bodyPr vert="horz" wrap="square" lIns="0" tIns="0" rIns="0" bIns="0" rtlCol="0">
            <a:spAutoFit/>
          </a:bodyPr>
          <a:lstStyle/>
          <a:p>
            <a:pPr marL="6109" algn="just"/>
            <a:r>
              <a:rPr sz="1700" spc="-5" dirty="0">
                <a:latin typeface="Times New Roman"/>
                <a:cs typeface="Times New Roman"/>
              </a:rPr>
              <a:t>F</a:t>
            </a:r>
            <a:r>
              <a:rPr sz="1700" dirty="0">
                <a:latin typeface="Times New Roman"/>
                <a:cs typeface="Times New Roman"/>
              </a:rPr>
              <a:t>our </a:t>
            </a:r>
            <a:r>
              <a:rPr sz="1700" spc="-2" dirty="0">
                <a:latin typeface="Times New Roman"/>
                <a:cs typeface="Times New Roman"/>
              </a:rPr>
              <a:t>o</a:t>
            </a:r>
            <a:r>
              <a:rPr sz="1700" dirty="0">
                <a:latin typeface="Times New Roman"/>
                <a:cs typeface="Times New Roman"/>
              </a:rPr>
              <a:t>f </a:t>
            </a:r>
            <a:r>
              <a:rPr sz="1700" spc="-2" dirty="0">
                <a:latin typeface="Times New Roman"/>
                <a:cs typeface="Times New Roman"/>
              </a:rPr>
              <a:t>the</a:t>
            </a:r>
            <a:r>
              <a:rPr sz="1700" spc="-5" dirty="0">
                <a:latin typeface="Times New Roman"/>
                <a:cs typeface="Times New Roman"/>
              </a:rPr>
              <a:t> most</a:t>
            </a:r>
            <a:r>
              <a:rPr sz="1700" dirty="0">
                <a:latin typeface="Times New Roman"/>
                <a:cs typeface="Times New Roman"/>
              </a:rPr>
              <a:t> </a:t>
            </a:r>
            <a:r>
              <a:rPr sz="1700" spc="-7" dirty="0">
                <a:latin typeface="Times New Roman"/>
                <a:cs typeface="Times New Roman"/>
              </a:rPr>
              <a:t>c</a:t>
            </a:r>
            <a:r>
              <a:rPr sz="1700" spc="-5" dirty="0">
                <a:latin typeface="Times New Roman"/>
                <a:cs typeface="Times New Roman"/>
              </a:rPr>
              <a:t>omm</a:t>
            </a:r>
            <a:r>
              <a:rPr sz="1700" spc="5" dirty="0">
                <a:latin typeface="Times New Roman"/>
                <a:cs typeface="Times New Roman"/>
              </a:rPr>
              <a:t>o</a:t>
            </a:r>
            <a:r>
              <a:rPr sz="1700" dirty="0">
                <a:latin typeface="Times New Roman"/>
                <a:cs typeface="Times New Roman"/>
              </a:rPr>
              <a:t>n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r</a:t>
            </a:r>
            <a:r>
              <a:rPr sz="1700" spc="-10" dirty="0">
                <a:latin typeface="Times New Roman"/>
                <a:cs typeface="Times New Roman"/>
              </a:rPr>
              <a:t>e</a:t>
            </a:r>
            <a:r>
              <a:rPr sz="1700" spc="-2" dirty="0">
                <a:latin typeface="Times New Roman"/>
                <a:cs typeface="Times New Roman"/>
              </a:rPr>
              <a:t>pla</a:t>
            </a:r>
            <a:r>
              <a:rPr sz="1700" spc="-7" dirty="0">
                <a:latin typeface="Times New Roman"/>
                <a:cs typeface="Times New Roman"/>
              </a:rPr>
              <a:t>ce</a:t>
            </a:r>
            <a:r>
              <a:rPr sz="1700" spc="-5" dirty="0">
                <a:latin typeface="Times New Roman"/>
                <a:cs typeface="Times New Roman"/>
              </a:rPr>
              <a:t>ment</a:t>
            </a:r>
            <a:r>
              <a:rPr sz="1700" spc="5" dirty="0">
                <a:latin typeface="Times New Roman"/>
                <a:cs typeface="Times New Roman"/>
              </a:rPr>
              <a:t> </a:t>
            </a:r>
            <a:r>
              <a:rPr sz="1700" spc="-7" dirty="0">
                <a:latin typeface="Times New Roman"/>
                <a:cs typeface="Times New Roman"/>
              </a:rPr>
              <a:t>a</a:t>
            </a:r>
            <a:r>
              <a:rPr sz="1700" spc="-5" dirty="0">
                <a:latin typeface="Times New Roman"/>
                <a:cs typeface="Times New Roman"/>
              </a:rPr>
              <a:t>lgorithms</a:t>
            </a:r>
            <a:r>
              <a:rPr sz="1700" dirty="0">
                <a:latin typeface="Times New Roman"/>
                <a:cs typeface="Times New Roman"/>
              </a:rPr>
              <a:t> </a:t>
            </a:r>
            <a:r>
              <a:rPr sz="1700" spc="-5" dirty="0">
                <a:latin typeface="Times New Roman"/>
                <a:cs typeface="Times New Roman"/>
              </a:rPr>
              <a:t>are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s</a:t>
            </a:r>
            <a:r>
              <a:rPr sz="1700" spc="2" dirty="0">
                <a:latin typeface="Times New Roman"/>
                <a:cs typeface="Times New Roman"/>
              </a:rPr>
              <a:t>c</a:t>
            </a:r>
            <a:r>
              <a:rPr sz="1700" spc="-2" dirty="0">
                <a:latin typeface="Times New Roman"/>
                <a:cs typeface="Times New Roman"/>
              </a:rPr>
              <a:t>rib</a:t>
            </a:r>
            <a:r>
              <a:rPr sz="1700" spc="-10" dirty="0">
                <a:latin typeface="Times New Roman"/>
                <a:cs typeface="Times New Roman"/>
              </a:rPr>
              <a:t>e</a:t>
            </a:r>
            <a:r>
              <a:rPr sz="1700" dirty="0">
                <a:latin typeface="Times New Roman"/>
                <a:cs typeface="Times New Roman"/>
              </a:rPr>
              <a:t>d </a:t>
            </a:r>
            <a:r>
              <a:rPr sz="1700" spc="-5" dirty="0">
                <a:latin typeface="Times New Roman"/>
                <a:cs typeface="Times New Roman"/>
              </a:rPr>
              <a:t>b</a:t>
            </a:r>
            <a:r>
              <a:rPr sz="1700" spc="-7" dirty="0">
                <a:latin typeface="Times New Roman"/>
                <a:cs typeface="Times New Roman"/>
              </a:rPr>
              <a:t>e</a:t>
            </a:r>
            <a:r>
              <a:rPr sz="1700" spc="-2" dirty="0">
                <a:latin typeface="Times New Roman"/>
                <a:cs typeface="Times New Roman"/>
              </a:rPr>
              <a:t>l</a:t>
            </a:r>
            <a:r>
              <a:rPr sz="1700" dirty="0">
                <a:latin typeface="Times New Roman"/>
                <a:cs typeface="Times New Roman"/>
              </a:rPr>
              <a:t>o</a:t>
            </a:r>
            <a:r>
              <a:rPr sz="1700" spc="-2" dirty="0">
                <a:latin typeface="Times New Roman"/>
                <a:cs typeface="Times New Roman"/>
              </a:rPr>
              <a:t>w:</a:t>
            </a:r>
            <a:endParaRPr sz="1700" dirty="0">
              <a:latin typeface="Times New Roman"/>
              <a:cs typeface="Times New Roman"/>
            </a:endParaRPr>
          </a:p>
          <a:p>
            <a:pPr algn="just">
              <a:spcBef>
                <a:spcPts val="10"/>
              </a:spcBef>
            </a:pPr>
            <a:endParaRPr sz="1700" dirty="0">
              <a:latin typeface="Times New Roman"/>
              <a:cs typeface="Times New Roman"/>
            </a:endParaRPr>
          </a:p>
          <a:p>
            <a:pPr marL="225716" indent="-109651" algn="just">
              <a:buFont typeface="Times New Roman"/>
              <a:buAutoNum type="arabicPeriod"/>
              <a:tabLst>
                <a:tab pos="226022" algn="l"/>
              </a:tabLst>
            </a:pPr>
            <a:r>
              <a:rPr sz="1700" b="1" spc="-5" dirty="0">
                <a:latin typeface="Times New Roman"/>
                <a:cs typeface="Times New Roman"/>
              </a:rPr>
              <a:t>FIFO</a:t>
            </a:r>
            <a:r>
              <a:rPr sz="1700" b="1" spc="-2" dirty="0">
                <a:latin typeface="Times New Roman"/>
                <a:cs typeface="Times New Roman"/>
              </a:rPr>
              <a:t> (</a:t>
            </a:r>
            <a:r>
              <a:rPr sz="1700" b="1" spc="-5" dirty="0">
                <a:latin typeface="Times New Roman"/>
                <a:cs typeface="Times New Roman"/>
              </a:rPr>
              <a:t>Fi</a:t>
            </a:r>
            <a:r>
              <a:rPr sz="1700" b="1" spc="-7" dirty="0">
                <a:latin typeface="Times New Roman"/>
                <a:cs typeface="Times New Roman"/>
              </a:rPr>
              <a:t>r</a:t>
            </a:r>
            <a:r>
              <a:rPr sz="1700" b="1" spc="-2" dirty="0">
                <a:latin typeface="Times New Roman"/>
                <a:cs typeface="Times New Roman"/>
              </a:rPr>
              <a:t>s</a:t>
            </a:r>
            <a:r>
              <a:rPr sz="1700" b="1" dirty="0">
                <a:latin typeface="Times New Roman"/>
                <a:cs typeface="Times New Roman"/>
              </a:rPr>
              <a:t>t </a:t>
            </a:r>
            <a:r>
              <a:rPr sz="1700" b="1" spc="-2" dirty="0">
                <a:latin typeface="Times New Roman"/>
                <a:cs typeface="Times New Roman"/>
              </a:rPr>
              <a:t>I</a:t>
            </a:r>
            <a:r>
              <a:rPr sz="1700" b="1" dirty="0">
                <a:latin typeface="Times New Roman"/>
                <a:cs typeface="Times New Roman"/>
              </a:rPr>
              <a:t>n </a:t>
            </a:r>
            <a:r>
              <a:rPr sz="1700" b="1" spc="-5" dirty="0">
                <a:latin typeface="Times New Roman"/>
                <a:cs typeface="Times New Roman"/>
              </a:rPr>
              <a:t>Fi</a:t>
            </a:r>
            <a:r>
              <a:rPr sz="1700" b="1" spc="-7" dirty="0">
                <a:latin typeface="Times New Roman"/>
                <a:cs typeface="Times New Roman"/>
              </a:rPr>
              <a:t>r</a:t>
            </a:r>
            <a:r>
              <a:rPr sz="1700" b="1" spc="-2" dirty="0">
                <a:latin typeface="Times New Roman"/>
                <a:cs typeface="Times New Roman"/>
              </a:rPr>
              <a:t>s</a:t>
            </a:r>
            <a:r>
              <a:rPr sz="1700" b="1" dirty="0">
                <a:latin typeface="Times New Roman"/>
                <a:cs typeface="Times New Roman"/>
              </a:rPr>
              <a:t>t </a:t>
            </a:r>
            <a:r>
              <a:rPr sz="1700" b="1" spc="-5" dirty="0">
                <a:latin typeface="Times New Roman"/>
                <a:cs typeface="Times New Roman"/>
              </a:rPr>
              <a:t>Ou</a:t>
            </a:r>
            <a:r>
              <a:rPr sz="1700" b="1" dirty="0">
                <a:latin typeface="Times New Roman"/>
                <a:cs typeface="Times New Roman"/>
              </a:rPr>
              <a:t>t)</a:t>
            </a:r>
            <a:r>
              <a:rPr sz="1700" b="1" spc="-2" dirty="0">
                <a:latin typeface="Times New Roman"/>
                <a:cs typeface="Times New Roman"/>
              </a:rPr>
              <a:t> </a:t>
            </a:r>
            <a:r>
              <a:rPr sz="1700" b="1" spc="-5" dirty="0">
                <a:latin typeface="Times New Roman"/>
                <a:cs typeface="Times New Roman"/>
              </a:rPr>
              <a:t>Policy</a:t>
            </a:r>
            <a:endParaRPr sz="1700" dirty="0">
              <a:latin typeface="Times New Roman"/>
              <a:cs typeface="Times New Roman"/>
            </a:endParaRPr>
          </a:p>
          <a:p>
            <a:pPr marL="445630" lvl="1" indent="-109957" algn="just">
              <a:spcBef>
                <a:spcPts val="70"/>
              </a:spcBef>
              <a:buFont typeface="Symbol"/>
              <a:buChar char=""/>
              <a:tabLst>
                <a:tab pos="445935" algn="l"/>
              </a:tabLst>
            </a:pPr>
            <a:endParaRPr lang="en-US" sz="1700" spc="-5" dirty="0">
              <a:latin typeface="Times New Roman"/>
              <a:cs typeface="Times New Roman"/>
            </a:endParaRPr>
          </a:p>
          <a:p>
            <a:pPr marL="445630" lvl="1" indent="-109957" algn="just">
              <a:spcBef>
                <a:spcPts val="70"/>
              </a:spcBef>
              <a:buFont typeface="Symbol"/>
              <a:buChar char=""/>
              <a:tabLst>
                <a:tab pos="445935" algn="l"/>
              </a:tabLst>
            </a:pPr>
            <a:r>
              <a:rPr lang="en-US" sz="1700" spc="-5" dirty="0">
                <a:latin typeface="Times New Roman"/>
                <a:cs typeface="Times New Roman"/>
              </a:rPr>
              <a:t> </a:t>
            </a:r>
            <a:r>
              <a:rPr sz="1700" spc="-5" dirty="0">
                <a:latin typeface="Times New Roman"/>
                <a:cs typeface="Times New Roman"/>
              </a:rPr>
              <a:t>The block</a:t>
            </a:r>
            <a:r>
              <a:rPr sz="1700" dirty="0">
                <a:latin typeface="Times New Roman"/>
                <a:cs typeface="Times New Roman"/>
              </a:rPr>
              <a:t> </a:t>
            </a:r>
            <a:r>
              <a:rPr sz="1700" spc="-2" dirty="0">
                <a:latin typeface="Times New Roman"/>
                <a:cs typeface="Times New Roman"/>
              </a:rPr>
              <a:t>w</a:t>
            </a:r>
            <a:r>
              <a:rPr sz="1700" spc="-5" dirty="0">
                <a:latin typeface="Times New Roman"/>
                <a:cs typeface="Times New Roman"/>
              </a:rPr>
              <a:t>hich</a:t>
            </a:r>
            <a:r>
              <a:rPr sz="1700" dirty="0">
                <a:latin typeface="Times New Roman"/>
                <a:cs typeface="Times New Roman"/>
              </a:rPr>
              <a:t> </a:t>
            </a:r>
            <a:r>
              <a:rPr sz="1700" spc="-5" dirty="0">
                <a:latin typeface="Times New Roman"/>
                <a:cs typeface="Times New Roman"/>
              </a:rPr>
              <a:t>h</a:t>
            </a:r>
            <a:r>
              <a:rPr sz="1700" spc="-10" dirty="0">
                <a:latin typeface="Times New Roman"/>
                <a:cs typeface="Times New Roman"/>
              </a:rPr>
              <a:t>a</a:t>
            </a:r>
            <a:r>
              <a:rPr sz="1700" dirty="0">
                <a:latin typeface="Times New Roman"/>
                <a:cs typeface="Times New Roman"/>
              </a:rPr>
              <a:t>s</a:t>
            </a:r>
            <a:r>
              <a:rPr sz="1700" spc="5" dirty="0">
                <a:latin typeface="Times New Roman"/>
                <a:cs typeface="Times New Roman"/>
              </a:rPr>
              <a:t> </a:t>
            </a:r>
            <a:r>
              <a:rPr sz="1700" spc="-7" dirty="0">
                <a:latin typeface="Times New Roman"/>
                <a:cs typeface="Times New Roman"/>
              </a:rPr>
              <a:t>e</a:t>
            </a:r>
            <a:r>
              <a:rPr sz="1700" spc="-2" dirty="0">
                <a:latin typeface="Times New Roman"/>
                <a:cs typeface="Times New Roman"/>
              </a:rPr>
              <a:t>nter</a:t>
            </a:r>
            <a:r>
              <a:rPr sz="1700" spc="-10" dirty="0">
                <a:latin typeface="Times New Roman"/>
                <a:cs typeface="Times New Roman"/>
              </a:rPr>
              <a:t>e</a:t>
            </a:r>
            <a:r>
              <a:rPr sz="1700" dirty="0">
                <a:latin typeface="Times New Roman"/>
                <a:cs typeface="Times New Roman"/>
              </a:rPr>
              <a:t>d </a:t>
            </a:r>
            <a:r>
              <a:rPr sz="1700" spc="-2" dirty="0">
                <a:latin typeface="Times New Roman"/>
                <a:cs typeface="Times New Roman"/>
              </a:rPr>
              <a:t>fi</a:t>
            </a:r>
            <a:r>
              <a:rPr sz="1700" spc="-5" dirty="0">
                <a:latin typeface="Times New Roman"/>
                <a:cs typeface="Times New Roman"/>
              </a:rPr>
              <a:t>rs</a:t>
            </a:r>
            <a:r>
              <a:rPr sz="1700" spc="-2" dirty="0">
                <a:latin typeface="Times New Roman"/>
                <a:cs typeface="Times New Roman"/>
              </a:rPr>
              <a:t>t</a:t>
            </a:r>
            <a:r>
              <a:rPr sz="1700" dirty="0">
                <a:latin typeface="Times New Roman"/>
                <a:cs typeface="Times New Roman"/>
              </a:rPr>
              <a:t> in </a:t>
            </a:r>
            <a:r>
              <a:rPr sz="1700" spc="-2" dirty="0">
                <a:latin typeface="Times New Roman"/>
                <a:cs typeface="Times New Roman"/>
              </a:rPr>
              <a:t>the </a:t>
            </a:r>
            <a:r>
              <a:rPr sz="1700" spc="-5" dirty="0">
                <a:latin typeface="Times New Roman"/>
                <a:cs typeface="Times New Roman"/>
              </a:rPr>
              <a:t>m</a:t>
            </a:r>
            <a:r>
              <a:rPr sz="1700" spc="-7" dirty="0">
                <a:latin typeface="Times New Roman"/>
                <a:cs typeface="Times New Roman"/>
              </a:rPr>
              <a:t>a</a:t>
            </a:r>
            <a:r>
              <a:rPr sz="1700" spc="-2" dirty="0">
                <a:latin typeface="Times New Roman"/>
                <a:cs typeface="Times New Roman"/>
              </a:rPr>
              <a:t>in </a:t>
            </a:r>
            <a:r>
              <a:rPr sz="1700" spc="-5" dirty="0">
                <a:latin typeface="Times New Roman"/>
                <a:cs typeface="Times New Roman"/>
              </a:rPr>
              <a:t>be</a:t>
            </a:r>
            <a:r>
              <a:rPr sz="1700" spc="2" dirty="0">
                <a:latin typeface="Times New Roman"/>
                <a:cs typeface="Times New Roman"/>
              </a:rPr>
              <a:t> r</a:t>
            </a:r>
            <a:r>
              <a:rPr sz="1700" spc="-2" dirty="0">
                <a:latin typeface="Times New Roman"/>
                <a:cs typeface="Times New Roman"/>
              </a:rPr>
              <a:t>epla</a:t>
            </a:r>
            <a:r>
              <a:rPr sz="1700" spc="-10" dirty="0">
                <a:latin typeface="Times New Roman"/>
                <a:cs typeface="Times New Roman"/>
              </a:rPr>
              <a:t>c</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fi</a:t>
            </a:r>
            <a:r>
              <a:rPr sz="1700" spc="-5" dirty="0">
                <a:latin typeface="Times New Roman"/>
                <a:cs typeface="Times New Roman"/>
              </a:rPr>
              <a:t>rst.</a:t>
            </a:r>
            <a:endParaRPr lang="en-US" sz="1700" spc="-5" dirty="0">
              <a:latin typeface="Times New Roman"/>
              <a:cs typeface="Times New Roman"/>
            </a:endParaRPr>
          </a:p>
          <a:p>
            <a:pPr marL="445630" lvl="1" indent="-109957" algn="just">
              <a:spcBef>
                <a:spcPts val="70"/>
              </a:spcBef>
              <a:buFont typeface="Symbol"/>
              <a:buChar char=""/>
              <a:tabLst>
                <a:tab pos="445935" algn="l"/>
              </a:tabLst>
            </a:pPr>
            <a:r>
              <a:rPr lang="en-US" sz="1700" dirty="0">
                <a:latin typeface="Times New Roman"/>
                <a:cs typeface="Times New Roman"/>
              </a:rPr>
              <a:t> This can lead to a problem known as "</a:t>
            </a:r>
            <a:r>
              <a:rPr lang="en-US" sz="1700" b="1" dirty="0" err="1">
                <a:latin typeface="Times New Roman"/>
                <a:cs typeface="Times New Roman"/>
              </a:rPr>
              <a:t>Belady's</a:t>
            </a:r>
            <a:r>
              <a:rPr lang="en-US" sz="1700" b="1" dirty="0">
                <a:latin typeface="Times New Roman"/>
                <a:cs typeface="Times New Roman"/>
              </a:rPr>
              <a:t> Anomaly</a:t>
            </a:r>
            <a:r>
              <a:rPr lang="en-US" sz="1700" dirty="0">
                <a:latin typeface="Times New Roman"/>
                <a:cs typeface="Times New Roman"/>
              </a:rPr>
              <a:t>", it starts that if we increase the no. of lines in cache memory the cache miss will increase.</a:t>
            </a:r>
          </a:p>
          <a:p>
            <a:pPr marL="445630" lvl="1" indent="-109957" algn="just">
              <a:spcBef>
                <a:spcPts val="70"/>
              </a:spcBef>
              <a:buFont typeface="Symbol"/>
              <a:buChar char=""/>
              <a:tabLst>
                <a:tab pos="445935" algn="l"/>
              </a:tabLst>
            </a:pPr>
            <a:r>
              <a:rPr lang="en-US" sz="1700" b="1" dirty="0">
                <a:latin typeface="Times New Roman"/>
                <a:cs typeface="Times New Roman"/>
              </a:rPr>
              <a:t> </a:t>
            </a:r>
            <a:r>
              <a:rPr lang="en-US" sz="1700" b="1" dirty="0" err="1">
                <a:latin typeface="Times New Roman"/>
                <a:cs typeface="Times New Roman"/>
              </a:rPr>
              <a:t>Belady's</a:t>
            </a:r>
            <a:r>
              <a:rPr lang="en-US" sz="1700" b="1" dirty="0">
                <a:latin typeface="Times New Roman"/>
                <a:cs typeface="Times New Roman"/>
              </a:rPr>
              <a:t> Anomaly:</a:t>
            </a:r>
            <a:r>
              <a:rPr lang="en-US" sz="1700" dirty="0">
                <a:latin typeface="Times New Roman"/>
                <a:cs typeface="Times New Roman"/>
              </a:rPr>
              <a:t> For some cache replacement algorithm, the page fault or miss rate increase as the number of allocated frame increase.</a:t>
            </a:r>
          </a:p>
          <a:p>
            <a:pPr marL="445630" lvl="1" indent="-109957" algn="just">
              <a:spcBef>
                <a:spcPts val="70"/>
              </a:spcBef>
              <a:buFont typeface="Symbol"/>
              <a:buChar char=""/>
              <a:tabLst>
                <a:tab pos="445935" algn="l"/>
              </a:tabLst>
            </a:pPr>
            <a:r>
              <a:rPr lang="en-US" sz="1700" dirty="0">
                <a:latin typeface="Times New Roman"/>
                <a:cs typeface="Times New Roman"/>
              </a:rPr>
              <a:t> Example: Let we have a sequence 7, 0 ,1, 2, 0, 3, 0, 4, 2, 3, and cache memory has 4 lines.</a:t>
            </a:r>
          </a:p>
        </p:txBody>
      </p:sp>
    </p:spTree>
    <p:extLst>
      <p:ext uri="{BB962C8B-B14F-4D97-AF65-F5344CB8AC3E}">
        <p14:creationId xmlns:p14="http://schemas.microsoft.com/office/powerpoint/2010/main" val="37615999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7794-62B7-7274-FF53-0BC9F480F0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259F215-5A0D-DB0D-BC17-C68829E06C0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06ABF1A-BC0F-CD95-55C2-34CCD25CB3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B6BD0B5-0F06-BA62-9035-A3C8B020C15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C4BAEC28-8818-E2B0-4F97-932C33CD056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5" name="object 5"/>
          <p:cNvSpPr/>
          <p:nvPr/>
        </p:nvSpPr>
        <p:spPr>
          <a:xfrm>
            <a:off x="1905000" y="1115191"/>
            <a:ext cx="4867206" cy="1576359"/>
          </a:xfrm>
          <a:prstGeom prst="rect">
            <a:avLst/>
          </a:prstGeom>
          <a:blipFill>
            <a:blip r:embed="rId6" cstate="print"/>
            <a:stretch>
              <a:fillRect/>
            </a:stretch>
          </a:blipFill>
        </p:spPr>
        <p:txBody>
          <a:bodyPr wrap="square" lIns="0" tIns="0" rIns="0" bIns="0" rtlCol="0"/>
          <a:lstStyle/>
          <a:p>
            <a:endParaRPr sz="866"/>
          </a:p>
        </p:txBody>
      </p:sp>
      <p:sp>
        <p:nvSpPr>
          <p:cNvPr id="4" name="TextBox 3">
            <a:extLst>
              <a:ext uri="{FF2B5EF4-FFF2-40B4-BE49-F238E27FC236}">
                <a16:creationId xmlns:a16="http://schemas.microsoft.com/office/drawing/2014/main" id="{8761AE51-57E3-9123-4613-72D504443C6C}"/>
              </a:ext>
            </a:extLst>
          </p:cNvPr>
          <p:cNvSpPr txBox="1"/>
          <p:nvPr/>
        </p:nvSpPr>
        <p:spPr>
          <a:xfrm>
            <a:off x="1567393" y="2963925"/>
            <a:ext cx="5698530" cy="353943"/>
          </a:xfrm>
          <a:prstGeom prst="rect">
            <a:avLst/>
          </a:prstGeom>
          <a:noFill/>
        </p:spPr>
        <p:txBody>
          <a:bodyPr wrap="square">
            <a:spAutoFit/>
          </a:bodyPr>
          <a:lstStyle/>
          <a:p>
            <a:pPr algn="just">
              <a:tabLst>
                <a:tab pos="335979" algn="l"/>
              </a:tabLst>
            </a:pPr>
            <a:r>
              <a:rPr lang="en-US" sz="1700" spc="-5" dirty="0">
                <a:latin typeface="Times New Roman"/>
                <a:cs typeface="Times New Roman"/>
              </a:rPr>
              <a:t>Th</a:t>
            </a:r>
            <a:r>
              <a:rPr lang="en-US" sz="1700" spc="-10" dirty="0">
                <a:latin typeface="Times New Roman"/>
                <a:cs typeface="Times New Roman"/>
              </a:rPr>
              <a:t>e</a:t>
            </a:r>
            <a:r>
              <a:rPr lang="en-US" sz="1700" spc="-2" dirty="0">
                <a:latin typeface="Times New Roman"/>
                <a:cs typeface="Times New Roman"/>
              </a:rPr>
              <a:t>re</a:t>
            </a:r>
            <a:r>
              <a:rPr lang="en-US" sz="1700"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re</a:t>
            </a:r>
            <a:r>
              <a:rPr lang="en-US" sz="1700" dirty="0">
                <a:latin typeface="Times New Roman"/>
                <a:cs typeface="Times New Roman"/>
              </a:rPr>
              <a:t> </a:t>
            </a:r>
            <a:r>
              <a:rPr lang="en-US" sz="1700" spc="-5" dirty="0">
                <a:latin typeface="Times New Roman"/>
                <a:cs typeface="Times New Roman"/>
              </a:rPr>
              <a:t>a</a:t>
            </a:r>
            <a:r>
              <a:rPr lang="en-US" sz="1700" spc="-2" dirty="0">
                <a:latin typeface="Times New Roman"/>
                <a:cs typeface="Times New Roman"/>
              </a:rPr>
              <a:t> tot</a:t>
            </a:r>
            <a:r>
              <a:rPr lang="en-US" sz="1700" spc="-7" dirty="0">
                <a:latin typeface="Times New Roman"/>
                <a:cs typeface="Times New Roman"/>
              </a:rPr>
              <a:t>a</a:t>
            </a:r>
            <a:r>
              <a:rPr lang="en-US" sz="1700" spc="-2" dirty="0">
                <a:latin typeface="Times New Roman"/>
                <a:cs typeface="Times New Roman"/>
              </a:rPr>
              <a:t>l</a:t>
            </a:r>
            <a:r>
              <a:rPr lang="en-US" sz="1700" dirty="0">
                <a:latin typeface="Times New Roman"/>
                <a:cs typeface="Times New Roman"/>
              </a:rPr>
              <a:t> of 6 </a:t>
            </a:r>
            <a:r>
              <a:rPr lang="en-US" sz="1700" spc="-5" dirty="0">
                <a:latin typeface="Times New Roman"/>
                <a:cs typeface="Times New Roman"/>
              </a:rPr>
              <a:t>mi</a:t>
            </a:r>
            <a:r>
              <a:rPr lang="en-US" sz="1700" spc="-2" dirty="0">
                <a:latin typeface="Times New Roman"/>
                <a:cs typeface="Times New Roman"/>
              </a:rPr>
              <a:t>sse</a:t>
            </a:r>
            <a:r>
              <a:rPr lang="en-US" sz="1700" dirty="0">
                <a:latin typeface="Times New Roman"/>
                <a:cs typeface="Times New Roman"/>
              </a:rPr>
              <a:t>s </a:t>
            </a:r>
            <a:r>
              <a:rPr lang="en-US" sz="1700" spc="-2" dirty="0">
                <a:latin typeface="Times New Roman"/>
                <a:cs typeface="Times New Roman"/>
              </a:rPr>
              <a:t>in the</a:t>
            </a:r>
            <a:r>
              <a:rPr lang="en-US" sz="1700" spc="2" dirty="0">
                <a:latin typeface="Times New Roman"/>
                <a:cs typeface="Times New Roman"/>
              </a:rPr>
              <a:t> </a:t>
            </a:r>
            <a:r>
              <a:rPr lang="en-US" sz="1700" b="1" spc="-5" dirty="0">
                <a:latin typeface="Times New Roman"/>
                <a:cs typeface="Times New Roman"/>
              </a:rPr>
              <a:t>FIFO</a:t>
            </a:r>
            <a:r>
              <a:rPr lang="en-US" sz="1700" b="1" spc="-2" dirty="0">
                <a:latin typeface="Times New Roman"/>
                <a:cs typeface="Times New Roman"/>
              </a:rPr>
              <a:t> </a:t>
            </a:r>
            <a:r>
              <a:rPr lang="en-US" sz="1700" b="1" spc="-7" dirty="0">
                <a:latin typeface="Times New Roman"/>
                <a:cs typeface="Times New Roman"/>
              </a:rPr>
              <a:t>re</a:t>
            </a:r>
            <a:r>
              <a:rPr lang="en-US" sz="1700" b="1" dirty="0">
                <a:latin typeface="Times New Roman"/>
                <a:cs typeface="Times New Roman"/>
              </a:rPr>
              <a:t>p</a:t>
            </a:r>
            <a:r>
              <a:rPr lang="en-US" sz="1700" b="1" spc="-2" dirty="0">
                <a:latin typeface="Times New Roman"/>
                <a:cs typeface="Times New Roman"/>
              </a:rPr>
              <a:t>lace</a:t>
            </a:r>
            <a:r>
              <a:rPr lang="en-US" sz="1700" b="1" spc="2" dirty="0">
                <a:latin typeface="Times New Roman"/>
                <a:cs typeface="Times New Roman"/>
              </a:rPr>
              <a:t>m</a:t>
            </a:r>
            <a:r>
              <a:rPr lang="en-US" sz="1700" b="1" spc="-7" dirty="0">
                <a:latin typeface="Times New Roman"/>
                <a:cs typeface="Times New Roman"/>
              </a:rPr>
              <a:t>e</a:t>
            </a:r>
            <a:r>
              <a:rPr lang="en-US" sz="1700" b="1" dirty="0">
                <a:latin typeface="Times New Roman"/>
                <a:cs typeface="Times New Roman"/>
              </a:rPr>
              <a:t>nt </a:t>
            </a:r>
            <a:r>
              <a:rPr lang="en-US" sz="1700" b="1" spc="-7" dirty="0">
                <a:latin typeface="Times New Roman"/>
                <a:cs typeface="Times New Roman"/>
              </a:rPr>
              <a:t>po</a:t>
            </a:r>
            <a:r>
              <a:rPr lang="en-US" sz="1700" b="1" spc="-2" dirty="0">
                <a:latin typeface="Times New Roman"/>
                <a:cs typeface="Times New Roman"/>
              </a:rPr>
              <a:t>licy</a:t>
            </a:r>
            <a:r>
              <a:rPr lang="en-US" sz="1700" dirty="0">
                <a:latin typeface="Times New Roman"/>
                <a:cs typeface="Times New Roman"/>
              </a:rPr>
              <a:t>.</a:t>
            </a:r>
          </a:p>
        </p:txBody>
      </p:sp>
    </p:spTree>
    <p:extLst>
      <p:ext uri="{BB962C8B-B14F-4D97-AF65-F5344CB8AC3E}">
        <p14:creationId xmlns:p14="http://schemas.microsoft.com/office/powerpoint/2010/main" val="2667289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B00D9-2754-9A5A-06A9-5BC75A1CF59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9FBC72D-7AE1-1CCD-1BB6-6F436BD8ED98}"/>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377DE803-5863-A2E1-0EA2-9A8F463959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7EAEA1CC-BDFE-3B39-677D-66455956FE5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434362FD-976D-16C5-6CF1-3598198523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p:cNvSpPr txBox="1"/>
          <p:nvPr/>
        </p:nvSpPr>
        <p:spPr>
          <a:xfrm>
            <a:off x="990600" y="742950"/>
            <a:ext cx="7010400" cy="3400931"/>
          </a:xfrm>
          <a:prstGeom prst="rect">
            <a:avLst/>
          </a:prstGeom>
        </p:spPr>
        <p:txBody>
          <a:bodyPr vert="horz" wrap="square" lIns="0" tIns="0" rIns="0" bIns="0" rtlCol="0">
            <a:spAutoFit/>
          </a:bodyPr>
          <a:lstStyle/>
          <a:p>
            <a:pPr marL="6109"/>
            <a:r>
              <a:rPr sz="1700" b="1" dirty="0">
                <a:latin typeface="Times New Roman"/>
                <a:cs typeface="Times New Roman"/>
              </a:rPr>
              <a:t>2.  </a:t>
            </a:r>
            <a:r>
              <a:rPr sz="1700" b="1" spc="-2" dirty="0">
                <a:latin typeface="Times New Roman"/>
                <a:cs typeface="Times New Roman"/>
              </a:rPr>
              <a:t> </a:t>
            </a:r>
            <a:r>
              <a:rPr sz="1700" b="1" spc="-5" dirty="0">
                <a:latin typeface="Times New Roman"/>
                <a:cs typeface="Times New Roman"/>
              </a:rPr>
              <a:t>L</a:t>
            </a:r>
            <a:r>
              <a:rPr sz="1700" b="1" spc="-2" dirty="0">
                <a:latin typeface="Times New Roman"/>
                <a:cs typeface="Times New Roman"/>
              </a:rPr>
              <a:t>R</a:t>
            </a:r>
            <a:r>
              <a:rPr sz="1700" b="1" dirty="0">
                <a:latin typeface="Times New Roman"/>
                <a:cs typeface="Times New Roman"/>
              </a:rPr>
              <a:t>U</a:t>
            </a:r>
            <a:r>
              <a:rPr sz="1700" b="1" spc="-2" dirty="0">
                <a:latin typeface="Times New Roman"/>
                <a:cs typeface="Times New Roman"/>
              </a:rPr>
              <a:t> </a:t>
            </a:r>
            <a:r>
              <a:rPr sz="1700" b="1" spc="-5" dirty="0">
                <a:latin typeface="Times New Roman"/>
                <a:cs typeface="Times New Roman"/>
              </a:rPr>
              <a:t>(L</a:t>
            </a:r>
            <a:r>
              <a:rPr sz="1700" b="1" spc="-7" dirty="0">
                <a:latin typeface="Times New Roman"/>
                <a:cs typeface="Times New Roman"/>
              </a:rPr>
              <a:t>e</a:t>
            </a:r>
            <a:r>
              <a:rPr sz="1700" b="1" dirty="0">
                <a:latin typeface="Times New Roman"/>
                <a:cs typeface="Times New Roman"/>
              </a:rPr>
              <a:t>ast</a:t>
            </a:r>
            <a:r>
              <a:rPr sz="1700" b="1" spc="-2" dirty="0">
                <a:latin typeface="Times New Roman"/>
                <a:cs typeface="Times New Roman"/>
              </a:rPr>
              <a:t> Re</a:t>
            </a:r>
            <a:r>
              <a:rPr sz="1700" b="1" spc="-7" dirty="0">
                <a:latin typeface="Times New Roman"/>
                <a:cs typeface="Times New Roman"/>
              </a:rPr>
              <a:t>ce</a:t>
            </a:r>
            <a:r>
              <a:rPr sz="1700" b="1" dirty="0">
                <a:latin typeface="Times New Roman"/>
                <a:cs typeface="Times New Roman"/>
              </a:rPr>
              <a:t>n</a:t>
            </a:r>
            <a:r>
              <a:rPr sz="1700" b="1" spc="-2" dirty="0">
                <a:latin typeface="Times New Roman"/>
                <a:cs typeface="Times New Roman"/>
              </a:rPr>
              <a:t>tly</a:t>
            </a:r>
            <a:r>
              <a:rPr sz="1700" b="1" dirty="0">
                <a:latin typeface="Times New Roman"/>
                <a:cs typeface="Times New Roman"/>
              </a:rPr>
              <a:t> </a:t>
            </a:r>
            <a:r>
              <a:rPr sz="1700" b="1" spc="2" dirty="0">
                <a:latin typeface="Times New Roman"/>
                <a:cs typeface="Times New Roman"/>
              </a:rPr>
              <a:t>U</a:t>
            </a:r>
            <a:r>
              <a:rPr sz="1700" b="1" spc="-2" dirty="0">
                <a:latin typeface="Times New Roman"/>
                <a:cs typeface="Times New Roman"/>
              </a:rPr>
              <a:t>se</a:t>
            </a:r>
            <a:r>
              <a:rPr sz="1700" b="1" dirty="0">
                <a:latin typeface="Times New Roman"/>
                <a:cs typeface="Times New Roman"/>
              </a:rPr>
              <a:t>d)</a:t>
            </a:r>
            <a:endParaRPr lang="en-US" sz="1700" b="1" dirty="0">
              <a:latin typeface="Times New Roman"/>
              <a:cs typeface="Times New Roman"/>
            </a:endParaRPr>
          </a:p>
          <a:p>
            <a:pPr marL="6109"/>
            <a:endParaRPr sz="1700" dirty="0">
              <a:latin typeface="Times New Roman"/>
              <a:cs typeface="Times New Roman"/>
            </a:endParaRPr>
          </a:p>
          <a:p>
            <a:pPr marL="115760" marR="3360" indent="-109651">
              <a:spcBef>
                <a:spcPts val="31"/>
              </a:spcBef>
              <a:buSzPct val="83333"/>
              <a:buFont typeface="Symbol"/>
              <a:buChar char=""/>
              <a:tabLst>
                <a:tab pos="116065" algn="l"/>
              </a:tabLst>
            </a:pPr>
            <a:r>
              <a:rPr sz="1700" spc="-5" dirty="0">
                <a:latin typeface="Times New Roman"/>
                <a:cs typeface="Times New Roman"/>
              </a:rPr>
              <a:t>The</a:t>
            </a:r>
            <a:r>
              <a:rPr sz="1700" spc="-10"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5" dirty="0">
                <a:latin typeface="Times New Roman"/>
                <a:cs typeface="Times New Roman"/>
              </a:rPr>
              <a:t>ge </a:t>
            </a:r>
            <a:r>
              <a:rPr sz="1700" spc="-7" dirty="0">
                <a:latin typeface="Times New Roman"/>
                <a:cs typeface="Times New Roman"/>
              </a:rPr>
              <a:t>whic</a:t>
            </a:r>
            <a:r>
              <a:rPr sz="1700" dirty="0">
                <a:latin typeface="Times New Roman"/>
                <a:cs typeface="Times New Roman"/>
              </a:rPr>
              <a:t>h </a:t>
            </a:r>
            <a:r>
              <a:rPr sz="1700" spc="-2" dirty="0">
                <a:latin typeface="Times New Roman"/>
                <a:cs typeface="Times New Roman"/>
              </a:rPr>
              <a:t>w</a:t>
            </a:r>
            <a:r>
              <a:rPr sz="1700" spc="-5" dirty="0">
                <a:latin typeface="Times New Roman"/>
                <a:cs typeface="Times New Roman"/>
              </a:rPr>
              <a:t>a</a:t>
            </a:r>
            <a:r>
              <a:rPr sz="1700" dirty="0">
                <a:latin typeface="Times New Roman"/>
                <a:cs typeface="Times New Roman"/>
              </a:rPr>
              <a:t>s</a:t>
            </a:r>
            <a:r>
              <a:rPr sz="1700" spc="-7" dirty="0">
                <a:latin typeface="Times New Roman"/>
                <a:cs typeface="Times New Roman"/>
              </a:rPr>
              <a:t> </a:t>
            </a:r>
            <a:r>
              <a:rPr sz="1700" spc="-5" dirty="0">
                <a:latin typeface="Times New Roman"/>
                <a:cs typeface="Times New Roman"/>
              </a:rPr>
              <a:t>not</a:t>
            </a:r>
            <a:r>
              <a:rPr sz="1700" spc="2"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7" dirty="0">
                <a:latin typeface="Times New Roman"/>
                <a:cs typeface="Times New Roman"/>
              </a:rPr>
              <a:t> </a:t>
            </a:r>
            <a:r>
              <a:rPr sz="1700" dirty="0">
                <a:latin typeface="Times New Roman"/>
                <a:cs typeface="Times New Roman"/>
              </a:rPr>
              <a:t>for</a:t>
            </a:r>
            <a:r>
              <a:rPr sz="1700" spc="-10"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10" dirty="0">
                <a:latin typeface="Times New Roman"/>
                <a:cs typeface="Times New Roman"/>
              </a:rPr>
              <a:t> </a:t>
            </a:r>
            <a:r>
              <a:rPr sz="1700" spc="-2" dirty="0">
                <a:latin typeface="Times New Roman"/>
                <a:cs typeface="Times New Roman"/>
              </a:rPr>
              <a:t>la</a:t>
            </a:r>
            <a:r>
              <a:rPr sz="1700" spc="-7" dirty="0">
                <a:latin typeface="Times New Roman"/>
                <a:cs typeface="Times New Roman"/>
              </a:rPr>
              <a:t>r</a:t>
            </a:r>
            <a:r>
              <a:rPr sz="1700" spc="5" dirty="0">
                <a:latin typeface="Times New Roman"/>
                <a:cs typeface="Times New Roman"/>
              </a:rPr>
              <a:t>g</a:t>
            </a:r>
            <a:r>
              <a:rPr sz="1700" spc="-5" dirty="0">
                <a:latin typeface="Times New Roman"/>
                <a:cs typeface="Times New Roman"/>
              </a:rPr>
              <a:t>es</a:t>
            </a:r>
            <a:r>
              <a:rPr sz="1700" spc="-2" dirty="0">
                <a:latin typeface="Times New Roman"/>
                <a:cs typeface="Times New Roman"/>
              </a:rPr>
              <a:t>t</a:t>
            </a:r>
            <a:r>
              <a:rPr sz="1700" spc="-5" dirty="0">
                <a:latin typeface="Times New Roman"/>
                <a:cs typeface="Times New Roman"/>
              </a:rPr>
              <a:t> p</a:t>
            </a:r>
            <a:r>
              <a:rPr sz="1700" spc="-7" dirty="0">
                <a:latin typeface="Times New Roman"/>
                <a:cs typeface="Times New Roman"/>
              </a:rPr>
              <a:t>e</a:t>
            </a:r>
            <a:r>
              <a:rPr sz="1700" spc="-2" dirty="0">
                <a:latin typeface="Times New Roman"/>
                <a:cs typeface="Times New Roman"/>
              </a:rPr>
              <a:t>rio</a:t>
            </a:r>
            <a:r>
              <a:rPr sz="1700" dirty="0">
                <a:latin typeface="Times New Roman"/>
                <a:cs typeface="Times New Roman"/>
              </a:rPr>
              <a:t>d</a:t>
            </a:r>
            <a:r>
              <a:rPr sz="1700" spc="-7"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5" dirty="0">
                <a:latin typeface="Times New Roman"/>
                <a:cs typeface="Times New Roman"/>
              </a:rPr>
              <a:t>time</a:t>
            </a:r>
            <a:r>
              <a:rPr sz="1700" spc="-7" dirty="0">
                <a:latin typeface="Times New Roman"/>
                <a:cs typeface="Times New Roman"/>
              </a:rPr>
              <a:t> </a:t>
            </a:r>
            <a:r>
              <a:rPr sz="1700" spc="-2" dirty="0">
                <a:latin typeface="Times New Roman"/>
                <a:cs typeface="Times New Roman"/>
              </a:rPr>
              <a:t>in</a:t>
            </a:r>
            <a:r>
              <a:rPr sz="1700" spc="-5"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p</a:t>
            </a:r>
            <a:r>
              <a:rPr sz="1700" spc="-5" dirty="0">
                <a:latin typeface="Times New Roman"/>
                <a:cs typeface="Times New Roman"/>
              </a:rPr>
              <a:t>as</a:t>
            </a:r>
            <a:r>
              <a:rPr sz="1700" spc="-2" dirty="0">
                <a:latin typeface="Times New Roman"/>
                <a:cs typeface="Times New Roman"/>
              </a:rPr>
              <a:t>t</a:t>
            </a:r>
            <a:r>
              <a:rPr sz="1700" spc="-5" dirty="0">
                <a:latin typeface="Times New Roman"/>
                <a:cs typeface="Times New Roman"/>
              </a:rPr>
              <a:t> </a:t>
            </a:r>
            <a:r>
              <a:rPr sz="1700" spc="-7" dirty="0">
                <a:latin typeface="Times New Roman"/>
                <a:cs typeface="Times New Roman"/>
              </a:rPr>
              <a:t>wil</a:t>
            </a:r>
            <a:r>
              <a:rPr sz="1700" spc="-2" dirty="0">
                <a:latin typeface="Times New Roman"/>
                <a:cs typeface="Times New Roman"/>
              </a:rPr>
              <a:t>l</a:t>
            </a:r>
            <a:r>
              <a:rPr sz="1700" spc="-5" dirty="0">
                <a:latin typeface="Times New Roman"/>
                <a:cs typeface="Times New Roman"/>
              </a:rPr>
              <a:t> g</a:t>
            </a:r>
            <a:r>
              <a:rPr sz="1700" spc="-7" dirty="0">
                <a:latin typeface="Times New Roman"/>
                <a:cs typeface="Times New Roman"/>
              </a:rPr>
              <a:t>e</a:t>
            </a:r>
            <a:r>
              <a:rPr sz="1700" spc="-2" dirty="0">
                <a:latin typeface="Times New Roman"/>
                <a:cs typeface="Times New Roman"/>
              </a:rPr>
              <a:t>t</a:t>
            </a:r>
            <a:r>
              <a:rPr sz="1700" spc="-5"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por</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fi</a:t>
            </a:r>
            <a:r>
              <a:rPr sz="1700" spc="-5" dirty="0">
                <a:latin typeface="Times New Roman"/>
                <a:cs typeface="Times New Roman"/>
              </a:rPr>
              <a:t>rst.</a:t>
            </a:r>
            <a:endParaRPr sz="1700" dirty="0">
              <a:latin typeface="Times New Roman"/>
              <a:cs typeface="Times New Roman"/>
            </a:endParaRPr>
          </a:p>
          <a:p>
            <a:pPr marL="115760" marR="2443" indent="-109651">
              <a:buSzPct val="83333"/>
              <a:buFont typeface="Symbol"/>
              <a:buChar char=""/>
              <a:tabLst>
                <a:tab pos="116065" algn="l"/>
              </a:tabLst>
            </a:pPr>
            <a:r>
              <a:rPr sz="1700" spc="-10" dirty="0">
                <a:latin typeface="Times New Roman"/>
                <a:cs typeface="Times New Roman"/>
              </a:rPr>
              <a:t>W</a:t>
            </a:r>
            <a:r>
              <a:rPr sz="1700" spc="-5" dirty="0">
                <a:latin typeface="Times New Roman"/>
                <a:cs typeface="Times New Roman"/>
              </a:rPr>
              <a:t>e</a:t>
            </a:r>
            <a:r>
              <a:rPr sz="1700" dirty="0">
                <a:latin typeface="Times New Roman"/>
                <a:cs typeface="Times New Roman"/>
              </a:rPr>
              <a:t> </a:t>
            </a:r>
            <a:r>
              <a:rPr sz="1700" spc="-63" dirty="0">
                <a:latin typeface="Times New Roman"/>
                <a:cs typeface="Times New Roman"/>
              </a:rPr>
              <a:t> </a:t>
            </a:r>
            <a:r>
              <a:rPr sz="1700" spc="-7" dirty="0">
                <a:latin typeface="Times New Roman"/>
                <a:cs typeface="Times New Roman"/>
              </a:rPr>
              <a:t>ca</a:t>
            </a:r>
            <a:r>
              <a:rPr sz="1700" dirty="0">
                <a:latin typeface="Times New Roman"/>
                <a:cs typeface="Times New Roman"/>
              </a:rPr>
              <a:t>n </a:t>
            </a:r>
            <a:r>
              <a:rPr sz="1700" spc="-60" dirty="0">
                <a:latin typeface="Times New Roman"/>
                <a:cs typeface="Times New Roman"/>
              </a:rPr>
              <a:t> </a:t>
            </a:r>
            <a:r>
              <a:rPr sz="1700" spc="-2" dirty="0">
                <a:latin typeface="Times New Roman"/>
                <a:cs typeface="Times New Roman"/>
              </a:rPr>
              <a:t>thi</a:t>
            </a:r>
            <a:r>
              <a:rPr sz="1700" dirty="0">
                <a:latin typeface="Times New Roman"/>
                <a:cs typeface="Times New Roman"/>
              </a:rPr>
              <a:t>nk </a:t>
            </a:r>
            <a:r>
              <a:rPr sz="1700" spc="-60" dirty="0">
                <a:latin typeface="Times New Roman"/>
                <a:cs typeface="Times New Roman"/>
              </a:rPr>
              <a:t> </a:t>
            </a:r>
            <a:r>
              <a:rPr sz="1700" dirty="0">
                <a:latin typeface="Times New Roman"/>
                <a:cs typeface="Times New Roman"/>
              </a:rPr>
              <a:t>of </a:t>
            </a:r>
            <a:r>
              <a:rPr sz="1700" spc="-60" dirty="0">
                <a:latin typeface="Times New Roman"/>
                <a:cs typeface="Times New Roman"/>
              </a:rPr>
              <a:t> </a:t>
            </a:r>
            <a:r>
              <a:rPr sz="1700" spc="-2" dirty="0">
                <a:latin typeface="Times New Roman"/>
                <a:cs typeface="Times New Roman"/>
              </a:rPr>
              <a:t>thi</a:t>
            </a:r>
            <a:r>
              <a:rPr sz="1700" dirty="0">
                <a:latin typeface="Times New Roman"/>
                <a:cs typeface="Times New Roman"/>
              </a:rPr>
              <a:t>s </a:t>
            </a:r>
            <a:r>
              <a:rPr sz="1700" spc="-60" dirty="0">
                <a:latin typeface="Times New Roman"/>
                <a:cs typeface="Times New Roman"/>
              </a:rPr>
              <a:t> </a:t>
            </a:r>
            <a:r>
              <a:rPr sz="1700" spc="-5" dirty="0">
                <a:latin typeface="Times New Roman"/>
                <a:cs typeface="Times New Roman"/>
              </a:rPr>
              <a:t>strategy</a:t>
            </a:r>
            <a:r>
              <a:rPr sz="1700" dirty="0">
                <a:latin typeface="Times New Roman"/>
                <a:cs typeface="Times New Roman"/>
              </a:rPr>
              <a:t> </a:t>
            </a:r>
            <a:r>
              <a:rPr sz="1700" spc="-60" dirty="0">
                <a:latin typeface="Times New Roman"/>
                <a:cs typeface="Times New Roman"/>
              </a:rPr>
              <a:t> </a:t>
            </a:r>
            <a:r>
              <a:rPr sz="1700" spc="-7" dirty="0">
                <a:latin typeface="Times New Roman"/>
                <a:cs typeface="Times New Roman"/>
              </a:rPr>
              <a:t>a</a:t>
            </a:r>
            <a:r>
              <a:rPr sz="1700" dirty="0">
                <a:latin typeface="Times New Roman"/>
                <a:cs typeface="Times New Roman"/>
              </a:rPr>
              <a:t>s </a:t>
            </a:r>
            <a:r>
              <a:rPr sz="1700" spc="-60"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60" dirty="0">
                <a:latin typeface="Times New Roman"/>
                <a:cs typeface="Times New Roman"/>
              </a:rPr>
              <a:t> </a:t>
            </a:r>
            <a:r>
              <a:rPr sz="1700" spc="-5" dirty="0">
                <a:latin typeface="Times New Roman"/>
                <a:cs typeface="Times New Roman"/>
              </a:rPr>
              <a:t>optimal</a:t>
            </a:r>
            <a:r>
              <a:rPr sz="1700" dirty="0">
                <a:latin typeface="Times New Roman"/>
                <a:cs typeface="Times New Roman"/>
              </a:rPr>
              <a:t> </a:t>
            </a:r>
            <a:r>
              <a:rPr sz="1700" spc="-60" dirty="0">
                <a:latin typeface="Times New Roman"/>
                <a:cs typeface="Times New Roman"/>
              </a:rPr>
              <a:t> </a:t>
            </a:r>
            <a:r>
              <a:rPr sz="1700" spc="-7" dirty="0">
                <a:latin typeface="Times New Roman"/>
                <a:cs typeface="Times New Roman"/>
              </a:rPr>
              <a:t>ca</a:t>
            </a:r>
            <a:r>
              <a:rPr sz="1700" spc="-2" dirty="0">
                <a:latin typeface="Times New Roman"/>
                <a:cs typeface="Times New Roman"/>
              </a:rPr>
              <a:t>c</a:t>
            </a:r>
            <a:r>
              <a:rPr sz="1700" spc="-5" dirty="0">
                <a:latin typeface="Times New Roman"/>
                <a:cs typeface="Times New Roman"/>
              </a:rPr>
              <a:t>h</a:t>
            </a:r>
            <a:r>
              <a:rPr sz="1700" dirty="0">
                <a:latin typeface="Times New Roman"/>
                <a:cs typeface="Times New Roman"/>
              </a:rPr>
              <a:t>e- </a:t>
            </a:r>
            <a:r>
              <a:rPr sz="1700" spc="-6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pla</a:t>
            </a:r>
            <a:r>
              <a:rPr sz="1700" spc="-7" dirty="0">
                <a:latin typeface="Times New Roman"/>
                <a:cs typeface="Times New Roman"/>
              </a:rPr>
              <a:t>ce</a:t>
            </a:r>
            <a:r>
              <a:rPr sz="1700" spc="-5" dirty="0">
                <a:latin typeface="Times New Roman"/>
                <a:cs typeface="Times New Roman"/>
              </a:rPr>
              <a:t>ment</a:t>
            </a:r>
            <a:r>
              <a:rPr sz="1700" dirty="0">
                <a:latin typeface="Times New Roman"/>
                <a:cs typeface="Times New Roman"/>
              </a:rPr>
              <a:t> </a:t>
            </a:r>
            <a:r>
              <a:rPr sz="1700" spc="-60" dirty="0">
                <a:latin typeface="Times New Roman"/>
                <a:cs typeface="Times New Roman"/>
              </a:rPr>
              <a:t> </a:t>
            </a:r>
            <a:r>
              <a:rPr sz="1700" spc="-7" dirty="0">
                <a:latin typeface="Times New Roman"/>
                <a:cs typeface="Times New Roman"/>
              </a:rPr>
              <a:t>a</a:t>
            </a:r>
            <a:r>
              <a:rPr sz="1700" spc="-2" dirty="0">
                <a:latin typeface="Times New Roman"/>
                <a:cs typeface="Times New Roman"/>
              </a:rPr>
              <a:t>lg</a:t>
            </a:r>
            <a:r>
              <a:rPr sz="1700" dirty="0">
                <a:latin typeface="Times New Roman"/>
                <a:cs typeface="Times New Roman"/>
              </a:rPr>
              <a:t>o</a:t>
            </a:r>
            <a:r>
              <a:rPr sz="1700" spc="-5" dirty="0">
                <a:latin typeface="Times New Roman"/>
                <a:cs typeface="Times New Roman"/>
              </a:rPr>
              <a:t>rithm</a:t>
            </a:r>
            <a:r>
              <a:rPr sz="1700" dirty="0">
                <a:latin typeface="Times New Roman"/>
                <a:cs typeface="Times New Roman"/>
              </a:rPr>
              <a:t> </a:t>
            </a:r>
            <a:r>
              <a:rPr sz="1700" spc="-58" dirty="0">
                <a:latin typeface="Times New Roman"/>
                <a:cs typeface="Times New Roman"/>
              </a:rPr>
              <a:t> </a:t>
            </a:r>
            <a:r>
              <a:rPr sz="1700" spc="-2" dirty="0">
                <a:latin typeface="Times New Roman"/>
                <a:cs typeface="Times New Roman"/>
              </a:rPr>
              <a:t>looki</a:t>
            </a:r>
            <a:r>
              <a:rPr sz="1700" dirty="0">
                <a:latin typeface="Times New Roman"/>
                <a:cs typeface="Times New Roman"/>
              </a:rPr>
              <a:t>ng </a:t>
            </a:r>
            <a:r>
              <a:rPr sz="1700" spc="-5" dirty="0">
                <a:latin typeface="Times New Roman"/>
                <a:cs typeface="Times New Roman"/>
              </a:rPr>
              <a:t>b</a:t>
            </a:r>
            <a:r>
              <a:rPr sz="1700" spc="-7" dirty="0">
                <a:latin typeface="Times New Roman"/>
                <a:cs typeface="Times New Roman"/>
              </a:rPr>
              <a:t>ac</a:t>
            </a:r>
            <a:r>
              <a:rPr sz="1700" dirty="0">
                <a:latin typeface="Times New Roman"/>
                <a:cs typeface="Times New Roman"/>
              </a:rPr>
              <a:t>kward </a:t>
            </a:r>
            <a:r>
              <a:rPr sz="1700" spc="-2" dirty="0">
                <a:latin typeface="Times New Roman"/>
                <a:cs typeface="Times New Roman"/>
              </a:rPr>
              <a:t>in time, </a:t>
            </a:r>
            <a:r>
              <a:rPr sz="1700" spc="-5" dirty="0">
                <a:latin typeface="Times New Roman"/>
                <a:cs typeface="Times New Roman"/>
              </a:rPr>
              <a:t>r</a:t>
            </a:r>
            <a:r>
              <a:rPr sz="1700" spc="-7" dirty="0">
                <a:latin typeface="Times New Roman"/>
                <a:cs typeface="Times New Roman"/>
              </a:rPr>
              <a:t>a</a:t>
            </a:r>
            <a:r>
              <a:rPr sz="1700" spc="-2" dirty="0">
                <a:latin typeface="Times New Roman"/>
                <a:cs typeface="Times New Roman"/>
              </a:rPr>
              <a:t>ther</a:t>
            </a:r>
            <a:r>
              <a:rPr sz="1700" dirty="0">
                <a:latin typeface="Times New Roman"/>
                <a:cs typeface="Times New Roman"/>
              </a:rPr>
              <a:t> </a:t>
            </a:r>
            <a:r>
              <a:rPr sz="1700" spc="-5" dirty="0">
                <a:latin typeface="Times New Roman"/>
                <a:cs typeface="Times New Roman"/>
              </a:rPr>
              <a:t>than</a:t>
            </a:r>
            <a:r>
              <a:rPr sz="1700" spc="-2" dirty="0">
                <a:latin typeface="Times New Roman"/>
                <a:cs typeface="Times New Roman"/>
              </a:rPr>
              <a:t> </a:t>
            </a:r>
            <a:r>
              <a:rPr sz="1700" spc="-5" dirty="0">
                <a:latin typeface="Times New Roman"/>
                <a:cs typeface="Times New Roman"/>
              </a:rPr>
              <a:t>f</a:t>
            </a:r>
            <a:r>
              <a:rPr sz="1700" dirty="0">
                <a:latin typeface="Times New Roman"/>
                <a:cs typeface="Times New Roman"/>
              </a:rPr>
              <a:t>or</a:t>
            </a:r>
            <a:r>
              <a:rPr sz="1700" spc="-5" dirty="0">
                <a:latin typeface="Times New Roman"/>
                <a:cs typeface="Times New Roman"/>
              </a:rPr>
              <a:t>w</a:t>
            </a:r>
            <a:r>
              <a:rPr sz="1700" spc="-2" dirty="0">
                <a:latin typeface="Times New Roman"/>
                <a:cs typeface="Times New Roman"/>
              </a:rPr>
              <a:t>a</a:t>
            </a:r>
            <a:r>
              <a:rPr sz="1700" dirty="0">
                <a:latin typeface="Times New Roman"/>
                <a:cs typeface="Times New Roman"/>
              </a:rPr>
              <a:t>rd.</a:t>
            </a:r>
          </a:p>
          <a:p>
            <a:pPr marL="115760" indent="-109651">
              <a:buSzPct val="83333"/>
              <a:buFont typeface="Symbol"/>
              <a:buChar char=""/>
              <a:tabLst>
                <a:tab pos="116065" algn="l"/>
              </a:tabLst>
            </a:pPr>
            <a:r>
              <a:rPr sz="1700" dirty="0">
                <a:latin typeface="Times New Roman"/>
                <a:cs typeface="Times New Roman"/>
              </a:rPr>
              <a:t>LRU</a:t>
            </a:r>
            <a:r>
              <a:rPr sz="1700" spc="-2" dirty="0">
                <a:latin typeface="Times New Roman"/>
                <a:cs typeface="Times New Roman"/>
              </a:rPr>
              <a:t> is</a:t>
            </a:r>
            <a:r>
              <a:rPr sz="1700" dirty="0">
                <a:latin typeface="Times New Roman"/>
                <a:cs typeface="Times New Roman"/>
              </a:rPr>
              <a:t> </a:t>
            </a:r>
            <a:r>
              <a:rPr sz="1700" spc="-5" dirty="0">
                <a:latin typeface="Times New Roman"/>
                <a:cs typeface="Times New Roman"/>
              </a:rPr>
              <a:t>much</a:t>
            </a:r>
            <a:r>
              <a:rPr sz="1700" spc="-2" dirty="0">
                <a:latin typeface="Times New Roman"/>
                <a:cs typeface="Times New Roman"/>
              </a:rPr>
              <a:t> </a:t>
            </a:r>
            <a:r>
              <a:rPr sz="1700" spc="-5" dirty="0">
                <a:latin typeface="Times New Roman"/>
                <a:cs typeface="Times New Roman"/>
              </a:rPr>
              <a:t>b</a:t>
            </a:r>
            <a:r>
              <a:rPr sz="1700" spc="-10" dirty="0">
                <a:latin typeface="Times New Roman"/>
                <a:cs typeface="Times New Roman"/>
              </a:rPr>
              <a:t>e</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th</a:t>
            </a:r>
            <a:r>
              <a:rPr sz="1700" spc="-10" dirty="0">
                <a:latin typeface="Times New Roman"/>
                <a:cs typeface="Times New Roman"/>
              </a:rPr>
              <a:t>a</a:t>
            </a:r>
            <a:r>
              <a:rPr sz="1700" dirty="0">
                <a:latin typeface="Times New Roman"/>
                <a:cs typeface="Times New Roman"/>
              </a:rPr>
              <a:t>n</a:t>
            </a:r>
            <a:r>
              <a:rPr sz="1700" spc="5" dirty="0">
                <a:latin typeface="Times New Roman"/>
                <a:cs typeface="Times New Roman"/>
              </a:rPr>
              <a:t> </a:t>
            </a:r>
            <a:r>
              <a:rPr sz="1700" dirty="0">
                <a:latin typeface="Times New Roman"/>
                <a:cs typeface="Times New Roman"/>
              </a:rPr>
              <a:t>FI</a:t>
            </a:r>
            <a:r>
              <a:rPr sz="1700" spc="-7" dirty="0">
                <a:latin typeface="Times New Roman"/>
                <a:cs typeface="Times New Roman"/>
              </a:rPr>
              <a:t>F</a:t>
            </a:r>
            <a:r>
              <a:rPr sz="1700" dirty="0">
                <a:latin typeface="Times New Roman"/>
                <a:cs typeface="Times New Roman"/>
              </a:rPr>
              <a:t>O</a:t>
            </a:r>
            <a:r>
              <a:rPr sz="1700" spc="-2" dirty="0">
                <a:latin typeface="Times New Roman"/>
                <a:cs typeface="Times New Roman"/>
              </a:rPr>
              <a:t> </a:t>
            </a:r>
            <a:r>
              <a:rPr sz="1700" spc="-5" dirty="0">
                <a:latin typeface="Times New Roman"/>
                <a:cs typeface="Times New Roman"/>
              </a:rPr>
              <a:t>r</a:t>
            </a:r>
            <a:r>
              <a:rPr sz="1700" spc="-7" dirty="0">
                <a:latin typeface="Times New Roman"/>
                <a:cs typeface="Times New Roman"/>
              </a:rPr>
              <a:t>e</a:t>
            </a:r>
            <a:r>
              <a:rPr sz="1700" spc="-5" dirty="0">
                <a:latin typeface="Times New Roman"/>
                <a:cs typeface="Times New Roman"/>
              </a:rPr>
              <a:t>p</a:t>
            </a:r>
            <a:r>
              <a:rPr sz="1700" dirty="0">
                <a:latin typeface="Times New Roman"/>
                <a:cs typeface="Times New Roman"/>
              </a:rPr>
              <a:t>l</a:t>
            </a:r>
            <a:r>
              <a:rPr sz="1700" spc="-7" dirty="0">
                <a:latin typeface="Times New Roman"/>
                <a:cs typeface="Times New Roman"/>
              </a:rPr>
              <a:t>ace</a:t>
            </a:r>
            <a:r>
              <a:rPr sz="1700" dirty="0">
                <a:latin typeface="Times New Roman"/>
                <a:cs typeface="Times New Roman"/>
              </a:rPr>
              <a:t>m</a:t>
            </a:r>
            <a:r>
              <a:rPr sz="1700" spc="-7" dirty="0">
                <a:latin typeface="Times New Roman"/>
                <a:cs typeface="Times New Roman"/>
              </a:rPr>
              <a:t>e</a:t>
            </a:r>
            <a:r>
              <a:rPr sz="1700" spc="-2" dirty="0">
                <a:latin typeface="Times New Roman"/>
                <a:cs typeface="Times New Roman"/>
              </a:rPr>
              <a:t>nt.</a:t>
            </a:r>
            <a:endParaRPr sz="1700" dirty="0">
              <a:latin typeface="Times New Roman"/>
              <a:cs typeface="Times New Roman"/>
            </a:endParaRPr>
          </a:p>
          <a:p>
            <a:pPr marL="115760" indent="-109651">
              <a:buSzPct val="83333"/>
              <a:buFont typeface="Symbol"/>
              <a:buChar char=""/>
              <a:tabLst>
                <a:tab pos="116065" algn="l"/>
              </a:tabLst>
            </a:pPr>
            <a:r>
              <a:rPr sz="1700" dirty="0">
                <a:latin typeface="Times New Roman"/>
                <a:cs typeface="Times New Roman"/>
              </a:rPr>
              <a:t>LRU</a:t>
            </a:r>
            <a:r>
              <a:rPr sz="1700" spc="-2" dirty="0">
                <a:latin typeface="Times New Roman"/>
                <a:cs typeface="Times New Roman"/>
              </a:rPr>
              <a:t> is</a:t>
            </a:r>
            <a:r>
              <a:rPr sz="1700" dirty="0">
                <a:latin typeface="Times New Roman"/>
                <a:cs typeface="Times New Roman"/>
              </a:rPr>
              <a:t> </a:t>
            </a:r>
            <a:r>
              <a:rPr sz="1700" spc="-7" dirty="0">
                <a:latin typeface="Times New Roman"/>
                <a:cs typeface="Times New Roman"/>
              </a:rPr>
              <a:t>a</a:t>
            </a:r>
            <a:r>
              <a:rPr sz="1700" spc="-2" dirty="0">
                <a:latin typeface="Times New Roman"/>
                <a:cs typeface="Times New Roman"/>
              </a:rPr>
              <a:t>lso </a:t>
            </a:r>
            <a:r>
              <a:rPr sz="1700" spc="-5" dirty="0">
                <a:latin typeface="Times New Roman"/>
                <a:cs typeface="Times New Roman"/>
              </a:rPr>
              <a:t>c</a:t>
            </a:r>
            <a:r>
              <a:rPr sz="1700" spc="-10" dirty="0">
                <a:latin typeface="Times New Roman"/>
                <a:cs typeface="Times New Roman"/>
              </a:rPr>
              <a:t>a</a:t>
            </a:r>
            <a:r>
              <a:rPr sz="1700" spc="-2" dirty="0">
                <a:latin typeface="Times New Roman"/>
                <a:cs typeface="Times New Roman"/>
              </a:rPr>
              <a:t>ll</a:t>
            </a:r>
            <a:r>
              <a:rPr sz="1700" spc="-7" dirty="0">
                <a:latin typeface="Times New Roman"/>
                <a:cs typeface="Times New Roman"/>
              </a:rPr>
              <a:t>e</a:t>
            </a:r>
            <a:r>
              <a:rPr sz="1700" dirty="0">
                <a:latin typeface="Times New Roman"/>
                <a:cs typeface="Times New Roman"/>
              </a:rPr>
              <a:t>d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sta</a:t>
            </a:r>
            <a:r>
              <a:rPr sz="1700" spc="-2" dirty="0">
                <a:latin typeface="Times New Roman"/>
                <a:cs typeface="Times New Roman"/>
              </a:rPr>
              <a:t>c</a:t>
            </a:r>
            <a:r>
              <a:rPr sz="1700" dirty="0">
                <a:latin typeface="Times New Roman"/>
                <a:cs typeface="Times New Roman"/>
              </a:rPr>
              <a:t>k </a:t>
            </a:r>
            <a:r>
              <a:rPr sz="1700" spc="-7" dirty="0">
                <a:latin typeface="Times New Roman"/>
                <a:cs typeface="Times New Roman"/>
              </a:rPr>
              <a:t>a</a:t>
            </a:r>
            <a:r>
              <a:rPr sz="1700" spc="-5" dirty="0">
                <a:latin typeface="Times New Roman"/>
                <a:cs typeface="Times New Roman"/>
              </a:rPr>
              <a:t>lgorithm</a:t>
            </a:r>
            <a:r>
              <a:rPr sz="1700" dirty="0">
                <a:latin typeface="Times New Roman"/>
                <a:cs typeface="Times New Roman"/>
              </a:rPr>
              <a:t> </a:t>
            </a:r>
            <a:r>
              <a:rPr sz="1700" spc="-5" dirty="0">
                <a:latin typeface="Times New Roman"/>
                <a:cs typeface="Times New Roman"/>
              </a:rPr>
              <a:t>and</a:t>
            </a:r>
            <a:r>
              <a:rPr sz="1700" spc="-2" dirty="0">
                <a:latin typeface="Times New Roman"/>
                <a:cs typeface="Times New Roman"/>
              </a:rPr>
              <a:t> </a:t>
            </a:r>
            <a:r>
              <a:rPr sz="1700" spc="-10" dirty="0">
                <a:latin typeface="Times New Roman"/>
                <a:cs typeface="Times New Roman"/>
              </a:rPr>
              <a:t>c</a:t>
            </a:r>
            <a:r>
              <a:rPr sz="1700" spc="-7" dirty="0">
                <a:latin typeface="Times New Roman"/>
                <a:cs typeface="Times New Roman"/>
              </a:rPr>
              <a:t>a</a:t>
            </a:r>
            <a:r>
              <a:rPr sz="1700" dirty="0">
                <a:latin typeface="Times New Roman"/>
                <a:cs typeface="Times New Roman"/>
              </a:rPr>
              <a:t>n </a:t>
            </a:r>
            <a:r>
              <a:rPr sz="1700" spc="-5" dirty="0">
                <a:latin typeface="Times New Roman"/>
                <a:cs typeface="Times New Roman"/>
              </a:rPr>
              <a:t>n</a:t>
            </a:r>
            <a:r>
              <a:rPr sz="1700" spc="-7" dirty="0">
                <a:latin typeface="Times New Roman"/>
                <a:cs typeface="Times New Roman"/>
              </a:rPr>
              <a:t>e</a:t>
            </a:r>
            <a:r>
              <a:rPr sz="1700" spc="5" dirty="0">
                <a:latin typeface="Times New Roman"/>
                <a:cs typeface="Times New Roman"/>
              </a:rPr>
              <a:t>v</a:t>
            </a:r>
            <a:r>
              <a:rPr sz="1700" spc="-2" dirty="0">
                <a:latin typeface="Times New Roman"/>
                <a:cs typeface="Times New Roman"/>
              </a:rPr>
              <a:t>e</a:t>
            </a:r>
            <a:r>
              <a:rPr sz="1700" dirty="0">
                <a:latin typeface="Times New Roman"/>
                <a:cs typeface="Times New Roman"/>
              </a:rPr>
              <a:t>r </a:t>
            </a:r>
            <a:r>
              <a:rPr sz="1700" spc="-10" dirty="0">
                <a:latin typeface="Times New Roman"/>
                <a:cs typeface="Times New Roman"/>
              </a:rPr>
              <a:t>e</a:t>
            </a:r>
            <a:r>
              <a:rPr sz="1700" spc="-2" dirty="0">
                <a:latin typeface="Times New Roman"/>
                <a:cs typeface="Times New Roman"/>
              </a:rPr>
              <a:t>xhibit</a:t>
            </a:r>
            <a:r>
              <a:rPr sz="1700" dirty="0">
                <a:latin typeface="Times New Roman"/>
                <a:cs typeface="Times New Roman"/>
              </a:rPr>
              <a:t> </a:t>
            </a:r>
            <a:r>
              <a:rPr sz="1700" spc="-2" dirty="0">
                <a:latin typeface="Times New Roman"/>
                <a:cs typeface="Times New Roman"/>
              </a:rPr>
              <a:t>bel</a:t>
            </a:r>
            <a:r>
              <a:rPr sz="1700" spc="-7" dirty="0">
                <a:latin typeface="Times New Roman"/>
                <a:cs typeface="Times New Roman"/>
              </a:rPr>
              <a:t>a</a:t>
            </a:r>
            <a:r>
              <a:rPr sz="1700" dirty="0">
                <a:latin typeface="Times New Roman"/>
                <a:cs typeface="Times New Roman"/>
              </a:rPr>
              <a:t>dy's</a:t>
            </a:r>
            <a:r>
              <a:rPr sz="1700" spc="-2" dirty="0">
                <a:latin typeface="Times New Roman"/>
                <a:cs typeface="Times New Roman"/>
              </a:rPr>
              <a:t> </a:t>
            </a:r>
            <a:r>
              <a:rPr sz="1700" spc="-7" dirty="0">
                <a:latin typeface="Times New Roman"/>
                <a:cs typeface="Times New Roman"/>
              </a:rPr>
              <a:t>a</a:t>
            </a:r>
            <a:r>
              <a:rPr sz="1700" spc="-5" dirty="0">
                <a:latin typeface="Times New Roman"/>
                <a:cs typeface="Times New Roman"/>
              </a:rPr>
              <a:t>n</a:t>
            </a:r>
            <a:r>
              <a:rPr sz="1700" spc="-7" dirty="0">
                <a:latin typeface="Times New Roman"/>
                <a:cs typeface="Times New Roman"/>
              </a:rPr>
              <a:t>a</a:t>
            </a:r>
            <a:r>
              <a:rPr sz="1700" spc="-5" dirty="0">
                <a:latin typeface="Times New Roman"/>
                <a:cs typeface="Times New Roman"/>
              </a:rPr>
              <a:t>mo</a:t>
            </a:r>
            <a:r>
              <a:rPr sz="1700" spc="2" dirty="0">
                <a:latin typeface="Times New Roman"/>
                <a:cs typeface="Times New Roman"/>
              </a:rPr>
              <a:t>l</a:t>
            </a:r>
            <a:r>
              <a:rPr sz="1700" dirty="0">
                <a:latin typeface="Times New Roman"/>
                <a:cs typeface="Times New Roman"/>
              </a:rPr>
              <a:t>y.</a:t>
            </a:r>
          </a:p>
          <a:p>
            <a:pPr marL="115760" marR="2443" indent="-109651">
              <a:spcBef>
                <a:spcPts val="31"/>
              </a:spcBef>
              <a:buSzPct val="83333"/>
              <a:buFont typeface="Symbol"/>
              <a:buChar char=""/>
              <a:tabLst>
                <a:tab pos="116065" algn="l"/>
              </a:tabLst>
            </a:pPr>
            <a:r>
              <a:rPr sz="1700" spc="-5" dirty="0">
                <a:latin typeface="Times New Roman"/>
                <a:cs typeface="Times New Roman"/>
              </a:rPr>
              <a:t>The</a:t>
            </a:r>
            <a:r>
              <a:rPr sz="1700" spc="-14" dirty="0">
                <a:latin typeface="Times New Roman"/>
                <a:cs typeface="Times New Roman"/>
              </a:rPr>
              <a:t> </a:t>
            </a:r>
            <a:r>
              <a:rPr sz="1700" spc="-2" dirty="0">
                <a:latin typeface="Times New Roman"/>
                <a:cs typeface="Times New Roman"/>
              </a:rPr>
              <a:t>probl</a:t>
            </a:r>
            <a:r>
              <a:rPr sz="1700" spc="-10" dirty="0">
                <a:latin typeface="Times New Roman"/>
                <a:cs typeface="Times New Roman"/>
              </a:rPr>
              <a:t>e</a:t>
            </a:r>
            <a:r>
              <a:rPr sz="1700" spc="-5" dirty="0">
                <a:latin typeface="Times New Roman"/>
                <a:cs typeface="Times New Roman"/>
              </a:rPr>
              <a:t>m</a:t>
            </a:r>
            <a:r>
              <a:rPr sz="1700" spc="-12" dirty="0">
                <a:latin typeface="Times New Roman"/>
                <a:cs typeface="Times New Roman"/>
              </a:rPr>
              <a:t> </a:t>
            </a:r>
            <a:r>
              <a:rPr sz="1700" spc="-7" dirty="0">
                <a:latin typeface="Times New Roman"/>
                <a:cs typeface="Times New Roman"/>
              </a:rPr>
              <a:t>whic</a:t>
            </a:r>
            <a:r>
              <a:rPr sz="1700" dirty="0">
                <a:latin typeface="Times New Roman"/>
                <a:cs typeface="Times New Roman"/>
              </a:rPr>
              <a:t>h</a:t>
            </a:r>
            <a:r>
              <a:rPr sz="1700" spc="-12"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5" dirty="0">
                <a:latin typeface="Times New Roman"/>
                <a:cs typeface="Times New Roman"/>
              </a:rPr>
              <a:t>most</a:t>
            </a:r>
            <a:r>
              <a:rPr sz="1700" spc="-10" dirty="0">
                <a:latin typeface="Times New Roman"/>
                <a:cs typeface="Times New Roman"/>
              </a:rPr>
              <a:t> </a:t>
            </a:r>
            <a:r>
              <a:rPr sz="1700" spc="-5" dirty="0">
                <a:latin typeface="Times New Roman"/>
                <a:cs typeface="Times New Roman"/>
              </a:rPr>
              <a:t>import</a:t>
            </a:r>
            <a:r>
              <a:rPr sz="1700" spc="-10" dirty="0">
                <a:latin typeface="Times New Roman"/>
                <a:cs typeface="Times New Roman"/>
              </a:rPr>
              <a:t>a</a:t>
            </a:r>
            <a:r>
              <a:rPr sz="1700" spc="-2" dirty="0">
                <a:latin typeface="Times New Roman"/>
                <a:cs typeface="Times New Roman"/>
              </a:rPr>
              <a:t>nt</a:t>
            </a:r>
            <a:r>
              <a:rPr sz="1700" spc="-12"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dirty="0">
                <a:latin typeface="Times New Roman"/>
                <a:cs typeface="Times New Roman"/>
              </a:rPr>
              <a:t>how</a:t>
            </a:r>
            <a:r>
              <a:rPr sz="1700" spc="-14"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7" dirty="0">
                <a:latin typeface="Times New Roman"/>
                <a:cs typeface="Times New Roman"/>
              </a:rPr>
              <a:t>i</a:t>
            </a:r>
            <a:r>
              <a:rPr sz="1700" spc="-10" dirty="0">
                <a:latin typeface="Times New Roman"/>
                <a:cs typeface="Times New Roman"/>
              </a:rPr>
              <a:t>m</a:t>
            </a:r>
            <a:r>
              <a:rPr sz="1700" spc="-5" dirty="0">
                <a:latin typeface="Times New Roman"/>
                <a:cs typeface="Times New Roman"/>
              </a:rPr>
              <a:t>plem</a:t>
            </a:r>
            <a:r>
              <a:rPr sz="1700" spc="-7" dirty="0">
                <a:latin typeface="Times New Roman"/>
                <a:cs typeface="Times New Roman"/>
              </a:rPr>
              <a:t>e</a:t>
            </a:r>
            <a:r>
              <a:rPr sz="1700" spc="-2" dirty="0">
                <a:latin typeface="Times New Roman"/>
                <a:cs typeface="Times New Roman"/>
              </a:rPr>
              <a:t>nt</a:t>
            </a:r>
            <a:r>
              <a:rPr sz="1700" spc="-12" dirty="0">
                <a:latin typeface="Times New Roman"/>
                <a:cs typeface="Times New Roman"/>
              </a:rPr>
              <a:t> </a:t>
            </a:r>
            <a:r>
              <a:rPr sz="1700" dirty="0">
                <a:latin typeface="Times New Roman"/>
                <a:cs typeface="Times New Roman"/>
              </a:rPr>
              <a:t>LRU</a:t>
            </a:r>
            <a:r>
              <a:rPr sz="1700" spc="-1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plac</a:t>
            </a:r>
            <a:r>
              <a:rPr sz="1700" spc="-7" dirty="0">
                <a:latin typeface="Times New Roman"/>
                <a:cs typeface="Times New Roman"/>
              </a:rPr>
              <a:t>e</a:t>
            </a:r>
            <a:r>
              <a:rPr sz="1700" spc="-5" dirty="0">
                <a:latin typeface="Times New Roman"/>
                <a:cs typeface="Times New Roman"/>
              </a:rPr>
              <a:t>m</a:t>
            </a:r>
            <a:r>
              <a:rPr sz="1700" spc="-2" dirty="0">
                <a:latin typeface="Times New Roman"/>
                <a:cs typeface="Times New Roman"/>
              </a:rPr>
              <a:t>ent.</a:t>
            </a:r>
            <a:r>
              <a:rPr sz="1700" spc="-12" dirty="0">
                <a:latin typeface="Times New Roman"/>
                <a:cs typeface="Times New Roman"/>
              </a:rPr>
              <a:t> </a:t>
            </a:r>
            <a:r>
              <a:rPr sz="1700" spc="-2" dirty="0">
                <a:latin typeface="Times New Roman"/>
                <a:cs typeface="Times New Roman"/>
              </a:rPr>
              <a:t>A</a:t>
            </a:r>
            <a:r>
              <a:rPr sz="1700" dirty="0">
                <a:latin typeface="Times New Roman"/>
                <a:cs typeface="Times New Roman"/>
              </a:rPr>
              <a:t>n</a:t>
            </a:r>
            <a:r>
              <a:rPr sz="1700" spc="-14" dirty="0">
                <a:latin typeface="Times New Roman"/>
                <a:cs typeface="Times New Roman"/>
              </a:rPr>
              <a:t> </a:t>
            </a:r>
            <a:r>
              <a:rPr sz="1700" dirty="0">
                <a:latin typeface="Times New Roman"/>
                <a:cs typeface="Times New Roman"/>
              </a:rPr>
              <a:t>LRU </a:t>
            </a:r>
            <a:r>
              <a:rPr sz="1700" spc="-5" dirty="0">
                <a:latin typeface="Times New Roman"/>
                <a:cs typeface="Times New Roman"/>
              </a:rPr>
              <a:t>p</a:t>
            </a:r>
            <a:r>
              <a:rPr sz="1700" spc="-7" dirty="0">
                <a:latin typeface="Times New Roman"/>
                <a:cs typeface="Times New Roman"/>
              </a:rPr>
              <a:t>a</a:t>
            </a:r>
            <a:r>
              <a:rPr sz="1700" spc="-5" dirty="0">
                <a:latin typeface="Times New Roman"/>
                <a:cs typeface="Times New Roman"/>
              </a:rPr>
              <a:t>ge</a:t>
            </a:r>
            <a:r>
              <a:rPr sz="1700" spc="-2" dirty="0">
                <a:latin typeface="Times New Roman"/>
                <a:cs typeface="Times New Roman"/>
              </a:rPr>
              <a:t> r</a:t>
            </a:r>
            <a:r>
              <a:rPr sz="1700" spc="-10" dirty="0">
                <a:latin typeface="Times New Roman"/>
                <a:cs typeface="Times New Roman"/>
              </a:rPr>
              <a:t>e</a:t>
            </a:r>
            <a:r>
              <a:rPr sz="1700" spc="-5" dirty="0">
                <a:latin typeface="Times New Roman"/>
                <a:cs typeface="Times New Roman"/>
              </a:rPr>
              <a:t>p</a:t>
            </a:r>
            <a:r>
              <a:rPr sz="1700" dirty="0">
                <a:latin typeface="Times New Roman"/>
                <a:cs typeface="Times New Roman"/>
              </a:rPr>
              <a:t>l</a:t>
            </a:r>
            <a:r>
              <a:rPr sz="1700" spc="-7" dirty="0">
                <a:latin typeface="Times New Roman"/>
                <a:cs typeface="Times New Roman"/>
              </a:rPr>
              <a:t>ace</a:t>
            </a:r>
            <a:r>
              <a:rPr sz="1700" dirty="0">
                <a:latin typeface="Times New Roman"/>
                <a:cs typeface="Times New Roman"/>
              </a:rPr>
              <a:t>m</a:t>
            </a:r>
            <a:r>
              <a:rPr sz="1700" spc="-7" dirty="0">
                <a:latin typeface="Times New Roman"/>
                <a:cs typeface="Times New Roman"/>
              </a:rPr>
              <a:t>e</a:t>
            </a:r>
            <a:r>
              <a:rPr sz="1700" spc="-2" dirty="0">
                <a:latin typeface="Times New Roman"/>
                <a:cs typeface="Times New Roman"/>
              </a:rPr>
              <a:t>nt</a:t>
            </a:r>
            <a:r>
              <a:rPr sz="1700" dirty="0">
                <a:latin typeface="Times New Roman"/>
                <a:cs typeface="Times New Roman"/>
              </a:rPr>
              <a:t> </a:t>
            </a:r>
            <a:r>
              <a:rPr sz="1700" spc="-5" dirty="0">
                <a:latin typeface="Times New Roman"/>
                <a:cs typeface="Times New Roman"/>
              </a:rPr>
              <a:t>algorithm</a:t>
            </a:r>
            <a:r>
              <a:rPr sz="1700" dirty="0">
                <a:latin typeface="Times New Roman"/>
                <a:cs typeface="Times New Roman"/>
              </a:rPr>
              <a:t> </a:t>
            </a:r>
            <a:r>
              <a:rPr sz="1700" spc="-5" dirty="0">
                <a:latin typeface="Times New Roman"/>
                <a:cs typeface="Times New Roman"/>
              </a:rPr>
              <a:t>m</a:t>
            </a:r>
            <a:r>
              <a:rPr sz="1700" spc="-7" dirty="0">
                <a:latin typeface="Times New Roman"/>
                <a:cs typeface="Times New Roman"/>
              </a:rPr>
              <a:t>a</a:t>
            </a:r>
            <a:r>
              <a:rPr sz="1700" dirty="0">
                <a:latin typeface="Times New Roman"/>
                <a:cs typeface="Times New Roman"/>
              </a:rPr>
              <a:t>y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quire</a:t>
            </a:r>
            <a:r>
              <a:rPr sz="1700" spc="2" dirty="0">
                <a:latin typeface="Times New Roman"/>
                <a:cs typeface="Times New Roman"/>
              </a:rPr>
              <a:t> </a:t>
            </a:r>
            <a:r>
              <a:rPr sz="1700" spc="-5" dirty="0">
                <a:latin typeface="Times New Roman"/>
                <a:cs typeface="Times New Roman"/>
              </a:rPr>
              <a:t>a</a:t>
            </a:r>
            <a:r>
              <a:rPr sz="1700" spc="-2" dirty="0">
                <a:latin typeface="Times New Roman"/>
                <a:cs typeface="Times New Roman"/>
              </a:rPr>
              <a:t> sus</a:t>
            </a:r>
            <a:r>
              <a:rPr sz="1700" dirty="0">
                <a:latin typeface="Times New Roman"/>
                <a:cs typeface="Times New Roman"/>
              </a:rPr>
              <a:t>t</a:t>
            </a:r>
            <a:r>
              <a:rPr sz="1700" spc="-7" dirty="0">
                <a:latin typeface="Times New Roman"/>
                <a:cs typeface="Times New Roman"/>
              </a:rPr>
              <a:t>a</a:t>
            </a:r>
            <a:r>
              <a:rPr sz="1700" spc="-2" dirty="0">
                <a:latin typeface="Times New Roman"/>
                <a:cs typeface="Times New Roman"/>
              </a:rPr>
              <a:t>inable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rdw</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2" dirty="0">
                <a:latin typeface="Times New Roman"/>
                <a:cs typeface="Times New Roman"/>
              </a:rPr>
              <a:t> r</a:t>
            </a:r>
            <a:r>
              <a:rPr sz="1700" spc="-10" dirty="0">
                <a:latin typeface="Times New Roman"/>
                <a:cs typeface="Times New Roman"/>
              </a:rPr>
              <a:t>e</a:t>
            </a:r>
            <a:r>
              <a:rPr sz="1700" spc="-2" dirty="0">
                <a:latin typeface="Times New Roman"/>
                <a:cs typeface="Times New Roman"/>
              </a:rPr>
              <a:t>sou</a:t>
            </a:r>
            <a:r>
              <a:rPr sz="1700" spc="2" dirty="0">
                <a:latin typeface="Times New Roman"/>
                <a:cs typeface="Times New Roman"/>
              </a:rPr>
              <a:t>r</a:t>
            </a:r>
            <a:r>
              <a:rPr sz="1700" spc="-7" dirty="0">
                <a:latin typeface="Times New Roman"/>
                <a:cs typeface="Times New Roman"/>
              </a:rPr>
              <a:t>ce</a:t>
            </a:r>
            <a:r>
              <a:rPr sz="1700" dirty="0">
                <a:latin typeface="Times New Roman"/>
                <a:cs typeface="Times New Roman"/>
              </a:rPr>
              <a:t>.</a:t>
            </a:r>
          </a:p>
          <a:p>
            <a:pPr marL="115760" marR="3054" indent="-109651">
              <a:buSzPct val="83333"/>
              <a:buFont typeface="Symbol"/>
              <a:buChar char=""/>
              <a:tabLst>
                <a:tab pos="116065" algn="l"/>
              </a:tabLst>
            </a:pPr>
            <a:r>
              <a:rPr sz="1700" b="1" spc="-5" dirty="0">
                <a:latin typeface="Times New Roman"/>
                <a:cs typeface="Times New Roman"/>
              </a:rPr>
              <a:t>Exa</a:t>
            </a:r>
            <a:r>
              <a:rPr sz="1700" b="1" spc="2" dirty="0">
                <a:latin typeface="Times New Roman"/>
                <a:cs typeface="Times New Roman"/>
              </a:rPr>
              <a:t>m</a:t>
            </a:r>
            <a:r>
              <a:rPr sz="1700" b="1" spc="-5" dirty="0">
                <a:latin typeface="Times New Roman"/>
                <a:cs typeface="Times New Roman"/>
              </a:rPr>
              <a:t>p</a:t>
            </a:r>
            <a:r>
              <a:rPr sz="1700" b="1" spc="-2" dirty="0">
                <a:latin typeface="Times New Roman"/>
                <a:cs typeface="Times New Roman"/>
              </a:rPr>
              <a:t>le: </a:t>
            </a:r>
            <a:r>
              <a:rPr sz="1700" spc="-5" dirty="0">
                <a:latin typeface="Times New Roman"/>
                <a:cs typeface="Times New Roman"/>
              </a:rPr>
              <a:t>L</a:t>
            </a:r>
            <a:r>
              <a:rPr sz="1700" spc="-10" dirty="0">
                <a:latin typeface="Times New Roman"/>
                <a:cs typeface="Times New Roman"/>
              </a:rPr>
              <a:t>e</a:t>
            </a:r>
            <a:r>
              <a:rPr sz="1700" spc="-2" dirty="0">
                <a:latin typeface="Times New Roman"/>
                <a:cs typeface="Times New Roman"/>
              </a:rPr>
              <a:t>t</a:t>
            </a:r>
            <a:r>
              <a:rPr sz="1700" spc="29" dirty="0">
                <a:latin typeface="Times New Roman"/>
                <a:cs typeface="Times New Roman"/>
              </a:rPr>
              <a:t> </a:t>
            </a:r>
            <a:r>
              <a:rPr sz="1700" spc="-2" dirty="0">
                <a:latin typeface="Times New Roman"/>
                <a:cs typeface="Times New Roman"/>
              </a:rPr>
              <a:t>w</a:t>
            </a:r>
            <a:r>
              <a:rPr sz="1700" dirty="0">
                <a:latin typeface="Times New Roman"/>
                <a:cs typeface="Times New Roman"/>
              </a:rPr>
              <a:t>e</a:t>
            </a:r>
            <a:r>
              <a:rPr sz="1700" spc="24"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ve</a:t>
            </a:r>
            <a:r>
              <a:rPr sz="1700" spc="24" dirty="0">
                <a:latin typeface="Times New Roman"/>
                <a:cs typeface="Times New Roman"/>
              </a:rPr>
              <a:t> </a:t>
            </a:r>
            <a:r>
              <a:rPr sz="1700" spc="-5" dirty="0">
                <a:latin typeface="Times New Roman"/>
                <a:cs typeface="Times New Roman"/>
              </a:rPr>
              <a:t>a</a:t>
            </a:r>
            <a:r>
              <a:rPr sz="1700" spc="31" dirty="0">
                <a:latin typeface="Times New Roman"/>
                <a:cs typeface="Times New Roman"/>
              </a:rPr>
              <a:t> </a:t>
            </a:r>
            <a:r>
              <a:rPr sz="1700" spc="-2" dirty="0">
                <a:latin typeface="Times New Roman"/>
                <a:cs typeface="Times New Roman"/>
              </a:rPr>
              <a:t>se</a:t>
            </a:r>
            <a:r>
              <a:rPr sz="1700" spc="-5" dirty="0">
                <a:latin typeface="Times New Roman"/>
                <a:cs typeface="Times New Roman"/>
              </a:rPr>
              <a:t>qu</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24" dirty="0">
                <a:latin typeface="Times New Roman"/>
                <a:cs typeface="Times New Roman"/>
              </a:rPr>
              <a:t> </a:t>
            </a:r>
            <a:r>
              <a:rPr sz="1700" dirty="0">
                <a:latin typeface="Times New Roman"/>
                <a:cs typeface="Times New Roman"/>
              </a:rPr>
              <a:t>7,</a:t>
            </a:r>
            <a:r>
              <a:rPr sz="1700" spc="26" dirty="0">
                <a:latin typeface="Times New Roman"/>
                <a:cs typeface="Times New Roman"/>
              </a:rPr>
              <a:t> </a:t>
            </a:r>
            <a:r>
              <a:rPr sz="1700" dirty="0">
                <a:latin typeface="Times New Roman"/>
                <a:cs typeface="Times New Roman"/>
              </a:rPr>
              <a:t>0</a:t>
            </a:r>
            <a:r>
              <a:rPr sz="1700" spc="26" dirty="0">
                <a:latin typeface="Times New Roman"/>
                <a:cs typeface="Times New Roman"/>
              </a:rPr>
              <a:t> </a:t>
            </a:r>
            <a:r>
              <a:rPr sz="1700" dirty="0">
                <a:latin typeface="Times New Roman"/>
                <a:cs typeface="Times New Roman"/>
              </a:rPr>
              <a:t>,1,</a:t>
            </a:r>
            <a:r>
              <a:rPr sz="1700" spc="26" dirty="0">
                <a:latin typeface="Times New Roman"/>
                <a:cs typeface="Times New Roman"/>
              </a:rPr>
              <a:t> </a:t>
            </a:r>
            <a:r>
              <a:rPr sz="1700" dirty="0">
                <a:latin typeface="Times New Roman"/>
                <a:cs typeface="Times New Roman"/>
              </a:rPr>
              <a:t>2,</a:t>
            </a:r>
            <a:r>
              <a:rPr sz="1700" spc="26" dirty="0">
                <a:latin typeface="Times New Roman"/>
                <a:cs typeface="Times New Roman"/>
              </a:rPr>
              <a:t> </a:t>
            </a:r>
            <a:r>
              <a:rPr sz="1700" dirty="0">
                <a:latin typeface="Times New Roman"/>
                <a:cs typeface="Times New Roman"/>
              </a:rPr>
              <a:t>0,</a:t>
            </a:r>
            <a:r>
              <a:rPr sz="1700" spc="26" dirty="0">
                <a:latin typeface="Times New Roman"/>
                <a:cs typeface="Times New Roman"/>
              </a:rPr>
              <a:t> </a:t>
            </a:r>
            <a:r>
              <a:rPr sz="1700" spc="-7" dirty="0">
                <a:latin typeface="Times New Roman"/>
                <a:cs typeface="Times New Roman"/>
              </a:rPr>
              <a:t>3</a:t>
            </a:r>
            <a:r>
              <a:rPr sz="1700" dirty="0">
                <a:latin typeface="Times New Roman"/>
                <a:cs typeface="Times New Roman"/>
              </a:rPr>
              <a:t>,</a:t>
            </a:r>
            <a:r>
              <a:rPr sz="1700" spc="26" dirty="0">
                <a:latin typeface="Times New Roman"/>
                <a:cs typeface="Times New Roman"/>
              </a:rPr>
              <a:t> </a:t>
            </a:r>
            <a:r>
              <a:rPr sz="1700" dirty="0">
                <a:latin typeface="Times New Roman"/>
                <a:cs typeface="Times New Roman"/>
              </a:rPr>
              <a:t>0,</a:t>
            </a:r>
            <a:r>
              <a:rPr sz="1700" spc="26" dirty="0">
                <a:latin typeface="Times New Roman"/>
                <a:cs typeface="Times New Roman"/>
              </a:rPr>
              <a:t> </a:t>
            </a:r>
            <a:r>
              <a:rPr sz="1700" dirty="0">
                <a:latin typeface="Times New Roman"/>
                <a:cs typeface="Times New Roman"/>
              </a:rPr>
              <a:t>4,</a:t>
            </a:r>
            <a:r>
              <a:rPr sz="1700" spc="26" dirty="0">
                <a:latin typeface="Times New Roman"/>
                <a:cs typeface="Times New Roman"/>
              </a:rPr>
              <a:t> </a:t>
            </a:r>
            <a:r>
              <a:rPr sz="1700" dirty="0">
                <a:latin typeface="Times New Roman"/>
                <a:cs typeface="Times New Roman"/>
              </a:rPr>
              <a:t>2,</a:t>
            </a:r>
            <a:r>
              <a:rPr sz="1700" spc="22" dirty="0">
                <a:latin typeface="Times New Roman"/>
                <a:cs typeface="Times New Roman"/>
              </a:rPr>
              <a:t> </a:t>
            </a:r>
            <a:r>
              <a:rPr sz="1700" dirty="0">
                <a:latin typeface="Times New Roman"/>
                <a:cs typeface="Times New Roman"/>
              </a:rPr>
              <a:t>3</a:t>
            </a:r>
            <a:r>
              <a:rPr sz="1700" spc="26"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6" dirty="0">
                <a:latin typeface="Times New Roman"/>
                <a:cs typeface="Times New Roman"/>
              </a:rPr>
              <a:t> </a:t>
            </a:r>
            <a:r>
              <a:rPr sz="1700" spc="-7" dirty="0">
                <a:latin typeface="Times New Roman"/>
                <a:cs typeface="Times New Roman"/>
              </a:rPr>
              <a:t>cac</a:t>
            </a:r>
            <a:r>
              <a:rPr sz="1700" spc="-5" dirty="0">
                <a:latin typeface="Times New Roman"/>
                <a:cs typeface="Times New Roman"/>
              </a:rPr>
              <a:t>he</a:t>
            </a:r>
            <a:r>
              <a:rPr sz="1700" spc="24"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6"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26" dirty="0">
                <a:latin typeface="Times New Roman"/>
                <a:cs typeface="Times New Roman"/>
              </a:rPr>
              <a:t> </a:t>
            </a:r>
            <a:r>
              <a:rPr sz="1700" dirty="0">
                <a:latin typeface="Times New Roman"/>
                <a:cs typeface="Times New Roman"/>
              </a:rPr>
              <a:t>3 </a:t>
            </a:r>
            <a:r>
              <a:rPr sz="1700" spc="-2" dirty="0">
                <a:latin typeface="Times New Roman"/>
                <a:cs typeface="Times New Roman"/>
              </a:rPr>
              <a:t>lin</a:t>
            </a:r>
            <a:r>
              <a:rPr sz="1700" spc="-7" dirty="0">
                <a:latin typeface="Times New Roman"/>
                <a:cs typeface="Times New Roman"/>
              </a:rPr>
              <a:t>e</a:t>
            </a:r>
            <a:r>
              <a:rPr sz="1700" spc="-2" dirty="0">
                <a:latin typeface="Times New Roman"/>
                <a:cs typeface="Times New Roman"/>
              </a:rPr>
              <a:t>s.</a:t>
            </a:r>
            <a:endParaRPr sz="1700" dirty="0">
              <a:latin typeface="Times New Roman"/>
              <a:cs typeface="Times New Roman"/>
            </a:endParaRPr>
          </a:p>
        </p:txBody>
      </p:sp>
    </p:spTree>
    <p:extLst>
      <p:ext uri="{BB962C8B-B14F-4D97-AF65-F5344CB8AC3E}">
        <p14:creationId xmlns:p14="http://schemas.microsoft.com/office/powerpoint/2010/main" val="11891897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3016B-B12E-CF43-9FF0-7F0D316EFF6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C687021-B1EC-6429-F125-FE3DE527B07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B8D2BDBC-3085-B96D-47B7-20F7747DA5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5032AC8C-2C21-2C8C-211E-DA19EB8314E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C9982941-8E5F-D5CE-C821-716C9DF6177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6"/>
          <p:cNvSpPr/>
          <p:nvPr/>
        </p:nvSpPr>
        <p:spPr>
          <a:xfrm>
            <a:off x="1981200" y="1581150"/>
            <a:ext cx="4724400" cy="1066800"/>
          </a:xfrm>
          <a:prstGeom prst="rect">
            <a:avLst/>
          </a:prstGeom>
          <a:blipFill>
            <a:blip r:embed="rId6" cstate="print"/>
            <a:stretch>
              <a:fillRect/>
            </a:stretch>
          </a:blipFill>
        </p:spPr>
        <p:txBody>
          <a:bodyPr wrap="square" lIns="0" tIns="0" rIns="0" bIns="0" rtlCol="0"/>
          <a:lstStyle/>
          <a:p>
            <a:endParaRPr sz="866"/>
          </a:p>
        </p:txBody>
      </p:sp>
      <p:sp>
        <p:nvSpPr>
          <p:cNvPr id="5" name="TextBox 4">
            <a:extLst>
              <a:ext uri="{FF2B5EF4-FFF2-40B4-BE49-F238E27FC236}">
                <a16:creationId xmlns:a16="http://schemas.microsoft.com/office/drawing/2014/main" id="{CCDDC8D2-F513-3133-8BE0-30F6BE608AFA}"/>
              </a:ext>
            </a:extLst>
          </p:cNvPr>
          <p:cNvSpPr txBox="1"/>
          <p:nvPr/>
        </p:nvSpPr>
        <p:spPr>
          <a:xfrm>
            <a:off x="1685994" y="2947703"/>
            <a:ext cx="5705406" cy="353943"/>
          </a:xfrm>
          <a:prstGeom prst="rect">
            <a:avLst/>
          </a:prstGeom>
          <a:noFill/>
        </p:spPr>
        <p:txBody>
          <a:bodyPr wrap="square">
            <a:spAutoFit/>
          </a:bodyPr>
          <a:lstStyle/>
          <a:p>
            <a:pPr marL="115760" algn="just"/>
            <a:r>
              <a:rPr lang="en-US" sz="1700" spc="-5" dirty="0">
                <a:latin typeface="Times New Roman"/>
                <a:cs typeface="Times New Roman"/>
              </a:rPr>
              <a:t>Th</a:t>
            </a:r>
            <a:r>
              <a:rPr lang="en-US" sz="1700" spc="-10" dirty="0">
                <a:latin typeface="Times New Roman"/>
                <a:cs typeface="Times New Roman"/>
              </a:rPr>
              <a:t>e</a:t>
            </a:r>
            <a:r>
              <a:rPr lang="en-US" sz="1700" spc="-2" dirty="0">
                <a:latin typeface="Times New Roman"/>
                <a:cs typeface="Times New Roman"/>
              </a:rPr>
              <a:t>re</a:t>
            </a:r>
            <a:r>
              <a:rPr lang="en-US" sz="1700"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re</a:t>
            </a:r>
            <a:r>
              <a:rPr lang="en-US" sz="1700" dirty="0">
                <a:latin typeface="Times New Roman"/>
                <a:cs typeface="Times New Roman"/>
              </a:rPr>
              <a:t> </a:t>
            </a:r>
            <a:r>
              <a:rPr lang="en-US" sz="1700" spc="-5" dirty="0">
                <a:latin typeface="Times New Roman"/>
                <a:cs typeface="Times New Roman"/>
              </a:rPr>
              <a:t>a</a:t>
            </a:r>
            <a:r>
              <a:rPr lang="en-US" sz="1700" spc="-2" dirty="0">
                <a:latin typeface="Times New Roman"/>
                <a:cs typeface="Times New Roman"/>
              </a:rPr>
              <a:t> tot</a:t>
            </a:r>
            <a:r>
              <a:rPr lang="en-US" sz="1700" spc="-7" dirty="0">
                <a:latin typeface="Times New Roman"/>
                <a:cs typeface="Times New Roman"/>
              </a:rPr>
              <a:t>a</a:t>
            </a:r>
            <a:r>
              <a:rPr lang="en-US" sz="1700" spc="-2" dirty="0">
                <a:latin typeface="Times New Roman"/>
                <a:cs typeface="Times New Roman"/>
              </a:rPr>
              <a:t>l</a:t>
            </a:r>
            <a:r>
              <a:rPr lang="en-US" sz="1700" dirty="0">
                <a:latin typeface="Times New Roman"/>
                <a:cs typeface="Times New Roman"/>
              </a:rPr>
              <a:t> of 6 </a:t>
            </a:r>
            <a:r>
              <a:rPr lang="en-US" sz="1700" spc="-5" dirty="0">
                <a:latin typeface="Times New Roman"/>
                <a:cs typeface="Times New Roman"/>
              </a:rPr>
              <a:t>mi</a:t>
            </a:r>
            <a:r>
              <a:rPr lang="en-US" sz="1700" spc="-2" dirty="0">
                <a:latin typeface="Times New Roman"/>
                <a:cs typeface="Times New Roman"/>
              </a:rPr>
              <a:t>sse</a:t>
            </a:r>
            <a:r>
              <a:rPr lang="en-US" sz="1700" dirty="0">
                <a:latin typeface="Times New Roman"/>
                <a:cs typeface="Times New Roman"/>
              </a:rPr>
              <a:t>s </a:t>
            </a:r>
            <a:r>
              <a:rPr lang="en-US" sz="1700" spc="-2" dirty="0">
                <a:latin typeface="Times New Roman"/>
                <a:cs typeface="Times New Roman"/>
              </a:rPr>
              <a:t>in the</a:t>
            </a:r>
            <a:r>
              <a:rPr lang="en-US" sz="1700" spc="2" dirty="0">
                <a:latin typeface="Times New Roman"/>
                <a:cs typeface="Times New Roman"/>
              </a:rPr>
              <a:t> </a:t>
            </a:r>
            <a:r>
              <a:rPr lang="en-US" sz="1700" b="1" spc="-5" dirty="0">
                <a:latin typeface="Times New Roman"/>
                <a:cs typeface="Times New Roman"/>
              </a:rPr>
              <a:t>L</a:t>
            </a:r>
            <a:r>
              <a:rPr lang="en-US" sz="1700" b="1" spc="-2" dirty="0">
                <a:latin typeface="Times New Roman"/>
                <a:cs typeface="Times New Roman"/>
              </a:rPr>
              <a:t>R</a:t>
            </a:r>
            <a:r>
              <a:rPr lang="en-US" sz="1700" b="1" dirty="0">
                <a:latin typeface="Times New Roman"/>
                <a:cs typeface="Times New Roman"/>
              </a:rPr>
              <a:t>U</a:t>
            </a:r>
            <a:r>
              <a:rPr lang="en-US" sz="1700" b="1" spc="-2" dirty="0">
                <a:latin typeface="Times New Roman"/>
                <a:cs typeface="Times New Roman"/>
              </a:rPr>
              <a:t> </a:t>
            </a:r>
            <a:r>
              <a:rPr lang="en-US" sz="1700" b="1" spc="-7" dirty="0">
                <a:latin typeface="Times New Roman"/>
                <a:cs typeface="Times New Roman"/>
              </a:rPr>
              <a:t>re</a:t>
            </a:r>
            <a:r>
              <a:rPr lang="en-US" sz="1700" b="1" dirty="0">
                <a:latin typeface="Times New Roman"/>
                <a:cs typeface="Times New Roman"/>
              </a:rPr>
              <a:t>p</a:t>
            </a:r>
            <a:r>
              <a:rPr lang="en-US" sz="1700" b="1" spc="-2" dirty="0">
                <a:latin typeface="Times New Roman"/>
                <a:cs typeface="Times New Roman"/>
              </a:rPr>
              <a:t>lace</a:t>
            </a:r>
            <a:r>
              <a:rPr lang="en-US" sz="1700" b="1" spc="2" dirty="0">
                <a:latin typeface="Times New Roman"/>
                <a:cs typeface="Times New Roman"/>
              </a:rPr>
              <a:t>m</a:t>
            </a:r>
            <a:r>
              <a:rPr lang="en-US" sz="1700" b="1" spc="-7" dirty="0">
                <a:latin typeface="Times New Roman"/>
                <a:cs typeface="Times New Roman"/>
              </a:rPr>
              <a:t>e</a:t>
            </a:r>
            <a:r>
              <a:rPr lang="en-US" sz="1700" b="1" dirty="0">
                <a:latin typeface="Times New Roman"/>
                <a:cs typeface="Times New Roman"/>
              </a:rPr>
              <a:t>nt </a:t>
            </a:r>
            <a:r>
              <a:rPr lang="en-US" sz="1700" b="1" spc="-7" dirty="0">
                <a:latin typeface="Times New Roman"/>
                <a:cs typeface="Times New Roman"/>
              </a:rPr>
              <a:t>po</a:t>
            </a:r>
            <a:r>
              <a:rPr lang="en-US" sz="1700" b="1" spc="-2" dirty="0">
                <a:latin typeface="Times New Roman"/>
                <a:cs typeface="Times New Roman"/>
              </a:rPr>
              <a:t>licy</a:t>
            </a:r>
            <a:r>
              <a:rPr lang="en-US" sz="1700" dirty="0">
                <a:latin typeface="Times New Roman"/>
                <a:cs typeface="Times New Roman"/>
              </a:rPr>
              <a:t>.</a:t>
            </a:r>
          </a:p>
        </p:txBody>
      </p:sp>
    </p:spTree>
    <p:extLst>
      <p:ext uri="{BB962C8B-B14F-4D97-AF65-F5344CB8AC3E}">
        <p14:creationId xmlns:p14="http://schemas.microsoft.com/office/powerpoint/2010/main" val="1287395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65966-554F-6E91-6E05-1A14DD69278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4529965-404B-DBEA-BCCC-14F3374C0B29}"/>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D1B25B02-990F-3525-2E0F-E0EE278484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6B101D7E-9499-068D-E8A3-59D67CF18F9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65C39DCA-D491-4110-8768-B9466238E00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4"/>
          <p:cNvSpPr txBox="1"/>
          <p:nvPr/>
        </p:nvSpPr>
        <p:spPr>
          <a:xfrm>
            <a:off x="990600" y="742950"/>
            <a:ext cx="7010400" cy="3400931"/>
          </a:xfrm>
          <a:prstGeom prst="rect">
            <a:avLst/>
          </a:prstGeom>
        </p:spPr>
        <p:txBody>
          <a:bodyPr vert="horz" wrap="square" lIns="0" tIns="0" rIns="0" bIns="0" rtlCol="0">
            <a:spAutoFit/>
          </a:bodyPr>
          <a:lstStyle/>
          <a:p>
            <a:pPr marL="115760" indent="-109651">
              <a:buFont typeface="Times New Roman"/>
              <a:buAutoNum type="arabicPeriod" startAt="3"/>
              <a:tabLst>
                <a:tab pos="116065" algn="l"/>
              </a:tabLst>
            </a:pPr>
            <a:r>
              <a:rPr lang="en-US" sz="1700" b="1" spc="-5" dirty="0">
                <a:latin typeface="Times New Roman"/>
                <a:cs typeface="Times New Roman"/>
              </a:rPr>
              <a:t> </a:t>
            </a:r>
            <a:r>
              <a:rPr sz="1700" b="1" spc="-5" dirty="0">
                <a:latin typeface="Times New Roman"/>
                <a:cs typeface="Times New Roman"/>
              </a:rPr>
              <a:t>L</a:t>
            </a:r>
            <a:r>
              <a:rPr sz="1700" b="1" dirty="0">
                <a:latin typeface="Times New Roman"/>
                <a:cs typeface="Times New Roman"/>
              </a:rPr>
              <a:t>FU</a:t>
            </a:r>
            <a:r>
              <a:rPr sz="1700" b="1" spc="-2" dirty="0">
                <a:latin typeface="Times New Roman"/>
                <a:cs typeface="Times New Roman"/>
              </a:rPr>
              <a:t> </a:t>
            </a:r>
            <a:r>
              <a:rPr sz="1700" b="1" spc="-5" dirty="0">
                <a:latin typeface="Times New Roman"/>
                <a:cs typeface="Times New Roman"/>
              </a:rPr>
              <a:t>(L</a:t>
            </a:r>
            <a:r>
              <a:rPr sz="1700" b="1" spc="-7" dirty="0">
                <a:latin typeface="Times New Roman"/>
                <a:cs typeface="Times New Roman"/>
              </a:rPr>
              <a:t>e</a:t>
            </a:r>
            <a:r>
              <a:rPr sz="1700" b="1" dirty="0">
                <a:latin typeface="Times New Roman"/>
                <a:cs typeface="Times New Roman"/>
              </a:rPr>
              <a:t>ast</a:t>
            </a:r>
            <a:r>
              <a:rPr sz="1700" b="1" spc="-2" dirty="0">
                <a:latin typeface="Times New Roman"/>
                <a:cs typeface="Times New Roman"/>
              </a:rPr>
              <a:t> </a:t>
            </a:r>
            <a:r>
              <a:rPr sz="1700" b="1" spc="-7" dirty="0">
                <a:latin typeface="Times New Roman"/>
                <a:cs typeface="Times New Roman"/>
              </a:rPr>
              <a:t>F</a:t>
            </a:r>
            <a:r>
              <a:rPr sz="1700" b="1" spc="-2" dirty="0">
                <a:latin typeface="Times New Roman"/>
                <a:cs typeface="Times New Roman"/>
              </a:rPr>
              <a:t>r</a:t>
            </a:r>
            <a:r>
              <a:rPr sz="1700" b="1" spc="-7" dirty="0">
                <a:latin typeface="Times New Roman"/>
                <a:cs typeface="Times New Roman"/>
              </a:rPr>
              <a:t>e</a:t>
            </a:r>
            <a:r>
              <a:rPr sz="1700" b="1" dirty="0">
                <a:latin typeface="Times New Roman"/>
                <a:cs typeface="Times New Roman"/>
              </a:rPr>
              <a:t>qu</a:t>
            </a:r>
            <a:r>
              <a:rPr sz="1700" b="1" spc="-7" dirty="0">
                <a:latin typeface="Times New Roman"/>
                <a:cs typeface="Times New Roman"/>
              </a:rPr>
              <a:t>e</a:t>
            </a:r>
            <a:r>
              <a:rPr sz="1700" b="1" dirty="0">
                <a:latin typeface="Times New Roman"/>
                <a:cs typeface="Times New Roman"/>
              </a:rPr>
              <a:t>n</a:t>
            </a:r>
            <a:r>
              <a:rPr sz="1700" b="1" spc="-2" dirty="0">
                <a:latin typeface="Times New Roman"/>
                <a:cs typeface="Times New Roman"/>
              </a:rPr>
              <a:t>tly</a:t>
            </a:r>
            <a:r>
              <a:rPr sz="1700" b="1" dirty="0">
                <a:latin typeface="Times New Roman"/>
                <a:cs typeface="Times New Roman"/>
              </a:rPr>
              <a:t> </a:t>
            </a:r>
            <a:r>
              <a:rPr sz="1700" b="1" spc="-2" dirty="0">
                <a:latin typeface="Times New Roman"/>
                <a:cs typeface="Times New Roman"/>
              </a:rPr>
              <a:t>Use</a:t>
            </a:r>
            <a:r>
              <a:rPr sz="1700" b="1" dirty="0">
                <a:latin typeface="Times New Roman"/>
                <a:cs typeface="Times New Roman"/>
              </a:rPr>
              <a:t>d):</a:t>
            </a:r>
            <a:endParaRPr sz="1700" dirty="0">
              <a:latin typeface="Times New Roman"/>
              <a:cs typeface="Times New Roman"/>
            </a:endParaRPr>
          </a:p>
          <a:p>
            <a:pPr marL="115760" marR="2443" algn="just">
              <a:spcBef>
                <a:spcPts val="14"/>
              </a:spcBef>
            </a:pPr>
            <a:r>
              <a:rPr sz="1700" spc="-5" dirty="0">
                <a:latin typeface="Times New Roman"/>
                <a:cs typeface="Times New Roman"/>
              </a:rPr>
              <a:t>This</a:t>
            </a:r>
            <a:r>
              <a:rPr sz="1700" spc="46" dirty="0">
                <a:latin typeface="Times New Roman"/>
                <a:cs typeface="Times New Roman"/>
              </a:rPr>
              <a:t> </a:t>
            </a:r>
            <a:r>
              <a:rPr sz="1700" spc="-7" dirty="0">
                <a:latin typeface="Times New Roman"/>
                <a:cs typeface="Times New Roman"/>
              </a:rPr>
              <a:t>cac</a:t>
            </a:r>
            <a:r>
              <a:rPr sz="1700" spc="-5" dirty="0">
                <a:latin typeface="Times New Roman"/>
                <a:cs typeface="Times New Roman"/>
              </a:rPr>
              <a:t>he</a:t>
            </a:r>
            <a:r>
              <a:rPr sz="1700" spc="43" dirty="0">
                <a:latin typeface="Times New Roman"/>
                <a:cs typeface="Times New Roman"/>
              </a:rPr>
              <a:t> </a:t>
            </a:r>
            <a:r>
              <a:rPr sz="1700" spc="-7" dirty="0">
                <a:latin typeface="Times New Roman"/>
                <a:cs typeface="Times New Roman"/>
              </a:rPr>
              <a:t>a</a:t>
            </a:r>
            <a:r>
              <a:rPr sz="1700" spc="-5" dirty="0">
                <a:latin typeface="Times New Roman"/>
                <a:cs typeface="Times New Roman"/>
              </a:rPr>
              <a:t>lgorithm</a:t>
            </a:r>
            <a:r>
              <a:rPr sz="1700" spc="46"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s</a:t>
            </a:r>
            <a:r>
              <a:rPr sz="1700" spc="46"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7" dirty="0">
                <a:latin typeface="Times New Roman"/>
                <a:cs typeface="Times New Roman"/>
              </a:rPr>
              <a:t>c</a:t>
            </a:r>
            <a:r>
              <a:rPr sz="1700" spc="-5" dirty="0">
                <a:latin typeface="Times New Roman"/>
                <a:cs typeface="Times New Roman"/>
              </a:rPr>
              <a:t>ounter</a:t>
            </a:r>
            <a:r>
              <a:rPr sz="1700" spc="41" dirty="0">
                <a:latin typeface="Times New Roman"/>
                <a:cs typeface="Times New Roman"/>
              </a:rPr>
              <a:t> </a:t>
            </a:r>
            <a:r>
              <a:rPr sz="1700" spc="-2" dirty="0">
                <a:latin typeface="Times New Roman"/>
                <a:cs typeface="Times New Roman"/>
              </a:rPr>
              <a:t>to</a:t>
            </a:r>
            <a:r>
              <a:rPr sz="1700" spc="46" dirty="0">
                <a:latin typeface="Times New Roman"/>
                <a:cs typeface="Times New Roman"/>
              </a:rPr>
              <a:t> </a:t>
            </a:r>
            <a:r>
              <a:rPr sz="1700" spc="-5" dirty="0">
                <a:latin typeface="Times New Roman"/>
                <a:cs typeface="Times New Roman"/>
              </a:rPr>
              <a:t>k</a:t>
            </a:r>
            <a:r>
              <a:rPr sz="1700" spc="-7" dirty="0">
                <a:latin typeface="Times New Roman"/>
                <a:cs typeface="Times New Roman"/>
              </a:rPr>
              <a:t>ee</a:t>
            </a:r>
            <a:r>
              <a:rPr sz="1700" dirty="0">
                <a:latin typeface="Times New Roman"/>
                <a:cs typeface="Times New Roman"/>
              </a:rPr>
              <a:t>p</a:t>
            </a:r>
            <a:r>
              <a:rPr sz="1700" spc="43"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spc="-2" dirty="0">
                <a:latin typeface="Times New Roman"/>
                <a:cs typeface="Times New Roman"/>
              </a:rPr>
              <a:t>c</a:t>
            </a:r>
            <a:r>
              <a:rPr sz="1700" dirty="0">
                <a:latin typeface="Times New Roman"/>
                <a:cs typeface="Times New Roman"/>
              </a:rPr>
              <a:t>k</a:t>
            </a:r>
            <a:r>
              <a:rPr sz="1700" spc="43" dirty="0">
                <a:latin typeface="Times New Roman"/>
                <a:cs typeface="Times New Roman"/>
              </a:rPr>
              <a:t> </a:t>
            </a:r>
            <a:r>
              <a:rPr sz="1700" dirty="0">
                <a:latin typeface="Times New Roman"/>
                <a:cs typeface="Times New Roman"/>
              </a:rPr>
              <a:t>of</a:t>
            </a:r>
            <a:r>
              <a:rPr sz="1700" spc="43" dirty="0">
                <a:latin typeface="Times New Roman"/>
                <a:cs typeface="Times New Roman"/>
              </a:rPr>
              <a:t> </a:t>
            </a:r>
            <a:r>
              <a:rPr sz="1700" dirty="0">
                <a:latin typeface="Times New Roman"/>
                <a:cs typeface="Times New Roman"/>
              </a:rPr>
              <a:t>how</a:t>
            </a:r>
            <a:r>
              <a:rPr sz="1700" spc="43" dirty="0">
                <a:latin typeface="Times New Roman"/>
                <a:cs typeface="Times New Roman"/>
              </a:rPr>
              <a:t> </a:t>
            </a:r>
            <a:r>
              <a:rPr sz="1700" spc="-2" dirty="0">
                <a:latin typeface="Times New Roman"/>
                <a:cs typeface="Times New Roman"/>
              </a:rPr>
              <a:t>oft</a:t>
            </a:r>
            <a:r>
              <a:rPr sz="1700" spc="-10" dirty="0">
                <a:latin typeface="Times New Roman"/>
                <a:cs typeface="Times New Roman"/>
              </a:rPr>
              <a:t>e</a:t>
            </a:r>
            <a:r>
              <a:rPr sz="1700" dirty="0">
                <a:latin typeface="Times New Roman"/>
                <a:cs typeface="Times New Roman"/>
              </a:rPr>
              <a:t>n</a:t>
            </a:r>
            <a:r>
              <a:rPr sz="1700" spc="43"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43" dirty="0">
                <a:latin typeface="Times New Roman"/>
                <a:cs typeface="Times New Roman"/>
              </a:rPr>
              <a:t> </a:t>
            </a:r>
            <a:r>
              <a:rPr sz="1700" spc="-7" dirty="0">
                <a:latin typeface="Times New Roman"/>
                <a:cs typeface="Times New Roman"/>
              </a:rPr>
              <a:t>e</a:t>
            </a:r>
            <a:r>
              <a:rPr sz="1700" spc="-2" dirty="0">
                <a:latin typeface="Times New Roman"/>
                <a:cs typeface="Times New Roman"/>
              </a:rPr>
              <a:t>ntry</a:t>
            </a:r>
            <a:r>
              <a:rPr sz="1700" spc="43" dirty="0">
                <a:latin typeface="Times New Roman"/>
                <a:cs typeface="Times New Roman"/>
              </a:rPr>
              <a:t> </a:t>
            </a:r>
            <a:r>
              <a:rPr sz="1700" spc="-2" dirty="0">
                <a:latin typeface="Times New Roman"/>
                <a:cs typeface="Times New Roman"/>
              </a:rPr>
              <a:t>is</a:t>
            </a:r>
            <a:r>
              <a:rPr sz="1700" spc="46" dirty="0">
                <a:latin typeface="Times New Roman"/>
                <a:cs typeface="Times New Roman"/>
              </a:rPr>
              <a:t> </a:t>
            </a:r>
            <a:r>
              <a:rPr sz="1700" spc="-7" dirty="0">
                <a:latin typeface="Times New Roman"/>
                <a:cs typeface="Times New Roman"/>
              </a:rPr>
              <a:t>acce</a:t>
            </a:r>
            <a:r>
              <a:rPr sz="1700" spc="-2" dirty="0">
                <a:latin typeface="Times New Roman"/>
                <a:cs typeface="Times New Roman"/>
              </a:rPr>
              <a:t>ssed. </a:t>
            </a:r>
            <a:r>
              <a:rPr sz="1700" spc="-10" dirty="0">
                <a:latin typeface="Times New Roman"/>
                <a:cs typeface="Times New Roman"/>
              </a:rPr>
              <a:t>W</a:t>
            </a:r>
            <a:r>
              <a:rPr sz="1700" spc="-2" dirty="0">
                <a:latin typeface="Times New Roman"/>
                <a:cs typeface="Times New Roman"/>
              </a:rPr>
              <a:t>it</a:t>
            </a:r>
            <a:r>
              <a:rPr sz="1700" dirty="0">
                <a:latin typeface="Times New Roman"/>
                <a:cs typeface="Times New Roman"/>
              </a:rPr>
              <a:t>h</a:t>
            </a:r>
            <a:r>
              <a:rPr sz="1700" spc="26"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L</a:t>
            </a:r>
            <a:r>
              <a:rPr sz="1700" spc="-10" dirty="0">
                <a:latin typeface="Times New Roman"/>
                <a:cs typeface="Times New Roman"/>
              </a:rPr>
              <a:t>F</a:t>
            </a:r>
            <a:r>
              <a:rPr sz="1700" dirty="0">
                <a:latin typeface="Times New Roman"/>
                <a:cs typeface="Times New Roman"/>
              </a:rPr>
              <a:t>U</a:t>
            </a:r>
            <a:r>
              <a:rPr sz="1700" spc="26"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29" dirty="0">
                <a:latin typeface="Times New Roman"/>
                <a:cs typeface="Times New Roman"/>
              </a:rPr>
              <a:t> </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g</a:t>
            </a:r>
            <a:r>
              <a:rPr sz="1700" spc="-5" dirty="0">
                <a:latin typeface="Times New Roman"/>
                <a:cs typeface="Times New Roman"/>
              </a:rPr>
              <a:t>orithm</a:t>
            </a:r>
            <a:r>
              <a:rPr sz="1700" dirty="0">
                <a:latin typeface="Times New Roman"/>
                <a:cs typeface="Times New Roman"/>
              </a:rPr>
              <a:t>,</a:t>
            </a:r>
            <a:r>
              <a:rPr sz="1700" spc="26"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7" dirty="0">
                <a:latin typeface="Times New Roman"/>
                <a:cs typeface="Times New Roman"/>
              </a:rPr>
              <a:t>e</a:t>
            </a:r>
            <a:r>
              <a:rPr sz="1700" spc="-2" dirty="0">
                <a:latin typeface="Times New Roman"/>
                <a:cs typeface="Times New Roman"/>
              </a:rPr>
              <a:t>ntry</a:t>
            </a:r>
            <a:r>
              <a:rPr sz="1700" spc="26"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spc="29" dirty="0">
                <a:latin typeface="Times New Roman"/>
                <a:cs typeface="Times New Roman"/>
              </a:rPr>
              <a:t> </a:t>
            </a:r>
            <a:r>
              <a:rPr sz="1700" spc="-2" dirty="0">
                <a:latin typeface="Times New Roman"/>
                <a:cs typeface="Times New Roman"/>
              </a:rPr>
              <a:t>t</a:t>
            </a:r>
            <a:r>
              <a:rPr sz="1700" spc="-10" dirty="0">
                <a:latin typeface="Times New Roman"/>
                <a:cs typeface="Times New Roman"/>
              </a:rPr>
              <a:t>h</a:t>
            </a:r>
            <a:r>
              <a:rPr sz="1700" spc="-5" dirty="0">
                <a:latin typeface="Times New Roman"/>
                <a:cs typeface="Times New Roman"/>
              </a:rPr>
              <a:t>e</a:t>
            </a:r>
            <a:r>
              <a:rPr sz="1700" spc="24" dirty="0">
                <a:latin typeface="Times New Roman"/>
                <a:cs typeface="Times New Roman"/>
              </a:rPr>
              <a:t> </a:t>
            </a:r>
            <a:r>
              <a:rPr sz="1700" spc="-5" dirty="0">
                <a:latin typeface="Times New Roman"/>
                <a:cs typeface="Times New Roman"/>
              </a:rPr>
              <a:t>low</a:t>
            </a:r>
            <a:r>
              <a:rPr sz="1700" spc="-10" dirty="0">
                <a:latin typeface="Times New Roman"/>
                <a:cs typeface="Times New Roman"/>
              </a:rPr>
              <a:t>e</a:t>
            </a:r>
            <a:r>
              <a:rPr sz="1700" spc="-5" dirty="0">
                <a:latin typeface="Times New Roman"/>
                <a:cs typeface="Times New Roman"/>
              </a:rPr>
              <a:t>s</a:t>
            </a:r>
            <a:r>
              <a:rPr sz="1700" spc="-2" dirty="0">
                <a:latin typeface="Times New Roman"/>
                <a:cs typeface="Times New Roman"/>
              </a:rPr>
              <a:t>t</a:t>
            </a:r>
            <a:r>
              <a:rPr sz="1700" spc="29" dirty="0">
                <a:latin typeface="Times New Roman"/>
                <a:cs typeface="Times New Roman"/>
              </a:rPr>
              <a:t> </a:t>
            </a:r>
            <a:r>
              <a:rPr sz="1700" spc="-7" dirty="0">
                <a:latin typeface="Times New Roman"/>
                <a:cs typeface="Times New Roman"/>
              </a:rPr>
              <a:t>c</a:t>
            </a:r>
            <a:r>
              <a:rPr sz="1700" spc="-5" dirty="0">
                <a:latin typeface="Times New Roman"/>
                <a:cs typeface="Times New Roman"/>
              </a:rPr>
              <a:t>ount</a:t>
            </a:r>
            <a:r>
              <a:rPr sz="1700" spc="29"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moved</a:t>
            </a:r>
            <a:r>
              <a:rPr sz="1700" spc="26" dirty="0">
                <a:latin typeface="Times New Roman"/>
                <a:cs typeface="Times New Roman"/>
              </a:rPr>
              <a:t> </a:t>
            </a:r>
            <a:r>
              <a:rPr sz="1700" spc="-2" dirty="0">
                <a:latin typeface="Times New Roman"/>
                <a:cs typeface="Times New Roman"/>
              </a:rPr>
              <a:t>fi</a:t>
            </a:r>
            <a:r>
              <a:rPr sz="1700" spc="-5" dirty="0">
                <a:latin typeface="Times New Roman"/>
                <a:cs typeface="Times New Roman"/>
              </a:rPr>
              <a:t>rst</a:t>
            </a:r>
            <a:r>
              <a:rPr sz="1700" spc="-2" dirty="0">
                <a:latin typeface="Times New Roman"/>
                <a:cs typeface="Times New Roman"/>
              </a:rPr>
              <a:t>.</a:t>
            </a:r>
            <a:r>
              <a:rPr sz="1700" spc="29" dirty="0">
                <a:latin typeface="Times New Roman"/>
                <a:cs typeface="Times New Roman"/>
              </a:rPr>
              <a:t> </a:t>
            </a:r>
            <a:r>
              <a:rPr sz="1700" spc="-5" dirty="0">
                <a:latin typeface="Times New Roman"/>
                <a:cs typeface="Times New Roman"/>
              </a:rPr>
              <a:t>This</a:t>
            </a:r>
            <a:r>
              <a:rPr sz="1700" spc="-2" dirty="0">
                <a:latin typeface="Times New Roman"/>
                <a:cs typeface="Times New Roman"/>
              </a:rPr>
              <a:t> </a:t>
            </a:r>
            <a:r>
              <a:rPr sz="1700" spc="-5" dirty="0">
                <a:latin typeface="Times New Roman"/>
                <a:cs typeface="Times New Roman"/>
              </a:rPr>
              <a:t>method</a:t>
            </a:r>
            <a:r>
              <a:rPr sz="1700" spc="-7" dirty="0">
                <a:latin typeface="Times New Roman"/>
                <a:cs typeface="Times New Roman"/>
              </a:rPr>
              <a:t> </a:t>
            </a:r>
            <a:r>
              <a:rPr sz="1700" dirty="0">
                <a:latin typeface="Times New Roman"/>
                <a:cs typeface="Times New Roman"/>
              </a:rPr>
              <a:t>isn't</a:t>
            </a:r>
            <a:r>
              <a:rPr sz="1700" spc="-5"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7" dirty="0">
                <a:latin typeface="Times New Roman"/>
                <a:cs typeface="Times New Roman"/>
              </a:rPr>
              <a:t> </a:t>
            </a:r>
            <a:r>
              <a:rPr sz="1700" spc="-2" dirty="0">
                <a:latin typeface="Times New Roman"/>
                <a:cs typeface="Times New Roman"/>
              </a:rPr>
              <a:t>that</a:t>
            </a:r>
            <a:r>
              <a:rPr sz="1700" spc="-7" dirty="0">
                <a:latin typeface="Times New Roman"/>
                <a:cs typeface="Times New Roman"/>
              </a:rPr>
              <a:t> </a:t>
            </a:r>
            <a:r>
              <a:rPr sz="1700" spc="-2" dirty="0">
                <a:latin typeface="Times New Roman"/>
                <a:cs typeface="Times New Roman"/>
              </a:rPr>
              <a:t>oft</a:t>
            </a:r>
            <a:r>
              <a:rPr sz="1700" spc="-10" dirty="0">
                <a:latin typeface="Times New Roman"/>
                <a:cs typeface="Times New Roman"/>
              </a:rPr>
              <a:t>e</a:t>
            </a:r>
            <a:r>
              <a:rPr sz="1700" dirty="0">
                <a:latin typeface="Times New Roman"/>
                <a:cs typeface="Times New Roman"/>
              </a:rPr>
              <a:t>n,</a:t>
            </a:r>
            <a:r>
              <a:rPr sz="1700" spc="-7" dirty="0">
                <a:latin typeface="Times New Roman"/>
                <a:cs typeface="Times New Roman"/>
              </a:rPr>
              <a:t> a</a:t>
            </a:r>
            <a:r>
              <a:rPr sz="1700" dirty="0">
                <a:latin typeface="Times New Roman"/>
                <a:cs typeface="Times New Roman"/>
              </a:rPr>
              <a:t>s</a:t>
            </a:r>
            <a:r>
              <a:rPr sz="1700" spc="-7" dirty="0">
                <a:latin typeface="Times New Roman"/>
                <a:cs typeface="Times New Roman"/>
              </a:rPr>
              <a:t> </a:t>
            </a:r>
            <a:r>
              <a:rPr sz="1700" spc="-2" dirty="0">
                <a:latin typeface="Times New Roman"/>
                <a:cs typeface="Times New Roman"/>
              </a:rPr>
              <a:t>it</a:t>
            </a:r>
            <a:r>
              <a:rPr sz="1700" spc="-5" dirty="0">
                <a:latin typeface="Times New Roman"/>
                <a:cs typeface="Times New Roman"/>
              </a:rPr>
              <a:t> do</a:t>
            </a:r>
            <a:r>
              <a:rPr sz="1700" spc="-7" dirty="0">
                <a:latin typeface="Times New Roman"/>
                <a:cs typeface="Times New Roman"/>
              </a:rPr>
              <a:t>e</a:t>
            </a:r>
            <a:r>
              <a:rPr sz="1700" dirty="0">
                <a:latin typeface="Times New Roman"/>
                <a:cs typeface="Times New Roman"/>
              </a:rPr>
              <a:t>s</a:t>
            </a:r>
            <a:r>
              <a:rPr sz="1700" spc="-7" dirty="0">
                <a:latin typeface="Times New Roman"/>
                <a:cs typeface="Times New Roman"/>
              </a:rPr>
              <a:t> </a:t>
            </a:r>
            <a:r>
              <a:rPr sz="1700" spc="-5" dirty="0">
                <a:latin typeface="Times New Roman"/>
                <a:cs typeface="Times New Roman"/>
              </a:rPr>
              <a:t>not </a:t>
            </a:r>
            <a:r>
              <a:rPr sz="1700" spc="-7" dirty="0">
                <a:latin typeface="Times New Roman"/>
                <a:cs typeface="Times New Roman"/>
              </a:rPr>
              <a:t>acc</a:t>
            </a:r>
            <a:r>
              <a:rPr sz="1700" spc="-5" dirty="0">
                <a:latin typeface="Times New Roman"/>
                <a:cs typeface="Times New Roman"/>
              </a:rPr>
              <a:t>ount</a:t>
            </a:r>
            <a:r>
              <a:rPr sz="1700" dirty="0">
                <a:latin typeface="Times New Roman"/>
                <a:cs typeface="Times New Roman"/>
              </a:rPr>
              <a:t> for</a:t>
            </a:r>
            <a:r>
              <a:rPr sz="1700" spc="-10"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7"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 </a:t>
            </a:r>
            <a:r>
              <a:rPr sz="1700" spc="-2" dirty="0">
                <a:latin typeface="Times New Roman"/>
                <a:cs typeface="Times New Roman"/>
              </a:rPr>
              <a:t>that</a:t>
            </a:r>
            <a:r>
              <a:rPr sz="1700" spc="-7"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d</a:t>
            </a:r>
            <a:r>
              <a:rPr sz="1700" spc="-7" dirty="0">
                <a:latin typeface="Times New Roman"/>
                <a:cs typeface="Times New Roman"/>
              </a:rPr>
              <a:t> a</a:t>
            </a:r>
            <a:r>
              <a:rPr sz="1700" dirty="0">
                <a:latin typeface="Times New Roman"/>
                <a:cs typeface="Times New Roman"/>
              </a:rPr>
              <a:t>n</a:t>
            </a:r>
            <a:r>
              <a:rPr sz="1700" spc="-7" dirty="0">
                <a:latin typeface="Times New Roman"/>
                <a:cs typeface="Times New Roman"/>
              </a:rPr>
              <a:t> </a:t>
            </a:r>
            <a:r>
              <a:rPr sz="1700" spc="-2" dirty="0">
                <a:latin typeface="Times New Roman"/>
                <a:cs typeface="Times New Roman"/>
              </a:rPr>
              <a:t>i</a:t>
            </a:r>
            <a:r>
              <a:rPr sz="1700" dirty="0">
                <a:latin typeface="Times New Roman"/>
                <a:cs typeface="Times New Roman"/>
              </a:rPr>
              <a:t>n</a:t>
            </a:r>
            <a:r>
              <a:rPr sz="1700" spc="-2" dirty="0">
                <a:latin typeface="Times New Roman"/>
                <a:cs typeface="Times New Roman"/>
              </a:rPr>
              <a:t>itially</a:t>
            </a:r>
            <a:r>
              <a:rPr sz="1700" spc="-7" dirty="0">
                <a:latin typeface="Times New Roman"/>
                <a:cs typeface="Times New Roman"/>
              </a:rPr>
              <a:t> </a:t>
            </a:r>
            <a:r>
              <a:rPr sz="1700" spc="-5" dirty="0">
                <a:latin typeface="Times New Roman"/>
                <a:cs typeface="Times New Roman"/>
              </a:rPr>
              <a:t>high</a:t>
            </a:r>
            <a:r>
              <a:rPr sz="1700" spc="-2" dirty="0">
                <a:latin typeface="Times New Roman"/>
                <a:cs typeface="Times New Roman"/>
              </a:rPr>
              <a:t> </a:t>
            </a:r>
            <a:r>
              <a:rPr sz="1700" spc="-7" dirty="0">
                <a:latin typeface="Times New Roman"/>
                <a:cs typeface="Times New Roman"/>
              </a:rPr>
              <a:t>ac</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5" dirty="0">
                <a:latin typeface="Times New Roman"/>
                <a:cs typeface="Times New Roman"/>
              </a:rPr>
              <a:t>then</a:t>
            </a:r>
            <a:r>
              <a:rPr sz="1700" spc="-2" dirty="0">
                <a:latin typeface="Times New Roman"/>
                <a:cs typeface="Times New Roman"/>
              </a:rPr>
              <a:t> w</a:t>
            </a:r>
            <a:r>
              <a:rPr sz="1700" spc="-7" dirty="0">
                <a:latin typeface="Times New Roman"/>
                <a:cs typeface="Times New Roman"/>
              </a:rPr>
              <a:t>a</a:t>
            </a:r>
            <a:r>
              <a:rPr sz="1700" dirty="0">
                <a:latin typeface="Times New Roman"/>
                <a:cs typeface="Times New Roman"/>
              </a:rPr>
              <a:t>s</a:t>
            </a:r>
            <a:r>
              <a:rPr sz="1700" spc="5" dirty="0">
                <a:latin typeface="Times New Roman"/>
                <a:cs typeface="Times New Roman"/>
              </a:rPr>
              <a:t> </a:t>
            </a:r>
            <a:r>
              <a:rPr sz="1700" spc="-5" dirty="0">
                <a:latin typeface="Times New Roman"/>
                <a:cs typeface="Times New Roman"/>
              </a:rPr>
              <a:t>not</a:t>
            </a:r>
            <a:r>
              <a:rPr sz="1700" dirty="0">
                <a:latin typeface="Times New Roman"/>
                <a:cs typeface="Times New Roman"/>
              </a:rPr>
              <a:t> </a:t>
            </a:r>
            <a:r>
              <a:rPr sz="1700" spc="-5" dirty="0">
                <a:latin typeface="Times New Roman"/>
                <a:cs typeface="Times New Roman"/>
              </a:rPr>
              <a:t>a</a:t>
            </a:r>
            <a:r>
              <a:rPr sz="1700" spc="-10" dirty="0">
                <a:latin typeface="Times New Roman"/>
                <a:cs typeface="Times New Roman"/>
              </a:rPr>
              <a:t>c</a:t>
            </a:r>
            <a:r>
              <a:rPr sz="1700" spc="-7" dirty="0">
                <a:latin typeface="Times New Roman"/>
                <a:cs typeface="Times New Roman"/>
              </a:rPr>
              <a:t>ce</a:t>
            </a:r>
            <a:r>
              <a:rPr sz="1700" spc="-2" dirty="0">
                <a:latin typeface="Times New Roman"/>
                <a:cs typeface="Times New Roman"/>
              </a:rPr>
              <a:t>s</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d for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long</a:t>
            </a:r>
            <a:r>
              <a:rPr sz="1700" spc="-2" dirty="0">
                <a:latin typeface="Times New Roman"/>
                <a:cs typeface="Times New Roman"/>
              </a:rPr>
              <a:t> </a:t>
            </a:r>
            <a:r>
              <a:rPr sz="1700" spc="-5" dirty="0">
                <a:latin typeface="Times New Roman"/>
                <a:cs typeface="Times New Roman"/>
              </a:rPr>
              <a:t>tim</a:t>
            </a:r>
            <a:r>
              <a:rPr sz="1700" spc="-7" dirty="0">
                <a:latin typeface="Times New Roman"/>
                <a:cs typeface="Times New Roman"/>
              </a:rPr>
              <a:t>e</a:t>
            </a:r>
            <a:r>
              <a:rPr sz="1700" dirty="0">
                <a:latin typeface="Times New Roman"/>
                <a:cs typeface="Times New Roman"/>
              </a:rPr>
              <a:t>.</a:t>
            </a:r>
          </a:p>
          <a:p>
            <a:pPr>
              <a:spcBef>
                <a:spcPts val="26"/>
              </a:spcBef>
            </a:pPr>
            <a:endParaRPr sz="1700" dirty="0">
              <a:latin typeface="Times New Roman"/>
              <a:cs typeface="Times New Roman"/>
            </a:endParaRPr>
          </a:p>
          <a:p>
            <a:pPr marL="115760" indent="-109651">
              <a:buFont typeface="Times New Roman"/>
              <a:buAutoNum type="arabicPeriod" startAt="4"/>
              <a:tabLst>
                <a:tab pos="116065" algn="l"/>
              </a:tabLst>
            </a:pPr>
            <a:r>
              <a:rPr lang="en-US" sz="1700" b="1" spc="-2" dirty="0">
                <a:latin typeface="Times New Roman"/>
                <a:cs typeface="Times New Roman"/>
              </a:rPr>
              <a:t> </a:t>
            </a:r>
            <a:r>
              <a:rPr sz="1700" b="1" spc="-2" dirty="0">
                <a:latin typeface="Times New Roman"/>
                <a:cs typeface="Times New Roman"/>
              </a:rPr>
              <a:t>Ran</a:t>
            </a:r>
            <a:r>
              <a:rPr sz="1700" b="1" spc="2" dirty="0">
                <a:latin typeface="Times New Roman"/>
                <a:cs typeface="Times New Roman"/>
              </a:rPr>
              <a:t>d</a:t>
            </a:r>
            <a:r>
              <a:rPr sz="1700" b="1" dirty="0">
                <a:latin typeface="Times New Roman"/>
                <a:cs typeface="Times New Roman"/>
              </a:rPr>
              <a:t>om</a:t>
            </a:r>
            <a:r>
              <a:rPr sz="1700" b="1" spc="2" dirty="0">
                <a:latin typeface="Times New Roman"/>
                <a:cs typeface="Times New Roman"/>
              </a:rPr>
              <a:t> </a:t>
            </a:r>
            <a:r>
              <a:rPr sz="1700" b="1" spc="-2" dirty="0">
                <a:latin typeface="Times New Roman"/>
                <a:cs typeface="Times New Roman"/>
              </a:rPr>
              <a:t>R</a:t>
            </a:r>
            <a:r>
              <a:rPr sz="1700" b="1" spc="-5" dirty="0">
                <a:latin typeface="Times New Roman"/>
                <a:cs typeface="Times New Roman"/>
              </a:rPr>
              <a:t>e</a:t>
            </a:r>
            <a:r>
              <a:rPr sz="1700" b="1" dirty="0">
                <a:latin typeface="Times New Roman"/>
                <a:cs typeface="Times New Roman"/>
              </a:rPr>
              <a:t>p</a:t>
            </a:r>
            <a:r>
              <a:rPr sz="1700" b="1" spc="-2" dirty="0">
                <a:latin typeface="Times New Roman"/>
                <a:cs typeface="Times New Roman"/>
              </a:rPr>
              <a:t>lac</a:t>
            </a:r>
            <a:r>
              <a:rPr sz="1700" b="1" spc="-10" dirty="0">
                <a:latin typeface="Times New Roman"/>
                <a:cs typeface="Times New Roman"/>
              </a:rPr>
              <a:t>e</a:t>
            </a:r>
            <a:r>
              <a:rPr sz="1700" b="1" spc="2" dirty="0">
                <a:latin typeface="Times New Roman"/>
                <a:cs typeface="Times New Roman"/>
              </a:rPr>
              <a:t>m</a:t>
            </a:r>
            <a:r>
              <a:rPr sz="1700" b="1" spc="-7" dirty="0">
                <a:latin typeface="Times New Roman"/>
                <a:cs typeface="Times New Roman"/>
              </a:rPr>
              <a:t>e</a:t>
            </a:r>
            <a:r>
              <a:rPr sz="1700" b="1" dirty="0">
                <a:latin typeface="Times New Roman"/>
                <a:cs typeface="Times New Roman"/>
              </a:rPr>
              <a:t>nt </a:t>
            </a:r>
            <a:r>
              <a:rPr sz="1700" b="1" spc="-10" dirty="0">
                <a:latin typeface="Times New Roman"/>
                <a:cs typeface="Times New Roman"/>
              </a:rPr>
              <a:t>(</a:t>
            </a:r>
            <a:r>
              <a:rPr sz="1700" b="1" spc="-2" dirty="0">
                <a:latin typeface="Times New Roman"/>
                <a:cs typeface="Times New Roman"/>
              </a:rPr>
              <a:t>RR</a:t>
            </a:r>
            <a:r>
              <a:rPr sz="1700" b="1" spc="2" dirty="0">
                <a:latin typeface="Times New Roman"/>
                <a:cs typeface="Times New Roman"/>
              </a:rPr>
              <a:t>)</a:t>
            </a:r>
            <a:r>
              <a:rPr sz="1700" b="1" dirty="0">
                <a:latin typeface="Times New Roman"/>
                <a:cs typeface="Times New Roman"/>
              </a:rPr>
              <a:t>:</a:t>
            </a:r>
            <a:endParaRPr sz="1700" dirty="0">
              <a:latin typeface="Times New Roman"/>
              <a:cs typeface="Times New Roman"/>
            </a:endParaRPr>
          </a:p>
          <a:p>
            <a:pPr marL="115760" marR="3971" algn="just">
              <a:spcBef>
                <a:spcPts val="31"/>
              </a:spcBef>
            </a:pPr>
            <a:r>
              <a:rPr sz="1700" spc="-5" dirty="0">
                <a:latin typeface="Times New Roman"/>
                <a:cs typeface="Times New Roman"/>
              </a:rPr>
              <a:t>This</a:t>
            </a:r>
            <a:r>
              <a:rPr sz="1700" spc="34" dirty="0">
                <a:latin typeface="Times New Roman"/>
                <a:cs typeface="Times New Roman"/>
              </a:rPr>
              <a:t> </a:t>
            </a:r>
            <a:r>
              <a:rPr sz="1700" spc="-7" dirty="0">
                <a:latin typeface="Times New Roman"/>
                <a:cs typeface="Times New Roman"/>
              </a:rPr>
              <a:t>a</a:t>
            </a:r>
            <a:r>
              <a:rPr sz="1700" spc="-5" dirty="0">
                <a:latin typeface="Times New Roman"/>
                <a:cs typeface="Times New Roman"/>
              </a:rPr>
              <a:t>lgorithm</a:t>
            </a:r>
            <a:r>
              <a:rPr sz="1700" spc="34" dirty="0">
                <a:latin typeface="Times New Roman"/>
                <a:cs typeface="Times New Roman"/>
              </a:rPr>
              <a:t> </a:t>
            </a:r>
            <a:r>
              <a:rPr sz="1700" spc="-2" dirty="0">
                <a:latin typeface="Times New Roman"/>
                <a:cs typeface="Times New Roman"/>
              </a:rPr>
              <a:t>r</a:t>
            </a:r>
            <a:r>
              <a:rPr sz="1700" spc="-10" dirty="0">
                <a:latin typeface="Times New Roman"/>
                <a:cs typeface="Times New Roman"/>
              </a:rPr>
              <a:t>a</a:t>
            </a:r>
            <a:r>
              <a:rPr sz="1700" spc="-5" dirty="0">
                <a:latin typeface="Times New Roman"/>
                <a:cs typeface="Times New Roman"/>
              </a:rPr>
              <a:t>ndoml</a:t>
            </a:r>
            <a:r>
              <a:rPr sz="1700" dirty="0">
                <a:latin typeface="Times New Roman"/>
                <a:cs typeface="Times New Roman"/>
              </a:rPr>
              <a:t>y</a:t>
            </a:r>
            <a:r>
              <a:rPr sz="1700" spc="38" dirty="0">
                <a:latin typeface="Times New Roman"/>
                <a:cs typeface="Times New Roman"/>
              </a:rPr>
              <a:t> </a:t>
            </a:r>
            <a:r>
              <a:rPr sz="1700" spc="-2" dirty="0">
                <a:latin typeface="Times New Roman"/>
                <a:cs typeface="Times New Roman"/>
              </a:rPr>
              <a:t>sele</a:t>
            </a:r>
            <a:r>
              <a:rPr sz="1700" spc="-10" dirty="0">
                <a:latin typeface="Times New Roman"/>
                <a:cs typeface="Times New Roman"/>
              </a:rPr>
              <a:t>c</a:t>
            </a:r>
            <a:r>
              <a:rPr sz="1700" spc="-2" dirty="0">
                <a:latin typeface="Times New Roman"/>
                <a:cs typeface="Times New Roman"/>
              </a:rPr>
              <a:t>ts</a:t>
            </a:r>
            <a:r>
              <a:rPr sz="1700" spc="41"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34" dirty="0">
                <a:latin typeface="Times New Roman"/>
                <a:cs typeface="Times New Roman"/>
              </a:rPr>
              <a:t> </a:t>
            </a:r>
            <a:r>
              <a:rPr sz="1700" spc="-5" dirty="0">
                <a:latin typeface="Times New Roman"/>
                <a:cs typeface="Times New Roman"/>
              </a:rPr>
              <a:t>obje</a:t>
            </a:r>
            <a:r>
              <a:rPr sz="1700" spc="-10" dirty="0">
                <a:latin typeface="Times New Roman"/>
                <a:cs typeface="Times New Roman"/>
              </a:rPr>
              <a:t>c</a:t>
            </a:r>
            <a:r>
              <a:rPr sz="1700" spc="-2" dirty="0">
                <a:latin typeface="Times New Roman"/>
                <a:cs typeface="Times New Roman"/>
              </a:rPr>
              <a:t>t</a:t>
            </a:r>
            <a:r>
              <a:rPr sz="1700" spc="38"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dirty="0">
                <a:latin typeface="Times New Roman"/>
                <a:cs typeface="Times New Roman"/>
              </a:rPr>
              <a:t>n</a:t>
            </a:r>
            <a:r>
              <a:rPr sz="1700" spc="38" dirty="0">
                <a:latin typeface="Times New Roman"/>
                <a:cs typeface="Times New Roman"/>
              </a:rPr>
              <a:t> </a:t>
            </a:r>
            <a:r>
              <a:rPr sz="1700" spc="-2" dirty="0">
                <a:latin typeface="Times New Roman"/>
                <a:cs typeface="Times New Roman"/>
              </a:rPr>
              <a:t>it</a:t>
            </a:r>
            <a:r>
              <a:rPr sz="1700" spc="34"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s</a:t>
            </a:r>
            <a:r>
              <a:rPr sz="1700" spc="34" dirty="0">
                <a:latin typeface="Times New Roman"/>
                <a:cs typeface="Times New Roman"/>
              </a:rPr>
              <a:t> </a:t>
            </a:r>
            <a:r>
              <a:rPr sz="1700" spc="-5" dirty="0">
                <a:latin typeface="Times New Roman"/>
                <a:cs typeface="Times New Roman"/>
              </a:rPr>
              <a:t>maximum</a:t>
            </a:r>
            <a:r>
              <a:rPr sz="1700" spc="34"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spc="-5" dirty="0">
                <a:latin typeface="Times New Roman"/>
                <a:cs typeface="Times New Roman"/>
              </a:rPr>
              <a:t>p</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it</a:t>
            </a:r>
            <a:r>
              <a:rPr sz="1700" dirty="0">
                <a:latin typeface="Times New Roman"/>
                <a:cs typeface="Times New Roman"/>
              </a:rPr>
              <a:t>y.</a:t>
            </a:r>
            <a:r>
              <a:rPr sz="1700" spc="38" dirty="0">
                <a:latin typeface="Times New Roman"/>
                <a:cs typeface="Times New Roman"/>
              </a:rPr>
              <a:t> </a:t>
            </a:r>
            <a:r>
              <a:rPr sz="1700" spc="-10" dirty="0">
                <a:latin typeface="Times New Roman"/>
                <a:cs typeface="Times New Roman"/>
              </a:rPr>
              <a:t>I</a:t>
            </a:r>
            <a:r>
              <a:rPr sz="1700" spc="-2" dirty="0">
                <a:latin typeface="Times New Roman"/>
                <a:cs typeface="Times New Roman"/>
              </a:rPr>
              <a:t>t</a:t>
            </a:r>
            <a:r>
              <a:rPr sz="1700" spc="34"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 </a:t>
            </a:r>
            <a:r>
              <a:rPr sz="1700" spc="-2" dirty="0">
                <a:latin typeface="Times New Roman"/>
                <a:cs typeface="Times New Roman"/>
              </a:rPr>
              <a:t>the</a:t>
            </a:r>
            <a:r>
              <a:rPr sz="1700" spc="10"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fit</a:t>
            </a:r>
            <a:r>
              <a:rPr sz="1700" spc="10" dirty="0">
                <a:latin typeface="Times New Roman"/>
                <a:cs typeface="Times New Roman"/>
              </a:rPr>
              <a:t> </a:t>
            </a:r>
            <a:r>
              <a:rPr sz="1700" dirty="0">
                <a:latin typeface="Times New Roman"/>
                <a:cs typeface="Times New Roman"/>
              </a:rPr>
              <a:t>of</a:t>
            </a:r>
            <a:r>
              <a:rPr sz="1700" spc="7" dirty="0">
                <a:latin typeface="Times New Roman"/>
                <a:cs typeface="Times New Roman"/>
              </a:rPr>
              <a:t> </a:t>
            </a:r>
            <a:r>
              <a:rPr sz="1700" spc="-5" dirty="0">
                <a:latin typeface="Times New Roman"/>
                <a:cs typeface="Times New Roman"/>
              </a:rPr>
              <a:t>not</a:t>
            </a:r>
            <a:r>
              <a:rPr sz="1700" spc="12" dirty="0">
                <a:latin typeface="Times New Roman"/>
                <a:cs typeface="Times New Roman"/>
              </a:rPr>
              <a:t> </a:t>
            </a:r>
            <a:r>
              <a:rPr sz="1700" spc="-5" dirty="0">
                <a:latin typeface="Times New Roman"/>
                <a:cs typeface="Times New Roman"/>
              </a:rPr>
              <a:t>k</a:t>
            </a:r>
            <a:r>
              <a:rPr sz="1700" spc="-7" dirty="0">
                <a:latin typeface="Times New Roman"/>
                <a:cs typeface="Times New Roman"/>
              </a:rPr>
              <a:t>ee</a:t>
            </a:r>
            <a:r>
              <a:rPr sz="1700" spc="-5" dirty="0">
                <a:latin typeface="Times New Roman"/>
                <a:cs typeface="Times New Roman"/>
              </a:rPr>
              <a:t>ping</a:t>
            </a:r>
            <a:r>
              <a:rPr sz="1700" spc="12" dirty="0">
                <a:latin typeface="Times New Roman"/>
                <a:cs typeface="Times New Roman"/>
              </a:rPr>
              <a:t> </a:t>
            </a:r>
            <a:r>
              <a:rPr sz="1700" spc="-7" dirty="0">
                <a:latin typeface="Times New Roman"/>
                <a:cs typeface="Times New Roman"/>
              </a:rPr>
              <a:t>a</a:t>
            </a:r>
            <a:r>
              <a:rPr sz="1700" dirty="0">
                <a:latin typeface="Times New Roman"/>
                <a:cs typeface="Times New Roman"/>
              </a:rPr>
              <a:t>ny</a:t>
            </a:r>
            <a:r>
              <a:rPr sz="1700" spc="1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fer</a:t>
            </a:r>
            <a:r>
              <a:rPr sz="1700" spc="-10" dirty="0">
                <a:latin typeface="Times New Roman"/>
                <a:cs typeface="Times New Roman"/>
              </a:rPr>
              <a:t>e</a:t>
            </a:r>
            <a:r>
              <a:rPr sz="1700" spc="-5" dirty="0">
                <a:latin typeface="Times New Roman"/>
                <a:cs typeface="Times New Roman"/>
              </a:rPr>
              <a:t>n</a:t>
            </a:r>
            <a:r>
              <a:rPr sz="1700" spc="-2" dirty="0">
                <a:latin typeface="Times New Roman"/>
                <a:cs typeface="Times New Roman"/>
              </a:rPr>
              <a:t>c</a:t>
            </a:r>
            <a:r>
              <a:rPr sz="1700" spc="-5" dirty="0">
                <a:latin typeface="Times New Roman"/>
                <a:cs typeface="Times New Roman"/>
              </a:rPr>
              <a:t>e</a:t>
            </a:r>
            <a:r>
              <a:rPr sz="1700" spc="7" dirty="0">
                <a:latin typeface="Times New Roman"/>
                <a:cs typeface="Times New Roman"/>
              </a:rPr>
              <a:t> </a:t>
            </a:r>
            <a:r>
              <a:rPr sz="1700" dirty="0">
                <a:latin typeface="Times New Roman"/>
                <a:cs typeface="Times New Roman"/>
              </a:rPr>
              <a:t>or</a:t>
            </a:r>
            <a:r>
              <a:rPr sz="1700" spc="7" dirty="0">
                <a:latin typeface="Times New Roman"/>
                <a:cs typeface="Times New Roman"/>
              </a:rPr>
              <a:t> </a:t>
            </a:r>
            <a:r>
              <a:rPr sz="1700" spc="-2" dirty="0">
                <a:latin typeface="Times New Roman"/>
                <a:cs typeface="Times New Roman"/>
              </a:rPr>
              <a:t>his</a:t>
            </a:r>
            <a:r>
              <a:rPr sz="1700" dirty="0">
                <a:latin typeface="Times New Roman"/>
                <a:cs typeface="Times New Roman"/>
              </a:rPr>
              <a:t>tory</a:t>
            </a:r>
            <a:r>
              <a:rPr sz="1700" spc="7" dirty="0">
                <a:latin typeface="Times New Roman"/>
                <a:cs typeface="Times New Roman"/>
              </a:rPr>
              <a:t> </a:t>
            </a:r>
            <a:r>
              <a:rPr sz="1700" dirty="0">
                <a:latin typeface="Times New Roman"/>
                <a:cs typeface="Times New Roman"/>
              </a:rPr>
              <a:t>of</a:t>
            </a:r>
            <a:r>
              <a:rPr sz="1700" spc="7" dirty="0">
                <a:latin typeface="Times New Roman"/>
                <a:cs typeface="Times New Roman"/>
              </a:rPr>
              <a:t> </a:t>
            </a:r>
            <a:r>
              <a:rPr sz="1700" spc="-5" dirty="0">
                <a:latin typeface="Times New Roman"/>
                <a:cs typeface="Times New Roman"/>
              </a:rPr>
              <a:t>obje</a:t>
            </a:r>
            <a:r>
              <a:rPr sz="1700" spc="-10" dirty="0">
                <a:latin typeface="Times New Roman"/>
                <a:cs typeface="Times New Roman"/>
              </a:rPr>
              <a:t>c</a:t>
            </a:r>
            <a:r>
              <a:rPr sz="1700" spc="-2" dirty="0">
                <a:latin typeface="Times New Roman"/>
                <a:cs typeface="Times New Roman"/>
              </a:rPr>
              <a:t>ts</a:t>
            </a:r>
            <a:r>
              <a:rPr sz="1700" spc="1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0"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ing</a:t>
            </a:r>
            <a:r>
              <a:rPr sz="1700" spc="10" dirty="0">
                <a:latin typeface="Times New Roman"/>
                <a:cs typeface="Times New Roman"/>
              </a:rPr>
              <a:t> </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ry</a:t>
            </a:r>
            <a:r>
              <a:rPr sz="1700" spc="7" dirty="0">
                <a:latin typeface="Times New Roman"/>
                <a:cs typeface="Times New Roman"/>
              </a:rPr>
              <a:t> </a:t>
            </a:r>
            <a:r>
              <a:rPr sz="1700" spc="-5" dirty="0">
                <a:latin typeface="Times New Roman"/>
                <a:cs typeface="Times New Roman"/>
              </a:rPr>
              <a:t>si</a:t>
            </a:r>
            <a:r>
              <a:rPr sz="1700" spc="-2" dirty="0">
                <a:latin typeface="Times New Roman"/>
                <a:cs typeface="Times New Roman"/>
              </a:rPr>
              <a:t>mple</a:t>
            </a:r>
            <a:r>
              <a:rPr sz="1700" spc="10" dirty="0">
                <a:latin typeface="Times New Roman"/>
                <a:cs typeface="Times New Roman"/>
              </a:rPr>
              <a:t> </a:t>
            </a:r>
            <a:r>
              <a:rPr sz="1700" spc="-2" dirty="0">
                <a:latin typeface="Times New Roman"/>
                <a:cs typeface="Times New Roman"/>
              </a:rPr>
              <a:t>to </a:t>
            </a:r>
            <a:r>
              <a:rPr sz="1700" spc="-5" dirty="0">
                <a:latin typeface="Times New Roman"/>
                <a:cs typeface="Times New Roman"/>
              </a:rPr>
              <a:t>implem</a:t>
            </a:r>
            <a:r>
              <a:rPr sz="1700" spc="-7" dirty="0">
                <a:latin typeface="Times New Roman"/>
                <a:cs typeface="Times New Roman"/>
              </a:rPr>
              <a:t>e</a:t>
            </a:r>
            <a:r>
              <a:rPr sz="1700" spc="-2" dirty="0">
                <a:latin typeface="Times New Roman"/>
                <a:cs typeface="Times New Roman"/>
              </a:rPr>
              <a:t>nt</a:t>
            </a:r>
            <a:r>
              <a:rPr sz="1700" dirty="0">
                <a:latin typeface="Times New Roman"/>
                <a:cs typeface="Times New Roman"/>
              </a:rPr>
              <a:t> </a:t>
            </a:r>
            <a:r>
              <a:rPr sz="1700" spc="-2" dirty="0">
                <a:latin typeface="Times New Roman"/>
                <a:cs typeface="Times New Roman"/>
              </a:rPr>
              <a:t>at</a:t>
            </a:r>
            <a:r>
              <a:rPr sz="1700" dirty="0">
                <a:latin typeface="Times New Roman"/>
                <a:cs typeface="Times New Roman"/>
              </a:rPr>
              <a:t> </a:t>
            </a:r>
            <a:r>
              <a:rPr sz="1700" spc="-2" dirty="0">
                <a:latin typeface="Times New Roman"/>
                <a:cs typeface="Times New Roman"/>
              </a:rPr>
              <a:t>the s</a:t>
            </a:r>
            <a:r>
              <a:rPr sz="1700" spc="-5" dirty="0">
                <a:latin typeface="Times New Roman"/>
                <a:cs typeface="Times New Roman"/>
              </a:rPr>
              <a:t>ame</a:t>
            </a:r>
            <a:r>
              <a:rPr sz="1700" dirty="0">
                <a:latin typeface="Times New Roman"/>
                <a:cs typeface="Times New Roman"/>
              </a:rPr>
              <a:t> </a:t>
            </a:r>
            <a:r>
              <a:rPr sz="1700" spc="-5" dirty="0">
                <a:latin typeface="Times New Roman"/>
                <a:cs typeface="Times New Roman"/>
              </a:rPr>
              <a:t>tim</a:t>
            </a:r>
            <a:r>
              <a:rPr sz="1700" spc="-7" dirty="0">
                <a:latin typeface="Times New Roman"/>
                <a:cs typeface="Times New Roman"/>
              </a:rPr>
              <a:t>e</a:t>
            </a:r>
            <a:r>
              <a:rPr sz="1700" dirty="0">
                <a:latin typeface="Times New Roman"/>
                <a:cs typeface="Times New Roman"/>
              </a:rPr>
              <a:t>.</a:t>
            </a:r>
          </a:p>
          <a:p>
            <a:pPr>
              <a:spcBef>
                <a:spcPts val="9"/>
              </a:spcBef>
            </a:pPr>
            <a:endParaRPr sz="1700" dirty="0">
              <a:latin typeface="Times New Roman"/>
              <a:cs typeface="Times New Roman"/>
            </a:endParaRPr>
          </a:p>
          <a:p>
            <a:pPr marL="115760" algn="just"/>
            <a:r>
              <a:rPr sz="1700" spc="-5" dirty="0">
                <a:latin typeface="Times New Roman"/>
                <a:cs typeface="Times New Roman"/>
              </a:rPr>
              <a:t>This</a:t>
            </a:r>
            <a:r>
              <a:rPr sz="1700" spc="-2" dirty="0">
                <a:latin typeface="Times New Roman"/>
                <a:cs typeface="Times New Roman"/>
              </a:rPr>
              <a:t> </a:t>
            </a:r>
            <a:r>
              <a:rPr sz="1700" spc="-5" dirty="0">
                <a:latin typeface="Times New Roman"/>
                <a:cs typeface="Times New Roman"/>
              </a:rPr>
              <a:t>algorithm</a:t>
            </a:r>
            <a:r>
              <a:rPr sz="1700" dirty="0">
                <a:latin typeface="Times New Roman"/>
                <a:cs typeface="Times New Roman"/>
              </a:rPr>
              <a:t> has </a:t>
            </a:r>
            <a:r>
              <a:rPr sz="1700" spc="-5" dirty="0">
                <a:latin typeface="Times New Roman"/>
                <a:cs typeface="Times New Roman"/>
              </a:rPr>
              <a:t>b</a:t>
            </a:r>
            <a:r>
              <a:rPr sz="1700" spc="-10" dirty="0">
                <a:latin typeface="Times New Roman"/>
                <a:cs typeface="Times New Roman"/>
              </a:rPr>
              <a:t>e</a:t>
            </a:r>
            <a:r>
              <a:rPr sz="1700" spc="-7" dirty="0">
                <a:latin typeface="Times New Roman"/>
                <a:cs typeface="Times New Roman"/>
              </a:rPr>
              <a:t>e</a:t>
            </a:r>
            <a:r>
              <a:rPr sz="1700" dirty="0">
                <a:latin typeface="Times New Roman"/>
                <a:cs typeface="Times New Roman"/>
              </a:rPr>
              <a:t>n</a:t>
            </a:r>
            <a:r>
              <a:rPr sz="1700" spc="5"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 </a:t>
            </a:r>
            <a:r>
              <a:rPr sz="1700" spc="-2" dirty="0">
                <a:latin typeface="Times New Roman"/>
                <a:cs typeface="Times New Roman"/>
              </a:rPr>
              <a:t>in A</a:t>
            </a:r>
            <a:r>
              <a:rPr sz="1700" dirty="0">
                <a:latin typeface="Times New Roman"/>
                <a:cs typeface="Times New Roman"/>
              </a:rPr>
              <a:t>RM</a:t>
            </a:r>
            <a:r>
              <a:rPr sz="1700" spc="-2" dirty="0">
                <a:latin typeface="Times New Roman"/>
                <a:cs typeface="Times New Roman"/>
              </a:rPr>
              <a:t> </a:t>
            </a:r>
            <a:r>
              <a:rPr sz="1700" spc="-5" dirty="0">
                <a:latin typeface="Times New Roman"/>
                <a:cs typeface="Times New Roman"/>
              </a:rPr>
              <a:t>pro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ssor</a:t>
            </a:r>
            <a:r>
              <a:rPr sz="1700" dirty="0">
                <a:latin typeface="Times New Roman"/>
                <a:cs typeface="Times New Roman"/>
              </a:rPr>
              <a:t>s</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the </a:t>
            </a:r>
            <a:r>
              <a:rPr sz="1700" spc="-5" dirty="0">
                <a:latin typeface="Times New Roman"/>
                <a:cs typeface="Times New Roman"/>
              </a:rPr>
              <a:t>f</a:t>
            </a:r>
            <a:r>
              <a:rPr sz="1700" spc="-7" dirty="0">
                <a:latin typeface="Times New Roman"/>
                <a:cs typeface="Times New Roman"/>
              </a:rPr>
              <a:t>a</a:t>
            </a:r>
            <a:r>
              <a:rPr sz="1700" spc="-5" dirty="0">
                <a:latin typeface="Times New Roman"/>
                <a:cs typeface="Times New Roman"/>
              </a:rPr>
              <a:t>mous</a:t>
            </a:r>
            <a:r>
              <a:rPr sz="1700" spc="5" dirty="0">
                <a:latin typeface="Times New Roman"/>
                <a:cs typeface="Times New Roman"/>
              </a:rPr>
              <a:t> </a:t>
            </a:r>
            <a:r>
              <a:rPr sz="1700" spc="-10" dirty="0">
                <a:latin typeface="Times New Roman"/>
                <a:cs typeface="Times New Roman"/>
              </a:rPr>
              <a:t>I</a:t>
            </a:r>
            <a:r>
              <a:rPr sz="1700" spc="-2" dirty="0">
                <a:latin typeface="Times New Roman"/>
                <a:cs typeface="Times New Roman"/>
              </a:rPr>
              <a:t>ntel</a:t>
            </a:r>
            <a:r>
              <a:rPr sz="1700" dirty="0">
                <a:latin typeface="Times New Roman"/>
                <a:cs typeface="Times New Roman"/>
              </a:rPr>
              <a:t> </a:t>
            </a:r>
            <a:r>
              <a:rPr sz="1700" spc="-5" dirty="0">
                <a:latin typeface="Times New Roman"/>
                <a:cs typeface="Times New Roman"/>
              </a:rPr>
              <a:t>i86</a:t>
            </a:r>
            <a:r>
              <a:rPr sz="1700" dirty="0">
                <a:latin typeface="Times New Roman"/>
                <a:cs typeface="Times New Roman"/>
              </a:rPr>
              <a:t>0.</a:t>
            </a:r>
          </a:p>
        </p:txBody>
      </p:sp>
    </p:spTree>
    <p:extLst>
      <p:ext uri="{BB962C8B-B14F-4D97-AF65-F5344CB8AC3E}">
        <p14:creationId xmlns:p14="http://schemas.microsoft.com/office/powerpoint/2010/main" val="26968280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F4960-D8C1-C1E4-2559-7F58E64D51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9E27E11-061D-844B-5AC5-F0E7EEDC531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F4224F81-596D-55F3-BF36-C881E11F5D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64B03772-1A57-1841-C267-ABCEB0491C1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C7C7273-6ACE-FC05-4DE1-E578CCA121D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66800" y="592542"/>
            <a:ext cx="6934200" cy="4167808"/>
          </a:xfrm>
          <a:prstGeom prst="rect">
            <a:avLst/>
          </a:prstGeom>
        </p:spPr>
        <p:txBody>
          <a:bodyPr vert="horz" wrap="square" lIns="0" tIns="0" rIns="0" bIns="0" rtlCol="0">
            <a:spAutoFit/>
          </a:bodyPr>
          <a:lstStyle/>
          <a:p>
            <a:pPr marL="6109" algn="ctr"/>
            <a:r>
              <a:rPr sz="1700" b="1" spc="-2" dirty="0">
                <a:latin typeface="Times New Roman"/>
                <a:cs typeface="Times New Roman"/>
              </a:rPr>
              <a:t>Ca</a:t>
            </a:r>
            <a:r>
              <a:rPr sz="1700" b="1" spc="-5"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D</a:t>
            </a:r>
            <a:r>
              <a:rPr sz="1700" b="1" spc="-5" dirty="0">
                <a:latin typeface="Times New Roman"/>
                <a:cs typeface="Times New Roman"/>
              </a:rPr>
              <a:t>e</a:t>
            </a:r>
            <a:r>
              <a:rPr sz="1700" b="1" spc="-2" dirty="0">
                <a:latin typeface="Times New Roman"/>
                <a:cs typeface="Times New Roman"/>
              </a:rPr>
              <a:t>sig</a:t>
            </a:r>
            <a:r>
              <a:rPr sz="1700" b="1" dirty="0">
                <a:latin typeface="Times New Roman"/>
                <a:cs typeface="Times New Roman"/>
              </a:rPr>
              <a:t>n</a:t>
            </a:r>
            <a:r>
              <a:rPr sz="1700" b="1" spc="2" dirty="0">
                <a:latin typeface="Times New Roman"/>
                <a:cs typeface="Times New Roman"/>
              </a:rPr>
              <a:t> </a:t>
            </a:r>
            <a:r>
              <a:rPr sz="1700" b="1" spc="-2" dirty="0">
                <a:latin typeface="Times New Roman"/>
                <a:cs typeface="Times New Roman"/>
              </a:rPr>
              <a:t>Iss</a:t>
            </a:r>
            <a:r>
              <a:rPr sz="1700" b="1" spc="2" dirty="0">
                <a:latin typeface="Times New Roman"/>
                <a:cs typeface="Times New Roman"/>
              </a:rPr>
              <a:t>u</a:t>
            </a:r>
            <a:r>
              <a:rPr sz="1700" b="1" spc="-7" dirty="0">
                <a:latin typeface="Times New Roman"/>
                <a:cs typeface="Times New Roman"/>
              </a:rPr>
              <a:t>e</a:t>
            </a:r>
            <a:r>
              <a:rPr sz="1700" b="1" dirty="0">
                <a:latin typeface="Times New Roman"/>
                <a:cs typeface="Times New Roman"/>
              </a:rPr>
              <a:t>s</a:t>
            </a:r>
            <a:endParaRPr sz="1700" dirty="0">
              <a:latin typeface="Times New Roman"/>
              <a:cs typeface="Times New Roman"/>
            </a:endParaRPr>
          </a:p>
          <a:p>
            <a:pPr marL="79413" indent="-73304" algn="just">
              <a:spcBef>
                <a:spcPts val="358"/>
              </a:spcBef>
              <a:buFont typeface="Times New Roman"/>
              <a:buAutoNum type="arabicPeriod"/>
              <a:tabLst>
                <a:tab pos="79413" algn="l"/>
              </a:tabLst>
            </a:pPr>
            <a:r>
              <a:rPr sz="1700" b="1" spc="-2" dirty="0">
                <a:latin typeface="Times New Roman"/>
                <a:cs typeface="Times New Roman"/>
              </a:rPr>
              <a:t>Ca</a:t>
            </a:r>
            <a:r>
              <a:rPr sz="1700" b="1" spc="-5"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Ad</a:t>
            </a:r>
            <a:r>
              <a:rPr sz="1700" b="1" spc="2" dirty="0">
                <a:latin typeface="Times New Roman"/>
                <a:cs typeface="Times New Roman"/>
              </a:rPr>
              <a:t>d</a:t>
            </a:r>
            <a:r>
              <a:rPr sz="1700" b="1" spc="-7" dirty="0">
                <a:latin typeface="Times New Roman"/>
                <a:cs typeface="Times New Roman"/>
              </a:rPr>
              <a:t>re</a:t>
            </a:r>
            <a:r>
              <a:rPr sz="1700" b="1" spc="-2" dirty="0">
                <a:latin typeface="Times New Roman"/>
                <a:cs typeface="Times New Roman"/>
              </a:rPr>
              <a:t>sse</a:t>
            </a:r>
            <a:r>
              <a:rPr sz="1700" b="1" dirty="0">
                <a:latin typeface="Times New Roman"/>
                <a:cs typeface="Times New Roman"/>
              </a:rPr>
              <a:t>s:</a:t>
            </a:r>
            <a:endParaRPr sz="1700" dirty="0">
              <a:latin typeface="Times New Roman"/>
              <a:cs typeface="Times New Roman"/>
            </a:endParaRPr>
          </a:p>
          <a:p>
            <a:pPr marL="6109" marR="3360" algn="just">
              <a:spcBef>
                <a:spcPts val="397"/>
              </a:spcBef>
            </a:pPr>
            <a:r>
              <a:rPr sz="1700" spc="-2" dirty="0">
                <a:latin typeface="Times New Roman"/>
                <a:cs typeface="Times New Roman"/>
              </a:rPr>
              <a:t>-</a:t>
            </a:r>
            <a:r>
              <a:rPr sz="1700" spc="-5" dirty="0">
                <a:latin typeface="Times New Roman"/>
                <a:cs typeface="Times New Roman"/>
              </a:rPr>
              <a:t>Logi</a:t>
            </a:r>
            <a:r>
              <a:rPr sz="1700" spc="-7" dirty="0">
                <a:latin typeface="Times New Roman"/>
                <a:cs typeface="Times New Roman"/>
              </a:rPr>
              <a:t>ca</a:t>
            </a:r>
            <a:r>
              <a:rPr sz="1700" spc="-2" dirty="0">
                <a:latin typeface="Times New Roman"/>
                <a:cs typeface="Times New Roman"/>
              </a:rPr>
              <a:t>l</a:t>
            </a:r>
            <a:r>
              <a:rPr sz="1700" spc="63" dirty="0">
                <a:latin typeface="Times New Roman"/>
                <a:cs typeface="Times New Roman"/>
              </a:rPr>
              <a:t> </a:t>
            </a:r>
            <a:r>
              <a:rPr sz="1700" spc="-5"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7" dirty="0">
                <a:latin typeface="Times New Roman"/>
                <a:cs typeface="Times New Roman"/>
              </a:rPr>
              <a:t>e</a:t>
            </a:r>
            <a:r>
              <a:rPr sz="1700" spc="-2" dirty="0">
                <a:latin typeface="Times New Roman"/>
                <a:cs typeface="Times New Roman"/>
              </a:rPr>
              <a:t>/Virt</a:t>
            </a:r>
            <a:r>
              <a:rPr sz="1700" dirty="0">
                <a:latin typeface="Times New Roman"/>
                <a:cs typeface="Times New Roman"/>
              </a:rPr>
              <a:t>u</a:t>
            </a:r>
            <a:r>
              <a:rPr sz="1700" spc="-7" dirty="0">
                <a:latin typeface="Times New Roman"/>
                <a:cs typeface="Times New Roman"/>
              </a:rPr>
              <a:t>a</a:t>
            </a:r>
            <a:r>
              <a:rPr sz="1700" spc="-2" dirty="0">
                <a:latin typeface="Times New Roman"/>
                <a:cs typeface="Times New Roman"/>
              </a:rPr>
              <a:t>l</a:t>
            </a:r>
            <a:r>
              <a:rPr sz="1700" spc="63" dirty="0">
                <a:latin typeface="Times New Roman"/>
                <a:cs typeface="Times New Roman"/>
              </a:rPr>
              <a:t> </a:t>
            </a:r>
            <a:r>
              <a:rPr sz="1700" spc="-5" dirty="0">
                <a:latin typeface="Times New Roman"/>
                <a:cs typeface="Times New Roman"/>
              </a:rPr>
              <a:t>C</a:t>
            </a:r>
            <a:r>
              <a:rPr sz="1700" spc="-7" dirty="0">
                <a:latin typeface="Times New Roman"/>
                <a:cs typeface="Times New Roman"/>
              </a:rPr>
              <a:t>ac</a:t>
            </a:r>
            <a:r>
              <a:rPr sz="1700" spc="-5" dirty="0">
                <a:latin typeface="Times New Roman"/>
                <a:cs typeface="Times New Roman"/>
              </a:rPr>
              <a:t>he</a:t>
            </a:r>
            <a:r>
              <a:rPr sz="1700" spc="60" dirty="0">
                <a:latin typeface="Times New Roman"/>
                <a:cs typeface="Times New Roman"/>
              </a:rPr>
              <a:t> </a:t>
            </a:r>
            <a:r>
              <a:rPr sz="1700" spc="-5" dirty="0">
                <a:latin typeface="Times New Roman"/>
                <a:cs typeface="Times New Roman"/>
              </a:rPr>
              <a:t>store</a:t>
            </a:r>
            <a:r>
              <a:rPr sz="1700" dirty="0">
                <a:latin typeface="Times New Roman"/>
                <a:cs typeface="Times New Roman"/>
              </a:rPr>
              <a:t>s</a:t>
            </a:r>
            <a:r>
              <a:rPr sz="1700" spc="63"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60" dirty="0">
                <a:latin typeface="Times New Roman"/>
                <a:cs typeface="Times New Roman"/>
              </a:rPr>
              <a:t> </a:t>
            </a:r>
            <a:r>
              <a:rPr sz="1700" spc="-5" dirty="0">
                <a:latin typeface="Times New Roman"/>
                <a:cs typeface="Times New Roman"/>
              </a:rPr>
              <a:t>using</a:t>
            </a:r>
            <a:r>
              <a:rPr sz="1700" spc="63" dirty="0">
                <a:latin typeface="Times New Roman"/>
                <a:cs typeface="Times New Roman"/>
              </a:rPr>
              <a:t> </a:t>
            </a:r>
            <a:r>
              <a:rPr sz="1700" spc="-2" dirty="0">
                <a:latin typeface="Times New Roman"/>
                <a:cs typeface="Times New Roman"/>
              </a:rPr>
              <a:t>virtu</a:t>
            </a:r>
            <a:r>
              <a:rPr sz="1700" spc="-7" dirty="0">
                <a:latin typeface="Times New Roman"/>
                <a:cs typeface="Times New Roman"/>
              </a:rPr>
              <a:t>a</a:t>
            </a:r>
            <a:r>
              <a:rPr sz="1700" spc="-2" dirty="0">
                <a:latin typeface="Times New Roman"/>
                <a:cs typeface="Times New Roman"/>
              </a:rPr>
              <a:t>l</a:t>
            </a:r>
            <a:r>
              <a:rPr sz="1700" spc="63"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sses</a:t>
            </a:r>
            <a:r>
              <a:rPr sz="1700" dirty="0">
                <a:latin typeface="Times New Roman"/>
                <a:cs typeface="Times New Roman"/>
              </a:rPr>
              <a:t>. </a:t>
            </a:r>
            <a:r>
              <a:rPr sz="1700" spc="-67" dirty="0">
                <a:latin typeface="Times New Roman"/>
                <a:cs typeface="Times New Roman"/>
              </a:rPr>
              <a:t> </a:t>
            </a:r>
            <a:r>
              <a:rPr sz="1700" spc="-10" dirty="0">
                <a:latin typeface="Times New Roman"/>
                <a:cs typeface="Times New Roman"/>
              </a:rPr>
              <a:t>I</a:t>
            </a:r>
            <a:r>
              <a:rPr sz="1700" spc="-2" dirty="0">
                <a:latin typeface="Times New Roman"/>
                <a:cs typeface="Times New Roman"/>
              </a:rPr>
              <a:t>t</a:t>
            </a:r>
            <a:r>
              <a:rPr sz="1700" spc="63" dirty="0">
                <a:latin typeface="Times New Roman"/>
                <a:cs typeface="Times New Roman"/>
              </a:rPr>
              <a:t> </a:t>
            </a:r>
            <a:r>
              <a:rPr sz="1700" spc="-7" dirty="0">
                <a:latin typeface="Times New Roman"/>
                <a:cs typeface="Times New Roman"/>
              </a:rPr>
              <a:t>a</a:t>
            </a:r>
            <a:r>
              <a:rPr sz="1700" spc="-2" dirty="0">
                <a:latin typeface="Times New Roman"/>
                <a:cs typeface="Times New Roman"/>
              </a:rPr>
              <a:t>c</a:t>
            </a:r>
            <a:r>
              <a:rPr sz="1700" spc="-7" dirty="0">
                <a:latin typeface="Times New Roman"/>
                <a:cs typeface="Times New Roman"/>
              </a:rPr>
              <a:t>c</a:t>
            </a:r>
            <a:r>
              <a:rPr sz="1700" spc="-2" dirty="0">
                <a:latin typeface="Times New Roman"/>
                <a:cs typeface="Times New Roman"/>
              </a:rPr>
              <a:t>esse</a:t>
            </a:r>
            <a:r>
              <a:rPr sz="1700" dirty="0">
                <a:latin typeface="Times New Roman"/>
                <a:cs typeface="Times New Roman"/>
              </a:rPr>
              <a:t>s</a:t>
            </a:r>
            <a:r>
              <a:rPr sz="1700" spc="63" dirty="0">
                <a:latin typeface="Times New Roman"/>
                <a:cs typeface="Times New Roman"/>
              </a:rPr>
              <a:t> </a:t>
            </a:r>
            <a:r>
              <a:rPr sz="1700" spc="-7" dirty="0">
                <a:latin typeface="Times New Roman"/>
                <a:cs typeface="Times New Roman"/>
              </a:rPr>
              <a:t>cac</a:t>
            </a:r>
            <a:r>
              <a:rPr sz="1700" spc="-5" dirty="0">
                <a:latin typeface="Times New Roman"/>
                <a:cs typeface="Times New Roman"/>
              </a:rPr>
              <a:t>he</a:t>
            </a:r>
            <a:r>
              <a:rPr sz="1700" spc="60" dirty="0">
                <a:latin typeface="Times New Roman"/>
                <a:cs typeface="Times New Roman"/>
              </a:rPr>
              <a:t> </a:t>
            </a:r>
            <a:r>
              <a:rPr sz="1700" spc="-2" dirty="0">
                <a:latin typeface="Times New Roman"/>
                <a:cs typeface="Times New Roman"/>
              </a:rPr>
              <a:t>di</a:t>
            </a:r>
            <a:r>
              <a:rPr sz="1700" dirty="0">
                <a:latin typeface="Times New Roman"/>
                <a:cs typeface="Times New Roman"/>
              </a:rPr>
              <a:t>r</a:t>
            </a:r>
            <a:r>
              <a:rPr sz="1700" spc="-7" dirty="0">
                <a:latin typeface="Times New Roman"/>
                <a:cs typeface="Times New Roman"/>
              </a:rPr>
              <a:t>ec</a:t>
            </a:r>
            <a:r>
              <a:rPr sz="1700" spc="-2" dirty="0">
                <a:latin typeface="Times New Roman"/>
                <a:cs typeface="Times New Roman"/>
              </a:rPr>
              <a:t>tl</a:t>
            </a:r>
            <a:r>
              <a:rPr sz="1700" dirty="0">
                <a:latin typeface="Times New Roman"/>
                <a:cs typeface="Times New Roman"/>
              </a:rPr>
              <a:t>y </a:t>
            </a:r>
            <a:r>
              <a:rPr sz="1700" spc="-7" dirty="0">
                <a:latin typeface="Times New Roman"/>
                <a:cs typeface="Times New Roman"/>
              </a:rPr>
              <a:t>withou</a:t>
            </a:r>
            <a:r>
              <a:rPr sz="1700" spc="-2" dirty="0">
                <a:latin typeface="Times New Roman"/>
                <a:cs typeface="Times New Roman"/>
              </a:rPr>
              <a:t>t</a:t>
            </a:r>
            <a:r>
              <a:rPr sz="1700" spc="2" dirty="0">
                <a:latin typeface="Times New Roman"/>
                <a:cs typeface="Times New Roman"/>
              </a:rPr>
              <a:t> </a:t>
            </a:r>
            <a:r>
              <a:rPr sz="1700" spc="-5" dirty="0">
                <a:latin typeface="Times New Roman"/>
                <a:cs typeface="Times New Roman"/>
              </a:rPr>
              <a:t>going</a:t>
            </a:r>
            <a:r>
              <a:rPr sz="1700" dirty="0">
                <a:latin typeface="Times New Roman"/>
                <a:cs typeface="Times New Roman"/>
              </a:rPr>
              <a:t> </a:t>
            </a:r>
            <a:r>
              <a:rPr sz="1700" spc="-2" dirty="0">
                <a:latin typeface="Times New Roman"/>
                <a:cs typeface="Times New Roman"/>
              </a:rPr>
              <a:t>t</a:t>
            </a:r>
            <a:r>
              <a:rPr sz="1700" dirty="0">
                <a:latin typeface="Times New Roman"/>
                <a:cs typeface="Times New Roman"/>
              </a:rPr>
              <a:t>hrou</a:t>
            </a:r>
            <a:r>
              <a:rPr sz="1700" spc="-2" dirty="0">
                <a:latin typeface="Times New Roman"/>
                <a:cs typeface="Times New Roman"/>
              </a:rPr>
              <a:t>g</a:t>
            </a:r>
            <a:r>
              <a:rPr sz="1700" dirty="0">
                <a:latin typeface="Times New Roman"/>
                <a:cs typeface="Times New Roman"/>
              </a:rPr>
              <a:t>h </a:t>
            </a:r>
            <a:r>
              <a:rPr sz="1700" spc="-7" dirty="0">
                <a:latin typeface="Times New Roman"/>
                <a:cs typeface="Times New Roman"/>
              </a:rPr>
              <a:t>M</a:t>
            </a:r>
            <a:r>
              <a:rPr sz="1700" spc="-2" dirty="0">
                <a:latin typeface="Times New Roman"/>
                <a:cs typeface="Times New Roman"/>
              </a:rPr>
              <a:t>MU</a:t>
            </a:r>
            <a:endParaRPr sz="1700" dirty="0">
              <a:latin typeface="Times New Roman"/>
              <a:cs typeface="Times New Roman"/>
            </a:endParaRPr>
          </a:p>
          <a:p>
            <a:pPr marL="6109" algn="just">
              <a:spcBef>
                <a:spcPts val="339"/>
              </a:spcBef>
            </a:pPr>
            <a:r>
              <a:rPr sz="1700" spc="-2" dirty="0">
                <a:latin typeface="Times New Roman"/>
                <a:cs typeface="Times New Roman"/>
              </a:rPr>
              <a:t>-</a:t>
            </a:r>
            <a:r>
              <a:rPr sz="1700" dirty="0">
                <a:latin typeface="Times New Roman"/>
                <a:cs typeface="Times New Roman"/>
              </a:rPr>
              <a:t>P</a:t>
            </a:r>
            <a:r>
              <a:rPr sz="1700" spc="-2" dirty="0">
                <a:latin typeface="Times New Roman"/>
                <a:cs typeface="Times New Roman"/>
              </a:rPr>
              <a:t>hysi</a:t>
            </a:r>
            <a:r>
              <a:rPr sz="1700" spc="-7" dirty="0">
                <a:latin typeface="Times New Roman"/>
                <a:cs typeface="Times New Roman"/>
              </a:rPr>
              <a:t>ca</a:t>
            </a:r>
            <a:r>
              <a:rPr sz="1700" spc="-2" dirty="0">
                <a:latin typeface="Times New Roman"/>
                <a:cs typeface="Times New Roman"/>
              </a:rPr>
              <a:t>l</a:t>
            </a:r>
            <a:r>
              <a:rPr sz="1700" dirty="0">
                <a:latin typeface="Times New Roman"/>
                <a:cs typeface="Times New Roman"/>
              </a:rPr>
              <a:t> </a:t>
            </a:r>
            <a:r>
              <a:rPr sz="1700" spc="-5" dirty="0">
                <a:latin typeface="Times New Roman"/>
                <a:cs typeface="Times New Roman"/>
              </a:rPr>
              <a:t>C</a:t>
            </a:r>
            <a:r>
              <a:rPr sz="1700" spc="-7" dirty="0">
                <a:latin typeface="Times New Roman"/>
                <a:cs typeface="Times New Roman"/>
              </a:rPr>
              <a:t>ac</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store</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5" dirty="0">
                <a:latin typeface="Times New Roman"/>
                <a:cs typeface="Times New Roman"/>
              </a:rPr>
              <a:t>using</a:t>
            </a:r>
            <a:r>
              <a:rPr sz="1700" dirty="0">
                <a:latin typeface="Times New Roman"/>
                <a:cs typeface="Times New Roman"/>
              </a:rPr>
              <a:t> </a:t>
            </a:r>
            <a:r>
              <a:rPr sz="1700" spc="-5" dirty="0">
                <a:latin typeface="Times New Roman"/>
                <a:cs typeface="Times New Roman"/>
              </a:rPr>
              <a:t>m</a:t>
            </a:r>
            <a:r>
              <a:rPr sz="1700" spc="-7" dirty="0">
                <a:latin typeface="Times New Roman"/>
                <a:cs typeface="Times New Roman"/>
              </a:rPr>
              <a:t>a</a:t>
            </a:r>
            <a:r>
              <a:rPr sz="1700" spc="-2" dirty="0">
                <a:latin typeface="Times New Roman"/>
                <a:cs typeface="Times New Roman"/>
              </a:rPr>
              <a:t>in </a:t>
            </a:r>
            <a:r>
              <a:rPr sz="1700" spc="-5"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spc="2" dirty="0">
                <a:latin typeface="Times New Roman"/>
                <a:cs typeface="Times New Roman"/>
              </a:rPr>
              <a:t>p</a:t>
            </a:r>
            <a:r>
              <a:rPr sz="1700" spc="-2" dirty="0">
                <a:latin typeface="Times New Roman"/>
                <a:cs typeface="Times New Roman"/>
              </a:rPr>
              <a:t>hysi</a:t>
            </a:r>
            <a:r>
              <a:rPr sz="1700" spc="-7" dirty="0">
                <a:latin typeface="Times New Roman"/>
                <a:cs typeface="Times New Roman"/>
              </a:rPr>
              <a:t>ca</a:t>
            </a:r>
            <a:r>
              <a:rPr sz="1700" spc="-2" dirty="0">
                <a:latin typeface="Times New Roman"/>
                <a:cs typeface="Times New Roman"/>
              </a:rPr>
              <a:t>l</a:t>
            </a:r>
            <a:r>
              <a:rPr sz="1700" dirty="0">
                <a:latin typeface="Times New Roman"/>
                <a:cs typeface="Times New Roman"/>
              </a:rPr>
              <a:t> </a:t>
            </a:r>
            <a:r>
              <a:rPr sz="1700" spc="-5" dirty="0">
                <a:latin typeface="Times New Roman"/>
                <a:cs typeface="Times New Roman"/>
              </a:rPr>
              <a:t>add</a:t>
            </a:r>
            <a:r>
              <a:rPr sz="1700" spc="-7" dirty="0">
                <a:latin typeface="Times New Roman"/>
                <a:cs typeface="Times New Roman"/>
              </a:rPr>
              <a:t>re</a:t>
            </a:r>
            <a:r>
              <a:rPr sz="1700" spc="-2" dirty="0">
                <a:latin typeface="Times New Roman"/>
                <a:cs typeface="Times New Roman"/>
              </a:rPr>
              <a:t>s</a:t>
            </a:r>
            <a:r>
              <a:rPr sz="1700" spc="5" dirty="0">
                <a:latin typeface="Times New Roman"/>
                <a:cs typeface="Times New Roman"/>
              </a:rPr>
              <a:t>s</a:t>
            </a:r>
            <a:r>
              <a:rPr sz="1700" spc="-7" dirty="0">
                <a:latin typeface="Times New Roman"/>
                <a:cs typeface="Times New Roman"/>
              </a:rPr>
              <a:t>e</a:t>
            </a:r>
            <a:r>
              <a:rPr sz="1700" spc="-2" dirty="0">
                <a:latin typeface="Times New Roman"/>
                <a:cs typeface="Times New Roman"/>
              </a:rPr>
              <a:t>s.</a:t>
            </a:r>
            <a:endParaRPr sz="1700" dirty="0">
              <a:latin typeface="Times New Roman"/>
              <a:cs typeface="Times New Roman"/>
            </a:endParaRPr>
          </a:p>
          <a:p>
            <a:pPr marL="6109" marR="3360" algn="just">
              <a:spcBef>
                <a:spcPts val="404"/>
              </a:spcBef>
            </a:pPr>
            <a:r>
              <a:rPr sz="1700" spc="-2" dirty="0">
                <a:latin typeface="Times New Roman"/>
                <a:cs typeface="Times New Roman"/>
              </a:rPr>
              <a:t>On</a:t>
            </a:r>
            <a:r>
              <a:rPr sz="1700" dirty="0">
                <a:latin typeface="Times New Roman"/>
                <a:cs typeface="Times New Roman"/>
              </a:rPr>
              <a:t>e </a:t>
            </a:r>
            <a:r>
              <a:rPr sz="1700" spc="-67" dirty="0">
                <a:latin typeface="Times New Roman"/>
                <a:cs typeface="Times New Roman"/>
              </a:rPr>
              <a:t> </a:t>
            </a:r>
            <a:r>
              <a:rPr sz="1700" spc="-5" dirty="0">
                <a:latin typeface="Times New Roman"/>
                <a:cs typeface="Times New Roman"/>
              </a:rPr>
              <a:t>obvious</a:t>
            </a:r>
            <a:r>
              <a:rPr sz="1700" dirty="0">
                <a:latin typeface="Times New Roman"/>
                <a:cs typeface="Times New Roman"/>
              </a:rPr>
              <a:t> </a:t>
            </a:r>
            <a:r>
              <a:rPr sz="1700" spc="-65" dirty="0">
                <a:latin typeface="Times New Roman"/>
                <a:cs typeface="Times New Roman"/>
              </a:rPr>
              <a:t> </a:t>
            </a:r>
            <a:r>
              <a:rPr sz="1700" spc="-7" dirty="0">
                <a:latin typeface="Times New Roman"/>
                <a:cs typeface="Times New Roman"/>
              </a:rPr>
              <a:t>a</a:t>
            </a:r>
            <a:r>
              <a:rPr sz="1700" spc="-5" dirty="0">
                <a:latin typeface="Times New Roman"/>
                <a:cs typeface="Times New Roman"/>
              </a:rPr>
              <a:t>dv</a:t>
            </a:r>
            <a:r>
              <a:rPr sz="1700" spc="-7" dirty="0">
                <a:latin typeface="Times New Roman"/>
                <a:cs typeface="Times New Roman"/>
              </a:rPr>
              <a:t>a</a:t>
            </a:r>
            <a:r>
              <a:rPr sz="1700" spc="-5" dirty="0">
                <a:latin typeface="Times New Roman"/>
                <a:cs typeface="Times New Roman"/>
              </a:rPr>
              <a:t>ntage</a:t>
            </a:r>
            <a:r>
              <a:rPr sz="1700" dirty="0">
                <a:latin typeface="Times New Roman"/>
                <a:cs typeface="Times New Roman"/>
              </a:rPr>
              <a:t> </a:t>
            </a:r>
            <a:r>
              <a:rPr sz="1700" spc="-63" dirty="0">
                <a:latin typeface="Times New Roman"/>
                <a:cs typeface="Times New Roman"/>
              </a:rPr>
              <a:t> </a:t>
            </a:r>
            <a:r>
              <a:rPr sz="1700" dirty="0">
                <a:latin typeface="Times New Roman"/>
                <a:cs typeface="Times New Roman"/>
              </a:rPr>
              <a:t>of </a:t>
            </a:r>
            <a:r>
              <a:rPr sz="1700" spc="-63"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67" dirty="0">
                <a:latin typeface="Times New Roman"/>
                <a:cs typeface="Times New Roman"/>
              </a:rPr>
              <a:t> </a:t>
            </a:r>
            <a:r>
              <a:rPr sz="1700" spc="-2" dirty="0">
                <a:latin typeface="Times New Roman"/>
                <a:cs typeface="Times New Roman"/>
              </a:rPr>
              <a:t>logi</a:t>
            </a:r>
            <a:r>
              <a:rPr sz="1700" spc="-7" dirty="0">
                <a:latin typeface="Times New Roman"/>
                <a:cs typeface="Times New Roman"/>
              </a:rPr>
              <a:t>ca</a:t>
            </a:r>
            <a:r>
              <a:rPr sz="1700" spc="-2" dirty="0">
                <a:latin typeface="Times New Roman"/>
                <a:cs typeface="Times New Roman"/>
              </a:rPr>
              <a:t>l</a:t>
            </a:r>
            <a:r>
              <a:rPr sz="1700" dirty="0">
                <a:latin typeface="Times New Roman"/>
                <a:cs typeface="Times New Roman"/>
              </a:rPr>
              <a:t> </a:t>
            </a:r>
            <a:r>
              <a:rPr sz="1700" spc="-65" dirty="0">
                <a:latin typeface="Times New Roman"/>
                <a:cs typeface="Times New Roman"/>
              </a:rPr>
              <a:t> </a:t>
            </a:r>
            <a:r>
              <a:rPr sz="1700" spc="-7" dirty="0">
                <a:latin typeface="Times New Roman"/>
                <a:cs typeface="Times New Roman"/>
              </a:rPr>
              <a:t>cac</a:t>
            </a:r>
            <a:r>
              <a:rPr sz="1700" spc="-5" dirty="0">
                <a:latin typeface="Times New Roman"/>
                <a:cs typeface="Times New Roman"/>
              </a:rPr>
              <a:t>he</a:t>
            </a:r>
            <a:r>
              <a:rPr sz="1700" dirty="0">
                <a:latin typeface="Times New Roman"/>
                <a:cs typeface="Times New Roman"/>
              </a:rPr>
              <a:t> </a:t>
            </a:r>
            <a:r>
              <a:rPr sz="1700" spc="-67"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63"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65" dirty="0">
                <a:latin typeface="Times New Roman"/>
                <a:cs typeface="Times New Roman"/>
              </a:rPr>
              <a:t> </a:t>
            </a:r>
            <a:r>
              <a:rPr sz="1700" spc="-7" dirty="0">
                <a:latin typeface="Times New Roman"/>
                <a:cs typeface="Times New Roman"/>
              </a:rPr>
              <a:t>cac</a:t>
            </a:r>
            <a:r>
              <a:rPr sz="1700" spc="-5" dirty="0">
                <a:latin typeface="Times New Roman"/>
                <a:cs typeface="Times New Roman"/>
              </a:rPr>
              <a:t>he</a:t>
            </a:r>
            <a:r>
              <a:rPr sz="1700" dirty="0">
                <a:latin typeface="Times New Roman"/>
                <a:cs typeface="Times New Roman"/>
              </a:rPr>
              <a:t> </a:t>
            </a:r>
            <a:r>
              <a:rPr sz="1700" spc="-67" dirty="0">
                <a:latin typeface="Times New Roman"/>
                <a:cs typeface="Times New Roman"/>
              </a:rPr>
              <a:t> </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65" dirty="0">
                <a:latin typeface="Times New Roman"/>
                <a:cs typeface="Times New Roman"/>
              </a:rPr>
              <a:t> </a:t>
            </a:r>
            <a:r>
              <a:rPr sz="1700" spc="-2" dirty="0">
                <a:latin typeface="Times New Roman"/>
                <a:cs typeface="Times New Roman"/>
              </a:rPr>
              <a:t>spe</a:t>
            </a:r>
            <a:r>
              <a:rPr sz="1700" spc="-7" dirty="0">
                <a:latin typeface="Times New Roman"/>
                <a:cs typeface="Times New Roman"/>
              </a:rPr>
              <a:t>e</a:t>
            </a:r>
            <a:r>
              <a:rPr sz="1700" dirty="0">
                <a:latin typeface="Times New Roman"/>
                <a:cs typeface="Times New Roman"/>
              </a:rPr>
              <a:t>d </a:t>
            </a:r>
            <a:r>
              <a:rPr sz="1700" spc="-65"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63" dirty="0">
                <a:latin typeface="Times New Roman"/>
                <a:cs typeface="Times New Roman"/>
              </a:rPr>
              <a:t> </a:t>
            </a:r>
            <a:r>
              <a:rPr sz="1700" spc="-2" dirty="0">
                <a:latin typeface="Times New Roman"/>
                <a:cs typeface="Times New Roman"/>
              </a:rPr>
              <a:t>f</a:t>
            </a:r>
            <a:r>
              <a:rPr sz="1700" spc="-10" dirty="0">
                <a:latin typeface="Times New Roman"/>
                <a:cs typeface="Times New Roman"/>
              </a:rPr>
              <a:t>a</a:t>
            </a:r>
            <a:r>
              <a:rPr sz="1700" spc="-5" dirty="0">
                <a:latin typeface="Times New Roman"/>
                <a:cs typeface="Times New Roman"/>
              </a:rPr>
              <a:t>ste</a:t>
            </a:r>
            <a:r>
              <a:rPr sz="1700" spc="-2" dirty="0">
                <a:latin typeface="Times New Roman"/>
                <a:cs typeface="Times New Roman"/>
              </a:rPr>
              <a:t>r</a:t>
            </a:r>
            <a:r>
              <a:rPr sz="1700" dirty="0">
                <a:latin typeface="Times New Roman"/>
                <a:cs typeface="Times New Roman"/>
              </a:rPr>
              <a:t> </a:t>
            </a:r>
            <a:r>
              <a:rPr sz="1700" spc="-67" dirty="0">
                <a:latin typeface="Times New Roman"/>
                <a:cs typeface="Times New Roman"/>
              </a:rPr>
              <a:t> </a:t>
            </a:r>
            <a:r>
              <a:rPr sz="1700" spc="-5" dirty="0">
                <a:latin typeface="Times New Roman"/>
                <a:cs typeface="Times New Roman"/>
              </a:rPr>
              <a:t>than</a:t>
            </a:r>
            <a:r>
              <a:rPr sz="1700" dirty="0">
                <a:latin typeface="Times New Roman"/>
                <a:cs typeface="Times New Roman"/>
              </a:rPr>
              <a:t> </a:t>
            </a:r>
            <a:r>
              <a:rPr sz="1700" spc="-67" dirty="0">
                <a:latin typeface="Times New Roman"/>
                <a:cs typeface="Times New Roman"/>
              </a:rPr>
              <a:t> </a:t>
            </a:r>
            <a:r>
              <a:rPr sz="1700" dirty="0">
                <a:latin typeface="Times New Roman"/>
                <a:cs typeface="Times New Roman"/>
              </a:rPr>
              <a:t>for </a:t>
            </a:r>
            <a:r>
              <a:rPr sz="1700" spc="-70"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physi</a:t>
            </a:r>
            <a:r>
              <a:rPr sz="1700" spc="-7" dirty="0">
                <a:latin typeface="Times New Roman"/>
                <a:cs typeface="Times New Roman"/>
              </a:rPr>
              <a:t>ca</a:t>
            </a:r>
            <a:r>
              <a:rPr sz="1700" spc="-2" dirty="0">
                <a:latin typeface="Times New Roman"/>
                <a:cs typeface="Times New Roman"/>
              </a:rPr>
              <a:t>l</a:t>
            </a:r>
            <a:r>
              <a:rPr sz="1700" dirty="0">
                <a:latin typeface="Times New Roman"/>
                <a:cs typeface="Times New Roman"/>
              </a:rPr>
              <a:t> </a:t>
            </a:r>
            <a:r>
              <a:rPr sz="1700" spc="34"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 </a:t>
            </a:r>
            <a:r>
              <a:rPr sz="1700" spc="34"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use </a:t>
            </a:r>
            <a:r>
              <a:rPr sz="1700" spc="36"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31"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dirty="0">
                <a:latin typeface="Times New Roman"/>
                <a:cs typeface="Times New Roman"/>
              </a:rPr>
              <a:t> </a:t>
            </a:r>
            <a:r>
              <a:rPr sz="1700" spc="31" dirty="0">
                <a:latin typeface="Times New Roman"/>
                <a:cs typeface="Times New Roman"/>
              </a:rPr>
              <a:t> </a:t>
            </a:r>
            <a:r>
              <a:rPr sz="1700" spc="-7" dirty="0">
                <a:latin typeface="Times New Roman"/>
                <a:cs typeface="Times New Roman"/>
              </a:rPr>
              <a:t>ca</a:t>
            </a:r>
            <a:r>
              <a:rPr sz="1700" dirty="0">
                <a:latin typeface="Times New Roman"/>
                <a:cs typeface="Times New Roman"/>
              </a:rPr>
              <a:t>n </a:t>
            </a:r>
            <a:r>
              <a:rPr sz="1700" spc="34"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spo</a:t>
            </a:r>
            <a:r>
              <a:rPr sz="1700" spc="5" dirty="0">
                <a:latin typeface="Times New Roman"/>
                <a:cs typeface="Times New Roman"/>
              </a:rPr>
              <a:t>n</a:t>
            </a:r>
            <a:r>
              <a:rPr sz="1700" dirty="0">
                <a:latin typeface="Times New Roman"/>
                <a:cs typeface="Times New Roman"/>
              </a:rPr>
              <a:t>d </a:t>
            </a:r>
            <a:r>
              <a:rPr sz="1700" spc="34"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fo</a:t>
            </a:r>
            <a:r>
              <a:rPr sz="1700" spc="-5" dirty="0">
                <a:latin typeface="Times New Roman"/>
                <a:cs typeface="Times New Roman"/>
              </a:rPr>
              <a:t>re</a:t>
            </a:r>
            <a:r>
              <a:rPr sz="1700" dirty="0">
                <a:latin typeface="Times New Roman"/>
                <a:cs typeface="Times New Roman"/>
              </a:rPr>
              <a:t> </a:t>
            </a:r>
            <a:r>
              <a:rPr sz="1700" spc="31"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31" dirty="0">
                <a:latin typeface="Times New Roman"/>
                <a:cs typeface="Times New Roman"/>
              </a:rPr>
              <a:t> </a:t>
            </a:r>
            <a:r>
              <a:rPr sz="1700" spc="-2" dirty="0">
                <a:latin typeface="Times New Roman"/>
                <a:cs typeface="Times New Roman"/>
              </a:rPr>
              <a:t>MM</a:t>
            </a:r>
            <a:r>
              <a:rPr sz="1700" dirty="0">
                <a:latin typeface="Times New Roman"/>
                <a:cs typeface="Times New Roman"/>
              </a:rPr>
              <a:t>U </a:t>
            </a:r>
            <a:r>
              <a:rPr sz="1700" spc="34" dirty="0">
                <a:latin typeface="Times New Roman"/>
                <a:cs typeface="Times New Roman"/>
              </a:rPr>
              <a:t> </a:t>
            </a:r>
            <a:r>
              <a:rPr sz="1700" spc="5" dirty="0">
                <a:latin typeface="Times New Roman"/>
                <a:cs typeface="Times New Roman"/>
              </a:rPr>
              <a:t>p</a:t>
            </a:r>
            <a:r>
              <a:rPr sz="1700" spc="-2" dirty="0">
                <a:latin typeface="Times New Roman"/>
                <a:cs typeface="Times New Roman"/>
              </a:rPr>
              <a:t>e</a:t>
            </a:r>
            <a:r>
              <a:rPr sz="1700" dirty="0">
                <a:latin typeface="Times New Roman"/>
                <a:cs typeface="Times New Roman"/>
              </a:rPr>
              <a:t>r</a:t>
            </a:r>
            <a:r>
              <a:rPr sz="1700" spc="-5" dirty="0">
                <a:latin typeface="Times New Roman"/>
                <a:cs typeface="Times New Roman"/>
              </a:rPr>
              <a:t>f</a:t>
            </a:r>
            <a:r>
              <a:rPr sz="1700" dirty="0">
                <a:latin typeface="Times New Roman"/>
                <a:cs typeface="Times New Roman"/>
              </a:rPr>
              <a:t>orms </a:t>
            </a:r>
            <a:r>
              <a:rPr sz="1700" spc="34" dirty="0">
                <a:latin typeface="Times New Roman"/>
                <a:cs typeface="Times New Roman"/>
              </a:rPr>
              <a:t> </a:t>
            </a:r>
            <a:r>
              <a:rPr sz="1700" spc="-7" dirty="0">
                <a:latin typeface="Times New Roman"/>
                <a:cs typeface="Times New Roman"/>
              </a:rPr>
              <a:t>a</a:t>
            </a:r>
            <a:r>
              <a:rPr sz="1700" dirty="0">
                <a:latin typeface="Times New Roman"/>
                <a:cs typeface="Times New Roman"/>
              </a:rPr>
              <a:t>n </a:t>
            </a:r>
            <a:r>
              <a:rPr sz="1700" spc="34" dirty="0">
                <a:latin typeface="Times New Roman"/>
                <a:cs typeface="Times New Roman"/>
              </a:rPr>
              <a:t> </a:t>
            </a:r>
            <a:r>
              <a:rPr sz="1700" spc="-7" dirty="0">
                <a:latin typeface="Times New Roman"/>
                <a:cs typeface="Times New Roman"/>
              </a:rPr>
              <a:t>a</a:t>
            </a:r>
            <a:r>
              <a:rPr sz="1700" dirty="0">
                <a:latin typeface="Times New Roman"/>
                <a:cs typeface="Times New Roman"/>
              </a:rPr>
              <a:t>dd</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ss tr</a:t>
            </a:r>
            <a:r>
              <a:rPr sz="1700" spc="-10" dirty="0">
                <a:latin typeface="Times New Roman"/>
                <a:cs typeface="Times New Roman"/>
              </a:rPr>
              <a:t>a</a:t>
            </a:r>
            <a:r>
              <a:rPr sz="1700" spc="-2" dirty="0">
                <a:latin typeface="Times New Roman"/>
                <a:cs typeface="Times New Roman"/>
              </a:rPr>
              <a:t>nslation.</a:t>
            </a:r>
            <a:endParaRPr sz="1700" dirty="0">
              <a:latin typeface="Times New Roman"/>
              <a:cs typeface="Times New Roman"/>
            </a:endParaRPr>
          </a:p>
          <a:p>
            <a:pPr marL="6109" marR="3360" algn="just">
              <a:spcBef>
                <a:spcPts val="363"/>
              </a:spcBef>
            </a:pPr>
            <a:r>
              <a:rPr sz="1700" spc="-5" dirty="0">
                <a:latin typeface="Times New Roman"/>
                <a:cs typeface="Times New Roman"/>
              </a:rPr>
              <a:t>The </a:t>
            </a:r>
            <a:r>
              <a:rPr sz="1700" spc="-38" dirty="0">
                <a:latin typeface="Times New Roman"/>
                <a:cs typeface="Times New Roman"/>
              </a:rPr>
              <a:t> </a:t>
            </a:r>
            <a:r>
              <a:rPr sz="1700" spc="-5" dirty="0">
                <a:latin typeface="Times New Roman"/>
                <a:cs typeface="Times New Roman"/>
              </a:rPr>
              <a:t>disadv</a:t>
            </a:r>
            <a:r>
              <a:rPr sz="1700" spc="-10" dirty="0">
                <a:latin typeface="Times New Roman"/>
                <a:cs typeface="Times New Roman"/>
              </a:rPr>
              <a:t>a</a:t>
            </a:r>
            <a:r>
              <a:rPr sz="1700" spc="-2" dirty="0">
                <a:latin typeface="Times New Roman"/>
                <a:cs typeface="Times New Roman"/>
              </a:rPr>
              <a:t>ntag</a:t>
            </a:r>
            <a:r>
              <a:rPr sz="1700" spc="-5" dirty="0">
                <a:latin typeface="Times New Roman"/>
                <a:cs typeface="Times New Roman"/>
              </a:rPr>
              <a:t>e</a:t>
            </a:r>
            <a:r>
              <a:rPr sz="1700" dirty="0">
                <a:latin typeface="Times New Roman"/>
                <a:cs typeface="Times New Roman"/>
              </a:rPr>
              <a:t> </a:t>
            </a:r>
            <a:r>
              <a:rPr sz="1700" spc="-38"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 </a:t>
            </a:r>
            <a:r>
              <a:rPr sz="1700" spc="-36"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29" dirty="0">
                <a:latin typeface="Times New Roman"/>
                <a:cs typeface="Times New Roman"/>
              </a:rPr>
              <a:t> </a:t>
            </a:r>
            <a:r>
              <a:rPr sz="1700" dirty="0">
                <a:latin typeface="Times New Roman"/>
                <a:cs typeface="Times New Roman"/>
              </a:rPr>
              <a:t>do </a:t>
            </a:r>
            <a:r>
              <a:rPr sz="1700" spc="-36"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dirty="0">
                <a:latin typeface="Times New Roman"/>
                <a:cs typeface="Times New Roman"/>
              </a:rPr>
              <a:t> </a:t>
            </a:r>
            <a:r>
              <a:rPr sz="1700" spc="-34"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38" dirty="0">
                <a:latin typeface="Times New Roman"/>
                <a:cs typeface="Times New Roman"/>
              </a:rPr>
              <a:t> </a:t>
            </a:r>
            <a:r>
              <a:rPr sz="1700" spc="-2" dirty="0">
                <a:latin typeface="Times New Roman"/>
                <a:cs typeface="Times New Roman"/>
              </a:rPr>
              <a:t>f</a:t>
            </a:r>
            <a:r>
              <a:rPr sz="1700" spc="-10" dirty="0">
                <a:latin typeface="Times New Roman"/>
                <a:cs typeface="Times New Roman"/>
              </a:rPr>
              <a:t>a</a:t>
            </a:r>
            <a:r>
              <a:rPr sz="1700" spc="-7" dirty="0">
                <a:latin typeface="Times New Roman"/>
                <a:cs typeface="Times New Roman"/>
              </a:rPr>
              <a:t>c</a:t>
            </a:r>
            <a:r>
              <a:rPr sz="1700" spc="-2" dirty="0">
                <a:latin typeface="Times New Roman"/>
                <a:cs typeface="Times New Roman"/>
              </a:rPr>
              <a:t>t</a:t>
            </a:r>
            <a:r>
              <a:rPr sz="1700" dirty="0">
                <a:latin typeface="Times New Roman"/>
                <a:cs typeface="Times New Roman"/>
              </a:rPr>
              <a:t> </a:t>
            </a:r>
            <a:r>
              <a:rPr sz="1700" spc="-36"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most</a:t>
            </a:r>
            <a:r>
              <a:rPr sz="1700" dirty="0">
                <a:latin typeface="Times New Roman"/>
                <a:cs typeface="Times New Roman"/>
              </a:rPr>
              <a:t> </a:t>
            </a:r>
            <a:r>
              <a:rPr sz="1700" spc="-34" dirty="0">
                <a:latin typeface="Times New Roman"/>
                <a:cs typeface="Times New Roman"/>
              </a:rPr>
              <a:t> </a:t>
            </a:r>
            <a:r>
              <a:rPr sz="1700" spc="-2" dirty="0">
                <a:latin typeface="Times New Roman"/>
                <a:cs typeface="Times New Roman"/>
              </a:rPr>
              <a:t>virtu</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36"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36"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dirty="0">
                <a:latin typeface="Times New Roman"/>
                <a:cs typeface="Times New Roman"/>
              </a:rPr>
              <a:t> </a:t>
            </a:r>
            <a:r>
              <a:rPr sz="1700" spc="-34" dirty="0">
                <a:latin typeface="Times New Roman"/>
                <a:cs typeface="Times New Roman"/>
              </a:rPr>
              <a:t> </a:t>
            </a:r>
            <a:r>
              <a:rPr sz="1700" spc="-7" dirty="0">
                <a:latin typeface="Times New Roman"/>
                <a:cs typeface="Times New Roman"/>
              </a:rPr>
              <a:t>supp</a:t>
            </a:r>
            <a:r>
              <a:rPr sz="1700" spc="-2" dirty="0">
                <a:latin typeface="Times New Roman"/>
                <a:cs typeface="Times New Roman"/>
              </a:rPr>
              <a:t>l</a:t>
            </a:r>
            <a:r>
              <a:rPr sz="1700" dirty="0">
                <a:latin typeface="Times New Roman"/>
                <a:cs typeface="Times New Roman"/>
              </a:rPr>
              <a:t>y </a:t>
            </a:r>
            <a:r>
              <a:rPr sz="1700" spc="-36" dirty="0">
                <a:latin typeface="Times New Roman"/>
                <a:cs typeface="Times New Roman"/>
              </a:rPr>
              <a:t> </a:t>
            </a:r>
            <a:r>
              <a:rPr sz="1700" spc="-7" dirty="0">
                <a:latin typeface="Times New Roman"/>
                <a:cs typeface="Times New Roman"/>
              </a:rPr>
              <a:t>eac</a:t>
            </a:r>
            <a:r>
              <a:rPr sz="1700" dirty="0">
                <a:latin typeface="Times New Roman"/>
                <a:cs typeface="Times New Roman"/>
              </a:rPr>
              <a:t>h </a:t>
            </a:r>
            <a:r>
              <a:rPr sz="1700" spc="-7" dirty="0">
                <a:latin typeface="Times New Roman"/>
                <a:cs typeface="Times New Roman"/>
              </a:rPr>
              <a:t>a</a:t>
            </a:r>
            <a:r>
              <a:rPr sz="1700" spc="-2" dirty="0">
                <a:latin typeface="Times New Roman"/>
                <a:cs typeface="Times New Roman"/>
              </a:rPr>
              <a:t>ppli</a:t>
            </a:r>
            <a:r>
              <a:rPr sz="1700" spc="-7" dirty="0">
                <a:latin typeface="Times New Roman"/>
                <a:cs typeface="Times New Roman"/>
              </a:rPr>
              <a:t>ca</a:t>
            </a:r>
            <a:r>
              <a:rPr sz="1700" spc="-2" dirty="0">
                <a:latin typeface="Times New Roman"/>
                <a:cs typeface="Times New Roman"/>
              </a:rPr>
              <a:t>ti</a:t>
            </a:r>
            <a:r>
              <a:rPr sz="1700" dirty="0">
                <a:latin typeface="Times New Roman"/>
                <a:cs typeface="Times New Roman"/>
              </a:rPr>
              <a:t>on</a:t>
            </a:r>
            <a:r>
              <a:rPr sz="1700" spc="-24"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spc="-22"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2" dirty="0">
                <a:latin typeface="Times New Roman"/>
                <a:cs typeface="Times New Roman"/>
              </a:rPr>
              <a:t>sa</a:t>
            </a:r>
            <a:r>
              <a:rPr sz="1700" spc="-5" dirty="0">
                <a:latin typeface="Times New Roman"/>
                <a:cs typeface="Times New Roman"/>
              </a:rPr>
              <a:t>me</a:t>
            </a:r>
            <a:r>
              <a:rPr sz="1700" spc="-19" dirty="0">
                <a:latin typeface="Times New Roman"/>
                <a:cs typeface="Times New Roman"/>
              </a:rPr>
              <a:t> </a:t>
            </a:r>
            <a:r>
              <a:rPr sz="1700" spc="-2" dirty="0">
                <a:latin typeface="Times New Roman"/>
                <a:cs typeface="Times New Roman"/>
              </a:rPr>
              <a:t>virtu</a:t>
            </a:r>
            <a:r>
              <a:rPr sz="1700" spc="-7" dirty="0">
                <a:latin typeface="Times New Roman"/>
                <a:cs typeface="Times New Roman"/>
              </a:rPr>
              <a:t>a</a:t>
            </a:r>
            <a:r>
              <a:rPr sz="1700" spc="-2" dirty="0">
                <a:latin typeface="Times New Roman"/>
                <a:cs typeface="Times New Roman"/>
              </a:rPr>
              <a:t>l</a:t>
            </a:r>
            <a:r>
              <a:rPr sz="1700" spc="-24"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4" dirty="0">
                <a:latin typeface="Times New Roman"/>
                <a:cs typeface="Times New Roman"/>
              </a:rPr>
              <a:t> </a:t>
            </a:r>
            <a:r>
              <a:rPr sz="1700" spc="-7" dirty="0">
                <a:latin typeface="Times New Roman"/>
                <a:cs typeface="Times New Roman"/>
              </a:rPr>
              <a:t>a</a:t>
            </a:r>
            <a:r>
              <a:rPr sz="1700" dirty="0">
                <a:latin typeface="Times New Roman"/>
                <a:cs typeface="Times New Roman"/>
              </a:rPr>
              <a:t>dd</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24" dirty="0">
                <a:latin typeface="Times New Roman"/>
                <a:cs typeface="Times New Roman"/>
              </a:rPr>
              <a:t> </a:t>
            </a:r>
            <a:r>
              <a:rPr sz="1700" spc="5" dirty="0">
                <a:latin typeface="Times New Roman"/>
                <a:cs typeface="Times New Roman"/>
              </a:rPr>
              <a:t>s</a:t>
            </a:r>
            <a:r>
              <a:rPr sz="1700" spc="-5" dirty="0">
                <a:latin typeface="Times New Roman"/>
                <a:cs typeface="Times New Roman"/>
              </a:rPr>
              <a:t>p</a:t>
            </a:r>
            <a:r>
              <a:rPr sz="1700" spc="-7" dirty="0">
                <a:latin typeface="Times New Roman"/>
                <a:cs typeface="Times New Roman"/>
              </a:rPr>
              <a:t>ace</a:t>
            </a:r>
            <a:r>
              <a:rPr sz="1700" dirty="0">
                <a:latin typeface="Times New Roman"/>
                <a:cs typeface="Times New Roman"/>
              </a:rPr>
              <a:t>.</a:t>
            </a:r>
            <a:r>
              <a:rPr sz="1700" spc="-24" dirty="0">
                <a:latin typeface="Times New Roman"/>
                <a:cs typeface="Times New Roman"/>
              </a:rPr>
              <a:t> </a:t>
            </a:r>
            <a:r>
              <a:rPr sz="1700" spc="-5" dirty="0">
                <a:latin typeface="Times New Roman"/>
                <a:cs typeface="Times New Roman"/>
              </a:rPr>
              <a:t>T</a:t>
            </a:r>
            <a:r>
              <a:rPr sz="1700" spc="-2" dirty="0">
                <a:latin typeface="Times New Roman"/>
                <a:cs typeface="Times New Roman"/>
              </a:rPr>
              <a:t>h</a:t>
            </a:r>
            <a:r>
              <a:rPr sz="1700" spc="-7" dirty="0">
                <a:latin typeface="Times New Roman"/>
                <a:cs typeface="Times New Roman"/>
              </a:rPr>
              <a:t>a</a:t>
            </a:r>
            <a:r>
              <a:rPr sz="1700" spc="-2" dirty="0">
                <a:latin typeface="Times New Roman"/>
                <a:cs typeface="Times New Roman"/>
              </a:rPr>
              <a:t>t</a:t>
            </a:r>
            <a:r>
              <a:rPr sz="1700" spc="-24" dirty="0">
                <a:latin typeface="Times New Roman"/>
                <a:cs typeface="Times New Roman"/>
              </a:rPr>
              <a:t> </a:t>
            </a:r>
            <a:r>
              <a:rPr sz="1700" spc="-2" dirty="0">
                <a:latin typeface="Times New Roman"/>
                <a:cs typeface="Times New Roman"/>
              </a:rPr>
              <a:t>is,</a:t>
            </a:r>
            <a:r>
              <a:rPr sz="1700" spc="-24" dirty="0">
                <a:latin typeface="Times New Roman"/>
                <a:cs typeface="Times New Roman"/>
              </a:rPr>
              <a:t> </a:t>
            </a:r>
            <a:r>
              <a:rPr sz="1700" spc="-7" dirty="0">
                <a:latin typeface="Times New Roman"/>
                <a:cs typeface="Times New Roman"/>
              </a:rPr>
              <a:t>e</a:t>
            </a:r>
            <a:r>
              <a:rPr sz="1700" spc="-2" dirty="0">
                <a:latin typeface="Times New Roman"/>
                <a:cs typeface="Times New Roman"/>
              </a:rPr>
              <a:t>a</a:t>
            </a:r>
            <a:r>
              <a:rPr sz="1700" spc="-7" dirty="0">
                <a:latin typeface="Times New Roman"/>
                <a:cs typeface="Times New Roman"/>
              </a:rPr>
              <a:t>c</a:t>
            </a:r>
            <a:r>
              <a:rPr sz="1700" dirty="0">
                <a:latin typeface="Times New Roman"/>
                <a:cs typeface="Times New Roman"/>
              </a:rPr>
              <a:t>h</a:t>
            </a:r>
            <a:r>
              <a:rPr sz="1700" spc="-24" dirty="0">
                <a:latin typeface="Times New Roman"/>
                <a:cs typeface="Times New Roman"/>
              </a:rPr>
              <a:t> </a:t>
            </a:r>
            <a:r>
              <a:rPr sz="1700" spc="-7" dirty="0">
                <a:latin typeface="Times New Roman"/>
                <a:cs typeface="Times New Roman"/>
              </a:rPr>
              <a:t>a</a:t>
            </a:r>
            <a:r>
              <a:rPr sz="1700" spc="-2" dirty="0">
                <a:latin typeface="Times New Roman"/>
                <a:cs typeface="Times New Roman"/>
              </a:rPr>
              <a:t>pplic</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24" dirty="0">
                <a:latin typeface="Times New Roman"/>
                <a:cs typeface="Times New Roman"/>
              </a:rPr>
              <a:t> </a:t>
            </a:r>
            <a:r>
              <a:rPr sz="1700" spc="-2" dirty="0">
                <a:latin typeface="Times New Roman"/>
                <a:cs typeface="Times New Roman"/>
              </a:rPr>
              <a:t>se</a:t>
            </a:r>
            <a:r>
              <a:rPr sz="1700" spc="-7" dirty="0">
                <a:latin typeface="Times New Roman"/>
                <a:cs typeface="Times New Roman"/>
              </a:rPr>
              <a:t>e</a:t>
            </a:r>
            <a:r>
              <a:rPr sz="1700" dirty="0">
                <a:latin typeface="Times New Roman"/>
                <a:cs typeface="Times New Roman"/>
              </a:rPr>
              <a:t>s</a:t>
            </a:r>
            <a:r>
              <a:rPr sz="1700" spc="-24" dirty="0">
                <a:latin typeface="Times New Roman"/>
                <a:cs typeface="Times New Roman"/>
              </a:rPr>
              <a:t> </a:t>
            </a:r>
            <a:r>
              <a:rPr sz="1700" spc="-5" dirty="0">
                <a:latin typeface="Times New Roman"/>
                <a:cs typeface="Times New Roman"/>
              </a:rPr>
              <a:t>a</a:t>
            </a:r>
            <a:r>
              <a:rPr sz="1700" spc="-26" dirty="0">
                <a:latin typeface="Times New Roman"/>
                <a:cs typeface="Times New Roman"/>
              </a:rPr>
              <a:t> </a:t>
            </a:r>
            <a:r>
              <a:rPr sz="1700" spc="-2" dirty="0">
                <a:latin typeface="Times New Roman"/>
                <a:cs typeface="Times New Roman"/>
              </a:rPr>
              <a:t>virt</a:t>
            </a:r>
            <a:r>
              <a:rPr sz="1700" dirty="0">
                <a:latin typeface="Times New Roman"/>
                <a:cs typeface="Times New Roman"/>
              </a:rPr>
              <a:t>u</a:t>
            </a:r>
            <a:r>
              <a:rPr sz="1700" spc="-7" dirty="0">
                <a:latin typeface="Times New Roman"/>
                <a:cs typeface="Times New Roman"/>
              </a:rPr>
              <a:t>a</a:t>
            </a:r>
            <a:r>
              <a:rPr sz="1700" spc="-2" dirty="0">
                <a:latin typeface="Times New Roman"/>
                <a:cs typeface="Times New Roman"/>
              </a:rPr>
              <a:t>l </a:t>
            </a:r>
            <a:r>
              <a:rPr sz="1700" spc="-5" dirty="0">
                <a:latin typeface="Times New Roman"/>
                <a:cs typeface="Times New Roman"/>
              </a:rPr>
              <a:t>memor</a:t>
            </a:r>
            <a:r>
              <a:rPr sz="1700" dirty="0">
                <a:latin typeface="Times New Roman"/>
                <a:cs typeface="Times New Roman"/>
              </a:rPr>
              <a:t>y</a:t>
            </a:r>
            <a:r>
              <a:rPr sz="1700" spc="38" dirty="0">
                <a:latin typeface="Times New Roman"/>
                <a:cs typeface="Times New Roman"/>
              </a:rPr>
              <a:t> </a:t>
            </a:r>
            <a:r>
              <a:rPr sz="1700" spc="-2" dirty="0">
                <a:latin typeface="Times New Roman"/>
                <a:cs typeface="Times New Roman"/>
              </a:rPr>
              <a:t>that</a:t>
            </a:r>
            <a:r>
              <a:rPr sz="1700" spc="38" dirty="0">
                <a:latin typeface="Times New Roman"/>
                <a:cs typeface="Times New Roman"/>
              </a:rPr>
              <a:t> </a:t>
            </a:r>
            <a:r>
              <a:rPr sz="1700" spc="-5" dirty="0">
                <a:latin typeface="Times New Roman"/>
                <a:cs typeface="Times New Roman"/>
              </a:rPr>
              <a:t>star</a:t>
            </a:r>
            <a:r>
              <a:rPr sz="1700" spc="-2" dirty="0">
                <a:latin typeface="Times New Roman"/>
                <a:cs typeface="Times New Roman"/>
              </a:rPr>
              <a:t>ts</a:t>
            </a:r>
            <a:r>
              <a:rPr sz="1700" spc="41" dirty="0">
                <a:latin typeface="Times New Roman"/>
                <a:cs typeface="Times New Roman"/>
              </a:rPr>
              <a:t> </a:t>
            </a:r>
            <a:r>
              <a:rPr sz="1700" spc="-7" dirty="0">
                <a:latin typeface="Times New Roman"/>
                <a:cs typeface="Times New Roman"/>
              </a:rPr>
              <a:t>a</a:t>
            </a:r>
            <a:r>
              <a:rPr sz="1700" spc="-2" dirty="0">
                <a:latin typeface="Times New Roman"/>
                <a:cs typeface="Times New Roman"/>
              </a:rPr>
              <a:t>t</a:t>
            </a:r>
            <a:r>
              <a:rPr sz="1700" spc="46" dirty="0">
                <a:latin typeface="Times New Roman"/>
                <a:cs typeface="Times New Roman"/>
              </a:rPr>
              <a:t> </a:t>
            </a:r>
            <a:r>
              <a:rPr sz="1700" spc="-7" dirty="0">
                <a:latin typeface="Times New Roman"/>
                <a:cs typeface="Times New Roman"/>
              </a:rPr>
              <a:t>a</a:t>
            </a:r>
            <a:r>
              <a:rPr sz="1700" spc="5" dirty="0">
                <a:latin typeface="Times New Roman"/>
                <a:cs typeface="Times New Roman"/>
              </a:rPr>
              <a:t>d</a:t>
            </a:r>
            <a:r>
              <a:rPr sz="1700" spc="-2" dirty="0">
                <a:latin typeface="Times New Roman"/>
                <a:cs typeface="Times New Roman"/>
              </a:rPr>
              <a:t>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41" dirty="0">
                <a:latin typeface="Times New Roman"/>
                <a:cs typeface="Times New Roman"/>
              </a:rPr>
              <a:t> </a:t>
            </a:r>
            <a:r>
              <a:rPr sz="1700" dirty="0">
                <a:latin typeface="Times New Roman"/>
                <a:cs typeface="Times New Roman"/>
              </a:rPr>
              <a:t>0.</a:t>
            </a:r>
            <a:r>
              <a:rPr sz="1700" spc="38" dirty="0">
                <a:latin typeface="Times New Roman"/>
                <a:cs typeface="Times New Roman"/>
              </a:rPr>
              <a:t> </a:t>
            </a:r>
            <a:r>
              <a:rPr sz="1700" dirty="0">
                <a:latin typeface="Times New Roman"/>
                <a:cs typeface="Times New Roman"/>
              </a:rPr>
              <a:t>Thus,</a:t>
            </a:r>
            <a:r>
              <a:rPr sz="1700" spc="38" dirty="0">
                <a:latin typeface="Times New Roman"/>
                <a:cs typeface="Times New Roman"/>
              </a:rPr>
              <a:t> </a:t>
            </a:r>
            <a:r>
              <a:rPr sz="1700" spc="-2" dirty="0">
                <a:latin typeface="Times New Roman"/>
                <a:cs typeface="Times New Roman"/>
              </a:rPr>
              <a:t>the</a:t>
            </a:r>
            <a:r>
              <a:rPr sz="1700" spc="43" dirty="0">
                <a:latin typeface="Times New Roman"/>
                <a:cs typeface="Times New Roman"/>
              </a:rPr>
              <a:t> </a:t>
            </a:r>
            <a:r>
              <a:rPr sz="1700" spc="-2" dirty="0">
                <a:latin typeface="Times New Roman"/>
                <a:cs typeface="Times New Roman"/>
              </a:rPr>
              <a:t>sa</a:t>
            </a:r>
            <a:r>
              <a:rPr sz="1700" spc="-5" dirty="0">
                <a:latin typeface="Times New Roman"/>
                <a:cs typeface="Times New Roman"/>
              </a:rPr>
              <a:t>me</a:t>
            </a:r>
            <a:r>
              <a:rPr sz="1700" spc="43" dirty="0">
                <a:latin typeface="Times New Roman"/>
                <a:cs typeface="Times New Roman"/>
              </a:rPr>
              <a:t> </a:t>
            </a:r>
            <a:r>
              <a:rPr sz="1700" spc="-2" dirty="0">
                <a:latin typeface="Times New Roman"/>
                <a:cs typeface="Times New Roman"/>
              </a:rPr>
              <a:t>virtu</a:t>
            </a:r>
            <a:r>
              <a:rPr sz="1700" spc="-7" dirty="0">
                <a:latin typeface="Times New Roman"/>
                <a:cs typeface="Times New Roman"/>
              </a:rPr>
              <a:t>a</a:t>
            </a:r>
            <a:r>
              <a:rPr sz="1700" spc="-2" dirty="0">
                <a:latin typeface="Times New Roman"/>
                <a:cs typeface="Times New Roman"/>
              </a:rPr>
              <a:t>l</a:t>
            </a:r>
            <a:r>
              <a:rPr sz="1700" spc="41"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41" dirty="0">
                <a:latin typeface="Times New Roman"/>
                <a:cs typeface="Times New Roman"/>
              </a:rPr>
              <a:t> </a:t>
            </a:r>
            <a:r>
              <a:rPr sz="1700" spc="-2" dirty="0">
                <a:latin typeface="Times New Roman"/>
                <a:cs typeface="Times New Roman"/>
              </a:rPr>
              <a:t>in</a:t>
            </a:r>
            <a:r>
              <a:rPr sz="1700" spc="41" dirty="0">
                <a:latin typeface="Times New Roman"/>
                <a:cs typeface="Times New Roman"/>
              </a:rPr>
              <a:t> </a:t>
            </a:r>
            <a:r>
              <a:rPr sz="1700" dirty="0">
                <a:latin typeface="Times New Roman"/>
                <a:cs typeface="Times New Roman"/>
              </a:rPr>
              <a:t>two</a:t>
            </a:r>
            <a:r>
              <a:rPr sz="1700" spc="43" dirty="0">
                <a:latin typeface="Times New Roman"/>
                <a:cs typeface="Times New Roman"/>
              </a:rPr>
              <a:t> </a:t>
            </a:r>
            <a:r>
              <a:rPr sz="1700" spc="-5" dirty="0">
                <a:latin typeface="Times New Roman"/>
                <a:cs typeface="Times New Roman"/>
              </a:rPr>
              <a:t>d</a:t>
            </a:r>
            <a:r>
              <a:rPr sz="1700" spc="10" dirty="0">
                <a:latin typeface="Times New Roman"/>
                <a:cs typeface="Times New Roman"/>
              </a:rPr>
              <a:t>i</a:t>
            </a:r>
            <a:r>
              <a:rPr sz="1700" dirty="0">
                <a:latin typeface="Times New Roman"/>
                <a:cs typeface="Times New Roman"/>
              </a:rPr>
              <a:t>f</a:t>
            </a:r>
            <a:r>
              <a:rPr sz="1700" spc="-5" dirty="0">
                <a:latin typeface="Times New Roman"/>
                <a:cs typeface="Times New Roman"/>
              </a:rPr>
              <a:t>f</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nt</a:t>
            </a:r>
            <a:r>
              <a:rPr sz="1700" spc="41" dirty="0">
                <a:latin typeface="Times New Roman"/>
                <a:cs typeface="Times New Roman"/>
              </a:rPr>
              <a:t> </a:t>
            </a:r>
            <a:r>
              <a:rPr sz="1700" spc="-7" dirty="0">
                <a:latin typeface="Times New Roman"/>
                <a:cs typeface="Times New Roman"/>
              </a:rPr>
              <a:t>a</a:t>
            </a:r>
            <a:r>
              <a:rPr sz="1700" spc="-2" dirty="0">
                <a:latin typeface="Times New Roman"/>
                <a:cs typeface="Times New Roman"/>
              </a:rPr>
              <a:t>ppli</a:t>
            </a:r>
            <a:r>
              <a:rPr sz="1700" spc="-7" dirty="0">
                <a:latin typeface="Times New Roman"/>
                <a:cs typeface="Times New Roman"/>
              </a:rPr>
              <a:t>ca</a:t>
            </a:r>
            <a:r>
              <a:rPr sz="1700" spc="-2" dirty="0">
                <a:latin typeface="Times New Roman"/>
                <a:cs typeface="Times New Roman"/>
              </a:rPr>
              <a:t>ti</a:t>
            </a:r>
            <a:r>
              <a:rPr sz="1700" dirty="0">
                <a:latin typeface="Times New Roman"/>
                <a:cs typeface="Times New Roman"/>
              </a:rPr>
              <a:t>ons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fe</a:t>
            </a:r>
            <a:r>
              <a:rPr sz="1700" dirty="0">
                <a:latin typeface="Times New Roman"/>
                <a:cs typeface="Times New Roman"/>
              </a:rPr>
              <a:t>rs</a:t>
            </a:r>
            <a:r>
              <a:rPr sz="1700" spc="48" dirty="0">
                <a:latin typeface="Times New Roman"/>
                <a:cs typeface="Times New Roman"/>
              </a:rPr>
              <a:t> </a:t>
            </a:r>
            <a:r>
              <a:rPr sz="1700" spc="-2" dirty="0">
                <a:latin typeface="Times New Roman"/>
                <a:cs typeface="Times New Roman"/>
              </a:rPr>
              <a:t>to</a:t>
            </a:r>
            <a:r>
              <a:rPr sz="1700" spc="51" dirty="0">
                <a:latin typeface="Times New Roman"/>
                <a:cs typeface="Times New Roman"/>
              </a:rPr>
              <a:t> </a:t>
            </a:r>
            <a:r>
              <a:rPr sz="1700" dirty="0">
                <a:latin typeface="Times New Roman"/>
                <a:cs typeface="Times New Roman"/>
              </a:rPr>
              <a:t>two</a:t>
            </a:r>
            <a:r>
              <a:rPr sz="1700" spc="51" dirty="0">
                <a:latin typeface="Times New Roman"/>
                <a:cs typeface="Times New Roman"/>
              </a:rPr>
              <a:t> </a:t>
            </a:r>
            <a:r>
              <a:rPr sz="1700" spc="-2" dirty="0">
                <a:latin typeface="Times New Roman"/>
                <a:cs typeface="Times New Roman"/>
              </a:rPr>
              <a:t>dif</a:t>
            </a:r>
            <a:r>
              <a:rPr sz="1700" dirty="0">
                <a:latin typeface="Times New Roman"/>
                <a:cs typeface="Times New Roman"/>
              </a:rPr>
              <a:t>f</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nt</a:t>
            </a:r>
            <a:r>
              <a:rPr sz="1700" spc="51" dirty="0">
                <a:latin typeface="Times New Roman"/>
                <a:cs typeface="Times New Roman"/>
              </a:rPr>
              <a:t> </a:t>
            </a:r>
            <a:r>
              <a:rPr sz="1700" spc="5" dirty="0">
                <a:latin typeface="Times New Roman"/>
                <a:cs typeface="Times New Roman"/>
              </a:rPr>
              <a:t>p</a:t>
            </a:r>
            <a:r>
              <a:rPr sz="1700" spc="-2" dirty="0">
                <a:latin typeface="Times New Roman"/>
                <a:cs typeface="Times New Roman"/>
              </a:rPr>
              <a:t>hysi</a:t>
            </a:r>
            <a:r>
              <a:rPr sz="1700" spc="-7" dirty="0">
                <a:latin typeface="Times New Roman"/>
                <a:cs typeface="Times New Roman"/>
              </a:rPr>
              <a:t>ca</a:t>
            </a:r>
            <a:r>
              <a:rPr sz="1700" spc="-2" dirty="0">
                <a:latin typeface="Times New Roman"/>
                <a:cs typeface="Times New Roman"/>
              </a:rPr>
              <a:t>l</a:t>
            </a:r>
            <a:r>
              <a:rPr sz="1700" spc="51"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spc="5" dirty="0">
                <a:latin typeface="Times New Roman"/>
                <a:cs typeface="Times New Roman"/>
              </a:rPr>
              <a:t>s</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51" dirty="0">
                <a:latin typeface="Times New Roman"/>
                <a:cs typeface="Times New Roman"/>
              </a:rPr>
              <a:t> </a:t>
            </a:r>
            <a:r>
              <a:rPr sz="1700" spc="-5" dirty="0">
                <a:latin typeface="Times New Roman"/>
                <a:cs typeface="Times New Roman"/>
              </a:rPr>
              <a:t>The</a:t>
            </a:r>
            <a:r>
              <a:rPr sz="1700" spc="53" dirty="0">
                <a:latin typeface="Times New Roman"/>
                <a:cs typeface="Times New Roman"/>
              </a:rPr>
              <a:t> </a:t>
            </a:r>
            <a:r>
              <a:rPr sz="1700" spc="-2" dirty="0">
                <a:latin typeface="Times New Roman"/>
                <a:cs typeface="Times New Roman"/>
              </a:rPr>
              <a:t>c</a:t>
            </a:r>
            <a:r>
              <a:rPr sz="1700" spc="-7" dirty="0">
                <a:latin typeface="Times New Roman"/>
                <a:cs typeface="Times New Roman"/>
              </a:rPr>
              <a:t>ac</a:t>
            </a:r>
            <a:r>
              <a:rPr sz="1700" spc="-5" dirty="0">
                <a:latin typeface="Times New Roman"/>
                <a:cs typeface="Times New Roman"/>
              </a:rPr>
              <a:t>he</a:t>
            </a:r>
            <a:r>
              <a:rPr sz="1700" spc="48" dirty="0">
                <a:latin typeface="Times New Roman"/>
                <a:cs typeface="Times New Roman"/>
              </a:rPr>
              <a:t> </a:t>
            </a:r>
            <a:r>
              <a:rPr sz="1700" spc="-5" dirty="0">
                <a:latin typeface="Times New Roman"/>
                <a:cs typeface="Times New Roman"/>
              </a:rPr>
              <a:t>mem</a:t>
            </a:r>
            <a:r>
              <a:rPr sz="1700" dirty="0">
                <a:latin typeface="Times New Roman"/>
                <a:cs typeface="Times New Roman"/>
              </a:rPr>
              <a:t>ory</a:t>
            </a:r>
            <a:r>
              <a:rPr sz="1700" spc="48" dirty="0">
                <a:latin typeface="Times New Roman"/>
                <a:cs typeface="Times New Roman"/>
              </a:rPr>
              <a:t> </a:t>
            </a:r>
            <a:r>
              <a:rPr sz="1700" spc="-5" dirty="0">
                <a:latin typeface="Times New Roman"/>
                <a:cs typeface="Times New Roman"/>
              </a:rPr>
              <a:t>must</a:t>
            </a:r>
            <a:r>
              <a:rPr sz="1700" spc="53" dirty="0">
                <a:latin typeface="Times New Roman"/>
                <a:cs typeface="Times New Roman"/>
              </a:rPr>
              <a:t> </a:t>
            </a:r>
            <a:r>
              <a:rPr sz="1700" spc="-2" dirty="0">
                <a:latin typeface="Times New Roman"/>
                <a:cs typeface="Times New Roman"/>
              </a:rPr>
              <a:t>the</a:t>
            </a:r>
            <a:r>
              <a:rPr sz="1700" spc="-7" dirty="0">
                <a:latin typeface="Times New Roman"/>
                <a:cs typeface="Times New Roman"/>
              </a:rPr>
              <a:t>r</a:t>
            </a:r>
            <a:r>
              <a:rPr sz="1700" spc="-2" dirty="0">
                <a:latin typeface="Times New Roman"/>
                <a:cs typeface="Times New Roman"/>
              </a:rPr>
              <a:t>e</a:t>
            </a:r>
            <a:r>
              <a:rPr sz="1700" dirty="0">
                <a:latin typeface="Times New Roman"/>
                <a:cs typeface="Times New Roman"/>
              </a:rPr>
              <a:t>fo</a:t>
            </a:r>
            <a:r>
              <a:rPr sz="1700" spc="-5" dirty="0">
                <a:latin typeface="Times New Roman"/>
                <a:cs typeface="Times New Roman"/>
              </a:rPr>
              <a:t>re</a:t>
            </a:r>
            <a:r>
              <a:rPr sz="1700" spc="48" dirty="0">
                <a:latin typeface="Times New Roman"/>
                <a:cs typeface="Times New Roman"/>
              </a:rPr>
              <a:t> </a:t>
            </a:r>
            <a:r>
              <a:rPr sz="1700" spc="5" dirty="0">
                <a:latin typeface="Times New Roman"/>
                <a:cs typeface="Times New Roman"/>
              </a:rPr>
              <a:t>b</a:t>
            </a:r>
            <a:r>
              <a:rPr sz="1700" spc="-5" dirty="0">
                <a:latin typeface="Times New Roman"/>
                <a:cs typeface="Times New Roman"/>
              </a:rPr>
              <a:t>e</a:t>
            </a:r>
            <a:r>
              <a:rPr sz="1700" spc="48" dirty="0">
                <a:latin typeface="Times New Roman"/>
                <a:cs typeface="Times New Roman"/>
              </a:rPr>
              <a:t> </a:t>
            </a:r>
            <a:r>
              <a:rPr sz="1700" spc="-7" dirty="0">
                <a:latin typeface="Times New Roman"/>
                <a:cs typeface="Times New Roman"/>
              </a:rPr>
              <a:t>c</a:t>
            </a:r>
            <a:r>
              <a:rPr sz="1700" spc="-5" dirty="0">
                <a:latin typeface="Times New Roman"/>
                <a:cs typeface="Times New Roman"/>
              </a:rPr>
              <a:t>ompl</a:t>
            </a:r>
            <a:r>
              <a:rPr sz="1700" spc="-7" dirty="0">
                <a:latin typeface="Times New Roman"/>
                <a:cs typeface="Times New Roman"/>
              </a:rPr>
              <a:t>e</a:t>
            </a:r>
            <a:r>
              <a:rPr sz="1700" spc="-2" dirty="0">
                <a:latin typeface="Times New Roman"/>
                <a:cs typeface="Times New Roman"/>
              </a:rPr>
              <a:t>tely flush</a:t>
            </a:r>
            <a:r>
              <a:rPr sz="1700" spc="-7" dirty="0">
                <a:latin typeface="Times New Roman"/>
                <a:cs typeface="Times New Roman"/>
              </a:rPr>
              <a:t>e</a:t>
            </a:r>
            <a:r>
              <a:rPr sz="1700" dirty="0">
                <a:latin typeface="Times New Roman"/>
                <a:cs typeface="Times New Roman"/>
              </a:rPr>
              <a:t>d</a:t>
            </a:r>
            <a:r>
              <a:rPr sz="1700" spc="22"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spc="24" dirty="0">
                <a:latin typeface="Times New Roman"/>
                <a:cs typeface="Times New Roman"/>
              </a:rPr>
              <a:t> </a:t>
            </a:r>
            <a:r>
              <a:rPr sz="1700" spc="-2" dirty="0">
                <a:latin typeface="Times New Roman"/>
                <a:cs typeface="Times New Roman"/>
              </a:rPr>
              <a:t>e</a:t>
            </a:r>
            <a:r>
              <a:rPr sz="1700" spc="-7" dirty="0">
                <a:latin typeface="Times New Roman"/>
                <a:cs typeface="Times New Roman"/>
              </a:rPr>
              <a:t>ac</a:t>
            </a:r>
            <a:r>
              <a:rPr sz="1700" dirty="0">
                <a:latin typeface="Times New Roman"/>
                <a:cs typeface="Times New Roman"/>
              </a:rPr>
              <a:t>h</a:t>
            </a:r>
            <a:r>
              <a:rPr sz="1700" spc="26" dirty="0">
                <a:latin typeface="Times New Roman"/>
                <a:cs typeface="Times New Roman"/>
              </a:rPr>
              <a:t> </a:t>
            </a:r>
            <a:r>
              <a:rPr sz="1700" spc="-7" dirty="0">
                <a:latin typeface="Times New Roman"/>
                <a:cs typeface="Times New Roman"/>
              </a:rPr>
              <a:t>a</a:t>
            </a:r>
            <a:r>
              <a:rPr sz="1700" spc="-2" dirty="0">
                <a:latin typeface="Times New Roman"/>
                <a:cs typeface="Times New Roman"/>
              </a:rPr>
              <a:t>pplic</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22" dirty="0">
                <a:latin typeface="Times New Roman"/>
                <a:cs typeface="Times New Roman"/>
              </a:rPr>
              <a:t> </a:t>
            </a:r>
            <a:r>
              <a:rPr sz="1700" spc="-7" dirty="0">
                <a:latin typeface="Times New Roman"/>
                <a:cs typeface="Times New Roman"/>
              </a:rPr>
              <a:t>switch</a:t>
            </a:r>
            <a:r>
              <a:rPr sz="1700" spc="-2" dirty="0">
                <a:latin typeface="Times New Roman"/>
                <a:cs typeface="Times New Roman"/>
              </a:rPr>
              <a:t>,</a:t>
            </a:r>
            <a:r>
              <a:rPr sz="1700" spc="22" dirty="0">
                <a:latin typeface="Times New Roman"/>
                <a:cs typeface="Times New Roman"/>
              </a:rPr>
              <a:t> </a:t>
            </a:r>
            <a:r>
              <a:rPr sz="1700" dirty="0">
                <a:latin typeface="Times New Roman"/>
                <a:cs typeface="Times New Roman"/>
              </a:rPr>
              <a:t>or</a:t>
            </a:r>
            <a:r>
              <a:rPr sz="1700" spc="26" dirty="0">
                <a:latin typeface="Times New Roman"/>
                <a:cs typeface="Times New Roman"/>
              </a:rPr>
              <a:t> </a:t>
            </a:r>
            <a:r>
              <a:rPr sz="1700" spc="-7" dirty="0">
                <a:latin typeface="Times New Roman"/>
                <a:cs typeface="Times New Roman"/>
              </a:rPr>
              <a:t>e</a:t>
            </a:r>
            <a:r>
              <a:rPr sz="1700" spc="-2" dirty="0">
                <a:latin typeface="Times New Roman"/>
                <a:cs typeface="Times New Roman"/>
              </a:rPr>
              <a:t>xtra</a:t>
            </a:r>
            <a:r>
              <a:rPr sz="1700" spc="19" dirty="0">
                <a:latin typeface="Times New Roman"/>
                <a:cs typeface="Times New Roman"/>
              </a:rPr>
              <a:t> </a:t>
            </a:r>
            <a:r>
              <a:rPr sz="1700" spc="-2" dirty="0">
                <a:latin typeface="Times New Roman"/>
                <a:cs typeface="Times New Roman"/>
              </a:rPr>
              <a:t>bi</a:t>
            </a:r>
            <a:r>
              <a:rPr sz="1700" spc="2" dirty="0">
                <a:latin typeface="Times New Roman"/>
                <a:cs typeface="Times New Roman"/>
              </a:rPr>
              <a:t>t</a:t>
            </a:r>
            <a:r>
              <a:rPr sz="1700" dirty="0">
                <a:latin typeface="Times New Roman"/>
                <a:cs typeface="Times New Roman"/>
              </a:rPr>
              <a:t>s</a:t>
            </a:r>
            <a:r>
              <a:rPr sz="1700" spc="22" dirty="0">
                <a:latin typeface="Times New Roman"/>
                <a:cs typeface="Times New Roman"/>
              </a:rPr>
              <a:t> </a:t>
            </a:r>
            <a:r>
              <a:rPr sz="1700" spc="-5" dirty="0">
                <a:latin typeface="Times New Roman"/>
                <a:cs typeface="Times New Roman"/>
              </a:rPr>
              <a:t>must</a:t>
            </a:r>
            <a:r>
              <a:rPr sz="1700" spc="24" dirty="0">
                <a:latin typeface="Times New Roman"/>
                <a:cs typeface="Times New Roman"/>
              </a:rPr>
              <a:t> </a:t>
            </a:r>
            <a:r>
              <a:rPr sz="1700" spc="-5" dirty="0">
                <a:latin typeface="Times New Roman"/>
                <a:cs typeface="Times New Roman"/>
              </a:rPr>
              <a:t>be</a:t>
            </a:r>
            <a:r>
              <a:rPr sz="1700" spc="19" dirty="0">
                <a:latin typeface="Times New Roman"/>
                <a:cs typeface="Times New Roman"/>
              </a:rPr>
              <a:t> </a:t>
            </a:r>
            <a:r>
              <a:rPr sz="1700" spc="-7" dirty="0">
                <a:latin typeface="Times New Roman"/>
                <a:cs typeface="Times New Roman"/>
              </a:rPr>
              <a:t>a</a:t>
            </a:r>
            <a:r>
              <a:rPr sz="1700" dirty="0">
                <a:latin typeface="Times New Roman"/>
                <a:cs typeface="Times New Roman"/>
              </a:rPr>
              <a:t>d</a:t>
            </a:r>
            <a:r>
              <a:rPr sz="1700" spc="5" dirty="0">
                <a:latin typeface="Times New Roman"/>
                <a:cs typeface="Times New Roman"/>
              </a:rPr>
              <a:t>d</a:t>
            </a:r>
            <a:r>
              <a:rPr sz="1700" spc="-7" dirty="0">
                <a:latin typeface="Times New Roman"/>
                <a:cs typeface="Times New Roman"/>
              </a:rPr>
              <a:t>e</a:t>
            </a:r>
            <a:r>
              <a:rPr sz="1700" dirty="0">
                <a:latin typeface="Times New Roman"/>
                <a:cs typeface="Times New Roman"/>
              </a:rPr>
              <a:t>d</a:t>
            </a:r>
            <a:r>
              <a:rPr sz="1700" spc="22" dirty="0">
                <a:latin typeface="Times New Roman"/>
                <a:cs typeface="Times New Roman"/>
              </a:rPr>
              <a:t> </a:t>
            </a:r>
            <a:r>
              <a:rPr sz="1700" spc="-2" dirty="0">
                <a:latin typeface="Times New Roman"/>
                <a:cs typeface="Times New Roman"/>
              </a:rPr>
              <a:t>to</a:t>
            </a:r>
            <a:r>
              <a:rPr sz="1700" spc="22" dirty="0">
                <a:latin typeface="Times New Roman"/>
                <a:cs typeface="Times New Roman"/>
              </a:rPr>
              <a:t> </a:t>
            </a:r>
            <a:r>
              <a:rPr sz="1700" spc="-2" dirty="0">
                <a:latin typeface="Times New Roman"/>
                <a:cs typeface="Times New Roman"/>
              </a:rPr>
              <a:t>e</a:t>
            </a:r>
            <a:r>
              <a:rPr sz="1700" spc="-7" dirty="0">
                <a:latin typeface="Times New Roman"/>
                <a:cs typeface="Times New Roman"/>
              </a:rPr>
              <a:t>ac</a:t>
            </a:r>
            <a:r>
              <a:rPr sz="1700" dirty="0">
                <a:latin typeface="Times New Roman"/>
                <a:cs typeface="Times New Roman"/>
              </a:rPr>
              <a:t>h</a:t>
            </a:r>
            <a:r>
              <a:rPr sz="1700" spc="26" dirty="0">
                <a:latin typeface="Times New Roman"/>
                <a:cs typeface="Times New Roman"/>
              </a:rPr>
              <a:t> </a:t>
            </a:r>
            <a:r>
              <a:rPr sz="1700" spc="-2" dirty="0">
                <a:latin typeface="Times New Roman"/>
                <a:cs typeface="Times New Roman"/>
              </a:rPr>
              <a:t>line</a:t>
            </a:r>
            <a:r>
              <a:rPr sz="1700" spc="19" dirty="0">
                <a:latin typeface="Times New Roman"/>
                <a:cs typeface="Times New Roman"/>
              </a:rPr>
              <a:t> </a:t>
            </a:r>
            <a:r>
              <a:rPr sz="1700" dirty="0">
                <a:latin typeface="Times New Roman"/>
                <a:cs typeface="Times New Roman"/>
              </a:rPr>
              <a:t>of</a:t>
            </a:r>
            <a:r>
              <a:rPr sz="1700" spc="19"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19" dirty="0">
                <a:latin typeface="Times New Roman"/>
                <a:cs typeface="Times New Roman"/>
              </a:rPr>
              <a:t> </a:t>
            </a:r>
            <a:r>
              <a:rPr sz="1700" spc="-2" dirty="0">
                <a:latin typeface="Times New Roman"/>
                <a:cs typeface="Times New Roman"/>
              </a:rPr>
              <a:t>to identify </a:t>
            </a:r>
            <a:r>
              <a:rPr sz="1700" spc="-7" dirty="0">
                <a:latin typeface="Times New Roman"/>
                <a:cs typeface="Times New Roman"/>
              </a:rPr>
              <a:t>whi</a:t>
            </a:r>
            <a:r>
              <a:rPr sz="1700" spc="-10" dirty="0">
                <a:latin typeface="Times New Roman"/>
                <a:cs typeface="Times New Roman"/>
              </a:rPr>
              <a:t>c</a:t>
            </a:r>
            <a:r>
              <a:rPr sz="1700" dirty="0">
                <a:latin typeface="Times New Roman"/>
                <a:cs typeface="Times New Roman"/>
              </a:rPr>
              <a:t>h </a:t>
            </a:r>
            <a:r>
              <a:rPr sz="1700" spc="-2" dirty="0">
                <a:latin typeface="Times New Roman"/>
                <a:cs typeface="Times New Roman"/>
              </a:rPr>
              <a:t>virtual</a:t>
            </a:r>
            <a:r>
              <a:rPr sz="1700" dirty="0">
                <a:latin typeface="Times New Roman"/>
                <a:cs typeface="Times New Roman"/>
              </a:rPr>
              <a:t> </a:t>
            </a:r>
            <a:r>
              <a:rPr sz="1700" spc="-10" dirty="0">
                <a:latin typeface="Times New Roman"/>
                <a:cs typeface="Times New Roman"/>
              </a:rPr>
              <a:t>a</a:t>
            </a:r>
            <a:r>
              <a:rPr sz="1700" spc="5" dirty="0">
                <a:latin typeface="Times New Roman"/>
                <a:cs typeface="Times New Roman"/>
              </a:rPr>
              <a:t>d</a:t>
            </a:r>
            <a:r>
              <a:rPr sz="1700" spc="-2" dirty="0">
                <a:latin typeface="Times New Roman"/>
                <a:cs typeface="Times New Roman"/>
              </a:rPr>
              <a:t>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7" dirty="0">
                <a:latin typeface="Times New Roman"/>
                <a:cs typeface="Times New Roman"/>
              </a:rPr>
              <a:t>spa</a:t>
            </a:r>
            <a:r>
              <a:rPr sz="1700" spc="-2" dirty="0">
                <a:latin typeface="Times New Roman"/>
                <a:cs typeface="Times New Roman"/>
              </a:rPr>
              <a:t>c</a:t>
            </a:r>
            <a:r>
              <a:rPr sz="1700" spc="-5" dirty="0">
                <a:latin typeface="Times New Roman"/>
                <a:cs typeface="Times New Roman"/>
              </a:rPr>
              <a:t>e</a:t>
            </a:r>
            <a:r>
              <a:rPr sz="1700" spc="-2" dirty="0">
                <a:latin typeface="Times New Roman"/>
                <a:cs typeface="Times New Roman"/>
              </a:rPr>
              <a:t> thi</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f</a:t>
            </a:r>
            <a:r>
              <a:rPr sz="1700" spc="-10" dirty="0">
                <a:latin typeface="Times New Roman"/>
                <a:cs typeface="Times New Roman"/>
              </a:rPr>
              <a:t>e</a:t>
            </a:r>
            <a:r>
              <a:rPr sz="1700" dirty="0">
                <a:latin typeface="Times New Roman"/>
                <a:cs typeface="Times New Roman"/>
              </a:rPr>
              <a:t>rs</a:t>
            </a:r>
            <a:r>
              <a:rPr sz="1700" spc="-2" dirty="0">
                <a:latin typeface="Times New Roman"/>
                <a:cs typeface="Times New Roman"/>
              </a:rPr>
              <a:t> to.</a:t>
            </a:r>
            <a:endParaRPr sz="1700" dirty="0">
              <a:latin typeface="Times New Roman"/>
              <a:cs typeface="Times New Roman"/>
            </a:endParaRPr>
          </a:p>
        </p:txBody>
      </p:sp>
    </p:spTree>
    <p:extLst>
      <p:ext uri="{BB962C8B-B14F-4D97-AF65-F5344CB8AC3E}">
        <p14:creationId xmlns:p14="http://schemas.microsoft.com/office/powerpoint/2010/main" val="14524270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F670C-DA01-36E6-6ADE-FA164CE8ED5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59F816D-4E52-BC11-51BD-6EABB098861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9051295B-EB21-8ED3-428E-A7605CCC8C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5D27FC4-81A0-DB92-E785-4701651899A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9DB62F5A-C039-6D1E-7212-19FB84509DA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18A1081D-DD4D-D3ED-9897-8BD338149187}"/>
              </a:ext>
            </a:extLst>
          </p:cNvPr>
          <p:cNvSpPr txBox="1"/>
          <p:nvPr/>
        </p:nvSpPr>
        <p:spPr>
          <a:xfrm>
            <a:off x="1143000" y="742950"/>
            <a:ext cx="6934200" cy="3082895"/>
          </a:xfrm>
          <a:prstGeom prst="rect">
            <a:avLst/>
          </a:prstGeom>
        </p:spPr>
        <p:txBody>
          <a:bodyPr vert="horz" wrap="square" lIns="0" tIns="0" rIns="0" bIns="0" rtlCol="0">
            <a:spAutoFit/>
          </a:bodyPr>
          <a:lstStyle/>
          <a:p>
            <a:pPr marL="79413" indent="-73304" algn="just">
              <a:spcBef>
                <a:spcPts val="356"/>
              </a:spcBef>
              <a:buFont typeface="Times New Roman"/>
              <a:buAutoNum type="arabicPeriod" startAt="2"/>
              <a:tabLst>
                <a:tab pos="79413" algn="l"/>
              </a:tabLst>
            </a:pPr>
            <a:r>
              <a:rPr lang="en-US" sz="1700" b="1" spc="-2" dirty="0">
                <a:latin typeface="Times New Roman"/>
                <a:cs typeface="Times New Roman"/>
              </a:rPr>
              <a:t> </a:t>
            </a:r>
            <a:r>
              <a:rPr sz="1700" b="1" spc="-2" dirty="0">
                <a:latin typeface="Times New Roman"/>
                <a:cs typeface="Times New Roman"/>
              </a:rPr>
              <a:t>Ca</a:t>
            </a:r>
            <a:r>
              <a:rPr sz="1700" b="1" spc="-5"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a:t>
            </a:r>
            <a:r>
              <a:rPr sz="1700" b="1" dirty="0">
                <a:latin typeface="Times New Roman"/>
                <a:cs typeface="Times New Roman"/>
              </a:rPr>
              <a:t>S</a:t>
            </a:r>
            <a:r>
              <a:rPr sz="1700" b="1" spc="-2" dirty="0">
                <a:latin typeface="Times New Roman"/>
                <a:cs typeface="Times New Roman"/>
              </a:rPr>
              <a:t>ize</a:t>
            </a:r>
            <a:endParaRPr sz="1700" dirty="0">
              <a:latin typeface="Times New Roman"/>
              <a:cs typeface="Times New Roman"/>
            </a:endParaRPr>
          </a:p>
          <a:p>
            <a:pPr marL="6109" marR="4887" algn="just">
              <a:spcBef>
                <a:spcPts val="404"/>
              </a:spcBef>
            </a:pPr>
            <a:r>
              <a:rPr sz="1700" spc="-5" dirty="0">
                <a:latin typeface="Times New Roman"/>
                <a:cs typeface="Times New Roman"/>
              </a:rPr>
              <a:t>The</a:t>
            </a:r>
            <a:r>
              <a:rPr sz="1700" spc="58" dirty="0">
                <a:latin typeface="Times New Roman"/>
                <a:cs typeface="Times New Roman"/>
              </a:rPr>
              <a:t> </a:t>
            </a:r>
            <a:r>
              <a:rPr sz="1700" spc="-2" dirty="0">
                <a:latin typeface="Times New Roman"/>
                <a:cs typeface="Times New Roman"/>
              </a:rPr>
              <a:t>la</a:t>
            </a:r>
            <a:r>
              <a:rPr sz="1700" spc="-7" dirty="0">
                <a:latin typeface="Times New Roman"/>
                <a:cs typeface="Times New Roman"/>
              </a:rPr>
              <a:t>r</a:t>
            </a:r>
            <a:r>
              <a:rPr sz="1700" spc="-5" dirty="0">
                <a:latin typeface="Times New Roman"/>
                <a:cs typeface="Times New Roman"/>
              </a:rPr>
              <a:t>g</a:t>
            </a:r>
            <a:r>
              <a:rPr sz="1700" spc="-2" dirty="0">
                <a:latin typeface="Times New Roman"/>
                <a:cs typeface="Times New Roman"/>
              </a:rPr>
              <a:t>e</a:t>
            </a:r>
            <a:r>
              <a:rPr sz="1700" dirty="0">
                <a:latin typeface="Times New Roman"/>
                <a:cs typeface="Times New Roman"/>
              </a:rPr>
              <a:t>r</a:t>
            </a:r>
            <a:r>
              <a:rPr sz="1700" spc="60" dirty="0">
                <a:latin typeface="Times New Roman"/>
                <a:cs typeface="Times New Roman"/>
              </a:rPr>
              <a:t> </a:t>
            </a:r>
            <a:r>
              <a:rPr sz="1700" spc="-2" dirty="0">
                <a:latin typeface="Times New Roman"/>
                <a:cs typeface="Times New Roman"/>
              </a:rPr>
              <a:t>the</a:t>
            </a:r>
            <a:r>
              <a:rPr sz="1700" spc="60" dirty="0">
                <a:latin typeface="Times New Roman"/>
                <a:cs typeface="Times New Roman"/>
              </a:rPr>
              <a:t> </a:t>
            </a:r>
            <a:r>
              <a:rPr sz="1700" spc="-2"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r>
              <a:rPr sz="1700" spc="63"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60" dirty="0">
                <a:latin typeface="Times New Roman"/>
                <a:cs typeface="Times New Roman"/>
              </a:rPr>
              <a:t> </a:t>
            </a:r>
            <a:r>
              <a:rPr sz="1700" spc="-2" dirty="0">
                <a:latin typeface="Times New Roman"/>
                <a:cs typeface="Times New Roman"/>
              </a:rPr>
              <a:t>la</a:t>
            </a:r>
            <a:r>
              <a:rPr sz="1700" spc="-7" dirty="0">
                <a:latin typeface="Times New Roman"/>
                <a:cs typeface="Times New Roman"/>
              </a:rPr>
              <a:t>r</a:t>
            </a:r>
            <a:r>
              <a:rPr sz="1700" spc="-5" dirty="0">
                <a:latin typeface="Times New Roman"/>
                <a:cs typeface="Times New Roman"/>
              </a:rPr>
              <a:t>g</a:t>
            </a:r>
            <a:r>
              <a:rPr sz="1700" spc="-2" dirty="0">
                <a:latin typeface="Times New Roman"/>
                <a:cs typeface="Times New Roman"/>
              </a:rPr>
              <a:t>e</a:t>
            </a:r>
            <a:r>
              <a:rPr sz="1700" dirty="0">
                <a:latin typeface="Times New Roman"/>
                <a:cs typeface="Times New Roman"/>
              </a:rPr>
              <a:t>r</a:t>
            </a:r>
            <a:r>
              <a:rPr sz="1700" spc="60" dirty="0">
                <a:latin typeface="Times New Roman"/>
                <a:cs typeface="Times New Roman"/>
              </a:rPr>
              <a:t> </a:t>
            </a:r>
            <a:r>
              <a:rPr sz="1700" spc="-2" dirty="0">
                <a:latin typeface="Times New Roman"/>
                <a:cs typeface="Times New Roman"/>
              </a:rPr>
              <a:t>the</a:t>
            </a:r>
            <a:r>
              <a:rPr sz="1700" spc="60" dirty="0">
                <a:latin typeface="Times New Roman"/>
                <a:cs typeface="Times New Roman"/>
              </a:rPr>
              <a:t> </a:t>
            </a:r>
            <a:r>
              <a:rPr sz="1700" spc="-5" dirty="0">
                <a:latin typeface="Times New Roman"/>
                <a:cs typeface="Times New Roman"/>
              </a:rPr>
              <a:t>number</a:t>
            </a:r>
            <a:r>
              <a:rPr sz="1700" spc="60" dirty="0">
                <a:latin typeface="Times New Roman"/>
                <a:cs typeface="Times New Roman"/>
              </a:rPr>
              <a:t> </a:t>
            </a:r>
            <a:r>
              <a:rPr sz="1700" spc="5" dirty="0">
                <a:latin typeface="Times New Roman"/>
                <a:cs typeface="Times New Roman"/>
              </a:rPr>
              <a:t>o</a:t>
            </a:r>
            <a:r>
              <a:rPr sz="1700" dirty="0">
                <a:latin typeface="Times New Roman"/>
                <a:cs typeface="Times New Roman"/>
              </a:rPr>
              <a:t>f</a:t>
            </a:r>
            <a:r>
              <a:rPr sz="1700" spc="60" dirty="0">
                <a:latin typeface="Times New Roman"/>
                <a:cs typeface="Times New Roman"/>
              </a:rPr>
              <a:t> </a:t>
            </a:r>
            <a:r>
              <a:rPr sz="1700" spc="5" dirty="0">
                <a:latin typeface="Times New Roman"/>
                <a:cs typeface="Times New Roman"/>
              </a:rPr>
              <a:t>g</a:t>
            </a:r>
            <a:r>
              <a:rPr sz="1700" spc="-7" dirty="0">
                <a:latin typeface="Times New Roman"/>
                <a:cs typeface="Times New Roman"/>
              </a:rPr>
              <a:t>a</a:t>
            </a:r>
            <a:r>
              <a:rPr sz="1700" spc="-2" dirty="0">
                <a:latin typeface="Times New Roman"/>
                <a:cs typeface="Times New Roman"/>
              </a:rPr>
              <a:t>tes</a:t>
            </a:r>
            <a:r>
              <a:rPr sz="1700" spc="60" dirty="0">
                <a:latin typeface="Times New Roman"/>
                <a:cs typeface="Times New Roman"/>
              </a:rPr>
              <a:t> </a:t>
            </a:r>
            <a:r>
              <a:rPr sz="1700" spc="-5" dirty="0">
                <a:latin typeface="Times New Roman"/>
                <a:cs typeface="Times New Roman"/>
              </a:rPr>
              <a:t>involv</a:t>
            </a:r>
            <a:r>
              <a:rPr sz="1700" spc="-7" dirty="0">
                <a:latin typeface="Times New Roman"/>
                <a:cs typeface="Times New Roman"/>
              </a:rPr>
              <a:t>e</a:t>
            </a:r>
            <a:r>
              <a:rPr sz="1700" dirty="0">
                <a:latin typeface="Times New Roman"/>
                <a:cs typeface="Times New Roman"/>
              </a:rPr>
              <a:t>d</a:t>
            </a:r>
            <a:r>
              <a:rPr sz="1700" spc="63" dirty="0">
                <a:latin typeface="Times New Roman"/>
                <a:cs typeface="Times New Roman"/>
              </a:rPr>
              <a:t> </a:t>
            </a:r>
            <a:r>
              <a:rPr sz="1700" spc="-2" dirty="0">
                <a:latin typeface="Times New Roman"/>
                <a:cs typeface="Times New Roman"/>
              </a:rPr>
              <a:t>in</a:t>
            </a:r>
            <a:r>
              <a:rPr sz="1700" spc="63" dirty="0">
                <a:latin typeface="Times New Roman"/>
                <a:cs typeface="Times New Roman"/>
              </a:rPr>
              <a:t> </a:t>
            </a:r>
            <a:r>
              <a:rPr sz="1700" spc="-7" dirty="0">
                <a:latin typeface="Times New Roman"/>
                <a:cs typeface="Times New Roman"/>
              </a:rPr>
              <a:t>a</a:t>
            </a:r>
            <a:r>
              <a:rPr sz="1700" spc="-5" dirty="0">
                <a:latin typeface="Times New Roman"/>
                <a:cs typeface="Times New Roman"/>
              </a:rPr>
              <a:t>ddr</a:t>
            </a:r>
            <a:r>
              <a:rPr sz="1700" spc="-10" dirty="0">
                <a:latin typeface="Times New Roman"/>
                <a:cs typeface="Times New Roman"/>
              </a:rPr>
              <a:t>e</a:t>
            </a:r>
            <a:r>
              <a:rPr sz="1700" spc="-2" dirty="0">
                <a:latin typeface="Times New Roman"/>
                <a:cs typeface="Times New Roman"/>
              </a:rPr>
              <a:t>ss</a:t>
            </a:r>
            <a:r>
              <a:rPr sz="1700" spc="7" dirty="0">
                <a:latin typeface="Times New Roman"/>
                <a:cs typeface="Times New Roman"/>
              </a:rPr>
              <a:t>i</a:t>
            </a:r>
            <a:r>
              <a:rPr sz="1700" dirty="0">
                <a:latin typeface="Times New Roman"/>
                <a:cs typeface="Times New Roman"/>
              </a:rPr>
              <a:t>ng</a:t>
            </a:r>
            <a:r>
              <a:rPr sz="1700" spc="63" dirty="0">
                <a:latin typeface="Times New Roman"/>
                <a:cs typeface="Times New Roman"/>
              </a:rPr>
              <a:t> </a:t>
            </a:r>
            <a:r>
              <a:rPr sz="1700" spc="-2" dirty="0">
                <a:latin typeface="Times New Roman"/>
                <a:cs typeface="Times New Roman"/>
              </a:rPr>
              <a:t>the</a:t>
            </a:r>
            <a:r>
              <a:rPr sz="1700" spc="60"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r>
              <a:rPr sz="1700" spc="63" dirty="0">
                <a:latin typeface="Times New Roman"/>
                <a:cs typeface="Times New Roman"/>
              </a:rPr>
              <a:t> </a:t>
            </a:r>
            <a:r>
              <a:rPr sz="1700" spc="-5" dirty="0">
                <a:latin typeface="Times New Roman"/>
                <a:cs typeface="Times New Roman"/>
              </a:rPr>
              <a:t>The</a:t>
            </a:r>
            <a:r>
              <a:rPr sz="1700" spc="-2" dirty="0">
                <a:latin typeface="Times New Roman"/>
                <a:cs typeface="Times New Roman"/>
              </a:rPr>
              <a:t> </a:t>
            </a:r>
            <a:r>
              <a:rPr sz="1700" spc="-7" dirty="0">
                <a:latin typeface="Times New Roman"/>
                <a:cs typeface="Times New Roman"/>
              </a:rPr>
              <a:t>a</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il</a:t>
            </a:r>
            <a:r>
              <a:rPr sz="1700" spc="-7" dirty="0">
                <a:latin typeface="Times New Roman"/>
                <a:cs typeface="Times New Roman"/>
              </a:rPr>
              <a:t>a</a:t>
            </a:r>
            <a:r>
              <a:rPr sz="1700" spc="-2" dirty="0">
                <a:latin typeface="Times New Roman"/>
                <a:cs typeface="Times New Roman"/>
              </a:rPr>
              <a:t>ble</a:t>
            </a:r>
            <a:r>
              <a:rPr sz="1700" dirty="0">
                <a:latin typeface="Times New Roman"/>
                <a:cs typeface="Times New Roman"/>
              </a:rPr>
              <a:t> </a:t>
            </a:r>
            <a:r>
              <a:rPr sz="1700" spc="-10" dirty="0">
                <a:latin typeface="Times New Roman"/>
                <a:cs typeface="Times New Roman"/>
              </a:rPr>
              <a:t>c</a:t>
            </a:r>
            <a:r>
              <a:rPr sz="1700" spc="-5" dirty="0">
                <a:latin typeface="Times New Roman"/>
                <a:cs typeface="Times New Roman"/>
              </a:rPr>
              <a:t>hip</a:t>
            </a:r>
            <a:r>
              <a:rPr sz="1700" dirty="0">
                <a:latin typeface="Times New Roman"/>
                <a:cs typeface="Times New Roman"/>
              </a:rPr>
              <a:t> </a:t>
            </a:r>
            <a:r>
              <a:rPr sz="1700" spc="-5" dirty="0">
                <a:latin typeface="Times New Roman"/>
                <a:cs typeface="Times New Roman"/>
              </a:rPr>
              <a:t>and</a:t>
            </a:r>
            <a:r>
              <a:rPr sz="1700" spc="2" dirty="0">
                <a:latin typeface="Times New Roman"/>
                <a:cs typeface="Times New Roman"/>
              </a:rPr>
              <a:t> </a:t>
            </a:r>
            <a:r>
              <a:rPr sz="1700" spc="-5" dirty="0">
                <a:latin typeface="Times New Roman"/>
                <a:cs typeface="Times New Roman"/>
              </a:rPr>
              <a:t>bo</a:t>
            </a:r>
            <a:r>
              <a:rPr sz="1700" spc="-7" dirty="0">
                <a:latin typeface="Times New Roman"/>
                <a:cs typeface="Times New Roman"/>
              </a:rPr>
              <a:t>a</a:t>
            </a:r>
            <a:r>
              <a:rPr sz="1700" dirty="0">
                <a:latin typeface="Times New Roman"/>
                <a:cs typeface="Times New Roman"/>
              </a:rPr>
              <a:t>rd</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a</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lso </a:t>
            </a:r>
            <a:r>
              <a:rPr sz="1700" dirty="0">
                <a:latin typeface="Times New Roman"/>
                <a:cs typeface="Times New Roman"/>
              </a:rPr>
              <a:t>l</a:t>
            </a:r>
            <a:r>
              <a:rPr sz="1700" spc="-2" dirty="0">
                <a:latin typeface="Times New Roman"/>
                <a:cs typeface="Times New Roman"/>
              </a:rPr>
              <a:t>imit</a:t>
            </a:r>
            <a:r>
              <a:rPr sz="1700" dirty="0">
                <a:latin typeface="Times New Roman"/>
                <a:cs typeface="Times New Roman"/>
              </a:rPr>
              <a:t> </a:t>
            </a:r>
            <a:r>
              <a:rPr sz="1700" spc="-7" dirty="0">
                <a:latin typeface="Times New Roman"/>
                <a:cs typeface="Times New Roman"/>
              </a:rPr>
              <a:t>cac</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si</a:t>
            </a:r>
            <a:r>
              <a:rPr sz="1700" dirty="0">
                <a:latin typeface="Times New Roman"/>
                <a:cs typeface="Times New Roman"/>
              </a:rPr>
              <a:t>z</a:t>
            </a:r>
            <a:r>
              <a:rPr sz="1700" spc="-2" dirty="0">
                <a:latin typeface="Times New Roman"/>
                <a:cs typeface="Times New Roman"/>
              </a:rPr>
              <a:t>e</a:t>
            </a:r>
            <a:r>
              <a:rPr sz="1700" dirty="0">
                <a:latin typeface="Times New Roman"/>
                <a:cs typeface="Times New Roman"/>
              </a:rPr>
              <a:t>.</a:t>
            </a:r>
          </a:p>
          <a:p>
            <a:pPr marL="6109" marR="5192" algn="just">
              <a:spcBef>
                <a:spcPts val="380"/>
              </a:spcBef>
            </a:pPr>
            <a:r>
              <a:rPr sz="1700" spc="-5" dirty="0">
                <a:latin typeface="Times New Roman"/>
                <a:cs typeface="Times New Roman"/>
              </a:rPr>
              <a:t>The</a:t>
            </a:r>
            <a:r>
              <a:rPr sz="1700" spc="7" dirty="0">
                <a:latin typeface="Times New Roman"/>
                <a:cs typeface="Times New Roman"/>
              </a:rPr>
              <a:t> </a:t>
            </a:r>
            <a:r>
              <a:rPr sz="1700" spc="-5" dirty="0">
                <a:latin typeface="Times New Roman"/>
                <a:cs typeface="Times New Roman"/>
              </a:rPr>
              <a:t>more</a:t>
            </a:r>
            <a:r>
              <a:rPr sz="1700" spc="7"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7" dirty="0">
                <a:latin typeface="Times New Roman"/>
                <a:cs typeface="Times New Roman"/>
              </a:rPr>
              <a:t> </a:t>
            </a:r>
            <a:r>
              <a:rPr sz="1700" spc="-5" dirty="0">
                <a:latin typeface="Times New Roman"/>
                <a:cs typeface="Times New Roman"/>
              </a:rPr>
              <a:t>a</a:t>
            </a:r>
            <a:r>
              <a:rPr sz="1700" spc="7"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17"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spc="-2" dirty="0">
                <a:latin typeface="Times New Roman"/>
                <a:cs typeface="Times New Roman"/>
              </a:rPr>
              <a:t>s</a:t>
            </a:r>
            <a:r>
              <a:rPr sz="1700" dirty="0">
                <a:latin typeface="Times New Roman"/>
                <a:cs typeface="Times New Roman"/>
              </a:rPr>
              <a:t>,</a:t>
            </a:r>
            <a:r>
              <a:rPr sz="1700" spc="10"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5" dirty="0">
                <a:latin typeface="Times New Roman"/>
                <a:cs typeface="Times New Roman"/>
              </a:rPr>
              <a:t>more</a:t>
            </a:r>
            <a:r>
              <a:rPr sz="1700" spc="7" dirty="0">
                <a:latin typeface="Times New Roman"/>
                <a:cs typeface="Times New Roman"/>
              </a:rPr>
              <a:t> </a:t>
            </a:r>
            <a:r>
              <a:rPr sz="1700" spc="-2" dirty="0">
                <a:latin typeface="Times New Roman"/>
                <a:cs typeface="Times New Roman"/>
              </a:rPr>
              <a:t>lik</a:t>
            </a:r>
            <a:r>
              <a:rPr sz="1700" spc="-7" dirty="0">
                <a:latin typeface="Times New Roman"/>
                <a:cs typeface="Times New Roman"/>
              </a:rPr>
              <a:t>e</a:t>
            </a:r>
            <a:r>
              <a:rPr sz="1700" spc="-2" dirty="0">
                <a:latin typeface="Times New Roman"/>
                <a:cs typeface="Times New Roman"/>
              </a:rPr>
              <a:t>ly</a:t>
            </a:r>
            <a:r>
              <a:rPr sz="1700" spc="12" dirty="0">
                <a:latin typeface="Times New Roman"/>
                <a:cs typeface="Times New Roman"/>
              </a:rPr>
              <a:t> </a:t>
            </a:r>
            <a:r>
              <a:rPr sz="1700" spc="-2" dirty="0">
                <a:latin typeface="Times New Roman"/>
                <a:cs typeface="Times New Roman"/>
              </a:rPr>
              <a:t>it</a:t>
            </a:r>
            <a:r>
              <a:rPr sz="1700" spc="12"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7" dirty="0">
                <a:latin typeface="Times New Roman"/>
                <a:cs typeface="Times New Roman"/>
              </a:rPr>
              <a:t> </a:t>
            </a:r>
            <a:r>
              <a:rPr sz="1700" spc="-5" dirty="0">
                <a:latin typeface="Times New Roman"/>
                <a:cs typeface="Times New Roman"/>
              </a:rPr>
              <a:t>a</a:t>
            </a:r>
            <a:r>
              <a:rPr sz="1700" spc="7" dirty="0">
                <a:latin typeface="Times New Roman"/>
                <a:cs typeface="Times New Roman"/>
              </a:rPr>
              <a:t> </a:t>
            </a:r>
            <a:r>
              <a:rPr sz="1700" spc="-2" dirty="0">
                <a:latin typeface="Times New Roman"/>
                <a:cs typeface="Times New Roman"/>
              </a:rPr>
              <a:t>hit</a:t>
            </a:r>
            <a:r>
              <a:rPr sz="1700" spc="12" dirty="0">
                <a:latin typeface="Times New Roman"/>
                <a:cs typeface="Times New Roman"/>
              </a:rPr>
              <a:t> </a:t>
            </a:r>
            <a:r>
              <a:rPr sz="1700" dirty="0">
                <a:latin typeface="Times New Roman"/>
                <a:cs typeface="Times New Roman"/>
              </a:rPr>
              <a:t>on</a:t>
            </a:r>
            <a:r>
              <a:rPr sz="1700" spc="10" dirty="0">
                <a:latin typeface="Times New Roman"/>
                <a:cs typeface="Times New Roman"/>
              </a:rPr>
              <a:t> </a:t>
            </a:r>
            <a:r>
              <a:rPr sz="1700" spc="-5" dirty="0">
                <a:latin typeface="Times New Roman"/>
                <a:cs typeface="Times New Roman"/>
              </a:rPr>
              <a:t>mem</a:t>
            </a:r>
            <a:r>
              <a:rPr sz="1700" spc="-12" dirty="0">
                <a:latin typeface="Times New Roman"/>
                <a:cs typeface="Times New Roman"/>
              </a:rPr>
              <a:t>o</a:t>
            </a:r>
            <a:r>
              <a:rPr sz="1700" dirty="0">
                <a:latin typeface="Times New Roman"/>
                <a:cs typeface="Times New Roman"/>
              </a:rPr>
              <a:t>ry</a:t>
            </a:r>
            <a:r>
              <a:rPr sz="1700" spc="7" dirty="0">
                <a:latin typeface="Times New Roman"/>
                <a:cs typeface="Times New Roman"/>
              </a:rPr>
              <a:t> </a:t>
            </a:r>
            <a:r>
              <a:rPr sz="1700" spc="-7" dirty="0">
                <a:latin typeface="Times New Roman"/>
                <a:cs typeface="Times New Roman"/>
              </a:rPr>
              <a:t>ac</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12" dirty="0">
                <a:latin typeface="Times New Roman"/>
                <a:cs typeface="Times New Roman"/>
              </a:rPr>
              <a:t> </a:t>
            </a:r>
            <a:r>
              <a:rPr sz="1700" spc="-5" dirty="0">
                <a:latin typeface="Times New Roman"/>
                <a:cs typeface="Times New Roman"/>
              </a:rPr>
              <a:t>b</a:t>
            </a:r>
            <a:r>
              <a:rPr sz="1700" spc="-7" dirty="0">
                <a:latin typeface="Times New Roman"/>
                <a:cs typeface="Times New Roman"/>
              </a:rPr>
              <a:t>eca</a:t>
            </a:r>
            <a:r>
              <a:rPr sz="1700" dirty="0">
                <a:latin typeface="Times New Roman"/>
                <a:cs typeface="Times New Roman"/>
              </a:rPr>
              <a:t>u</a:t>
            </a:r>
            <a:r>
              <a:rPr sz="1700" spc="5" dirty="0">
                <a:latin typeface="Times New Roman"/>
                <a:cs typeface="Times New Roman"/>
              </a:rPr>
              <a:t>s</a:t>
            </a:r>
            <a:r>
              <a:rPr sz="1700" spc="-5" dirty="0">
                <a:latin typeface="Times New Roman"/>
                <a:cs typeface="Times New Roman"/>
              </a:rPr>
              <a:t>e</a:t>
            </a:r>
            <a:r>
              <a:rPr sz="1700" spc="-2" dirty="0">
                <a:latin typeface="Times New Roman"/>
                <a:cs typeface="Times New Roman"/>
              </a:rPr>
              <a:t> f</a:t>
            </a:r>
            <a:r>
              <a:rPr sz="1700" spc="-10" dirty="0">
                <a:latin typeface="Times New Roman"/>
                <a:cs typeface="Times New Roman"/>
              </a:rPr>
              <a:t>e</a:t>
            </a:r>
            <a:r>
              <a:rPr sz="1700" spc="-2" dirty="0">
                <a:latin typeface="Times New Roman"/>
                <a:cs typeface="Times New Roman"/>
              </a:rPr>
              <a:t>w</a:t>
            </a:r>
            <a:r>
              <a:rPr sz="1700" dirty="0">
                <a:latin typeface="Times New Roman"/>
                <a:cs typeface="Times New Roman"/>
              </a:rPr>
              <a:t>er </a:t>
            </a:r>
            <a:r>
              <a:rPr sz="1700" spc="-5" dirty="0">
                <a:latin typeface="Times New Roman"/>
                <a:cs typeface="Times New Roman"/>
              </a:rPr>
              <a:t>m</a:t>
            </a:r>
            <a:r>
              <a:rPr sz="1700" spc="-10" dirty="0">
                <a:latin typeface="Times New Roman"/>
                <a:cs typeface="Times New Roman"/>
              </a:rPr>
              <a:t>e</a:t>
            </a:r>
            <a:r>
              <a:rPr sz="1700" spc="-5" dirty="0">
                <a:latin typeface="Times New Roman"/>
                <a:cs typeface="Times New Roman"/>
              </a:rPr>
              <a:t>mory</a:t>
            </a:r>
            <a:r>
              <a:rPr sz="1700" spc="-2" dirty="0">
                <a:latin typeface="Times New Roman"/>
                <a:cs typeface="Times New Roman"/>
              </a:rPr>
              <a:t> loc</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ons</a:t>
            </a:r>
            <a:r>
              <a:rPr sz="1700" spc="5"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dirty="0">
                <a:latin typeface="Times New Roman"/>
                <a:cs typeface="Times New Roman"/>
              </a:rPr>
              <a:t>f</a:t>
            </a:r>
            <a:r>
              <a:rPr sz="1700" spc="2" dirty="0">
                <a:latin typeface="Times New Roman"/>
                <a:cs typeface="Times New Roman"/>
              </a:rPr>
              <a:t>o</a:t>
            </a:r>
            <a:r>
              <a:rPr sz="1700" spc="-2" dirty="0">
                <a:latin typeface="Times New Roman"/>
                <a:cs typeface="Times New Roman"/>
              </a:rPr>
              <a:t>r</a:t>
            </a:r>
            <a:r>
              <a:rPr sz="1700" spc="-10" dirty="0">
                <a:latin typeface="Times New Roman"/>
                <a:cs typeface="Times New Roman"/>
              </a:rPr>
              <a:t>c</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to </a:t>
            </a:r>
            <a:r>
              <a:rPr sz="1700" dirty="0">
                <a:latin typeface="Times New Roman"/>
                <a:cs typeface="Times New Roman"/>
              </a:rPr>
              <a:t>s</a:t>
            </a:r>
            <a:r>
              <a:rPr sz="1700" spc="5" dirty="0">
                <a:latin typeface="Times New Roman"/>
                <a:cs typeface="Times New Roman"/>
              </a:rPr>
              <a:t>h</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spc="-2" dirty="0">
                <a:latin typeface="Times New Roman"/>
                <a:cs typeface="Times New Roman"/>
              </a:rPr>
              <a:t>the </a:t>
            </a:r>
            <a:r>
              <a:rPr sz="1700" spc="2" dirty="0">
                <a:latin typeface="Times New Roman"/>
                <a:cs typeface="Times New Roman"/>
              </a:rPr>
              <a:t>s</a:t>
            </a:r>
            <a:r>
              <a:rPr sz="1700" spc="-2" dirty="0">
                <a:latin typeface="Times New Roman"/>
                <a:cs typeface="Times New Roman"/>
              </a:rPr>
              <a:t>a</a:t>
            </a:r>
            <a:r>
              <a:rPr sz="1700" spc="-5" dirty="0">
                <a:latin typeface="Times New Roman"/>
                <a:cs typeface="Times New Roman"/>
              </a:rPr>
              <a:t>me</a:t>
            </a:r>
            <a:r>
              <a:rPr sz="1700" dirty="0">
                <a:latin typeface="Times New Roman"/>
                <a:cs typeface="Times New Roman"/>
              </a:rPr>
              <a:t> </a:t>
            </a:r>
            <a:r>
              <a:rPr sz="1700" spc="-10"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lin</a:t>
            </a:r>
            <a:r>
              <a:rPr sz="1700" spc="-7" dirty="0">
                <a:latin typeface="Times New Roman"/>
                <a:cs typeface="Times New Roman"/>
              </a:rPr>
              <a:t>e</a:t>
            </a:r>
            <a:r>
              <a:rPr sz="1700" dirty="0">
                <a:latin typeface="Times New Roman"/>
                <a:cs typeface="Times New Roman"/>
              </a:rPr>
              <a:t>.</a:t>
            </a:r>
          </a:p>
          <a:p>
            <a:pPr marL="6109" marR="4276" algn="just">
              <a:spcBef>
                <a:spcPts val="385"/>
              </a:spcBef>
            </a:pPr>
            <a:r>
              <a:rPr sz="1700" spc="-7" dirty="0">
                <a:latin typeface="Times New Roman"/>
                <a:cs typeface="Times New Roman"/>
              </a:rPr>
              <a:t>Althoug</a:t>
            </a:r>
            <a:r>
              <a:rPr sz="1700" spc="-5" dirty="0">
                <a:latin typeface="Times New Roman"/>
                <a:cs typeface="Times New Roman"/>
              </a:rPr>
              <a:t>h</a:t>
            </a:r>
            <a:r>
              <a:rPr sz="1700" spc="36"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34" dirty="0">
                <a:latin typeface="Times New Roman"/>
                <a:cs typeface="Times New Roman"/>
              </a:rPr>
              <a:t> </a:t>
            </a:r>
            <a:r>
              <a:rPr sz="1700" spc="-2" dirty="0">
                <a:latin typeface="Times New Roman"/>
                <a:cs typeface="Times New Roman"/>
              </a:rPr>
              <a:t>inc</a:t>
            </a:r>
            <a:r>
              <a:rPr sz="1700" spc="-7" dirty="0">
                <a:latin typeface="Times New Roman"/>
                <a:cs typeface="Times New Roman"/>
              </a:rPr>
              <a:t>rea</a:t>
            </a:r>
            <a:r>
              <a:rPr sz="1700" spc="5" dirty="0">
                <a:latin typeface="Times New Roman"/>
                <a:cs typeface="Times New Roman"/>
              </a:rPr>
              <a:t>s</a:t>
            </a:r>
            <a:r>
              <a:rPr sz="1700" spc="-5" dirty="0">
                <a:latin typeface="Times New Roman"/>
                <a:cs typeface="Times New Roman"/>
              </a:rPr>
              <a:t>e</a:t>
            </a:r>
            <a:r>
              <a:rPr sz="1700" spc="31" dirty="0">
                <a:latin typeface="Times New Roman"/>
                <a:cs typeface="Times New Roman"/>
              </a:rPr>
              <a:t> </a:t>
            </a:r>
            <a:r>
              <a:rPr sz="1700" spc="-2" dirty="0">
                <a:latin typeface="Times New Roman"/>
                <a:cs typeface="Times New Roman"/>
              </a:rPr>
              <a:t>in</a:t>
            </a:r>
            <a:r>
              <a:rPr sz="1700" spc="41"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31" dirty="0">
                <a:latin typeface="Times New Roman"/>
                <a:cs typeface="Times New Roman"/>
              </a:rPr>
              <a:t> </a:t>
            </a:r>
            <a:r>
              <a:rPr sz="1700" spc="-5" dirty="0">
                <a:latin typeface="Times New Roman"/>
                <a:cs typeface="Times New Roman"/>
              </a:rPr>
              <a:t>size</a:t>
            </a:r>
            <a:r>
              <a:rPr sz="1700" spc="31" dirty="0">
                <a:latin typeface="Times New Roman"/>
                <a:cs typeface="Times New Roman"/>
              </a:rPr>
              <a:t> </a:t>
            </a:r>
            <a:r>
              <a:rPr sz="1700" spc="-7" dirty="0">
                <a:latin typeface="Times New Roman"/>
                <a:cs typeface="Times New Roman"/>
              </a:rPr>
              <a:t>wil</a:t>
            </a:r>
            <a:r>
              <a:rPr sz="1700" spc="-2" dirty="0">
                <a:latin typeface="Times New Roman"/>
                <a:cs typeface="Times New Roman"/>
              </a:rPr>
              <a:t>l</a:t>
            </a:r>
            <a:r>
              <a:rPr sz="1700" spc="36" dirty="0">
                <a:latin typeface="Times New Roman"/>
                <a:cs typeface="Times New Roman"/>
              </a:rPr>
              <a:t> </a:t>
            </a:r>
            <a:r>
              <a:rPr sz="1700" spc="-2" dirty="0">
                <a:latin typeface="Times New Roman"/>
                <a:cs typeface="Times New Roman"/>
              </a:rPr>
              <a:t>incr</a:t>
            </a:r>
            <a:r>
              <a:rPr sz="1700" spc="-7" dirty="0">
                <a:latin typeface="Times New Roman"/>
                <a:cs typeface="Times New Roman"/>
              </a:rPr>
              <a:t>ea</a:t>
            </a:r>
            <a:r>
              <a:rPr sz="1700" spc="-2" dirty="0">
                <a:latin typeface="Times New Roman"/>
                <a:cs typeface="Times New Roman"/>
              </a:rPr>
              <a:t>s</a:t>
            </a:r>
            <a:r>
              <a:rPr sz="1700" dirty="0">
                <a:latin typeface="Times New Roman"/>
                <a:cs typeface="Times New Roman"/>
              </a:rPr>
              <a:t>e</a:t>
            </a:r>
            <a:r>
              <a:rPr sz="1700" spc="31" dirty="0">
                <a:latin typeface="Times New Roman"/>
                <a:cs typeface="Times New Roman"/>
              </a:rPr>
              <a:t> </a:t>
            </a:r>
            <a:r>
              <a:rPr sz="1700" dirty="0">
                <a:latin typeface="Times New Roman"/>
                <a:cs typeface="Times New Roman"/>
              </a:rPr>
              <a:t>t</a:t>
            </a:r>
            <a:r>
              <a:rPr sz="1700" spc="-5" dirty="0">
                <a:latin typeface="Times New Roman"/>
                <a:cs typeface="Times New Roman"/>
              </a:rPr>
              <a:t>he</a:t>
            </a:r>
            <a:r>
              <a:rPr sz="1700" spc="31" dirty="0">
                <a:latin typeface="Times New Roman"/>
                <a:cs typeface="Times New Roman"/>
              </a:rPr>
              <a:t> </a:t>
            </a:r>
            <a:r>
              <a:rPr sz="1700" spc="-2" dirty="0">
                <a:latin typeface="Times New Roman"/>
                <a:cs typeface="Times New Roman"/>
              </a:rPr>
              <a:t>hit</a:t>
            </a:r>
            <a:r>
              <a:rPr sz="1700" spc="34" dirty="0">
                <a:latin typeface="Times New Roman"/>
                <a:cs typeface="Times New Roman"/>
              </a:rPr>
              <a:t> </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a:t>
            </a:r>
            <a:r>
              <a:rPr sz="1700" spc="34" dirty="0">
                <a:latin typeface="Times New Roman"/>
                <a:cs typeface="Times New Roman"/>
              </a:rPr>
              <a:t> </a:t>
            </a:r>
            <a:r>
              <a:rPr sz="1700" spc="-5" dirty="0">
                <a:latin typeface="Times New Roman"/>
                <a:cs typeface="Times New Roman"/>
              </a:rPr>
              <a:t>a</a:t>
            </a:r>
            <a:r>
              <a:rPr sz="1700" spc="31" dirty="0">
                <a:latin typeface="Times New Roman"/>
                <a:cs typeface="Times New Roman"/>
              </a:rPr>
              <a:t> </a:t>
            </a:r>
            <a:r>
              <a:rPr sz="1700" spc="-7" dirty="0">
                <a:latin typeface="Times New Roman"/>
                <a:cs typeface="Times New Roman"/>
              </a:rPr>
              <a:t>c</a:t>
            </a:r>
            <a:r>
              <a:rPr sz="1700" spc="-2" dirty="0">
                <a:latin typeface="Times New Roman"/>
                <a:cs typeface="Times New Roman"/>
              </a:rPr>
              <a:t>onti</a:t>
            </a:r>
            <a:r>
              <a:rPr sz="1700" dirty="0">
                <a:latin typeface="Times New Roman"/>
                <a:cs typeface="Times New Roman"/>
              </a:rPr>
              <a:t>nuous</a:t>
            </a:r>
            <a:r>
              <a:rPr sz="1700" spc="38" dirty="0">
                <a:latin typeface="Times New Roman"/>
                <a:cs typeface="Times New Roman"/>
              </a:rPr>
              <a:t> </a:t>
            </a:r>
            <a:r>
              <a:rPr sz="1700" spc="-2" dirty="0">
                <a:latin typeface="Times New Roman"/>
                <a:cs typeface="Times New Roman"/>
              </a:rPr>
              <a:t>inc</a:t>
            </a:r>
            <a:r>
              <a:rPr sz="1700" spc="-7" dirty="0">
                <a:latin typeface="Times New Roman"/>
                <a:cs typeface="Times New Roman"/>
              </a:rPr>
              <a:t>rea</a:t>
            </a:r>
            <a:r>
              <a:rPr sz="1700" spc="5" dirty="0">
                <a:latin typeface="Times New Roman"/>
                <a:cs typeface="Times New Roman"/>
              </a:rPr>
              <a:t>s</a:t>
            </a:r>
            <a:r>
              <a:rPr sz="1700" spc="-5" dirty="0">
                <a:latin typeface="Times New Roman"/>
                <a:cs typeface="Times New Roman"/>
              </a:rPr>
              <a:t>e</a:t>
            </a:r>
            <a:r>
              <a:rPr sz="1700" spc="31" dirty="0">
                <a:latin typeface="Times New Roman"/>
                <a:cs typeface="Times New Roman"/>
              </a:rPr>
              <a:t> </a:t>
            </a:r>
            <a:r>
              <a:rPr sz="1700" spc="-2" dirty="0">
                <a:latin typeface="Times New Roman"/>
                <a:cs typeface="Times New Roman"/>
              </a:rPr>
              <a:t>in</a:t>
            </a:r>
            <a:r>
              <a:rPr sz="1700" spc="34"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size</a:t>
            </a:r>
            <a:r>
              <a:rPr sz="1700" spc="-2" dirty="0">
                <a:latin typeface="Times New Roman"/>
                <a:cs typeface="Times New Roman"/>
              </a:rPr>
              <a:t> </a:t>
            </a:r>
            <a:r>
              <a:rPr sz="1700" spc="-7" dirty="0">
                <a:latin typeface="Times New Roman"/>
                <a:cs typeface="Times New Roman"/>
              </a:rPr>
              <a:t>wil</a:t>
            </a:r>
            <a:r>
              <a:rPr sz="1700" spc="-2" dirty="0">
                <a:latin typeface="Times New Roman"/>
                <a:cs typeface="Times New Roman"/>
              </a:rPr>
              <a:t>l</a:t>
            </a:r>
            <a:r>
              <a:rPr sz="1700" dirty="0">
                <a:latin typeface="Times New Roman"/>
                <a:cs typeface="Times New Roman"/>
              </a:rPr>
              <a:t> </a:t>
            </a:r>
            <a:r>
              <a:rPr sz="1700" spc="-5" dirty="0">
                <a:latin typeface="Times New Roman"/>
                <a:cs typeface="Times New Roman"/>
              </a:rPr>
              <a:t>not</a:t>
            </a:r>
            <a:r>
              <a:rPr sz="1700" dirty="0">
                <a:latin typeface="Times New Roman"/>
                <a:cs typeface="Times New Roman"/>
              </a:rPr>
              <a:t> </a:t>
            </a:r>
            <a:r>
              <a:rPr sz="1700" spc="-2" dirty="0">
                <a:latin typeface="Times New Roman"/>
                <a:cs typeface="Times New Roman"/>
              </a:rPr>
              <a:t>yi</a:t>
            </a:r>
            <a:r>
              <a:rPr sz="1700" spc="-7" dirty="0">
                <a:latin typeface="Times New Roman"/>
                <a:cs typeface="Times New Roman"/>
              </a:rPr>
              <a:t>e</a:t>
            </a:r>
            <a:r>
              <a:rPr sz="1700" spc="-2" dirty="0">
                <a:latin typeface="Times New Roman"/>
                <a:cs typeface="Times New Roman"/>
              </a:rPr>
              <a:t>ld </a:t>
            </a:r>
            <a:r>
              <a:rPr sz="1700" spc="-5" dirty="0">
                <a:latin typeface="Times New Roman"/>
                <a:cs typeface="Times New Roman"/>
              </a:rPr>
              <a:t>an</a:t>
            </a:r>
            <a:r>
              <a:rPr sz="1700" spc="-2" dirty="0">
                <a:latin typeface="Times New Roman"/>
                <a:cs typeface="Times New Roman"/>
              </a:rPr>
              <a:t> </a:t>
            </a:r>
            <a:r>
              <a:rPr sz="1700" spc="-10" dirty="0">
                <a:latin typeface="Times New Roman"/>
                <a:cs typeface="Times New Roman"/>
              </a:rPr>
              <a:t>e</a:t>
            </a:r>
            <a:r>
              <a:rPr sz="1700" dirty="0">
                <a:latin typeface="Times New Roman"/>
                <a:cs typeface="Times New Roman"/>
              </a:rPr>
              <a:t>q</a:t>
            </a:r>
            <a:r>
              <a:rPr sz="1700" spc="5" dirty="0">
                <a:latin typeface="Times New Roman"/>
                <a:cs typeface="Times New Roman"/>
              </a:rPr>
              <a:t>u</a:t>
            </a:r>
            <a:r>
              <a:rPr sz="1700" spc="-2" dirty="0">
                <a:latin typeface="Times New Roman"/>
                <a:cs typeface="Times New Roman"/>
              </a:rPr>
              <a:t>ival</a:t>
            </a:r>
            <a:r>
              <a:rPr sz="1700" spc="-7" dirty="0">
                <a:latin typeface="Times New Roman"/>
                <a:cs typeface="Times New Roman"/>
              </a:rPr>
              <a:t>e</a:t>
            </a:r>
            <a:r>
              <a:rPr sz="1700" spc="-2" dirty="0">
                <a:latin typeface="Times New Roman"/>
                <a:cs typeface="Times New Roman"/>
              </a:rPr>
              <a:t>nt</a:t>
            </a:r>
            <a:r>
              <a:rPr sz="1700" dirty="0">
                <a:latin typeface="Times New Roman"/>
                <a:cs typeface="Times New Roman"/>
              </a:rPr>
              <a:t> </a:t>
            </a:r>
            <a:r>
              <a:rPr sz="1700" spc="-2" dirty="0">
                <a:latin typeface="Times New Roman"/>
                <a:cs typeface="Times New Roman"/>
              </a:rPr>
              <a:t>in</a:t>
            </a:r>
            <a:r>
              <a:rPr sz="1700" spc="-7" dirty="0">
                <a:latin typeface="Times New Roman"/>
                <a:cs typeface="Times New Roman"/>
              </a:rPr>
              <a:t>c</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a</a:t>
            </a:r>
            <a:r>
              <a:rPr sz="1700" spc="5" dirty="0">
                <a:latin typeface="Times New Roman"/>
                <a:cs typeface="Times New Roman"/>
              </a:rPr>
              <a:t>s</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of </a:t>
            </a:r>
            <a:r>
              <a:rPr sz="1700" spc="-2" dirty="0">
                <a:latin typeface="Times New Roman"/>
                <a:cs typeface="Times New Roman"/>
              </a:rPr>
              <a:t>the</a:t>
            </a:r>
            <a:r>
              <a:rPr sz="1700" spc="-5" dirty="0">
                <a:latin typeface="Times New Roman"/>
                <a:cs typeface="Times New Roman"/>
              </a:rPr>
              <a:t> </a:t>
            </a:r>
            <a:r>
              <a:rPr sz="1700" spc="-2" dirty="0">
                <a:latin typeface="Times New Roman"/>
                <a:cs typeface="Times New Roman"/>
              </a:rPr>
              <a:t>hit</a:t>
            </a:r>
            <a:r>
              <a:rPr sz="1700" spc="7" dirty="0">
                <a:latin typeface="Times New Roman"/>
                <a:cs typeface="Times New Roman"/>
              </a:rPr>
              <a:t> </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a:t>
            </a:r>
          </a:p>
          <a:p>
            <a:pPr marL="6109" marR="3054" algn="just">
              <a:spcBef>
                <a:spcPts val="382"/>
              </a:spcBef>
            </a:pPr>
            <a:r>
              <a:rPr sz="1700" b="1" i="1" spc="-7" dirty="0">
                <a:latin typeface="Times New Roman"/>
                <a:cs typeface="Times New Roman"/>
              </a:rPr>
              <a:t>Note</a:t>
            </a:r>
            <a:r>
              <a:rPr sz="1700" b="1" i="1" dirty="0">
                <a:latin typeface="Times New Roman"/>
                <a:cs typeface="Times New Roman"/>
              </a:rPr>
              <a:t>:</a:t>
            </a:r>
            <a:r>
              <a:rPr sz="1700" b="1" i="1" spc="-2" dirty="0">
                <a:latin typeface="Times New Roman"/>
                <a:cs typeface="Times New Roman"/>
              </a:rPr>
              <a:t> </a:t>
            </a:r>
            <a:r>
              <a:rPr sz="1700" i="1" spc="-5" dirty="0">
                <a:latin typeface="Times New Roman"/>
                <a:cs typeface="Times New Roman"/>
              </a:rPr>
              <a:t>An</a:t>
            </a:r>
            <a:r>
              <a:rPr sz="1700" i="1" dirty="0">
                <a:latin typeface="Times New Roman"/>
                <a:cs typeface="Times New Roman"/>
              </a:rPr>
              <a:t> </a:t>
            </a:r>
            <a:r>
              <a:rPr sz="1700" i="1" spc="-65" dirty="0">
                <a:latin typeface="Times New Roman"/>
                <a:cs typeface="Times New Roman"/>
              </a:rPr>
              <a:t> </a:t>
            </a:r>
            <a:r>
              <a:rPr sz="1700" i="1" spc="-2" dirty="0">
                <a:latin typeface="Times New Roman"/>
                <a:cs typeface="Times New Roman"/>
              </a:rPr>
              <a:t>In</a:t>
            </a:r>
            <a:r>
              <a:rPr sz="1700" i="1" spc="-10" dirty="0">
                <a:latin typeface="Times New Roman"/>
                <a:cs typeface="Times New Roman"/>
              </a:rPr>
              <a:t>c</a:t>
            </a:r>
            <a:r>
              <a:rPr sz="1700" i="1" spc="5" dirty="0">
                <a:latin typeface="Times New Roman"/>
                <a:cs typeface="Times New Roman"/>
              </a:rPr>
              <a:t>r</a:t>
            </a:r>
            <a:r>
              <a:rPr sz="1700" i="1" spc="-7" dirty="0">
                <a:latin typeface="Times New Roman"/>
                <a:cs typeface="Times New Roman"/>
              </a:rPr>
              <a:t>e</a:t>
            </a:r>
            <a:r>
              <a:rPr sz="1700" i="1" dirty="0">
                <a:latin typeface="Times New Roman"/>
                <a:cs typeface="Times New Roman"/>
              </a:rPr>
              <a:t>ase </a:t>
            </a:r>
            <a:r>
              <a:rPr sz="1700" i="1" spc="-67" dirty="0">
                <a:latin typeface="Times New Roman"/>
                <a:cs typeface="Times New Roman"/>
              </a:rPr>
              <a:t> </a:t>
            </a:r>
            <a:r>
              <a:rPr sz="1700" i="1" spc="-2" dirty="0">
                <a:latin typeface="Times New Roman"/>
                <a:cs typeface="Times New Roman"/>
              </a:rPr>
              <a:t>in</a:t>
            </a:r>
            <a:r>
              <a:rPr sz="1700" i="1" dirty="0">
                <a:latin typeface="Times New Roman"/>
                <a:cs typeface="Times New Roman"/>
              </a:rPr>
              <a:t> </a:t>
            </a:r>
            <a:r>
              <a:rPr sz="1700" i="1" spc="-65" dirty="0">
                <a:latin typeface="Times New Roman"/>
                <a:cs typeface="Times New Roman"/>
              </a:rPr>
              <a:t> </a:t>
            </a:r>
            <a:r>
              <a:rPr sz="1700" i="1" spc="-7" dirty="0">
                <a:latin typeface="Times New Roman"/>
                <a:cs typeface="Times New Roman"/>
              </a:rPr>
              <a:t>c</a:t>
            </a:r>
            <a:r>
              <a:rPr sz="1700" i="1" spc="5" dirty="0">
                <a:latin typeface="Times New Roman"/>
                <a:cs typeface="Times New Roman"/>
              </a:rPr>
              <a:t>a</a:t>
            </a:r>
            <a:r>
              <a:rPr sz="1700" i="1" spc="-7" dirty="0">
                <a:latin typeface="Times New Roman"/>
                <a:cs typeface="Times New Roman"/>
              </a:rPr>
              <a:t>c</a:t>
            </a:r>
            <a:r>
              <a:rPr sz="1700" i="1" spc="-5" dirty="0">
                <a:latin typeface="Times New Roman"/>
                <a:cs typeface="Times New Roman"/>
              </a:rPr>
              <a:t>he</a:t>
            </a:r>
            <a:r>
              <a:rPr sz="1700" i="1" dirty="0">
                <a:latin typeface="Times New Roman"/>
                <a:cs typeface="Times New Roman"/>
              </a:rPr>
              <a:t> </a:t>
            </a:r>
            <a:r>
              <a:rPr sz="1700" i="1" spc="-67" dirty="0">
                <a:latin typeface="Times New Roman"/>
                <a:cs typeface="Times New Roman"/>
              </a:rPr>
              <a:t> </a:t>
            </a:r>
            <a:r>
              <a:rPr sz="1700" i="1" spc="-2" dirty="0">
                <a:latin typeface="Times New Roman"/>
                <a:cs typeface="Times New Roman"/>
              </a:rPr>
              <a:t>si</a:t>
            </a:r>
            <a:r>
              <a:rPr sz="1700" i="1" dirty="0">
                <a:latin typeface="Times New Roman"/>
                <a:cs typeface="Times New Roman"/>
              </a:rPr>
              <a:t>z</a:t>
            </a:r>
            <a:r>
              <a:rPr sz="1700" i="1" spc="-5" dirty="0">
                <a:latin typeface="Times New Roman"/>
                <a:cs typeface="Times New Roman"/>
              </a:rPr>
              <a:t>e</a:t>
            </a:r>
            <a:r>
              <a:rPr sz="1700" i="1" dirty="0">
                <a:latin typeface="Times New Roman"/>
                <a:cs typeface="Times New Roman"/>
              </a:rPr>
              <a:t> </a:t>
            </a:r>
            <a:r>
              <a:rPr sz="1700" i="1" spc="-67" dirty="0">
                <a:latin typeface="Times New Roman"/>
                <a:cs typeface="Times New Roman"/>
              </a:rPr>
              <a:t> </a:t>
            </a:r>
            <a:r>
              <a:rPr sz="1700" i="1" dirty="0">
                <a:latin typeface="Times New Roman"/>
                <a:cs typeface="Times New Roman"/>
              </a:rPr>
              <a:t>from </a:t>
            </a:r>
            <a:r>
              <a:rPr sz="1700" i="1" spc="-65" dirty="0">
                <a:latin typeface="Times New Roman"/>
                <a:cs typeface="Times New Roman"/>
              </a:rPr>
              <a:t> </a:t>
            </a:r>
            <a:r>
              <a:rPr sz="1700" i="1" spc="-5" dirty="0">
                <a:latin typeface="Times New Roman"/>
                <a:cs typeface="Times New Roman"/>
              </a:rPr>
              <a:t>256K</a:t>
            </a:r>
            <a:r>
              <a:rPr sz="1700" i="1" dirty="0">
                <a:latin typeface="Times New Roman"/>
                <a:cs typeface="Times New Roman"/>
              </a:rPr>
              <a:t> </a:t>
            </a:r>
            <a:r>
              <a:rPr sz="1700" i="1" spc="-65" dirty="0">
                <a:latin typeface="Times New Roman"/>
                <a:cs typeface="Times New Roman"/>
              </a:rPr>
              <a:t> </a:t>
            </a:r>
            <a:r>
              <a:rPr sz="1700" i="1" spc="-2" dirty="0">
                <a:latin typeface="Times New Roman"/>
                <a:cs typeface="Times New Roman"/>
              </a:rPr>
              <a:t>to</a:t>
            </a:r>
            <a:r>
              <a:rPr sz="1700" i="1" dirty="0">
                <a:latin typeface="Times New Roman"/>
                <a:cs typeface="Times New Roman"/>
              </a:rPr>
              <a:t> </a:t>
            </a:r>
            <a:r>
              <a:rPr sz="1700" i="1" spc="-65" dirty="0">
                <a:latin typeface="Times New Roman"/>
                <a:cs typeface="Times New Roman"/>
              </a:rPr>
              <a:t> </a:t>
            </a:r>
            <a:r>
              <a:rPr sz="1700" i="1" spc="-7" dirty="0">
                <a:latin typeface="Times New Roman"/>
                <a:cs typeface="Times New Roman"/>
              </a:rPr>
              <a:t>5</a:t>
            </a:r>
            <a:r>
              <a:rPr sz="1700" i="1" spc="-5" dirty="0">
                <a:latin typeface="Times New Roman"/>
                <a:cs typeface="Times New Roman"/>
              </a:rPr>
              <a:t>12K</a:t>
            </a:r>
            <a:r>
              <a:rPr sz="1700" i="1" dirty="0">
                <a:latin typeface="Times New Roman"/>
                <a:cs typeface="Times New Roman"/>
              </a:rPr>
              <a:t> </a:t>
            </a:r>
            <a:r>
              <a:rPr sz="1700" i="1" spc="-65" dirty="0">
                <a:latin typeface="Times New Roman"/>
                <a:cs typeface="Times New Roman"/>
              </a:rPr>
              <a:t> </a:t>
            </a:r>
            <a:r>
              <a:rPr sz="1700" i="1" spc="-2" dirty="0">
                <a:latin typeface="Times New Roman"/>
                <a:cs typeface="Times New Roman"/>
              </a:rPr>
              <a:t>(in</a:t>
            </a:r>
            <a:r>
              <a:rPr sz="1700" i="1" spc="-10" dirty="0">
                <a:latin typeface="Times New Roman"/>
                <a:cs typeface="Times New Roman"/>
              </a:rPr>
              <a:t>c</a:t>
            </a:r>
            <a:r>
              <a:rPr sz="1700" i="1" spc="-2" dirty="0">
                <a:latin typeface="Times New Roman"/>
                <a:cs typeface="Times New Roman"/>
              </a:rPr>
              <a:t>re</a:t>
            </a:r>
            <a:r>
              <a:rPr sz="1700" i="1" dirty="0">
                <a:latin typeface="Times New Roman"/>
                <a:cs typeface="Times New Roman"/>
              </a:rPr>
              <a:t>ase </a:t>
            </a:r>
            <a:r>
              <a:rPr sz="1700" i="1" spc="-67" dirty="0">
                <a:latin typeface="Times New Roman"/>
                <a:cs typeface="Times New Roman"/>
              </a:rPr>
              <a:t> </a:t>
            </a:r>
            <a:r>
              <a:rPr sz="1700" i="1" spc="-5" dirty="0">
                <a:latin typeface="Times New Roman"/>
                <a:cs typeface="Times New Roman"/>
              </a:rPr>
              <a:t>by</a:t>
            </a:r>
            <a:r>
              <a:rPr sz="1700" i="1" dirty="0">
                <a:latin typeface="Times New Roman"/>
                <a:cs typeface="Times New Roman"/>
              </a:rPr>
              <a:t> </a:t>
            </a:r>
            <a:r>
              <a:rPr sz="1700" i="1" spc="-67" dirty="0">
                <a:latin typeface="Times New Roman"/>
                <a:cs typeface="Times New Roman"/>
              </a:rPr>
              <a:t> </a:t>
            </a:r>
            <a:r>
              <a:rPr sz="1700" i="1" dirty="0">
                <a:latin typeface="Times New Roman"/>
                <a:cs typeface="Times New Roman"/>
              </a:rPr>
              <a:t>100</a:t>
            </a:r>
            <a:r>
              <a:rPr sz="1700" i="1" spc="2" dirty="0">
                <a:latin typeface="Times New Roman"/>
                <a:cs typeface="Times New Roman"/>
              </a:rPr>
              <a:t>%</a:t>
            </a:r>
            <a:r>
              <a:rPr sz="1700" i="1" dirty="0">
                <a:latin typeface="Times New Roman"/>
                <a:cs typeface="Times New Roman"/>
              </a:rPr>
              <a:t>) </a:t>
            </a:r>
            <a:r>
              <a:rPr sz="1700" i="1" spc="-67" dirty="0">
                <a:latin typeface="Times New Roman"/>
                <a:cs typeface="Times New Roman"/>
              </a:rPr>
              <a:t> </a:t>
            </a:r>
            <a:r>
              <a:rPr sz="1700" i="1" spc="-2" dirty="0">
                <a:latin typeface="Times New Roman"/>
                <a:cs typeface="Times New Roman"/>
              </a:rPr>
              <a:t>will</a:t>
            </a:r>
            <a:r>
              <a:rPr sz="1700" i="1" dirty="0">
                <a:latin typeface="Times New Roman"/>
                <a:cs typeface="Times New Roman"/>
              </a:rPr>
              <a:t> </a:t>
            </a:r>
            <a:r>
              <a:rPr sz="1700" i="1" spc="-65" dirty="0">
                <a:latin typeface="Times New Roman"/>
                <a:cs typeface="Times New Roman"/>
              </a:rPr>
              <a:t> </a:t>
            </a:r>
            <a:r>
              <a:rPr sz="1700" i="1" spc="-7" dirty="0">
                <a:latin typeface="Times New Roman"/>
                <a:cs typeface="Times New Roman"/>
              </a:rPr>
              <a:t>y</a:t>
            </a:r>
            <a:r>
              <a:rPr sz="1700" i="1" spc="-2" dirty="0">
                <a:latin typeface="Times New Roman"/>
                <a:cs typeface="Times New Roman"/>
              </a:rPr>
              <a:t>ield</a:t>
            </a:r>
            <a:r>
              <a:rPr sz="1700" i="1" dirty="0">
                <a:latin typeface="Times New Roman"/>
                <a:cs typeface="Times New Roman"/>
              </a:rPr>
              <a:t> </a:t>
            </a:r>
            <a:r>
              <a:rPr sz="1700" i="1" spc="-65" dirty="0">
                <a:latin typeface="Times New Roman"/>
                <a:cs typeface="Times New Roman"/>
              </a:rPr>
              <a:t> </a:t>
            </a:r>
            <a:r>
              <a:rPr sz="1700" i="1" dirty="0">
                <a:latin typeface="Times New Roman"/>
                <a:cs typeface="Times New Roman"/>
              </a:rPr>
              <a:t>a </a:t>
            </a:r>
            <a:r>
              <a:rPr sz="1700" i="1" spc="-72" dirty="0">
                <a:latin typeface="Times New Roman"/>
                <a:cs typeface="Times New Roman"/>
              </a:rPr>
              <a:t> </a:t>
            </a:r>
            <a:r>
              <a:rPr sz="1700" i="1" dirty="0">
                <a:latin typeface="Times New Roman"/>
                <a:cs typeface="Times New Roman"/>
              </a:rPr>
              <a:t>1</a:t>
            </a:r>
            <a:r>
              <a:rPr sz="1700" i="1" spc="-7" dirty="0">
                <a:latin typeface="Times New Roman"/>
                <a:cs typeface="Times New Roman"/>
              </a:rPr>
              <a:t>0</a:t>
            </a:r>
            <a:r>
              <a:rPr sz="1700" i="1" dirty="0">
                <a:latin typeface="Times New Roman"/>
                <a:cs typeface="Times New Roman"/>
              </a:rPr>
              <a:t>% impro</a:t>
            </a:r>
            <a:r>
              <a:rPr sz="1700" i="1" spc="-2" dirty="0">
                <a:latin typeface="Times New Roman"/>
                <a:cs typeface="Times New Roman"/>
              </a:rPr>
              <a:t>v</a:t>
            </a:r>
            <a:r>
              <a:rPr sz="1700" i="1" spc="-7" dirty="0">
                <a:latin typeface="Times New Roman"/>
                <a:cs typeface="Times New Roman"/>
              </a:rPr>
              <a:t>e</a:t>
            </a:r>
            <a:r>
              <a:rPr sz="1700" i="1" spc="-2" dirty="0">
                <a:latin typeface="Times New Roman"/>
                <a:cs typeface="Times New Roman"/>
              </a:rPr>
              <a:t>m</a:t>
            </a:r>
            <a:r>
              <a:rPr sz="1700" i="1" spc="-5" dirty="0">
                <a:latin typeface="Times New Roman"/>
                <a:cs typeface="Times New Roman"/>
              </a:rPr>
              <a:t>e</a:t>
            </a:r>
            <a:r>
              <a:rPr sz="1700" i="1" spc="-2" dirty="0">
                <a:latin typeface="Times New Roman"/>
                <a:cs typeface="Times New Roman"/>
              </a:rPr>
              <a:t>nt</a:t>
            </a:r>
            <a:r>
              <a:rPr sz="1700" i="1" spc="-17" dirty="0">
                <a:latin typeface="Times New Roman"/>
                <a:cs typeface="Times New Roman"/>
              </a:rPr>
              <a:t> </a:t>
            </a:r>
            <a:r>
              <a:rPr sz="1700" i="1" spc="-2" dirty="0">
                <a:latin typeface="Times New Roman"/>
                <a:cs typeface="Times New Roman"/>
              </a:rPr>
              <a:t>of</a:t>
            </a:r>
            <a:r>
              <a:rPr sz="1700" i="1" spc="-17" dirty="0">
                <a:latin typeface="Times New Roman"/>
                <a:cs typeface="Times New Roman"/>
              </a:rPr>
              <a:t> </a:t>
            </a:r>
            <a:r>
              <a:rPr sz="1700" i="1" spc="-2" dirty="0">
                <a:latin typeface="Times New Roman"/>
                <a:cs typeface="Times New Roman"/>
              </a:rPr>
              <a:t>the</a:t>
            </a:r>
            <a:r>
              <a:rPr sz="1700" i="1" spc="-19" dirty="0">
                <a:latin typeface="Times New Roman"/>
                <a:cs typeface="Times New Roman"/>
              </a:rPr>
              <a:t> </a:t>
            </a:r>
            <a:r>
              <a:rPr sz="1700" i="1" spc="-2" dirty="0">
                <a:latin typeface="Times New Roman"/>
                <a:cs typeface="Times New Roman"/>
              </a:rPr>
              <a:t>hit</a:t>
            </a:r>
            <a:r>
              <a:rPr sz="1700" i="1" spc="-17" dirty="0">
                <a:latin typeface="Times New Roman"/>
                <a:cs typeface="Times New Roman"/>
              </a:rPr>
              <a:t> </a:t>
            </a:r>
            <a:r>
              <a:rPr sz="1700" i="1" spc="-2" dirty="0">
                <a:latin typeface="Times New Roman"/>
                <a:cs typeface="Times New Roman"/>
              </a:rPr>
              <a:t>r</a:t>
            </a:r>
            <a:r>
              <a:rPr sz="1700" i="1" spc="-7" dirty="0">
                <a:latin typeface="Times New Roman"/>
                <a:cs typeface="Times New Roman"/>
              </a:rPr>
              <a:t>a</a:t>
            </a:r>
            <a:r>
              <a:rPr sz="1700" i="1" spc="-2" dirty="0">
                <a:latin typeface="Times New Roman"/>
                <a:cs typeface="Times New Roman"/>
              </a:rPr>
              <a:t>ti</a:t>
            </a:r>
            <a:r>
              <a:rPr sz="1700" i="1" dirty="0">
                <a:latin typeface="Times New Roman"/>
                <a:cs typeface="Times New Roman"/>
              </a:rPr>
              <a:t>o,</a:t>
            </a:r>
            <a:r>
              <a:rPr sz="1700" i="1" spc="-19" dirty="0">
                <a:latin typeface="Times New Roman"/>
                <a:cs typeface="Times New Roman"/>
              </a:rPr>
              <a:t> </a:t>
            </a:r>
            <a:r>
              <a:rPr sz="1700" i="1" spc="-5" dirty="0">
                <a:latin typeface="Times New Roman"/>
                <a:cs typeface="Times New Roman"/>
              </a:rPr>
              <a:t>but</a:t>
            </a:r>
            <a:r>
              <a:rPr sz="1700" i="1" spc="-17" dirty="0">
                <a:latin typeface="Times New Roman"/>
                <a:cs typeface="Times New Roman"/>
              </a:rPr>
              <a:t> </a:t>
            </a:r>
            <a:r>
              <a:rPr sz="1700" i="1" dirty="0">
                <a:latin typeface="Times New Roman"/>
                <a:cs typeface="Times New Roman"/>
              </a:rPr>
              <a:t>an</a:t>
            </a:r>
            <a:r>
              <a:rPr sz="1700" i="1" spc="-24" dirty="0">
                <a:latin typeface="Times New Roman"/>
                <a:cs typeface="Times New Roman"/>
              </a:rPr>
              <a:t> </a:t>
            </a:r>
            <a:r>
              <a:rPr sz="1700" i="1" spc="-2" dirty="0">
                <a:latin typeface="Times New Roman"/>
                <a:cs typeface="Times New Roman"/>
              </a:rPr>
              <a:t>additional</a:t>
            </a:r>
            <a:r>
              <a:rPr sz="1700" i="1" spc="-22" dirty="0">
                <a:latin typeface="Times New Roman"/>
                <a:cs typeface="Times New Roman"/>
              </a:rPr>
              <a:t> </a:t>
            </a:r>
            <a:r>
              <a:rPr sz="1700" i="1" spc="-2" dirty="0">
                <a:latin typeface="Times New Roman"/>
                <a:cs typeface="Times New Roman"/>
              </a:rPr>
              <a:t>inc</a:t>
            </a:r>
            <a:r>
              <a:rPr sz="1700" i="1" spc="-10" dirty="0">
                <a:latin typeface="Times New Roman"/>
                <a:cs typeface="Times New Roman"/>
              </a:rPr>
              <a:t>r</a:t>
            </a:r>
            <a:r>
              <a:rPr sz="1700" i="1" spc="-7" dirty="0">
                <a:latin typeface="Times New Roman"/>
                <a:cs typeface="Times New Roman"/>
              </a:rPr>
              <a:t>e</a:t>
            </a:r>
            <a:r>
              <a:rPr sz="1700" i="1" dirty="0">
                <a:latin typeface="Times New Roman"/>
                <a:cs typeface="Times New Roman"/>
              </a:rPr>
              <a:t>ase</a:t>
            </a:r>
            <a:r>
              <a:rPr sz="1700" i="1" spc="-19" dirty="0">
                <a:latin typeface="Times New Roman"/>
                <a:cs typeface="Times New Roman"/>
              </a:rPr>
              <a:t> </a:t>
            </a:r>
            <a:r>
              <a:rPr sz="1700" i="1" dirty="0">
                <a:latin typeface="Times New Roman"/>
                <a:cs typeface="Times New Roman"/>
              </a:rPr>
              <a:t>from</a:t>
            </a:r>
            <a:r>
              <a:rPr sz="1700" i="1" spc="-19" dirty="0">
                <a:latin typeface="Times New Roman"/>
                <a:cs typeface="Times New Roman"/>
              </a:rPr>
              <a:t> </a:t>
            </a:r>
            <a:r>
              <a:rPr sz="1700" i="1" spc="-5" dirty="0">
                <a:latin typeface="Times New Roman"/>
                <a:cs typeface="Times New Roman"/>
              </a:rPr>
              <a:t>512K</a:t>
            </a:r>
            <a:r>
              <a:rPr sz="1700" i="1" spc="-17" dirty="0">
                <a:latin typeface="Times New Roman"/>
                <a:cs typeface="Times New Roman"/>
              </a:rPr>
              <a:t> </a:t>
            </a:r>
            <a:r>
              <a:rPr sz="1700" i="1" spc="-2" dirty="0">
                <a:latin typeface="Times New Roman"/>
                <a:cs typeface="Times New Roman"/>
              </a:rPr>
              <a:t>to</a:t>
            </a:r>
            <a:r>
              <a:rPr sz="1700" i="1" spc="-17" dirty="0">
                <a:latin typeface="Times New Roman"/>
                <a:cs typeface="Times New Roman"/>
              </a:rPr>
              <a:t> </a:t>
            </a:r>
            <a:r>
              <a:rPr sz="1700" i="1" spc="-5" dirty="0">
                <a:latin typeface="Times New Roman"/>
                <a:cs typeface="Times New Roman"/>
              </a:rPr>
              <a:t>1024K</a:t>
            </a:r>
            <a:r>
              <a:rPr sz="1700" i="1" spc="-22" dirty="0">
                <a:latin typeface="Times New Roman"/>
                <a:cs typeface="Times New Roman"/>
              </a:rPr>
              <a:t> </a:t>
            </a:r>
            <a:r>
              <a:rPr sz="1700" i="1" spc="-5" dirty="0">
                <a:latin typeface="Times New Roman"/>
                <a:cs typeface="Times New Roman"/>
              </a:rPr>
              <a:t>would</a:t>
            </a:r>
            <a:r>
              <a:rPr sz="1700" i="1" spc="-17" dirty="0">
                <a:latin typeface="Times New Roman"/>
                <a:cs typeface="Times New Roman"/>
              </a:rPr>
              <a:t> </a:t>
            </a:r>
            <a:r>
              <a:rPr sz="1700" i="1" spc="-7" dirty="0">
                <a:latin typeface="Times New Roman"/>
                <a:cs typeface="Times New Roman"/>
              </a:rPr>
              <a:t>y</a:t>
            </a:r>
            <a:r>
              <a:rPr sz="1700" i="1" spc="-2" dirty="0">
                <a:latin typeface="Times New Roman"/>
                <a:cs typeface="Times New Roman"/>
              </a:rPr>
              <a:t>ield</a:t>
            </a:r>
            <a:r>
              <a:rPr sz="1700" i="1" spc="-19" dirty="0">
                <a:latin typeface="Times New Roman"/>
                <a:cs typeface="Times New Roman"/>
              </a:rPr>
              <a:t> </a:t>
            </a:r>
            <a:r>
              <a:rPr sz="1700" i="1" dirty="0">
                <a:latin typeface="Times New Roman"/>
                <a:cs typeface="Times New Roman"/>
              </a:rPr>
              <a:t>a</a:t>
            </a:r>
            <a:r>
              <a:rPr sz="1700" i="1" spc="-24" dirty="0">
                <a:latin typeface="Times New Roman"/>
                <a:cs typeface="Times New Roman"/>
              </a:rPr>
              <a:t> </a:t>
            </a:r>
            <a:r>
              <a:rPr sz="1700" i="1" dirty="0">
                <a:latin typeface="Times New Roman"/>
                <a:cs typeface="Times New Roman"/>
              </a:rPr>
              <a:t>less </a:t>
            </a:r>
            <a:r>
              <a:rPr sz="1700" i="1" spc="-5" dirty="0">
                <a:latin typeface="Times New Roman"/>
                <a:cs typeface="Times New Roman"/>
              </a:rPr>
              <a:t>than</a:t>
            </a:r>
            <a:r>
              <a:rPr sz="1700" i="1" spc="-2" dirty="0">
                <a:latin typeface="Times New Roman"/>
                <a:cs typeface="Times New Roman"/>
              </a:rPr>
              <a:t> </a:t>
            </a:r>
            <a:r>
              <a:rPr sz="1700" i="1" dirty="0">
                <a:latin typeface="Times New Roman"/>
                <a:cs typeface="Times New Roman"/>
              </a:rPr>
              <a:t>5%</a:t>
            </a:r>
            <a:r>
              <a:rPr sz="1700" i="1" spc="2" dirty="0">
                <a:latin typeface="Times New Roman"/>
                <a:cs typeface="Times New Roman"/>
              </a:rPr>
              <a:t> </a:t>
            </a:r>
            <a:r>
              <a:rPr sz="1700" i="1" spc="-2" dirty="0">
                <a:latin typeface="Times New Roman"/>
                <a:cs typeface="Times New Roman"/>
              </a:rPr>
              <a:t>incr</a:t>
            </a:r>
            <a:r>
              <a:rPr sz="1700" i="1" spc="-10" dirty="0">
                <a:latin typeface="Times New Roman"/>
                <a:cs typeface="Times New Roman"/>
              </a:rPr>
              <a:t>e</a:t>
            </a:r>
            <a:r>
              <a:rPr sz="1700" i="1" dirty="0">
                <a:latin typeface="Times New Roman"/>
                <a:cs typeface="Times New Roman"/>
              </a:rPr>
              <a:t>ase</a:t>
            </a:r>
            <a:r>
              <a:rPr sz="1700" i="1" spc="-2" dirty="0">
                <a:latin typeface="Times New Roman"/>
                <a:cs typeface="Times New Roman"/>
              </a:rPr>
              <a:t> of</a:t>
            </a:r>
            <a:r>
              <a:rPr sz="1700" i="1" dirty="0">
                <a:latin typeface="Times New Roman"/>
                <a:cs typeface="Times New Roman"/>
              </a:rPr>
              <a:t> </a:t>
            </a:r>
            <a:r>
              <a:rPr sz="1700" i="1" spc="-2" dirty="0">
                <a:latin typeface="Times New Roman"/>
                <a:cs typeface="Times New Roman"/>
              </a:rPr>
              <a:t>the hit</a:t>
            </a:r>
            <a:r>
              <a:rPr sz="1700" i="1" dirty="0">
                <a:latin typeface="Times New Roman"/>
                <a:cs typeface="Times New Roman"/>
              </a:rPr>
              <a:t> </a:t>
            </a:r>
            <a:r>
              <a:rPr sz="1700" i="1" spc="-7" dirty="0">
                <a:latin typeface="Times New Roman"/>
                <a:cs typeface="Times New Roman"/>
              </a:rPr>
              <a:t>ra</a:t>
            </a:r>
            <a:r>
              <a:rPr sz="1700" i="1" spc="-2" dirty="0">
                <a:latin typeface="Times New Roman"/>
                <a:cs typeface="Times New Roman"/>
              </a:rPr>
              <a:t>tio </a:t>
            </a:r>
            <a:r>
              <a:rPr sz="1700" i="1" spc="-5" dirty="0">
                <a:latin typeface="Times New Roman"/>
                <a:cs typeface="Times New Roman"/>
              </a:rPr>
              <a:t>(law</a:t>
            </a:r>
            <a:r>
              <a:rPr sz="1700" i="1" dirty="0">
                <a:latin typeface="Times New Roman"/>
                <a:cs typeface="Times New Roman"/>
              </a:rPr>
              <a:t> </a:t>
            </a:r>
            <a:r>
              <a:rPr sz="1700" i="1" spc="-2" dirty="0">
                <a:latin typeface="Times New Roman"/>
                <a:cs typeface="Times New Roman"/>
              </a:rPr>
              <a:t>of</a:t>
            </a:r>
            <a:r>
              <a:rPr sz="1700" i="1" dirty="0">
                <a:latin typeface="Times New Roman"/>
                <a:cs typeface="Times New Roman"/>
              </a:rPr>
              <a:t> </a:t>
            </a:r>
            <a:r>
              <a:rPr sz="1700" i="1" spc="-5" dirty="0">
                <a:latin typeface="Times New Roman"/>
                <a:cs typeface="Times New Roman"/>
              </a:rPr>
              <a:t>d</a:t>
            </a:r>
            <a:r>
              <a:rPr sz="1700" i="1" spc="-2" dirty="0">
                <a:latin typeface="Times New Roman"/>
                <a:cs typeface="Times New Roman"/>
              </a:rPr>
              <a:t>iminis</a:t>
            </a:r>
            <a:r>
              <a:rPr sz="1700" i="1" spc="-7" dirty="0">
                <a:latin typeface="Times New Roman"/>
                <a:cs typeface="Times New Roman"/>
              </a:rPr>
              <a:t>h</a:t>
            </a:r>
            <a:r>
              <a:rPr sz="1700" i="1" spc="-5" dirty="0">
                <a:latin typeface="Times New Roman"/>
                <a:cs typeface="Times New Roman"/>
              </a:rPr>
              <a:t>ing</a:t>
            </a:r>
            <a:r>
              <a:rPr sz="1700" i="1" spc="-2" dirty="0">
                <a:latin typeface="Times New Roman"/>
                <a:cs typeface="Times New Roman"/>
              </a:rPr>
              <a:t> marg</a:t>
            </a:r>
            <a:r>
              <a:rPr sz="1700" i="1" dirty="0">
                <a:latin typeface="Times New Roman"/>
                <a:cs typeface="Times New Roman"/>
              </a:rPr>
              <a:t>i</a:t>
            </a:r>
            <a:r>
              <a:rPr sz="1700" i="1" spc="-5" dirty="0">
                <a:latin typeface="Times New Roman"/>
                <a:cs typeface="Times New Roman"/>
              </a:rPr>
              <a:t>nal</a:t>
            </a:r>
            <a:r>
              <a:rPr sz="1700" i="1" dirty="0">
                <a:latin typeface="Times New Roman"/>
                <a:cs typeface="Times New Roman"/>
              </a:rPr>
              <a:t> </a:t>
            </a:r>
            <a:r>
              <a:rPr sz="1700" i="1" spc="-2" dirty="0">
                <a:latin typeface="Times New Roman"/>
                <a:cs typeface="Times New Roman"/>
              </a:rPr>
              <a:t>returns).</a:t>
            </a:r>
            <a:endParaRPr sz="1700" dirty="0">
              <a:latin typeface="Times New Roman"/>
              <a:cs typeface="Times New Roman"/>
            </a:endParaRPr>
          </a:p>
        </p:txBody>
      </p:sp>
    </p:spTree>
    <p:extLst>
      <p:ext uri="{BB962C8B-B14F-4D97-AF65-F5344CB8AC3E}">
        <p14:creationId xmlns:p14="http://schemas.microsoft.com/office/powerpoint/2010/main" val="3945295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C7E32-4FC3-BD7F-7FD8-7A43361919F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DECD5FC-5437-329F-6271-0B7A70E5C5A8}"/>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590ACCB8-E4EB-1861-4738-50E33AB133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C0C70A1E-62F2-E8CC-762F-28D8407140F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315D56B9-54CA-AC3F-579E-6F81F6DA443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01D4FF92-9EC4-496F-EE92-AB71FE36692D}"/>
              </a:ext>
            </a:extLst>
          </p:cNvPr>
          <p:cNvSpPr txBox="1"/>
          <p:nvPr/>
        </p:nvSpPr>
        <p:spPr>
          <a:xfrm>
            <a:off x="1104900" y="819150"/>
            <a:ext cx="6934200" cy="3108543"/>
          </a:xfrm>
          <a:prstGeom prst="rect">
            <a:avLst/>
          </a:prstGeom>
        </p:spPr>
        <p:txBody>
          <a:bodyPr vert="horz" wrap="square" lIns="0" tIns="0" rIns="0" bIns="0" rtlCol="0">
            <a:spAutoFit/>
          </a:bodyPr>
          <a:lstStyle/>
          <a:p>
            <a:pPr marL="79413" indent="-73304" algn="just">
              <a:spcBef>
                <a:spcPts val="339"/>
              </a:spcBef>
              <a:buFont typeface="Times New Roman"/>
              <a:buAutoNum type="arabicPeriod" startAt="3"/>
              <a:tabLst>
                <a:tab pos="79413" algn="l"/>
              </a:tabLst>
            </a:pPr>
            <a:r>
              <a:rPr lang="en-US" sz="1700" b="1" spc="-2" dirty="0">
                <a:latin typeface="Times New Roman"/>
                <a:cs typeface="Times New Roman"/>
              </a:rPr>
              <a:t> </a:t>
            </a:r>
            <a:r>
              <a:rPr sz="1700" b="1" spc="-2" dirty="0">
                <a:latin typeface="Times New Roman"/>
                <a:cs typeface="Times New Roman"/>
              </a:rPr>
              <a:t>R</a:t>
            </a:r>
            <a:r>
              <a:rPr sz="1700" b="1" spc="-5" dirty="0">
                <a:latin typeface="Times New Roman"/>
                <a:cs typeface="Times New Roman"/>
              </a:rPr>
              <a:t>e</a:t>
            </a:r>
            <a:r>
              <a:rPr sz="1700" b="1" dirty="0">
                <a:latin typeface="Times New Roman"/>
                <a:cs typeface="Times New Roman"/>
              </a:rPr>
              <a:t>p</a:t>
            </a:r>
            <a:r>
              <a:rPr sz="1700" b="1" spc="-2" dirty="0">
                <a:latin typeface="Times New Roman"/>
                <a:cs typeface="Times New Roman"/>
              </a:rPr>
              <a:t>lac</a:t>
            </a:r>
            <a:r>
              <a:rPr sz="1700" b="1" spc="-10" dirty="0">
                <a:latin typeface="Times New Roman"/>
                <a:cs typeface="Times New Roman"/>
              </a:rPr>
              <a:t>e</a:t>
            </a:r>
            <a:r>
              <a:rPr sz="1700" b="1" spc="2" dirty="0">
                <a:latin typeface="Times New Roman"/>
                <a:cs typeface="Times New Roman"/>
              </a:rPr>
              <a:t>m</a:t>
            </a:r>
            <a:r>
              <a:rPr sz="1700" b="1" spc="-7" dirty="0">
                <a:latin typeface="Times New Roman"/>
                <a:cs typeface="Times New Roman"/>
              </a:rPr>
              <a:t>e</a:t>
            </a:r>
            <a:r>
              <a:rPr sz="1700" b="1" dirty="0">
                <a:latin typeface="Times New Roman"/>
                <a:cs typeface="Times New Roman"/>
              </a:rPr>
              <a:t>nt </a:t>
            </a:r>
            <a:r>
              <a:rPr sz="1700" b="1" spc="-5" dirty="0">
                <a:latin typeface="Times New Roman"/>
                <a:cs typeface="Times New Roman"/>
              </a:rPr>
              <a:t>A</a:t>
            </a:r>
            <a:r>
              <a:rPr sz="1700" b="1" spc="-2" dirty="0">
                <a:latin typeface="Times New Roman"/>
                <a:cs typeface="Times New Roman"/>
              </a:rPr>
              <a:t>lgori</a:t>
            </a:r>
            <a:r>
              <a:rPr sz="1700" b="1" dirty="0">
                <a:latin typeface="Times New Roman"/>
                <a:cs typeface="Times New Roman"/>
              </a:rPr>
              <a:t>thm</a:t>
            </a:r>
            <a:endParaRPr sz="1700" dirty="0">
              <a:latin typeface="Times New Roman"/>
              <a:cs typeface="Times New Roman"/>
            </a:endParaRPr>
          </a:p>
          <a:p>
            <a:pPr marL="6109" marR="2443" algn="just">
              <a:spcBef>
                <a:spcPts val="404"/>
              </a:spcBef>
            </a:pPr>
            <a:r>
              <a:rPr sz="1700" spc="-2" dirty="0">
                <a:latin typeface="Times New Roman"/>
                <a:cs typeface="Times New Roman"/>
              </a:rPr>
              <a:t>On</a:t>
            </a:r>
            <a:r>
              <a:rPr sz="1700" spc="-5" dirty="0">
                <a:latin typeface="Times New Roman"/>
                <a:cs typeface="Times New Roman"/>
              </a:rPr>
              <a:t>ce</a:t>
            </a:r>
            <a:r>
              <a:rPr sz="1700" spc="-14"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14"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12" dirty="0">
                <a:latin typeface="Times New Roman"/>
                <a:cs typeface="Times New Roman"/>
              </a:rPr>
              <a:t> </a:t>
            </a:r>
            <a:r>
              <a:rPr sz="1700" spc="-5" dirty="0">
                <a:latin typeface="Times New Roman"/>
                <a:cs typeface="Times New Roman"/>
              </a:rPr>
              <a:t>b</a:t>
            </a:r>
            <a:r>
              <a:rPr sz="1700" spc="-2" dirty="0">
                <a:latin typeface="Times New Roman"/>
                <a:cs typeface="Times New Roman"/>
              </a:rPr>
              <a:t>e</a:t>
            </a:r>
            <a:r>
              <a:rPr sz="1700" spc="-7" dirty="0">
                <a:latin typeface="Times New Roman"/>
                <a:cs typeface="Times New Roman"/>
              </a:rPr>
              <a:t>e</a:t>
            </a:r>
            <a:r>
              <a:rPr sz="1700" dirty="0">
                <a:latin typeface="Times New Roman"/>
                <a:cs typeface="Times New Roman"/>
              </a:rPr>
              <a:t>n</a:t>
            </a:r>
            <a:r>
              <a:rPr sz="1700" spc="-7" dirty="0">
                <a:latin typeface="Times New Roman"/>
                <a:cs typeface="Times New Roman"/>
              </a:rPr>
              <a:t> </a:t>
            </a:r>
            <a:r>
              <a:rPr sz="1700" spc="-2" dirty="0">
                <a:latin typeface="Times New Roman"/>
                <a:cs typeface="Times New Roman"/>
              </a:rPr>
              <a:t>filled,</a:t>
            </a:r>
            <a:r>
              <a:rPr sz="1700" spc="-12"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dirty="0">
                <a:latin typeface="Times New Roman"/>
                <a:cs typeface="Times New Roman"/>
              </a:rPr>
              <a:t>n</a:t>
            </a:r>
            <a:r>
              <a:rPr sz="1700" spc="-12" dirty="0">
                <a:latin typeface="Times New Roman"/>
                <a:cs typeface="Times New Roman"/>
              </a:rPr>
              <a:t> </a:t>
            </a:r>
            <a:r>
              <a:rPr sz="1700" spc="-5" dirty="0">
                <a:latin typeface="Times New Roman"/>
                <a:cs typeface="Times New Roman"/>
              </a:rPr>
              <a:t>a</a:t>
            </a:r>
            <a:r>
              <a:rPr sz="1700" spc="-10" dirty="0">
                <a:latin typeface="Times New Roman"/>
                <a:cs typeface="Times New Roman"/>
              </a:rPr>
              <a:t> </a:t>
            </a:r>
            <a:r>
              <a:rPr sz="1700" spc="-5" dirty="0">
                <a:latin typeface="Times New Roman"/>
                <a:cs typeface="Times New Roman"/>
              </a:rPr>
              <a:t>n</a:t>
            </a:r>
            <a:r>
              <a:rPr sz="1700" spc="-7" dirty="0">
                <a:latin typeface="Times New Roman"/>
                <a:cs typeface="Times New Roman"/>
              </a:rPr>
              <a:t>e</a:t>
            </a:r>
            <a:r>
              <a:rPr sz="1700" dirty="0">
                <a:latin typeface="Times New Roman"/>
                <a:cs typeface="Times New Roman"/>
              </a:rPr>
              <a:t>w</a:t>
            </a:r>
            <a:r>
              <a:rPr sz="1700" spc="-10" dirty="0">
                <a:latin typeface="Times New Roman"/>
                <a:cs typeface="Times New Roman"/>
              </a:rPr>
              <a:t> </a:t>
            </a:r>
            <a:r>
              <a:rPr sz="1700" spc="-5" dirty="0">
                <a:latin typeface="Times New Roman"/>
                <a:cs typeface="Times New Roman"/>
              </a:rPr>
              <a:t>block</a:t>
            </a:r>
            <a:r>
              <a:rPr sz="1700" spc="-7"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dirty="0">
                <a:latin typeface="Times New Roman"/>
                <a:cs typeface="Times New Roman"/>
              </a:rPr>
              <a:t>brou</a:t>
            </a:r>
            <a:r>
              <a:rPr sz="1700" spc="-2" dirty="0">
                <a:latin typeface="Times New Roman"/>
                <a:cs typeface="Times New Roman"/>
              </a:rPr>
              <a:t>ght</a:t>
            </a:r>
            <a:r>
              <a:rPr sz="1700" spc="-12" dirty="0">
                <a:latin typeface="Times New Roman"/>
                <a:cs typeface="Times New Roman"/>
              </a:rPr>
              <a:t> </a:t>
            </a:r>
            <a:r>
              <a:rPr sz="1700" spc="-2" dirty="0">
                <a:latin typeface="Times New Roman"/>
                <a:cs typeface="Times New Roman"/>
              </a:rPr>
              <a:t>int</a:t>
            </a:r>
            <a:r>
              <a:rPr sz="1700" dirty="0">
                <a:latin typeface="Times New Roman"/>
                <a:cs typeface="Times New Roman"/>
              </a:rPr>
              <a:t>o</a:t>
            </a:r>
            <a:r>
              <a:rPr sz="1700" spc="-12"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r>
              <a:rPr sz="1700" spc="-7" dirty="0">
                <a:latin typeface="Times New Roman"/>
                <a:cs typeface="Times New Roman"/>
              </a:rPr>
              <a:t> </a:t>
            </a:r>
            <a:r>
              <a:rPr sz="1700" spc="-5" dirty="0">
                <a:latin typeface="Times New Roman"/>
                <a:cs typeface="Times New Roman"/>
              </a:rPr>
              <a:t>one</a:t>
            </a:r>
            <a:r>
              <a:rPr sz="1700" spc="-14"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 </a:t>
            </a:r>
            <a:r>
              <a:rPr sz="1700" spc="-7" dirty="0">
                <a:latin typeface="Times New Roman"/>
                <a:cs typeface="Times New Roman"/>
              </a:rPr>
              <a:t>e</a:t>
            </a:r>
            <a:r>
              <a:rPr sz="1700" spc="-2" dirty="0">
                <a:latin typeface="Times New Roman"/>
                <a:cs typeface="Times New Roman"/>
              </a:rPr>
              <a:t>xis</a:t>
            </a:r>
            <a:r>
              <a:rPr sz="1700" dirty="0">
                <a:latin typeface="Times New Roman"/>
                <a:cs typeface="Times New Roman"/>
              </a:rPr>
              <a:t>t</a:t>
            </a:r>
            <a:r>
              <a:rPr sz="1700" spc="-5" dirty="0">
                <a:latin typeface="Times New Roman"/>
                <a:cs typeface="Times New Roman"/>
              </a:rPr>
              <a:t>ing</a:t>
            </a:r>
            <a:r>
              <a:rPr sz="1700" spc="-2" dirty="0">
                <a:latin typeface="Times New Roman"/>
                <a:cs typeface="Times New Roman"/>
              </a:rPr>
              <a:t> </a:t>
            </a:r>
            <a:r>
              <a:rPr sz="1700" spc="-5" dirty="0">
                <a:latin typeface="Times New Roman"/>
                <a:cs typeface="Times New Roman"/>
              </a:rPr>
              <a:t>blocks</a:t>
            </a:r>
            <a:r>
              <a:rPr sz="1700" dirty="0">
                <a:latin typeface="Times New Roman"/>
                <a:cs typeface="Times New Roman"/>
              </a:rPr>
              <a:t> </a:t>
            </a:r>
            <a:r>
              <a:rPr sz="1700" spc="-5" dirty="0">
                <a:latin typeface="Times New Roman"/>
                <a:cs typeface="Times New Roman"/>
              </a:rPr>
              <a:t>must</a:t>
            </a:r>
            <a:r>
              <a:rPr sz="1700" dirty="0">
                <a:latin typeface="Times New Roman"/>
                <a:cs typeface="Times New Roman"/>
              </a:rPr>
              <a:t> </a:t>
            </a:r>
            <a:r>
              <a:rPr sz="1700" spc="-5" dirty="0">
                <a:latin typeface="Times New Roman"/>
                <a:cs typeface="Times New Roman"/>
              </a:rPr>
              <a:t>be</a:t>
            </a:r>
            <a:r>
              <a:rPr sz="1700" spc="-2" dirty="0">
                <a:latin typeface="Times New Roman"/>
                <a:cs typeface="Times New Roman"/>
              </a:rPr>
              <a:t> r</a:t>
            </a:r>
            <a:r>
              <a:rPr sz="1700" spc="-10" dirty="0">
                <a:latin typeface="Times New Roman"/>
                <a:cs typeface="Times New Roman"/>
              </a:rPr>
              <a:t>e</a:t>
            </a:r>
            <a:r>
              <a:rPr sz="1700" spc="-2" dirty="0">
                <a:latin typeface="Times New Roman"/>
                <a:cs typeface="Times New Roman"/>
              </a:rPr>
              <a:t>plac</a:t>
            </a:r>
            <a:r>
              <a:rPr sz="1700" spc="-7" dirty="0">
                <a:latin typeface="Times New Roman"/>
                <a:cs typeface="Times New Roman"/>
              </a:rPr>
              <a:t>e</a:t>
            </a:r>
            <a:r>
              <a:rPr sz="1700" dirty="0">
                <a:latin typeface="Times New Roman"/>
                <a:cs typeface="Times New Roman"/>
              </a:rPr>
              <a:t>d.</a:t>
            </a:r>
          </a:p>
          <a:p>
            <a:pPr marL="6109" marR="3665" algn="just">
              <a:spcBef>
                <a:spcPts val="380"/>
              </a:spcBef>
            </a:pPr>
            <a:r>
              <a:rPr sz="1700" spc="-5" dirty="0">
                <a:latin typeface="Times New Roman"/>
                <a:cs typeface="Times New Roman"/>
              </a:rPr>
              <a:t>F</a:t>
            </a:r>
            <a:r>
              <a:rPr sz="1700" dirty="0">
                <a:latin typeface="Times New Roman"/>
                <a:cs typeface="Times New Roman"/>
              </a:rPr>
              <a:t>or</a:t>
            </a:r>
            <a:r>
              <a:rPr sz="1700" spc="31" dirty="0">
                <a:latin typeface="Times New Roman"/>
                <a:cs typeface="Times New Roman"/>
              </a:rPr>
              <a:t> </a:t>
            </a:r>
            <a:r>
              <a:rPr sz="1700" spc="-2" dirty="0">
                <a:latin typeface="Times New Roman"/>
                <a:cs typeface="Times New Roman"/>
              </a:rPr>
              <a:t>dir</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t</a:t>
            </a:r>
            <a:r>
              <a:rPr sz="1700" spc="34" dirty="0">
                <a:latin typeface="Times New Roman"/>
                <a:cs typeface="Times New Roman"/>
              </a:rPr>
              <a:t> </a:t>
            </a:r>
            <a:r>
              <a:rPr sz="1700" spc="-5" dirty="0">
                <a:latin typeface="Times New Roman"/>
                <a:cs typeface="Times New Roman"/>
              </a:rPr>
              <a:t>mapping,</a:t>
            </a:r>
            <a:r>
              <a:rPr sz="1700" spc="31" dirty="0">
                <a:latin typeface="Times New Roman"/>
                <a:cs typeface="Times New Roman"/>
              </a:rPr>
              <a:t> </a:t>
            </a:r>
            <a:r>
              <a:rPr sz="1700" spc="-2" dirty="0">
                <a:latin typeface="Times New Roman"/>
                <a:cs typeface="Times New Roman"/>
              </a:rPr>
              <a:t>there</a:t>
            </a:r>
            <a:r>
              <a:rPr sz="1700" spc="31" dirty="0">
                <a:latin typeface="Times New Roman"/>
                <a:cs typeface="Times New Roman"/>
              </a:rPr>
              <a:t> </a:t>
            </a:r>
            <a:r>
              <a:rPr sz="1700" spc="-2" dirty="0">
                <a:latin typeface="Times New Roman"/>
                <a:cs typeface="Times New Roman"/>
              </a:rPr>
              <a:t>is</a:t>
            </a:r>
            <a:r>
              <a:rPr sz="1700" spc="34" dirty="0">
                <a:latin typeface="Times New Roman"/>
                <a:cs typeface="Times New Roman"/>
              </a:rPr>
              <a:t> </a:t>
            </a:r>
            <a:r>
              <a:rPr sz="1700" spc="-5" dirty="0">
                <a:latin typeface="Times New Roman"/>
                <a:cs typeface="Times New Roman"/>
              </a:rPr>
              <a:t>only</a:t>
            </a:r>
            <a:r>
              <a:rPr sz="1700" spc="34" dirty="0">
                <a:latin typeface="Times New Roman"/>
                <a:cs typeface="Times New Roman"/>
              </a:rPr>
              <a:t> </a:t>
            </a:r>
            <a:r>
              <a:rPr sz="1700" spc="-5" dirty="0">
                <a:latin typeface="Times New Roman"/>
                <a:cs typeface="Times New Roman"/>
              </a:rPr>
              <a:t>one</a:t>
            </a:r>
            <a:r>
              <a:rPr sz="1700" spc="31" dirty="0">
                <a:latin typeface="Times New Roman"/>
                <a:cs typeface="Times New Roman"/>
              </a:rPr>
              <a:t> </a:t>
            </a:r>
            <a:r>
              <a:rPr sz="1700" dirty="0">
                <a:latin typeface="Times New Roman"/>
                <a:cs typeface="Times New Roman"/>
              </a:rPr>
              <a:t>pos</a:t>
            </a:r>
            <a:r>
              <a:rPr sz="1700" spc="-5" dirty="0">
                <a:latin typeface="Times New Roman"/>
                <a:cs typeface="Times New Roman"/>
              </a:rPr>
              <a:t>s</a:t>
            </a:r>
            <a:r>
              <a:rPr sz="1700" spc="-2" dirty="0">
                <a:latin typeface="Times New Roman"/>
                <a:cs typeface="Times New Roman"/>
              </a:rPr>
              <a:t>ible</a:t>
            </a:r>
            <a:r>
              <a:rPr sz="1700" spc="31" dirty="0">
                <a:latin typeface="Times New Roman"/>
                <a:cs typeface="Times New Roman"/>
              </a:rPr>
              <a:t> </a:t>
            </a:r>
            <a:r>
              <a:rPr sz="1700" spc="-2" dirty="0">
                <a:latin typeface="Times New Roman"/>
                <a:cs typeface="Times New Roman"/>
              </a:rPr>
              <a:t>li</a:t>
            </a:r>
            <a:r>
              <a:rPr sz="1700" spc="-7" dirty="0">
                <a:latin typeface="Times New Roman"/>
                <a:cs typeface="Times New Roman"/>
              </a:rPr>
              <a:t>n</a:t>
            </a:r>
            <a:r>
              <a:rPr sz="1700" spc="-5" dirty="0">
                <a:latin typeface="Times New Roman"/>
                <a:cs typeface="Times New Roman"/>
              </a:rPr>
              <a:t>e</a:t>
            </a:r>
            <a:r>
              <a:rPr sz="1700" spc="31" dirty="0">
                <a:latin typeface="Times New Roman"/>
                <a:cs typeface="Times New Roman"/>
              </a:rPr>
              <a:t> </a:t>
            </a:r>
            <a:r>
              <a:rPr sz="1700" dirty="0">
                <a:latin typeface="Times New Roman"/>
                <a:cs typeface="Times New Roman"/>
              </a:rPr>
              <a:t>for</a:t>
            </a:r>
            <a:r>
              <a:rPr sz="1700" spc="29" dirty="0">
                <a:latin typeface="Times New Roman"/>
                <a:cs typeface="Times New Roman"/>
              </a:rPr>
              <a:t> </a:t>
            </a:r>
            <a:r>
              <a:rPr sz="1700" spc="-7" dirty="0">
                <a:latin typeface="Times New Roman"/>
                <a:cs typeface="Times New Roman"/>
              </a:rPr>
              <a:t>a</a:t>
            </a:r>
            <a:r>
              <a:rPr sz="1700" dirty="0">
                <a:latin typeface="Times New Roman"/>
                <a:cs typeface="Times New Roman"/>
              </a:rPr>
              <a:t>ny</a:t>
            </a:r>
            <a:r>
              <a:rPr sz="1700" spc="34"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rti</a:t>
            </a:r>
            <a:r>
              <a:rPr sz="1700" spc="-7" dirty="0">
                <a:latin typeface="Times New Roman"/>
                <a:cs typeface="Times New Roman"/>
              </a:rPr>
              <a:t>c</a:t>
            </a:r>
            <a:r>
              <a:rPr sz="1700" spc="-2" dirty="0">
                <a:latin typeface="Times New Roman"/>
                <a:cs typeface="Times New Roman"/>
              </a:rPr>
              <a:t>ular</a:t>
            </a:r>
            <a:r>
              <a:rPr sz="1700" spc="31" dirty="0">
                <a:latin typeface="Times New Roman"/>
                <a:cs typeface="Times New Roman"/>
              </a:rPr>
              <a:t> </a:t>
            </a:r>
            <a:r>
              <a:rPr sz="1700" spc="-5" dirty="0">
                <a:latin typeface="Times New Roman"/>
                <a:cs typeface="Times New Roman"/>
              </a:rPr>
              <a:t>blo</a:t>
            </a:r>
            <a:r>
              <a:rPr sz="1700" spc="-2" dirty="0">
                <a:latin typeface="Times New Roman"/>
                <a:cs typeface="Times New Roman"/>
              </a:rPr>
              <a:t>c</a:t>
            </a:r>
            <a:r>
              <a:rPr sz="1700" dirty="0">
                <a:latin typeface="Times New Roman"/>
                <a:cs typeface="Times New Roman"/>
              </a:rPr>
              <a:t>k,</a:t>
            </a:r>
            <a:r>
              <a:rPr sz="1700" spc="34"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34" dirty="0">
                <a:latin typeface="Times New Roman"/>
                <a:cs typeface="Times New Roman"/>
              </a:rPr>
              <a:t> </a:t>
            </a:r>
            <a:r>
              <a:rPr sz="1700" dirty="0">
                <a:latin typeface="Times New Roman"/>
                <a:cs typeface="Times New Roman"/>
              </a:rPr>
              <a:t>no</a:t>
            </a:r>
            <a:r>
              <a:rPr sz="1700" spc="34" dirty="0">
                <a:latin typeface="Times New Roman"/>
                <a:cs typeface="Times New Roman"/>
              </a:rPr>
              <a:t> </a:t>
            </a:r>
            <a:r>
              <a:rPr sz="1700" spc="-7" dirty="0">
                <a:latin typeface="Times New Roman"/>
                <a:cs typeface="Times New Roman"/>
              </a:rPr>
              <a:t>c</a:t>
            </a:r>
            <a:r>
              <a:rPr sz="1700" spc="-5" dirty="0">
                <a:latin typeface="Times New Roman"/>
                <a:cs typeface="Times New Roman"/>
              </a:rPr>
              <a:t>hoice</a:t>
            </a:r>
            <a:r>
              <a:rPr sz="1700" spc="29" dirty="0">
                <a:latin typeface="Times New Roman"/>
                <a:cs typeface="Times New Roman"/>
              </a:rPr>
              <a:t> </a:t>
            </a:r>
            <a:r>
              <a:rPr sz="1700" spc="-2" dirty="0">
                <a:latin typeface="Times New Roman"/>
                <a:cs typeface="Times New Roman"/>
              </a:rPr>
              <a:t>is </a:t>
            </a:r>
            <a:r>
              <a:rPr sz="1700" dirty="0">
                <a:latin typeface="Times New Roman"/>
                <a:cs typeface="Times New Roman"/>
              </a:rPr>
              <a:t>possi</a:t>
            </a:r>
            <a:r>
              <a:rPr sz="1700" spc="-2" dirty="0">
                <a:latin typeface="Times New Roman"/>
                <a:cs typeface="Times New Roman"/>
              </a:rPr>
              <a:t>bl</a:t>
            </a:r>
            <a:r>
              <a:rPr sz="1700" spc="-7" dirty="0">
                <a:latin typeface="Times New Roman"/>
                <a:cs typeface="Times New Roman"/>
              </a:rPr>
              <a:t>e</a:t>
            </a:r>
            <a:r>
              <a:rPr sz="1700" dirty="0">
                <a:latin typeface="Times New Roman"/>
                <a:cs typeface="Times New Roman"/>
              </a:rPr>
              <a:t>.</a:t>
            </a:r>
          </a:p>
          <a:p>
            <a:pPr marL="6109" algn="just">
              <a:spcBef>
                <a:spcPts val="339"/>
              </a:spcBef>
            </a:pPr>
            <a:r>
              <a:rPr sz="1700" spc="-7" dirty="0">
                <a:latin typeface="Times New Roman"/>
                <a:cs typeface="Times New Roman"/>
              </a:rPr>
              <a:t>Dir</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m</a:t>
            </a:r>
            <a:r>
              <a:rPr sz="1700" spc="-7" dirty="0">
                <a:latin typeface="Times New Roman"/>
                <a:cs typeface="Times New Roman"/>
              </a:rPr>
              <a:t>a</a:t>
            </a:r>
            <a:r>
              <a:rPr sz="1700" spc="-5" dirty="0">
                <a:latin typeface="Times New Roman"/>
                <a:cs typeface="Times New Roman"/>
              </a:rPr>
              <a:t>pping</a:t>
            </a:r>
            <a:r>
              <a:rPr sz="1700" dirty="0">
                <a:latin typeface="Times New Roman"/>
                <a:cs typeface="Times New Roman"/>
              </a:rPr>
              <a:t> — </a:t>
            </a:r>
            <a:r>
              <a:rPr sz="1700" spc="-2" dirty="0">
                <a:latin typeface="Times New Roman"/>
                <a:cs typeface="Times New Roman"/>
              </a:rPr>
              <a:t>N</a:t>
            </a:r>
            <a:r>
              <a:rPr sz="1700" dirty="0">
                <a:latin typeface="Times New Roman"/>
                <a:cs typeface="Times New Roman"/>
              </a:rPr>
              <a:t>o </a:t>
            </a:r>
            <a:r>
              <a:rPr sz="1700" spc="-10" dirty="0">
                <a:latin typeface="Times New Roman"/>
                <a:cs typeface="Times New Roman"/>
              </a:rPr>
              <a:t>c</a:t>
            </a:r>
            <a:r>
              <a:rPr sz="1700" spc="5" dirty="0">
                <a:latin typeface="Times New Roman"/>
                <a:cs typeface="Times New Roman"/>
              </a:rPr>
              <a:t>h</a:t>
            </a:r>
            <a:r>
              <a:rPr sz="1700" spc="-2" dirty="0">
                <a:latin typeface="Times New Roman"/>
                <a:cs typeface="Times New Roman"/>
              </a:rPr>
              <a:t>oic</a:t>
            </a:r>
            <a:r>
              <a:rPr sz="1700" spc="-10" dirty="0">
                <a:latin typeface="Times New Roman"/>
                <a:cs typeface="Times New Roman"/>
              </a:rPr>
              <a:t>e</a:t>
            </a:r>
            <a:r>
              <a:rPr sz="1700" dirty="0">
                <a:latin typeface="Times New Roman"/>
                <a:cs typeface="Times New Roman"/>
              </a:rPr>
              <a:t>, </a:t>
            </a:r>
            <a:r>
              <a:rPr sz="1700" spc="-5" dirty="0">
                <a:latin typeface="Times New Roman"/>
                <a:cs typeface="Times New Roman"/>
              </a:rPr>
              <a:t>E</a:t>
            </a:r>
            <a:r>
              <a:rPr sz="1700" spc="-10" dirty="0">
                <a:latin typeface="Times New Roman"/>
                <a:cs typeface="Times New Roman"/>
              </a:rPr>
              <a:t>a</a:t>
            </a:r>
            <a:r>
              <a:rPr sz="1700" spc="-7" dirty="0">
                <a:latin typeface="Times New Roman"/>
                <a:cs typeface="Times New Roman"/>
              </a:rPr>
              <a:t>c</a:t>
            </a:r>
            <a:r>
              <a:rPr sz="1700" dirty="0">
                <a:latin typeface="Times New Roman"/>
                <a:cs typeface="Times New Roman"/>
              </a:rPr>
              <a:t>h </a:t>
            </a:r>
            <a:r>
              <a:rPr sz="1700" spc="-2" dirty="0">
                <a:latin typeface="Times New Roman"/>
                <a:cs typeface="Times New Roman"/>
              </a:rPr>
              <a:t>bl</a:t>
            </a:r>
            <a:r>
              <a:rPr sz="1700" dirty="0">
                <a:latin typeface="Times New Roman"/>
                <a:cs typeface="Times New Roman"/>
              </a:rPr>
              <a:t>o</a:t>
            </a:r>
            <a:r>
              <a:rPr sz="1700" spc="-7" dirty="0">
                <a:latin typeface="Times New Roman"/>
                <a:cs typeface="Times New Roman"/>
              </a:rPr>
              <a:t>c</a:t>
            </a:r>
            <a:r>
              <a:rPr sz="1700" dirty="0">
                <a:latin typeface="Times New Roman"/>
                <a:cs typeface="Times New Roman"/>
              </a:rPr>
              <a:t>k </a:t>
            </a:r>
            <a:r>
              <a:rPr sz="1700" spc="-5" dirty="0">
                <a:latin typeface="Times New Roman"/>
                <a:cs typeface="Times New Roman"/>
              </a:rPr>
              <a:t>only</a:t>
            </a:r>
            <a:r>
              <a:rPr sz="1700" dirty="0">
                <a:latin typeface="Times New Roman"/>
                <a:cs typeface="Times New Roman"/>
              </a:rPr>
              <a:t> </a:t>
            </a:r>
            <a:r>
              <a:rPr sz="1700" spc="-5" dirty="0">
                <a:latin typeface="Times New Roman"/>
                <a:cs typeface="Times New Roman"/>
              </a:rPr>
              <a:t>m</a:t>
            </a:r>
            <a:r>
              <a:rPr sz="1700" spc="-2" dirty="0">
                <a:latin typeface="Times New Roman"/>
                <a:cs typeface="Times New Roman"/>
              </a:rPr>
              <a:t>a</a:t>
            </a:r>
            <a:r>
              <a:rPr sz="1700" dirty="0">
                <a:latin typeface="Times New Roman"/>
                <a:cs typeface="Times New Roman"/>
              </a:rPr>
              <a:t>ps</a:t>
            </a:r>
            <a:r>
              <a:rPr sz="1700" spc="-2" dirty="0">
                <a:latin typeface="Times New Roman"/>
                <a:cs typeface="Times New Roman"/>
              </a:rPr>
              <a:t> t</a:t>
            </a:r>
            <a:r>
              <a:rPr sz="1700" dirty="0">
                <a:latin typeface="Times New Roman"/>
                <a:cs typeface="Times New Roman"/>
              </a:rPr>
              <a:t>o </a:t>
            </a:r>
            <a:r>
              <a:rPr sz="1700" spc="-5" dirty="0">
                <a:latin typeface="Times New Roman"/>
                <a:cs typeface="Times New Roman"/>
              </a:rPr>
              <a:t>one</a:t>
            </a:r>
            <a:r>
              <a:rPr sz="1700" spc="-2" dirty="0">
                <a:latin typeface="Times New Roman"/>
                <a:cs typeface="Times New Roman"/>
              </a:rPr>
              <a:t> lin</a:t>
            </a:r>
            <a:r>
              <a:rPr sz="1700" spc="-7" dirty="0">
                <a:latin typeface="Times New Roman"/>
                <a:cs typeface="Times New Roman"/>
              </a:rPr>
              <a:t>e</a:t>
            </a:r>
            <a:r>
              <a:rPr sz="1700" dirty="0">
                <a:latin typeface="Times New Roman"/>
                <a:cs typeface="Times New Roman"/>
              </a:rPr>
              <a:t>. </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pla</a:t>
            </a:r>
            <a:r>
              <a:rPr sz="1700" spc="-10" dirty="0">
                <a:latin typeface="Times New Roman"/>
                <a:cs typeface="Times New Roman"/>
              </a:rPr>
              <a:t>c</a:t>
            </a:r>
            <a:r>
              <a:rPr sz="1700" spc="-5" dirty="0">
                <a:latin typeface="Times New Roman"/>
                <a:cs typeface="Times New Roman"/>
              </a:rPr>
              <a:t>e</a:t>
            </a:r>
            <a:r>
              <a:rPr sz="1700" spc="-2" dirty="0">
                <a:latin typeface="Times New Roman"/>
                <a:cs typeface="Times New Roman"/>
              </a:rPr>
              <a:t> t</a:t>
            </a:r>
            <a:r>
              <a:rPr sz="1700" dirty="0">
                <a:latin typeface="Times New Roman"/>
                <a:cs typeface="Times New Roman"/>
              </a:rPr>
              <a:t>h</a:t>
            </a:r>
            <a:r>
              <a:rPr sz="1700" spc="-7"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line.</a:t>
            </a:r>
            <a:endParaRPr sz="1700" dirty="0">
              <a:latin typeface="Times New Roman"/>
              <a:cs typeface="Times New Roman"/>
            </a:endParaRPr>
          </a:p>
          <a:p>
            <a:pPr marL="6109" marR="3971" algn="just">
              <a:spcBef>
                <a:spcPts val="404"/>
              </a:spcBef>
            </a:pPr>
            <a:r>
              <a:rPr sz="1700" spc="-5" dirty="0">
                <a:latin typeface="Times New Roman"/>
                <a:cs typeface="Times New Roman"/>
              </a:rPr>
              <a:t>F</a:t>
            </a:r>
            <a:r>
              <a:rPr sz="1700" dirty="0">
                <a:latin typeface="Times New Roman"/>
                <a:cs typeface="Times New Roman"/>
              </a:rPr>
              <a:t>or </a:t>
            </a:r>
            <a:r>
              <a:rPr sz="1700" spc="-43"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38" dirty="0">
                <a:latin typeface="Times New Roman"/>
                <a:cs typeface="Times New Roman"/>
              </a:rPr>
              <a:t> </a:t>
            </a:r>
            <a:r>
              <a:rPr sz="1700" spc="-5" dirty="0">
                <a:latin typeface="Times New Roman"/>
                <a:cs typeface="Times New Roman"/>
              </a:rPr>
              <a:t>associa</a:t>
            </a:r>
            <a:r>
              <a:rPr sz="1700" spc="-2" dirty="0">
                <a:latin typeface="Times New Roman"/>
                <a:cs typeface="Times New Roman"/>
              </a:rPr>
              <a:t>tive</a:t>
            </a:r>
            <a:r>
              <a:rPr sz="1700" dirty="0">
                <a:latin typeface="Times New Roman"/>
                <a:cs typeface="Times New Roman"/>
              </a:rPr>
              <a:t> </a:t>
            </a:r>
            <a:r>
              <a:rPr sz="1700" spc="-43"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36" dirty="0">
                <a:latin typeface="Times New Roman"/>
                <a:cs typeface="Times New Roman"/>
              </a:rPr>
              <a:t> </a:t>
            </a:r>
            <a:r>
              <a:rPr sz="1700" spc="-2" dirty="0">
                <a:latin typeface="Times New Roman"/>
                <a:cs typeface="Times New Roman"/>
              </a:rPr>
              <a:t>se</a:t>
            </a:r>
            <a:r>
              <a:rPr sz="1700" dirty="0">
                <a:latin typeface="Times New Roman"/>
                <a:cs typeface="Times New Roman"/>
              </a:rPr>
              <a:t>t</a:t>
            </a:r>
            <a:r>
              <a:rPr sz="1700" spc="-2" dirty="0">
                <a:latin typeface="Times New Roman"/>
                <a:cs typeface="Times New Roman"/>
              </a:rPr>
              <a:t>-</a:t>
            </a:r>
            <a:r>
              <a:rPr sz="1700" spc="-5" dirty="0">
                <a:latin typeface="Times New Roman"/>
                <a:cs typeface="Times New Roman"/>
              </a:rPr>
              <a:t>associa</a:t>
            </a:r>
            <a:r>
              <a:rPr sz="1700" spc="-2" dirty="0">
                <a:latin typeface="Times New Roman"/>
                <a:cs typeface="Times New Roman"/>
              </a:rPr>
              <a:t>tive</a:t>
            </a:r>
            <a:r>
              <a:rPr sz="1700" dirty="0">
                <a:latin typeface="Times New Roman"/>
                <a:cs typeface="Times New Roman"/>
              </a:rPr>
              <a:t> </a:t>
            </a:r>
            <a:r>
              <a:rPr sz="1700" spc="-43" dirty="0">
                <a:latin typeface="Times New Roman"/>
                <a:cs typeface="Times New Roman"/>
              </a:rPr>
              <a:t> </a:t>
            </a:r>
            <a:r>
              <a:rPr sz="1700" spc="-2" dirty="0">
                <a:latin typeface="Times New Roman"/>
                <a:cs typeface="Times New Roman"/>
              </a:rPr>
              <a:t>te</a:t>
            </a:r>
            <a:r>
              <a:rPr sz="1700" spc="-7" dirty="0">
                <a:latin typeface="Times New Roman"/>
                <a:cs typeface="Times New Roman"/>
              </a:rPr>
              <a:t>c</a:t>
            </a:r>
            <a:r>
              <a:rPr sz="1700" spc="-5" dirty="0">
                <a:latin typeface="Times New Roman"/>
                <a:cs typeface="Times New Roman"/>
              </a:rPr>
              <a:t>hniqu</a:t>
            </a:r>
            <a:r>
              <a:rPr sz="1700" spc="-2" dirty="0">
                <a:latin typeface="Times New Roman"/>
                <a:cs typeface="Times New Roman"/>
              </a:rPr>
              <a:t>es</a:t>
            </a:r>
            <a:r>
              <a:rPr sz="1700" dirty="0">
                <a:latin typeface="Times New Roman"/>
                <a:cs typeface="Times New Roman"/>
              </a:rPr>
              <a:t>, </a:t>
            </a:r>
            <a:r>
              <a:rPr sz="1700" spc="-41"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43"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pla</a:t>
            </a:r>
            <a:r>
              <a:rPr sz="1700" spc="-7" dirty="0">
                <a:latin typeface="Times New Roman"/>
                <a:cs typeface="Times New Roman"/>
              </a:rPr>
              <a:t>ce</a:t>
            </a:r>
            <a:r>
              <a:rPr sz="1700" spc="-5" dirty="0">
                <a:latin typeface="Times New Roman"/>
                <a:cs typeface="Times New Roman"/>
              </a:rPr>
              <a:t>ment</a:t>
            </a:r>
            <a:r>
              <a:rPr sz="1700" dirty="0">
                <a:latin typeface="Times New Roman"/>
                <a:cs typeface="Times New Roman"/>
              </a:rPr>
              <a:t> </a:t>
            </a:r>
            <a:r>
              <a:rPr sz="1700" spc="-43" dirty="0">
                <a:latin typeface="Times New Roman"/>
                <a:cs typeface="Times New Roman"/>
              </a:rPr>
              <a:t> </a:t>
            </a:r>
            <a:r>
              <a:rPr sz="1700" spc="-7" dirty="0">
                <a:latin typeface="Times New Roman"/>
                <a:cs typeface="Times New Roman"/>
              </a:rPr>
              <a:t>a</a:t>
            </a:r>
            <a:r>
              <a:rPr sz="1700" spc="-2" dirty="0">
                <a:latin typeface="Times New Roman"/>
                <a:cs typeface="Times New Roman"/>
              </a:rPr>
              <a:t>lgori</a:t>
            </a:r>
            <a:r>
              <a:rPr sz="1700" dirty="0">
                <a:latin typeface="Times New Roman"/>
                <a:cs typeface="Times New Roman"/>
              </a:rPr>
              <a:t>t</a:t>
            </a:r>
            <a:r>
              <a:rPr sz="1700" spc="-5" dirty="0">
                <a:latin typeface="Times New Roman"/>
                <a:cs typeface="Times New Roman"/>
              </a:rPr>
              <a:t>hm</a:t>
            </a:r>
            <a:r>
              <a:rPr sz="1700" dirty="0">
                <a:latin typeface="Times New Roman"/>
                <a:cs typeface="Times New Roman"/>
              </a:rPr>
              <a:t> </a:t>
            </a:r>
            <a:r>
              <a:rPr sz="1700" spc="-41"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41" dirty="0">
                <a:latin typeface="Times New Roman"/>
                <a:cs typeface="Times New Roman"/>
              </a:rPr>
              <a:t> </a:t>
            </a:r>
            <a:r>
              <a:rPr sz="1700" spc="-5" dirty="0">
                <a:latin typeface="Times New Roman"/>
                <a:cs typeface="Times New Roman"/>
              </a:rPr>
              <a:t>n</a:t>
            </a:r>
            <a:r>
              <a:rPr sz="1700" spc="-7" dirty="0">
                <a:latin typeface="Times New Roman"/>
                <a:cs typeface="Times New Roman"/>
              </a:rPr>
              <a:t>ee</a:t>
            </a:r>
            <a:r>
              <a:rPr sz="1700" spc="-5" dirty="0">
                <a:latin typeface="Times New Roman"/>
                <a:cs typeface="Times New Roman"/>
              </a:rPr>
              <a:t>d</a:t>
            </a:r>
            <a:r>
              <a:rPr sz="1700" spc="-7" dirty="0">
                <a:latin typeface="Times New Roman"/>
                <a:cs typeface="Times New Roman"/>
              </a:rPr>
              <a:t>e</a:t>
            </a:r>
            <a:r>
              <a:rPr sz="1700" dirty="0">
                <a:latin typeface="Times New Roman"/>
                <a:cs typeface="Times New Roman"/>
              </a:rPr>
              <a:t>d. </a:t>
            </a:r>
            <a:r>
              <a:rPr sz="1700" spc="-43" dirty="0">
                <a:latin typeface="Times New Roman"/>
                <a:cs typeface="Times New Roman"/>
              </a:rPr>
              <a:t> </a:t>
            </a:r>
            <a:r>
              <a:rPr sz="1700" spc="-5" dirty="0">
                <a:latin typeface="Times New Roman"/>
                <a:cs typeface="Times New Roman"/>
              </a:rPr>
              <a:t>To</a:t>
            </a:r>
            <a:r>
              <a:rPr sz="1700" spc="-2" dirty="0">
                <a:latin typeface="Times New Roman"/>
                <a:cs typeface="Times New Roman"/>
              </a:rPr>
              <a:t> </a:t>
            </a:r>
            <a:r>
              <a:rPr sz="1700" spc="-7" dirty="0">
                <a:latin typeface="Times New Roman"/>
                <a:cs typeface="Times New Roman"/>
              </a:rPr>
              <a:t>ac</a:t>
            </a:r>
            <a:r>
              <a:rPr sz="1700" spc="-5" dirty="0">
                <a:latin typeface="Times New Roman"/>
                <a:cs typeface="Times New Roman"/>
              </a:rPr>
              <a:t>hieve high</a:t>
            </a:r>
            <a:r>
              <a:rPr sz="1700" dirty="0">
                <a:latin typeface="Times New Roman"/>
                <a:cs typeface="Times New Roman"/>
              </a:rPr>
              <a:t> s</a:t>
            </a:r>
            <a:r>
              <a:rPr sz="1700" spc="-5" dirty="0">
                <a:latin typeface="Times New Roman"/>
                <a:cs typeface="Times New Roman"/>
              </a:rPr>
              <a:t>p</a:t>
            </a:r>
            <a:r>
              <a:rPr sz="1700" spc="-2" dirty="0">
                <a:latin typeface="Times New Roman"/>
                <a:cs typeface="Times New Roman"/>
              </a:rPr>
              <a:t>e</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suc</a:t>
            </a:r>
            <a:r>
              <a:rPr sz="1700" dirty="0">
                <a:latin typeface="Times New Roman"/>
                <a:cs typeface="Times New Roman"/>
              </a:rPr>
              <a:t>h</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n </a:t>
            </a:r>
            <a:r>
              <a:rPr sz="1700" spc="-7" dirty="0">
                <a:latin typeface="Times New Roman"/>
                <a:cs typeface="Times New Roman"/>
              </a:rPr>
              <a:t>a</a:t>
            </a:r>
            <a:r>
              <a:rPr sz="1700" spc="-5" dirty="0">
                <a:latin typeface="Times New Roman"/>
                <a:cs typeface="Times New Roman"/>
              </a:rPr>
              <a:t>lgorithm</a:t>
            </a:r>
            <a:r>
              <a:rPr sz="1700" dirty="0">
                <a:latin typeface="Times New Roman"/>
                <a:cs typeface="Times New Roman"/>
              </a:rPr>
              <a:t> </a:t>
            </a:r>
            <a:r>
              <a:rPr sz="1700" spc="-5" dirty="0">
                <a:latin typeface="Times New Roman"/>
                <a:cs typeface="Times New Roman"/>
              </a:rPr>
              <a:t>must</a:t>
            </a:r>
            <a:r>
              <a:rPr sz="1700" dirty="0">
                <a:latin typeface="Times New Roman"/>
                <a:cs typeface="Times New Roman"/>
              </a:rPr>
              <a:t> </a:t>
            </a:r>
            <a:r>
              <a:rPr sz="1700" spc="-5" dirty="0">
                <a:latin typeface="Times New Roman"/>
                <a:cs typeface="Times New Roman"/>
              </a:rPr>
              <a:t>be</a:t>
            </a:r>
            <a:r>
              <a:rPr sz="1700" dirty="0">
                <a:latin typeface="Times New Roman"/>
                <a:cs typeface="Times New Roman"/>
              </a:rPr>
              <a:t> </a:t>
            </a:r>
            <a:r>
              <a:rPr sz="1700" spc="-5" dirty="0">
                <a:latin typeface="Times New Roman"/>
                <a:cs typeface="Times New Roman"/>
              </a:rPr>
              <a:t>implem</a:t>
            </a:r>
            <a:r>
              <a:rPr sz="1700" spc="-7" dirty="0">
                <a:latin typeface="Times New Roman"/>
                <a:cs typeface="Times New Roman"/>
              </a:rPr>
              <a:t>e</a:t>
            </a:r>
            <a:r>
              <a:rPr sz="1700" spc="-5" dirty="0">
                <a:latin typeface="Times New Roman"/>
                <a:cs typeface="Times New Roman"/>
              </a:rPr>
              <a:t>nted</a:t>
            </a:r>
            <a:r>
              <a:rPr sz="1700" dirty="0">
                <a:latin typeface="Times New Roman"/>
                <a:cs typeface="Times New Roman"/>
              </a:rPr>
              <a:t> </a:t>
            </a:r>
            <a:r>
              <a:rPr sz="1700" spc="-2" dirty="0">
                <a:latin typeface="Times New Roman"/>
                <a:cs typeface="Times New Roman"/>
              </a:rPr>
              <a:t>in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rdw</a:t>
            </a:r>
            <a:r>
              <a:rPr sz="1700" spc="-7" dirty="0">
                <a:latin typeface="Times New Roman"/>
                <a:cs typeface="Times New Roman"/>
              </a:rPr>
              <a:t>a</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a:t>
            </a:r>
          </a:p>
          <a:p>
            <a:pPr marL="6109" algn="just">
              <a:spcBef>
                <a:spcPts val="334"/>
              </a:spcBef>
            </a:pPr>
            <a:r>
              <a:rPr sz="1700" spc="-5" dirty="0">
                <a:latin typeface="Times New Roman"/>
                <a:cs typeface="Times New Roman"/>
              </a:rPr>
              <a:t>L</a:t>
            </a:r>
            <a:r>
              <a:rPr sz="1700" spc="-10" dirty="0">
                <a:latin typeface="Times New Roman"/>
                <a:cs typeface="Times New Roman"/>
              </a:rPr>
              <a:t>e</a:t>
            </a:r>
            <a:r>
              <a:rPr sz="1700" spc="-5" dirty="0">
                <a:latin typeface="Times New Roman"/>
                <a:cs typeface="Times New Roman"/>
              </a:rPr>
              <a:t>as</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R</a:t>
            </a:r>
            <a:r>
              <a:rPr sz="1700" spc="-7" dirty="0">
                <a:latin typeface="Times New Roman"/>
                <a:cs typeface="Times New Roman"/>
              </a:rPr>
              <a:t>ece</a:t>
            </a:r>
            <a:r>
              <a:rPr sz="1700" spc="-2" dirty="0">
                <a:latin typeface="Times New Roman"/>
                <a:cs typeface="Times New Roman"/>
              </a:rPr>
              <a:t>ntl</a:t>
            </a:r>
            <a:r>
              <a:rPr sz="1700" dirty="0">
                <a:latin typeface="Times New Roman"/>
                <a:cs typeface="Times New Roman"/>
              </a:rPr>
              <a:t>y </a:t>
            </a:r>
            <a:r>
              <a:rPr sz="1700" spc="-2" dirty="0">
                <a:latin typeface="Times New Roman"/>
                <a:cs typeface="Times New Roman"/>
              </a:rPr>
              <a:t>U</a:t>
            </a:r>
            <a:r>
              <a:rPr sz="1700" spc="2" dirty="0">
                <a:latin typeface="Times New Roman"/>
                <a:cs typeface="Times New Roman"/>
              </a:rPr>
              <a:t>s</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a:t>
            </a:r>
            <a:r>
              <a:rPr sz="1700" spc="-7" dirty="0">
                <a:latin typeface="Times New Roman"/>
                <a:cs typeface="Times New Roman"/>
              </a:rPr>
              <a:t>L</a:t>
            </a:r>
            <a:r>
              <a:rPr sz="1700" dirty="0">
                <a:latin typeface="Times New Roman"/>
                <a:cs typeface="Times New Roman"/>
              </a:rPr>
              <a:t>R</a:t>
            </a:r>
            <a:r>
              <a:rPr sz="1700" spc="-2" dirty="0">
                <a:latin typeface="Times New Roman"/>
                <a:cs typeface="Times New Roman"/>
              </a:rPr>
              <a:t>U</a:t>
            </a:r>
            <a:r>
              <a:rPr sz="1700" dirty="0">
                <a:latin typeface="Times New Roman"/>
                <a:cs typeface="Times New Roman"/>
              </a:rPr>
              <a:t>) — </a:t>
            </a:r>
            <a:r>
              <a:rPr sz="1700" spc="-2" dirty="0">
                <a:latin typeface="Times New Roman"/>
                <a:cs typeface="Times New Roman"/>
              </a:rPr>
              <a:t>Mos</a:t>
            </a:r>
            <a:r>
              <a:rPr sz="1700" dirty="0">
                <a:latin typeface="Times New Roman"/>
                <a:cs typeface="Times New Roman"/>
              </a:rPr>
              <a:t>t </a:t>
            </a:r>
            <a:r>
              <a:rPr sz="1700" spc="-5" dirty="0">
                <a:latin typeface="Times New Roman"/>
                <a:cs typeface="Times New Roman"/>
              </a:rPr>
              <a:t>Ef</a:t>
            </a:r>
            <a:r>
              <a:rPr sz="1700" spc="-2" dirty="0">
                <a:latin typeface="Times New Roman"/>
                <a:cs typeface="Times New Roman"/>
              </a:rPr>
              <a:t>fe</a:t>
            </a:r>
            <a:r>
              <a:rPr sz="1700" spc="-7" dirty="0">
                <a:latin typeface="Times New Roman"/>
                <a:cs typeface="Times New Roman"/>
              </a:rPr>
              <a:t>c</a:t>
            </a:r>
            <a:r>
              <a:rPr sz="1700" spc="-2" dirty="0">
                <a:latin typeface="Times New Roman"/>
                <a:cs typeface="Times New Roman"/>
              </a:rPr>
              <a:t>tive</a:t>
            </a:r>
            <a:endParaRPr sz="1700" dirty="0">
              <a:latin typeface="Times New Roman"/>
              <a:cs typeface="Times New Roman"/>
            </a:endParaRPr>
          </a:p>
        </p:txBody>
      </p:sp>
    </p:spTree>
    <p:extLst>
      <p:ext uri="{BB962C8B-B14F-4D97-AF65-F5344CB8AC3E}">
        <p14:creationId xmlns:p14="http://schemas.microsoft.com/office/powerpoint/2010/main" val="36677889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6C881-BCC5-D413-9904-56B4A631AC7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0C52965-134F-F588-71C8-08BBB3FD619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A33945A4-1DB2-C56A-1CDD-8586127ADA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EE91C0F6-9008-AE68-90CE-876BD142919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CB20C9E6-47D0-A5E1-A77D-259A808A035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A0A95CA8-7D1E-E6FD-DB0B-564DD3F07D69}"/>
              </a:ext>
            </a:extLst>
          </p:cNvPr>
          <p:cNvSpPr txBox="1"/>
          <p:nvPr/>
        </p:nvSpPr>
        <p:spPr>
          <a:xfrm>
            <a:off x="1104900" y="819150"/>
            <a:ext cx="6934200" cy="3241913"/>
          </a:xfrm>
          <a:prstGeom prst="rect">
            <a:avLst/>
          </a:prstGeom>
        </p:spPr>
        <p:txBody>
          <a:bodyPr vert="horz" wrap="square" lIns="0" tIns="0" rIns="0" bIns="0" rtlCol="0">
            <a:spAutoFit/>
          </a:bodyPr>
          <a:lstStyle/>
          <a:p>
            <a:pPr marL="79413" indent="-73304" algn="just">
              <a:spcBef>
                <a:spcPts val="339"/>
              </a:spcBef>
              <a:buFont typeface="Times New Roman"/>
              <a:buAutoNum type="arabicPeriod" startAt="3"/>
              <a:tabLst>
                <a:tab pos="79413" algn="l"/>
              </a:tabLst>
            </a:pPr>
            <a:r>
              <a:rPr lang="en-US" sz="1700" b="1" spc="-2" dirty="0">
                <a:latin typeface="Times New Roman"/>
                <a:cs typeface="Times New Roman"/>
              </a:rPr>
              <a:t> </a:t>
            </a:r>
            <a:r>
              <a:rPr sz="1700" b="1" spc="-2" dirty="0">
                <a:latin typeface="Times New Roman"/>
                <a:cs typeface="Times New Roman"/>
              </a:rPr>
              <a:t>R</a:t>
            </a:r>
            <a:r>
              <a:rPr sz="1700" b="1" spc="-5" dirty="0">
                <a:latin typeface="Times New Roman"/>
                <a:cs typeface="Times New Roman"/>
              </a:rPr>
              <a:t>e</a:t>
            </a:r>
            <a:r>
              <a:rPr sz="1700" b="1" dirty="0">
                <a:latin typeface="Times New Roman"/>
                <a:cs typeface="Times New Roman"/>
              </a:rPr>
              <a:t>p</a:t>
            </a:r>
            <a:r>
              <a:rPr sz="1700" b="1" spc="-2" dirty="0">
                <a:latin typeface="Times New Roman"/>
                <a:cs typeface="Times New Roman"/>
              </a:rPr>
              <a:t>lac</a:t>
            </a:r>
            <a:r>
              <a:rPr sz="1700" b="1" spc="-10" dirty="0">
                <a:latin typeface="Times New Roman"/>
                <a:cs typeface="Times New Roman"/>
              </a:rPr>
              <a:t>e</a:t>
            </a:r>
            <a:r>
              <a:rPr sz="1700" b="1" spc="2" dirty="0">
                <a:latin typeface="Times New Roman"/>
                <a:cs typeface="Times New Roman"/>
              </a:rPr>
              <a:t>m</a:t>
            </a:r>
            <a:r>
              <a:rPr sz="1700" b="1" spc="-7" dirty="0">
                <a:latin typeface="Times New Roman"/>
                <a:cs typeface="Times New Roman"/>
              </a:rPr>
              <a:t>e</a:t>
            </a:r>
            <a:r>
              <a:rPr sz="1700" b="1" dirty="0">
                <a:latin typeface="Times New Roman"/>
                <a:cs typeface="Times New Roman"/>
              </a:rPr>
              <a:t>nt </a:t>
            </a:r>
            <a:r>
              <a:rPr sz="1700" b="1" spc="-5" dirty="0">
                <a:latin typeface="Times New Roman"/>
                <a:cs typeface="Times New Roman"/>
              </a:rPr>
              <a:t>A</a:t>
            </a:r>
            <a:r>
              <a:rPr sz="1700" b="1" spc="-2" dirty="0">
                <a:latin typeface="Times New Roman"/>
                <a:cs typeface="Times New Roman"/>
              </a:rPr>
              <a:t>lgori</a:t>
            </a:r>
            <a:r>
              <a:rPr sz="1700" b="1" dirty="0">
                <a:latin typeface="Times New Roman"/>
                <a:cs typeface="Times New Roman"/>
              </a:rPr>
              <a:t>thm</a:t>
            </a:r>
            <a:endParaRPr sz="1700" dirty="0">
              <a:latin typeface="Times New Roman"/>
              <a:cs typeface="Times New Roman"/>
            </a:endParaRPr>
          </a:p>
          <a:p>
            <a:pPr marL="6109" marR="3054" algn="just">
              <a:spcBef>
                <a:spcPts val="404"/>
              </a:spcBef>
            </a:pPr>
            <a:r>
              <a:rPr sz="1700" spc="-5" dirty="0">
                <a:latin typeface="Times New Roman"/>
                <a:cs typeface="Times New Roman"/>
              </a:rPr>
              <a:t>F</a:t>
            </a:r>
            <a:r>
              <a:rPr sz="1700" dirty="0">
                <a:latin typeface="Times New Roman"/>
                <a:cs typeface="Times New Roman"/>
              </a:rPr>
              <a:t>or</a:t>
            </a:r>
            <a:r>
              <a:rPr sz="1700" spc="14" dirty="0">
                <a:latin typeface="Times New Roman"/>
                <a:cs typeface="Times New Roman"/>
              </a:rPr>
              <a:t> </a:t>
            </a:r>
            <a:r>
              <a:rPr sz="1700" dirty="0">
                <a:latin typeface="Times New Roman"/>
                <a:cs typeface="Times New Roman"/>
              </a:rPr>
              <a:t>two-</a:t>
            </a:r>
            <a:r>
              <a:rPr sz="1700" spc="14" dirty="0">
                <a:latin typeface="Times New Roman"/>
                <a:cs typeface="Times New Roman"/>
              </a:rPr>
              <a:t> </a:t>
            </a:r>
            <a:r>
              <a:rPr sz="1700" spc="2" dirty="0">
                <a:latin typeface="Times New Roman"/>
                <a:cs typeface="Times New Roman"/>
              </a:rPr>
              <a:t>w</a:t>
            </a:r>
            <a:r>
              <a:rPr sz="1700" spc="-7" dirty="0">
                <a:latin typeface="Times New Roman"/>
                <a:cs typeface="Times New Roman"/>
              </a:rPr>
              <a:t>a</a:t>
            </a:r>
            <a:r>
              <a:rPr sz="1700" dirty="0">
                <a:latin typeface="Times New Roman"/>
                <a:cs typeface="Times New Roman"/>
              </a:rPr>
              <a:t>y</a:t>
            </a:r>
            <a:r>
              <a:rPr sz="1700" spc="14" dirty="0">
                <a:latin typeface="Times New Roman"/>
                <a:cs typeface="Times New Roman"/>
              </a:rPr>
              <a:t> </a:t>
            </a:r>
            <a:r>
              <a:rPr sz="1700" spc="-2" dirty="0">
                <a:latin typeface="Times New Roman"/>
                <a:cs typeface="Times New Roman"/>
              </a:rPr>
              <a:t>set</a:t>
            </a:r>
            <a:r>
              <a:rPr sz="1700" spc="17" dirty="0">
                <a:latin typeface="Times New Roman"/>
                <a:cs typeface="Times New Roman"/>
              </a:rPr>
              <a:t> </a:t>
            </a:r>
            <a:r>
              <a:rPr sz="1700" spc="-7" dirty="0">
                <a:latin typeface="Times New Roman"/>
                <a:cs typeface="Times New Roman"/>
              </a:rPr>
              <a:t>a</a:t>
            </a:r>
            <a:r>
              <a:rPr sz="1700" spc="-2" dirty="0">
                <a:latin typeface="Times New Roman"/>
                <a:cs typeface="Times New Roman"/>
              </a:rPr>
              <a:t>ss</a:t>
            </a:r>
            <a:r>
              <a:rPr sz="1700" spc="5" dirty="0">
                <a:latin typeface="Times New Roman"/>
                <a:cs typeface="Times New Roman"/>
              </a:rPr>
              <a:t>o</a:t>
            </a:r>
            <a:r>
              <a:rPr sz="1700" spc="-7" dirty="0">
                <a:latin typeface="Times New Roman"/>
                <a:cs typeface="Times New Roman"/>
              </a:rPr>
              <a:t>c</a:t>
            </a:r>
            <a:r>
              <a:rPr sz="1700" spc="-2" dirty="0">
                <a:latin typeface="Times New Roman"/>
                <a:cs typeface="Times New Roman"/>
              </a:rPr>
              <a:t>iativ</a:t>
            </a:r>
            <a:r>
              <a:rPr sz="1700" spc="-7" dirty="0">
                <a:latin typeface="Times New Roman"/>
                <a:cs typeface="Times New Roman"/>
              </a:rPr>
              <a:t>e</a:t>
            </a:r>
            <a:r>
              <a:rPr sz="1700" dirty="0">
                <a:latin typeface="Times New Roman"/>
                <a:cs typeface="Times New Roman"/>
              </a:rPr>
              <a:t>,</a:t>
            </a:r>
            <a:r>
              <a:rPr sz="1700" spc="14" dirty="0">
                <a:latin typeface="Times New Roman"/>
                <a:cs typeface="Times New Roman"/>
              </a:rPr>
              <a:t> </a:t>
            </a:r>
            <a:r>
              <a:rPr sz="1700" spc="-2" dirty="0">
                <a:latin typeface="Times New Roman"/>
                <a:cs typeface="Times New Roman"/>
              </a:rPr>
              <a:t>thi</a:t>
            </a:r>
            <a:r>
              <a:rPr sz="1700" dirty="0">
                <a:latin typeface="Times New Roman"/>
                <a:cs typeface="Times New Roman"/>
              </a:rPr>
              <a:t>s</a:t>
            </a:r>
            <a:r>
              <a:rPr sz="1700" spc="17"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5" dirty="0">
                <a:latin typeface="Times New Roman"/>
                <a:cs typeface="Times New Roman"/>
              </a:rPr>
              <a:t>easi</a:t>
            </a:r>
            <a:r>
              <a:rPr sz="1700" dirty="0">
                <a:latin typeface="Times New Roman"/>
                <a:cs typeface="Times New Roman"/>
              </a:rPr>
              <a:t>ly</a:t>
            </a:r>
            <a:r>
              <a:rPr sz="1700" spc="14" dirty="0">
                <a:latin typeface="Times New Roman"/>
                <a:cs typeface="Times New Roman"/>
              </a:rPr>
              <a:t> </a:t>
            </a:r>
            <a:r>
              <a:rPr sz="1700" spc="-5" dirty="0">
                <a:latin typeface="Times New Roman"/>
                <a:cs typeface="Times New Roman"/>
              </a:rPr>
              <a:t>impl</a:t>
            </a:r>
            <a:r>
              <a:rPr sz="1700" spc="-12" dirty="0">
                <a:latin typeface="Times New Roman"/>
                <a:cs typeface="Times New Roman"/>
              </a:rPr>
              <a:t>e</a:t>
            </a:r>
            <a:r>
              <a:rPr sz="1700" spc="-5" dirty="0">
                <a:latin typeface="Times New Roman"/>
                <a:cs typeface="Times New Roman"/>
              </a:rPr>
              <a:t>ment</a:t>
            </a:r>
            <a:r>
              <a:rPr sz="1700" spc="-7" dirty="0">
                <a:latin typeface="Times New Roman"/>
                <a:cs typeface="Times New Roman"/>
              </a:rPr>
              <a:t>e</a:t>
            </a:r>
            <a:r>
              <a:rPr sz="1700" dirty="0">
                <a:latin typeface="Times New Roman"/>
                <a:cs typeface="Times New Roman"/>
              </a:rPr>
              <a:t>d.</a:t>
            </a:r>
            <a:r>
              <a:rPr sz="1700" spc="14" dirty="0">
                <a:latin typeface="Times New Roman"/>
                <a:cs typeface="Times New Roman"/>
              </a:rPr>
              <a:t> </a:t>
            </a:r>
            <a:r>
              <a:rPr sz="1700" spc="-5" dirty="0">
                <a:latin typeface="Times New Roman"/>
                <a:cs typeface="Times New Roman"/>
              </a:rPr>
              <a:t>E</a:t>
            </a:r>
            <a:r>
              <a:rPr sz="1700" spc="-10" dirty="0">
                <a:latin typeface="Times New Roman"/>
                <a:cs typeface="Times New Roman"/>
              </a:rPr>
              <a:t>a</a:t>
            </a:r>
            <a:r>
              <a:rPr sz="1700" spc="-7" dirty="0">
                <a:latin typeface="Times New Roman"/>
                <a:cs typeface="Times New Roman"/>
              </a:rPr>
              <a:t>c</a:t>
            </a:r>
            <a:r>
              <a:rPr sz="1700" dirty="0">
                <a:latin typeface="Times New Roman"/>
                <a:cs typeface="Times New Roman"/>
              </a:rPr>
              <a:t>h</a:t>
            </a:r>
            <a:r>
              <a:rPr sz="1700" spc="14" dirty="0">
                <a:latin typeface="Times New Roman"/>
                <a:cs typeface="Times New Roman"/>
              </a:rPr>
              <a:t> </a:t>
            </a:r>
            <a:r>
              <a:rPr sz="1700" spc="-2" dirty="0">
                <a:latin typeface="Times New Roman"/>
                <a:cs typeface="Times New Roman"/>
              </a:rPr>
              <a:t>line</a:t>
            </a:r>
            <a:r>
              <a:rPr sz="1700" spc="14" dirty="0">
                <a:latin typeface="Times New Roman"/>
                <a:cs typeface="Times New Roman"/>
              </a:rPr>
              <a:t> </a:t>
            </a:r>
            <a:r>
              <a:rPr sz="1700" spc="-2" dirty="0">
                <a:latin typeface="Times New Roman"/>
                <a:cs typeface="Times New Roman"/>
              </a:rPr>
              <a:t>inclu</a:t>
            </a:r>
            <a:r>
              <a:rPr sz="1700" dirty="0">
                <a:latin typeface="Times New Roman"/>
                <a:cs typeface="Times New Roman"/>
              </a:rPr>
              <a:t>d</a:t>
            </a:r>
            <a:r>
              <a:rPr sz="1700" spc="-7" dirty="0">
                <a:latin typeface="Times New Roman"/>
                <a:cs typeface="Times New Roman"/>
              </a:rPr>
              <a:t>e</a:t>
            </a:r>
            <a:r>
              <a:rPr sz="1700" dirty="0">
                <a:latin typeface="Times New Roman"/>
                <a:cs typeface="Times New Roman"/>
              </a:rPr>
              <a:t>s</a:t>
            </a:r>
            <a:r>
              <a:rPr sz="1700" spc="17"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2" dirty="0">
                <a:latin typeface="Times New Roman"/>
                <a:cs typeface="Times New Roman"/>
              </a:rPr>
              <a:t>US</a:t>
            </a:r>
            <a:r>
              <a:rPr sz="1700" dirty="0">
                <a:latin typeface="Times New Roman"/>
                <a:cs typeface="Times New Roman"/>
              </a:rPr>
              <a:t>E</a:t>
            </a:r>
            <a:r>
              <a:rPr sz="1700" spc="34" dirty="0">
                <a:latin typeface="Times New Roman"/>
                <a:cs typeface="Times New Roman"/>
              </a:rPr>
              <a:t> </a:t>
            </a:r>
            <a:r>
              <a:rPr sz="1700" spc="-2" dirty="0">
                <a:latin typeface="Times New Roman"/>
                <a:cs typeface="Times New Roman"/>
              </a:rPr>
              <a:t>bit</a:t>
            </a:r>
            <a:r>
              <a:rPr sz="1700" dirty="0">
                <a:latin typeface="Times New Roman"/>
                <a:cs typeface="Times New Roman"/>
              </a:rPr>
              <a:t>.</a:t>
            </a:r>
            <a:r>
              <a:rPr sz="1700" spc="14" dirty="0">
                <a:latin typeface="Times New Roman"/>
                <a:cs typeface="Times New Roman"/>
              </a:rPr>
              <a:t> </a:t>
            </a: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 </a:t>
            </a:r>
            <a:r>
              <a:rPr sz="1700" spc="-5" dirty="0">
                <a:latin typeface="Times New Roman"/>
                <a:cs typeface="Times New Roman"/>
              </a:rPr>
              <a:t>a</a:t>
            </a:r>
            <a:r>
              <a:rPr sz="1700" spc="7" dirty="0">
                <a:latin typeface="Times New Roman"/>
                <a:cs typeface="Times New Roman"/>
              </a:rPr>
              <a:t> </a:t>
            </a:r>
            <a:r>
              <a:rPr sz="1700" spc="-2" dirty="0">
                <a:latin typeface="Times New Roman"/>
                <a:cs typeface="Times New Roman"/>
              </a:rPr>
              <a:t>line</a:t>
            </a:r>
            <a:r>
              <a:rPr sz="1700" spc="7"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f</a:t>
            </a:r>
            <a:r>
              <a:rPr sz="1700" spc="-10" dirty="0">
                <a:latin typeface="Times New Roman"/>
                <a:cs typeface="Times New Roman"/>
              </a:rPr>
              <a:t>e</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n</a:t>
            </a:r>
            <a:r>
              <a:rPr sz="1700" spc="-7" dirty="0">
                <a:latin typeface="Times New Roman"/>
                <a:cs typeface="Times New Roman"/>
              </a:rPr>
              <a:t>ce</a:t>
            </a:r>
            <a:r>
              <a:rPr sz="1700" dirty="0">
                <a:latin typeface="Times New Roman"/>
                <a:cs typeface="Times New Roman"/>
              </a:rPr>
              <a:t>d,</a:t>
            </a:r>
            <a:r>
              <a:rPr sz="1700" spc="10" dirty="0">
                <a:latin typeface="Times New Roman"/>
                <a:cs typeface="Times New Roman"/>
              </a:rPr>
              <a:t> </a:t>
            </a:r>
            <a:r>
              <a:rPr sz="1700" spc="-2" dirty="0">
                <a:latin typeface="Times New Roman"/>
                <a:cs typeface="Times New Roman"/>
              </a:rPr>
              <a:t>it</a:t>
            </a:r>
            <a:r>
              <a:rPr sz="1700" dirty="0">
                <a:latin typeface="Times New Roman"/>
                <a:cs typeface="Times New Roman"/>
              </a:rPr>
              <a:t>s</a:t>
            </a:r>
            <a:r>
              <a:rPr sz="1700" spc="10" dirty="0">
                <a:latin typeface="Times New Roman"/>
                <a:cs typeface="Times New Roman"/>
              </a:rPr>
              <a:t> </a:t>
            </a:r>
            <a:r>
              <a:rPr sz="1700" spc="-2" dirty="0">
                <a:latin typeface="Times New Roman"/>
                <a:cs typeface="Times New Roman"/>
              </a:rPr>
              <a:t>US</a:t>
            </a:r>
            <a:r>
              <a:rPr sz="1700" dirty="0">
                <a:latin typeface="Times New Roman"/>
                <a:cs typeface="Times New Roman"/>
              </a:rPr>
              <a:t>E</a:t>
            </a:r>
            <a:r>
              <a:rPr sz="1700" spc="10" dirty="0">
                <a:latin typeface="Times New Roman"/>
                <a:cs typeface="Times New Roman"/>
              </a:rPr>
              <a:t> </a:t>
            </a:r>
            <a:r>
              <a:rPr sz="1700" spc="-2" dirty="0">
                <a:latin typeface="Times New Roman"/>
                <a:cs typeface="Times New Roman"/>
              </a:rPr>
              <a:t>bit</a:t>
            </a:r>
            <a:r>
              <a:rPr sz="1700" spc="12"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spc="-2" dirty="0">
                <a:latin typeface="Times New Roman"/>
                <a:cs typeface="Times New Roman"/>
              </a:rPr>
              <a:t>set</a:t>
            </a:r>
            <a:r>
              <a:rPr sz="1700" spc="12"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dirty="0">
                <a:latin typeface="Times New Roman"/>
                <a:cs typeface="Times New Roman"/>
              </a:rPr>
              <a:t>1</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0"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US</a:t>
            </a:r>
            <a:r>
              <a:rPr sz="1700" dirty="0">
                <a:latin typeface="Times New Roman"/>
                <a:cs typeface="Times New Roman"/>
              </a:rPr>
              <a:t>E</a:t>
            </a:r>
            <a:r>
              <a:rPr sz="1700" spc="10" dirty="0">
                <a:latin typeface="Times New Roman"/>
                <a:cs typeface="Times New Roman"/>
              </a:rPr>
              <a:t> </a:t>
            </a:r>
            <a:r>
              <a:rPr sz="1700" spc="-2" dirty="0">
                <a:latin typeface="Times New Roman"/>
                <a:cs typeface="Times New Roman"/>
              </a:rPr>
              <a:t>bit</a:t>
            </a:r>
            <a:r>
              <a:rPr sz="1700" spc="12" dirty="0">
                <a:latin typeface="Times New Roman"/>
                <a:cs typeface="Times New Roman"/>
              </a:rPr>
              <a:t> </a:t>
            </a:r>
            <a:r>
              <a:rPr sz="1700" dirty="0">
                <a:latin typeface="Times New Roman"/>
                <a:cs typeface="Times New Roman"/>
              </a:rPr>
              <a:t>of</a:t>
            </a:r>
            <a:r>
              <a:rPr sz="1700" spc="7"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other</a:t>
            </a:r>
            <a:r>
              <a:rPr sz="1700" spc="7" dirty="0">
                <a:latin typeface="Times New Roman"/>
                <a:cs typeface="Times New Roman"/>
              </a:rPr>
              <a:t> </a:t>
            </a:r>
            <a:r>
              <a:rPr sz="1700" spc="-2" dirty="0">
                <a:latin typeface="Times New Roman"/>
                <a:cs typeface="Times New Roman"/>
              </a:rPr>
              <a:t>line</a:t>
            </a:r>
            <a:r>
              <a:rPr sz="1700" spc="2" dirty="0">
                <a:latin typeface="Times New Roman"/>
                <a:cs typeface="Times New Roman"/>
              </a:rPr>
              <a:t> </a:t>
            </a:r>
            <a:r>
              <a:rPr sz="1700" spc="-2" dirty="0">
                <a:latin typeface="Times New Roman"/>
                <a:cs typeface="Times New Roman"/>
              </a:rPr>
              <a:t>in</a:t>
            </a:r>
            <a:r>
              <a:rPr sz="1700" spc="12" dirty="0">
                <a:latin typeface="Times New Roman"/>
                <a:cs typeface="Times New Roman"/>
              </a:rPr>
              <a:t> </a:t>
            </a:r>
            <a:r>
              <a:rPr sz="1700" spc="-2" dirty="0">
                <a:latin typeface="Times New Roman"/>
                <a:cs typeface="Times New Roman"/>
              </a:rPr>
              <a:t>that</a:t>
            </a:r>
            <a:r>
              <a:rPr sz="1700" spc="10" dirty="0">
                <a:latin typeface="Times New Roman"/>
                <a:cs typeface="Times New Roman"/>
              </a:rPr>
              <a:t> </a:t>
            </a:r>
            <a:r>
              <a:rPr sz="1700" spc="-2" dirty="0">
                <a:latin typeface="Times New Roman"/>
                <a:cs typeface="Times New Roman"/>
              </a:rPr>
              <a:t>set</a:t>
            </a:r>
            <a:r>
              <a:rPr sz="1700" spc="12"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spc="-2" dirty="0">
                <a:latin typeface="Times New Roman"/>
                <a:cs typeface="Times New Roman"/>
              </a:rPr>
              <a:t>set</a:t>
            </a:r>
            <a:r>
              <a:rPr sz="1700" spc="12" dirty="0">
                <a:latin typeface="Times New Roman"/>
                <a:cs typeface="Times New Roman"/>
              </a:rPr>
              <a:t> </a:t>
            </a:r>
            <a:r>
              <a:rPr sz="1700" spc="-2" dirty="0">
                <a:latin typeface="Times New Roman"/>
                <a:cs typeface="Times New Roman"/>
              </a:rPr>
              <a:t>to</a:t>
            </a:r>
            <a:r>
              <a:rPr lang="en-US" sz="1700" spc="-2" dirty="0">
                <a:latin typeface="Times New Roman"/>
                <a:cs typeface="Times New Roman"/>
              </a:rPr>
              <a:t> </a:t>
            </a:r>
            <a:r>
              <a:rPr sz="1700" dirty="0">
                <a:latin typeface="Times New Roman"/>
                <a:cs typeface="Times New Roman"/>
              </a:rPr>
              <a:t>0. </a:t>
            </a: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block</a:t>
            </a:r>
            <a:r>
              <a:rPr sz="1700" dirty="0">
                <a:latin typeface="Times New Roman"/>
                <a:cs typeface="Times New Roman"/>
              </a:rPr>
              <a:t> </a:t>
            </a:r>
            <a:r>
              <a:rPr sz="1700" spc="-2" dirty="0">
                <a:latin typeface="Times New Roman"/>
                <a:cs typeface="Times New Roman"/>
              </a:rPr>
              <a:t>is t</a:t>
            </a:r>
            <a:r>
              <a:rPr sz="1700" dirty="0">
                <a:latin typeface="Times New Roman"/>
                <a:cs typeface="Times New Roman"/>
              </a:rPr>
              <a:t>o </a:t>
            </a:r>
            <a:r>
              <a:rPr sz="1700" spc="-5" dirty="0">
                <a:latin typeface="Times New Roman"/>
                <a:cs typeface="Times New Roman"/>
              </a:rPr>
              <a:t>be</a:t>
            </a:r>
            <a:r>
              <a:rPr sz="1700" spc="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a</a:t>
            </a:r>
            <a:r>
              <a:rPr sz="1700" dirty="0">
                <a:latin typeface="Times New Roman"/>
                <a:cs typeface="Times New Roman"/>
              </a:rPr>
              <a:t>d </a:t>
            </a:r>
            <a:r>
              <a:rPr sz="1700" spc="-2" dirty="0">
                <a:latin typeface="Times New Roman"/>
                <a:cs typeface="Times New Roman"/>
              </a:rPr>
              <a:t>int</a:t>
            </a:r>
            <a:r>
              <a:rPr sz="1700" dirty="0">
                <a:latin typeface="Times New Roman"/>
                <a:cs typeface="Times New Roman"/>
              </a:rPr>
              <a:t>o </a:t>
            </a:r>
            <a:r>
              <a:rPr sz="1700" spc="-2" dirty="0">
                <a:latin typeface="Times New Roman"/>
                <a:cs typeface="Times New Roman"/>
              </a:rPr>
              <a:t>the s</a:t>
            </a:r>
            <a:r>
              <a:rPr sz="1700" spc="-5" dirty="0">
                <a:latin typeface="Times New Roman"/>
                <a:cs typeface="Times New Roman"/>
              </a:rPr>
              <a:t>e</a:t>
            </a:r>
            <a:r>
              <a:rPr sz="1700" spc="-2" dirty="0">
                <a:latin typeface="Times New Roman"/>
                <a:cs typeface="Times New Roman"/>
              </a:rPr>
              <a:t>t, the line</a:t>
            </a:r>
            <a:r>
              <a:rPr sz="1700" spc="2" dirty="0">
                <a:latin typeface="Times New Roman"/>
                <a:cs typeface="Times New Roman"/>
              </a:rPr>
              <a:t> </a:t>
            </a:r>
            <a:r>
              <a:rPr sz="1700" spc="-2" dirty="0">
                <a:latin typeface="Times New Roman"/>
                <a:cs typeface="Times New Roman"/>
              </a:rPr>
              <a:t>whos</a:t>
            </a:r>
            <a:r>
              <a:rPr sz="1700" dirty="0">
                <a:latin typeface="Times New Roman"/>
                <a:cs typeface="Times New Roman"/>
              </a:rPr>
              <a:t>e</a:t>
            </a:r>
            <a:r>
              <a:rPr sz="1700" spc="-5" dirty="0">
                <a:latin typeface="Times New Roman"/>
                <a:cs typeface="Times New Roman"/>
              </a:rPr>
              <a:t> </a:t>
            </a:r>
            <a:r>
              <a:rPr sz="1700" spc="-2" dirty="0">
                <a:latin typeface="Times New Roman"/>
                <a:cs typeface="Times New Roman"/>
              </a:rPr>
              <a:t>US</a:t>
            </a:r>
            <a:r>
              <a:rPr sz="1700" dirty="0">
                <a:latin typeface="Times New Roman"/>
                <a:cs typeface="Times New Roman"/>
              </a:rPr>
              <a:t>E </a:t>
            </a:r>
            <a:r>
              <a:rPr sz="1700" spc="-2" dirty="0">
                <a:latin typeface="Times New Roman"/>
                <a:cs typeface="Times New Roman"/>
              </a:rPr>
              <a:t>bit</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0 </a:t>
            </a:r>
            <a:r>
              <a:rPr sz="1700" spc="-2" dirty="0">
                <a:latin typeface="Times New Roman"/>
                <a:cs typeface="Times New Roman"/>
              </a:rPr>
              <a:t>i</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used.</a:t>
            </a:r>
          </a:p>
          <a:p>
            <a:pPr marL="6109" marR="2443" algn="just">
              <a:spcBef>
                <a:spcPts val="404"/>
              </a:spcBef>
            </a:pPr>
            <a:r>
              <a:rPr sz="1700" spc="-5" dirty="0">
                <a:latin typeface="Times New Roman"/>
                <a:cs typeface="Times New Roman"/>
              </a:rPr>
              <a:t>B</a:t>
            </a:r>
            <a:r>
              <a:rPr sz="1700" spc="-7" dirty="0">
                <a:latin typeface="Times New Roman"/>
                <a:cs typeface="Times New Roman"/>
              </a:rPr>
              <a:t>eca</a:t>
            </a:r>
            <a:r>
              <a:rPr sz="1700" dirty="0">
                <a:latin typeface="Times New Roman"/>
                <a:cs typeface="Times New Roman"/>
              </a:rPr>
              <a:t>use </a:t>
            </a:r>
            <a:r>
              <a:rPr sz="1700" spc="-72" dirty="0">
                <a:latin typeface="Times New Roman"/>
                <a:cs typeface="Times New Roman"/>
              </a:rPr>
              <a:t> </a:t>
            </a:r>
            <a:r>
              <a:rPr sz="1700" spc="2" dirty="0">
                <a:latin typeface="Times New Roman"/>
                <a:cs typeface="Times New Roman"/>
              </a:rPr>
              <a:t>w</a:t>
            </a:r>
            <a:r>
              <a:rPr sz="1700" spc="-5" dirty="0">
                <a:latin typeface="Times New Roman"/>
                <a:cs typeface="Times New Roman"/>
              </a:rPr>
              <a:t>e</a:t>
            </a:r>
            <a:r>
              <a:rPr sz="1700" dirty="0">
                <a:latin typeface="Times New Roman"/>
                <a:cs typeface="Times New Roman"/>
              </a:rPr>
              <a:t> </a:t>
            </a:r>
            <a:r>
              <a:rPr sz="1700" spc="-72"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70" dirty="0">
                <a:latin typeface="Times New Roman"/>
                <a:cs typeface="Times New Roman"/>
              </a:rPr>
              <a:t> </a:t>
            </a:r>
            <a:r>
              <a:rPr sz="1700" spc="-7" dirty="0">
                <a:latin typeface="Times New Roman"/>
                <a:cs typeface="Times New Roman"/>
              </a:rPr>
              <a:t>a</a:t>
            </a:r>
            <a:r>
              <a:rPr sz="1700" spc="-2" dirty="0">
                <a:latin typeface="Times New Roman"/>
                <a:cs typeface="Times New Roman"/>
              </a:rPr>
              <a:t>ssu</a:t>
            </a:r>
            <a:r>
              <a:rPr sz="1700" dirty="0">
                <a:latin typeface="Times New Roman"/>
                <a:cs typeface="Times New Roman"/>
              </a:rPr>
              <a:t>m</a:t>
            </a:r>
            <a:r>
              <a:rPr sz="1700" spc="-5" dirty="0">
                <a:latin typeface="Times New Roman"/>
                <a:cs typeface="Times New Roman"/>
              </a:rPr>
              <a:t>ing</a:t>
            </a:r>
            <a:r>
              <a:rPr sz="1700" dirty="0">
                <a:latin typeface="Times New Roman"/>
                <a:cs typeface="Times New Roman"/>
              </a:rPr>
              <a:t> </a:t>
            </a:r>
            <a:r>
              <a:rPr sz="1700" spc="-70"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72" dirty="0">
                <a:latin typeface="Times New Roman"/>
                <a:cs typeface="Times New Roman"/>
              </a:rPr>
              <a:t> </a:t>
            </a:r>
            <a:r>
              <a:rPr sz="1700" spc="-5" dirty="0">
                <a:latin typeface="Times New Roman"/>
                <a:cs typeface="Times New Roman"/>
              </a:rPr>
              <a:t>more</a:t>
            </a:r>
            <a:r>
              <a:rPr sz="1700" spc="7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ce</a:t>
            </a:r>
            <a:r>
              <a:rPr sz="1700" spc="-2" dirty="0">
                <a:latin typeface="Times New Roman"/>
                <a:cs typeface="Times New Roman"/>
              </a:rPr>
              <a:t>ntl</a:t>
            </a:r>
            <a:r>
              <a:rPr sz="1700" dirty="0">
                <a:latin typeface="Times New Roman"/>
                <a:cs typeface="Times New Roman"/>
              </a:rPr>
              <a:t>y </a:t>
            </a:r>
            <a:r>
              <a:rPr sz="1700" spc="-72"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 </a:t>
            </a:r>
            <a:r>
              <a:rPr sz="1700" spc="-72"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72" dirty="0">
                <a:latin typeface="Times New Roman"/>
                <a:cs typeface="Times New Roman"/>
              </a:rPr>
              <a:t> </a:t>
            </a:r>
            <a:r>
              <a:rPr sz="1700" spc="-2" dirty="0">
                <a:latin typeface="Times New Roman"/>
                <a:cs typeface="Times New Roman"/>
              </a:rPr>
              <a:t>loc</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ons </a:t>
            </a:r>
            <a:r>
              <a:rPr sz="1700" spc="-70"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70" dirty="0">
                <a:latin typeface="Times New Roman"/>
                <a:cs typeface="Times New Roman"/>
              </a:rPr>
              <a:t> </a:t>
            </a:r>
            <a:r>
              <a:rPr sz="1700" spc="-5" dirty="0">
                <a:latin typeface="Times New Roman"/>
                <a:cs typeface="Times New Roman"/>
              </a:rPr>
              <a:t>more</a:t>
            </a:r>
            <a:r>
              <a:rPr sz="1700" spc="70" dirty="0">
                <a:latin typeface="Times New Roman"/>
                <a:cs typeface="Times New Roman"/>
              </a:rPr>
              <a:t> </a:t>
            </a:r>
            <a:r>
              <a:rPr sz="1700" spc="-2" dirty="0">
                <a:latin typeface="Times New Roman"/>
                <a:cs typeface="Times New Roman"/>
              </a:rPr>
              <a:t>lik</a:t>
            </a:r>
            <a:r>
              <a:rPr sz="1700" spc="-7" dirty="0">
                <a:latin typeface="Times New Roman"/>
                <a:cs typeface="Times New Roman"/>
              </a:rPr>
              <a:t>e</a:t>
            </a:r>
            <a:r>
              <a:rPr sz="1700" spc="-2" dirty="0">
                <a:latin typeface="Times New Roman"/>
                <a:cs typeface="Times New Roman"/>
              </a:rPr>
              <a:t>ly</a:t>
            </a:r>
            <a:r>
              <a:rPr sz="1700" dirty="0">
                <a:latin typeface="Times New Roman"/>
                <a:cs typeface="Times New Roman"/>
              </a:rPr>
              <a:t> </a:t>
            </a:r>
            <a:r>
              <a:rPr sz="1700" spc="-70"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70" dirty="0">
                <a:latin typeface="Times New Roman"/>
                <a:cs typeface="Times New Roman"/>
              </a:rPr>
              <a:t> </a:t>
            </a:r>
            <a:r>
              <a:rPr sz="1700" spc="-5" dirty="0">
                <a:latin typeface="Times New Roman"/>
                <a:cs typeface="Times New Roman"/>
              </a:rPr>
              <a:t>be</a:t>
            </a:r>
            <a:r>
              <a:rPr sz="1700" spc="-2" dirty="0">
                <a:latin typeface="Times New Roman"/>
                <a:cs typeface="Times New Roman"/>
              </a:rPr>
              <a:t> r</a:t>
            </a:r>
            <a:r>
              <a:rPr sz="1700" spc="-10" dirty="0">
                <a:latin typeface="Times New Roman"/>
                <a:cs typeface="Times New Roman"/>
              </a:rPr>
              <a:t>e</a:t>
            </a:r>
            <a:r>
              <a:rPr sz="1700" spc="-2" dirty="0">
                <a:latin typeface="Times New Roman"/>
                <a:cs typeface="Times New Roman"/>
              </a:rPr>
              <a:t>fer</a:t>
            </a:r>
            <a:r>
              <a:rPr sz="1700" spc="-10" dirty="0">
                <a:latin typeface="Times New Roman"/>
                <a:cs typeface="Times New Roman"/>
              </a:rPr>
              <a:t>e</a:t>
            </a:r>
            <a:r>
              <a:rPr sz="1700" spc="-5" dirty="0">
                <a:latin typeface="Times New Roman"/>
                <a:cs typeface="Times New Roman"/>
              </a:rPr>
              <a:t>n</a:t>
            </a:r>
            <a:r>
              <a:rPr sz="1700" spc="-2" dirty="0">
                <a:latin typeface="Times New Roman"/>
                <a:cs typeface="Times New Roman"/>
              </a:rPr>
              <a:t>c</a:t>
            </a:r>
            <a:r>
              <a:rPr sz="1700" spc="-7" dirty="0">
                <a:latin typeface="Times New Roman"/>
                <a:cs typeface="Times New Roman"/>
              </a:rPr>
              <a:t>e</a:t>
            </a:r>
            <a:r>
              <a:rPr sz="1700" dirty="0">
                <a:latin typeface="Times New Roman"/>
                <a:cs typeface="Times New Roman"/>
              </a:rPr>
              <a:t>d,</a:t>
            </a:r>
            <a:r>
              <a:rPr sz="1700" spc="10" dirty="0">
                <a:latin typeface="Times New Roman"/>
                <a:cs typeface="Times New Roman"/>
              </a:rPr>
              <a:t> </a:t>
            </a:r>
            <a:r>
              <a:rPr sz="1700" dirty="0">
                <a:latin typeface="Times New Roman"/>
                <a:cs typeface="Times New Roman"/>
              </a:rPr>
              <a:t>LRU</a:t>
            </a:r>
            <a:r>
              <a:rPr sz="1700" spc="10" dirty="0">
                <a:latin typeface="Times New Roman"/>
                <a:cs typeface="Times New Roman"/>
              </a:rPr>
              <a:t> </a:t>
            </a:r>
            <a:r>
              <a:rPr sz="1700" spc="-7" dirty="0">
                <a:latin typeface="Times New Roman"/>
                <a:cs typeface="Times New Roman"/>
              </a:rPr>
              <a:t>shou</a:t>
            </a:r>
            <a:r>
              <a:rPr sz="1700" spc="-2" dirty="0">
                <a:latin typeface="Times New Roman"/>
                <a:cs typeface="Times New Roman"/>
              </a:rPr>
              <a:t>l</a:t>
            </a:r>
            <a:r>
              <a:rPr sz="1700" dirty="0">
                <a:latin typeface="Times New Roman"/>
                <a:cs typeface="Times New Roman"/>
              </a:rPr>
              <a:t>d</a:t>
            </a:r>
            <a:r>
              <a:rPr sz="1700" spc="10" dirty="0">
                <a:latin typeface="Times New Roman"/>
                <a:cs typeface="Times New Roman"/>
              </a:rPr>
              <a:t> </a:t>
            </a:r>
            <a:r>
              <a:rPr sz="1700" spc="-5" dirty="0">
                <a:latin typeface="Times New Roman"/>
                <a:cs typeface="Times New Roman"/>
              </a:rPr>
              <a:t>give</a:t>
            </a:r>
            <a:r>
              <a:rPr sz="1700" spc="10"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5" dirty="0">
                <a:latin typeface="Times New Roman"/>
                <a:cs typeface="Times New Roman"/>
              </a:rPr>
              <a:t>bes</a:t>
            </a:r>
            <a:r>
              <a:rPr sz="1700" spc="-2" dirty="0">
                <a:latin typeface="Times New Roman"/>
                <a:cs typeface="Times New Roman"/>
              </a:rPr>
              <a:t>t</a:t>
            </a:r>
            <a:r>
              <a:rPr sz="1700" spc="12" dirty="0">
                <a:latin typeface="Times New Roman"/>
                <a:cs typeface="Times New Roman"/>
              </a:rPr>
              <a:t> </a:t>
            </a:r>
            <a:r>
              <a:rPr sz="1700" spc="-2" dirty="0">
                <a:latin typeface="Times New Roman"/>
                <a:cs typeface="Times New Roman"/>
              </a:rPr>
              <a:t>hit</a:t>
            </a:r>
            <a:r>
              <a:rPr sz="1700" spc="12" dirty="0">
                <a:latin typeface="Times New Roman"/>
                <a:cs typeface="Times New Roman"/>
              </a:rPr>
              <a:t> </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a:t>
            </a:r>
            <a:r>
              <a:rPr sz="1700" spc="10" dirty="0">
                <a:latin typeface="Times New Roman"/>
                <a:cs typeface="Times New Roman"/>
              </a:rPr>
              <a:t> </a:t>
            </a:r>
            <a:r>
              <a:rPr sz="1700" spc="-12" dirty="0">
                <a:latin typeface="Times New Roman"/>
                <a:cs typeface="Times New Roman"/>
              </a:rPr>
              <a:t>L</a:t>
            </a:r>
            <a:r>
              <a:rPr sz="1700" spc="-5" dirty="0">
                <a:latin typeface="Times New Roman"/>
                <a:cs typeface="Times New Roman"/>
              </a:rPr>
              <a:t>R</a:t>
            </a:r>
            <a:r>
              <a:rPr sz="1700" dirty="0">
                <a:latin typeface="Times New Roman"/>
                <a:cs typeface="Times New Roman"/>
              </a:rPr>
              <a:t>U</a:t>
            </a:r>
            <a:r>
              <a:rPr sz="1700" spc="10"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spc="1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latively</a:t>
            </a:r>
            <a:r>
              <a:rPr sz="1700" spc="10" dirty="0">
                <a:latin typeface="Times New Roman"/>
                <a:cs typeface="Times New Roman"/>
              </a:rPr>
              <a:t> </a:t>
            </a:r>
            <a:r>
              <a:rPr sz="1700" spc="-7" dirty="0">
                <a:latin typeface="Times New Roman"/>
                <a:cs typeface="Times New Roman"/>
              </a:rPr>
              <a:t>ea</a:t>
            </a:r>
            <a:r>
              <a:rPr sz="1700" spc="-2" dirty="0">
                <a:latin typeface="Times New Roman"/>
                <a:cs typeface="Times New Roman"/>
              </a:rPr>
              <a:t>s</a:t>
            </a:r>
            <a:r>
              <a:rPr sz="1700" dirty="0">
                <a:latin typeface="Times New Roman"/>
                <a:cs typeface="Times New Roman"/>
              </a:rPr>
              <a:t>y</a:t>
            </a:r>
            <a:r>
              <a:rPr sz="1700" spc="10"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5" dirty="0">
                <a:latin typeface="Times New Roman"/>
                <a:cs typeface="Times New Roman"/>
              </a:rPr>
              <a:t>implem</a:t>
            </a:r>
            <a:r>
              <a:rPr sz="1700" spc="-7" dirty="0">
                <a:latin typeface="Times New Roman"/>
                <a:cs typeface="Times New Roman"/>
              </a:rPr>
              <a:t>e</a:t>
            </a:r>
            <a:r>
              <a:rPr sz="1700" spc="-2" dirty="0">
                <a:latin typeface="Times New Roman"/>
                <a:cs typeface="Times New Roman"/>
              </a:rPr>
              <a:t>nt</a:t>
            </a:r>
            <a:r>
              <a:rPr sz="1700" spc="12" dirty="0">
                <a:latin typeface="Times New Roman"/>
                <a:cs typeface="Times New Roman"/>
              </a:rPr>
              <a:t> </a:t>
            </a:r>
            <a:r>
              <a:rPr sz="1700" dirty="0">
                <a:latin typeface="Times New Roman"/>
                <a:cs typeface="Times New Roman"/>
              </a:rPr>
              <a:t>for</a:t>
            </a:r>
            <a:r>
              <a:rPr sz="1700" spc="7" dirty="0">
                <a:latin typeface="Times New Roman"/>
                <a:cs typeface="Times New Roman"/>
              </a:rPr>
              <a:t> </a:t>
            </a:r>
            <a:r>
              <a:rPr sz="1700" spc="-5" dirty="0">
                <a:latin typeface="Times New Roman"/>
                <a:cs typeface="Times New Roman"/>
              </a:rPr>
              <a:t>a</a:t>
            </a:r>
            <a:r>
              <a:rPr sz="1700" spc="-2" dirty="0">
                <a:latin typeface="Times New Roman"/>
                <a:cs typeface="Times New Roman"/>
              </a:rPr>
              <a:t> fully</a:t>
            </a:r>
            <a:r>
              <a:rPr sz="1700" spc="51" dirty="0">
                <a:latin typeface="Times New Roman"/>
                <a:cs typeface="Times New Roman"/>
              </a:rPr>
              <a:t> </a:t>
            </a:r>
            <a:r>
              <a:rPr sz="1700" spc="-5" dirty="0">
                <a:latin typeface="Times New Roman"/>
                <a:cs typeface="Times New Roman"/>
              </a:rPr>
              <a:t>associa</a:t>
            </a:r>
            <a:r>
              <a:rPr sz="1700" spc="-2" dirty="0">
                <a:latin typeface="Times New Roman"/>
                <a:cs typeface="Times New Roman"/>
              </a:rPr>
              <a:t>tive</a:t>
            </a:r>
            <a:r>
              <a:rPr sz="1700" spc="48"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r>
              <a:rPr sz="1700" spc="55" dirty="0">
                <a:latin typeface="Times New Roman"/>
                <a:cs typeface="Times New Roman"/>
              </a:rPr>
              <a:t> </a:t>
            </a:r>
            <a:r>
              <a:rPr sz="1700" spc="-5" dirty="0">
                <a:latin typeface="Times New Roman"/>
                <a:cs typeface="Times New Roman"/>
              </a:rPr>
              <a:t>The</a:t>
            </a:r>
            <a:r>
              <a:rPr sz="1700" spc="48"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5" dirty="0">
                <a:latin typeface="Times New Roman"/>
                <a:cs typeface="Times New Roman"/>
              </a:rPr>
              <a:t>e</a:t>
            </a:r>
            <a:r>
              <a:rPr sz="1700" spc="48" dirty="0">
                <a:latin typeface="Times New Roman"/>
                <a:cs typeface="Times New Roman"/>
              </a:rPr>
              <a:t> </a:t>
            </a:r>
            <a:r>
              <a:rPr sz="1700" spc="-5" dirty="0">
                <a:latin typeface="Times New Roman"/>
                <a:cs typeface="Times New Roman"/>
              </a:rPr>
              <a:t>me</a:t>
            </a:r>
            <a:r>
              <a:rPr sz="1700" spc="-10" dirty="0">
                <a:latin typeface="Times New Roman"/>
                <a:cs typeface="Times New Roman"/>
              </a:rPr>
              <a:t>c</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nism</a:t>
            </a:r>
            <a:r>
              <a:rPr sz="1700" spc="53" dirty="0">
                <a:latin typeface="Times New Roman"/>
                <a:cs typeface="Times New Roman"/>
              </a:rPr>
              <a:t> </a:t>
            </a:r>
            <a:r>
              <a:rPr sz="1700" spc="-5" dirty="0">
                <a:latin typeface="Times New Roman"/>
                <a:cs typeface="Times New Roman"/>
              </a:rPr>
              <a:t>maintains</a:t>
            </a:r>
            <a:r>
              <a:rPr sz="1700" spc="51" dirty="0">
                <a:latin typeface="Times New Roman"/>
                <a:cs typeface="Times New Roman"/>
              </a:rPr>
              <a:t> </a:t>
            </a:r>
            <a:r>
              <a:rPr sz="1700" spc="-5" dirty="0">
                <a:latin typeface="Times New Roman"/>
                <a:cs typeface="Times New Roman"/>
              </a:rPr>
              <a:t>a</a:t>
            </a:r>
            <a:r>
              <a:rPr sz="1700" spc="48" dirty="0">
                <a:latin typeface="Times New Roman"/>
                <a:cs typeface="Times New Roman"/>
              </a:rPr>
              <a:t> </a:t>
            </a:r>
            <a:r>
              <a:rPr sz="1700" spc="-2" dirty="0">
                <a:latin typeface="Times New Roman"/>
                <a:cs typeface="Times New Roman"/>
              </a:rPr>
              <a:t>se</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te</a:t>
            </a:r>
            <a:r>
              <a:rPr sz="1700" spc="48" dirty="0">
                <a:latin typeface="Times New Roman"/>
                <a:cs typeface="Times New Roman"/>
              </a:rPr>
              <a:t> </a:t>
            </a:r>
            <a:r>
              <a:rPr sz="1700" spc="-2" dirty="0">
                <a:latin typeface="Times New Roman"/>
                <a:cs typeface="Times New Roman"/>
              </a:rPr>
              <a:t>li</a:t>
            </a:r>
            <a:r>
              <a:rPr sz="1700" spc="-5" dirty="0">
                <a:latin typeface="Times New Roman"/>
                <a:cs typeface="Times New Roman"/>
              </a:rPr>
              <a:t>s</a:t>
            </a:r>
            <a:r>
              <a:rPr sz="1700" spc="-2" dirty="0">
                <a:latin typeface="Times New Roman"/>
                <a:cs typeface="Times New Roman"/>
              </a:rPr>
              <a:t>t</a:t>
            </a:r>
            <a:r>
              <a:rPr sz="1700" spc="53" dirty="0">
                <a:latin typeface="Times New Roman"/>
                <a:cs typeface="Times New Roman"/>
              </a:rPr>
              <a:t> </a:t>
            </a:r>
            <a:r>
              <a:rPr sz="1700" dirty="0">
                <a:latin typeface="Times New Roman"/>
                <a:cs typeface="Times New Roman"/>
              </a:rPr>
              <a:t>of</a:t>
            </a:r>
            <a:r>
              <a:rPr sz="1700" spc="60" dirty="0">
                <a:latin typeface="Times New Roman"/>
                <a:cs typeface="Times New Roman"/>
              </a:rPr>
              <a:t> </a:t>
            </a:r>
            <a:r>
              <a:rPr sz="1700" spc="-5" dirty="0">
                <a:latin typeface="Times New Roman"/>
                <a:cs typeface="Times New Roman"/>
              </a:rPr>
              <a:t>index</a:t>
            </a:r>
            <a:r>
              <a:rPr sz="1700" spc="-10" dirty="0">
                <a:latin typeface="Times New Roman"/>
                <a:cs typeface="Times New Roman"/>
              </a:rPr>
              <a:t>e</a:t>
            </a:r>
            <a:r>
              <a:rPr sz="1700" dirty="0">
                <a:latin typeface="Times New Roman"/>
                <a:cs typeface="Times New Roman"/>
              </a:rPr>
              <a:t>s</a:t>
            </a:r>
            <a:r>
              <a:rPr sz="1700" spc="51" dirty="0">
                <a:latin typeface="Times New Roman"/>
                <a:cs typeface="Times New Roman"/>
              </a:rPr>
              <a:t> </a:t>
            </a:r>
            <a:r>
              <a:rPr sz="1700" spc="-2" dirty="0">
                <a:latin typeface="Times New Roman"/>
                <a:cs typeface="Times New Roman"/>
              </a:rPr>
              <a:t>to</a:t>
            </a:r>
            <a:r>
              <a:rPr sz="1700" spc="51" dirty="0">
                <a:latin typeface="Times New Roman"/>
                <a:cs typeface="Times New Roman"/>
              </a:rPr>
              <a:t> </a:t>
            </a:r>
            <a:r>
              <a:rPr sz="1700" spc="-7" dirty="0">
                <a:latin typeface="Times New Roman"/>
                <a:cs typeface="Times New Roman"/>
              </a:rPr>
              <a:t>a</a:t>
            </a:r>
            <a:r>
              <a:rPr sz="1700" spc="-2" dirty="0">
                <a:latin typeface="Times New Roman"/>
                <a:cs typeface="Times New Roman"/>
              </a:rPr>
              <a:t>ll</a:t>
            </a:r>
            <a:r>
              <a:rPr sz="1700" spc="46" dirty="0">
                <a:latin typeface="Times New Roman"/>
                <a:cs typeface="Times New Roman"/>
              </a:rPr>
              <a:t> </a:t>
            </a:r>
            <a:r>
              <a:rPr sz="1700" spc="-2" dirty="0">
                <a:latin typeface="Times New Roman"/>
                <a:cs typeface="Times New Roman"/>
              </a:rPr>
              <a:t>the lin</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in </a:t>
            </a:r>
            <a:r>
              <a:rPr sz="1700" dirty="0">
                <a:latin typeface="Times New Roman"/>
                <a:cs typeface="Times New Roman"/>
              </a:rPr>
              <a:t>t</a:t>
            </a:r>
            <a:r>
              <a:rPr sz="1700" spc="-5" dirty="0">
                <a:latin typeface="Times New Roman"/>
                <a:cs typeface="Times New Roman"/>
              </a:rPr>
              <a:t>he</a:t>
            </a:r>
            <a:r>
              <a:rPr sz="1700" spc="-2" dirty="0">
                <a:latin typeface="Times New Roman"/>
                <a:cs typeface="Times New Roman"/>
              </a:rPr>
              <a:t> c</a:t>
            </a:r>
            <a:r>
              <a:rPr sz="1700" spc="-7" dirty="0">
                <a:latin typeface="Times New Roman"/>
                <a:cs typeface="Times New Roman"/>
              </a:rPr>
              <a:t>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 </a:t>
            </a: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a:t>
            </a:r>
            <a:r>
              <a:rPr sz="1700" spc="5" dirty="0">
                <a:latin typeface="Times New Roman"/>
                <a:cs typeface="Times New Roman"/>
              </a:rPr>
              <a:t> </a:t>
            </a:r>
            <a:r>
              <a:rPr sz="1700" spc="-5" dirty="0">
                <a:latin typeface="Times New Roman"/>
                <a:cs typeface="Times New Roman"/>
              </a:rPr>
              <a:t>a</a:t>
            </a:r>
            <a:r>
              <a:rPr sz="1700" spc="-2" dirty="0">
                <a:latin typeface="Times New Roman"/>
                <a:cs typeface="Times New Roman"/>
              </a:rPr>
              <a:t> line is </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f</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n</a:t>
            </a:r>
            <a:r>
              <a:rPr sz="1700" spc="-7" dirty="0">
                <a:latin typeface="Times New Roman"/>
                <a:cs typeface="Times New Roman"/>
              </a:rPr>
              <a:t>ce</a:t>
            </a:r>
            <a:r>
              <a:rPr sz="1700" dirty="0">
                <a:latin typeface="Times New Roman"/>
                <a:cs typeface="Times New Roman"/>
              </a:rPr>
              <a:t>d, </a:t>
            </a:r>
            <a:r>
              <a:rPr sz="1700" spc="-2" dirty="0">
                <a:latin typeface="Times New Roman"/>
                <a:cs typeface="Times New Roman"/>
              </a:rPr>
              <a:t>it</a:t>
            </a:r>
            <a:r>
              <a:rPr sz="1700" dirty="0">
                <a:latin typeface="Times New Roman"/>
                <a:cs typeface="Times New Roman"/>
              </a:rPr>
              <a:t> </a:t>
            </a:r>
            <a:r>
              <a:rPr sz="1700" spc="-5" dirty="0">
                <a:latin typeface="Times New Roman"/>
                <a:cs typeface="Times New Roman"/>
              </a:rPr>
              <a:t>m</a:t>
            </a:r>
            <a:r>
              <a:rPr sz="1700" dirty="0">
                <a:latin typeface="Times New Roman"/>
                <a:cs typeface="Times New Roman"/>
              </a:rPr>
              <a:t>o</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to </a:t>
            </a:r>
            <a:r>
              <a:rPr sz="1700" dirty="0">
                <a:latin typeface="Times New Roman"/>
                <a:cs typeface="Times New Roman"/>
              </a:rPr>
              <a:t>t</a:t>
            </a:r>
            <a:r>
              <a:rPr sz="1700" spc="-5" dirty="0">
                <a:latin typeface="Times New Roman"/>
                <a:cs typeface="Times New Roman"/>
              </a:rPr>
              <a:t>he</a:t>
            </a:r>
            <a:r>
              <a:rPr sz="1700" spc="2" dirty="0">
                <a:latin typeface="Times New Roman"/>
                <a:cs typeface="Times New Roman"/>
              </a:rPr>
              <a:t> </a:t>
            </a:r>
            <a:r>
              <a:rPr sz="1700" dirty="0">
                <a:latin typeface="Times New Roman"/>
                <a:cs typeface="Times New Roman"/>
              </a:rPr>
              <a:t>f</a:t>
            </a:r>
            <a:r>
              <a:rPr sz="1700" spc="-5" dirty="0">
                <a:latin typeface="Times New Roman"/>
                <a:cs typeface="Times New Roman"/>
              </a:rPr>
              <a:t>ront</a:t>
            </a:r>
            <a:r>
              <a:rPr sz="1700" dirty="0">
                <a:latin typeface="Times New Roman"/>
                <a:cs typeface="Times New Roman"/>
              </a:rPr>
              <a:t> of</a:t>
            </a:r>
            <a:r>
              <a:rPr sz="1700" spc="2" dirty="0">
                <a:latin typeface="Times New Roman"/>
                <a:cs typeface="Times New Roman"/>
              </a:rPr>
              <a:t> </a:t>
            </a:r>
            <a:r>
              <a:rPr sz="1700" spc="-2" dirty="0">
                <a:latin typeface="Times New Roman"/>
                <a:cs typeface="Times New Roman"/>
              </a:rPr>
              <a:t>the lis</a:t>
            </a:r>
            <a:r>
              <a:rPr sz="1700" dirty="0">
                <a:latin typeface="Times New Roman"/>
                <a:cs typeface="Times New Roman"/>
              </a:rPr>
              <a:t>t. </a:t>
            </a:r>
            <a:r>
              <a:rPr sz="1700" spc="-5" dirty="0">
                <a:latin typeface="Times New Roman"/>
                <a:cs typeface="Times New Roman"/>
              </a:rPr>
              <a:t>F</a:t>
            </a:r>
            <a:r>
              <a:rPr sz="1700" dirty="0">
                <a:latin typeface="Times New Roman"/>
                <a:cs typeface="Times New Roman"/>
              </a:rPr>
              <a:t>or</a:t>
            </a:r>
            <a:r>
              <a:rPr sz="1700" spc="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p</a:t>
            </a:r>
            <a:r>
              <a:rPr sz="1700" dirty="0">
                <a:latin typeface="Times New Roman"/>
                <a:cs typeface="Times New Roman"/>
              </a:rPr>
              <a:t>l</a:t>
            </a:r>
            <a:r>
              <a:rPr sz="1700" spc="-7" dirty="0">
                <a:latin typeface="Times New Roman"/>
                <a:cs typeface="Times New Roman"/>
              </a:rPr>
              <a:t>ace</a:t>
            </a:r>
            <a:r>
              <a:rPr sz="1700" spc="-5" dirty="0">
                <a:latin typeface="Times New Roman"/>
                <a:cs typeface="Times New Roman"/>
              </a:rPr>
              <a:t>ment,</a:t>
            </a:r>
            <a:r>
              <a:rPr lang="en-US" sz="1700" spc="-5" dirty="0">
                <a:latin typeface="Times New Roman"/>
                <a:cs typeface="Times New Roman"/>
              </a:rPr>
              <a:t> </a:t>
            </a:r>
            <a:r>
              <a:rPr lang="en-US" sz="1700" spc="-2" dirty="0">
                <a:latin typeface="Times New Roman"/>
                <a:cs typeface="Times New Roman"/>
              </a:rPr>
              <a:t>the</a:t>
            </a:r>
            <a:r>
              <a:rPr lang="en-US" sz="1700" spc="2" dirty="0">
                <a:latin typeface="Times New Roman"/>
                <a:cs typeface="Times New Roman"/>
              </a:rPr>
              <a:t> </a:t>
            </a:r>
            <a:r>
              <a:rPr lang="en-US" sz="1700" spc="-2" dirty="0">
                <a:latin typeface="Times New Roman"/>
                <a:cs typeface="Times New Roman"/>
              </a:rPr>
              <a:t>line</a:t>
            </a:r>
            <a:r>
              <a:rPr lang="en-US" sz="1700" spc="2"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t</a:t>
            </a:r>
            <a:r>
              <a:rPr lang="en-US" sz="1700" spc="5" dirty="0">
                <a:latin typeface="Times New Roman"/>
                <a:cs typeface="Times New Roman"/>
              </a:rPr>
              <a:t> </a:t>
            </a:r>
            <a:r>
              <a:rPr lang="en-US" sz="1700" spc="-2" dirty="0">
                <a:latin typeface="Times New Roman"/>
                <a:cs typeface="Times New Roman"/>
              </a:rPr>
              <a:t>the</a:t>
            </a:r>
            <a:r>
              <a:rPr lang="en-US" sz="1700" spc="2" dirty="0">
                <a:latin typeface="Times New Roman"/>
                <a:cs typeface="Times New Roman"/>
              </a:rPr>
              <a:t> </a:t>
            </a:r>
            <a:r>
              <a:rPr lang="en-US" sz="1700" spc="-5" dirty="0">
                <a:latin typeface="Times New Roman"/>
                <a:cs typeface="Times New Roman"/>
              </a:rPr>
              <a:t>b</a:t>
            </a:r>
            <a:r>
              <a:rPr lang="en-US" sz="1700" spc="-7" dirty="0">
                <a:latin typeface="Times New Roman"/>
                <a:cs typeface="Times New Roman"/>
              </a:rPr>
              <a:t>ac</a:t>
            </a:r>
            <a:r>
              <a:rPr lang="en-US" sz="1700" dirty="0">
                <a:latin typeface="Times New Roman"/>
                <a:cs typeface="Times New Roman"/>
              </a:rPr>
              <a:t>k</a:t>
            </a:r>
            <a:r>
              <a:rPr lang="en-US" sz="1700" spc="5" dirty="0">
                <a:latin typeface="Times New Roman"/>
                <a:cs typeface="Times New Roman"/>
              </a:rPr>
              <a:t> </a:t>
            </a:r>
            <a:r>
              <a:rPr lang="en-US" sz="1700" dirty="0">
                <a:latin typeface="Times New Roman"/>
                <a:cs typeface="Times New Roman"/>
              </a:rPr>
              <a:t>of</a:t>
            </a:r>
            <a:r>
              <a:rPr lang="en-US" sz="1700" spc="2" dirty="0">
                <a:latin typeface="Times New Roman"/>
                <a:cs typeface="Times New Roman"/>
              </a:rPr>
              <a:t> </a:t>
            </a:r>
            <a:r>
              <a:rPr lang="en-US" sz="1700" spc="-2" dirty="0">
                <a:latin typeface="Times New Roman"/>
                <a:cs typeface="Times New Roman"/>
              </a:rPr>
              <a:t>the</a:t>
            </a:r>
            <a:r>
              <a:rPr lang="en-US" sz="1700" spc="7" dirty="0">
                <a:latin typeface="Times New Roman"/>
                <a:cs typeface="Times New Roman"/>
              </a:rPr>
              <a:t> </a:t>
            </a:r>
            <a:r>
              <a:rPr lang="en-US" sz="1700" spc="-2" dirty="0">
                <a:latin typeface="Times New Roman"/>
                <a:cs typeface="Times New Roman"/>
              </a:rPr>
              <a:t>li</a:t>
            </a:r>
            <a:r>
              <a:rPr lang="en-US" sz="1700" spc="-5" dirty="0">
                <a:latin typeface="Times New Roman"/>
                <a:cs typeface="Times New Roman"/>
              </a:rPr>
              <a:t>s</a:t>
            </a:r>
            <a:r>
              <a:rPr lang="en-US" sz="1700" spc="-2" dirty="0">
                <a:latin typeface="Times New Roman"/>
                <a:cs typeface="Times New Roman"/>
              </a:rPr>
              <a:t>t</a:t>
            </a:r>
            <a:r>
              <a:rPr lang="en-US" sz="1700" spc="5" dirty="0">
                <a:latin typeface="Times New Roman"/>
                <a:cs typeface="Times New Roman"/>
              </a:rPr>
              <a:t> </a:t>
            </a:r>
            <a:r>
              <a:rPr lang="en-US" sz="1700" spc="-2" dirty="0">
                <a:latin typeface="Times New Roman"/>
                <a:cs typeface="Times New Roman"/>
              </a:rPr>
              <a:t>is</a:t>
            </a:r>
            <a:r>
              <a:rPr lang="en-US" sz="1700" spc="5" dirty="0">
                <a:latin typeface="Times New Roman"/>
                <a:cs typeface="Times New Roman"/>
              </a:rPr>
              <a:t> </a:t>
            </a:r>
            <a:r>
              <a:rPr lang="en-US" sz="1700" dirty="0">
                <a:latin typeface="Times New Roman"/>
                <a:cs typeface="Times New Roman"/>
              </a:rPr>
              <a:t>us</a:t>
            </a:r>
            <a:r>
              <a:rPr lang="en-US" sz="1700" spc="-2" dirty="0">
                <a:latin typeface="Times New Roman"/>
                <a:cs typeface="Times New Roman"/>
              </a:rPr>
              <a:t>e</a:t>
            </a:r>
            <a:r>
              <a:rPr lang="en-US" sz="1700" dirty="0">
                <a:latin typeface="Times New Roman"/>
                <a:cs typeface="Times New Roman"/>
              </a:rPr>
              <a:t>d.</a:t>
            </a:r>
            <a:r>
              <a:rPr lang="en-US" sz="1700" spc="5" dirty="0">
                <a:latin typeface="Times New Roman"/>
                <a:cs typeface="Times New Roman"/>
              </a:rPr>
              <a:t> </a:t>
            </a:r>
            <a:r>
              <a:rPr lang="en-US" sz="1700" spc="-5" dirty="0">
                <a:latin typeface="Times New Roman"/>
                <a:cs typeface="Times New Roman"/>
              </a:rPr>
              <a:t>B</a:t>
            </a:r>
            <a:r>
              <a:rPr lang="en-US" sz="1700" spc="-7" dirty="0">
                <a:latin typeface="Times New Roman"/>
                <a:cs typeface="Times New Roman"/>
              </a:rPr>
              <a:t>eca</a:t>
            </a:r>
            <a:r>
              <a:rPr lang="en-US" sz="1700" dirty="0">
                <a:latin typeface="Times New Roman"/>
                <a:cs typeface="Times New Roman"/>
              </a:rPr>
              <a:t>use</a:t>
            </a:r>
            <a:r>
              <a:rPr lang="en-US" sz="1700" spc="2" dirty="0">
                <a:latin typeface="Times New Roman"/>
                <a:cs typeface="Times New Roman"/>
              </a:rPr>
              <a:t> </a:t>
            </a:r>
            <a:r>
              <a:rPr lang="en-US" sz="1700" dirty="0">
                <a:latin typeface="Times New Roman"/>
                <a:cs typeface="Times New Roman"/>
              </a:rPr>
              <a:t>of</a:t>
            </a:r>
            <a:r>
              <a:rPr lang="en-US" sz="1700" spc="2" dirty="0">
                <a:latin typeface="Times New Roman"/>
                <a:cs typeface="Times New Roman"/>
              </a:rPr>
              <a:t> </a:t>
            </a:r>
            <a:r>
              <a:rPr lang="en-US" sz="1700" spc="-2" dirty="0">
                <a:latin typeface="Times New Roman"/>
                <a:cs typeface="Times New Roman"/>
              </a:rPr>
              <a:t>it</a:t>
            </a:r>
            <a:r>
              <a:rPr lang="en-US" sz="1700" dirty="0">
                <a:latin typeface="Times New Roman"/>
                <a:cs typeface="Times New Roman"/>
              </a:rPr>
              <a:t>s</a:t>
            </a:r>
            <a:r>
              <a:rPr lang="en-US" sz="1700" spc="5" dirty="0">
                <a:latin typeface="Times New Roman"/>
                <a:cs typeface="Times New Roman"/>
              </a:rPr>
              <a:t> </a:t>
            </a:r>
            <a:r>
              <a:rPr lang="en-US" sz="1700" spc="-5" dirty="0">
                <a:latin typeface="Times New Roman"/>
                <a:cs typeface="Times New Roman"/>
              </a:rPr>
              <a:t>si</a:t>
            </a:r>
            <a:r>
              <a:rPr lang="en-US" sz="1700" spc="-2" dirty="0">
                <a:latin typeface="Times New Roman"/>
                <a:cs typeface="Times New Roman"/>
              </a:rPr>
              <a:t>mpli</a:t>
            </a:r>
            <a:r>
              <a:rPr lang="en-US" sz="1700" spc="-7" dirty="0">
                <a:latin typeface="Times New Roman"/>
                <a:cs typeface="Times New Roman"/>
              </a:rPr>
              <a:t>c</a:t>
            </a:r>
            <a:r>
              <a:rPr lang="en-US" sz="1700" spc="-2" dirty="0">
                <a:latin typeface="Times New Roman"/>
                <a:cs typeface="Times New Roman"/>
              </a:rPr>
              <a:t>it</a:t>
            </a:r>
            <a:r>
              <a:rPr lang="en-US" sz="1700" dirty="0">
                <a:latin typeface="Times New Roman"/>
                <a:cs typeface="Times New Roman"/>
              </a:rPr>
              <a:t>y</a:t>
            </a:r>
            <a:r>
              <a:rPr lang="en-US" sz="1700" spc="5" dirty="0">
                <a:latin typeface="Times New Roman"/>
                <a:cs typeface="Times New Roman"/>
              </a:rPr>
              <a:t> </a:t>
            </a:r>
            <a:r>
              <a:rPr lang="en-US" sz="1700" dirty="0">
                <a:latin typeface="Times New Roman"/>
                <a:cs typeface="Times New Roman"/>
              </a:rPr>
              <a:t>of</a:t>
            </a:r>
            <a:r>
              <a:rPr lang="en-US" sz="1700" spc="2" dirty="0">
                <a:latin typeface="Times New Roman"/>
                <a:cs typeface="Times New Roman"/>
              </a:rPr>
              <a:t> </a:t>
            </a:r>
            <a:r>
              <a:rPr lang="en-US" sz="1700" spc="-7" dirty="0">
                <a:latin typeface="Times New Roman"/>
                <a:cs typeface="Times New Roman"/>
              </a:rPr>
              <a:t>i</a:t>
            </a:r>
            <a:r>
              <a:rPr lang="en-US" sz="1700" spc="-5" dirty="0">
                <a:latin typeface="Times New Roman"/>
                <a:cs typeface="Times New Roman"/>
              </a:rPr>
              <a:t>mpl</a:t>
            </a:r>
            <a:r>
              <a:rPr lang="en-US" sz="1700" spc="-7" dirty="0">
                <a:latin typeface="Times New Roman"/>
                <a:cs typeface="Times New Roman"/>
              </a:rPr>
              <a:t>e</a:t>
            </a:r>
            <a:r>
              <a:rPr lang="en-US" sz="1700" spc="-5" dirty="0">
                <a:latin typeface="Times New Roman"/>
                <a:cs typeface="Times New Roman"/>
              </a:rPr>
              <a:t>ment</a:t>
            </a:r>
            <a:r>
              <a:rPr lang="en-US" sz="1700" spc="-7"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a:t>
            </a:r>
            <a:r>
              <a:rPr lang="en-US" sz="1700" spc="5" dirty="0">
                <a:latin typeface="Times New Roman"/>
                <a:cs typeface="Times New Roman"/>
              </a:rPr>
              <a:t> </a:t>
            </a:r>
            <a:r>
              <a:rPr lang="en-US" sz="1700" dirty="0">
                <a:latin typeface="Times New Roman"/>
                <a:cs typeface="Times New Roman"/>
              </a:rPr>
              <a:t>LRU</a:t>
            </a:r>
            <a:r>
              <a:rPr lang="en-US" sz="1700" spc="5" dirty="0">
                <a:latin typeface="Times New Roman"/>
                <a:cs typeface="Times New Roman"/>
              </a:rPr>
              <a:t> </a:t>
            </a:r>
            <a:r>
              <a:rPr lang="en-US" sz="1700" spc="-2" dirty="0">
                <a:latin typeface="Times New Roman"/>
                <a:cs typeface="Times New Roman"/>
              </a:rPr>
              <a:t>is</a:t>
            </a:r>
            <a:r>
              <a:rPr lang="en-US" sz="1700" spc="5" dirty="0">
                <a:latin typeface="Times New Roman"/>
                <a:cs typeface="Times New Roman"/>
              </a:rPr>
              <a:t> </a:t>
            </a:r>
            <a:r>
              <a:rPr lang="en-US" sz="1700" spc="-2" dirty="0">
                <a:latin typeface="Times New Roman"/>
                <a:cs typeface="Times New Roman"/>
              </a:rPr>
              <a:t>the </a:t>
            </a:r>
            <a:r>
              <a:rPr lang="en-US" sz="1700" spc="-5" dirty="0">
                <a:latin typeface="Times New Roman"/>
                <a:cs typeface="Times New Roman"/>
              </a:rPr>
              <a:t>most</a:t>
            </a:r>
            <a:r>
              <a:rPr lang="en-US" sz="1700" dirty="0">
                <a:latin typeface="Times New Roman"/>
                <a:cs typeface="Times New Roman"/>
              </a:rPr>
              <a:t> </a:t>
            </a:r>
            <a:r>
              <a:rPr lang="en-US" sz="1700" spc="-5" dirty="0">
                <a:latin typeface="Times New Roman"/>
                <a:cs typeface="Times New Roman"/>
              </a:rPr>
              <a:t>popular </a:t>
            </a:r>
            <a:r>
              <a:rPr lang="en-US" sz="1700" spc="-2" dirty="0">
                <a:latin typeface="Times New Roman"/>
                <a:cs typeface="Times New Roman"/>
              </a:rPr>
              <a:t>r</a:t>
            </a:r>
            <a:r>
              <a:rPr lang="en-US" sz="1700" spc="-10" dirty="0">
                <a:latin typeface="Times New Roman"/>
                <a:cs typeface="Times New Roman"/>
              </a:rPr>
              <a:t>e</a:t>
            </a:r>
            <a:r>
              <a:rPr lang="en-US" sz="1700" spc="-2" dirty="0">
                <a:latin typeface="Times New Roman"/>
                <a:cs typeface="Times New Roman"/>
              </a:rPr>
              <a:t>plac</a:t>
            </a:r>
            <a:r>
              <a:rPr lang="en-US" sz="1700" spc="-7" dirty="0">
                <a:latin typeface="Times New Roman"/>
                <a:cs typeface="Times New Roman"/>
              </a:rPr>
              <a:t>e</a:t>
            </a:r>
            <a:r>
              <a:rPr lang="en-US" sz="1700" spc="-5" dirty="0">
                <a:latin typeface="Times New Roman"/>
                <a:cs typeface="Times New Roman"/>
              </a:rPr>
              <a:t>me</a:t>
            </a:r>
            <a:r>
              <a:rPr lang="en-US" sz="1700" spc="-2" dirty="0">
                <a:latin typeface="Times New Roman"/>
                <a:cs typeface="Times New Roman"/>
              </a:rPr>
              <a:t>nt</a:t>
            </a:r>
            <a:r>
              <a:rPr lang="en-US" sz="1700" dirty="0">
                <a:latin typeface="Times New Roman"/>
                <a:cs typeface="Times New Roman"/>
              </a:rPr>
              <a:t> </a:t>
            </a:r>
            <a:r>
              <a:rPr lang="en-US" sz="1700" spc="-5" dirty="0">
                <a:latin typeface="Times New Roman"/>
                <a:cs typeface="Times New Roman"/>
              </a:rPr>
              <a:t>algor</a:t>
            </a:r>
            <a:r>
              <a:rPr lang="en-US" sz="1700" spc="-2" dirty="0">
                <a:latin typeface="Times New Roman"/>
                <a:cs typeface="Times New Roman"/>
              </a:rPr>
              <a:t>ithm.</a:t>
            </a:r>
            <a:endParaRPr lang="en-US" sz="1700" dirty="0">
              <a:latin typeface="Times New Roman"/>
              <a:cs typeface="Times New Roman"/>
            </a:endParaRPr>
          </a:p>
        </p:txBody>
      </p:sp>
    </p:spTree>
    <p:extLst>
      <p:ext uri="{BB962C8B-B14F-4D97-AF65-F5344CB8AC3E}">
        <p14:creationId xmlns:p14="http://schemas.microsoft.com/office/powerpoint/2010/main" val="30274311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825B5-3C04-E09C-DEB1-4F9FEF4CF76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96B0936-382A-41B8-27B9-5CFE1440AD78}"/>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E4D2BF11-271C-4CE0-AE74-84095EE3E2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3E5ED5A-619B-D3AC-B1B6-D36FB91B009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2E6B3AD8-D9E7-0026-E589-EB581001BBE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14006" y="819150"/>
            <a:ext cx="7063194" cy="3344505"/>
          </a:xfrm>
          <a:prstGeom prst="rect">
            <a:avLst/>
          </a:prstGeom>
        </p:spPr>
        <p:txBody>
          <a:bodyPr vert="horz" wrap="square" lIns="0" tIns="0" rIns="0" bIns="0" rtlCol="0">
            <a:spAutoFit/>
          </a:bodyPr>
          <a:lstStyle/>
          <a:p>
            <a:pPr marL="79413" indent="-73304" algn="just">
              <a:spcBef>
                <a:spcPts val="339"/>
              </a:spcBef>
              <a:buFont typeface="Times New Roman"/>
              <a:buAutoNum type="arabicPeriod" startAt="4"/>
              <a:tabLst>
                <a:tab pos="79413" algn="l"/>
              </a:tabLst>
            </a:pPr>
            <a:r>
              <a:rPr lang="en-US" sz="1700" b="1" spc="-7" dirty="0">
                <a:latin typeface="Times New Roman"/>
                <a:cs typeface="Times New Roman"/>
              </a:rPr>
              <a:t> </a:t>
            </a:r>
            <a:r>
              <a:rPr sz="1700" b="1" spc="-7" dirty="0">
                <a:latin typeface="Times New Roman"/>
                <a:cs typeface="Times New Roman"/>
              </a:rPr>
              <a:t>Wr</a:t>
            </a:r>
            <a:r>
              <a:rPr sz="1700" b="1" spc="-2" dirty="0">
                <a:latin typeface="Times New Roman"/>
                <a:cs typeface="Times New Roman"/>
              </a:rPr>
              <a:t>ite</a:t>
            </a:r>
            <a:r>
              <a:rPr sz="1700" b="1" spc="-5" dirty="0">
                <a:latin typeface="Times New Roman"/>
                <a:cs typeface="Times New Roman"/>
              </a:rPr>
              <a:t> Policy</a:t>
            </a:r>
            <a:endParaRPr sz="1700" dirty="0">
              <a:latin typeface="Times New Roman"/>
              <a:cs typeface="Times New Roman"/>
            </a:endParaRPr>
          </a:p>
          <a:p>
            <a:pPr marL="6109" algn="just">
              <a:spcBef>
                <a:spcPts val="351"/>
              </a:spcBef>
            </a:pP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 you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2" dirty="0">
                <a:latin typeface="Times New Roman"/>
                <a:cs typeface="Times New Roman"/>
              </a:rPr>
              <a:t> sa</a:t>
            </a:r>
            <a:r>
              <a:rPr sz="1700" spc="-5" dirty="0">
                <a:latin typeface="Times New Roman"/>
                <a:cs typeface="Times New Roman"/>
              </a:rPr>
              <a:t>ving</a:t>
            </a:r>
            <a:r>
              <a:rPr sz="1700" dirty="0">
                <a:latin typeface="Times New Roman"/>
                <a:cs typeface="Times New Roman"/>
              </a:rPr>
              <a:t> </a:t>
            </a:r>
            <a:r>
              <a:rPr sz="1700" spc="-5" dirty="0">
                <a:latin typeface="Times New Roman"/>
                <a:cs typeface="Times New Roman"/>
              </a:rPr>
              <a:t>c</a:t>
            </a:r>
            <a:r>
              <a:rPr sz="1700" spc="-2" dirty="0">
                <a:latin typeface="Times New Roman"/>
                <a:cs typeface="Times New Roman"/>
              </a:rPr>
              <a:t>ha</a:t>
            </a:r>
            <a:r>
              <a:rPr sz="1700" spc="-5" dirty="0">
                <a:latin typeface="Times New Roman"/>
                <a:cs typeface="Times New Roman"/>
              </a:rPr>
              <a:t>ng</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to m</a:t>
            </a:r>
            <a:r>
              <a:rPr sz="1700" spc="-7" dirty="0">
                <a:latin typeface="Times New Roman"/>
                <a:cs typeface="Times New Roman"/>
              </a:rPr>
              <a:t>a</a:t>
            </a:r>
            <a:r>
              <a:rPr sz="1700" spc="-2" dirty="0">
                <a:latin typeface="Times New Roman"/>
                <a:cs typeface="Times New Roman"/>
              </a:rPr>
              <a:t>in </a:t>
            </a:r>
            <a:r>
              <a:rPr sz="1700" spc="-5"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spc="-5" dirty="0">
                <a:latin typeface="Times New Roman"/>
                <a:cs typeface="Times New Roman"/>
              </a:rPr>
              <a:t>Th</a:t>
            </a:r>
            <a:r>
              <a:rPr sz="1700" spc="-10" dirty="0">
                <a:latin typeface="Times New Roman"/>
                <a:cs typeface="Times New Roman"/>
              </a:rPr>
              <a:t>e</a:t>
            </a:r>
            <a:r>
              <a:rPr sz="1700" spc="-2" dirty="0">
                <a:latin typeface="Times New Roman"/>
                <a:cs typeface="Times New Roman"/>
              </a:rPr>
              <a:t>re</a:t>
            </a:r>
            <a:r>
              <a:rPr sz="1700" spc="-5" dirty="0">
                <a:latin typeface="Times New Roman"/>
                <a:cs typeface="Times New Roman"/>
              </a:rPr>
              <a:t> </a:t>
            </a:r>
            <a:r>
              <a:rPr sz="1700" spc="-2" dirty="0">
                <a:latin typeface="Times New Roman"/>
                <a:cs typeface="Times New Roman"/>
              </a:rPr>
              <a:t>are</a:t>
            </a:r>
            <a:r>
              <a:rPr sz="1700" spc="-5" dirty="0">
                <a:latin typeface="Times New Roman"/>
                <a:cs typeface="Times New Roman"/>
              </a:rPr>
              <a:t> </a:t>
            </a:r>
            <a:r>
              <a:rPr sz="1700" dirty="0">
                <a:latin typeface="Times New Roman"/>
                <a:cs typeface="Times New Roman"/>
              </a:rPr>
              <a:t>two</a:t>
            </a:r>
            <a:r>
              <a:rPr sz="1700" spc="-2" dirty="0">
                <a:latin typeface="Times New Roman"/>
                <a:cs typeface="Times New Roman"/>
              </a:rPr>
              <a:t> te</a:t>
            </a:r>
            <a:r>
              <a:rPr sz="1700" spc="-7" dirty="0">
                <a:latin typeface="Times New Roman"/>
                <a:cs typeface="Times New Roman"/>
              </a:rPr>
              <a:t>c</a:t>
            </a:r>
            <a:r>
              <a:rPr sz="1700" spc="-5" dirty="0">
                <a:latin typeface="Times New Roman"/>
                <a:cs typeface="Times New Roman"/>
              </a:rPr>
              <a:t>hniques</a:t>
            </a:r>
            <a:r>
              <a:rPr sz="1700" dirty="0">
                <a:latin typeface="Times New Roman"/>
                <a:cs typeface="Times New Roman"/>
              </a:rPr>
              <a:t> i</a:t>
            </a:r>
            <a:r>
              <a:rPr sz="1700" spc="-5" dirty="0">
                <a:latin typeface="Times New Roman"/>
                <a:cs typeface="Times New Roman"/>
              </a:rPr>
              <a:t>nvolved:</a:t>
            </a:r>
            <a:endParaRPr sz="1700" dirty="0">
              <a:latin typeface="Times New Roman"/>
              <a:cs typeface="Times New Roman"/>
            </a:endParaRPr>
          </a:p>
          <a:p>
            <a:pPr marL="6109" algn="just">
              <a:spcBef>
                <a:spcPts val="358"/>
              </a:spcBef>
            </a:pPr>
            <a:r>
              <a:rPr sz="1700" b="1" i="1" spc="-2" dirty="0">
                <a:latin typeface="Times New Roman"/>
                <a:cs typeface="Times New Roman"/>
              </a:rPr>
              <a:t>Wr</a:t>
            </a:r>
            <a:r>
              <a:rPr sz="1700" b="1" i="1" dirty="0">
                <a:latin typeface="Times New Roman"/>
                <a:cs typeface="Times New Roman"/>
              </a:rPr>
              <a:t>i</a:t>
            </a:r>
            <a:r>
              <a:rPr sz="1700" b="1" i="1" spc="-2" dirty="0">
                <a:latin typeface="Times New Roman"/>
                <a:cs typeface="Times New Roman"/>
              </a:rPr>
              <a:t>te</a:t>
            </a:r>
            <a:r>
              <a:rPr sz="1700" b="1" i="1" dirty="0">
                <a:latin typeface="Times New Roman"/>
                <a:cs typeface="Times New Roman"/>
              </a:rPr>
              <a:t> </a:t>
            </a:r>
            <a:r>
              <a:rPr sz="1700" b="1" i="1" spc="-7" dirty="0">
                <a:latin typeface="Times New Roman"/>
                <a:cs typeface="Times New Roman"/>
              </a:rPr>
              <a:t>T</a:t>
            </a:r>
            <a:r>
              <a:rPr sz="1700" b="1" i="1" dirty="0">
                <a:latin typeface="Times New Roman"/>
                <a:cs typeface="Times New Roman"/>
              </a:rPr>
              <a:t>h</a:t>
            </a:r>
            <a:r>
              <a:rPr sz="1700" b="1" i="1" spc="-2" dirty="0">
                <a:latin typeface="Times New Roman"/>
                <a:cs typeface="Times New Roman"/>
              </a:rPr>
              <a:t>ro</a:t>
            </a:r>
            <a:r>
              <a:rPr sz="1700" b="1" i="1" dirty="0">
                <a:latin typeface="Times New Roman"/>
                <a:cs typeface="Times New Roman"/>
              </a:rPr>
              <a:t>ugh:</a:t>
            </a:r>
            <a:endParaRPr sz="1700" dirty="0">
              <a:latin typeface="Times New Roman"/>
              <a:cs typeface="Times New Roman"/>
            </a:endParaRPr>
          </a:p>
          <a:p>
            <a:pPr marL="291859" marR="2443" indent="-285750" algn="just">
              <a:spcBef>
                <a:spcPts val="404"/>
              </a:spcBef>
              <a:buFont typeface="Arial" panose="020B0604020202020204" pitchFamily="34" charset="0"/>
              <a:buChar char="•"/>
            </a:pPr>
            <a:r>
              <a:rPr sz="1700" spc="-5" dirty="0">
                <a:latin typeface="Times New Roman"/>
                <a:cs typeface="Times New Roman"/>
              </a:rPr>
              <a:t>Ev</a:t>
            </a:r>
            <a:r>
              <a:rPr sz="1700" spc="-10" dirty="0">
                <a:latin typeface="Times New Roman"/>
                <a:cs typeface="Times New Roman"/>
              </a:rPr>
              <a:t>e</a:t>
            </a:r>
            <a:r>
              <a:rPr sz="1700" dirty="0">
                <a:latin typeface="Times New Roman"/>
                <a:cs typeface="Times New Roman"/>
              </a:rPr>
              <a:t>ry</a:t>
            </a:r>
            <a:r>
              <a:rPr sz="1700" spc="31" dirty="0">
                <a:latin typeface="Times New Roman"/>
                <a:cs typeface="Times New Roman"/>
              </a:rPr>
              <a:t> </a:t>
            </a:r>
            <a:r>
              <a:rPr sz="1700" spc="-5" dirty="0">
                <a:latin typeface="Times New Roman"/>
                <a:cs typeface="Times New Roman"/>
              </a:rPr>
              <a:t>time</a:t>
            </a:r>
            <a:r>
              <a:rPr sz="1700" spc="31"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34" dirty="0">
                <a:latin typeface="Times New Roman"/>
                <a:cs typeface="Times New Roman"/>
              </a:rPr>
              <a:t> </a:t>
            </a:r>
            <a:r>
              <a:rPr sz="1700" spc="-5" dirty="0">
                <a:latin typeface="Times New Roman"/>
                <a:cs typeface="Times New Roman"/>
              </a:rPr>
              <a:t>op</a:t>
            </a:r>
            <a:r>
              <a:rPr sz="1700" spc="-2" dirty="0">
                <a:latin typeface="Times New Roman"/>
                <a:cs typeface="Times New Roman"/>
              </a:rPr>
              <a:t>er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38" dirty="0">
                <a:latin typeface="Times New Roman"/>
                <a:cs typeface="Times New Roman"/>
              </a:rPr>
              <a:t> </a:t>
            </a:r>
            <a:r>
              <a:rPr sz="1700" spc="-5" dirty="0">
                <a:latin typeface="Times New Roman"/>
                <a:cs typeface="Times New Roman"/>
              </a:rPr>
              <a:t>o</a:t>
            </a:r>
            <a:r>
              <a:rPr sz="1700" spc="-7" dirty="0">
                <a:latin typeface="Times New Roman"/>
                <a:cs typeface="Times New Roman"/>
              </a:rPr>
              <a:t>cc</a:t>
            </a:r>
            <a:r>
              <a:rPr sz="1700" dirty="0">
                <a:latin typeface="Times New Roman"/>
                <a:cs typeface="Times New Roman"/>
              </a:rPr>
              <a:t>urs,</a:t>
            </a:r>
            <a:r>
              <a:rPr sz="1700" spc="31" dirty="0">
                <a:latin typeface="Times New Roman"/>
                <a:cs typeface="Times New Roman"/>
              </a:rPr>
              <a:t> </a:t>
            </a:r>
            <a:r>
              <a:rPr sz="1700" dirty="0">
                <a:latin typeface="Times New Roman"/>
                <a:cs typeface="Times New Roman"/>
              </a:rPr>
              <a:t>you</a:t>
            </a:r>
            <a:r>
              <a:rPr sz="1700" spc="34" dirty="0">
                <a:latin typeface="Times New Roman"/>
                <a:cs typeface="Times New Roman"/>
              </a:rPr>
              <a:t> </a:t>
            </a:r>
            <a:r>
              <a:rPr sz="1700" spc="-5" dirty="0">
                <a:latin typeface="Times New Roman"/>
                <a:cs typeface="Times New Roman"/>
              </a:rPr>
              <a:t>store</a:t>
            </a:r>
            <a:r>
              <a:rPr sz="1700" spc="31" dirty="0">
                <a:latin typeface="Times New Roman"/>
                <a:cs typeface="Times New Roman"/>
              </a:rPr>
              <a:t> </a:t>
            </a:r>
            <a:r>
              <a:rPr sz="1700" spc="-2" dirty="0">
                <a:latin typeface="Times New Roman"/>
                <a:cs typeface="Times New Roman"/>
              </a:rPr>
              <a:t>to</a:t>
            </a:r>
            <a:r>
              <a:rPr sz="1700" spc="34" dirty="0">
                <a:latin typeface="Times New Roman"/>
                <a:cs typeface="Times New Roman"/>
              </a:rPr>
              <a:t> </a:t>
            </a:r>
            <a:r>
              <a:rPr sz="1700" spc="-5" dirty="0">
                <a:latin typeface="Times New Roman"/>
                <a:cs typeface="Times New Roman"/>
              </a:rPr>
              <a:t>ma</a:t>
            </a:r>
            <a:r>
              <a:rPr sz="1700" dirty="0">
                <a:latin typeface="Times New Roman"/>
                <a:cs typeface="Times New Roman"/>
              </a:rPr>
              <a:t>in</a:t>
            </a:r>
            <a:r>
              <a:rPr sz="1700" spc="34"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34"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34" dirty="0">
                <a:latin typeface="Times New Roman"/>
                <a:cs typeface="Times New Roman"/>
              </a:rPr>
              <a:t> </a:t>
            </a:r>
            <a:r>
              <a:rPr sz="1700" spc="-2" dirty="0">
                <a:latin typeface="Times New Roman"/>
                <a:cs typeface="Times New Roman"/>
              </a:rPr>
              <a:t>w</a:t>
            </a:r>
            <a:r>
              <a:rPr sz="1700" spc="-5" dirty="0">
                <a:latin typeface="Times New Roman"/>
                <a:cs typeface="Times New Roman"/>
              </a:rPr>
              <a:t>e</a:t>
            </a:r>
            <a:r>
              <a:rPr sz="1700" spc="-2" dirty="0">
                <a:latin typeface="Times New Roman"/>
                <a:cs typeface="Times New Roman"/>
              </a:rPr>
              <a:t>ll</a:t>
            </a:r>
            <a:r>
              <a:rPr sz="1700" spc="34"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38" dirty="0">
                <a:latin typeface="Times New Roman"/>
                <a:cs typeface="Times New Roman"/>
              </a:rPr>
              <a:t> </a:t>
            </a:r>
            <a:r>
              <a:rPr sz="1700" spc="-7" dirty="0">
                <a:latin typeface="Times New Roman"/>
                <a:cs typeface="Times New Roman"/>
              </a:rPr>
              <a:t>ca</a:t>
            </a:r>
            <a:r>
              <a:rPr sz="1700" spc="-2" dirty="0">
                <a:latin typeface="Times New Roman"/>
                <a:cs typeface="Times New Roman"/>
              </a:rPr>
              <a:t>c</a:t>
            </a:r>
            <a:r>
              <a:rPr sz="1700" spc="-5" dirty="0">
                <a:latin typeface="Times New Roman"/>
                <a:cs typeface="Times New Roman"/>
              </a:rPr>
              <a:t>he</a:t>
            </a:r>
            <a:r>
              <a:rPr sz="1700" spc="31" dirty="0">
                <a:latin typeface="Times New Roman"/>
                <a:cs typeface="Times New Roman"/>
              </a:rPr>
              <a:t> </a:t>
            </a:r>
            <a:r>
              <a:rPr sz="1700" spc="-5" dirty="0">
                <a:latin typeface="Times New Roman"/>
                <a:cs typeface="Times New Roman"/>
              </a:rPr>
              <a:t>si</a:t>
            </a:r>
            <a:r>
              <a:rPr sz="1700" spc="-2" dirty="0">
                <a:latin typeface="Times New Roman"/>
                <a:cs typeface="Times New Roman"/>
              </a:rPr>
              <a:t>mult</a:t>
            </a:r>
            <a:r>
              <a:rPr sz="1700" spc="-7" dirty="0">
                <a:latin typeface="Times New Roman"/>
                <a:cs typeface="Times New Roman"/>
              </a:rPr>
              <a:t>a</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ousl</a:t>
            </a:r>
            <a:r>
              <a:rPr sz="1700" dirty="0">
                <a:latin typeface="Times New Roman"/>
                <a:cs typeface="Times New Roman"/>
              </a:rPr>
              <a:t>y. </a:t>
            </a:r>
            <a:r>
              <a:rPr sz="1700" spc="-7" dirty="0">
                <a:latin typeface="Times New Roman"/>
                <a:cs typeface="Times New Roman"/>
              </a:rPr>
              <a:t>Althoug</a:t>
            </a:r>
            <a:r>
              <a:rPr sz="1700" spc="-5" dirty="0">
                <a:latin typeface="Times New Roman"/>
                <a:cs typeface="Times New Roman"/>
              </a:rPr>
              <a:t>h</a:t>
            </a:r>
            <a:r>
              <a:rPr sz="1700" spc="-26" dirty="0">
                <a:latin typeface="Times New Roman"/>
                <a:cs typeface="Times New Roman"/>
              </a:rPr>
              <a:t> </a:t>
            </a:r>
            <a:r>
              <a:rPr sz="1700" spc="-2" dirty="0">
                <a:latin typeface="Times New Roman"/>
                <a:cs typeface="Times New Roman"/>
              </a:rPr>
              <a:t>that</a:t>
            </a:r>
            <a:r>
              <a:rPr sz="1700" spc="-31" dirty="0">
                <a:latin typeface="Times New Roman"/>
                <a:cs typeface="Times New Roman"/>
              </a:rPr>
              <a:t> </a:t>
            </a:r>
            <a:r>
              <a:rPr sz="1700" spc="-5" dirty="0">
                <a:latin typeface="Times New Roman"/>
                <a:cs typeface="Times New Roman"/>
              </a:rPr>
              <a:t>may</a:t>
            </a:r>
            <a:r>
              <a:rPr sz="1700" spc="-31" dirty="0">
                <a:latin typeface="Times New Roman"/>
                <a:cs typeface="Times New Roman"/>
              </a:rPr>
              <a:t> </a:t>
            </a:r>
            <a:r>
              <a:rPr sz="1700" spc="-2" dirty="0">
                <a:latin typeface="Times New Roman"/>
                <a:cs typeface="Times New Roman"/>
              </a:rPr>
              <a:t>tak</a:t>
            </a:r>
            <a:r>
              <a:rPr sz="1700" spc="-5" dirty="0">
                <a:latin typeface="Times New Roman"/>
                <a:cs typeface="Times New Roman"/>
              </a:rPr>
              <a:t>e</a:t>
            </a:r>
            <a:r>
              <a:rPr sz="1700" spc="-31" dirty="0">
                <a:latin typeface="Times New Roman"/>
                <a:cs typeface="Times New Roman"/>
              </a:rPr>
              <a:t> </a:t>
            </a:r>
            <a:r>
              <a:rPr sz="1700" dirty="0">
                <a:latin typeface="Times New Roman"/>
                <a:cs typeface="Times New Roman"/>
              </a:rPr>
              <a:t>l</a:t>
            </a:r>
            <a:r>
              <a:rPr sz="1700" spc="-5" dirty="0">
                <a:latin typeface="Times New Roman"/>
                <a:cs typeface="Times New Roman"/>
              </a:rPr>
              <a:t>ong</a:t>
            </a:r>
            <a:r>
              <a:rPr sz="1700" spc="-7" dirty="0">
                <a:latin typeface="Times New Roman"/>
                <a:cs typeface="Times New Roman"/>
              </a:rPr>
              <a:t>e</a:t>
            </a:r>
            <a:r>
              <a:rPr sz="1700" dirty="0">
                <a:latin typeface="Times New Roman"/>
                <a:cs typeface="Times New Roman"/>
              </a:rPr>
              <a:t>r,</a:t>
            </a:r>
            <a:r>
              <a:rPr sz="1700" spc="-31" dirty="0">
                <a:latin typeface="Times New Roman"/>
                <a:cs typeface="Times New Roman"/>
              </a:rPr>
              <a:t> </a:t>
            </a:r>
            <a:r>
              <a:rPr sz="1700" spc="-2" dirty="0">
                <a:latin typeface="Times New Roman"/>
                <a:cs typeface="Times New Roman"/>
              </a:rPr>
              <a:t>it</a:t>
            </a:r>
            <a:r>
              <a:rPr sz="1700" spc="-22" dirty="0">
                <a:latin typeface="Times New Roman"/>
                <a:cs typeface="Times New Roman"/>
              </a:rPr>
              <a:t> </a:t>
            </a:r>
            <a:r>
              <a:rPr sz="1700" spc="-7" dirty="0">
                <a:latin typeface="Times New Roman"/>
                <a:cs typeface="Times New Roman"/>
              </a:rPr>
              <a:t>e</a:t>
            </a:r>
            <a:r>
              <a:rPr sz="1700" dirty="0">
                <a:latin typeface="Times New Roman"/>
                <a:cs typeface="Times New Roman"/>
              </a:rPr>
              <a:t>nsur</a:t>
            </a:r>
            <a:r>
              <a:rPr sz="1700" spc="-5" dirty="0">
                <a:latin typeface="Times New Roman"/>
                <a:cs typeface="Times New Roman"/>
              </a:rPr>
              <a:t>e</a:t>
            </a:r>
            <a:r>
              <a:rPr sz="1700" dirty="0">
                <a:latin typeface="Times New Roman"/>
                <a:cs typeface="Times New Roman"/>
              </a:rPr>
              <a:t>s</a:t>
            </a:r>
            <a:r>
              <a:rPr sz="1700" spc="-24" dirty="0">
                <a:latin typeface="Times New Roman"/>
                <a:cs typeface="Times New Roman"/>
              </a:rPr>
              <a:t> </a:t>
            </a:r>
            <a:r>
              <a:rPr sz="1700" spc="-2" dirty="0">
                <a:latin typeface="Times New Roman"/>
                <a:cs typeface="Times New Roman"/>
              </a:rPr>
              <a:t>that</a:t>
            </a:r>
            <a:r>
              <a:rPr sz="1700" spc="-31" dirty="0">
                <a:latin typeface="Times New Roman"/>
                <a:cs typeface="Times New Roman"/>
              </a:rPr>
              <a:t> </a:t>
            </a:r>
            <a:r>
              <a:rPr sz="1700" spc="-5" dirty="0">
                <a:latin typeface="Times New Roman"/>
                <a:cs typeface="Times New Roman"/>
              </a:rPr>
              <a:t>ma</a:t>
            </a:r>
            <a:r>
              <a:rPr sz="1700" dirty="0">
                <a:latin typeface="Times New Roman"/>
                <a:cs typeface="Times New Roman"/>
              </a:rPr>
              <a:t>in</a:t>
            </a:r>
            <a:r>
              <a:rPr sz="1700" spc="-29"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9" dirty="0">
                <a:latin typeface="Times New Roman"/>
                <a:cs typeface="Times New Roman"/>
              </a:rPr>
              <a:t> </a:t>
            </a:r>
            <a:r>
              <a:rPr sz="1700" spc="-2" dirty="0">
                <a:latin typeface="Times New Roman"/>
                <a:cs typeface="Times New Roman"/>
              </a:rPr>
              <a:t>is</a:t>
            </a:r>
            <a:r>
              <a:rPr sz="1700" spc="-22" dirty="0">
                <a:latin typeface="Times New Roman"/>
                <a:cs typeface="Times New Roman"/>
              </a:rPr>
              <a:t> </a:t>
            </a:r>
            <a:r>
              <a:rPr sz="1700" spc="-7" dirty="0">
                <a:latin typeface="Times New Roman"/>
                <a:cs typeface="Times New Roman"/>
              </a:rPr>
              <a:t>a</a:t>
            </a:r>
            <a:r>
              <a:rPr sz="1700" spc="-5" dirty="0">
                <a:latin typeface="Times New Roman"/>
                <a:cs typeface="Times New Roman"/>
              </a:rPr>
              <a:t>lw</a:t>
            </a:r>
            <a:r>
              <a:rPr sz="1700" spc="-7" dirty="0">
                <a:latin typeface="Times New Roman"/>
                <a:cs typeface="Times New Roman"/>
              </a:rPr>
              <a:t>a</a:t>
            </a:r>
            <a:r>
              <a:rPr sz="1700" dirty="0">
                <a:latin typeface="Times New Roman"/>
                <a:cs typeface="Times New Roman"/>
              </a:rPr>
              <a:t>ys</a:t>
            </a:r>
            <a:r>
              <a:rPr sz="1700" spc="-24" dirty="0">
                <a:latin typeface="Times New Roman"/>
                <a:cs typeface="Times New Roman"/>
              </a:rPr>
              <a:t> </a:t>
            </a:r>
            <a:r>
              <a:rPr sz="1700" dirty="0">
                <a:latin typeface="Times New Roman"/>
                <a:cs typeface="Times New Roman"/>
              </a:rPr>
              <a:t>up</a:t>
            </a:r>
            <a:r>
              <a:rPr sz="1700" spc="-29" dirty="0">
                <a:latin typeface="Times New Roman"/>
                <a:cs typeface="Times New Roman"/>
              </a:rPr>
              <a:t> </a:t>
            </a:r>
            <a:r>
              <a:rPr sz="1700" spc="-2" dirty="0">
                <a:latin typeface="Times New Roman"/>
                <a:cs typeface="Times New Roman"/>
              </a:rPr>
              <a:t>to</a:t>
            </a:r>
            <a:r>
              <a:rPr sz="1700" spc="-2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te</a:t>
            </a:r>
            <a:r>
              <a:rPr sz="1700" spc="-26"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9" dirty="0">
                <a:latin typeface="Times New Roman"/>
                <a:cs typeface="Times New Roman"/>
              </a:rPr>
              <a:t> </a:t>
            </a:r>
            <a:r>
              <a:rPr sz="1700" spc="-2" dirty="0">
                <a:latin typeface="Times New Roman"/>
                <a:cs typeface="Times New Roman"/>
              </a:rPr>
              <a:t>thi</a:t>
            </a:r>
            <a:r>
              <a:rPr sz="1700" dirty="0">
                <a:latin typeface="Times New Roman"/>
                <a:cs typeface="Times New Roman"/>
              </a:rPr>
              <a:t>s</a:t>
            </a:r>
            <a:r>
              <a:rPr sz="1700" spc="-29" dirty="0">
                <a:latin typeface="Times New Roman"/>
                <a:cs typeface="Times New Roman"/>
              </a:rPr>
              <a:t> </a:t>
            </a:r>
            <a:r>
              <a:rPr sz="1700" spc="-2" dirty="0">
                <a:latin typeface="Times New Roman"/>
                <a:cs typeface="Times New Roman"/>
              </a:rPr>
              <a:t>w</a:t>
            </a:r>
            <a:r>
              <a:rPr sz="1700" spc="2" dirty="0">
                <a:latin typeface="Times New Roman"/>
                <a:cs typeface="Times New Roman"/>
              </a:rPr>
              <a:t>o</a:t>
            </a:r>
            <a:r>
              <a:rPr sz="1700" spc="-5" dirty="0">
                <a:latin typeface="Times New Roman"/>
                <a:cs typeface="Times New Roman"/>
              </a:rPr>
              <a:t>uld</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ec</a:t>
            </a:r>
            <a:r>
              <a:rPr sz="1700" spc="-2" dirty="0">
                <a:latin typeface="Times New Roman"/>
                <a:cs typeface="Times New Roman"/>
              </a:rPr>
              <a:t>re</a:t>
            </a:r>
            <a:r>
              <a:rPr sz="1700" spc="-7" dirty="0">
                <a:latin typeface="Times New Roman"/>
                <a:cs typeface="Times New Roman"/>
              </a:rPr>
              <a:t>a</a:t>
            </a:r>
            <a:r>
              <a:rPr sz="1700" spc="-2" dirty="0">
                <a:latin typeface="Times New Roman"/>
                <a:cs typeface="Times New Roman"/>
              </a:rPr>
              <a:t>s</a:t>
            </a:r>
            <a:r>
              <a:rPr sz="1700" dirty="0">
                <a:latin typeface="Times New Roman"/>
                <a:cs typeface="Times New Roman"/>
              </a:rPr>
              <a:t>e</a:t>
            </a:r>
            <a:r>
              <a:rPr sz="1700" spc="19"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dirty="0">
                <a:latin typeface="Times New Roman"/>
                <a:cs typeface="Times New Roman"/>
              </a:rPr>
              <a:t>risk</a:t>
            </a:r>
            <a:r>
              <a:rPr sz="1700" spc="22" dirty="0">
                <a:latin typeface="Times New Roman"/>
                <a:cs typeface="Times New Roman"/>
              </a:rPr>
              <a:t> </a:t>
            </a:r>
            <a:r>
              <a:rPr sz="1700" dirty="0">
                <a:latin typeface="Times New Roman"/>
                <a:cs typeface="Times New Roman"/>
              </a:rPr>
              <a:t>of</a:t>
            </a:r>
            <a:r>
              <a:rPr sz="1700" spc="19"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t</a:t>
            </a:r>
            <a:r>
              <a:rPr sz="1700" spc="-5" dirty="0">
                <a:latin typeface="Times New Roman"/>
                <a:cs typeface="Times New Roman"/>
              </a:rPr>
              <a:t>a</a:t>
            </a:r>
            <a:r>
              <a:rPr sz="1700" spc="19" dirty="0">
                <a:latin typeface="Times New Roman"/>
                <a:cs typeface="Times New Roman"/>
              </a:rPr>
              <a:t> </a:t>
            </a:r>
            <a:r>
              <a:rPr sz="1700" dirty="0">
                <a:latin typeface="Times New Roman"/>
                <a:cs typeface="Times New Roman"/>
              </a:rPr>
              <a:t>loss</a:t>
            </a:r>
            <a:r>
              <a:rPr sz="1700" spc="22" dirty="0">
                <a:latin typeface="Times New Roman"/>
                <a:cs typeface="Times New Roman"/>
              </a:rPr>
              <a:t> </a:t>
            </a:r>
            <a:r>
              <a:rPr sz="1700" spc="-2" dirty="0">
                <a:latin typeface="Times New Roman"/>
                <a:cs typeface="Times New Roman"/>
              </a:rPr>
              <a:t>if</a:t>
            </a:r>
            <a:r>
              <a:rPr sz="1700" spc="22"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22" dirty="0">
                <a:latin typeface="Times New Roman"/>
                <a:cs typeface="Times New Roman"/>
              </a:rPr>
              <a:t> </a:t>
            </a:r>
            <a:r>
              <a:rPr sz="1700" spc="-2" dirty="0">
                <a:latin typeface="Times New Roman"/>
                <a:cs typeface="Times New Roman"/>
              </a:rPr>
              <a:t>woul</a:t>
            </a:r>
            <a:r>
              <a:rPr sz="1700" dirty="0">
                <a:latin typeface="Times New Roman"/>
                <a:cs typeface="Times New Roman"/>
              </a:rPr>
              <a:t>d</a:t>
            </a:r>
            <a:r>
              <a:rPr sz="1700" spc="17" dirty="0">
                <a:latin typeface="Times New Roman"/>
                <a:cs typeface="Times New Roman"/>
              </a:rPr>
              <a:t> </a:t>
            </a:r>
            <a:r>
              <a:rPr sz="1700" spc="-7" dirty="0">
                <a:latin typeface="Times New Roman"/>
                <a:cs typeface="Times New Roman"/>
              </a:rPr>
              <a:t>shu</a:t>
            </a:r>
            <a:r>
              <a:rPr sz="1700" spc="-2" dirty="0">
                <a:latin typeface="Times New Roman"/>
                <a:cs typeface="Times New Roman"/>
              </a:rPr>
              <a:t>t</a:t>
            </a:r>
            <a:r>
              <a:rPr sz="1700" spc="22" dirty="0">
                <a:latin typeface="Times New Roman"/>
                <a:cs typeface="Times New Roman"/>
              </a:rPr>
              <a:t> </a:t>
            </a:r>
            <a:r>
              <a:rPr sz="1700" dirty="0">
                <a:latin typeface="Times New Roman"/>
                <a:cs typeface="Times New Roman"/>
              </a:rPr>
              <a:t>off</a:t>
            </a:r>
            <a:r>
              <a:rPr sz="1700" spc="17" dirty="0">
                <a:latin typeface="Times New Roman"/>
                <a:cs typeface="Times New Roman"/>
              </a:rPr>
              <a:t> </a:t>
            </a:r>
            <a:r>
              <a:rPr sz="1700" spc="-5" dirty="0">
                <a:latin typeface="Times New Roman"/>
                <a:cs typeface="Times New Roman"/>
              </a:rPr>
              <a:t>due</a:t>
            </a:r>
            <a:r>
              <a:rPr sz="1700" spc="19" dirty="0">
                <a:latin typeface="Times New Roman"/>
                <a:cs typeface="Times New Roman"/>
              </a:rPr>
              <a:t> </a:t>
            </a:r>
            <a:r>
              <a:rPr sz="1700" spc="-2" dirty="0">
                <a:latin typeface="Times New Roman"/>
                <a:cs typeface="Times New Roman"/>
              </a:rPr>
              <a:t>to</a:t>
            </a:r>
            <a:r>
              <a:rPr sz="1700" spc="22" dirty="0">
                <a:latin typeface="Times New Roman"/>
                <a:cs typeface="Times New Roman"/>
              </a:rPr>
              <a:t> </a:t>
            </a:r>
            <a:r>
              <a:rPr sz="1700" dirty="0">
                <a:latin typeface="Times New Roman"/>
                <a:cs typeface="Times New Roman"/>
              </a:rPr>
              <a:t>pow</a:t>
            </a:r>
            <a:r>
              <a:rPr sz="1700" spc="10" dirty="0">
                <a:latin typeface="Times New Roman"/>
                <a:cs typeface="Times New Roman"/>
              </a:rPr>
              <a:t>e</a:t>
            </a:r>
            <a:r>
              <a:rPr sz="1700" dirty="0">
                <a:latin typeface="Times New Roman"/>
                <a:cs typeface="Times New Roman"/>
              </a:rPr>
              <a:t>r</a:t>
            </a:r>
            <a:r>
              <a:rPr sz="1700" spc="19" dirty="0">
                <a:latin typeface="Times New Roman"/>
                <a:cs typeface="Times New Roman"/>
              </a:rPr>
              <a:t> </a:t>
            </a:r>
            <a:r>
              <a:rPr sz="1700" dirty="0">
                <a:latin typeface="Times New Roman"/>
                <a:cs typeface="Times New Roman"/>
              </a:rPr>
              <a:t>loss.</a:t>
            </a:r>
            <a:r>
              <a:rPr sz="1700" spc="22" dirty="0">
                <a:latin typeface="Times New Roman"/>
                <a:cs typeface="Times New Roman"/>
              </a:rPr>
              <a:t> </a:t>
            </a:r>
            <a:r>
              <a:rPr sz="1700" spc="-5" dirty="0">
                <a:latin typeface="Times New Roman"/>
                <a:cs typeface="Times New Roman"/>
              </a:rPr>
              <a:t>This</a:t>
            </a:r>
            <a:r>
              <a:rPr sz="1700" spc="22" dirty="0">
                <a:latin typeface="Times New Roman"/>
                <a:cs typeface="Times New Roman"/>
              </a:rPr>
              <a:t> </a:t>
            </a:r>
            <a:r>
              <a:rPr sz="1700" spc="-2" dirty="0">
                <a:latin typeface="Times New Roman"/>
                <a:cs typeface="Times New Roman"/>
              </a:rPr>
              <a:t>is</a:t>
            </a:r>
            <a:r>
              <a:rPr sz="1700" spc="24"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22" dirty="0">
                <a:latin typeface="Times New Roman"/>
                <a:cs typeface="Times New Roman"/>
              </a:rPr>
              <a:t> </a:t>
            </a:r>
            <a:r>
              <a:rPr sz="1700" dirty="0">
                <a:latin typeface="Times New Roman"/>
                <a:cs typeface="Times New Roman"/>
              </a:rPr>
              <a:t>for </a:t>
            </a:r>
            <a:r>
              <a:rPr sz="1700" spc="-2" dirty="0">
                <a:latin typeface="Times New Roman"/>
                <a:cs typeface="Times New Roman"/>
              </a:rPr>
              <a:t>highl</a:t>
            </a:r>
            <a:r>
              <a:rPr sz="1700" dirty="0">
                <a:latin typeface="Times New Roman"/>
                <a:cs typeface="Times New Roman"/>
              </a:rPr>
              <a:t>y </a:t>
            </a:r>
            <a:r>
              <a:rPr sz="1700" spc="-2" dirty="0">
                <a:latin typeface="Times New Roman"/>
                <a:cs typeface="Times New Roman"/>
              </a:rPr>
              <a:t>sensi</a:t>
            </a:r>
            <a:r>
              <a:rPr sz="1700" dirty="0">
                <a:latin typeface="Times New Roman"/>
                <a:cs typeface="Times New Roman"/>
              </a:rPr>
              <a:t>t</a:t>
            </a:r>
            <a:r>
              <a:rPr sz="1700" spc="-2" dirty="0">
                <a:latin typeface="Times New Roman"/>
                <a:cs typeface="Times New Roman"/>
              </a:rPr>
              <a:t>ive in</a:t>
            </a:r>
            <a:r>
              <a:rPr sz="1700" spc="-5" dirty="0">
                <a:latin typeface="Times New Roman"/>
                <a:cs typeface="Times New Roman"/>
              </a:rPr>
              <a:t>form</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a:t>
            </a:r>
            <a:endParaRPr lang="en-US" sz="1700" dirty="0">
              <a:latin typeface="Times New Roman"/>
              <a:cs typeface="Times New Roman"/>
            </a:endParaRPr>
          </a:p>
          <a:p>
            <a:pPr marL="291859" marR="2443" indent="-285750" algn="just">
              <a:spcBef>
                <a:spcPts val="404"/>
              </a:spcBef>
              <a:buFont typeface="Arial" panose="020B0604020202020204" pitchFamily="34" charset="0"/>
              <a:buChar char="•"/>
            </a:pPr>
            <a:r>
              <a:rPr sz="1700" spc="-2" dirty="0">
                <a:latin typeface="Times New Roman"/>
                <a:cs typeface="Times New Roman"/>
              </a:rPr>
              <a:t>On</a:t>
            </a:r>
            <a:r>
              <a:rPr sz="1700" dirty="0">
                <a:latin typeface="Times New Roman"/>
                <a:cs typeface="Times New Roman"/>
              </a:rPr>
              <a:t>e</a:t>
            </a:r>
            <a:r>
              <a:rPr sz="1700" spc="19" dirty="0">
                <a:latin typeface="Times New Roman"/>
                <a:cs typeface="Times New Roman"/>
              </a:rPr>
              <a:t> </a:t>
            </a:r>
            <a:r>
              <a:rPr sz="1700" dirty="0">
                <a:latin typeface="Times New Roman"/>
                <a:cs typeface="Times New Roman"/>
              </a:rPr>
              <a:t>of</a:t>
            </a:r>
            <a:r>
              <a:rPr sz="1700" spc="19"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7" dirty="0">
                <a:latin typeface="Times New Roman"/>
                <a:cs typeface="Times New Roman"/>
              </a:rPr>
              <a:t>ce</a:t>
            </a:r>
            <a:r>
              <a:rPr sz="1700" spc="-2" dirty="0">
                <a:latin typeface="Times New Roman"/>
                <a:cs typeface="Times New Roman"/>
              </a:rPr>
              <a:t>nt</a:t>
            </a:r>
            <a:r>
              <a:rPr sz="1700" dirty="0">
                <a:latin typeface="Times New Roman"/>
                <a:cs typeface="Times New Roman"/>
              </a:rPr>
              <a:t>r</a:t>
            </a:r>
            <a:r>
              <a:rPr sz="1700" spc="-7" dirty="0">
                <a:latin typeface="Times New Roman"/>
                <a:cs typeface="Times New Roman"/>
              </a:rPr>
              <a:t>a</a:t>
            </a:r>
            <a:r>
              <a:rPr sz="1700" spc="-2" dirty="0">
                <a:latin typeface="Times New Roman"/>
                <a:cs typeface="Times New Roman"/>
              </a:rPr>
              <a:t>l</a:t>
            </a:r>
            <a:r>
              <a:rPr sz="1700" spc="22"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hi</a:t>
            </a:r>
            <a:r>
              <a:rPr sz="1700" dirty="0">
                <a:latin typeface="Times New Roman"/>
                <a:cs typeface="Times New Roman"/>
              </a:rPr>
              <a:t>ng</a:t>
            </a:r>
            <a:r>
              <a:rPr sz="1700" spc="22" dirty="0">
                <a:latin typeface="Times New Roman"/>
                <a:cs typeface="Times New Roman"/>
              </a:rPr>
              <a:t> </a:t>
            </a:r>
            <a:r>
              <a:rPr sz="1700" spc="-2" dirty="0">
                <a:latin typeface="Times New Roman"/>
                <a:cs typeface="Times New Roman"/>
              </a:rPr>
              <a:t>poli</a:t>
            </a:r>
            <a:r>
              <a:rPr sz="1700" spc="-7" dirty="0">
                <a:latin typeface="Times New Roman"/>
                <a:cs typeface="Times New Roman"/>
              </a:rPr>
              <a:t>c</a:t>
            </a:r>
            <a:r>
              <a:rPr sz="1700" spc="-2" dirty="0">
                <a:latin typeface="Times New Roman"/>
                <a:cs typeface="Times New Roman"/>
              </a:rPr>
              <a:t>ies</a:t>
            </a:r>
            <a:r>
              <a:rPr sz="1700" spc="22" dirty="0">
                <a:latin typeface="Times New Roman"/>
                <a:cs typeface="Times New Roman"/>
              </a:rPr>
              <a:t> </a:t>
            </a:r>
            <a:r>
              <a:rPr sz="1700" spc="-2" dirty="0">
                <a:latin typeface="Times New Roman"/>
                <a:cs typeface="Times New Roman"/>
              </a:rPr>
              <a:t>is</a:t>
            </a:r>
            <a:r>
              <a:rPr sz="1700" spc="24" dirty="0">
                <a:latin typeface="Times New Roman"/>
                <a:cs typeface="Times New Roman"/>
              </a:rPr>
              <a:t> </a:t>
            </a:r>
            <a:r>
              <a:rPr sz="1700" dirty="0">
                <a:latin typeface="Times New Roman"/>
                <a:cs typeface="Times New Roman"/>
              </a:rPr>
              <a:t>known</a:t>
            </a:r>
            <a:r>
              <a:rPr sz="1700" spc="19"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22" dirty="0">
                <a:latin typeface="Times New Roman"/>
                <a:cs typeface="Times New Roman"/>
              </a:rPr>
              <a:t> </a:t>
            </a:r>
            <a:r>
              <a:rPr sz="1700" spc="2" dirty="0">
                <a:latin typeface="Times New Roman"/>
                <a:cs typeface="Times New Roman"/>
              </a:rPr>
              <a:t>w</a:t>
            </a:r>
            <a:r>
              <a:rPr sz="1700" spc="-2" dirty="0">
                <a:latin typeface="Times New Roman"/>
                <a:cs typeface="Times New Roman"/>
              </a:rPr>
              <a:t>rit</a:t>
            </a:r>
            <a:r>
              <a:rPr sz="1700" dirty="0">
                <a:latin typeface="Times New Roman"/>
                <a:cs typeface="Times New Roman"/>
              </a:rPr>
              <a:t>e</a:t>
            </a:r>
            <a:r>
              <a:rPr sz="1700" spc="-2" dirty="0">
                <a:latin typeface="Times New Roman"/>
                <a:cs typeface="Times New Roman"/>
              </a:rPr>
              <a:t>-through.</a:t>
            </a:r>
            <a:r>
              <a:rPr sz="1700" spc="19" dirty="0">
                <a:latin typeface="Times New Roman"/>
                <a:cs typeface="Times New Roman"/>
              </a:rPr>
              <a:t> </a:t>
            </a:r>
            <a:r>
              <a:rPr sz="1700" spc="-5" dirty="0">
                <a:latin typeface="Times New Roman"/>
                <a:cs typeface="Times New Roman"/>
              </a:rPr>
              <a:t>This</a:t>
            </a:r>
            <a:r>
              <a:rPr sz="1700" spc="22" dirty="0">
                <a:latin typeface="Times New Roman"/>
                <a:cs typeface="Times New Roman"/>
              </a:rPr>
              <a:t> </a:t>
            </a:r>
            <a:r>
              <a:rPr sz="1700" spc="-5" dirty="0">
                <a:latin typeface="Times New Roman"/>
                <a:cs typeface="Times New Roman"/>
              </a:rPr>
              <a:t>me</a:t>
            </a:r>
            <a:r>
              <a:rPr sz="1700" spc="-10" dirty="0">
                <a:latin typeface="Times New Roman"/>
                <a:cs typeface="Times New Roman"/>
              </a:rPr>
              <a:t>a</a:t>
            </a:r>
            <a:r>
              <a:rPr sz="1700" dirty="0">
                <a:latin typeface="Times New Roman"/>
                <a:cs typeface="Times New Roman"/>
              </a:rPr>
              <a:t>ns</a:t>
            </a:r>
            <a:r>
              <a:rPr sz="1700" spc="26" dirty="0">
                <a:latin typeface="Times New Roman"/>
                <a:cs typeface="Times New Roman"/>
              </a:rPr>
              <a:t> </a:t>
            </a:r>
            <a:r>
              <a:rPr sz="1700" spc="-2" dirty="0">
                <a:latin typeface="Times New Roman"/>
                <a:cs typeface="Times New Roman"/>
              </a:rPr>
              <a:t>that</a:t>
            </a:r>
            <a:r>
              <a:rPr sz="1700" spc="2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9" dirty="0">
                <a:latin typeface="Times New Roman"/>
                <a:cs typeface="Times New Roman"/>
              </a:rPr>
              <a:t> </a:t>
            </a:r>
            <a:r>
              <a:rPr sz="1700" spc="-2" dirty="0">
                <a:latin typeface="Times New Roman"/>
                <a:cs typeface="Times New Roman"/>
              </a:rPr>
              <a:t>is</a:t>
            </a:r>
            <a:r>
              <a:rPr sz="1700" spc="24" dirty="0">
                <a:latin typeface="Times New Roman"/>
                <a:cs typeface="Times New Roman"/>
              </a:rPr>
              <a:t> </a:t>
            </a:r>
            <a:r>
              <a:rPr sz="1700" spc="-5" dirty="0">
                <a:latin typeface="Times New Roman"/>
                <a:cs typeface="Times New Roman"/>
              </a:rPr>
              <a:t>store</a:t>
            </a:r>
            <a:r>
              <a:rPr sz="1700" dirty="0">
                <a:latin typeface="Times New Roman"/>
                <a:cs typeface="Times New Roman"/>
              </a:rPr>
              <a:t>d </a:t>
            </a:r>
            <a:r>
              <a:rPr sz="1700" spc="-7" dirty="0">
                <a:latin typeface="Times New Roman"/>
                <a:cs typeface="Times New Roman"/>
              </a:rPr>
              <a:t>a</a:t>
            </a:r>
            <a:r>
              <a:rPr sz="1700" dirty="0">
                <a:latin typeface="Times New Roman"/>
                <a:cs typeface="Times New Roman"/>
              </a:rPr>
              <a:t>nd</a:t>
            </a:r>
            <a:r>
              <a:rPr sz="1700" spc="14" dirty="0">
                <a:latin typeface="Times New Roman"/>
                <a:cs typeface="Times New Roman"/>
              </a:rPr>
              <a:t> </a:t>
            </a:r>
            <a:r>
              <a:rPr sz="1700" spc="-2" dirty="0">
                <a:latin typeface="Times New Roman"/>
                <a:cs typeface="Times New Roman"/>
              </a:rPr>
              <a:t>w</a:t>
            </a:r>
            <a:r>
              <a:rPr sz="1700" spc="-5" dirty="0">
                <a:latin typeface="Times New Roman"/>
                <a:cs typeface="Times New Roman"/>
              </a:rPr>
              <a:t>r</a:t>
            </a:r>
            <a:r>
              <a:rPr sz="1700" spc="-2" dirty="0">
                <a:latin typeface="Times New Roman"/>
                <a:cs typeface="Times New Roman"/>
              </a:rPr>
              <a:t>itten</a:t>
            </a:r>
            <a:r>
              <a:rPr sz="1700" spc="14" dirty="0">
                <a:latin typeface="Times New Roman"/>
                <a:cs typeface="Times New Roman"/>
              </a:rPr>
              <a:t> </a:t>
            </a:r>
            <a:r>
              <a:rPr sz="1700" spc="-2" dirty="0">
                <a:latin typeface="Times New Roman"/>
                <a:cs typeface="Times New Roman"/>
              </a:rPr>
              <a:t>int</a:t>
            </a:r>
            <a:r>
              <a:rPr sz="1700" dirty="0">
                <a:latin typeface="Times New Roman"/>
                <a:cs typeface="Times New Roman"/>
              </a:rPr>
              <a:t>o</a:t>
            </a:r>
            <a:r>
              <a:rPr sz="1700" spc="14"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7" dirty="0">
                <a:latin typeface="Times New Roman"/>
                <a:cs typeface="Times New Roman"/>
              </a:rPr>
              <a:t>cac</a:t>
            </a:r>
            <a:r>
              <a:rPr sz="1700" spc="-5" dirty="0">
                <a:latin typeface="Times New Roman"/>
                <a:cs typeface="Times New Roman"/>
              </a:rPr>
              <a:t>he</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4" dirty="0">
                <a:latin typeface="Times New Roman"/>
                <a:cs typeface="Times New Roman"/>
              </a:rPr>
              <a:t> </a:t>
            </a:r>
            <a:r>
              <a:rPr sz="1700" spc="-2" dirty="0">
                <a:latin typeface="Times New Roman"/>
                <a:cs typeface="Times New Roman"/>
              </a:rPr>
              <a:t>to</a:t>
            </a:r>
            <a:r>
              <a:rPr sz="1700" spc="17"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prim</a:t>
            </a:r>
            <a:r>
              <a:rPr sz="1700" spc="-7" dirty="0">
                <a:latin typeface="Times New Roman"/>
                <a:cs typeface="Times New Roman"/>
              </a:rPr>
              <a:t>a</a:t>
            </a:r>
            <a:r>
              <a:rPr sz="1700" dirty="0">
                <a:latin typeface="Times New Roman"/>
                <a:cs typeface="Times New Roman"/>
              </a:rPr>
              <a:t>ry</a:t>
            </a:r>
            <a:r>
              <a:rPr sz="1700" spc="14" dirty="0">
                <a:latin typeface="Times New Roman"/>
                <a:cs typeface="Times New Roman"/>
              </a:rPr>
              <a:t> </a:t>
            </a:r>
            <a:r>
              <a:rPr sz="1700" spc="-5" dirty="0">
                <a:latin typeface="Times New Roman"/>
                <a:cs typeface="Times New Roman"/>
              </a:rPr>
              <a:t>storage</a:t>
            </a:r>
            <a:r>
              <a:rPr sz="1700" spc="14"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vice</a:t>
            </a:r>
            <a:r>
              <a:rPr sz="1700" spc="12" dirty="0">
                <a:latin typeface="Times New Roman"/>
                <a:cs typeface="Times New Roman"/>
              </a:rPr>
              <a:t> </a:t>
            </a:r>
            <a:r>
              <a:rPr sz="1700" spc="-7" dirty="0">
                <a:latin typeface="Times New Roman"/>
                <a:cs typeface="Times New Roman"/>
              </a:rPr>
              <a:t>a</a:t>
            </a:r>
            <a:r>
              <a:rPr sz="1700" spc="-2" dirty="0">
                <a:latin typeface="Times New Roman"/>
                <a:cs typeface="Times New Roman"/>
              </a:rPr>
              <a:t>t</a:t>
            </a:r>
            <a:r>
              <a:rPr sz="1700" spc="17"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2" dirty="0">
                <a:latin typeface="Times New Roman"/>
                <a:cs typeface="Times New Roman"/>
              </a:rPr>
              <a:t>sa</a:t>
            </a:r>
            <a:r>
              <a:rPr sz="1700" spc="-5" dirty="0">
                <a:latin typeface="Times New Roman"/>
                <a:cs typeface="Times New Roman"/>
              </a:rPr>
              <a:t>me</a:t>
            </a:r>
            <a:r>
              <a:rPr sz="1700" spc="14" dirty="0">
                <a:latin typeface="Times New Roman"/>
                <a:cs typeface="Times New Roman"/>
              </a:rPr>
              <a:t> </a:t>
            </a:r>
            <a:r>
              <a:rPr sz="1700" spc="-2" dirty="0">
                <a:latin typeface="Times New Roman"/>
                <a:cs typeface="Times New Roman"/>
              </a:rPr>
              <a:t>t</a:t>
            </a:r>
            <a:r>
              <a:rPr sz="1700" spc="2" dirty="0">
                <a:latin typeface="Times New Roman"/>
                <a:cs typeface="Times New Roman"/>
              </a:rPr>
              <a:t>i</a:t>
            </a:r>
            <a:r>
              <a:rPr sz="1700" spc="-5" dirty="0">
                <a:latin typeface="Times New Roman"/>
                <a:cs typeface="Times New Roman"/>
              </a:rPr>
              <a:t>me.</a:t>
            </a:r>
            <a:endParaRPr sz="1700" dirty="0">
              <a:latin typeface="Times New Roman"/>
              <a:cs typeface="Times New Roman"/>
            </a:endParaRPr>
          </a:p>
        </p:txBody>
      </p:sp>
    </p:spTree>
    <p:extLst>
      <p:ext uri="{BB962C8B-B14F-4D97-AF65-F5344CB8AC3E}">
        <p14:creationId xmlns:p14="http://schemas.microsoft.com/office/powerpoint/2010/main" val="2561548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DCB2C-CE88-5081-C942-03FC5828666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F38F294-FED7-875E-1DBE-FFA80C403BF5}"/>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47BFF45-C5B2-621B-A635-56428434BC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DF1E195-DB0A-B81F-26EB-6260693C929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8BA570F2-8D2B-AA1C-08D3-8D49D272845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65248C66-032C-8956-94F0-AD6CF5701250}"/>
              </a:ext>
            </a:extLst>
          </p:cNvPr>
          <p:cNvSpPr txBox="1"/>
          <p:nvPr/>
        </p:nvSpPr>
        <p:spPr>
          <a:xfrm>
            <a:off x="1014006" y="819150"/>
            <a:ext cx="7063194" cy="3031599"/>
          </a:xfrm>
          <a:prstGeom prst="rect">
            <a:avLst/>
          </a:prstGeom>
        </p:spPr>
        <p:txBody>
          <a:bodyPr vert="horz" wrap="square" lIns="0" tIns="0" rIns="0" bIns="0" rtlCol="0">
            <a:spAutoFit/>
          </a:bodyPr>
          <a:lstStyle/>
          <a:p>
            <a:pPr marL="291859" marR="2443" indent="-285750" algn="just">
              <a:spcBef>
                <a:spcPts val="404"/>
              </a:spcBef>
              <a:buFont typeface="Arial" panose="020B0604020202020204" pitchFamily="34" charset="0"/>
              <a:buChar char="•"/>
            </a:pPr>
            <a:r>
              <a:rPr sz="1700" spc="-2" dirty="0">
                <a:latin typeface="Times New Roman"/>
                <a:cs typeface="Times New Roman"/>
              </a:rPr>
              <a:t>On</a:t>
            </a:r>
            <a:r>
              <a:rPr sz="1700" dirty="0">
                <a:latin typeface="Times New Roman"/>
                <a:cs typeface="Times New Roman"/>
              </a:rPr>
              <a:t>e</a:t>
            </a:r>
            <a:r>
              <a:rPr sz="1700" spc="12" dirty="0">
                <a:latin typeface="Times New Roman"/>
                <a:cs typeface="Times New Roman"/>
              </a:rPr>
              <a:t> </a:t>
            </a:r>
            <a:r>
              <a:rPr sz="1700" spc="-7" dirty="0">
                <a:latin typeface="Times New Roman"/>
                <a:cs typeface="Times New Roman"/>
              </a:rPr>
              <a:t>a</a:t>
            </a:r>
            <a:r>
              <a:rPr sz="1700" spc="-5" dirty="0">
                <a:latin typeface="Times New Roman"/>
                <a:cs typeface="Times New Roman"/>
              </a:rPr>
              <a:t>dv</a:t>
            </a:r>
            <a:r>
              <a:rPr sz="1700" spc="-7" dirty="0">
                <a:latin typeface="Times New Roman"/>
                <a:cs typeface="Times New Roman"/>
              </a:rPr>
              <a:t>a</a:t>
            </a:r>
            <a:r>
              <a:rPr sz="1700" spc="-2" dirty="0">
                <a:latin typeface="Times New Roman"/>
                <a:cs typeface="Times New Roman"/>
              </a:rPr>
              <a:t>ntag</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2" dirty="0">
                <a:latin typeface="Times New Roman"/>
                <a:cs typeface="Times New Roman"/>
              </a:rPr>
              <a:t>thi</a:t>
            </a:r>
            <a:r>
              <a:rPr sz="1700" dirty="0">
                <a:latin typeface="Times New Roman"/>
                <a:cs typeface="Times New Roman"/>
              </a:rPr>
              <a:t>s</a:t>
            </a:r>
            <a:r>
              <a:rPr sz="1700" spc="-7" dirty="0">
                <a:latin typeface="Times New Roman"/>
                <a:cs typeface="Times New Roman"/>
              </a:rPr>
              <a:t> </a:t>
            </a:r>
            <a:r>
              <a:rPr sz="1700" spc="-2" dirty="0">
                <a:latin typeface="Times New Roman"/>
                <a:cs typeface="Times New Roman"/>
              </a:rPr>
              <a:t>poli</a:t>
            </a:r>
            <a:r>
              <a:rPr sz="1700" spc="-7" dirty="0">
                <a:latin typeface="Times New Roman"/>
                <a:cs typeface="Times New Roman"/>
              </a:rPr>
              <a:t>c</a:t>
            </a:r>
            <a:r>
              <a:rPr sz="1700" dirty="0">
                <a:latin typeface="Times New Roman"/>
                <a:cs typeface="Times New Roman"/>
              </a:rPr>
              <a:t>y</a:t>
            </a:r>
            <a:r>
              <a:rPr sz="1700" spc="-7"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spc="-2" dirty="0">
                <a:latin typeface="Times New Roman"/>
                <a:cs typeface="Times New Roman"/>
              </a:rPr>
              <a:t>that</a:t>
            </a:r>
            <a:r>
              <a:rPr sz="1700" spc="-7" dirty="0">
                <a:latin typeface="Times New Roman"/>
                <a:cs typeface="Times New Roman"/>
              </a:rPr>
              <a:t> </a:t>
            </a:r>
            <a:r>
              <a:rPr sz="1700" spc="-2" dirty="0">
                <a:latin typeface="Times New Roman"/>
                <a:cs typeface="Times New Roman"/>
              </a:rPr>
              <a:t>it</a:t>
            </a:r>
            <a:r>
              <a:rPr sz="1700" spc="-5" dirty="0">
                <a:latin typeface="Times New Roman"/>
                <a:cs typeface="Times New Roman"/>
              </a:rPr>
              <a:t> </a:t>
            </a:r>
            <a:r>
              <a:rPr sz="1700" spc="-7" dirty="0">
                <a:latin typeface="Times New Roman"/>
                <a:cs typeface="Times New Roman"/>
              </a:rPr>
              <a:t>en</a:t>
            </a:r>
            <a:r>
              <a:rPr sz="1700" spc="-2" dirty="0">
                <a:latin typeface="Times New Roman"/>
                <a:cs typeface="Times New Roman"/>
              </a:rPr>
              <a:t>sur</a:t>
            </a:r>
            <a:r>
              <a:rPr sz="1700" spc="-5" dirty="0">
                <a:latin typeface="Times New Roman"/>
                <a:cs typeface="Times New Roman"/>
              </a:rPr>
              <a:t>e</a:t>
            </a:r>
            <a:r>
              <a:rPr sz="1700" dirty="0">
                <a:latin typeface="Times New Roman"/>
                <a:cs typeface="Times New Roman"/>
              </a:rPr>
              <a:t>s</a:t>
            </a:r>
            <a:r>
              <a:rPr sz="1700" spc="-7" dirty="0">
                <a:latin typeface="Times New Roman"/>
                <a:cs typeface="Times New Roman"/>
              </a:rPr>
              <a:t>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mation</a:t>
            </a:r>
            <a:r>
              <a:rPr sz="1700" spc="-7" dirty="0">
                <a:latin typeface="Times New Roman"/>
                <a:cs typeface="Times New Roman"/>
              </a:rPr>
              <a:t> wil</a:t>
            </a:r>
            <a:r>
              <a:rPr sz="1700" spc="-2" dirty="0">
                <a:latin typeface="Times New Roman"/>
                <a:cs typeface="Times New Roman"/>
              </a:rPr>
              <a:t>l</a:t>
            </a:r>
            <a:r>
              <a:rPr sz="1700" spc="-5" dirty="0">
                <a:latin typeface="Times New Roman"/>
                <a:cs typeface="Times New Roman"/>
              </a:rPr>
              <a:t> be</a:t>
            </a:r>
            <a:r>
              <a:rPr sz="1700" spc="-10" dirty="0">
                <a:latin typeface="Times New Roman"/>
                <a:cs typeface="Times New Roman"/>
              </a:rPr>
              <a:t> </a:t>
            </a:r>
            <a:r>
              <a:rPr sz="1700" spc="-5" dirty="0">
                <a:latin typeface="Times New Roman"/>
                <a:cs typeface="Times New Roman"/>
              </a:rPr>
              <a:t>store</a:t>
            </a:r>
            <a:r>
              <a:rPr sz="1700" dirty="0">
                <a:latin typeface="Times New Roman"/>
                <a:cs typeface="Times New Roman"/>
              </a:rPr>
              <a:t>d</a:t>
            </a:r>
            <a:r>
              <a:rPr sz="1700" spc="-7" dirty="0">
                <a:latin typeface="Times New Roman"/>
                <a:cs typeface="Times New Roman"/>
              </a:rPr>
              <a:t> </a:t>
            </a:r>
            <a:r>
              <a:rPr sz="1700" spc="-2" dirty="0">
                <a:latin typeface="Times New Roman"/>
                <a:cs typeface="Times New Roman"/>
              </a:rPr>
              <a:t>saf</a:t>
            </a:r>
            <a:r>
              <a:rPr sz="1700" spc="-10" dirty="0">
                <a:latin typeface="Times New Roman"/>
                <a:cs typeface="Times New Roman"/>
              </a:rPr>
              <a:t>e</a:t>
            </a:r>
            <a:r>
              <a:rPr sz="1700" spc="-2" dirty="0">
                <a:latin typeface="Times New Roman"/>
                <a:cs typeface="Times New Roman"/>
              </a:rPr>
              <a:t>ly</a:t>
            </a:r>
            <a:r>
              <a:rPr sz="1700" spc="-5" dirty="0">
                <a:latin typeface="Times New Roman"/>
                <a:cs typeface="Times New Roman"/>
              </a:rPr>
              <a:t> </a:t>
            </a:r>
            <a:r>
              <a:rPr sz="1700" spc="2" dirty="0">
                <a:latin typeface="Times New Roman"/>
                <a:cs typeface="Times New Roman"/>
              </a:rPr>
              <a:t>w</a:t>
            </a:r>
            <a:r>
              <a:rPr sz="1700" spc="-2" dirty="0">
                <a:latin typeface="Times New Roman"/>
                <a:cs typeface="Times New Roman"/>
              </a:rPr>
              <a:t>ithout</a:t>
            </a:r>
            <a:r>
              <a:rPr sz="1700" spc="-5" dirty="0">
                <a:latin typeface="Times New Roman"/>
                <a:cs typeface="Times New Roman"/>
              </a:rPr>
              <a:t> </a:t>
            </a:r>
            <a:r>
              <a:rPr sz="1700" dirty="0">
                <a:latin typeface="Times New Roman"/>
                <a:cs typeface="Times New Roman"/>
              </a:rPr>
              <a:t>risk</a:t>
            </a:r>
            <a:r>
              <a:rPr sz="1700" spc="-2"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7" dirty="0">
                <a:latin typeface="Times New Roman"/>
                <a:cs typeface="Times New Roman"/>
              </a:rPr>
              <a:t> </a:t>
            </a:r>
            <a:r>
              <a:rPr sz="1700" dirty="0">
                <a:latin typeface="Times New Roman"/>
                <a:cs typeface="Times New Roman"/>
              </a:rPr>
              <a:t>loss. </a:t>
            </a:r>
            <a:r>
              <a:rPr sz="1700" spc="-10" dirty="0">
                <a:latin typeface="Times New Roman"/>
                <a:cs typeface="Times New Roman"/>
              </a:rPr>
              <a:t>I</a:t>
            </a:r>
            <a:r>
              <a:rPr sz="1700" dirty="0">
                <a:latin typeface="Times New Roman"/>
                <a:cs typeface="Times New Roman"/>
              </a:rPr>
              <a:t>f</a:t>
            </a:r>
            <a:r>
              <a:rPr sz="1700" spc="-10" dirty="0">
                <a:latin typeface="Times New Roman"/>
                <a:cs typeface="Times New Roman"/>
              </a:rPr>
              <a:t> </a:t>
            </a:r>
            <a:r>
              <a:rPr sz="1700" spc="-2" dirty="0">
                <a:latin typeface="Times New Roman"/>
                <a:cs typeface="Times New Roman"/>
              </a:rPr>
              <a:t>the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19" dirty="0">
                <a:latin typeface="Times New Roman"/>
                <a:cs typeface="Times New Roman"/>
              </a:rPr>
              <a:t> </a:t>
            </a:r>
            <a:r>
              <a:rPr sz="1700" spc="-2" dirty="0">
                <a:latin typeface="Times New Roman"/>
                <a:cs typeface="Times New Roman"/>
              </a:rPr>
              <a:t>cr</a:t>
            </a:r>
            <a:r>
              <a:rPr sz="1700" spc="-10" dirty="0">
                <a:latin typeface="Times New Roman"/>
                <a:cs typeface="Times New Roman"/>
              </a:rPr>
              <a:t>a</a:t>
            </a:r>
            <a:r>
              <a:rPr sz="1700" spc="-2" dirty="0">
                <a:latin typeface="Times New Roman"/>
                <a:cs typeface="Times New Roman"/>
              </a:rPr>
              <a:t>she</a:t>
            </a:r>
            <a:r>
              <a:rPr sz="1700" dirty="0">
                <a:latin typeface="Times New Roman"/>
                <a:cs typeface="Times New Roman"/>
              </a:rPr>
              <a:t>s</a:t>
            </a:r>
            <a:r>
              <a:rPr sz="1700" spc="-12" dirty="0">
                <a:latin typeface="Times New Roman"/>
                <a:cs typeface="Times New Roman"/>
              </a:rPr>
              <a:t> </a:t>
            </a:r>
            <a:r>
              <a:rPr sz="1700" dirty="0">
                <a:latin typeface="Times New Roman"/>
                <a:cs typeface="Times New Roman"/>
              </a:rPr>
              <a:t>or</a:t>
            </a:r>
            <a:r>
              <a:rPr sz="1700" spc="-19"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p</a:t>
            </a:r>
            <a:r>
              <a:rPr sz="1700" dirty="0">
                <a:latin typeface="Times New Roman"/>
                <a:cs typeface="Times New Roman"/>
              </a:rPr>
              <a:t>ow</a:t>
            </a:r>
            <a:r>
              <a:rPr sz="1700" spc="-5" dirty="0">
                <a:latin typeface="Times New Roman"/>
                <a:cs typeface="Times New Roman"/>
              </a:rPr>
              <a:t>e</a:t>
            </a:r>
            <a:r>
              <a:rPr sz="1700" dirty="0">
                <a:latin typeface="Times New Roman"/>
                <a:cs typeface="Times New Roman"/>
              </a:rPr>
              <a:t>r</a:t>
            </a:r>
            <a:r>
              <a:rPr sz="1700" spc="-19" dirty="0">
                <a:latin typeface="Times New Roman"/>
                <a:cs typeface="Times New Roman"/>
              </a:rPr>
              <a:t> </a:t>
            </a:r>
            <a:r>
              <a:rPr sz="1700" dirty="0">
                <a:latin typeface="Times New Roman"/>
                <a:cs typeface="Times New Roman"/>
              </a:rPr>
              <a:t>g</a:t>
            </a:r>
            <a:r>
              <a:rPr sz="1700" spc="5" dirty="0">
                <a:latin typeface="Times New Roman"/>
                <a:cs typeface="Times New Roman"/>
              </a:rPr>
              <a:t>o</a:t>
            </a:r>
            <a:r>
              <a:rPr sz="1700" spc="-7" dirty="0">
                <a:latin typeface="Times New Roman"/>
                <a:cs typeface="Times New Roman"/>
              </a:rPr>
              <a:t>e</a:t>
            </a:r>
            <a:r>
              <a:rPr sz="1700" dirty="0">
                <a:latin typeface="Times New Roman"/>
                <a:cs typeface="Times New Roman"/>
              </a:rPr>
              <a:t>s</a:t>
            </a:r>
            <a:r>
              <a:rPr sz="1700" spc="-17" dirty="0">
                <a:latin typeface="Times New Roman"/>
                <a:cs typeface="Times New Roman"/>
              </a:rPr>
              <a:t> </a:t>
            </a:r>
            <a:r>
              <a:rPr sz="1700" spc="-2" dirty="0">
                <a:latin typeface="Times New Roman"/>
                <a:cs typeface="Times New Roman"/>
              </a:rPr>
              <a:t>out,</a:t>
            </a:r>
            <a:r>
              <a:rPr sz="1700" spc="-17"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4"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n</a:t>
            </a:r>
            <a:r>
              <a:rPr sz="1700" spc="-19" dirty="0">
                <a:latin typeface="Times New Roman"/>
                <a:cs typeface="Times New Roman"/>
              </a:rPr>
              <a:t> </a:t>
            </a:r>
            <a:r>
              <a:rPr sz="1700" spc="-5" dirty="0">
                <a:latin typeface="Times New Roman"/>
                <a:cs typeface="Times New Roman"/>
              </a:rPr>
              <a:t>s</a:t>
            </a:r>
            <a:r>
              <a:rPr sz="1700" dirty="0">
                <a:latin typeface="Times New Roman"/>
                <a:cs typeface="Times New Roman"/>
              </a:rPr>
              <a:t>t</a:t>
            </a:r>
            <a:r>
              <a:rPr sz="1700" spc="-2" dirty="0">
                <a:latin typeface="Times New Roman"/>
                <a:cs typeface="Times New Roman"/>
              </a:rPr>
              <a:t>ill</a:t>
            </a:r>
            <a:r>
              <a:rPr sz="1700" spc="-17" dirty="0">
                <a:latin typeface="Times New Roman"/>
                <a:cs typeface="Times New Roman"/>
              </a:rPr>
              <a:t> </a:t>
            </a:r>
            <a:r>
              <a:rPr sz="1700" spc="-5" dirty="0">
                <a:latin typeface="Times New Roman"/>
                <a:cs typeface="Times New Roman"/>
              </a:rPr>
              <a:t>be</a:t>
            </a:r>
            <a:r>
              <a:rPr sz="1700" spc="-2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c</a:t>
            </a:r>
            <a:r>
              <a:rPr sz="1700" dirty="0">
                <a:latin typeface="Times New Roman"/>
                <a:cs typeface="Times New Roman"/>
              </a:rPr>
              <a:t>o</a:t>
            </a:r>
            <a:r>
              <a:rPr sz="1700" spc="5" dirty="0">
                <a:latin typeface="Times New Roman"/>
                <a:cs typeface="Times New Roman"/>
              </a:rPr>
              <a:t>v</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d</a:t>
            </a:r>
            <a:r>
              <a:rPr sz="1700" spc="-14" dirty="0">
                <a:latin typeface="Times New Roman"/>
                <a:cs typeface="Times New Roman"/>
              </a:rPr>
              <a:t> </a:t>
            </a:r>
            <a:r>
              <a:rPr sz="1700" spc="-7" dirty="0">
                <a:latin typeface="Times New Roman"/>
                <a:cs typeface="Times New Roman"/>
              </a:rPr>
              <a:t>withou</a:t>
            </a:r>
            <a:r>
              <a:rPr sz="1700" spc="-2" dirty="0">
                <a:latin typeface="Times New Roman"/>
                <a:cs typeface="Times New Roman"/>
              </a:rPr>
              <a:t>t</a:t>
            </a:r>
            <a:r>
              <a:rPr sz="1700" spc="-17" dirty="0">
                <a:latin typeface="Times New Roman"/>
                <a:cs typeface="Times New Roman"/>
              </a:rPr>
              <a:t> </a:t>
            </a:r>
            <a:r>
              <a:rPr sz="1700" dirty="0">
                <a:latin typeface="Times New Roman"/>
                <a:cs typeface="Times New Roman"/>
              </a:rPr>
              <a:t>iss</a:t>
            </a:r>
            <a:r>
              <a:rPr sz="1700" spc="-5" dirty="0">
                <a:latin typeface="Times New Roman"/>
                <a:cs typeface="Times New Roman"/>
              </a:rPr>
              <a:t>u</a:t>
            </a:r>
            <a:r>
              <a:rPr sz="1700" spc="-7" dirty="0">
                <a:latin typeface="Times New Roman"/>
                <a:cs typeface="Times New Roman"/>
              </a:rPr>
              <a:t>e</a:t>
            </a:r>
            <a:r>
              <a:rPr sz="1700" dirty="0">
                <a:latin typeface="Times New Roman"/>
                <a:cs typeface="Times New Roman"/>
              </a:rPr>
              <a:t>.</a:t>
            </a:r>
            <a:endParaRPr lang="en-US" sz="1700" dirty="0">
              <a:latin typeface="Times New Roman"/>
              <a:cs typeface="Times New Roman"/>
            </a:endParaRPr>
          </a:p>
          <a:p>
            <a:pPr marL="291859" marR="2443" indent="-285750" algn="just">
              <a:spcBef>
                <a:spcPts val="404"/>
              </a:spcBef>
              <a:buFont typeface="Arial" panose="020B0604020202020204" pitchFamily="34" charset="0"/>
              <a:buChar char="•"/>
            </a:pPr>
            <a:r>
              <a:rPr sz="1700" spc="-5" dirty="0">
                <a:latin typeface="Times New Roman"/>
                <a:cs typeface="Times New Roman"/>
              </a:rPr>
              <a:t>To</a:t>
            </a:r>
            <a:r>
              <a:rPr sz="1700" spc="-19" dirty="0">
                <a:latin typeface="Times New Roman"/>
                <a:cs typeface="Times New Roman"/>
              </a:rPr>
              <a:t> </a:t>
            </a:r>
            <a:r>
              <a:rPr sz="1700" spc="-5" dirty="0">
                <a:latin typeface="Times New Roman"/>
                <a:cs typeface="Times New Roman"/>
              </a:rPr>
              <a:t>k</a:t>
            </a:r>
            <a:r>
              <a:rPr sz="1700" spc="-2" dirty="0">
                <a:latin typeface="Times New Roman"/>
                <a:cs typeface="Times New Roman"/>
              </a:rPr>
              <a:t>e</a:t>
            </a:r>
            <a:r>
              <a:rPr sz="1700" spc="-7" dirty="0">
                <a:latin typeface="Times New Roman"/>
                <a:cs typeface="Times New Roman"/>
              </a:rPr>
              <a:t>e</a:t>
            </a:r>
            <a:r>
              <a:rPr sz="1700" dirty="0">
                <a:latin typeface="Times New Roman"/>
                <a:cs typeface="Times New Roman"/>
              </a:rPr>
              <a:t>p</a:t>
            </a:r>
            <a:r>
              <a:rPr sz="1700" spc="-19"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t</a:t>
            </a:r>
            <a:r>
              <a:rPr sz="1700" spc="-5" dirty="0">
                <a:latin typeface="Times New Roman"/>
                <a:cs typeface="Times New Roman"/>
              </a:rPr>
              <a:t>a</a:t>
            </a:r>
            <a:r>
              <a:rPr sz="1700" spc="-2" dirty="0">
                <a:latin typeface="Times New Roman"/>
                <a:cs typeface="Times New Roman"/>
              </a:rPr>
              <a:t> saf</a:t>
            </a:r>
            <a:r>
              <a:rPr sz="1700" spc="-10" dirty="0">
                <a:latin typeface="Times New Roman"/>
                <a:cs typeface="Times New Roman"/>
              </a:rPr>
              <a:t>e</a:t>
            </a:r>
            <a:r>
              <a:rPr sz="1700" dirty="0">
                <a:latin typeface="Times New Roman"/>
                <a:cs typeface="Times New Roman"/>
              </a:rPr>
              <a:t>,</a:t>
            </a:r>
            <a:r>
              <a:rPr sz="1700" spc="-7" dirty="0">
                <a:latin typeface="Times New Roman"/>
                <a:cs typeface="Times New Roman"/>
              </a:rPr>
              <a:t> </a:t>
            </a:r>
            <a:r>
              <a:rPr sz="1700" spc="-2" dirty="0">
                <a:latin typeface="Times New Roman"/>
                <a:cs typeface="Times New Roman"/>
              </a:rPr>
              <a:t>thi</a:t>
            </a:r>
            <a:r>
              <a:rPr sz="1700" dirty="0">
                <a:latin typeface="Times New Roman"/>
                <a:cs typeface="Times New Roman"/>
              </a:rPr>
              <a:t>s</a:t>
            </a:r>
            <a:r>
              <a:rPr sz="1700" spc="-7" dirty="0">
                <a:latin typeface="Times New Roman"/>
                <a:cs typeface="Times New Roman"/>
              </a:rPr>
              <a:t> </a:t>
            </a:r>
            <a:r>
              <a:rPr sz="1700" spc="-2" dirty="0">
                <a:latin typeface="Times New Roman"/>
                <a:cs typeface="Times New Roman"/>
              </a:rPr>
              <a:t>poli</a:t>
            </a:r>
            <a:r>
              <a:rPr sz="1700" spc="-7" dirty="0">
                <a:latin typeface="Times New Roman"/>
                <a:cs typeface="Times New Roman"/>
              </a:rPr>
              <a:t>c</a:t>
            </a:r>
            <a:r>
              <a:rPr sz="1700" dirty="0">
                <a:latin typeface="Times New Roman"/>
                <a:cs typeface="Times New Roman"/>
              </a:rPr>
              <a:t>y</a:t>
            </a:r>
            <a:r>
              <a:rPr sz="1700" spc="-7"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7" dirty="0">
                <a:latin typeface="Times New Roman"/>
                <a:cs typeface="Times New Roman"/>
              </a:rPr>
              <a:t> </a:t>
            </a:r>
            <a:r>
              <a:rPr sz="1700" spc="-2" dirty="0">
                <a:latin typeface="Times New Roman"/>
                <a:cs typeface="Times New Roman"/>
              </a:rPr>
              <a:t>to</a:t>
            </a:r>
            <a:r>
              <a:rPr sz="1700" spc="-5" dirty="0">
                <a:latin typeface="Times New Roman"/>
                <a:cs typeface="Times New Roman"/>
              </a:rPr>
              <a:t> </a:t>
            </a:r>
            <a:r>
              <a:rPr sz="1700" spc="5" dirty="0">
                <a:latin typeface="Times New Roman"/>
                <a:cs typeface="Times New Roman"/>
              </a:rPr>
              <a:t>p</a:t>
            </a:r>
            <a:r>
              <a:rPr sz="1700" spc="-2" dirty="0">
                <a:latin typeface="Times New Roman"/>
                <a:cs typeface="Times New Roman"/>
              </a:rPr>
              <a:t>e</a:t>
            </a:r>
            <a:r>
              <a:rPr sz="1700" dirty="0">
                <a:latin typeface="Times New Roman"/>
                <a:cs typeface="Times New Roman"/>
              </a:rPr>
              <a:t>r</a:t>
            </a:r>
            <a:r>
              <a:rPr sz="1700" spc="-5" dirty="0">
                <a:latin typeface="Times New Roman"/>
                <a:cs typeface="Times New Roman"/>
              </a:rPr>
              <a:t>form</a:t>
            </a:r>
            <a:r>
              <a:rPr sz="1700" spc="-7" dirty="0">
                <a:latin typeface="Times New Roman"/>
                <a:cs typeface="Times New Roman"/>
              </a:rPr>
              <a:t> 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ry</a:t>
            </a:r>
            <a:r>
              <a:rPr sz="1700" spc="-10" dirty="0">
                <a:latin typeface="Times New Roman"/>
                <a:cs typeface="Times New Roman"/>
              </a:rPr>
              <a:t> </a:t>
            </a:r>
            <a:r>
              <a:rPr sz="1700" spc="2" dirty="0">
                <a:latin typeface="Times New Roman"/>
                <a:cs typeface="Times New Roman"/>
              </a:rPr>
              <a:t>w</a:t>
            </a:r>
            <a:r>
              <a:rPr sz="1700" spc="-2" dirty="0">
                <a:latin typeface="Times New Roman"/>
                <a:cs typeface="Times New Roman"/>
              </a:rPr>
              <a:t>rite</a:t>
            </a:r>
            <a:r>
              <a:rPr sz="1700" spc="-7"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7" dirty="0">
                <a:latin typeface="Times New Roman"/>
                <a:cs typeface="Times New Roman"/>
              </a:rPr>
              <a:t> </a:t>
            </a:r>
            <a:r>
              <a:rPr sz="1700" spc="-5" dirty="0">
                <a:latin typeface="Times New Roman"/>
                <a:cs typeface="Times New Roman"/>
              </a:rPr>
              <a:t>twic</a:t>
            </a:r>
            <a:r>
              <a:rPr sz="1700" spc="-10" dirty="0">
                <a:latin typeface="Times New Roman"/>
                <a:cs typeface="Times New Roman"/>
              </a:rPr>
              <a:t>e</a:t>
            </a:r>
            <a:r>
              <a:rPr sz="1700" dirty="0">
                <a:latin typeface="Times New Roman"/>
                <a:cs typeface="Times New Roman"/>
              </a:rPr>
              <a:t>.</a:t>
            </a:r>
            <a:r>
              <a:rPr sz="1700" spc="-7" dirty="0">
                <a:latin typeface="Times New Roman"/>
                <a:cs typeface="Times New Roman"/>
              </a:rPr>
              <a:t> </a:t>
            </a:r>
            <a:r>
              <a:rPr sz="1700" spc="-5" dirty="0">
                <a:latin typeface="Times New Roman"/>
                <a:cs typeface="Times New Roman"/>
              </a:rPr>
              <a:t>The</a:t>
            </a:r>
            <a:r>
              <a:rPr sz="1700" spc="-10" dirty="0">
                <a:latin typeface="Times New Roman"/>
                <a:cs typeface="Times New Roman"/>
              </a:rPr>
              <a:t> </a:t>
            </a:r>
            <a:r>
              <a:rPr sz="1700" spc="5" dirty="0">
                <a:latin typeface="Times New Roman"/>
                <a:cs typeface="Times New Roman"/>
              </a:rPr>
              <a:t>p</a:t>
            </a:r>
            <a:r>
              <a:rPr sz="1700" dirty="0">
                <a:latin typeface="Times New Roman"/>
                <a:cs typeface="Times New Roman"/>
              </a:rPr>
              <a:t>rog</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m </a:t>
            </a:r>
            <a:r>
              <a:rPr sz="1700" spc="5" dirty="0">
                <a:latin typeface="Times New Roman"/>
                <a:cs typeface="Times New Roman"/>
              </a:rPr>
              <a:t>o</a:t>
            </a:r>
            <a:r>
              <a:rPr sz="1700" dirty="0">
                <a:latin typeface="Times New Roman"/>
                <a:cs typeface="Times New Roman"/>
              </a:rPr>
              <a:t>r</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ppli</a:t>
            </a:r>
            <a:r>
              <a:rPr sz="1700" spc="-7" dirty="0">
                <a:latin typeface="Times New Roman"/>
                <a:cs typeface="Times New Roman"/>
              </a:rPr>
              <a:t>ca</a:t>
            </a:r>
            <a:r>
              <a:rPr sz="1700" spc="-2" dirty="0">
                <a:latin typeface="Times New Roman"/>
                <a:cs typeface="Times New Roman"/>
              </a:rPr>
              <a:t>ti</a:t>
            </a:r>
            <a:r>
              <a:rPr sz="1700" dirty="0">
                <a:latin typeface="Times New Roman"/>
                <a:cs typeface="Times New Roman"/>
              </a:rPr>
              <a:t>on</a:t>
            </a:r>
            <a:r>
              <a:rPr sz="1700" spc="-7" dirty="0">
                <a:latin typeface="Times New Roman"/>
                <a:cs typeface="Times New Roman"/>
              </a:rPr>
              <a:t> </a:t>
            </a:r>
            <a:r>
              <a:rPr sz="1700" spc="-2" dirty="0">
                <a:latin typeface="Times New Roman"/>
                <a:cs typeface="Times New Roman"/>
              </a:rPr>
              <a:t>that</a:t>
            </a:r>
            <a:r>
              <a:rPr sz="1700" spc="-7" dirty="0">
                <a:latin typeface="Times New Roman"/>
                <a:cs typeface="Times New Roman"/>
              </a:rPr>
              <a:t> </a:t>
            </a:r>
            <a:r>
              <a:rPr sz="1700" spc="-2" dirty="0">
                <a:latin typeface="Times New Roman"/>
                <a:cs typeface="Times New Roman"/>
              </a:rPr>
              <a:t>is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ing</a:t>
            </a:r>
            <a:r>
              <a:rPr sz="1700" spc="-24"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24" dirty="0">
                <a:latin typeface="Times New Roman"/>
                <a:cs typeface="Times New Roman"/>
              </a:rPr>
              <a:t> </a:t>
            </a:r>
            <a:r>
              <a:rPr sz="1700" spc="-5" dirty="0">
                <a:latin typeface="Times New Roman"/>
                <a:cs typeface="Times New Roman"/>
              </a:rPr>
              <a:t>must</a:t>
            </a:r>
            <a:r>
              <a:rPr sz="1700" spc="-22" dirty="0">
                <a:latin typeface="Times New Roman"/>
                <a:cs typeface="Times New Roman"/>
              </a:rPr>
              <a:t> </a:t>
            </a:r>
            <a:r>
              <a:rPr sz="1700" spc="-2" dirty="0">
                <a:latin typeface="Times New Roman"/>
                <a:cs typeface="Times New Roman"/>
              </a:rPr>
              <a:t>w</a:t>
            </a:r>
            <a:r>
              <a:rPr sz="1700" spc="-5" dirty="0">
                <a:latin typeface="Times New Roman"/>
                <a:cs typeface="Times New Roman"/>
              </a:rPr>
              <a:t>a</a:t>
            </a:r>
            <a:r>
              <a:rPr sz="1700" spc="-2" dirty="0">
                <a:latin typeface="Times New Roman"/>
                <a:cs typeface="Times New Roman"/>
              </a:rPr>
              <a:t>it</a:t>
            </a:r>
            <a:r>
              <a:rPr sz="1700" spc="-22" dirty="0">
                <a:latin typeface="Times New Roman"/>
                <a:cs typeface="Times New Roman"/>
              </a:rPr>
              <a:t> </a:t>
            </a:r>
            <a:r>
              <a:rPr sz="1700" spc="-2" dirty="0">
                <a:latin typeface="Times New Roman"/>
                <a:cs typeface="Times New Roman"/>
              </a:rPr>
              <a:t>until</a:t>
            </a:r>
            <a:r>
              <a:rPr sz="1700" spc="-24" dirty="0">
                <a:latin typeface="Times New Roman"/>
                <a:cs typeface="Times New Roman"/>
              </a:rPr>
              <a:t> </a:t>
            </a:r>
            <a:r>
              <a:rPr sz="1700" spc="-2" dirty="0">
                <a:latin typeface="Times New Roman"/>
                <a:cs typeface="Times New Roman"/>
              </a:rPr>
              <a:t>the</a:t>
            </a:r>
            <a:r>
              <a:rPr sz="1700" spc="-2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26"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24" dirty="0">
                <a:latin typeface="Times New Roman"/>
                <a:cs typeface="Times New Roman"/>
              </a:rPr>
              <a:t> </a:t>
            </a:r>
            <a:r>
              <a:rPr sz="1700" spc="-5" dirty="0">
                <a:latin typeface="Times New Roman"/>
                <a:cs typeface="Times New Roman"/>
              </a:rPr>
              <a:t>b</a:t>
            </a:r>
            <a:r>
              <a:rPr sz="1700" spc="-2" dirty="0">
                <a:latin typeface="Times New Roman"/>
                <a:cs typeface="Times New Roman"/>
              </a:rPr>
              <a:t>e</a:t>
            </a:r>
            <a:r>
              <a:rPr sz="1700" spc="-7" dirty="0">
                <a:latin typeface="Times New Roman"/>
                <a:cs typeface="Times New Roman"/>
              </a:rPr>
              <a:t>e</a:t>
            </a:r>
            <a:r>
              <a:rPr sz="1700" dirty="0">
                <a:latin typeface="Times New Roman"/>
                <a:cs typeface="Times New Roman"/>
              </a:rPr>
              <a:t>n</a:t>
            </a:r>
            <a:r>
              <a:rPr sz="1700" spc="-24" dirty="0">
                <a:latin typeface="Times New Roman"/>
                <a:cs typeface="Times New Roman"/>
              </a:rPr>
              <a:t> </a:t>
            </a:r>
            <a:r>
              <a:rPr sz="1700" spc="-2" dirty="0">
                <a:latin typeface="Times New Roman"/>
                <a:cs typeface="Times New Roman"/>
              </a:rPr>
              <a:t>w</a:t>
            </a:r>
            <a:r>
              <a:rPr sz="1700" spc="-5" dirty="0">
                <a:latin typeface="Times New Roman"/>
                <a:cs typeface="Times New Roman"/>
              </a:rPr>
              <a:t>r</a:t>
            </a:r>
            <a:r>
              <a:rPr sz="1700" spc="-2" dirty="0">
                <a:latin typeface="Times New Roman"/>
                <a:cs typeface="Times New Roman"/>
              </a:rPr>
              <a:t>itte</a:t>
            </a:r>
            <a:r>
              <a:rPr sz="1700" dirty="0">
                <a:latin typeface="Times New Roman"/>
                <a:cs typeface="Times New Roman"/>
              </a:rPr>
              <a:t>n</a:t>
            </a:r>
            <a:r>
              <a:rPr sz="1700" spc="-24" dirty="0">
                <a:latin typeface="Times New Roman"/>
                <a:cs typeface="Times New Roman"/>
              </a:rPr>
              <a:t> </a:t>
            </a:r>
            <a:r>
              <a:rPr sz="1700" spc="-2" dirty="0">
                <a:latin typeface="Times New Roman"/>
                <a:cs typeface="Times New Roman"/>
              </a:rPr>
              <a:t>to</a:t>
            </a:r>
            <a:r>
              <a:rPr sz="1700" spc="-24" dirty="0">
                <a:latin typeface="Times New Roman"/>
                <a:cs typeface="Times New Roman"/>
              </a:rPr>
              <a:t> </a:t>
            </a:r>
            <a:r>
              <a:rPr sz="1700" spc="-5" dirty="0">
                <a:latin typeface="Times New Roman"/>
                <a:cs typeface="Times New Roman"/>
              </a:rPr>
              <a:t>both</a:t>
            </a:r>
            <a:r>
              <a:rPr sz="1700" spc="-24"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7" dirty="0">
                <a:latin typeface="Times New Roman"/>
                <a:cs typeface="Times New Roman"/>
              </a:rPr>
              <a:t>cac</a:t>
            </a:r>
            <a:r>
              <a:rPr sz="1700" spc="-5" dirty="0">
                <a:latin typeface="Times New Roman"/>
                <a:cs typeface="Times New Roman"/>
              </a:rPr>
              <a:t>he</a:t>
            </a:r>
            <a:r>
              <a:rPr sz="1700" spc="-2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4" dirty="0">
                <a:latin typeface="Times New Roman"/>
                <a:cs typeface="Times New Roman"/>
              </a:rPr>
              <a:t> </a:t>
            </a:r>
            <a:r>
              <a:rPr sz="1700" spc="-5" dirty="0">
                <a:latin typeface="Times New Roman"/>
                <a:cs typeface="Times New Roman"/>
              </a:rPr>
              <a:t>storage</a:t>
            </a:r>
            <a:r>
              <a:rPr sz="1700" spc="-26"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5" dirty="0">
                <a:latin typeface="Times New Roman"/>
                <a:cs typeface="Times New Roman"/>
              </a:rPr>
              <a:t>v</a:t>
            </a:r>
            <a:r>
              <a:rPr sz="1700" dirty="0">
                <a:latin typeface="Times New Roman"/>
                <a:cs typeface="Times New Roman"/>
              </a:rPr>
              <a:t>i</a:t>
            </a:r>
            <a:r>
              <a:rPr sz="1700" spc="-7" dirty="0">
                <a:latin typeface="Times New Roman"/>
                <a:cs typeface="Times New Roman"/>
              </a:rPr>
              <a:t>c</a:t>
            </a:r>
            <a:r>
              <a:rPr sz="1700" spc="-5" dirty="0">
                <a:latin typeface="Times New Roman"/>
                <a:cs typeface="Times New Roman"/>
              </a:rPr>
              <a:t>e</a:t>
            </a:r>
            <a:r>
              <a:rPr sz="1700" spc="-26" dirty="0">
                <a:latin typeface="Times New Roman"/>
                <a:cs typeface="Times New Roman"/>
              </a:rPr>
              <a:t> </a:t>
            </a:r>
            <a:r>
              <a:rPr sz="1700" spc="-5" dirty="0">
                <a:latin typeface="Times New Roman"/>
                <a:cs typeface="Times New Roman"/>
              </a:rPr>
              <a:t>b</a:t>
            </a:r>
            <a:r>
              <a:rPr sz="1700" spc="-2" dirty="0">
                <a:latin typeface="Times New Roman"/>
                <a:cs typeface="Times New Roman"/>
              </a:rPr>
              <a:t>e</a:t>
            </a:r>
            <a:r>
              <a:rPr sz="1700" dirty="0">
                <a:latin typeface="Times New Roman"/>
                <a:cs typeface="Times New Roman"/>
              </a:rPr>
              <a:t>fo</a:t>
            </a:r>
            <a:r>
              <a:rPr sz="1700" spc="-5" dirty="0">
                <a:latin typeface="Times New Roman"/>
                <a:cs typeface="Times New Roman"/>
              </a:rPr>
              <a:t>re</a:t>
            </a:r>
            <a:r>
              <a:rPr sz="1700" spc="-2" dirty="0">
                <a:latin typeface="Times New Roman"/>
                <a:cs typeface="Times New Roman"/>
              </a:rPr>
              <a:t> it</a:t>
            </a:r>
            <a:r>
              <a:rPr sz="1700" spc="24" dirty="0">
                <a:latin typeface="Times New Roman"/>
                <a:cs typeface="Times New Roman"/>
              </a:rPr>
              <a:t> </a:t>
            </a:r>
            <a:r>
              <a:rPr sz="1700" spc="-7" dirty="0">
                <a:latin typeface="Times New Roman"/>
                <a:cs typeface="Times New Roman"/>
              </a:rPr>
              <a:t>ca</a:t>
            </a:r>
            <a:r>
              <a:rPr sz="1700" dirty="0">
                <a:latin typeface="Times New Roman"/>
                <a:cs typeface="Times New Roman"/>
              </a:rPr>
              <a:t>n</a:t>
            </a:r>
            <a:r>
              <a:rPr sz="1700" spc="22" dirty="0">
                <a:latin typeface="Times New Roman"/>
                <a:cs typeface="Times New Roman"/>
              </a:rPr>
              <a:t> </a:t>
            </a:r>
            <a:r>
              <a:rPr sz="1700" spc="-5" dirty="0">
                <a:latin typeface="Times New Roman"/>
                <a:cs typeface="Times New Roman"/>
              </a:rPr>
              <a:t>proc</a:t>
            </a:r>
            <a:r>
              <a:rPr sz="1700" spc="-7" dirty="0">
                <a:latin typeface="Times New Roman"/>
                <a:cs typeface="Times New Roman"/>
              </a:rPr>
              <a:t>ee</a:t>
            </a:r>
            <a:r>
              <a:rPr sz="1700" dirty="0">
                <a:latin typeface="Times New Roman"/>
                <a:cs typeface="Times New Roman"/>
              </a:rPr>
              <a:t>d.</a:t>
            </a:r>
            <a:endParaRPr lang="en-US" sz="1700" spc="22" dirty="0">
              <a:latin typeface="Times New Roman"/>
              <a:cs typeface="Times New Roman"/>
            </a:endParaRPr>
          </a:p>
          <a:p>
            <a:pPr marL="291859" marR="2443" indent="-285750" algn="just">
              <a:spcBef>
                <a:spcPts val="404"/>
              </a:spcBef>
              <a:buFont typeface="Arial" panose="020B0604020202020204" pitchFamily="34" charset="0"/>
              <a:buChar char="•"/>
            </a:pPr>
            <a:r>
              <a:rPr sz="1700" spc="-5" dirty="0">
                <a:latin typeface="Times New Roman"/>
                <a:cs typeface="Times New Roman"/>
              </a:rPr>
              <a:t>This</a:t>
            </a:r>
            <a:r>
              <a:rPr sz="1700" spc="29" dirty="0">
                <a:latin typeface="Times New Roman"/>
                <a:cs typeface="Times New Roman"/>
              </a:rPr>
              <a:t> </a:t>
            </a:r>
            <a:r>
              <a:rPr sz="1700" spc="-7" dirty="0">
                <a:latin typeface="Times New Roman"/>
                <a:cs typeface="Times New Roman"/>
              </a:rPr>
              <a:t>c</a:t>
            </a:r>
            <a:r>
              <a:rPr sz="1700" spc="-5" dirty="0">
                <a:latin typeface="Times New Roman"/>
                <a:cs typeface="Times New Roman"/>
              </a:rPr>
              <a:t>omes</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t</a:t>
            </a:r>
            <a:r>
              <a:rPr sz="1700" spc="22"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7" dirty="0">
                <a:latin typeface="Times New Roman"/>
                <a:cs typeface="Times New Roman"/>
              </a:rPr>
              <a:t>c</a:t>
            </a:r>
            <a:r>
              <a:rPr sz="1700" spc="-2" dirty="0">
                <a:latin typeface="Times New Roman"/>
                <a:cs typeface="Times New Roman"/>
              </a:rPr>
              <a:t>ost</a:t>
            </a:r>
            <a:r>
              <a:rPr sz="1700" spc="24" dirty="0">
                <a:latin typeface="Times New Roman"/>
                <a:cs typeface="Times New Roman"/>
              </a:rPr>
              <a:t> </a:t>
            </a:r>
            <a:r>
              <a:rPr sz="1700" spc="5" dirty="0">
                <a:latin typeface="Times New Roman"/>
                <a:cs typeface="Times New Roman"/>
              </a:rPr>
              <a:t>o</a:t>
            </a:r>
            <a:r>
              <a:rPr sz="1700" dirty="0">
                <a:latin typeface="Times New Roman"/>
                <a:cs typeface="Times New Roman"/>
              </a:rPr>
              <a:t>f</a:t>
            </a:r>
            <a:r>
              <a:rPr sz="1700" spc="19"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29"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dirty="0">
                <a:latin typeface="Times New Roman"/>
                <a:cs typeface="Times New Roman"/>
              </a:rPr>
              <a:t>r</a:t>
            </a:r>
            <a:r>
              <a:rPr sz="1700" spc="-5" dirty="0">
                <a:latin typeface="Times New Roman"/>
                <a:cs typeface="Times New Roman"/>
              </a:rPr>
              <a:t>form</a:t>
            </a:r>
            <a:r>
              <a:rPr sz="1700" spc="-10" dirty="0">
                <a:latin typeface="Times New Roman"/>
                <a:cs typeface="Times New Roman"/>
              </a:rPr>
              <a:t>a</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19" dirty="0">
                <a:latin typeface="Times New Roman"/>
                <a:cs typeface="Times New Roman"/>
              </a:rPr>
              <a:t> </a:t>
            </a:r>
            <a:r>
              <a:rPr sz="1700" spc="-5" dirty="0">
                <a:latin typeface="Times New Roman"/>
                <a:cs typeface="Times New Roman"/>
              </a:rPr>
              <a:t>but</a:t>
            </a:r>
            <a:r>
              <a:rPr sz="1700" spc="22" dirty="0">
                <a:latin typeface="Times New Roman"/>
                <a:cs typeface="Times New Roman"/>
              </a:rPr>
              <a:t> </a:t>
            </a:r>
            <a:r>
              <a:rPr sz="1700" spc="-2" dirty="0">
                <a:latin typeface="Times New Roman"/>
                <a:cs typeface="Times New Roman"/>
              </a:rPr>
              <a:t>is</a:t>
            </a:r>
            <a:r>
              <a:rPr sz="1700" spc="24" dirty="0">
                <a:latin typeface="Times New Roman"/>
                <a:cs typeface="Times New Roman"/>
              </a:rPr>
              <a:t> </a:t>
            </a:r>
            <a:r>
              <a:rPr sz="1700" spc="-5" dirty="0">
                <a:latin typeface="Times New Roman"/>
                <a:cs typeface="Times New Roman"/>
              </a:rPr>
              <a:t>high</a:t>
            </a:r>
            <a:r>
              <a:rPr sz="1700" spc="2" dirty="0">
                <a:latin typeface="Times New Roman"/>
                <a:cs typeface="Times New Roman"/>
              </a:rPr>
              <a:t>l</a:t>
            </a:r>
            <a:r>
              <a:rPr sz="1700" dirty="0">
                <a:latin typeface="Times New Roman"/>
                <a:cs typeface="Times New Roman"/>
              </a:rPr>
              <a:t>y</a:t>
            </a:r>
            <a:r>
              <a:rPr sz="1700" spc="2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c</a:t>
            </a:r>
            <a:r>
              <a:rPr sz="1700" spc="-5" dirty="0">
                <a:latin typeface="Times New Roman"/>
                <a:cs typeface="Times New Roman"/>
              </a:rPr>
              <a:t>omm</a:t>
            </a:r>
            <a:r>
              <a:rPr sz="1700" spc="-7" dirty="0">
                <a:latin typeface="Times New Roman"/>
                <a:cs typeface="Times New Roman"/>
              </a:rPr>
              <a:t>e</a:t>
            </a:r>
            <a:r>
              <a:rPr sz="1700" dirty="0">
                <a:latin typeface="Times New Roman"/>
                <a:cs typeface="Times New Roman"/>
              </a:rPr>
              <a:t>n</a:t>
            </a:r>
            <a:r>
              <a:rPr sz="1700" spc="5" dirty="0">
                <a:latin typeface="Times New Roman"/>
                <a:cs typeface="Times New Roman"/>
              </a:rPr>
              <a:t>d</a:t>
            </a:r>
            <a:r>
              <a:rPr sz="1700" spc="-7" dirty="0">
                <a:latin typeface="Times New Roman"/>
                <a:cs typeface="Times New Roman"/>
              </a:rPr>
              <a:t>e</a:t>
            </a:r>
            <a:r>
              <a:rPr sz="1700" dirty="0">
                <a:latin typeface="Times New Roman"/>
                <a:cs typeface="Times New Roman"/>
              </a:rPr>
              <a:t>d</a:t>
            </a:r>
            <a:r>
              <a:rPr sz="1700" spc="22" dirty="0">
                <a:latin typeface="Times New Roman"/>
                <a:cs typeface="Times New Roman"/>
              </a:rPr>
              <a:t> </a:t>
            </a:r>
            <a:r>
              <a:rPr sz="1700" dirty="0">
                <a:latin typeface="Times New Roman"/>
                <a:cs typeface="Times New Roman"/>
              </a:rPr>
              <a:t>for </a:t>
            </a:r>
            <a:r>
              <a:rPr sz="1700" spc="-2" dirty="0">
                <a:latin typeface="Times New Roman"/>
                <a:cs typeface="Times New Roman"/>
              </a:rPr>
              <a:t>sensi</a:t>
            </a:r>
            <a:r>
              <a:rPr sz="1700" dirty="0">
                <a:latin typeface="Times New Roman"/>
                <a:cs typeface="Times New Roman"/>
              </a:rPr>
              <a:t>t</a:t>
            </a:r>
            <a:r>
              <a:rPr sz="1700" spc="-2" dirty="0">
                <a:latin typeface="Times New Roman"/>
                <a:cs typeface="Times New Roman"/>
              </a:rPr>
              <a:t>ive</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43"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43"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spc="5" dirty="0">
                <a:latin typeface="Times New Roman"/>
                <a:cs typeface="Times New Roman"/>
              </a:rPr>
              <a:t>n</a:t>
            </a:r>
            <a:r>
              <a:rPr sz="1700" spc="-5" dirty="0">
                <a:latin typeface="Times New Roman"/>
                <a:cs typeface="Times New Roman"/>
              </a:rPr>
              <a:t>not</a:t>
            </a:r>
            <a:r>
              <a:rPr sz="1700" dirty="0">
                <a:latin typeface="Times New Roman"/>
                <a:cs typeface="Times New Roman"/>
              </a:rPr>
              <a:t> </a:t>
            </a:r>
            <a:r>
              <a:rPr sz="1700" spc="46" dirty="0">
                <a:latin typeface="Times New Roman"/>
                <a:cs typeface="Times New Roman"/>
              </a:rPr>
              <a:t> </a:t>
            </a:r>
            <a:r>
              <a:rPr sz="1700" spc="-5" dirty="0">
                <a:latin typeface="Times New Roman"/>
                <a:cs typeface="Times New Roman"/>
              </a:rPr>
              <a:t>be</a:t>
            </a:r>
            <a:r>
              <a:rPr sz="1700" dirty="0">
                <a:latin typeface="Times New Roman"/>
                <a:cs typeface="Times New Roman"/>
              </a:rPr>
              <a:t> </a:t>
            </a:r>
            <a:r>
              <a:rPr sz="1700" spc="43" dirty="0">
                <a:latin typeface="Times New Roman"/>
                <a:cs typeface="Times New Roman"/>
              </a:rPr>
              <a:t> </a:t>
            </a:r>
            <a:r>
              <a:rPr sz="1700" spc="-2" dirty="0">
                <a:latin typeface="Times New Roman"/>
                <a:cs typeface="Times New Roman"/>
              </a:rPr>
              <a:t>lost</a:t>
            </a:r>
            <a:r>
              <a:rPr sz="1700" dirty="0">
                <a:latin typeface="Times New Roman"/>
                <a:cs typeface="Times New Roman"/>
              </a:rPr>
              <a:t>.</a:t>
            </a:r>
            <a:endParaRPr lang="en-US" sz="1700" dirty="0">
              <a:latin typeface="Times New Roman"/>
              <a:cs typeface="Times New Roman"/>
            </a:endParaRPr>
          </a:p>
          <a:p>
            <a:pPr marL="291859" marR="2443" indent="-285750" algn="just">
              <a:spcBef>
                <a:spcPts val="404"/>
              </a:spcBef>
              <a:buFont typeface="Arial" panose="020B0604020202020204" pitchFamily="34" charset="0"/>
              <a:buChar char="•"/>
            </a:pPr>
            <a:r>
              <a:rPr sz="1700" spc="-2" dirty="0">
                <a:latin typeface="Times New Roman"/>
                <a:cs typeface="Times New Roman"/>
              </a:rPr>
              <a:t>Ma</a:t>
            </a:r>
            <a:r>
              <a:rPr sz="1700" dirty="0">
                <a:latin typeface="Times New Roman"/>
                <a:cs typeface="Times New Roman"/>
              </a:rPr>
              <a:t>ny </a:t>
            </a:r>
            <a:r>
              <a:rPr sz="1700" spc="43" dirty="0">
                <a:latin typeface="Times New Roman"/>
                <a:cs typeface="Times New Roman"/>
              </a:rPr>
              <a:t> </a:t>
            </a:r>
            <a:r>
              <a:rPr sz="1700" spc="-5" dirty="0">
                <a:latin typeface="Times New Roman"/>
                <a:cs typeface="Times New Roman"/>
              </a:rPr>
              <a:t>busin</a:t>
            </a:r>
            <a:r>
              <a:rPr sz="1700" spc="-7" dirty="0">
                <a:latin typeface="Times New Roman"/>
                <a:cs typeface="Times New Roman"/>
              </a:rPr>
              <a:t>e</a:t>
            </a:r>
            <a:r>
              <a:rPr sz="1700" spc="-2" dirty="0">
                <a:latin typeface="Times New Roman"/>
                <a:cs typeface="Times New Roman"/>
              </a:rPr>
              <a:t>sse</a:t>
            </a:r>
            <a:r>
              <a:rPr sz="1700" dirty="0">
                <a:latin typeface="Times New Roman"/>
                <a:cs typeface="Times New Roman"/>
              </a:rPr>
              <a:t>s </a:t>
            </a:r>
            <a:r>
              <a:rPr sz="1700" spc="43"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d</a:t>
            </a:r>
            <a:r>
              <a:rPr sz="1700" spc="-7" dirty="0">
                <a:latin typeface="Times New Roman"/>
                <a:cs typeface="Times New Roman"/>
              </a:rPr>
              <a:t>ea</a:t>
            </a:r>
            <a:r>
              <a:rPr sz="1700" spc="-2" dirty="0">
                <a:latin typeface="Times New Roman"/>
                <a:cs typeface="Times New Roman"/>
              </a:rPr>
              <a:t>l</a:t>
            </a:r>
            <a:r>
              <a:rPr sz="1700" dirty="0">
                <a:latin typeface="Times New Roman"/>
                <a:cs typeface="Times New Roman"/>
              </a:rPr>
              <a:t> </a:t>
            </a:r>
            <a:r>
              <a:rPr sz="1700" spc="46"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dirty="0">
                <a:latin typeface="Times New Roman"/>
                <a:cs typeface="Times New Roman"/>
              </a:rPr>
              <a:t> </a:t>
            </a:r>
            <a:r>
              <a:rPr sz="1700" spc="53" dirty="0">
                <a:latin typeface="Times New Roman"/>
                <a:cs typeface="Times New Roman"/>
              </a:rPr>
              <a:t> </a:t>
            </a:r>
            <a:r>
              <a:rPr sz="1700" spc="-2" dirty="0">
                <a:latin typeface="Times New Roman"/>
                <a:cs typeface="Times New Roman"/>
              </a:rPr>
              <a:t>sensi</a:t>
            </a:r>
            <a:r>
              <a:rPr sz="1700" dirty="0">
                <a:latin typeface="Times New Roman"/>
                <a:cs typeface="Times New Roman"/>
              </a:rPr>
              <a:t>t</a:t>
            </a:r>
            <a:r>
              <a:rPr sz="1700" spc="-2" dirty="0">
                <a:latin typeface="Times New Roman"/>
                <a:cs typeface="Times New Roman"/>
              </a:rPr>
              <a:t>ive</a:t>
            </a:r>
            <a:r>
              <a:rPr sz="1700" dirty="0">
                <a:latin typeface="Times New Roman"/>
                <a:cs typeface="Times New Roman"/>
              </a:rPr>
              <a:t> </a:t>
            </a:r>
            <a:r>
              <a:rPr sz="1700" spc="43" dirty="0">
                <a:latin typeface="Times New Roman"/>
                <a:cs typeface="Times New Roman"/>
              </a:rPr>
              <a:t> </a:t>
            </a:r>
            <a:r>
              <a:rPr sz="1700" spc="-7" dirty="0">
                <a:latin typeface="Times New Roman"/>
                <a:cs typeface="Times New Roman"/>
              </a:rPr>
              <a:t>c</a:t>
            </a:r>
            <a:r>
              <a:rPr sz="1700" spc="-2" dirty="0">
                <a:latin typeface="Times New Roman"/>
                <a:cs typeface="Times New Roman"/>
              </a:rPr>
              <a:t>ustom</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mation</a:t>
            </a:r>
            <a:r>
              <a:rPr sz="1700" spc="34" dirty="0">
                <a:latin typeface="Times New Roman"/>
                <a:cs typeface="Times New Roman"/>
              </a:rPr>
              <a:t> </a:t>
            </a:r>
            <a:r>
              <a:rPr sz="1700" spc="-2" dirty="0">
                <a:latin typeface="Times New Roman"/>
                <a:cs typeface="Times New Roman"/>
              </a:rPr>
              <a:t>suc</a:t>
            </a:r>
            <a:r>
              <a:rPr sz="1700" dirty="0">
                <a:latin typeface="Times New Roman"/>
                <a:cs typeface="Times New Roman"/>
              </a:rPr>
              <a:t>h</a:t>
            </a:r>
            <a:r>
              <a:rPr sz="1700" spc="34"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34"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5" dirty="0">
                <a:latin typeface="Times New Roman"/>
                <a:cs typeface="Times New Roman"/>
              </a:rPr>
              <a:t>y</a:t>
            </a:r>
            <a:r>
              <a:rPr sz="1700" spc="-5" dirty="0">
                <a:latin typeface="Times New Roman"/>
                <a:cs typeface="Times New Roman"/>
              </a:rPr>
              <a:t>ment</a:t>
            </a:r>
            <a:r>
              <a:rPr sz="1700" spc="34"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tails</a:t>
            </a:r>
            <a:r>
              <a:rPr sz="1700" spc="34" dirty="0">
                <a:latin typeface="Times New Roman"/>
                <a:cs typeface="Times New Roman"/>
              </a:rPr>
              <a:t> </a:t>
            </a:r>
            <a:r>
              <a:rPr sz="1700" spc="-2" dirty="0">
                <a:latin typeface="Times New Roman"/>
                <a:cs typeface="Times New Roman"/>
              </a:rPr>
              <a:t>woul</a:t>
            </a:r>
            <a:r>
              <a:rPr sz="1700" dirty="0">
                <a:latin typeface="Times New Roman"/>
                <a:cs typeface="Times New Roman"/>
              </a:rPr>
              <a:t>d</a:t>
            </a:r>
            <a:r>
              <a:rPr sz="1700" spc="34" dirty="0">
                <a:latin typeface="Times New Roman"/>
                <a:cs typeface="Times New Roman"/>
              </a:rPr>
              <a:t> </a:t>
            </a:r>
            <a:r>
              <a:rPr sz="1700" spc="-5" dirty="0">
                <a:latin typeface="Times New Roman"/>
                <a:cs typeface="Times New Roman"/>
              </a:rPr>
              <a:t>most</a:t>
            </a:r>
            <a:r>
              <a:rPr sz="1700" spc="29" dirty="0">
                <a:latin typeface="Times New Roman"/>
                <a:cs typeface="Times New Roman"/>
              </a:rPr>
              <a:t> </a:t>
            </a:r>
            <a:r>
              <a:rPr sz="1700" spc="-2" dirty="0">
                <a:latin typeface="Times New Roman"/>
                <a:cs typeface="Times New Roman"/>
              </a:rPr>
              <a:t>lik</a:t>
            </a:r>
            <a:r>
              <a:rPr sz="1700" spc="-7" dirty="0">
                <a:latin typeface="Times New Roman"/>
                <a:cs typeface="Times New Roman"/>
              </a:rPr>
              <a:t>e</a:t>
            </a:r>
            <a:r>
              <a:rPr sz="1700" spc="-2" dirty="0">
                <a:latin typeface="Times New Roman"/>
                <a:cs typeface="Times New Roman"/>
              </a:rPr>
              <a:t>ly</a:t>
            </a:r>
            <a:r>
              <a:rPr sz="1700" spc="34" dirty="0">
                <a:latin typeface="Times New Roman"/>
                <a:cs typeface="Times New Roman"/>
              </a:rPr>
              <a:t> </a:t>
            </a:r>
            <a:r>
              <a:rPr sz="1700" spc="-7" dirty="0">
                <a:latin typeface="Times New Roman"/>
                <a:cs typeface="Times New Roman"/>
              </a:rPr>
              <a:t>c</a:t>
            </a:r>
            <a:r>
              <a:rPr sz="1700" dirty="0">
                <a:latin typeface="Times New Roman"/>
                <a:cs typeface="Times New Roman"/>
              </a:rPr>
              <a:t>hoose</a:t>
            </a:r>
            <a:r>
              <a:rPr sz="1700" spc="31" dirty="0">
                <a:latin typeface="Times New Roman"/>
                <a:cs typeface="Times New Roman"/>
              </a:rPr>
              <a:t> </a:t>
            </a:r>
            <a:r>
              <a:rPr sz="1700" spc="-2" dirty="0">
                <a:latin typeface="Times New Roman"/>
                <a:cs typeface="Times New Roman"/>
              </a:rPr>
              <a:t>thi</a:t>
            </a:r>
            <a:r>
              <a:rPr sz="1700" dirty="0">
                <a:latin typeface="Times New Roman"/>
                <a:cs typeface="Times New Roman"/>
              </a:rPr>
              <a:t>s</a:t>
            </a:r>
            <a:r>
              <a:rPr sz="1700" spc="34" dirty="0">
                <a:latin typeface="Times New Roman"/>
                <a:cs typeface="Times New Roman"/>
              </a:rPr>
              <a:t> </a:t>
            </a:r>
            <a:r>
              <a:rPr sz="1700" spc="-5" dirty="0">
                <a:latin typeface="Times New Roman"/>
                <a:cs typeface="Times New Roman"/>
              </a:rPr>
              <a:t>method</a:t>
            </a:r>
            <a:r>
              <a:rPr sz="1700" spc="31" dirty="0">
                <a:latin typeface="Times New Roman"/>
                <a:cs typeface="Times New Roman"/>
              </a:rPr>
              <a:t> </a:t>
            </a:r>
            <a:r>
              <a:rPr sz="1700" spc="-5" dirty="0">
                <a:latin typeface="Times New Roman"/>
                <a:cs typeface="Times New Roman"/>
              </a:rPr>
              <a:t>since</a:t>
            </a:r>
            <a:r>
              <a:rPr sz="1700" spc="31" dirty="0">
                <a:latin typeface="Times New Roman"/>
                <a:cs typeface="Times New Roman"/>
              </a:rPr>
              <a:t> </a:t>
            </a:r>
            <a:r>
              <a:rPr sz="1700" spc="-2" dirty="0">
                <a:latin typeface="Times New Roman"/>
                <a:cs typeface="Times New Roman"/>
              </a:rPr>
              <a:t>that</a:t>
            </a:r>
            <a:r>
              <a:rPr sz="1700" spc="3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31" dirty="0">
                <a:latin typeface="Times New Roman"/>
                <a:cs typeface="Times New Roman"/>
              </a:rPr>
              <a:t> </a:t>
            </a:r>
            <a:r>
              <a:rPr sz="1700" spc="-2" dirty="0">
                <a:latin typeface="Times New Roman"/>
                <a:cs typeface="Times New Roman"/>
              </a:rPr>
              <a:t>is </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ry </a:t>
            </a:r>
            <a:r>
              <a:rPr sz="1700" spc="-10" dirty="0">
                <a:latin typeface="Times New Roman"/>
                <a:cs typeface="Times New Roman"/>
              </a:rPr>
              <a:t>c</a:t>
            </a:r>
            <a:r>
              <a:rPr sz="1700" spc="-2" dirty="0">
                <a:latin typeface="Times New Roman"/>
                <a:cs typeface="Times New Roman"/>
              </a:rPr>
              <a:t>riti</a:t>
            </a:r>
            <a:r>
              <a:rPr sz="1700" dirty="0">
                <a:latin typeface="Times New Roman"/>
                <a:cs typeface="Times New Roman"/>
              </a:rPr>
              <a:t>c</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 dirty="0">
                <a:latin typeface="Times New Roman"/>
                <a:cs typeface="Times New Roman"/>
              </a:rPr>
              <a:t>t</a:t>
            </a:r>
            <a:r>
              <a:rPr sz="1700" dirty="0">
                <a:latin typeface="Times New Roman"/>
                <a:cs typeface="Times New Roman"/>
              </a:rPr>
              <a:t>o </a:t>
            </a:r>
            <a:r>
              <a:rPr sz="1700" spc="-5" dirty="0">
                <a:latin typeface="Times New Roman"/>
                <a:cs typeface="Times New Roman"/>
              </a:rPr>
              <a:t>k</a:t>
            </a:r>
            <a:r>
              <a:rPr sz="1700" spc="-7" dirty="0">
                <a:latin typeface="Times New Roman"/>
                <a:cs typeface="Times New Roman"/>
              </a:rPr>
              <a:t>ee</a:t>
            </a:r>
            <a:r>
              <a:rPr sz="1700" dirty="0">
                <a:latin typeface="Times New Roman"/>
                <a:cs typeface="Times New Roman"/>
              </a:rPr>
              <a:t>p </a:t>
            </a:r>
            <a:r>
              <a:rPr sz="1700" spc="-2" dirty="0">
                <a:latin typeface="Times New Roman"/>
                <a:cs typeface="Times New Roman"/>
              </a:rPr>
              <a:t>int</a:t>
            </a:r>
            <a:r>
              <a:rPr sz="1700" spc="-7" dirty="0">
                <a:latin typeface="Times New Roman"/>
                <a:cs typeface="Times New Roman"/>
              </a:rPr>
              <a:t>a</a:t>
            </a:r>
            <a:r>
              <a:rPr sz="1700" spc="-2" dirty="0">
                <a:latin typeface="Times New Roman"/>
                <a:cs typeface="Times New Roman"/>
              </a:rPr>
              <a:t>ct.</a:t>
            </a:r>
            <a:endParaRPr sz="1700" dirty="0">
              <a:latin typeface="Times New Roman"/>
              <a:cs typeface="Times New Roman"/>
            </a:endParaRPr>
          </a:p>
        </p:txBody>
      </p:sp>
    </p:spTree>
    <p:extLst>
      <p:ext uri="{BB962C8B-B14F-4D97-AF65-F5344CB8AC3E}">
        <p14:creationId xmlns:p14="http://schemas.microsoft.com/office/powerpoint/2010/main" val="38598794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E2015-B4F5-65BE-5821-25E1DFB40FB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9611DC9-7EFF-D5EF-2C21-FCC129F0EFC9}"/>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27A3F755-A50C-A233-BDC4-F5278C3F8B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23E7AAD4-FD7A-9666-B76D-28589C3E838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B5439A3-3720-37FB-9FA1-D661D384634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272C61C1-97FE-966A-28E9-10D53DEC22BA}"/>
              </a:ext>
            </a:extLst>
          </p:cNvPr>
          <p:cNvSpPr txBox="1"/>
          <p:nvPr/>
        </p:nvSpPr>
        <p:spPr>
          <a:xfrm>
            <a:off x="1014006" y="819150"/>
            <a:ext cx="7063194" cy="1461939"/>
          </a:xfrm>
          <a:prstGeom prst="rect">
            <a:avLst/>
          </a:prstGeom>
        </p:spPr>
        <p:txBody>
          <a:bodyPr vert="horz" wrap="square" lIns="0" tIns="0" rIns="0" bIns="0" rtlCol="0">
            <a:spAutoFit/>
          </a:bodyPr>
          <a:lstStyle/>
          <a:p>
            <a:pPr marL="6109" algn="just">
              <a:spcBef>
                <a:spcPts val="358"/>
              </a:spcBef>
            </a:pPr>
            <a:r>
              <a:rPr sz="1700" b="1" i="1" spc="-2" dirty="0">
                <a:latin typeface="Times New Roman"/>
                <a:cs typeface="Times New Roman"/>
              </a:rPr>
              <a:t>Wr</a:t>
            </a:r>
            <a:r>
              <a:rPr sz="1700" b="1" i="1" dirty="0">
                <a:latin typeface="Times New Roman"/>
                <a:cs typeface="Times New Roman"/>
              </a:rPr>
              <a:t>i</a:t>
            </a:r>
            <a:r>
              <a:rPr sz="1700" b="1" i="1" spc="-2" dirty="0">
                <a:latin typeface="Times New Roman"/>
                <a:cs typeface="Times New Roman"/>
              </a:rPr>
              <a:t>te</a:t>
            </a:r>
            <a:r>
              <a:rPr sz="1700" b="1" i="1" dirty="0">
                <a:latin typeface="Times New Roman"/>
                <a:cs typeface="Times New Roman"/>
              </a:rPr>
              <a:t> </a:t>
            </a:r>
            <a:r>
              <a:rPr sz="1700" b="1" i="1" spc="-5" dirty="0">
                <a:latin typeface="Times New Roman"/>
                <a:cs typeface="Times New Roman"/>
              </a:rPr>
              <a:t>Ba</a:t>
            </a:r>
            <a:r>
              <a:rPr sz="1700" b="1" i="1" spc="-7" dirty="0">
                <a:latin typeface="Times New Roman"/>
                <a:cs typeface="Times New Roman"/>
              </a:rPr>
              <a:t>c</a:t>
            </a:r>
            <a:r>
              <a:rPr sz="1700" b="1" i="1" dirty="0">
                <a:latin typeface="Times New Roman"/>
                <a:cs typeface="Times New Roman"/>
              </a:rPr>
              <a:t>k:</a:t>
            </a:r>
            <a:endParaRPr sz="1700" dirty="0">
              <a:latin typeface="Times New Roman"/>
              <a:cs typeface="Times New Roman"/>
            </a:endParaRPr>
          </a:p>
          <a:p>
            <a:pPr marL="291859" indent="-285750" algn="just">
              <a:spcBef>
                <a:spcPts val="351"/>
              </a:spcBef>
              <a:buFont typeface="Arial" panose="020B0604020202020204" pitchFamily="34" charset="0"/>
              <a:buChar char="•"/>
            </a:pPr>
            <a:r>
              <a:rPr sz="1700" dirty="0">
                <a:latin typeface="Times New Roman"/>
                <a:cs typeface="Times New Roman"/>
              </a:rPr>
              <a:t>S</a:t>
            </a:r>
            <a:r>
              <a:rPr sz="1700" spc="-7" dirty="0">
                <a:latin typeface="Times New Roman"/>
                <a:cs typeface="Times New Roman"/>
              </a:rPr>
              <a:t>a</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 dirty="0">
                <a:latin typeface="Times New Roman"/>
                <a:cs typeface="Times New Roman"/>
              </a:rPr>
              <a:t>to </a:t>
            </a:r>
            <a:r>
              <a:rPr sz="1700" spc="-7" dirty="0">
                <a:latin typeface="Times New Roman"/>
                <a:cs typeface="Times New Roman"/>
              </a:rPr>
              <a:t>c</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he</a:t>
            </a:r>
            <a:r>
              <a:rPr sz="1700" spc="-2" dirty="0">
                <a:latin typeface="Times New Roman"/>
                <a:cs typeface="Times New Roman"/>
              </a:rPr>
              <a:t> only.</a:t>
            </a:r>
            <a:endParaRPr lang="en-US" sz="1700" dirty="0">
              <a:latin typeface="Times New Roman"/>
              <a:cs typeface="Times New Roman"/>
            </a:endParaRPr>
          </a:p>
          <a:p>
            <a:pPr marL="291859" indent="-285750" algn="just">
              <a:spcBef>
                <a:spcPts val="351"/>
              </a:spcBef>
              <a:buFont typeface="Arial" panose="020B0604020202020204" pitchFamily="34" charset="0"/>
              <a:buChar char="•"/>
            </a:pPr>
            <a:r>
              <a:rPr sz="1700" spc="-5" dirty="0">
                <a:latin typeface="Times New Roman"/>
                <a:cs typeface="Times New Roman"/>
              </a:rPr>
              <a:t>But </a:t>
            </a:r>
            <a:r>
              <a:rPr sz="1700" spc="-2" dirty="0">
                <a:latin typeface="Times New Roman"/>
                <a:cs typeface="Times New Roman"/>
              </a:rPr>
              <a:t>at </a:t>
            </a:r>
            <a:r>
              <a:rPr sz="1700" spc="-7" dirty="0">
                <a:latin typeface="Times New Roman"/>
                <a:cs typeface="Times New Roman"/>
              </a:rPr>
              <a:t>ce</a:t>
            </a:r>
            <a:r>
              <a:rPr sz="1700" spc="-2" dirty="0">
                <a:latin typeface="Times New Roman"/>
                <a:cs typeface="Times New Roman"/>
              </a:rPr>
              <a:t>rt</a:t>
            </a:r>
            <a:r>
              <a:rPr sz="1700" spc="-10" dirty="0">
                <a:latin typeface="Times New Roman"/>
                <a:cs typeface="Times New Roman"/>
              </a:rPr>
              <a:t>a</a:t>
            </a:r>
            <a:r>
              <a:rPr sz="1700" spc="-2" dirty="0">
                <a:latin typeface="Times New Roman"/>
                <a:cs typeface="Times New Roman"/>
              </a:rPr>
              <a:t>in inte</a:t>
            </a:r>
            <a:r>
              <a:rPr sz="1700" spc="-7" dirty="0">
                <a:latin typeface="Times New Roman"/>
                <a:cs typeface="Times New Roman"/>
              </a:rPr>
              <a:t>r</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ls </a:t>
            </a:r>
            <a:r>
              <a:rPr sz="1700" dirty="0">
                <a:latin typeface="Times New Roman"/>
                <a:cs typeface="Times New Roman"/>
              </a:rPr>
              <a:t>or</a:t>
            </a:r>
            <a:r>
              <a:rPr sz="1700" spc="5" dirty="0">
                <a:latin typeface="Times New Roman"/>
                <a:cs typeface="Times New Roman"/>
              </a:rPr>
              <a:t> </a:t>
            </a:r>
            <a:r>
              <a:rPr sz="1700" spc="-5" dirty="0">
                <a:latin typeface="Times New Roman"/>
                <a:cs typeface="Times New Roman"/>
              </a:rPr>
              <a:t>und</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a </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rt</a:t>
            </a:r>
            <a:r>
              <a:rPr sz="1700" spc="-10" dirty="0">
                <a:latin typeface="Times New Roman"/>
                <a:cs typeface="Times New Roman"/>
              </a:rPr>
              <a:t>a</a:t>
            </a:r>
            <a:r>
              <a:rPr sz="1700" spc="-2" dirty="0">
                <a:latin typeface="Times New Roman"/>
                <a:cs typeface="Times New Roman"/>
              </a:rPr>
              <a:t>in</a:t>
            </a:r>
            <a:r>
              <a:rPr sz="1700" spc="5" dirty="0">
                <a:latin typeface="Times New Roman"/>
                <a:cs typeface="Times New Roman"/>
              </a:rPr>
              <a:t> </a:t>
            </a:r>
            <a:r>
              <a:rPr sz="1700" spc="-7" dirty="0">
                <a:latin typeface="Times New Roman"/>
                <a:cs typeface="Times New Roman"/>
              </a:rPr>
              <a:t>c</a:t>
            </a:r>
            <a:r>
              <a:rPr sz="1700" spc="-2" dirty="0">
                <a:latin typeface="Times New Roman"/>
                <a:cs typeface="Times New Roman"/>
              </a:rPr>
              <a:t>ondition </a:t>
            </a:r>
            <a:r>
              <a:rPr sz="1700" dirty="0">
                <a:latin typeface="Times New Roman"/>
                <a:cs typeface="Times New Roman"/>
              </a:rPr>
              <a:t>you </a:t>
            </a:r>
            <a:r>
              <a:rPr sz="1700" spc="-2" dirty="0">
                <a:latin typeface="Times New Roman"/>
                <a:cs typeface="Times New Roman"/>
              </a:rPr>
              <a:t>woul</a:t>
            </a:r>
            <a:r>
              <a:rPr sz="1700" dirty="0">
                <a:latin typeface="Times New Roman"/>
                <a:cs typeface="Times New Roman"/>
              </a:rPr>
              <a:t>d s</a:t>
            </a:r>
            <a:r>
              <a:rPr sz="1700" spc="-7" dirty="0">
                <a:latin typeface="Times New Roman"/>
                <a:cs typeface="Times New Roman"/>
              </a:rPr>
              <a:t>a</a:t>
            </a:r>
            <a:r>
              <a:rPr sz="1700" spc="-5" dirty="0">
                <a:latin typeface="Times New Roman"/>
                <a:cs typeface="Times New Roman"/>
              </a:rPr>
              <a:t>ve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 dirty="0">
                <a:latin typeface="Times New Roman"/>
                <a:cs typeface="Times New Roman"/>
              </a:rPr>
              <a:t>to </a:t>
            </a:r>
            <a:r>
              <a:rPr sz="1700" dirty="0">
                <a:latin typeface="Times New Roman"/>
                <a:cs typeface="Times New Roman"/>
              </a:rPr>
              <a:t>t</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main</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endParaRPr lang="en-US" sz="1700" dirty="0">
              <a:latin typeface="Times New Roman"/>
              <a:cs typeface="Times New Roman"/>
            </a:endParaRPr>
          </a:p>
          <a:p>
            <a:pPr marL="291859" indent="-285750" algn="just">
              <a:spcBef>
                <a:spcPts val="351"/>
              </a:spcBef>
              <a:buFont typeface="Arial" panose="020B0604020202020204" pitchFamily="34" charset="0"/>
              <a:buChar char="•"/>
            </a:pPr>
            <a:r>
              <a:rPr sz="1700" spc="-2" dirty="0">
                <a:latin typeface="Times New Roman"/>
                <a:cs typeface="Times New Roman"/>
              </a:rPr>
              <a:t>Disa</a:t>
            </a:r>
            <a:r>
              <a:rPr sz="1700" spc="-5" dirty="0">
                <a:latin typeface="Times New Roman"/>
                <a:cs typeface="Times New Roman"/>
              </a:rPr>
              <a:t>dv</a:t>
            </a:r>
            <a:r>
              <a:rPr sz="1700" spc="-7" dirty="0">
                <a:latin typeface="Times New Roman"/>
                <a:cs typeface="Times New Roman"/>
              </a:rPr>
              <a:t>a</a:t>
            </a:r>
            <a:r>
              <a:rPr sz="1700" spc="-5" dirty="0">
                <a:latin typeface="Times New Roman"/>
                <a:cs typeface="Times New Roman"/>
              </a:rPr>
              <a:t>ntag</a:t>
            </a:r>
            <a:r>
              <a:rPr sz="1700" spc="-10" dirty="0">
                <a:latin typeface="Times New Roman"/>
                <a:cs typeface="Times New Roman"/>
              </a:rPr>
              <a:t>e</a:t>
            </a:r>
            <a:r>
              <a:rPr sz="1700" spc="-2" dirty="0">
                <a:latin typeface="Times New Roman"/>
                <a:cs typeface="Times New Roman"/>
              </a:rPr>
              <a:t>:</a:t>
            </a:r>
            <a:r>
              <a:rPr sz="1700" dirty="0">
                <a:latin typeface="Times New Roman"/>
                <a:cs typeface="Times New Roman"/>
              </a:rPr>
              <a:t> </a:t>
            </a:r>
            <a:r>
              <a:rPr sz="1700" spc="-2" dirty="0">
                <a:latin typeface="Times New Roman"/>
                <a:cs typeface="Times New Roman"/>
              </a:rPr>
              <a:t>there</a:t>
            </a:r>
            <a:r>
              <a:rPr sz="1700" spc="-5" dirty="0">
                <a:latin typeface="Times New Roman"/>
                <a:cs typeface="Times New Roman"/>
              </a:rPr>
              <a:t> </a:t>
            </a:r>
            <a:r>
              <a:rPr sz="1700" spc="-2" dirty="0">
                <a:latin typeface="Times New Roman"/>
                <a:cs typeface="Times New Roman"/>
              </a:rPr>
              <a:t>is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high</a:t>
            </a:r>
            <a:r>
              <a:rPr sz="1700" dirty="0">
                <a:latin typeface="Times New Roman"/>
                <a:cs typeface="Times New Roman"/>
              </a:rPr>
              <a:t> </a:t>
            </a:r>
            <a:r>
              <a:rPr sz="1700" spc="-5" dirty="0">
                <a:latin typeface="Times New Roman"/>
                <a:cs typeface="Times New Roman"/>
              </a:rPr>
              <a:t>prob</a:t>
            </a:r>
            <a:r>
              <a:rPr sz="1700" spc="-10" dirty="0">
                <a:latin typeface="Times New Roman"/>
                <a:cs typeface="Times New Roman"/>
              </a:rPr>
              <a:t>a</a:t>
            </a:r>
            <a:r>
              <a:rPr sz="1700" spc="-2" dirty="0">
                <a:latin typeface="Times New Roman"/>
                <a:cs typeface="Times New Roman"/>
              </a:rPr>
              <a:t>bilit</a:t>
            </a:r>
            <a:r>
              <a:rPr sz="1700" dirty="0">
                <a:latin typeface="Times New Roman"/>
                <a:cs typeface="Times New Roman"/>
              </a:rPr>
              <a:t>y of </a:t>
            </a:r>
            <a:r>
              <a:rPr sz="1700" spc="-2"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loss.</a:t>
            </a:r>
          </a:p>
        </p:txBody>
      </p:sp>
    </p:spTree>
    <p:extLst>
      <p:ext uri="{BB962C8B-B14F-4D97-AF65-F5344CB8AC3E}">
        <p14:creationId xmlns:p14="http://schemas.microsoft.com/office/powerpoint/2010/main" val="36809867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64E1D-4FC3-D791-647F-CED0A16FD60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FAEF63D-5E9B-BFAC-733A-BA91C0FDC6D9}"/>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6416E24F-99AD-676B-7A1F-74CBB01191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EE6DF3E-1116-1AE2-3B30-6C950F5C260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8F217426-00FF-6E55-B980-C8AFA9D660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9D94E128-B9EA-84B5-F1DE-BE1FCD015A18}"/>
              </a:ext>
            </a:extLst>
          </p:cNvPr>
          <p:cNvSpPr txBox="1"/>
          <p:nvPr/>
        </p:nvSpPr>
        <p:spPr>
          <a:xfrm>
            <a:off x="1014006" y="819150"/>
            <a:ext cx="7063194" cy="3657411"/>
          </a:xfrm>
          <a:prstGeom prst="rect">
            <a:avLst/>
          </a:prstGeom>
        </p:spPr>
        <p:txBody>
          <a:bodyPr vert="horz" wrap="square" lIns="0" tIns="0" rIns="0" bIns="0" rtlCol="0">
            <a:spAutoFit/>
          </a:bodyPr>
          <a:lstStyle/>
          <a:p>
            <a:pPr marL="79413" indent="-73304" algn="just">
              <a:spcBef>
                <a:spcPts val="257"/>
              </a:spcBef>
              <a:buFont typeface="Times New Roman"/>
              <a:buAutoNum type="arabicPeriod" startAt="5"/>
              <a:tabLst>
                <a:tab pos="79413" algn="l"/>
              </a:tabLst>
            </a:pPr>
            <a:r>
              <a:rPr lang="en-US" sz="1700" b="1" spc="-5" dirty="0">
                <a:latin typeface="Times New Roman"/>
                <a:cs typeface="Times New Roman"/>
              </a:rPr>
              <a:t> </a:t>
            </a:r>
            <a:r>
              <a:rPr sz="1700" b="1" spc="-5" dirty="0">
                <a:latin typeface="Times New Roman"/>
                <a:cs typeface="Times New Roman"/>
              </a:rPr>
              <a:t>Li</a:t>
            </a:r>
            <a:r>
              <a:rPr sz="1700" b="1" spc="-2" dirty="0">
                <a:latin typeface="Times New Roman"/>
                <a:cs typeface="Times New Roman"/>
              </a:rPr>
              <a:t>n</a:t>
            </a:r>
            <a:r>
              <a:rPr sz="1700" b="1" spc="-5" dirty="0">
                <a:latin typeface="Times New Roman"/>
                <a:cs typeface="Times New Roman"/>
              </a:rPr>
              <a:t>e</a:t>
            </a:r>
            <a:r>
              <a:rPr sz="1700" b="1" spc="-2" dirty="0">
                <a:latin typeface="Times New Roman"/>
                <a:cs typeface="Times New Roman"/>
              </a:rPr>
              <a:t> </a:t>
            </a:r>
            <a:r>
              <a:rPr sz="1700" b="1" dirty="0">
                <a:latin typeface="Times New Roman"/>
                <a:cs typeface="Times New Roman"/>
              </a:rPr>
              <a:t>S</a:t>
            </a:r>
            <a:r>
              <a:rPr sz="1700" b="1" spc="-2" dirty="0">
                <a:latin typeface="Times New Roman"/>
                <a:cs typeface="Times New Roman"/>
              </a:rPr>
              <a:t>ize</a:t>
            </a:r>
            <a:endParaRPr sz="1700" dirty="0">
              <a:latin typeface="Times New Roman"/>
              <a:cs typeface="Times New Roman"/>
            </a:endParaRPr>
          </a:p>
          <a:p>
            <a:pPr marL="6109" marR="4276" algn="just">
              <a:spcBef>
                <a:spcPts val="404"/>
              </a:spcBef>
            </a:pPr>
            <a:r>
              <a:rPr sz="1700" spc="-7" dirty="0">
                <a:latin typeface="Times New Roman"/>
                <a:cs typeface="Times New Roman"/>
              </a:rPr>
              <a:t>Anothe</a:t>
            </a:r>
            <a:r>
              <a:rPr sz="1700" dirty="0">
                <a:latin typeface="Times New Roman"/>
                <a:cs typeface="Times New Roman"/>
              </a:rPr>
              <a:t>r</a:t>
            </a:r>
            <a:r>
              <a:rPr sz="1700" spc="43" dirty="0">
                <a:latin typeface="Times New Roman"/>
                <a:cs typeface="Times New Roman"/>
              </a:rPr>
              <a:t> </a:t>
            </a:r>
            <a:r>
              <a:rPr sz="1700" spc="-5" dirty="0">
                <a:latin typeface="Times New Roman"/>
                <a:cs typeface="Times New Roman"/>
              </a:rPr>
              <a:t>design</a:t>
            </a:r>
            <a:r>
              <a:rPr sz="1700" spc="46" dirty="0">
                <a:latin typeface="Times New Roman"/>
                <a:cs typeface="Times New Roman"/>
              </a:rPr>
              <a:t> </a:t>
            </a:r>
            <a:r>
              <a:rPr sz="1700" spc="-7" dirty="0">
                <a:latin typeface="Times New Roman"/>
                <a:cs typeface="Times New Roman"/>
              </a:rPr>
              <a:t>e</a:t>
            </a:r>
            <a:r>
              <a:rPr sz="1700" spc="-5" dirty="0">
                <a:latin typeface="Times New Roman"/>
                <a:cs typeface="Times New Roman"/>
              </a:rPr>
              <a:t>lem</a:t>
            </a:r>
            <a:r>
              <a:rPr sz="1700" spc="-7" dirty="0">
                <a:latin typeface="Times New Roman"/>
                <a:cs typeface="Times New Roman"/>
              </a:rPr>
              <a:t>e</a:t>
            </a:r>
            <a:r>
              <a:rPr sz="1700" spc="-2" dirty="0">
                <a:latin typeface="Times New Roman"/>
                <a:cs typeface="Times New Roman"/>
              </a:rPr>
              <a:t>nt</a:t>
            </a:r>
            <a:r>
              <a:rPr sz="1700" spc="46" dirty="0">
                <a:latin typeface="Times New Roman"/>
                <a:cs typeface="Times New Roman"/>
              </a:rPr>
              <a:t> </a:t>
            </a:r>
            <a:r>
              <a:rPr sz="1700" spc="-2" dirty="0">
                <a:latin typeface="Times New Roman"/>
                <a:cs typeface="Times New Roman"/>
              </a:rPr>
              <a:t>is</a:t>
            </a:r>
            <a:r>
              <a:rPr sz="1700" spc="46" dirty="0">
                <a:latin typeface="Times New Roman"/>
                <a:cs typeface="Times New Roman"/>
              </a:rPr>
              <a:t> </a:t>
            </a:r>
            <a:r>
              <a:rPr sz="1700" spc="-2" dirty="0">
                <a:latin typeface="Times New Roman"/>
                <a:cs typeface="Times New Roman"/>
              </a:rPr>
              <a:t>the</a:t>
            </a:r>
            <a:r>
              <a:rPr sz="1700" spc="43" dirty="0">
                <a:latin typeface="Times New Roman"/>
                <a:cs typeface="Times New Roman"/>
              </a:rPr>
              <a:t> </a:t>
            </a:r>
            <a:r>
              <a:rPr sz="1700" spc="-2" dirty="0">
                <a:latin typeface="Times New Roman"/>
                <a:cs typeface="Times New Roman"/>
              </a:rPr>
              <a:t>line</a:t>
            </a:r>
            <a:r>
              <a:rPr sz="1700" spc="43" dirty="0">
                <a:latin typeface="Times New Roman"/>
                <a:cs typeface="Times New Roman"/>
              </a:rPr>
              <a:t> </a:t>
            </a:r>
            <a:r>
              <a:rPr sz="1700" spc="-7" dirty="0">
                <a:latin typeface="Times New Roman"/>
                <a:cs typeface="Times New Roman"/>
              </a:rPr>
              <a:t>s</a:t>
            </a:r>
            <a:r>
              <a:rPr sz="1700" spc="-2" dirty="0">
                <a:latin typeface="Times New Roman"/>
                <a:cs typeface="Times New Roman"/>
              </a:rPr>
              <a:t>iz</a:t>
            </a:r>
            <a:r>
              <a:rPr sz="1700" spc="-10" dirty="0">
                <a:latin typeface="Times New Roman"/>
                <a:cs typeface="Times New Roman"/>
              </a:rPr>
              <a:t>e</a:t>
            </a:r>
            <a:r>
              <a:rPr sz="1700" dirty="0">
                <a:latin typeface="Times New Roman"/>
                <a:cs typeface="Times New Roman"/>
              </a:rPr>
              <a:t>.</a:t>
            </a:r>
            <a:r>
              <a:rPr sz="1700" spc="43" dirty="0">
                <a:latin typeface="Times New Roman"/>
                <a:cs typeface="Times New Roman"/>
              </a:rPr>
              <a:t> </a:t>
            </a:r>
            <a:r>
              <a:rPr sz="1700" spc="-10"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n</a:t>
            </a:r>
            <a:r>
              <a:rPr sz="1700" spc="43" dirty="0">
                <a:latin typeface="Times New Roman"/>
                <a:cs typeface="Times New Roman"/>
              </a:rPr>
              <a:t> </a:t>
            </a:r>
            <a:r>
              <a:rPr sz="1700" spc="-5" dirty="0">
                <a:latin typeface="Times New Roman"/>
                <a:cs typeface="Times New Roman"/>
              </a:rPr>
              <a:t>a</a:t>
            </a:r>
            <a:r>
              <a:rPr sz="1700" spc="43" dirty="0">
                <a:latin typeface="Times New Roman"/>
                <a:cs typeface="Times New Roman"/>
              </a:rPr>
              <a:t> </a:t>
            </a:r>
            <a:r>
              <a:rPr sz="1700" spc="-5" dirty="0">
                <a:latin typeface="Times New Roman"/>
                <a:cs typeface="Times New Roman"/>
              </a:rPr>
              <a:t>block</a:t>
            </a:r>
            <a:r>
              <a:rPr sz="1700" spc="43" dirty="0">
                <a:latin typeface="Times New Roman"/>
                <a:cs typeface="Times New Roman"/>
              </a:rPr>
              <a:t> </a:t>
            </a:r>
            <a:r>
              <a:rPr sz="1700" dirty="0">
                <a:latin typeface="Times New Roman"/>
                <a:cs typeface="Times New Roman"/>
              </a:rPr>
              <a:t>of</a:t>
            </a:r>
            <a:r>
              <a:rPr sz="1700" spc="43"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43" dirty="0">
                <a:latin typeface="Times New Roman"/>
                <a:cs typeface="Times New Roman"/>
              </a:rPr>
              <a:t> </a:t>
            </a:r>
            <a:r>
              <a:rPr sz="1700" spc="-2" dirty="0">
                <a:latin typeface="Times New Roman"/>
                <a:cs typeface="Times New Roman"/>
              </a:rPr>
              <a:t>is</a:t>
            </a:r>
            <a:r>
              <a:rPr sz="1700" spc="46"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tri</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d</a:t>
            </a:r>
            <a:r>
              <a:rPr sz="1700" spc="43"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43" dirty="0">
                <a:latin typeface="Times New Roman"/>
                <a:cs typeface="Times New Roman"/>
              </a:rPr>
              <a:t> </a:t>
            </a:r>
            <a:r>
              <a:rPr sz="1700" spc="-2" dirty="0">
                <a:latin typeface="Times New Roman"/>
                <a:cs typeface="Times New Roman"/>
              </a:rPr>
              <a:t>pla</a:t>
            </a:r>
            <a:r>
              <a:rPr sz="1700" spc="-10" dirty="0">
                <a:latin typeface="Times New Roman"/>
                <a:cs typeface="Times New Roman"/>
              </a:rPr>
              <a:t>c</a:t>
            </a:r>
            <a:r>
              <a:rPr sz="1700" spc="-7" dirty="0">
                <a:latin typeface="Times New Roman"/>
                <a:cs typeface="Times New Roman"/>
              </a:rPr>
              <a:t>e</a:t>
            </a:r>
            <a:r>
              <a:rPr sz="1700" dirty="0">
                <a:latin typeface="Times New Roman"/>
                <a:cs typeface="Times New Roman"/>
              </a:rPr>
              <a:t>d</a:t>
            </a:r>
            <a:r>
              <a:rPr sz="1700" spc="43" dirty="0">
                <a:latin typeface="Times New Roman"/>
                <a:cs typeface="Times New Roman"/>
              </a:rPr>
              <a:t> </a:t>
            </a:r>
            <a:r>
              <a:rPr sz="1700" spc="-2" dirty="0">
                <a:latin typeface="Times New Roman"/>
                <a:cs typeface="Times New Roman"/>
              </a:rPr>
              <a:t>in</a:t>
            </a:r>
            <a:r>
              <a:rPr sz="1700" spc="46" dirty="0">
                <a:latin typeface="Times New Roman"/>
                <a:cs typeface="Times New Roman"/>
              </a:rPr>
              <a:t> </a:t>
            </a:r>
            <a:r>
              <a:rPr sz="1700" spc="-2" dirty="0">
                <a:latin typeface="Times New Roman"/>
                <a:cs typeface="Times New Roman"/>
              </a:rPr>
              <a:t>the </a:t>
            </a:r>
            <a:r>
              <a:rPr sz="1700" spc="-7" dirty="0">
                <a:latin typeface="Times New Roman"/>
                <a:cs typeface="Times New Roman"/>
              </a:rPr>
              <a:t>cac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 </a:t>
            </a:r>
            <a:r>
              <a:rPr sz="1700" spc="-5" dirty="0">
                <a:latin typeface="Times New Roman"/>
                <a:cs typeface="Times New Roman"/>
              </a:rPr>
              <a:t>not</a:t>
            </a:r>
            <a:r>
              <a:rPr sz="1700" dirty="0">
                <a:latin typeface="Times New Roman"/>
                <a:cs typeface="Times New Roman"/>
              </a:rPr>
              <a:t> </a:t>
            </a:r>
            <a:r>
              <a:rPr sz="1700" spc="-5" dirty="0">
                <a:latin typeface="Times New Roman"/>
                <a:cs typeface="Times New Roman"/>
              </a:rPr>
              <a:t>onl</a:t>
            </a:r>
            <a:r>
              <a:rPr sz="1700" dirty="0">
                <a:latin typeface="Times New Roman"/>
                <a:cs typeface="Times New Roman"/>
              </a:rPr>
              <a:t>y </a:t>
            </a:r>
            <a:r>
              <a:rPr sz="1700" spc="-2" dirty="0">
                <a:latin typeface="Times New Roman"/>
                <a:cs typeface="Times New Roman"/>
              </a:rPr>
              <a:t>the </a:t>
            </a:r>
            <a:r>
              <a:rPr sz="1700" spc="-5" dirty="0">
                <a:latin typeface="Times New Roman"/>
                <a:cs typeface="Times New Roman"/>
              </a:rPr>
              <a:t>d</a:t>
            </a:r>
            <a:r>
              <a:rPr sz="1700" spc="-10" dirty="0">
                <a:latin typeface="Times New Roman"/>
                <a:cs typeface="Times New Roman"/>
              </a:rPr>
              <a:t>e</a:t>
            </a:r>
            <a:r>
              <a:rPr sz="1700" spc="-5" dirty="0">
                <a:latin typeface="Times New Roman"/>
                <a:cs typeface="Times New Roman"/>
              </a:rPr>
              <a:t>sir</a:t>
            </a:r>
            <a:r>
              <a:rPr sz="1700" spc="-2" dirty="0">
                <a:latin typeface="Times New Roman"/>
                <a:cs typeface="Times New Roman"/>
              </a:rPr>
              <a:t>e</a:t>
            </a:r>
            <a:r>
              <a:rPr sz="1700" dirty="0">
                <a:latin typeface="Times New Roman"/>
                <a:cs typeface="Times New Roman"/>
              </a:rPr>
              <a:t>d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 </a:t>
            </a:r>
            <a:r>
              <a:rPr sz="1700" spc="-5" dirty="0">
                <a:latin typeface="Times New Roman"/>
                <a:cs typeface="Times New Roman"/>
              </a:rPr>
              <a:t>but</a:t>
            </a:r>
            <a:r>
              <a:rPr sz="1700" dirty="0">
                <a:latin typeface="Times New Roman"/>
                <a:cs typeface="Times New Roman"/>
              </a:rPr>
              <a:t> </a:t>
            </a:r>
            <a:r>
              <a:rPr sz="1700" spc="-2" dirty="0">
                <a:latin typeface="Times New Roman"/>
                <a:cs typeface="Times New Roman"/>
              </a:rPr>
              <a:t>also </a:t>
            </a:r>
            <a:r>
              <a:rPr sz="1700" spc="-7" dirty="0">
                <a:latin typeface="Times New Roman"/>
                <a:cs typeface="Times New Roman"/>
              </a:rPr>
              <a:t>so</a:t>
            </a:r>
            <a:r>
              <a:rPr sz="1700" spc="-5" dirty="0">
                <a:latin typeface="Times New Roman"/>
                <a:cs typeface="Times New Roman"/>
              </a:rPr>
              <a:t>me</a:t>
            </a:r>
            <a:r>
              <a:rPr sz="1700" spc="-2" dirty="0">
                <a:latin typeface="Times New Roman"/>
                <a:cs typeface="Times New Roman"/>
              </a:rPr>
              <a:t> </a:t>
            </a:r>
            <a:r>
              <a:rPr sz="1700" dirty="0">
                <a:latin typeface="Times New Roman"/>
                <a:cs typeface="Times New Roman"/>
              </a:rPr>
              <a:t>n</a:t>
            </a:r>
            <a:r>
              <a:rPr sz="1700" spc="5" dirty="0">
                <a:latin typeface="Times New Roman"/>
                <a:cs typeface="Times New Roman"/>
              </a:rPr>
              <a:t>u</a:t>
            </a:r>
            <a:r>
              <a:rPr sz="1700" spc="-5" dirty="0">
                <a:latin typeface="Times New Roman"/>
                <a:cs typeface="Times New Roman"/>
              </a:rPr>
              <a:t>mber </a:t>
            </a:r>
            <a:r>
              <a:rPr sz="1700" dirty="0">
                <a:latin typeface="Times New Roman"/>
                <a:cs typeface="Times New Roman"/>
              </a:rPr>
              <a:t>of </a:t>
            </a:r>
            <a:r>
              <a:rPr sz="1700" spc="-10" dirty="0">
                <a:latin typeface="Times New Roman"/>
                <a:cs typeface="Times New Roman"/>
              </a:rPr>
              <a:t>a</a:t>
            </a:r>
            <a:r>
              <a:rPr sz="1700" spc="-2" dirty="0">
                <a:latin typeface="Times New Roman"/>
                <a:cs typeface="Times New Roman"/>
              </a:rPr>
              <a:t>dja</a:t>
            </a:r>
            <a:r>
              <a:rPr sz="1700" spc="-7" dirty="0">
                <a:latin typeface="Times New Roman"/>
                <a:cs typeface="Times New Roman"/>
              </a:rPr>
              <a:t>ce</a:t>
            </a:r>
            <a:r>
              <a:rPr sz="1700" spc="-2" dirty="0">
                <a:latin typeface="Times New Roman"/>
                <a:cs typeface="Times New Roman"/>
              </a:rPr>
              <a:t>nt</a:t>
            </a:r>
            <a:r>
              <a:rPr sz="1700" dirty="0">
                <a:latin typeface="Times New Roman"/>
                <a:cs typeface="Times New Roman"/>
              </a:rPr>
              <a:t> </a:t>
            </a:r>
            <a:r>
              <a:rPr sz="1700" spc="-2" dirty="0">
                <a:latin typeface="Times New Roman"/>
                <a:cs typeface="Times New Roman"/>
              </a:rPr>
              <a:t>wor</a:t>
            </a:r>
            <a:r>
              <a:rPr sz="1700" dirty="0">
                <a:latin typeface="Times New Roman"/>
                <a:cs typeface="Times New Roman"/>
              </a:rPr>
              <a:t>ds</a:t>
            </a:r>
            <a:r>
              <a:rPr sz="1700" spc="5" dirty="0">
                <a:latin typeface="Times New Roman"/>
                <a:cs typeface="Times New Roman"/>
              </a:rPr>
              <a:t> </a:t>
            </a:r>
            <a:r>
              <a:rPr sz="1700" spc="-2" dirty="0">
                <a:latin typeface="Times New Roman"/>
                <a:cs typeface="Times New Roman"/>
              </a:rPr>
              <a:t>are</a:t>
            </a:r>
            <a:r>
              <a:rPr sz="1700" spc="-5"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tr</a:t>
            </a:r>
            <a:r>
              <a:rPr sz="1700" dirty="0">
                <a:latin typeface="Times New Roman"/>
                <a:cs typeface="Times New Roman"/>
              </a:rPr>
              <a:t>i</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d.</a:t>
            </a:r>
          </a:p>
          <a:p>
            <a:pPr marL="6109" marR="5192" algn="just">
              <a:spcBef>
                <a:spcPts val="385"/>
              </a:spcBef>
            </a:pPr>
            <a:endParaRPr lang="en-US" sz="1700" spc="-2" dirty="0">
              <a:latin typeface="Times New Roman"/>
              <a:cs typeface="Times New Roman"/>
            </a:endParaRPr>
          </a:p>
          <a:p>
            <a:pPr marL="6109" marR="5192" algn="just">
              <a:spcBef>
                <a:spcPts val="385"/>
              </a:spcBef>
            </a:pPr>
            <a:r>
              <a:rPr sz="1700" spc="-2" dirty="0">
                <a:latin typeface="Times New Roman"/>
                <a:cs typeface="Times New Roman"/>
              </a:rPr>
              <a:t>A</a:t>
            </a:r>
            <a:r>
              <a:rPr sz="1700" dirty="0">
                <a:latin typeface="Times New Roman"/>
                <a:cs typeface="Times New Roman"/>
              </a:rPr>
              <a:t>s</a:t>
            </a:r>
            <a:r>
              <a:rPr sz="1700" spc="38"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5" dirty="0">
                <a:latin typeface="Times New Roman"/>
                <a:cs typeface="Times New Roman"/>
              </a:rPr>
              <a:t>block</a:t>
            </a:r>
            <a:r>
              <a:rPr sz="1700" spc="38" dirty="0">
                <a:latin typeface="Times New Roman"/>
                <a:cs typeface="Times New Roman"/>
              </a:rPr>
              <a:t> </a:t>
            </a:r>
            <a:r>
              <a:rPr sz="1700" spc="-5" dirty="0">
                <a:latin typeface="Times New Roman"/>
                <a:cs typeface="Times New Roman"/>
              </a:rPr>
              <a:t>size</a:t>
            </a:r>
            <a:r>
              <a:rPr sz="1700" spc="36" dirty="0">
                <a:latin typeface="Times New Roman"/>
                <a:cs typeface="Times New Roman"/>
              </a:rPr>
              <a:t> </a:t>
            </a:r>
            <a:r>
              <a:rPr sz="1700" spc="-2" dirty="0">
                <a:latin typeface="Times New Roman"/>
                <a:cs typeface="Times New Roman"/>
              </a:rPr>
              <a:t>inc</a:t>
            </a:r>
            <a:r>
              <a:rPr sz="1700" spc="-7" dirty="0">
                <a:latin typeface="Times New Roman"/>
                <a:cs typeface="Times New Roman"/>
              </a:rPr>
              <a:t>rea</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s</a:t>
            </a:r>
            <a:r>
              <a:rPr sz="1700" spc="38"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41" dirty="0">
                <a:latin typeface="Times New Roman"/>
                <a:cs typeface="Times New Roman"/>
              </a:rPr>
              <a:t> </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ry</a:t>
            </a:r>
            <a:r>
              <a:rPr sz="1700" spc="36" dirty="0">
                <a:latin typeface="Times New Roman"/>
                <a:cs typeface="Times New Roman"/>
              </a:rPr>
              <a:t> </a:t>
            </a:r>
            <a:r>
              <a:rPr sz="1700" spc="-7" dirty="0">
                <a:latin typeface="Times New Roman"/>
                <a:cs typeface="Times New Roman"/>
              </a:rPr>
              <a:t>smal</a:t>
            </a:r>
            <a:r>
              <a:rPr sz="1700" spc="-2" dirty="0">
                <a:latin typeface="Times New Roman"/>
                <a:cs typeface="Times New Roman"/>
              </a:rPr>
              <a:t>l</a:t>
            </a:r>
            <a:r>
              <a:rPr sz="1700" spc="41" dirty="0">
                <a:latin typeface="Times New Roman"/>
                <a:cs typeface="Times New Roman"/>
              </a:rPr>
              <a:t> </a:t>
            </a:r>
            <a:r>
              <a:rPr sz="1700" spc="-2" dirty="0">
                <a:latin typeface="Times New Roman"/>
                <a:cs typeface="Times New Roman"/>
              </a:rPr>
              <a:t>to</a:t>
            </a:r>
            <a:r>
              <a:rPr sz="1700" spc="41" dirty="0">
                <a:latin typeface="Times New Roman"/>
                <a:cs typeface="Times New Roman"/>
              </a:rPr>
              <a:t> </a:t>
            </a:r>
            <a:r>
              <a:rPr sz="1700" spc="-2" dirty="0">
                <a:latin typeface="Times New Roman"/>
                <a:cs typeface="Times New Roman"/>
              </a:rPr>
              <a:t>la</a:t>
            </a:r>
            <a:r>
              <a:rPr sz="1700" spc="-12" dirty="0">
                <a:latin typeface="Times New Roman"/>
                <a:cs typeface="Times New Roman"/>
              </a:rPr>
              <a:t>r</a:t>
            </a:r>
            <a:r>
              <a:rPr sz="1700" spc="-5" dirty="0">
                <a:latin typeface="Times New Roman"/>
                <a:cs typeface="Times New Roman"/>
              </a:rPr>
              <a:t>g</a:t>
            </a:r>
            <a:r>
              <a:rPr sz="1700" spc="-7" dirty="0">
                <a:latin typeface="Times New Roman"/>
                <a:cs typeface="Times New Roman"/>
              </a:rPr>
              <a:t>e</a:t>
            </a:r>
            <a:r>
              <a:rPr sz="1700" dirty="0">
                <a:latin typeface="Times New Roman"/>
                <a:cs typeface="Times New Roman"/>
              </a:rPr>
              <a:t>r</a:t>
            </a:r>
            <a:r>
              <a:rPr sz="1700" spc="36" dirty="0">
                <a:latin typeface="Times New Roman"/>
                <a:cs typeface="Times New Roman"/>
              </a:rPr>
              <a:t> </a:t>
            </a:r>
            <a:r>
              <a:rPr sz="1700" spc="-5" dirty="0">
                <a:latin typeface="Times New Roman"/>
                <a:cs typeface="Times New Roman"/>
              </a:rPr>
              <a:t>size</a:t>
            </a:r>
            <a:r>
              <a:rPr sz="1700" spc="-2" dirty="0">
                <a:latin typeface="Times New Roman"/>
                <a:cs typeface="Times New Roman"/>
              </a:rPr>
              <a:t>s</a:t>
            </a:r>
            <a:r>
              <a:rPr sz="1700" dirty="0">
                <a:latin typeface="Times New Roman"/>
                <a:cs typeface="Times New Roman"/>
              </a:rPr>
              <a:t>,</a:t>
            </a:r>
            <a:r>
              <a:rPr sz="1700" spc="38"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2" dirty="0">
                <a:latin typeface="Times New Roman"/>
                <a:cs typeface="Times New Roman"/>
              </a:rPr>
              <a:t>hit</a:t>
            </a:r>
            <a:r>
              <a:rPr sz="1700" spc="41" dirty="0">
                <a:latin typeface="Times New Roman"/>
                <a:cs typeface="Times New Roman"/>
              </a:rPr>
              <a:t> </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a:t>
            </a:r>
            <a:r>
              <a:rPr sz="1700" spc="38" dirty="0">
                <a:latin typeface="Times New Roman"/>
                <a:cs typeface="Times New Roman"/>
              </a:rPr>
              <a:t> </a:t>
            </a:r>
            <a:r>
              <a:rPr sz="1700" spc="-2" dirty="0">
                <a:latin typeface="Times New Roman"/>
                <a:cs typeface="Times New Roman"/>
              </a:rPr>
              <a:t>w</a:t>
            </a:r>
            <a:r>
              <a:rPr sz="1700" spc="-7" dirty="0">
                <a:latin typeface="Times New Roman"/>
                <a:cs typeface="Times New Roman"/>
              </a:rPr>
              <a:t>i</a:t>
            </a:r>
            <a:r>
              <a:rPr sz="1700" spc="-2" dirty="0">
                <a:latin typeface="Times New Roman"/>
                <a:cs typeface="Times New Roman"/>
              </a:rPr>
              <a:t>ll</a:t>
            </a:r>
            <a:r>
              <a:rPr sz="1700" spc="41" dirty="0">
                <a:latin typeface="Times New Roman"/>
                <a:cs typeface="Times New Roman"/>
              </a:rPr>
              <a:t> </a:t>
            </a:r>
            <a:r>
              <a:rPr sz="1700" spc="-7" dirty="0">
                <a:latin typeface="Times New Roman"/>
                <a:cs typeface="Times New Roman"/>
              </a:rPr>
              <a:t>a</a:t>
            </a:r>
            <a:r>
              <a:rPr sz="1700" spc="-2" dirty="0">
                <a:latin typeface="Times New Roman"/>
                <a:cs typeface="Times New Roman"/>
              </a:rPr>
              <a:t>t</a:t>
            </a:r>
            <a:r>
              <a:rPr sz="1700" spc="41" dirty="0">
                <a:latin typeface="Times New Roman"/>
                <a:cs typeface="Times New Roman"/>
              </a:rPr>
              <a:t> </a:t>
            </a:r>
            <a:r>
              <a:rPr sz="1700" spc="-2" dirty="0">
                <a:latin typeface="Times New Roman"/>
                <a:cs typeface="Times New Roman"/>
              </a:rPr>
              <a:t>fi</a:t>
            </a:r>
            <a:r>
              <a:rPr sz="1700" spc="-5" dirty="0">
                <a:latin typeface="Times New Roman"/>
                <a:cs typeface="Times New Roman"/>
              </a:rPr>
              <a:t>rs</a:t>
            </a:r>
            <a:r>
              <a:rPr sz="1700" spc="-2" dirty="0">
                <a:latin typeface="Times New Roman"/>
                <a:cs typeface="Times New Roman"/>
              </a:rPr>
              <a:t>t</a:t>
            </a:r>
            <a:r>
              <a:rPr sz="1700" spc="34" dirty="0">
                <a:latin typeface="Times New Roman"/>
                <a:cs typeface="Times New Roman"/>
              </a:rPr>
              <a:t> </a:t>
            </a:r>
            <a:r>
              <a:rPr sz="1700" spc="-2" dirty="0">
                <a:latin typeface="Times New Roman"/>
                <a:cs typeface="Times New Roman"/>
              </a:rPr>
              <a:t>inc</a:t>
            </a:r>
            <a:r>
              <a:rPr sz="1700" spc="-7" dirty="0">
                <a:latin typeface="Times New Roman"/>
                <a:cs typeface="Times New Roman"/>
              </a:rPr>
              <a:t>rea</a:t>
            </a:r>
            <a:r>
              <a:rPr sz="1700" spc="-2" dirty="0">
                <a:latin typeface="Times New Roman"/>
                <a:cs typeface="Times New Roman"/>
              </a:rPr>
              <a:t>se </a:t>
            </a:r>
            <a:r>
              <a:rPr sz="1700" spc="-5" dirty="0">
                <a:latin typeface="Times New Roman"/>
                <a:cs typeface="Times New Roman"/>
              </a:rPr>
              <a:t>b</a:t>
            </a:r>
            <a:r>
              <a:rPr sz="1700" spc="-7" dirty="0">
                <a:latin typeface="Times New Roman"/>
                <a:cs typeface="Times New Roman"/>
              </a:rPr>
              <a:t>eca</a:t>
            </a:r>
            <a:r>
              <a:rPr sz="1700" dirty="0">
                <a:latin typeface="Times New Roman"/>
                <a:cs typeface="Times New Roman"/>
              </a:rPr>
              <a:t>use</a:t>
            </a:r>
            <a:r>
              <a:rPr sz="1700" spc="7" dirty="0">
                <a:latin typeface="Times New Roman"/>
                <a:cs typeface="Times New Roman"/>
              </a:rPr>
              <a:t> </a:t>
            </a:r>
            <a:r>
              <a:rPr sz="1700" spc="5" dirty="0">
                <a:latin typeface="Times New Roman"/>
                <a:cs typeface="Times New Roman"/>
              </a:rPr>
              <a:t>o</a:t>
            </a:r>
            <a:r>
              <a:rPr sz="1700" dirty="0">
                <a:latin typeface="Times New Roman"/>
                <a:cs typeface="Times New Roman"/>
              </a:rPr>
              <a:t>f</a:t>
            </a:r>
            <a:r>
              <a:rPr sz="1700" spc="7"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prin</a:t>
            </a:r>
            <a:r>
              <a:rPr sz="1700" spc="-10" dirty="0">
                <a:latin typeface="Times New Roman"/>
                <a:cs typeface="Times New Roman"/>
              </a:rPr>
              <a:t>c</a:t>
            </a:r>
            <a:r>
              <a:rPr sz="1700" spc="-2" dirty="0">
                <a:latin typeface="Times New Roman"/>
                <a:cs typeface="Times New Roman"/>
              </a:rPr>
              <a:t>iple</a:t>
            </a:r>
            <a:r>
              <a:rPr sz="1700" spc="14" dirty="0">
                <a:latin typeface="Times New Roman"/>
                <a:cs typeface="Times New Roman"/>
              </a:rPr>
              <a:t> </a:t>
            </a:r>
            <a:r>
              <a:rPr sz="1700" dirty="0">
                <a:latin typeface="Times New Roman"/>
                <a:cs typeface="Times New Roman"/>
              </a:rPr>
              <a:t>of</a:t>
            </a:r>
            <a:r>
              <a:rPr sz="1700" spc="7" dirty="0">
                <a:latin typeface="Times New Roman"/>
                <a:cs typeface="Times New Roman"/>
              </a:rPr>
              <a:t> </a:t>
            </a:r>
            <a:r>
              <a:rPr sz="1700" spc="-2" dirty="0">
                <a:latin typeface="Times New Roman"/>
                <a:cs typeface="Times New Roman"/>
              </a:rPr>
              <a:t>loc</a:t>
            </a:r>
            <a:r>
              <a:rPr sz="1700" spc="-10" dirty="0">
                <a:latin typeface="Times New Roman"/>
                <a:cs typeface="Times New Roman"/>
              </a:rPr>
              <a:t>a</a:t>
            </a:r>
            <a:r>
              <a:rPr sz="1700" spc="-2" dirty="0">
                <a:latin typeface="Times New Roman"/>
                <a:cs typeface="Times New Roman"/>
              </a:rPr>
              <a:t>lity,</a:t>
            </a:r>
            <a:r>
              <a:rPr sz="1700" spc="10" dirty="0">
                <a:latin typeface="Times New Roman"/>
                <a:cs typeface="Times New Roman"/>
              </a:rPr>
              <a:t> </a:t>
            </a:r>
            <a:r>
              <a:rPr sz="1700" spc="-7" dirty="0">
                <a:latin typeface="Times New Roman"/>
                <a:cs typeface="Times New Roman"/>
              </a:rPr>
              <a:t>whic</a:t>
            </a:r>
            <a:r>
              <a:rPr sz="1700" dirty="0">
                <a:latin typeface="Times New Roman"/>
                <a:cs typeface="Times New Roman"/>
              </a:rPr>
              <a:t>h</a:t>
            </a:r>
            <a:r>
              <a:rPr sz="1700" spc="10" dirty="0">
                <a:latin typeface="Times New Roman"/>
                <a:cs typeface="Times New Roman"/>
              </a:rPr>
              <a:t> </a:t>
            </a:r>
            <a:r>
              <a:rPr sz="1700" spc="-5" dirty="0">
                <a:latin typeface="Times New Roman"/>
                <a:cs typeface="Times New Roman"/>
              </a:rPr>
              <a:t>state</a:t>
            </a:r>
            <a:r>
              <a:rPr sz="1700" dirty="0">
                <a:latin typeface="Times New Roman"/>
                <a:cs typeface="Times New Roman"/>
              </a:rPr>
              <a:t>s</a:t>
            </a:r>
            <a:r>
              <a:rPr sz="1700" spc="10" dirty="0">
                <a:latin typeface="Times New Roman"/>
                <a:cs typeface="Times New Roman"/>
              </a:rPr>
              <a:t> </a:t>
            </a:r>
            <a:r>
              <a:rPr sz="1700" dirty="0">
                <a:latin typeface="Times New Roman"/>
                <a:cs typeface="Times New Roman"/>
              </a:rPr>
              <a:t>t</a:t>
            </a:r>
            <a:r>
              <a:rPr sz="1700" spc="-5" dirty="0">
                <a:latin typeface="Times New Roman"/>
                <a:cs typeface="Times New Roman"/>
              </a:rPr>
              <a:t>h</a:t>
            </a:r>
            <a:r>
              <a:rPr sz="1700" spc="-7" dirty="0">
                <a:latin typeface="Times New Roman"/>
                <a:cs typeface="Times New Roman"/>
              </a:rPr>
              <a:t>a</a:t>
            </a:r>
            <a:r>
              <a:rPr sz="1700" spc="-2" dirty="0">
                <a:latin typeface="Times New Roman"/>
                <a:cs typeface="Times New Roman"/>
              </a:rPr>
              <a:t>t</a:t>
            </a:r>
            <a:r>
              <a:rPr sz="1700" spc="1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0" dirty="0">
                <a:latin typeface="Times New Roman"/>
                <a:cs typeface="Times New Roman"/>
              </a:rPr>
              <a:t> </a:t>
            </a:r>
            <a:r>
              <a:rPr sz="1700" spc="-2" dirty="0">
                <a:latin typeface="Times New Roman"/>
                <a:cs typeface="Times New Roman"/>
              </a:rPr>
              <a:t>in</a:t>
            </a:r>
            <a:r>
              <a:rPr sz="1700" spc="12"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vicinit</a:t>
            </a:r>
            <a:r>
              <a:rPr sz="1700" dirty="0">
                <a:latin typeface="Times New Roman"/>
                <a:cs typeface="Times New Roman"/>
              </a:rPr>
              <a:t>y</a:t>
            </a:r>
            <a:r>
              <a:rPr sz="1700" spc="10" dirty="0">
                <a:latin typeface="Times New Roman"/>
                <a:cs typeface="Times New Roman"/>
              </a:rPr>
              <a:t> </a:t>
            </a:r>
            <a:r>
              <a:rPr sz="1700" dirty="0">
                <a:latin typeface="Times New Roman"/>
                <a:cs typeface="Times New Roman"/>
              </a:rPr>
              <a:t>of</a:t>
            </a:r>
            <a:r>
              <a:rPr sz="1700" spc="7" dirty="0">
                <a:latin typeface="Times New Roman"/>
                <a:cs typeface="Times New Roman"/>
              </a:rPr>
              <a:t> </a:t>
            </a:r>
            <a:r>
              <a:rPr sz="1700" spc="-5" dirty="0">
                <a:latin typeface="Times New Roman"/>
                <a:cs typeface="Times New Roman"/>
              </a:rPr>
              <a:t>a</a:t>
            </a:r>
            <a:r>
              <a:rPr sz="1700" spc="7"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f</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n</a:t>
            </a:r>
            <a:r>
              <a:rPr sz="1700" spc="-7" dirty="0">
                <a:latin typeface="Times New Roman"/>
                <a:cs typeface="Times New Roman"/>
              </a:rPr>
              <a:t>ce</a:t>
            </a:r>
            <a:r>
              <a:rPr sz="1700" dirty="0">
                <a:latin typeface="Times New Roman"/>
                <a:cs typeface="Times New Roman"/>
              </a:rPr>
              <a:t>d</a:t>
            </a:r>
            <a:r>
              <a:rPr sz="1700" spc="10" dirty="0">
                <a:latin typeface="Times New Roman"/>
                <a:cs typeface="Times New Roman"/>
              </a:rPr>
              <a:t> </a:t>
            </a:r>
            <a:r>
              <a:rPr sz="1700" spc="-2" dirty="0">
                <a:latin typeface="Times New Roman"/>
                <a:cs typeface="Times New Roman"/>
              </a:rPr>
              <a:t>w</a:t>
            </a:r>
            <a:r>
              <a:rPr sz="1700" spc="2" dirty="0">
                <a:latin typeface="Times New Roman"/>
                <a:cs typeface="Times New Roman"/>
              </a:rPr>
              <a:t>o</a:t>
            </a:r>
            <a:r>
              <a:rPr sz="1700" dirty="0">
                <a:latin typeface="Times New Roman"/>
                <a:cs typeface="Times New Roman"/>
              </a:rPr>
              <a:t>rd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spc="-2" dirty="0">
                <a:latin typeface="Times New Roman"/>
                <a:cs typeface="Times New Roman"/>
              </a:rPr>
              <a:t>lik</a:t>
            </a:r>
            <a:r>
              <a:rPr sz="1700" spc="-7" dirty="0">
                <a:latin typeface="Times New Roman"/>
                <a:cs typeface="Times New Roman"/>
              </a:rPr>
              <a:t>e</a:t>
            </a:r>
            <a:r>
              <a:rPr sz="1700" spc="-2" dirty="0">
                <a:latin typeface="Times New Roman"/>
                <a:cs typeface="Times New Roman"/>
              </a:rPr>
              <a:t>ly t</a:t>
            </a:r>
            <a:r>
              <a:rPr sz="1700" dirty="0">
                <a:latin typeface="Times New Roman"/>
                <a:cs typeface="Times New Roman"/>
              </a:rPr>
              <a:t>o </a:t>
            </a:r>
            <a:r>
              <a:rPr sz="1700" spc="-5" dirty="0">
                <a:latin typeface="Times New Roman"/>
                <a:cs typeface="Times New Roman"/>
              </a:rPr>
              <a:t>be</a:t>
            </a:r>
            <a:r>
              <a:rPr sz="1700" spc="-2"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fer</a:t>
            </a:r>
            <a:r>
              <a:rPr sz="1700" spc="-10" dirty="0">
                <a:latin typeface="Times New Roman"/>
                <a:cs typeface="Times New Roman"/>
              </a:rPr>
              <a:t>e</a:t>
            </a:r>
            <a:r>
              <a:rPr sz="1700" spc="-5" dirty="0">
                <a:latin typeface="Times New Roman"/>
                <a:cs typeface="Times New Roman"/>
              </a:rPr>
              <a:t>n</a:t>
            </a:r>
            <a:r>
              <a:rPr sz="1700" spc="-2" dirty="0">
                <a:latin typeface="Times New Roman"/>
                <a:cs typeface="Times New Roman"/>
              </a:rPr>
              <a:t>ce</a:t>
            </a:r>
            <a:r>
              <a:rPr sz="1700" dirty="0">
                <a:latin typeface="Times New Roman"/>
                <a:cs typeface="Times New Roman"/>
              </a:rPr>
              <a:t>d </a:t>
            </a:r>
            <a:r>
              <a:rPr sz="1700" spc="-2" dirty="0">
                <a:latin typeface="Times New Roman"/>
                <a:cs typeface="Times New Roman"/>
              </a:rPr>
              <a:t>in the </a:t>
            </a:r>
            <a:r>
              <a:rPr sz="1700" spc="-5" dirty="0">
                <a:latin typeface="Times New Roman"/>
                <a:cs typeface="Times New Roman"/>
              </a:rPr>
              <a:t>n</a:t>
            </a:r>
            <a:r>
              <a:rPr sz="1700" spc="-7" dirty="0">
                <a:latin typeface="Times New Roman"/>
                <a:cs typeface="Times New Roman"/>
              </a:rPr>
              <a:t>ea</a:t>
            </a:r>
            <a:r>
              <a:rPr sz="1700" dirty="0">
                <a:latin typeface="Times New Roman"/>
                <a:cs typeface="Times New Roman"/>
              </a:rPr>
              <a:t>r </a:t>
            </a:r>
            <a:r>
              <a:rPr sz="1700" spc="-5" dirty="0">
                <a:latin typeface="Times New Roman"/>
                <a:cs typeface="Times New Roman"/>
              </a:rPr>
              <a:t>futu</a:t>
            </a:r>
            <a:r>
              <a:rPr sz="1700" dirty="0">
                <a:latin typeface="Times New Roman"/>
                <a:cs typeface="Times New Roman"/>
              </a:rPr>
              <a:t>r</a:t>
            </a:r>
            <a:r>
              <a:rPr sz="1700" spc="-7" dirty="0">
                <a:latin typeface="Times New Roman"/>
                <a:cs typeface="Times New Roman"/>
              </a:rPr>
              <a:t>e</a:t>
            </a:r>
            <a:r>
              <a:rPr sz="1700" dirty="0">
                <a:latin typeface="Times New Roman"/>
                <a:cs typeface="Times New Roman"/>
              </a:rPr>
              <a:t>.</a:t>
            </a:r>
          </a:p>
          <a:p>
            <a:pPr marL="6109" marR="2443" algn="just">
              <a:spcBef>
                <a:spcPts val="363"/>
              </a:spcBef>
            </a:pPr>
            <a:endParaRPr lang="en-US" sz="1700" spc="-2" dirty="0">
              <a:latin typeface="Times New Roman"/>
              <a:cs typeface="Times New Roman"/>
            </a:endParaRPr>
          </a:p>
          <a:p>
            <a:pPr marL="6109" marR="2443" algn="just">
              <a:spcBef>
                <a:spcPts val="363"/>
              </a:spcBef>
            </a:pPr>
            <a:r>
              <a:rPr sz="1700" spc="-2" dirty="0">
                <a:latin typeface="Times New Roman"/>
                <a:cs typeface="Times New Roman"/>
              </a:rPr>
              <a:t>A</a:t>
            </a:r>
            <a:r>
              <a:rPr sz="1700" dirty="0">
                <a:latin typeface="Times New Roman"/>
                <a:cs typeface="Times New Roman"/>
              </a:rPr>
              <a:t>s</a:t>
            </a:r>
            <a:r>
              <a:rPr sz="1700" spc="-24"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block</a:t>
            </a:r>
            <a:r>
              <a:rPr sz="1700" spc="-24" dirty="0">
                <a:latin typeface="Times New Roman"/>
                <a:cs typeface="Times New Roman"/>
              </a:rPr>
              <a:t> </a:t>
            </a:r>
            <a:r>
              <a:rPr sz="1700" spc="-5" dirty="0">
                <a:latin typeface="Times New Roman"/>
                <a:cs typeface="Times New Roman"/>
              </a:rPr>
              <a:t>size</a:t>
            </a:r>
            <a:r>
              <a:rPr sz="1700" spc="-26" dirty="0">
                <a:latin typeface="Times New Roman"/>
                <a:cs typeface="Times New Roman"/>
              </a:rPr>
              <a:t> </a:t>
            </a:r>
            <a:r>
              <a:rPr sz="1700" spc="-2" dirty="0">
                <a:latin typeface="Times New Roman"/>
                <a:cs typeface="Times New Roman"/>
              </a:rPr>
              <a:t>incr</a:t>
            </a:r>
            <a:r>
              <a:rPr sz="1700" spc="-7" dirty="0">
                <a:latin typeface="Times New Roman"/>
                <a:cs typeface="Times New Roman"/>
              </a:rPr>
              <a:t>ea</a:t>
            </a:r>
            <a:r>
              <a:rPr sz="1700" spc="-2" dirty="0">
                <a:latin typeface="Times New Roman"/>
                <a:cs typeface="Times New Roman"/>
              </a:rPr>
              <a:t>s</a:t>
            </a:r>
            <a:r>
              <a:rPr sz="1700" spc="2"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24" dirty="0">
                <a:latin typeface="Times New Roman"/>
                <a:cs typeface="Times New Roman"/>
              </a:rPr>
              <a:t> </a:t>
            </a:r>
            <a:r>
              <a:rPr sz="1700" spc="-5" dirty="0">
                <a:latin typeface="Times New Roman"/>
                <a:cs typeface="Times New Roman"/>
              </a:rPr>
              <a:t>more</a:t>
            </a:r>
            <a:r>
              <a:rPr sz="1700" spc="-26" dirty="0">
                <a:latin typeface="Times New Roman"/>
                <a:cs typeface="Times New Roman"/>
              </a:rPr>
              <a:t> </a:t>
            </a:r>
            <a:r>
              <a:rPr sz="1700" dirty="0">
                <a:latin typeface="Times New Roman"/>
                <a:cs typeface="Times New Roman"/>
              </a:rPr>
              <a:t>us</a:t>
            </a:r>
            <a:r>
              <a:rPr sz="1700" spc="-2" dirty="0">
                <a:latin typeface="Times New Roman"/>
                <a:cs typeface="Times New Roman"/>
              </a:rPr>
              <a:t>eful</a:t>
            </a:r>
            <a:r>
              <a:rPr sz="1700" spc="-2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9"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29" dirty="0">
                <a:latin typeface="Times New Roman"/>
                <a:cs typeface="Times New Roman"/>
              </a:rPr>
              <a:t> </a:t>
            </a:r>
            <a:r>
              <a:rPr sz="1700" spc="5" dirty="0">
                <a:latin typeface="Times New Roman"/>
                <a:cs typeface="Times New Roman"/>
              </a:rPr>
              <a:t>b</a:t>
            </a:r>
            <a:r>
              <a:rPr sz="1700" spc="2" dirty="0">
                <a:latin typeface="Times New Roman"/>
                <a:cs typeface="Times New Roman"/>
              </a:rPr>
              <a:t>r</a:t>
            </a:r>
            <a:r>
              <a:rPr sz="1700" spc="-5" dirty="0">
                <a:latin typeface="Times New Roman"/>
                <a:cs typeface="Times New Roman"/>
              </a:rPr>
              <a:t>ought</a:t>
            </a:r>
            <a:r>
              <a:rPr sz="1700" spc="-24" dirty="0">
                <a:latin typeface="Times New Roman"/>
                <a:cs typeface="Times New Roman"/>
              </a:rPr>
              <a:t> </a:t>
            </a:r>
            <a:r>
              <a:rPr sz="1700" spc="-2" dirty="0">
                <a:latin typeface="Times New Roman"/>
                <a:cs typeface="Times New Roman"/>
              </a:rPr>
              <a:t>int</a:t>
            </a:r>
            <a:r>
              <a:rPr sz="1700" dirty="0">
                <a:latin typeface="Times New Roman"/>
                <a:cs typeface="Times New Roman"/>
              </a:rPr>
              <a:t>o</a:t>
            </a:r>
            <a:r>
              <a:rPr sz="1700" spc="-24"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r>
              <a:rPr sz="1700" spc="-24" dirty="0">
                <a:latin typeface="Times New Roman"/>
                <a:cs typeface="Times New Roman"/>
              </a:rPr>
              <a:t> </a:t>
            </a:r>
            <a:r>
              <a:rPr sz="1700" spc="-5" dirty="0">
                <a:latin typeface="Times New Roman"/>
                <a:cs typeface="Times New Roman"/>
              </a:rPr>
              <a:t>T</a:t>
            </a:r>
            <a:r>
              <a:rPr sz="1700" spc="-2" dirty="0">
                <a:latin typeface="Times New Roman"/>
                <a:cs typeface="Times New Roman"/>
              </a:rPr>
              <a:t>h</a:t>
            </a:r>
            <a:r>
              <a:rPr sz="1700" spc="-5" dirty="0">
                <a:latin typeface="Times New Roman"/>
                <a:cs typeface="Times New Roman"/>
              </a:rPr>
              <a:t>e</a:t>
            </a:r>
            <a:r>
              <a:rPr sz="1700" spc="-26" dirty="0">
                <a:latin typeface="Times New Roman"/>
                <a:cs typeface="Times New Roman"/>
              </a:rPr>
              <a:t> </a:t>
            </a:r>
            <a:r>
              <a:rPr sz="1700" spc="-2" dirty="0">
                <a:latin typeface="Times New Roman"/>
                <a:cs typeface="Times New Roman"/>
              </a:rPr>
              <a:t>hit</a:t>
            </a:r>
            <a:r>
              <a:rPr sz="1700" spc="-22" dirty="0">
                <a:latin typeface="Times New Roman"/>
                <a:cs typeface="Times New Roman"/>
              </a:rPr>
              <a:t> </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a:t>
            </a:r>
            <a:r>
              <a:rPr sz="1700" spc="-24" dirty="0">
                <a:latin typeface="Times New Roman"/>
                <a:cs typeface="Times New Roman"/>
              </a:rPr>
              <a:t> </a:t>
            </a:r>
            <a:r>
              <a:rPr sz="1700" spc="-7" dirty="0">
                <a:latin typeface="Times New Roman"/>
                <a:cs typeface="Times New Roman"/>
              </a:rPr>
              <a:t>wil</a:t>
            </a:r>
            <a:r>
              <a:rPr sz="1700" spc="-2" dirty="0">
                <a:latin typeface="Times New Roman"/>
                <a:cs typeface="Times New Roman"/>
              </a:rPr>
              <a:t>l</a:t>
            </a:r>
            <a:r>
              <a:rPr sz="1700" spc="-22"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gin</a:t>
            </a:r>
            <a:r>
              <a:rPr sz="1700" spc="-2" dirty="0">
                <a:latin typeface="Times New Roman"/>
                <a:cs typeface="Times New Roman"/>
              </a:rPr>
              <a:t> to</a:t>
            </a:r>
            <a:r>
              <a:rPr sz="1700" spc="-12" dirty="0">
                <a:latin typeface="Times New Roman"/>
                <a:cs typeface="Times New Roman"/>
              </a:rPr>
              <a:t> </a:t>
            </a:r>
            <a:r>
              <a:rPr sz="1700" spc="-5" dirty="0">
                <a:latin typeface="Times New Roman"/>
                <a:cs typeface="Times New Roman"/>
              </a:rPr>
              <a:t>d</a:t>
            </a:r>
            <a:r>
              <a:rPr sz="1700" spc="-7" dirty="0">
                <a:latin typeface="Times New Roman"/>
                <a:cs typeface="Times New Roman"/>
              </a:rPr>
              <a:t>ec</a:t>
            </a:r>
            <a:r>
              <a:rPr sz="1700" spc="2" dirty="0">
                <a:latin typeface="Times New Roman"/>
                <a:cs typeface="Times New Roman"/>
              </a:rPr>
              <a:t>r</a:t>
            </a:r>
            <a:r>
              <a:rPr sz="1700" spc="-7" dirty="0">
                <a:latin typeface="Times New Roman"/>
                <a:cs typeface="Times New Roman"/>
              </a:rPr>
              <a:t>ea</a:t>
            </a:r>
            <a:r>
              <a:rPr sz="1700" spc="-2" dirty="0">
                <a:latin typeface="Times New Roman"/>
                <a:cs typeface="Times New Roman"/>
              </a:rPr>
              <a:t>se</a:t>
            </a:r>
            <a:r>
              <a:rPr sz="1700" dirty="0">
                <a:latin typeface="Times New Roman"/>
                <a:cs typeface="Times New Roman"/>
              </a:rPr>
              <a:t>,</a:t>
            </a:r>
            <a:r>
              <a:rPr sz="1700" spc="-7" dirty="0">
                <a:latin typeface="Times New Roman"/>
                <a:cs typeface="Times New Roman"/>
              </a:rPr>
              <a:t> </a:t>
            </a:r>
            <a:r>
              <a:rPr sz="1700" dirty="0">
                <a:latin typeface="Times New Roman"/>
                <a:cs typeface="Times New Roman"/>
              </a:rPr>
              <a:t>how</a:t>
            </a:r>
            <a:r>
              <a:rPr sz="1700" spc="-5"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a:t>
            </a:r>
            <a:r>
              <a:rPr sz="1700" spc="-10"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12" dirty="0">
                <a:latin typeface="Times New Roman"/>
                <a:cs typeface="Times New Roman"/>
              </a:rPr>
              <a:t> </a:t>
            </a:r>
            <a:r>
              <a:rPr sz="1700" dirty="0">
                <a:latin typeface="Times New Roman"/>
                <a:cs typeface="Times New Roman"/>
              </a:rPr>
              <a:t>t</a:t>
            </a:r>
            <a:r>
              <a:rPr sz="1700" spc="-5" dirty="0">
                <a:latin typeface="Times New Roman"/>
                <a:cs typeface="Times New Roman"/>
              </a:rPr>
              <a:t>he</a:t>
            </a:r>
            <a:r>
              <a:rPr sz="1700" spc="-14" dirty="0">
                <a:latin typeface="Times New Roman"/>
                <a:cs typeface="Times New Roman"/>
              </a:rPr>
              <a:t> </a:t>
            </a:r>
            <a:r>
              <a:rPr sz="1700" spc="-5" dirty="0">
                <a:latin typeface="Times New Roman"/>
                <a:cs typeface="Times New Roman"/>
              </a:rPr>
              <a:t>block</a:t>
            </a:r>
            <a:r>
              <a:rPr sz="1700" spc="-14" dirty="0">
                <a:latin typeface="Times New Roman"/>
                <a:cs typeface="Times New Roman"/>
              </a:rPr>
              <a:t> </a:t>
            </a:r>
            <a:r>
              <a:rPr sz="1700" spc="5" dirty="0">
                <a:latin typeface="Times New Roman"/>
                <a:cs typeface="Times New Roman"/>
              </a:rPr>
              <a:t>b</a:t>
            </a:r>
            <a:r>
              <a:rPr sz="1700" spc="-7" dirty="0">
                <a:latin typeface="Times New Roman"/>
                <a:cs typeface="Times New Roman"/>
              </a:rPr>
              <a:t>ec</a:t>
            </a:r>
            <a:r>
              <a:rPr sz="1700" spc="-5" dirty="0">
                <a:latin typeface="Times New Roman"/>
                <a:cs typeface="Times New Roman"/>
              </a:rPr>
              <a:t>omes</a:t>
            </a:r>
            <a:r>
              <a:rPr sz="1700" spc="-7" dirty="0">
                <a:latin typeface="Times New Roman"/>
                <a:cs typeface="Times New Roman"/>
              </a:rPr>
              <a:t> 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n</a:t>
            </a:r>
            <a:r>
              <a:rPr sz="1700" spc="-7" dirty="0">
                <a:latin typeface="Times New Roman"/>
                <a:cs typeface="Times New Roman"/>
              </a:rPr>
              <a:t> </a:t>
            </a:r>
            <a:r>
              <a:rPr sz="1700" spc="5" dirty="0">
                <a:latin typeface="Times New Roman"/>
                <a:cs typeface="Times New Roman"/>
              </a:rPr>
              <a:t>b</a:t>
            </a:r>
            <a:r>
              <a:rPr sz="1700" spc="-2" dirty="0">
                <a:latin typeface="Times New Roman"/>
                <a:cs typeface="Times New Roman"/>
              </a:rPr>
              <a:t>igger</a:t>
            </a:r>
            <a:r>
              <a:rPr sz="1700" spc="-17"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7"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p</a:t>
            </a:r>
            <a:r>
              <a:rPr sz="1700" spc="-5" dirty="0">
                <a:latin typeface="Times New Roman"/>
                <a:cs typeface="Times New Roman"/>
              </a:rPr>
              <a:t>rob</a:t>
            </a:r>
            <a:r>
              <a:rPr sz="1700" spc="-10" dirty="0">
                <a:latin typeface="Times New Roman"/>
                <a:cs typeface="Times New Roman"/>
              </a:rPr>
              <a:t>a</a:t>
            </a:r>
            <a:r>
              <a:rPr sz="1700" spc="-2" dirty="0">
                <a:latin typeface="Times New Roman"/>
                <a:cs typeface="Times New Roman"/>
              </a:rPr>
              <a:t>bilit</a:t>
            </a:r>
            <a:r>
              <a:rPr sz="1700" dirty="0">
                <a:latin typeface="Times New Roman"/>
                <a:cs typeface="Times New Roman"/>
              </a:rPr>
              <a:t>y</a:t>
            </a:r>
            <a:r>
              <a:rPr sz="1700" spc="-7"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5" dirty="0">
                <a:latin typeface="Times New Roman"/>
                <a:cs typeface="Times New Roman"/>
              </a:rPr>
              <a:t>using</a:t>
            </a:r>
            <a:r>
              <a:rPr sz="1700" spc="-12"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wly f</a:t>
            </a:r>
            <a:r>
              <a:rPr sz="1700" spc="-10" dirty="0">
                <a:latin typeface="Times New Roman"/>
                <a:cs typeface="Times New Roman"/>
              </a:rPr>
              <a:t>e</a:t>
            </a:r>
            <a:r>
              <a:rPr sz="1700" spc="-2" dirty="0">
                <a:latin typeface="Times New Roman"/>
                <a:cs typeface="Times New Roman"/>
              </a:rPr>
              <a:t>tch</a:t>
            </a:r>
            <a:r>
              <a:rPr sz="1700" spc="-10" dirty="0">
                <a:latin typeface="Times New Roman"/>
                <a:cs typeface="Times New Roman"/>
              </a:rPr>
              <a:t>e</a:t>
            </a:r>
            <a:r>
              <a:rPr sz="1700" dirty="0">
                <a:latin typeface="Times New Roman"/>
                <a:cs typeface="Times New Roman"/>
              </a:rPr>
              <a:t>d</a:t>
            </a:r>
            <a:r>
              <a:rPr sz="1700" spc="-7" dirty="0">
                <a:latin typeface="Times New Roman"/>
                <a:cs typeface="Times New Roman"/>
              </a:rPr>
              <a:t> </a:t>
            </a:r>
            <a:r>
              <a:rPr sz="1700" spc="-2" dirty="0">
                <a:latin typeface="Times New Roman"/>
                <a:cs typeface="Times New Roman"/>
              </a:rPr>
              <a:t>info</a:t>
            </a:r>
            <a:r>
              <a:rPr sz="1700" spc="-5" dirty="0">
                <a:latin typeface="Times New Roman"/>
                <a:cs typeface="Times New Roman"/>
              </a:rPr>
              <a:t>rm</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7" dirty="0">
                <a:latin typeface="Times New Roman"/>
                <a:cs typeface="Times New Roman"/>
              </a:rPr>
              <a:t> </a:t>
            </a:r>
            <a:r>
              <a:rPr sz="1700" spc="-5" dirty="0">
                <a:latin typeface="Times New Roman"/>
                <a:cs typeface="Times New Roman"/>
              </a:rPr>
              <a:t>b</a:t>
            </a:r>
            <a:r>
              <a:rPr sz="1700" spc="-7" dirty="0">
                <a:latin typeface="Times New Roman"/>
                <a:cs typeface="Times New Roman"/>
              </a:rPr>
              <a:t>ec</a:t>
            </a:r>
            <a:r>
              <a:rPr sz="1700" spc="5" dirty="0">
                <a:latin typeface="Times New Roman"/>
                <a:cs typeface="Times New Roman"/>
              </a:rPr>
              <a:t>o</a:t>
            </a:r>
            <a:r>
              <a:rPr sz="1700" spc="-5" dirty="0">
                <a:latin typeface="Times New Roman"/>
                <a:cs typeface="Times New Roman"/>
              </a:rPr>
              <a:t>mes</a:t>
            </a:r>
            <a:r>
              <a:rPr sz="1700" spc="-7" dirty="0">
                <a:latin typeface="Times New Roman"/>
                <a:cs typeface="Times New Roman"/>
              </a:rPr>
              <a:t> </a:t>
            </a:r>
            <a:r>
              <a:rPr sz="1700" dirty="0">
                <a:latin typeface="Times New Roman"/>
                <a:cs typeface="Times New Roman"/>
              </a:rPr>
              <a:t>less</a:t>
            </a:r>
            <a:r>
              <a:rPr sz="1700" spc="-7" dirty="0">
                <a:latin typeface="Times New Roman"/>
                <a:cs typeface="Times New Roman"/>
              </a:rPr>
              <a:t> </a:t>
            </a:r>
            <a:r>
              <a:rPr sz="1700" spc="-5" dirty="0">
                <a:latin typeface="Times New Roman"/>
                <a:cs typeface="Times New Roman"/>
              </a:rPr>
              <a:t>than</a:t>
            </a:r>
            <a:r>
              <a:rPr sz="1700" spc="-10"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prob</a:t>
            </a:r>
            <a:r>
              <a:rPr sz="1700" spc="-10" dirty="0">
                <a:latin typeface="Times New Roman"/>
                <a:cs typeface="Times New Roman"/>
              </a:rPr>
              <a:t>a</a:t>
            </a:r>
            <a:r>
              <a:rPr sz="1700" spc="-2" dirty="0">
                <a:latin typeface="Times New Roman"/>
                <a:cs typeface="Times New Roman"/>
              </a:rPr>
              <a:t>bilit</a:t>
            </a:r>
            <a:r>
              <a:rPr sz="1700" dirty="0">
                <a:latin typeface="Times New Roman"/>
                <a:cs typeface="Times New Roman"/>
              </a:rPr>
              <a:t>y</a:t>
            </a:r>
            <a:r>
              <a:rPr sz="1700" spc="-7"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usi</a:t>
            </a:r>
            <a:r>
              <a:rPr sz="1700" dirty="0">
                <a:latin typeface="Times New Roman"/>
                <a:cs typeface="Times New Roman"/>
              </a:rPr>
              <a:t>ng</a:t>
            </a:r>
            <a:r>
              <a:rPr sz="1700" spc="-7"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mation</a:t>
            </a:r>
            <a:r>
              <a:rPr sz="1700" spc="-7" dirty="0">
                <a:latin typeface="Times New Roman"/>
                <a:cs typeface="Times New Roman"/>
              </a:rPr>
              <a:t> </a:t>
            </a:r>
            <a:r>
              <a:rPr sz="1700" spc="-2" dirty="0">
                <a:latin typeface="Times New Roman"/>
                <a:cs typeface="Times New Roman"/>
              </a:rPr>
              <a:t>that</a:t>
            </a:r>
            <a:r>
              <a:rPr sz="1700" spc="-7"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7" dirty="0">
                <a:latin typeface="Times New Roman"/>
                <a:cs typeface="Times New Roman"/>
              </a:rPr>
              <a:t> </a:t>
            </a:r>
            <a:r>
              <a:rPr sz="1700" spc="-2" dirty="0">
                <a:latin typeface="Times New Roman"/>
                <a:cs typeface="Times New Roman"/>
              </a:rPr>
              <a:t>to</a:t>
            </a:r>
            <a:r>
              <a:rPr sz="1700" spc="-5" dirty="0">
                <a:latin typeface="Times New Roman"/>
                <a:cs typeface="Times New Roman"/>
              </a:rPr>
              <a:t> be</a:t>
            </a:r>
            <a:r>
              <a:rPr sz="1700" spc="-2" dirty="0">
                <a:latin typeface="Times New Roman"/>
                <a:cs typeface="Times New Roman"/>
              </a:rPr>
              <a:t> r</a:t>
            </a:r>
            <a:r>
              <a:rPr sz="1700" spc="-10" dirty="0">
                <a:latin typeface="Times New Roman"/>
                <a:cs typeface="Times New Roman"/>
              </a:rPr>
              <a:t>e</a:t>
            </a:r>
            <a:r>
              <a:rPr sz="1700" spc="-2" dirty="0">
                <a:latin typeface="Times New Roman"/>
                <a:cs typeface="Times New Roman"/>
              </a:rPr>
              <a:t>plac</a:t>
            </a:r>
            <a:r>
              <a:rPr sz="1700" spc="-7" dirty="0">
                <a:latin typeface="Times New Roman"/>
                <a:cs typeface="Times New Roman"/>
              </a:rPr>
              <a:t>e</a:t>
            </a:r>
            <a:r>
              <a:rPr sz="1700" dirty="0">
                <a:latin typeface="Times New Roman"/>
                <a:cs typeface="Times New Roman"/>
              </a:rPr>
              <a:t>d.</a:t>
            </a:r>
          </a:p>
        </p:txBody>
      </p:sp>
    </p:spTree>
    <p:extLst>
      <p:ext uri="{BB962C8B-B14F-4D97-AF65-F5344CB8AC3E}">
        <p14:creationId xmlns:p14="http://schemas.microsoft.com/office/powerpoint/2010/main" val="7722833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5F714-D9B9-85DA-78F5-EC05953DCEB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035BAB6-A861-8E65-C813-7C55CC94EBB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DD16B6A3-E375-8CAB-958A-A13119BB3E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7813ECA9-D74E-3FA1-B9C7-B1BD3F72972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25D0F50D-6C87-1F0C-3140-0BE4FE9D25D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ECE057CB-7F45-4B9B-2FE3-061881F52D2E}"/>
              </a:ext>
            </a:extLst>
          </p:cNvPr>
          <p:cNvSpPr txBox="1"/>
          <p:nvPr/>
        </p:nvSpPr>
        <p:spPr>
          <a:xfrm>
            <a:off x="1040403" y="957291"/>
            <a:ext cx="7063194" cy="1933863"/>
          </a:xfrm>
          <a:prstGeom prst="rect">
            <a:avLst/>
          </a:prstGeom>
        </p:spPr>
        <p:txBody>
          <a:bodyPr vert="horz" wrap="square" lIns="0" tIns="0" rIns="0" bIns="0" rtlCol="0">
            <a:spAutoFit/>
          </a:bodyPr>
          <a:lstStyle/>
          <a:p>
            <a:pPr marL="6109" algn="just">
              <a:spcBef>
                <a:spcPts val="358"/>
              </a:spcBef>
            </a:pPr>
            <a:r>
              <a:rPr sz="1700" b="1" i="1" spc="-5" dirty="0">
                <a:latin typeface="Times New Roman"/>
                <a:cs typeface="Times New Roman"/>
              </a:rPr>
              <a:t>Two</a:t>
            </a:r>
            <a:r>
              <a:rPr sz="1700" b="1" i="1" spc="-2" dirty="0">
                <a:latin typeface="Times New Roman"/>
                <a:cs typeface="Times New Roman"/>
              </a:rPr>
              <a:t> </a:t>
            </a:r>
            <a:r>
              <a:rPr sz="1700" b="1" i="1" dirty="0">
                <a:latin typeface="Times New Roman"/>
                <a:cs typeface="Times New Roman"/>
              </a:rPr>
              <a:t>s</a:t>
            </a:r>
            <a:r>
              <a:rPr sz="1700" b="1" i="1" spc="-5" dirty="0">
                <a:latin typeface="Times New Roman"/>
                <a:cs typeface="Times New Roman"/>
              </a:rPr>
              <a:t>p</a:t>
            </a:r>
            <a:r>
              <a:rPr sz="1700" b="1" i="1" spc="-7" dirty="0">
                <a:latin typeface="Times New Roman"/>
                <a:cs typeface="Times New Roman"/>
              </a:rPr>
              <a:t>ec</a:t>
            </a:r>
            <a:r>
              <a:rPr sz="1700" b="1" i="1" spc="-2" dirty="0">
                <a:latin typeface="Times New Roman"/>
                <a:cs typeface="Times New Roman"/>
              </a:rPr>
              <a:t>ific </a:t>
            </a:r>
            <a:r>
              <a:rPr sz="1700" b="1" i="1" spc="-7" dirty="0">
                <a:latin typeface="Times New Roman"/>
                <a:cs typeface="Times New Roman"/>
              </a:rPr>
              <a:t>e</a:t>
            </a:r>
            <a:r>
              <a:rPr sz="1700" b="1" i="1" spc="2" dirty="0">
                <a:latin typeface="Times New Roman"/>
                <a:cs typeface="Times New Roman"/>
              </a:rPr>
              <a:t>f</a:t>
            </a:r>
            <a:r>
              <a:rPr sz="1700" b="1" i="1" spc="-2" dirty="0">
                <a:latin typeface="Times New Roman"/>
                <a:cs typeface="Times New Roman"/>
              </a:rPr>
              <a:t>fe</a:t>
            </a:r>
            <a:r>
              <a:rPr sz="1700" b="1" i="1" spc="-7" dirty="0">
                <a:latin typeface="Times New Roman"/>
                <a:cs typeface="Times New Roman"/>
              </a:rPr>
              <a:t>c</a:t>
            </a:r>
            <a:r>
              <a:rPr sz="1700" b="1" i="1" spc="-2" dirty="0">
                <a:latin typeface="Times New Roman"/>
                <a:cs typeface="Times New Roman"/>
              </a:rPr>
              <a:t>ts </a:t>
            </a:r>
            <a:r>
              <a:rPr sz="1700" b="1" i="1" spc="-5" dirty="0">
                <a:latin typeface="Times New Roman"/>
                <a:cs typeface="Times New Roman"/>
              </a:rPr>
              <a:t>come</a:t>
            </a:r>
            <a:r>
              <a:rPr sz="1700" b="1" i="1" spc="-2" dirty="0">
                <a:latin typeface="Times New Roman"/>
                <a:cs typeface="Times New Roman"/>
              </a:rPr>
              <a:t> into </a:t>
            </a:r>
            <a:r>
              <a:rPr sz="1700" b="1" i="1" spc="-5" dirty="0">
                <a:latin typeface="Times New Roman"/>
                <a:cs typeface="Times New Roman"/>
              </a:rPr>
              <a:t>pla</a:t>
            </a:r>
            <a:r>
              <a:rPr sz="1700" b="1" i="1" spc="-7" dirty="0">
                <a:latin typeface="Times New Roman"/>
                <a:cs typeface="Times New Roman"/>
              </a:rPr>
              <a:t>y</a:t>
            </a:r>
            <a:r>
              <a:rPr sz="1700" b="1" i="1" dirty="0">
                <a:latin typeface="Times New Roman"/>
                <a:cs typeface="Times New Roman"/>
              </a:rPr>
              <a:t>:</a:t>
            </a:r>
            <a:endParaRPr lang="en-US" sz="1700" b="1" i="1" dirty="0">
              <a:latin typeface="Times New Roman"/>
              <a:cs typeface="Times New Roman"/>
            </a:endParaRPr>
          </a:p>
          <a:p>
            <a:pPr marL="6109" algn="just">
              <a:spcBef>
                <a:spcPts val="358"/>
              </a:spcBef>
            </a:pPr>
            <a:endParaRPr sz="1700" dirty="0">
              <a:latin typeface="Times New Roman"/>
              <a:cs typeface="Times New Roman"/>
            </a:endParaRPr>
          </a:p>
          <a:p>
            <a:pPr marL="225716" marR="4887" lvl="1" indent="-109651" algn="just">
              <a:spcBef>
                <a:spcPts val="445"/>
              </a:spcBef>
              <a:buFont typeface="Symbol"/>
              <a:buChar char=""/>
              <a:tabLst>
                <a:tab pos="226022" algn="l"/>
              </a:tabLst>
            </a:pPr>
            <a:r>
              <a:rPr lang="en-US" sz="1700" spc="-5" dirty="0">
                <a:latin typeface="Times New Roman"/>
                <a:cs typeface="Times New Roman"/>
              </a:rPr>
              <a:t> </a:t>
            </a:r>
            <a:r>
              <a:rPr sz="1700" spc="-5" dirty="0">
                <a:latin typeface="Times New Roman"/>
                <a:cs typeface="Times New Roman"/>
              </a:rPr>
              <a:t>L</a:t>
            </a:r>
            <a:r>
              <a:rPr sz="1700" spc="-10" dirty="0">
                <a:latin typeface="Times New Roman"/>
                <a:cs typeface="Times New Roman"/>
              </a:rPr>
              <a:t>a</a:t>
            </a:r>
            <a:r>
              <a:rPr sz="1700" spc="-2" dirty="0">
                <a:latin typeface="Times New Roman"/>
                <a:cs typeface="Times New Roman"/>
              </a:rPr>
              <a:t>rg</a:t>
            </a:r>
            <a:r>
              <a:rPr sz="1700" spc="-10" dirty="0">
                <a:latin typeface="Times New Roman"/>
                <a:cs typeface="Times New Roman"/>
              </a:rPr>
              <a:t>e</a:t>
            </a:r>
            <a:r>
              <a:rPr sz="1700" dirty="0">
                <a:latin typeface="Times New Roman"/>
                <a:cs typeface="Times New Roman"/>
              </a:rPr>
              <a:t>r</a:t>
            </a:r>
            <a:r>
              <a:rPr sz="1700" spc="48" dirty="0">
                <a:latin typeface="Times New Roman"/>
                <a:cs typeface="Times New Roman"/>
              </a:rPr>
              <a:t> </a:t>
            </a:r>
            <a:r>
              <a:rPr sz="1700" spc="-5" dirty="0">
                <a:latin typeface="Times New Roman"/>
                <a:cs typeface="Times New Roman"/>
              </a:rPr>
              <a:t>blocks</a:t>
            </a:r>
            <a:r>
              <a:rPr sz="1700" spc="43"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5" dirty="0">
                <a:latin typeface="Times New Roman"/>
                <a:cs typeface="Times New Roman"/>
              </a:rPr>
              <a:t>du</a:t>
            </a:r>
            <a:r>
              <a:rPr sz="1700" spc="-7" dirty="0">
                <a:latin typeface="Times New Roman"/>
                <a:cs typeface="Times New Roman"/>
              </a:rPr>
              <a:t>c</a:t>
            </a:r>
            <a:r>
              <a:rPr sz="1700" spc="-5" dirty="0">
                <a:latin typeface="Times New Roman"/>
                <a:cs typeface="Times New Roman"/>
              </a:rPr>
              <a:t>e</a:t>
            </a:r>
            <a:r>
              <a:rPr sz="1700" spc="48" dirty="0">
                <a:latin typeface="Times New Roman"/>
                <a:cs typeface="Times New Roman"/>
              </a:rPr>
              <a:t> </a:t>
            </a:r>
            <a:r>
              <a:rPr sz="1700" spc="-2" dirty="0">
                <a:latin typeface="Times New Roman"/>
                <a:cs typeface="Times New Roman"/>
              </a:rPr>
              <a:t>the</a:t>
            </a:r>
            <a:r>
              <a:rPr sz="1700" spc="48" dirty="0">
                <a:latin typeface="Times New Roman"/>
                <a:cs typeface="Times New Roman"/>
              </a:rPr>
              <a:t> </a:t>
            </a:r>
            <a:r>
              <a:rPr sz="1700" spc="-5" dirty="0">
                <a:latin typeface="Times New Roman"/>
                <a:cs typeface="Times New Roman"/>
              </a:rPr>
              <a:t>number</a:t>
            </a:r>
            <a:r>
              <a:rPr sz="1700" spc="41" dirty="0">
                <a:latin typeface="Times New Roman"/>
                <a:cs typeface="Times New Roman"/>
              </a:rPr>
              <a:t> </a:t>
            </a:r>
            <a:r>
              <a:rPr sz="1700" dirty="0">
                <a:latin typeface="Times New Roman"/>
                <a:cs typeface="Times New Roman"/>
              </a:rPr>
              <a:t>of</a:t>
            </a:r>
            <a:r>
              <a:rPr sz="1700" spc="43" dirty="0">
                <a:latin typeface="Times New Roman"/>
                <a:cs typeface="Times New Roman"/>
              </a:rPr>
              <a:t> </a:t>
            </a:r>
            <a:r>
              <a:rPr sz="1700" spc="-2" dirty="0">
                <a:latin typeface="Times New Roman"/>
                <a:cs typeface="Times New Roman"/>
              </a:rPr>
              <a:t>bl</a:t>
            </a:r>
            <a:r>
              <a:rPr sz="1700" dirty="0">
                <a:latin typeface="Times New Roman"/>
                <a:cs typeface="Times New Roman"/>
              </a:rPr>
              <a:t>o</a:t>
            </a:r>
            <a:r>
              <a:rPr sz="1700" spc="-7" dirty="0">
                <a:latin typeface="Times New Roman"/>
                <a:cs typeface="Times New Roman"/>
              </a:rPr>
              <a:t>c</a:t>
            </a:r>
            <a:r>
              <a:rPr sz="1700" dirty="0">
                <a:latin typeface="Times New Roman"/>
                <a:cs typeface="Times New Roman"/>
              </a:rPr>
              <a:t>ks</a:t>
            </a:r>
            <a:r>
              <a:rPr sz="1700" spc="46" dirty="0">
                <a:latin typeface="Times New Roman"/>
                <a:cs typeface="Times New Roman"/>
              </a:rPr>
              <a:t> </a:t>
            </a:r>
            <a:r>
              <a:rPr sz="1700" spc="-2" dirty="0">
                <a:latin typeface="Times New Roman"/>
                <a:cs typeface="Times New Roman"/>
              </a:rPr>
              <a:t>that</a:t>
            </a:r>
            <a:r>
              <a:rPr sz="1700" spc="43" dirty="0">
                <a:latin typeface="Times New Roman"/>
                <a:cs typeface="Times New Roman"/>
              </a:rPr>
              <a:t> </a:t>
            </a:r>
            <a:r>
              <a:rPr sz="1700" spc="2" dirty="0">
                <a:latin typeface="Times New Roman"/>
                <a:cs typeface="Times New Roman"/>
              </a:rPr>
              <a:t>f</a:t>
            </a:r>
            <a:r>
              <a:rPr sz="1700" spc="-2" dirty="0">
                <a:latin typeface="Times New Roman"/>
                <a:cs typeface="Times New Roman"/>
              </a:rPr>
              <a:t>it</a:t>
            </a:r>
            <a:r>
              <a:rPr sz="1700" spc="46" dirty="0">
                <a:latin typeface="Times New Roman"/>
                <a:cs typeface="Times New Roman"/>
              </a:rPr>
              <a:t> </a:t>
            </a:r>
            <a:r>
              <a:rPr sz="1700" spc="-2" dirty="0">
                <a:latin typeface="Times New Roman"/>
                <a:cs typeface="Times New Roman"/>
              </a:rPr>
              <a:t>int</a:t>
            </a:r>
            <a:r>
              <a:rPr sz="1700" dirty="0">
                <a:latin typeface="Times New Roman"/>
                <a:cs typeface="Times New Roman"/>
              </a:rPr>
              <a:t>o</a:t>
            </a:r>
            <a:r>
              <a:rPr sz="1700" spc="43" dirty="0">
                <a:latin typeface="Times New Roman"/>
                <a:cs typeface="Times New Roman"/>
              </a:rPr>
              <a:t> </a:t>
            </a:r>
            <a:r>
              <a:rPr sz="1700" spc="-5" dirty="0">
                <a:latin typeface="Times New Roman"/>
                <a:cs typeface="Times New Roman"/>
              </a:rPr>
              <a:t>a</a:t>
            </a:r>
            <a:r>
              <a:rPr sz="1700" spc="43" dirty="0">
                <a:latin typeface="Times New Roman"/>
                <a:cs typeface="Times New Roman"/>
              </a:rPr>
              <a:t> </a:t>
            </a:r>
            <a:r>
              <a:rPr sz="1700" spc="-7" dirty="0">
                <a:latin typeface="Times New Roman"/>
                <a:cs typeface="Times New Roman"/>
              </a:rPr>
              <a:t>cac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a:t>
            </a:r>
            <a:r>
              <a:rPr sz="1700" spc="43"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use</a:t>
            </a:r>
            <a:r>
              <a:rPr sz="1700" spc="48" dirty="0">
                <a:latin typeface="Times New Roman"/>
                <a:cs typeface="Times New Roman"/>
              </a:rPr>
              <a:t> </a:t>
            </a:r>
            <a:r>
              <a:rPr sz="1700" spc="-7" dirty="0">
                <a:latin typeface="Times New Roman"/>
                <a:cs typeface="Times New Roman"/>
              </a:rPr>
              <a:t>eac</a:t>
            </a:r>
            <a:r>
              <a:rPr sz="1700" dirty="0">
                <a:latin typeface="Times New Roman"/>
                <a:cs typeface="Times New Roman"/>
              </a:rPr>
              <a:t>h</a:t>
            </a:r>
            <a:r>
              <a:rPr sz="1700" spc="43" dirty="0">
                <a:latin typeface="Times New Roman"/>
                <a:cs typeface="Times New Roman"/>
              </a:rPr>
              <a:t> </a:t>
            </a:r>
            <a:r>
              <a:rPr sz="1700" spc="-2" dirty="0">
                <a:latin typeface="Times New Roman"/>
                <a:cs typeface="Times New Roman"/>
              </a:rPr>
              <a:t>bl</a:t>
            </a:r>
            <a:r>
              <a:rPr sz="1700" dirty="0">
                <a:latin typeface="Times New Roman"/>
                <a:cs typeface="Times New Roman"/>
              </a:rPr>
              <a:t>o</a:t>
            </a:r>
            <a:r>
              <a:rPr sz="1700" spc="-7" dirty="0">
                <a:latin typeface="Times New Roman"/>
                <a:cs typeface="Times New Roman"/>
              </a:rPr>
              <a:t>c</a:t>
            </a:r>
            <a:r>
              <a:rPr sz="1700" dirty="0">
                <a:latin typeface="Times New Roman"/>
                <a:cs typeface="Times New Roman"/>
              </a:rPr>
              <a:t>k </a:t>
            </a:r>
            <a:r>
              <a:rPr sz="1700" spc="-2" dirty="0">
                <a:latin typeface="Times New Roman"/>
                <a:cs typeface="Times New Roman"/>
              </a:rPr>
              <a:t>f</a:t>
            </a:r>
            <a:r>
              <a:rPr sz="1700" spc="-10" dirty="0">
                <a:latin typeface="Times New Roman"/>
                <a:cs typeface="Times New Roman"/>
              </a:rPr>
              <a:t>e</a:t>
            </a:r>
            <a:r>
              <a:rPr sz="1700" spc="-2" dirty="0">
                <a:latin typeface="Times New Roman"/>
                <a:cs typeface="Times New Roman"/>
              </a:rPr>
              <a:t>tch</a:t>
            </a:r>
            <a:r>
              <a:rPr sz="1700" spc="31" dirty="0">
                <a:latin typeface="Times New Roman"/>
                <a:cs typeface="Times New Roman"/>
              </a:rPr>
              <a:t> </a:t>
            </a:r>
            <a:r>
              <a:rPr sz="1700" dirty="0">
                <a:latin typeface="Times New Roman"/>
                <a:cs typeface="Times New Roman"/>
              </a:rPr>
              <a:t>o</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rw</a:t>
            </a:r>
            <a:r>
              <a:rPr sz="1700" spc="-2" dirty="0">
                <a:latin typeface="Times New Roman"/>
                <a:cs typeface="Times New Roman"/>
              </a:rPr>
              <a:t>rit</a:t>
            </a:r>
            <a:r>
              <a:rPr sz="1700" spc="-7" dirty="0">
                <a:latin typeface="Times New Roman"/>
                <a:cs typeface="Times New Roman"/>
              </a:rPr>
              <a:t>e</a:t>
            </a:r>
            <a:r>
              <a:rPr sz="1700" dirty="0">
                <a:latin typeface="Times New Roman"/>
                <a:cs typeface="Times New Roman"/>
              </a:rPr>
              <a:t>s</a:t>
            </a:r>
            <a:r>
              <a:rPr sz="1700" spc="34" dirty="0">
                <a:latin typeface="Times New Roman"/>
                <a:cs typeface="Times New Roman"/>
              </a:rPr>
              <a:t> </a:t>
            </a:r>
            <a:r>
              <a:rPr sz="1700" spc="-2" dirty="0">
                <a:latin typeface="Times New Roman"/>
                <a:cs typeface="Times New Roman"/>
              </a:rPr>
              <a:t>older</a:t>
            </a:r>
            <a:r>
              <a:rPr sz="1700" spc="36" dirty="0">
                <a:latin typeface="Times New Roman"/>
                <a:cs typeface="Times New Roman"/>
              </a:rPr>
              <a:t> </a:t>
            </a:r>
            <a:r>
              <a:rPr sz="1700" spc="-2" dirty="0">
                <a:latin typeface="Times New Roman"/>
                <a:cs typeface="Times New Roman"/>
              </a:rPr>
              <a:t>ca</a:t>
            </a:r>
            <a:r>
              <a:rPr sz="1700" spc="-7" dirty="0">
                <a:latin typeface="Times New Roman"/>
                <a:cs typeface="Times New Roman"/>
              </a:rPr>
              <a:t>c</a:t>
            </a:r>
            <a:r>
              <a:rPr sz="1700" spc="-5" dirty="0">
                <a:latin typeface="Times New Roman"/>
                <a:cs typeface="Times New Roman"/>
              </a:rPr>
              <a:t>he</a:t>
            </a:r>
            <a:r>
              <a:rPr sz="1700" spc="36" dirty="0">
                <a:latin typeface="Times New Roman"/>
                <a:cs typeface="Times New Roman"/>
              </a:rPr>
              <a:t> </a:t>
            </a:r>
            <a:r>
              <a:rPr sz="1700" spc="-7" dirty="0">
                <a:latin typeface="Times New Roman"/>
                <a:cs typeface="Times New Roman"/>
              </a:rPr>
              <a:t>c</a:t>
            </a:r>
            <a:r>
              <a:rPr sz="1700" spc="-2" dirty="0">
                <a:latin typeface="Times New Roman"/>
                <a:cs typeface="Times New Roman"/>
              </a:rPr>
              <a:t>ontents,</a:t>
            </a:r>
            <a:r>
              <a:rPr sz="1700" spc="34" dirty="0">
                <a:latin typeface="Times New Roman"/>
                <a:cs typeface="Times New Roman"/>
              </a:rPr>
              <a:t> </a:t>
            </a:r>
            <a:r>
              <a:rPr sz="1700" spc="-5" dirty="0">
                <a:latin typeface="Times New Roman"/>
                <a:cs typeface="Times New Roman"/>
              </a:rPr>
              <a:t>a</a:t>
            </a:r>
            <a:r>
              <a:rPr sz="1700" spc="36" dirty="0">
                <a:latin typeface="Times New Roman"/>
                <a:cs typeface="Times New Roman"/>
              </a:rPr>
              <a:t> </a:t>
            </a:r>
            <a:r>
              <a:rPr sz="1700" spc="-7" dirty="0">
                <a:latin typeface="Times New Roman"/>
                <a:cs typeface="Times New Roman"/>
              </a:rPr>
              <a:t>smal</a:t>
            </a:r>
            <a:r>
              <a:rPr sz="1700" spc="-2" dirty="0">
                <a:latin typeface="Times New Roman"/>
                <a:cs typeface="Times New Roman"/>
              </a:rPr>
              <a:t>l</a:t>
            </a:r>
            <a:r>
              <a:rPr sz="1700" spc="36" dirty="0">
                <a:latin typeface="Times New Roman"/>
                <a:cs typeface="Times New Roman"/>
              </a:rPr>
              <a:t> </a:t>
            </a:r>
            <a:r>
              <a:rPr sz="1700" dirty="0">
                <a:latin typeface="Times New Roman"/>
                <a:cs typeface="Times New Roman"/>
              </a:rPr>
              <a:t>n</a:t>
            </a:r>
            <a:r>
              <a:rPr sz="1700" spc="5" dirty="0">
                <a:latin typeface="Times New Roman"/>
                <a:cs typeface="Times New Roman"/>
              </a:rPr>
              <a:t>u</a:t>
            </a:r>
            <a:r>
              <a:rPr sz="1700" spc="-5" dirty="0">
                <a:latin typeface="Times New Roman"/>
                <a:cs typeface="Times New Roman"/>
              </a:rPr>
              <a:t>mber</a:t>
            </a:r>
            <a:r>
              <a:rPr sz="1700" spc="29" dirty="0">
                <a:latin typeface="Times New Roman"/>
                <a:cs typeface="Times New Roman"/>
              </a:rPr>
              <a:t> </a:t>
            </a:r>
            <a:r>
              <a:rPr sz="1700" dirty="0">
                <a:latin typeface="Times New Roman"/>
                <a:cs typeface="Times New Roman"/>
              </a:rPr>
              <a:t>of</a:t>
            </a:r>
            <a:r>
              <a:rPr sz="1700" spc="36" dirty="0">
                <a:latin typeface="Times New Roman"/>
                <a:cs typeface="Times New Roman"/>
              </a:rPr>
              <a:t> </a:t>
            </a:r>
            <a:r>
              <a:rPr sz="1700" spc="-5" dirty="0">
                <a:latin typeface="Times New Roman"/>
                <a:cs typeface="Times New Roman"/>
              </a:rPr>
              <a:t>blocks</a:t>
            </a:r>
            <a:r>
              <a:rPr sz="1700" spc="38"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sul</a:t>
            </a:r>
            <a:r>
              <a:rPr sz="1700" dirty="0">
                <a:latin typeface="Times New Roman"/>
                <a:cs typeface="Times New Roman"/>
              </a:rPr>
              <a:t>ts</a:t>
            </a:r>
            <a:r>
              <a:rPr sz="1700" spc="34" dirty="0">
                <a:latin typeface="Times New Roman"/>
                <a:cs typeface="Times New Roman"/>
              </a:rPr>
              <a:t> </a:t>
            </a:r>
            <a:r>
              <a:rPr sz="1700" spc="-2" dirty="0">
                <a:latin typeface="Times New Roman"/>
                <a:cs typeface="Times New Roman"/>
              </a:rPr>
              <a:t>in</a:t>
            </a:r>
            <a:r>
              <a:rPr sz="1700" spc="38"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36"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ing</a:t>
            </a:r>
            <a:r>
              <a:rPr sz="1700" spc="-2" dirty="0">
                <a:latin typeface="Times New Roman"/>
                <a:cs typeface="Times New Roman"/>
              </a:rPr>
              <a:t> </a:t>
            </a:r>
            <a:r>
              <a:rPr sz="1700" spc="-5" dirty="0">
                <a:latin typeface="Times New Roman"/>
                <a:cs typeface="Times New Roman"/>
              </a:rPr>
              <a:t>ov</a:t>
            </a:r>
            <a:r>
              <a:rPr sz="1700" spc="-7" dirty="0">
                <a:latin typeface="Times New Roman"/>
                <a:cs typeface="Times New Roman"/>
              </a:rPr>
              <a:t>e</a:t>
            </a:r>
            <a:r>
              <a:rPr sz="1700" dirty="0">
                <a:latin typeface="Times New Roman"/>
                <a:cs typeface="Times New Roman"/>
              </a:rPr>
              <a:t>r</a:t>
            </a:r>
            <a:r>
              <a:rPr sz="1700" spc="-5" dirty="0">
                <a:latin typeface="Times New Roman"/>
                <a:cs typeface="Times New Roman"/>
              </a:rPr>
              <a:t>w</a:t>
            </a:r>
            <a:r>
              <a:rPr sz="1700" spc="-2" dirty="0">
                <a:latin typeface="Times New Roman"/>
                <a:cs typeface="Times New Roman"/>
              </a:rPr>
              <a:t>ritten</a:t>
            </a:r>
            <a:r>
              <a:rPr sz="1700" dirty="0">
                <a:latin typeface="Times New Roman"/>
                <a:cs typeface="Times New Roman"/>
              </a:rPr>
              <a:t> </a:t>
            </a:r>
            <a:r>
              <a:rPr sz="1700" spc="-2" dirty="0">
                <a:latin typeface="Times New Roman"/>
                <a:cs typeface="Times New Roman"/>
              </a:rPr>
              <a:t>shortl</a:t>
            </a:r>
            <a:r>
              <a:rPr sz="1700" dirty="0">
                <a:latin typeface="Times New Roman"/>
                <a:cs typeface="Times New Roman"/>
              </a:rPr>
              <a:t>y </a:t>
            </a:r>
            <a:r>
              <a:rPr sz="1700" spc="-7" dirty="0">
                <a:latin typeface="Times New Roman"/>
                <a:cs typeface="Times New Roman"/>
              </a:rPr>
              <a:t>a</a:t>
            </a:r>
            <a:r>
              <a:rPr sz="1700" spc="-2" dirty="0">
                <a:latin typeface="Times New Roman"/>
                <a:cs typeface="Times New Roman"/>
              </a:rPr>
              <a:t>f</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a:t>
            </a:r>
            <a:r>
              <a:rPr sz="1700" spc="2" dirty="0">
                <a:latin typeface="Times New Roman"/>
                <a:cs typeface="Times New Roman"/>
              </a:rPr>
              <a:t> </a:t>
            </a:r>
            <a:r>
              <a:rPr sz="1700" spc="-5" dirty="0">
                <a:latin typeface="Times New Roman"/>
                <a:cs typeface="Times New Roman"/>
              </a:rPr>
              <a:t>they</a:t>
            </a:r>
            <a:r>
              <a:rPr sz="1700" spc="-2" dirty="0">
                <a:latin typeface="Times New Roman"/>
                <a:cs typeface="Times New Roman"/>
              </a:rPr>
              <a:t> </a:t>
            </a:r>
            <a:r>
              <a:rPr sz="1700" spc="-10"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2" dirty="0">
                <a:latin typeface="Times New Roman"/>
                <a:cs typeface="Times New Roman"/>
              </a:rPr>
              <a:t>f</a:t>
            </a:r>
            <a:r>
              <a:rPr sz="1700" spc="-10" dirty="0">
                <a:latin typeface="Times New Roman"/>
                <a:cs typeface="Times New Roman"/>
              </a:rPr>
              <a:t>e</a:t>
            </a:r>
            <a:r>
              <a:rPr sz="1700" spc="-2" dirty="0">
                <a:latin typeface="Times New Roman"/>
                <a:cs typeface="Times New Roman"/>
              </a:rPr>
              <a:t>tch</a:t>
            </a:r>
            <a:r>
              <a:rPr sz="1700" spc="-7" dirty="0">
                <a:latin typeface="Times New Roman"/>
                <a:cs typeface="Times New Roman"/>
              </a:rPr>
              <a:t>e</a:t>
            </a:r>
            <a:r>
              <a:rPr sz="1700" dirty="0">
                <a:latin typeface="Times New Roman"/>
                <a:cs typeface="Times New Roman"/>
              </a:rPr>
              <a:t>d.</a:t>
            </a:r>
          </a:p>
          <a:p>
            <a:pPr marL="225716" marR="3971" lvl="1" indent="-109651" algn="just">
              <a:spcBef>
                <a:spcPts val="41"/>
              </a:spcBef>
              <a:buFont typeface="Symbol"/>
              <a:buChar char=""/>
              <a:tabLst>
                <a:tab pos="226022" algn="l"/>
              </a:tabLst>
            </a:pPr>
            <a:r>
              <a:rPr lang="en-US" sz="1700" spc="-2" dirty="0">
                <a:latin typeface="Times New Roman"/>
                <a:cs typeface="Times New Roman"/>
              </a:rPr>
              <a:t> </a:t>
            </a:r>
            <a:r>
              <a:rPr sz="1700" spc="-2" dirty="0">
                <a:latin typeface="Times New Roman"/>
                <a:cs typeface="Times New Roman"/>
              </a:rPr>
              <a:t>A</a:t>
            </a:r>
            <a:r>
              <a:rPr sz="1700" dirty="0">
                <a:latin typeface="Times New Roman"/>
                <a:cs typeface="Times New Roman"/>
              </a:rPr>
              <a:t>s</a:t>
            </a:r>
            <a:r>
              <a:rPr sz="1700" spc="-19" dirty="0">
                <a:latin typeface="Times New Roman"/>
                <a:cs typeface="Times New Roman"/>
              </a:rPr>
              <a:t> </a:t>
            </a:r>
            <a:r>
              <a:rPr sz="1700" spc="-5" dirty="0">
                <a:latin typeface="Times New Roman"/>
                <a:cs typeface="Times New Roman"/>
              </a:rPr>
              <a:t>a</a:t>
            </a:r>
            <a:r>
              <a:rPr sz="1700" spc="-22" dirty="0">
                <a:latin typeface="Times New Roman"/>
                <a:cs typeface="Times New Roman"/>
              </a:rPr>
              <a:t> </a:t>
            </a:r>
            <a:r>
              <a:rPr sz="1700" spc="-5" dirty="0">
                <a:latin typeface="Times New Roman"/>
                <a:cs typeface="Times New Roman"/>
              </a:rPr>
              <a:t>block</a:t>
            </a:r>
            <a:r>
              <a:rPr sz="1700" spc="-19" dirty="0">
                <a:latin typeface="Times New Roman"/>
                <a:cs typeface="Times New Roman"/>
              </a:rPr>
              <a:t> </a:t>
            </a:r>
            <a:r>
              <a:rPr sz="1700" spc="-5" dirty="0">
                <a:latin typeface="Times New Roman"/>
                <a:cs typeface="Times New Roman"/>
              </a:rPr>
              <a:t>b</a:t>
            </a:r>
            <a:r>
              <a:rPr sz="1700" spc="-7" dirty="0">
                <a:latin typeface="Times New Roman"/>
                <a:cs typeface="Times New Roman"/>
              </a:rPr>
              <a:t>ec</a:t>
            </a:r>
            <a:r>
              <a:rPr sz="1700" spc="-5" dirty="0">
                <a:latin typeface="Times New Roman"/>
                <a:cs typeface="Times New Roman"/>
              </a:rPr>
              <a:t>omes</a:t>
            </a:r>
            <a:r>
              <a:rPr sz="1700" spc="-19" dirty="0">
                <a:latin typeface="Times New Roman"/>
                <a:cs typeface="Times New Roman"/>
              </a:rPr>
              <a:t> </a:t>
            </a:r>
            <a:r>
              <a:rPr sz="1700" spc="-2" dirty="0">
                <a:latin typeface="Times New Roman"/>
                <a:cs typeface="Times New Roman"/>
              </a:rPr>
              <a:t>la</a:t>
            </a:r>
            <a:r>
              <a:rPr sz="1700" spc="-7" dirty="0">
                <a:latin typeface="Times New Roman"/>
                <a:cs typeface="Times New Roman"/>
              </a:rPr>
              <a:t>r</a:t>
            </a:r>
            <a:r>
              <a:rPr sz="1700" spc="-5" dirty="0">
                <a:latin typeface="Times New Roman"/>
                <a:cs typeface="Times New Roman"/>
              </a:rPr>
              <a:t>g</a:t>
            </a:r>
            <a:r>
              <a:rPr sz="1700" spc="-2" dirty="0">
                <a:latin typeface="Times New Roman"/>
                <a:cs typeface="Times New Roman"/>
              </a:rPr>
              <a:t>e</a:t>
            </a:r>
            <a:r>
              <a:rPr sz="1700" dirty="0">
                <a:latin typeface="Times New Roman"/>
                <a:cs typeface="Times New Roman"/>
              </a:rPr>
              <a:t>r,</a:t>
            </a:r>
            <a:r>
              <a:rPr sz="1700" spc="-19" dirty="0">
                <a:latin typeface="Times New Roman"/>
                <a:cs typeface="Times New Roman"/>
              </a:rPr>
              <a:t> </a:t>
            </a:r>
            <a:r>
              <a:rPr sz="1700" spc="-7" dirty="0">
                <a:latin typeface="Times New Roman"/>
                <a:cs typeface="Times New Roman"/>
              </a:rPr>
              <a:t>eac</a:t>
            </a:r>
            <a:r>
              <a:rPr sz="1700" dirty="0">
                <a:latin typeface="Times New Roman"/>
                <a:cs typeface="Times New Roman"/>
              </a:rPr>
              <a:t>h</a:t>
            </a:r>
            <a:r>
              <a:rPr sz="1700" spc="-19" dirty="0">
                <a:latin typeface="Times New Roman"/>
                <a:cs typeface="Times New Roman"/>
              </a:rPr>
              <a:t> </a:t>
            </a:r>
            <a:r>
              <a:rPr sz="1700" spc="-7" dirty="0">
                <a:latin typeface="Times New Roman"/>
                <a:cs typeface="Times New Roman"/>
              </a:rPr>
              <a:t>a</a:t>
            </a:r>
            <a:r>
              <a:rPr sz="1700" spc="-2" dirty="0">
                <a:latin typeface="Times New Roman"/>
                <a:cs typeface="Times New Roman"/>
              </a:rPr>
              <a:t>dditional</a:t>
            </a:r>
            <a:r>
              <a:rPr sz="1700" spc="-19"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lang="en-US" sz="1700" dirty="0">
                <a:latin typeface="Times New Roman"/>
                <a:cs typeface="Times New Roman"/>
              </a:rPr>
              <a:t>s</a:t>
            </a:r>
            <a:r>
              <a:rPr sz="1700" spc="-19"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2" dirty="0">
                <a:latin typeface="Times New Roman"/>
                <a:cs typeface="Times New Roman"/>
              </a:rPr>
              <a:t>f</a:t>
            </a:r>
            <a:r>
              <a:rPr sz="1700" spc="-10" dirty="0">
                <a:latin typeface="Times New Roman"/>
                <a:cs typeface="Times New Roman"/>
              </a:rPr>
              <a:t>a</a:t>
            </a:r>
            <a:r>
              <a:rPr sz="1700" spc="-2" dirty="0">
                <a:latin typeface="Times New Roman"/>
                <a:cs typeface="Times New Roman"/>
              </a:rPr>
              <a:t>rth</a:t>
            </a:r>
            <a:r>
              <a:rPr sz="1700" spc="-10" dirty="0">
                <a:latin typeface="Times New Roman"/>
                <a:cs typeface="Times New Roman"/>
              </a:rPr>
              <a:t>e</a:t>
            </a:r>
            <a:r>
              <a:rPr sz="1700" dirty="0">
                <a:latin typeface="Times New Roman"/>
                <a:cs typeface="Times New Roman"/>
              </a:rPr>
              <a:t>r</a:t>
            </a:r>
            <a:r>
              <a:rPr sz="1700" spc="-19" dirty="0">
                <a:latin typeface="Times New Roman"/>
                <a:cs typeface="Times New Roman"/>
              </a:rPr>
              <a:t> </a:t>
            </a:r>
            <a:r>
              <a:rPr sz="1700" spc="2" dirty="0">
                <a:latin typeface="Times New Roman"/>
                <a:cs typeface="Times New Roman"/>
              </a:rPr>
              <a:t>f</a:t>
            </a:r>
            <a:r>
              <a:rPr sz="1700" spc="-5" dirty="0">
                <a:latin typeface="Times New Roman"/>
                <a:cs typeface="Times New Roman"/>
              </a:rPr>
              <a:t>rom</a:t>
            </a:r>
            <a:r>
              <a:rPr sz="1700" spc="-19"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quest</a:t>
            </a:r>
            <a:r>
              <a:rPr sz="1700" dirty="0">
                <a:latin typeface="Times New Roman"/>
                <a:cs typeface="Times New Roman"/>
              </a:rPr>
              <a:t>ed</a:t>
            </a:r>
            <a:r>
              <a:rPr sz="1700" spc="-19"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19"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the</a:t>
            </a:r>
            <a:r>
              <a:rPr sz="1700" spc="-7" dirty="0">
                <a:latin typeface="Times New Roman"/>
                <a:cs typeface="Times New Roman"/>
              </a:rPr>
              <a:t>re</a:t>
            </a:r>
            <a:r>
              <a:rPr sz="1700" dirty="0">
                <a:latin typeface="Times New Roman"/>
                <a:cs typeface="Times New Roman"/>
              </a:rPr>
              <a:t>for</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less</a:t>
            </a:r>
            <a:r>
              <a:rPr sz="1700" spc="-2" dirty="0">
                <a:latin typeface="Times New Roman"/>
                <a:cs typeface="Times New Roman"/>
              </a:rPr>
              <a:t> lik</a:t>
            </a:r>
            <a:r>
              <a:rPr sz="1700" spc="-7" dirty="0">
                <a:latin typeface="Times New Roman"/>
                <a:cs typeface="Times New Roman"/>
              </a:rPr>
              <a:t>e</a:t>
            </a:r>
            <a:r>
              <a:rPr sz="1700" spc="-2" dirty="0">
                <a:latin typeface="Times New Roman"/>
                <a:cs typeface="Times New Roman"/>
              </a:rPr>
              <a:t>ly t</a:t>
            </a:r>
            <a:r>
              <a:rPr sz="1700" dirty="0">
                <a:latin typeface="Times New Roman"/>
                <a:cs typeface="Times New Roman"/>
              </a:rPr>
              <a:t>o </a:t>
            </a:r>
            <a:r>
              <a:rPr sz="1700" spc="-5" dirty="0">
                <a:latin typeface="Times New Roman"/>
                <a:cs typeface="Times New Roman"/>
              </a:rPr>
              <a:t>be</a:t>
            </a:r>
            <a:r>
              <a:rPr sz="1700" spc="2" dirty="0">
                <a:latin typeface="Times New Roman"/>
                <a:cs typeface="Times New Roman"/>
              </a:rPr>
              <a:t> </a:t>
            </a:r>
            <a:r>
              <a:rPr sz="1700" spc="-5" dirty="0">
                <a:latin typeface="Times New Roman"/>
                <a:cs typeface="Times New Roman"/>
              </a:rPr>
              <a:t>n</a:t>
            </a:r>
            <a:r>
              <a:rPr sz="1700" spc="-7" dirty="0">
                <a:latin typeface="Times New Roman"/>
                <a:cs typeface="Times New Roman"/>
              </a:rPr>
              <a:t>ee</a:t>
            </a:r>
            <a:r>
              <a:rPr sz="1700" spc="-5" dirty="0">
                <a:latin typeface="Times New Roman"/>
                <a:cs typeface="Times New Roman"/>
              </a:rPr>
              <a:t>d</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in the </a:t>
            </a:r>
            <a:r>
              <a:rPr sz="1700" spc="5" dirty="0">
                <a:latin typeface="Times New Roman"/>
                <a:cs typeface="Times New Roman"/>
              </a:rPr>
              <a:t>n</a:t>
            </a:r>
            <a:r>
              <a:rPr sz="1700" spc="-7" dirty="0">
                <a:latin typeface="Times New Roman"/>
                <a:cs typeface="Times New Roman"/>
              </a:rPr>
              <a:t>ea</a:t>
            </a:r>
            <a:r>
              <a:rPr sz="1700" dirty="0">
                <a:latin typeface="Times New Roman"/>
                <a:cs typeface="Times New Roman"/>
              </a:rPr>
              <a:t>r</a:t>
            </a:r>
            <a:r>
              <a:rPr sz="1700" spc="2" dirty="0">
                <a:latin typeface="Times New Roman"/>
                <a:cs typeface="Times New Roman"/>
              </a:rPr>
              <a:t> </a:t>
            </a:r>
            <a:r>
              <a:rPr sz="1700" spc="-2" dirty="0">
                <a:latin typeface="Times New Roman"/>
                <a:cs typeface="Times New Roman"/>
              </a:rPr>
              <a:t>futu</a:t>
            </a:r>
            <a:r>
              <a:rPr sz="1700" spc="-5" dirty="0">
                <a:latin typeface="Times New Roman"/>
                <a:cs typeface="Times New Roman"/>
              </a:rPr>
              <a:t>r</a:t>
            </a:r>
            <a:r>
              <a:rPr sz="1700" spc="-2" dirty="0">
                <a:latin typeface="Times New Roman"/>
                <a:cs typeface="Times New Roman"/>
              </a:rPr>
              <a:t>e</a:t>
            </a:r>
            <a:r>
              <a:rPr sz="1700" dirty="0">
                <a:latin typeface="Times New Roman"/>
                <a:cs typeface="Times New Roman"/>
              </a:rPr>
              <a:t>.</a:t>
            </a:r>
          </a:p>
        </p:txBody>
      </p:sp>
    </p:spTree>
    <p:extLst>
      <p:ext uri="{BB962C8B-B14F-4D97-AF65-F5344CB8AC3E}">
        <p14:creationId xmlns:p14="http://schemas.microsoft.com/office/powerpoint/2010/main" val="2775082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4B96A-7C41-C8A0-8B7D-1F78D6713AA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50C263-6870-B380-7C2F-21E025929824}"/>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4FAAA47-B859-A8DA-443F-10CADE3E5D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F5699C67-01F1-F224-F432-C43C84A6131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556BDBD4-D156-3F7C-0607-C45C94C41D2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2FCE98E4-F566-39C8-745A-316C424AA7D7}"/>
              </a:ext>
            </a:extLst>
          </p:cNvPr>
          <p:cNvSpPr txBox="1"/>
          <p:nvPr/>
        </p:nvSpPr>
        <p:spPr>
          <a:xfrm>
            <a:off x="1014006" y="819150"/>
            <a:ext cx="7063194" cy="3216265"/>
          </a:xfrm>
          <a:prstGeom prst="rect">
            <a:avLst/>
          </a:prstGeom>
        </p:spPr>
        <p:txBody>
          <a:bodyPr vert="horz" wrap="square" lIns="0" tIns="0" rIns="0" bIns="0" rtlCol="0">
            <a:spAutoFit/>
          </a:bodyPr>
          <a:lstStyle/>
          <a:p>
            <a:pPr marL="79413" indent="-73304" algn="just">
              <a:spcBef>
                <a:spcPts val="339"/>
              </a:spcBef>
              <a:buFont typeface="Times New Roman"/>
              <a:buAutoNum type="arabicPeriod" startAt="6"/>
              <a:tabLst>
                <a:tab pos="79413" algn="l"/>
              </a:tabLst>
            </a:pPr>
            <a:r>
              <a:rPr lang="en-US" sz="1700" b="1" spc="-2" dirty="0">
                <a:latin typeface="Times New Roman"/>
                <a:cs typeface="Times New Roman"/>
              </a:rPr>
              <a:t> </a:t>
            </a:r>
            <a:r>
              <a:rPr sz="1700" b="1" spc="-2" dirty="0">
                <a:latin typeface="Times New Roman"/>
                <a:cs typeface="Times New Roman"/>
              </a:rPr>
              <a:t>Nu</a:t>
            </a:r>
            <a:r>
              <a:rPr sz="1700" b="1" spc="2" dirty="0">
                <a:latin typeface="Times New Roman"/>
                <a:cs typeface="Times New Roman"/>
              </a:rPr>
              <a:t>m</a:t>
            </a:r>
            <a:r>
              <a:rPr sz="1700" b="1" dirty="0">
                <a:latin typeface="Times New Roman"/>
                <a:cs typeface="Times New Roman"/>
              </a:rPr>
              <a:t>b</a:t>
            </a:r>
            <a:r>
              <a:rPr sz="1700" b="1" spc="-7" dirty="0">
                <a:latin typeface="Times New Roman"/>
                <a:cs typeface="Times New Roman"/>
              </a:rPr>
              <a:t>e</a:t>
            </a:r>
            <a:r>
              <a:rPr sz="1700" b="1" spc="-5" dirty="0">
                <a:latin typeface="Times New Roman"/>
                <a:cs typeface="Times New Roman"/>
              </a:rPr>
              <a:t>r</a:t>
            </a:r>
            <a:r>
              <a:rPr sz="1700" b="1" spc="-2" dirty="0">
                <a:latin typeface="Times New Roman"/>
                <a:cs typeface="Times New Roman"/>
              </a:rPr>
              <a:t> </a:t>
            </a:r>
            <a:r>
              <a:rPr sz="1700" b="1" dirty="0">
                <a:latin typeface="Times New Roman"/>
                <a:cs typeface="Times New Roman"/>
              </a:rPr>
              <a:t>of </a:t>
            </a:r>
            <a:r>
              <a:rPr sz="1700" b="1" spc="-5" dirty="0">
                <a:latin typeface="Times New Roman"/>
                <a:cs typeface="Times New Roman"/>
              </a:rPr>
              <a:t>Ca</a:t>
            </a:r>
            <a:r>
              <a:rPr sz="1700" b="1" spc="-7" dirty="0">
                <a:latin typeface="Times New Roman"/>
                <a:cs typeface="Times New Roman"/>
              </a:rPr>
              <a:t>c</a:t>
            </a:r>
            <a:r>
              <a:rPr sz="1700" b="1" dirty="0">
                <a:latin typeface="Times New Roman"/>
                <a:cs typeface="Times New Roman"/>
              </a:rPr>
              <a:t>h</a:t>
            </a:r>
            <a:r>
              <a:rPr sz="1700" b="1" spc="-7" dirty="0">
                <a:latin typeface="Times New Roman"/>
                <a:cs typeface="Times New Roman"/>
              </a:rPr>
              <a:t>e</a:t>
            </a:r>
            <a:r>
              <a:rPr sz="1700" b="1" dirty="0">
                <a:latin typeface="Times New Roman"/>
                <a:cs typeface="Times New Roman"/>
              </a:rPr>
              <a:t>s</a:t>
            </a:r>
            <a:endParaRPr lang="en-US" sz="1700" b="1" dirty="0">
              <a:latin typeface="Times New Roman"/>
              <a:cs typeface="Times New Roman"/>
            </a:endParaRPr>
          </a:p>
          <a:p>
            <a:pPr marL="6109" algn="just"/>
            <a:endParaRPr lang="en-US" sz="1700" b="1" spc="-10" dirty="0">
              <a:latin typeface="Times New Roman"/>
              <a:cs typeface="Times New Roman"/>
            </a:endParaRPr>
          </a:p>
          <a:p>
            <a:pPr marL="6109" algn="just"/>
            <a:r>
              <a:rPr lang="en-US" sz="1700" b="1" spc="-10" dirty="0">
                <a:latin typeface="Times New Roman"/>
                <a:cs typeface="Times New Roman"/>
              </a:rPr>
              <a:t>M</a:t>
            </a:r>
            <a:r>
              <a:rPr lang="en-US" sz="1700" b="1" dirty="0">
                <a:latin typeface="Times New Roman"/>
                <a:cs typeface="Times New Roman"/>
              </a:rPr>
              <a:t>u</a:t>
            </a:r>
            <a:r>
              <a:rPr lang="en-US" sz="1700" b="1" spc="-2" dirty="0">
                <a:latin typeface="Times New Roman"/>
                <a:cs typeface="Times New Roman"/>
              </a:rPr>
              <a:t>ltilev</a:t>
            </a:r>
            <a:r>
              <a:rPr lang="en-US" sz="1700" b="1" spc="-10" dirty="0">
                <a:latin typeface="Times New Roman"/>
                <a:cs typeface="Times New Roman"/>
              </a:rPr>
              <a:t>e</a:t>
            </a:r>
            <a:r>
              <a:rPr lang="en-US" sz="1700" b="1" spc="-2" dirty="0">
                <a:latin typeface="Times New Roman"/>
                <a:cs typeface="Times New Roman"/>
              </a:rPr>
              <a:t>l</a:t>
            </a:r>
            <a:r>
              <a:rPr lang="en-US" sz="1700" b="1" dirty="0">
                <a:latin typeface="Times New Roman"/>
                <a:cs typeface="Times New Roman"/>
              </a:rPr>
              <a:t> </a:t>
            </a:r>
            <a:r>
              <a:rPr lang="en-US" sz="1700" b="1" spc="-2" dirty="0">
                <a:latin typeface="Times New Roman"/>
                <a:cs typeface="Times New Roman"/>
              </a:rPr>
              <a:t>Cac</a:t>
            </a:r>
            <a:r>
              <a:rPr lang="en-US" sz="1700" b="1" dirty="0">
                <a:latin typeface="Times New Roman"/>
                <a:cs typeface="Times New Roman"/>
              </a:rPr>
              <a:t>h</a:t>
            </a:r>
            <a:r>
              <a:rPr lang="en-US" sz="1700" b="1" spc="-7" dirty="0">
                <a:latin typeface="Times New Roman"/>
                <a:cs typeface="Times New Roman"/>
              </a:rPr>
              <a:t>e</a:t>
            </a:r>
            <a:r>
              <a:rPr lang="en-US" sz="1700" b="1" spc="-2" dirty="0">
                <a:latin typeface="Times New Roman"/>
                <a:cs typeface="Times New Roman"/>
              </a:rPr>
              <a:t>s:</a:t>
            </a:r>
            <a:endParaRPr lang="en-US" sz="1700" dirty="0">
              <a:latin typeface="Times New Roman"/>
              <a:cs typeface="Times New Roman"/>
            </a:endParaRPr>
          </a:p>
          <a:p>
            <a:pPr marL="225716" indent="-109651">
              <a:spcBef>
                <a:spcPts val="399"/>
              </a:spcBef>
              <a:buFont typeface="Symbol"/>
              <a:buChar char=""/>
              <a:tabLst>
                <a:tab pos="226022" algn="l"/>
              </a:tabLst>
            </a:pPr>
            <a:r>
              <a:rPr lang="en-US" sz="1700" spc="-2" dirty="0">
                <a:latin typeface="Times New Roman"/>
                <a:cs typeface="Times New Roman"/>
              </a:rPr>
              <a:t>O</a:t>
            </a:r>
            <a:r>
              <a:rPr lang="en-US" sz="1700" dirty="0">
                <a:latin typeface="Times New Roman"/>
                <a:cs typeface="Times New Roman"/>
              </a:rPr>
              <a:t>n </a:t>
            </a:r>
            <a:r>
              <a:rPr lang="en-US" sz="1700" spc="-10" dirty="0">
                <a:latin typeface="Times New Roman"/>
                <a:cs typeface="Times New Roman"/>
              </a:rPr>
              <a:t>c</a:t>
            </a:r>
            <a:r>
              <a:rPr lang="en-US" sz="1700" spc="-5" dirty="0">
                <a:latin typeface="Times New Roman"/>
                <a:cs typeface="Times New Roman"/>
              </a:rPr>
              <a:t>hip</a:t>
            </a:r>
            <a:r>
              <a:rPr lang="en-US" sz="1700" dirty="0">
                <a:latin typeface="Times New Roman"/>
                <a:cs typeface="Times New Roman"/>
              </a:rPr>
              <a:t> </a:t>
            </a:r>
            <a:r>
              <a:rPr lang="en-US" sz="1700" spc="-5" dirty="0">
                <a:latin typeface="Times New Roman"/>
                <a:cs typeface="Times New Roman"/>
              </a:rPr>
              <a:t>ca</a:t>
            </a:r>
            <a:r>
              <a:rPr lang="en-US" sz="1700" spc="-7" dirty="0">
                <a:latin typeface="Times New Roman"/>
                <a:cs typeface="Times New Roman"/>
              </a:rPr>
              <a:t>c</a:t>
            </a:r>
            <a:r>
              <a:rPr lang="en-US" sz="1700" spc="-5" dirty="0">
                <a:latin typeface="Times New Roman"/>
                <a:cs typeface="Times New Roman"/>
              </a:rPr>
              <a:t>he</a:t>
            </a:r>
            <a:r>
              <a:rPr lang="en-US" sz="1700" spc="-2" dirty="0">
                <a:latin typeface="Times New Roman"/>
                <a:cs typeface="Times New Roman"/>
              </a:rPr>
              <a:t> a</a:t>
            </a:r>
            <a:r>
              <a:rPr lang="en-US" sz="1700" spc="-7" dirty="0">
                <a:latin typeface="Times New Roman"/>
                <a:cs typeface="Times New Roman"/>
              </a:rPr>
              <a:t>c</a:t>
            </a:r>
            <a:r>
              <a:rPr lang="en-US" sz="1700" spc="-2" dirty="0">
                <a:latin typeface="Times New Roman"/>
                <a:cs typeface="Times New Roman"/>
              </a:rPr>
              <a:t>c</a:t>
            </a:r>
            <a:r>
              <a:rPr lang="en-US" sz="1700" spc="-7" dirty="0">
                <a:latin typeface="Times New Roman"/>
                <a:cs typeface="Times New Roman"/>
              </a:rPr>
              <a:t>e</a:t>
            </a:r>
            <a:r>
              <a:rPr lang="en-US" sz="1700" spc="-2" dirty="0">
                <a:latin typeface="Times New Roman"/>
                <a:cs typeface="Times New Roman"/>
              </a:rPr>
              <a:t>sse</a:t>
            </a:r>
            <a:r>
              <a:rPr lang="en-US" sz="1700" dirty="0">
                <a:latin typeface="Times New Roman"/>
                <a:cs typeface="Times New Roman"/>
              </a:rPr>
              <a:t>s </a:t>
            </a:r>
            <a:r>
              <a:rPr lang="en-US" sz="1700" spc="-2" dirty="0">
                <a:latin typeface="Times New Roman"/>
                <a:cs typeface="Times New Roman"/>
              </a:rPr>
              <a:t>are</a:t>
            </a:r>
            <a:r>
              <a:rPr lang="en-US" sz="1700" spc="-5" dirty="0">
                <a:latin typeface="Times New Roman"/>
                <a:cs typeface="Times New Roman"/>
              </a:rPr>
              <a:t> </a:t>
            </a:r>
            <a:r>
              <a:rPr lang="en-US" sz="1700" spc="-2" dirty="0">
                <a:latin typeface="Times New Roman"/>
                <a:cs typeface="Times New Roman"/>
              </a:rPr>
              <a:t>f</a:t>
            </a:r>
            <a:r>
              <a:rPr lang="en-US" sz="1700" spc="-10" dirty="0">
                <a:latin typeface="Times New Roman"/>
                <a:cs typeface="Times New Roman"/>
              </a:rPr>
              <a:t>a</a:t>
            </a:r>
            <a:r>
              <a:rPr lang="en-US" sz="1700" spc="-5" dirty="0">
                <a:latin typeface="Times New Roman"/>
                <a:cs typeface="Times New Roman"/>
              </a:rPr>
              <a:t>st</a:t>
            </a:r>
            <a:r>
              <a:rPr lang="en-US" sz="1700" dirty="0">
                <a:latin typeface="Times New Roman"/>
                <a:cs typeface="Times New Roman"/>
              </a:rPr>
              <a:t>er </a:t>
            </a:r>
            <a:r>
              <a:rPr lang="en-US" sz="1700" spc="-2" dirty="0">
                <a:latin typeface="Times New Roman"/>
                <a:cs typeface="Times New Roman"/>
              </a:rPr>
              <a:t>th</a:t>
            </a:r>
            <a:r>
              <a:rPr lang="en-US" sz="1700" spc="-10" dirty="0">
                <a:latin typeface="Times New Roman"/>
                <a:cs typeface="Times New Roman"/>
              </a:rPr>
              <a:t>a</a:t>
            </a:r>
            <a:r>
              <a:rPr lang="en-US" sz="1700" dirty="0">
                <a:latin typeface="Times New Roman"/>
                <a:cs typeface="Times New Roman"/>
              </a:rPr>
              <a:t>n </a:t>
            </a:r>
            <a:r>
              <a:rPr lang="en-US" sz="1700" spc="-2"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a:t>
            </a:r>
            <a:r>
              <a:rPr lang="en-US" sz="1700" spc="-5" dirty="0">
                <a:latin typeface="Times New Roman"/>
                <a:cs typeface="Times New Roman"/>
              </a:rPr>
              <a:t>e</a:t>
            </a:r>
            <a:r>
              <a:rPr lang="en-US" sz="1700" spc="-2" dirty="0">
                <a:latin typeface="Times New Roman"/>
                <a:cs typeface="Times New Roman"/>
              </a:rPr>
              <a:t> re</a:t>
            </a:r>
            <a:r>
              <a:rPr lang="en-US" sz="1700" spc="-7" dirty="0">
                <a:latin typeface="Times New Roman"/>
                <a:cs typeface="Times New Roman"/>
              </a:rPr>
              <a:t>ac</a:t>
            </a:r>
            <a:r>
              <a:rPr lang="en-US" sz="1700" spc="5" dirty="0">
                <a:latin typeface="Times New Roman"/>
                <a:cs typeface="Times New Roman"/>
              </a:rPr>
              <a:t>h</a:t>
            </a:r>
            <a:r>
              <a:rPr lang="en-US" sz="1700" spc="-7" dirty="0">
                <a:latin typeface="Times New Roman"/>
                <a:cs typeface="Times New Roman"/>
              </a:rPr>
              <a:t>a</a:t>
            </a:r>
            <a:r>
              <a:rPr lang="en-US" sz="1700" spc="-2" dirty="0">
                <a:latin typeface="Times New Roman"/>
                <a:cs typeface="Times New Roman"/>
              </a:rPr>
              <a:t>ble</a:t>
            </a:r>
            <a:r>
              <a:rPr lang="en-US" sz="1700" dirty="0">
                <a:latin typeface="Times New Roman"/>
                <a:cs typeface="Times New Roman"/>
              </a:rPr>
              <a:t> </a:t>
            </a:r>
            <a:r>
              <a:rPr lang="en-US" sz="1700" spc="-2" dirty="0">
                <a:latin typeface="Times New Roman"/>
                <a:cs typeface="Times New Roman"/>
              </a:rPr>
              <a:t>via </a:t>
            </a:r>
            <a:r>
              <a:rPr lang="en-US" sz="1700" spc="-7" dirty="0">
                <a:latin typeface="Times New Roman"/>
                <a:cs typeface="Times New Roman"/>
              </a:rPr>
              <a:t>a</a:t>
            </a:r>
            <a:r>
              <a:rPr lang="en-US" sz="1700" dirty="0">
                <a:latin typeface="Times New Roman"/>
                <a:cs typeface="Times New Roman"/>
              </a:rPr>
              <a:t>n</a:t>
            </a:r>
            <a:r>
              <a:rPr lang="en-US" sz="1700" spc="5" dirty="0">
                <a:latin typeface="Times New Roman"/>
                <a:cs typeface="Times New Roman"/>
              </a:rPr>
              <a:t> </a:t>
            </a:r>
            <a:r>
              <a:rPr lang="en-US" sz="1700" spc="-7" dirty="0">
                <a:latin typeface="Times New Roman"/>
                <a:cs typeface="Times New Roman"/>
              </a:rPr>
              <a:t>e</a:t>
            </a:r>
            <a:r>
              <a:rPr lang="en-US" sz="1700" spc="-2" dirty="0">
                <a:latin typeface="Times New Roman"/>
                <a:cs typeface="Times New Roman"/>
              </a:rPr>
              <a:t>xte</a:t>
            </a:r>
            <a:r>
              <a:rPr lang="en-US" sz="1700" spc="-7" dirty="0">
                <a:latin typeface="Times New Roman"/>
                <a:cs typeface="Times New Roman"/>
              </a:rPr>
              <a:t>r</a:t>
            </a:r>
            <a:r>
              <a:rPr lang="en-US" sz="1700" spc="-5" dirty="0">
                <a:latin typeface="Times New Roman"/>
                <a:cs typeface="Times New Roman"/>
              </a:rPr>
              <a:t>n</a:t>
            </a:r>
            <a:r>
              <a:rPr lang="en-US" sz="1700" spc="-7" dirty="0">
                <a:latin typeface="Times New Roman"/>
                <a:cs typeface="Times New Roman"/>
              </a:rPr>
              <a:t>a</a:t>
            </a:r>
            <a:r>
              <a:rPr lang="en-US" sz="1700" spc="-2" dirty="0">
                <a:latin typeface="Times New Roman"/>
                <a:cs typeface="Times New Roman"/>
              </a:rPr>
              <a:t>l</a:t>
            </a:r>
            <a:r>
              <a:rPr lang="en-US" sz="1700" dirty="0">
                <a:latin typeface="Times New Roman"/>
                <a:cs typeface="Times New Roman"/>
              </a:rPr>
              <a:t> bus.</a:t>
            </a:r>
          </a:p>
          <a:p>
            <a:pPr marL="225716" marR="2749" indent="-109651" algn="just">
              <a:spcBef>
                <a:spcPts val="58"/>
              </a:spcBef>
              <a:buFont typeface="Symbol"/>
              <a:buChar char=""/>
              <a:tabLst>
                <a:tab pos="226022" algn="l"/>
              </a:tabLst>
            </a:pPr>
            <a:r>
              <a:rPr lang="en-US" sz="1700" spc="-2" dirty="0">
                <a:latin typeface="Times New Roman"/>
                <a:cs typeface="Times New Roman"/>
              </a:rPr>
              <a:t>O</a:t>
            </a:r>
            <a:r>
              <a:rPr lang="en-US" sz="1700" dirty="0">
                <a:latin typeface="Times New Roman"/>
                <a:cs typeface="Times New Roman"/>
              </a:rPr>
              <a:t>n</a:t>
            </a:r>
            <a:r>
              <a:rPr lang="en-US" sz="1700" spc="55"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hip</a:t>
            </a:r>
            <a:r>
              <a:rPr lang="en-US" sz="1700" spc="58" dirty="0">
                <a:latin typeface="Times New Roman"/>
                <a:cs typeface="Times New Roman"/>
              </a:rPr>
              <a:t> </a:t>
            </a:r>
            <a:r>
              <a:rPr lang="en-US" sz="1700" spc="-2"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a:t>
            </a:r>
            <a:r>
              <a:rPr lang="en-US" sz="1700" spc="-5" dirty="0">
                <a:latin typeface="Times New Roman"/>
                <a:cs typeface="Times New Roman"/>
              </a:rPr>
              <a:t>e</a:t>
            </a:r>
            <a:r>
              <a:rPr lang="en-US" sz="1700" spc="53" dirty="0">
                <a:latin typeface="Times New Roman"/>
                <a:cs typeface="Times New Roman"/>
              </a:rPr>
              <a:t> </a:t>
            </a:r>
            <a:r>
              <a:rPr lang="en-US" sz="1700" spc="-2" dirty="0">
                <a:latin typeface="Times New Roman"/>
                <a:cs typeface="Times New Roman"/>
              </a:rPr>
              <a:t>r</a:t>
            </a:r>
            <a:r>
              <a:rPr lang="en-US" sz="1700" spc="-10" dirty="0">
                <a:latin typeface="Times New Roman"/>
                <a:cs typeface="Times New Roman"/>
              </a:rPr>
              <a:t>e</a:t>
            </a:r>
            <a:r>
              <a:rPr lang="en-US" sz="1700" dirty="0">
                <a:latin typeface="Times New Roman"/>
                <a:cs typeface="Times New Roman"/>
              </a:rPr>
              <a:t>d</a:t>
            </a:r>
            <a:r>
              <a:rPr lang="en-US" sz="1700" spc="5" dirty="0">
                <a:latin typeface="Times New Roman"/>
                <a:cs typeface="Times New Roman"/>
              </a:rPr>
              <a:t>u</a:t>
            </a:r>
            <a:r>
              <a:rPr lang="en-US" sz="1700" spc="-7" dirty="0">
                <a:latin typeface="Times New Roman"/>
                <a:cs typeface="Times New Roman"/>
              </a:rPr>
              <a:t>ce</a:t>
            </a:r>
            <a:r>
              <a:rPr lang="en-US" sz="1700" dirty="0">
                <a:latin typeface="Times New Roman"/>
                <a:cs typeface="Times New Roman"/>
              </a:rPr>
              <a:t>s</a:t>
            </a:r>
            <a:r>
              <a:rPr lang="en-US" sz="1700" spc="55" dirty="0">
                <a:latin typeface="Times New Roman"/>
                <a:cs typeface="Times New Roman"/>
              </a:rPr>
              <a:t> </a:t>
            </a:r>
            <a:r>
              <a:rPr lang="en-US" sz="1700" dirty="0">
                <a:latin typeface="Times New Roman"/>
                <a:cs typeface="Times New Roman"/>
              </a:rPr>
              <a:t>t</a:t>
            </a:r>
            <a:r>
              <a:rPr lang="en-US" sz="1700" spc="-5" dirty="0">
                <a:latin typeface="Times New Roman"/>
                <a:cs typeface="Times New Roman"/>
              </a:rPr>
              <a:t>he</a:t>
            </a:r>
            <a:r>
              <a:rPr lang="en-US" sz="1700" spc="53" dirty="0">
                <a:latin typeface="Times New Roman"/>
                <a:cs typeface="Times New Roman"/>
              </a:rPr>
              <a:t> </a:t>
            </a:r>
            <a:r>
              <a:rPr lang="en-US" sz="1700" spc="-5" dirty="0">
                <a:latin typeface="Times New Roman"/>
                <a:cs typeface="Times New Roman"/>
              </a:rPr>
              <a:t>proc</a:t>
            </a:r>
            <a:r>
              <a:rPr lang="en-US" sz="1700" spc="-7" dirty="0">
                <a:latin typeface="Times New Roman"/>
                <a:cs typeface="Times New Roman"/>
              </a:rPr>
              <a:t>e</a:t>
            </a:r>
            <a:r>
              <a:rPr lang="en-US" sz="1700" spc="-2" dirty="0">
                <a:latin typeface="Times New Roman"/>
                <a:cs typeface="Times New Roman"/>
              </a:rPr>
              <a:t>sso</a:t>
            </a:r>
            <a:r>
              <a:rPr lang="en-US" sz="1700" spc="7" dirty="0">
                <a:latin typeface="Times New Roman"/>
                <a:cs typeface="Times New Roman"/>
              </a:rPr>
              <a:t>r</a:t>
            </a:r>
            <a:r>
              <a:rPr lang="en-US" sz="1700" spc="-2" dirty="0">
                <a:latin typeface="Times New Roman"/>
                <a:cs typeface="Times New Roman"/>
              </a:rPr>
              <a:t>’</a:t>
            </a:r>
            <a:r>
              <a:rPr lang="en-US" sz="1700" dirty="0">
                <a:latin typeface="Times New Roman"/>
                <a:cs typeface="Times New Roman"/>
              </a:rPr>
              <a:t>s</a:t>
            </a:r>
            <a:r>
              <a:rPr lang="en-US" sz="1700" spc="63" dirty="0">
                <a:latin typeface="Times New Roman"/>
                <a:cs typeface="Times New Roman"/>
              </a:rPr>
              <a:t> </a:t>
            </a:r>
            <a:r>
              <a:rPr lang="en-US" sz="1700" spc="-7" dirty="0">
                <a:latin typeface="Times New Roman"/>
                <a:cs typeface="Times New Roman"/>
              </a:rPr>
              <a:t>e</a:t>
            </a:r>
            <a:r>
              <a:rPr lang="en-US" sz="1700" spc="-2" dirty="0">
                <a:latin typeface="Times New Roman"/>
                <a:cs typeface="Times New Roman"/>
              </a:rPr>
              <a:t>xte</a:t>
            </a:r>
            <a:r>
              <a:rPr lang="en-US" sz="1700" spc="-7" dirty="0">
                <a:latin typeface="Times New Roman"/>
                <a:cs typeface="Times New Roman"/>
              </a:rPr>
              <a:t>r</a:t>
            </a:r>
            <a:r>
              <a:rPr lang="en-US" sz="1700" spc="5" dirty="0">
                <a:latin typeface="Times New Roman"/>
                <a:cs typeface="Times New Roman"/>
              </a:rPr>
              <a:t>n</a:t>
            </a:r>
            <a:r>
              <a:rPr lang="en-US" sz="1700" spc="-7" dirty="0">
                <a:latin typeface="Times New Roman"/>
                <a:cs typeface="Times New Roman"/>
              </a:rPr>
              <a:t>a</a:t>
            </a:r>
            <a:r>
              <a:rPr lang="en-US" sz="1700" spc="-2" dirty="0">
                <a:latin typeface="Times New Roman"/>
                <a:cs typeface="Times New Roman"/>
              </a:rPr>
              <a:t>l</a:t>
            </a:r>
            <a:r>
              <a:rPr lang="en-US" sz="1700" spc="63" dirty="0">
                <a:latin typeface="Times New Roman"/>
                <a:cs typeface="Times New Roman"/>
              </a:rPr>
              <a:t> </a:t>
            </a:r>
            <a:r>
              <a:rPr lang="en-US" sz="1700" dirty="0">
                <a:latin typeface="Times New Roman"/>
                <a:cs typeface="Times New Roman"/>
              </a:rPr>
              <a:t>bus</a:t>
            </a:r>
            <a:r>
              <a:rPr lang="en-US" sz="1700" spc="55" dirty="0">
                <a:latin typeface="Times New Roman"/>
                <a:cs typeface="Times New Roman"/>
              </a:rPr>
              <a:t> </a:t>
            </a:r>
            <a:r>
              <a:rPr lang="en-US" sz="1700" spc="-7" dirty="0">
                <a:latin typeface="Times New Roman"/>
                <a:cs typeface="Times New Roman"/>
              </a:rPr>
              <a:t>ac</a:t>
            </a:r>
            <a:r>
              <a:rPr lang="en-US" sz="1700" spc="-2" dirty="0">
                <a:latin typeface="Times New Roman"/>
                <a:cs typeface="Times New Roman"/>
              </a:rPr>
              <a:t>tivit</a:t>
            </a:r>
            <a:r>
              <a:rPr lang="en-US" sz="1700" dirty="0">
                <a:latin typeface="Times New Roman"/>
                <a:cs typeface="Times New Roman"/>
              </a:rPr>
              <a:t>y</a:t>
            </a:r>
            <a:r>
              <a:rPr lang="en-US" sz="1700" spc="55"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a:t>
            </a:r>
            <a:r>
              <a:rPr lang="en-US" sz="1700" spc="55" dirty="0">
                <a:latin typeface="Times New Roman"/>
                <a:cs typeface="Times New Roman"/>
              </a:rPr>
              <a:t> </a:t>
            </a:r>
            <a:r>
              <a:rPr lang="en-US" sz="1700" spc="-2" dirty="0">
                <a:latin typeface="Times New Roman"/>
                <a:cs typeface="Times New Roman"/>
              </a:rPr>
              <a:t>ther</a:t>
            </a:r>
            <a:r>
              <a:rPr lang="en-US" sz="1700" spc="-10" dirty="0">
                <a:latin typeface="Times New Roman"/>
                <a:cs typeface="Times New Roman"/>
              </a:rPr>
              <a:t>e</a:t>
            </a:r>
            <a:r>
              <a:rPr lang="en-US" sz="1700" dirty="0">
                <a:latin typeface="Times New Roman"/>
                <a:cs typeface="Times New Roman"/>
              </a:rPr>
              <a:t>f</a:t>
            </a:r>
            <a:r>
              <a:rPr lang="en-US" sz="1700" spc="2" dirty="0">
                <a:latin typeface="Times New Roman"/>
                <a:cs typeface="Times New Roman"/>
              </a:rPr>
              <a:t>or</a:t>
            </a:r>
            <a:r>
              <a:rPr lang="en-US" sz="1700" spc="-5" dirty="0">
                <a:latin typeface="Times New Roman"/>
                <a:cs typeface="Times New Roman"/>
              </a:rPr>
              <a:t>e</a:t>
            </a:r>
            <a:r>
              <a:rPr lang="en-US" sz="1700" spc="53" dirty="0">
                <a:latin typeface="Times New Roman"/>
                <a:cs typeface="Times New Roman"/>
              </a:rPr>
              <a:t> </a:t>
            </a:r>
            <a:r>
              <a:rPr lang="en-US" sz="1700" spc="-2" dirty="0">
                <a:latin typeface="Times New Roman"/>
                <a:cs typeface="Times New Roman"/>
              </a:rPr>
              <a:t>spe</a:t>
            </a:r>
            <a:r>
              <a:rPr lang="en-US" sz="1700" spc="-7" dirty="0">
                <a:latin typeface="Times New Roman"/>
                <a:cs typeface="Times New Roman"/>
              </a:rPr>
              <a:t>e</a:t>
            </a:r>
            <a:r>
              <a:rPr lang="en-US" sz="1700" dirty="0">
                <a:latin typeface="Times New Roman"/>
                <a:cs typeface="Times New Roman"/>
              </a:rPr>
              <a:t>ds</a:t>
            </a:r>
            <a:r>
              <a:rPr lang="en-US" sz="1700" spc="63" dirty="0">
                <a:latin typeface="Times New Roman"/>
                <a:cs typeface="Times New Roman"/>
              </a:rPr>
              <a:t> </a:t>
            </a:r>
            <a:r>
              <a:rPr lang="en-US" sz="1700" dirty="0">
                <a:latin typeface="Times New Roman"/>
                <a:cs typeface="Times New Roman"/>
              </a:rPr>
              <a:t>up </a:t>
            </a:r>
            <a:r>
              <a:rPr lang="en-US" sz="1700" spc="-7" dirty="0">
                <a:latin typeface="Times New Roman"/>
                <a:cs typeface="Times New Roman"/>
              </a:rPr>
              <a:t>e</a:t>
            </a:r>
            <a:r>
              <a:rPr lang="en-US" sz="1700" spc="-5" dirty="0">
                <a:latin typeface="Times New Roman"/>
                <a:cs typeface="Times New Roman"/>
              </a:rPr>
              <a:t>x</a:t>
            </a:r>
            <a:r>
              <a:rPr lang="en-US" sz="1700" spc="-7" dirty="0">
                <a:latin typeface="Times New Roman"/>
                <a:cs typeface="Times New Roman"/>
              </a:rPr>
              <a:t>ec</a:t>
            </a:r>
            <a:r>
              <a:rPr lang="en-US" sz="1700" spc="-2" dirty="0">
                <a:latin typeface="Times New Roman"/>
                <a:cs typeface="Times New Roman"/>
              </a:rPr>
              <a:t>uti</a:t>
            </a:r>
            <a:r>
              <a:rPr lang="en-US" sz="1700" dirty="0">
                <a:latin typeface="Times New Roman"/>
                <a:cs typeface="Times New Roman"/>
              </a:rPr>
              <a:t>on </a:t>
            </a:r>
            <a:r>
              <a:rPr lang="en-US" sz="1700" spc="-5" dirty="0">
                <a:latin typeface="Times New Roman"/>
                <a:cs typeface="Times New Roman"/>
              </a:rPr>
              <a:t>time</a:t>
            </a:r>
            <a:r>
              <a:rPr lang="en-US" sz="1700" dirty="0">
                <a:latin typeface="Times New Roman"/>
                <a:cs typeface="Times New Roman"/>
              </a:rPr>
              <a:t> </a:t>
            </a:r>
            <a:r>
              <a:rPr lang="en-US" sz="1700" spc="-10" dirty="0">
                <a:latin typeface="Times New Roman"/>
                <a:cs typeface="Times New Roman"/>
              </a:rPr>
              <a:t>a</a:t>
            </a:r>
            <a:r>
              <a:rPr lang="en-US" sz="1700" dirty="0">
                <a:latin typeface="Times New Roman"/>
                <a:cs typeface="Times New Roman"/>
              </a:rPr>
              <a:t>nd </a:t>
            </a:r>
            <a:r>
              <a:rPr lang="en-US" sz="1700" spc="-2" dirty="0">
                <a:latin typeface="Times New Roman"/>
                <a:cs typeface="Times New Roman"/>
              </a:rPr>
              <a:t>sys</a:t>
            </a:r>
            <a:r>
              <a:rPr lang="en-US" sz="1700" dirty="0">
                <a:latin typeface="Times New Roman"/>
                <a:cs typeface="Times New Roman"/>
              </a:rPr>
              <a:t>t</a:t>
            </a:r>
            <a:r>
              <a:rPr lang="en-US" sz="1700" spc="-2" dirty="0">
                <a:latin typeface="Times New Roman"/>
                <a:cs typeface="Times New Roman"/>
              </a:rPr>
              <a:t>e</a:t>
            </a:r>
            <a:r>
              <a:rPr lang="en-US" sz="1700" spc="-5" dirty="0">
                <a:latin typeface="Times New Roman"/>
                <a:cs typeface="Times New Roman"/>
              </a:rPr>
              <a:t>m</a:t>
            </a:r>
            <a:r>
              <a:rPr lang="en-US" sz="1700" dirty="0">
                <a:latin typeface="Times New Roman"/>
                <a:cs typeface="Times New Roman"/>
              </a:rPr>
              <a:t> </a:t>
            </a:r>
            <a:r>
              <a:rPr lang="en-US" sz="1700" spc="-5" dirty="0">
                <a:latin typeface="Times New Roman"/>
                <a:cs typeface="Times New Roman"/>
              </a:rPr>
              <a:t>pe</a:t>
            </a:r>
            <a:r>
              <a:rPr lang="en-US" sz="1700" spc="-7" dirty="0">
                <a:latin typeface="Times New Roman"/>
                <a:cs typeface="Times New Roman"/>
              </a:rPr>
              <a:t>r</a:t>
            </a:r>
            <a:r>
              <a:rPr lang="en-US" sz="1700" dirty="0">
                <a:latin typeface="Times New Roman"/>
                <a:cs typeface="Times New Roman"/>
              </a:rPr>
              <a:t>fo</a:t>
            </a:r>
            <a:r>
              <a:rPr lang="en-US" sz="1700" spc="-5" dirty="0">
                <a:latin typeface="Times New Roman"/>
                <a:cs typeface="Times New Roman"/>
              </a:rPr>
              <a:t>rma</a:t>
            </a:r>
            <a:r>
              <a:rPr lang="en-US" sz="1700" spc="-2" dirty="0">
                <a:latin typeface="Times New Roman"/>
                <a:cs typeface="Times New Roman"/>
              </a:rPr>
              <a:t>n</a:t>
            </a:r>
            <a:r>
              <a:rPr lang="en-US" sz="1700" spc="-7" dirty="0">
                <a:latin typeface="Times New Roman"/>
                <a:cs typeface="Times New Roman"/>
              </a:rPr>
              <a:t>c</a:t>
            </a:r>
            <a:r>
              <a:rPr lang="en-US" sz="1700" spc="-5" dirty="0">
                <a:latin typeface="Times New Roman"/>
                <a:cs typeface="Times New Roman"/>
              </a:rPr>
              <a:t>e</a:t>
            </a:r>
            <a:r>
              <a:rPr lang="en-US" sz="1700" spc="-2" dirty="0">
                <a:latin typeface="Times New Roman"/>
                <a:cs typeface="Times New Roman"/>
              </a:rPr>
              <a:t> </a:t>
            </a:r>
            <a:r>
              <a:rPr lang="en-US" sz="1700" spc="-5" dirty="0">
                <a:latin typeface="Times New Roman"/>
                <a:cs typeface="Times New Roman"/>
              </a:rPr>
              <a:t>sin</a:t>
            </a:r>
            <a:r>
              <a:rPr lang="en-US" sz="1700" dirty="0">
                <a:latin typeface="Times New Roman"/>
                <a:cs typeface="Times New Roman"/>
              </a:rPr>
              <a:t>c</a:t>
            </a:r>
            <a:r>
              <a:rPr lang="en-US" sz="1700" spc="-5" dirty="0">
                <a:latin typeface="Times New Roman"/>
                <a:cs typeface="Times New Roman"/>
              </a:rPr>
              <a:t>e</a:t>
            </a:r>
            <a:r>
              <a:rPr lang="en-US" sz="1700" spc="-2" dirty="0">
                <a:latin typeface="Times New Roman"/>
                <a:cs typeface="Times New Roman"/>
              </a:rPr>
              <a:t> </a:t>
            </a:r>
            <a:r>
              <a:rPr lang="en-US" sz="1700" dirty="0">
                <a:latin typeface="Times New Roman"/>
                <a:cs typeface="Times New Roman"/>
              </a:rPr>
              <a:t>bus</a:t>
            </a:r>
            <a:r>
              <a:rPr lang="en-US" sz="1700" spc="-2" dirty="0">
                <a:latin typeface="Times New Roman"/>
                <a:cs typeface="Times New Roman"/>
              </a:rPr>
              <a:t> </a:t>
            </a:r>
            <a:r>
              <a:rPr lang="en-US" sz="1700" spc="-7" dirty="0">
                <a:latin typeface="Times New Roman"/>
                <a:cs typeface="Times New Roman"/>
              </a:rPr>
              <a:t>ac</a:t>
            </a:r>
            <a:r>
              <a:rPr lang="en-US" sz="1700" spc="-2" dirty="0">
                <a:latin typeface="Times New Roman"/>
                <a:cs typeface="Times New Roman"/>
              </a:rPr>
              <a:t>c</a:t>
            </a:r>
            <a:r>
              <a:rPr lang="en-US" sz="1700" spc="-7" dirty="0">
                <a:latin typeface="Times New Roman"/>
                <a:cs typeface="Times New Roman"/>
              </a:rPr>
              <a:t>e</a:t>
            </a:r>
            <a:r>
              <a:rPr lang="en-US" sz="1700" spc="-2" dirty="0">
                <a:latin typeface="Times New Roman"/>
                <a:cs typeface="Times New Roman"/>
              </a:rPr>
              <a:t>s</a:t>
            </a:r>
            <a:r>
              <a:rPr lang="en-US" sz="1700" dirty="0">
                <a:latin typeface="Times New Roman"/>
                <a:cs typeface="Times New Roman"/>
              </a:rPr>
              <a:t>s</a:t>
            </a:r>
            <a:r>
              <a:rPr lang="en-US" sz="1700" spc="7" dirty="0">
                <a:latin typeface="Times New Roman"/>
                <a:cs typeface="Times New Roman"/>
              </a:rPr>
              <a:t> </a:t>
            </a:r>
            <a:r>
              <a:rPr lang="en-US" sz="1700" spc="-5" dirty="0">
                <a:latin typeface="Times New Roman"/>
                <a:cs typeface="Times New Roman"/>
              </a:rPr>
              <a:t>times</a:t>
            </a:r>
            <a:r>
              <a:rPr lang="en-US" sz="1700" spc="-2" dirty="0">
                <a:latin typeface="Times New Roman"/>
                <a:cs typeface="Times New Roman"/>
              </a:rPr>
              <a:t> </a:t>
            </a:r>
            <a:r>
              <a:rPr lang="en-US" sz="1700" spc="-10" dirty="0">
                <a:latin typeface="Times New Roman"/>
                <a:cs typeface="Times New Roman"/>
              </a:rPr>
              <a:t>a</a:t>
            </a:r>
            <a:r>
              <a:rPr lang="en-US" sz="1700" spc="-2" dirty="0">
                <a:latin typeface="Times New Roman"/>
                <a:cs typeface="Times New Roman"/>
              </a:rPr>
              <a:t>re</a:t>
            </a:r>
            <a:r>
              <a:rPr lang="en-US" sz="1700" dirty="0">
                <a:latin typeface="Times New Roman"/>
                <a:cs typeface="Times New Roman"/>
              </a:rPr>
              <a:t> </a:t>
            </a:r>
            <a:r>
              <a:rPr lang="en-US" sz="1700" spc="-7" dirty="0">
                <a:latin typeface="Times New Roman"/>
                <a:cs typeface="Times New Roman"/>
              </a:rPr>
              <a:t>e</a:t>
            </a:r>
            <a:r>
              <a:rPr lang="en-US" sz="1700" spc="-2" dirty="0">
                <a:latin typeface="Times New Roman"/>
                <a:cs typeface="Times New Roman"/>
              </a:rPr>
              <a:t>limin</a:t>
            </a:r>
            <a:r>
              <a:rPr lang="en-US" sz="1700" spc="-7" dirty="0">
                <a:latin typeface="Times New Roman"/>
                <a:cs typeface="Times New Roman"/>
              </a:rPr>
              <a:t>a</a:t>
            </a:r>
            <a:r>
              <a:rPr lang="en-US" sz="1700" spc="-2" dirty="0">
                <a:latin typeface="Times New Roman"/>
                <a:cs typeface="Times New Roman"/>
              </a:rPr>
              <a:t>ted.</a:t>
            </a:r>
            <a:endParaRPr lang="en-US" sz="1700" dirty="0">
              <a:latin typeface="Times New Roman"/>
              <a:cs typeface="Times New Roman"/>
            </a:endParaRPr>
          </a:p>
          <a:p>
            <a:pPr marL="225716" indent="-109651">
              <a:buFont typeface="Symbol"/>
              <a:buChar char=""/>
              <a:tabLst>
                <a:tab pos="226022" algn="l"/>
              </a:tabLst>
            </a:pPr>
            <a:r>
              <a:rPr lang="en-US" sz="1700" spc="-5" dirty="0">
                <a:latin typeface="Times New Roman"/>
                <a:cs typeface="Times New Roman"/>
              </a:rPr>
              <a:t>L1</a:t>
            </a:r>
            <a:r>
              <a:rPr lang="en-US" sz="1700" spc="-2" dirty="0">
                <a:latin typeface="Times New Roman"/>
                <a:cs typeface="Times New Roman"/>
              </a:rPr>
              <a:t> </a:t>
            </a:r>
            <a:r>
              <a:rPr lang="en-US" sz="1700" spc="-10"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a:t>
            </a:r>
            <a:r>
              <a:rPr lang="en-US" sz="1700" spc="-5" dirty="0">
                <a:latin typeface="Times New Roman"/>
                <a:cs typeface="Times New Roman"/>
              </a:rPr>
              <a:t>e</a:t>
            </a:r>
            <a:r>
              <a:rPr lang="en-US" sz="1700" spc="-2"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lw</a:t>
            </a:r>
            <a:r>
              <a:rPr lang="en-US" sz="1700" spc="-7" dirty="0">
                <a:latin typeface="Times New Roman"/>
                <a:cs typeface="Times New Roman"/>
              </a:rPr>
              <a:t>a</a:t>
            </a:r>
            <a:r>
              <a:rPr lang="en-US" sz="1700" dirty="0">
                <a:latin typeface="Times New Roman"/>
                <a:cs typeface="Times New Roman"/>
              </a:rPr>
              <a:t>ys</a:t>
            </a:r>
            <a:r>
              <a:rPr lang="en-US" sz="1700" spc="-2" dirty="0">
                <a:latin typeface="Times New Roman"/>
                <a:cs typeface="Times New Roman"/>
              </a:rPr>
              <a:t> </a:t>
            </a:r>
            <a:r>
              <a:rPr lang="en-US" sz="1700" dirty="0">
                <a:latin typeface="Times New Roman"/>
                <a:cs typeface="Times New Roman"/>
              </a:rPr>
              <a:t>on</a:t>
            </a:r>
            <a:r>
              <a:rPr lang="en-US" sz="1700" spc="5"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hip</a:t>
            </a:r>
            <a:r>
              <a:rPr lang="en-US" sz="1700" spc="5" dirty="0">
                <a:latin typeface="Times New Roman"/>
                <a:cs typeface="Times New Roman"/>
              </a:rPr>
              <a:t> </a:t>
            </a:r>
            <a:r>
              <a:rPr lang="en-US" sz="1700" dirty="0">
                <a:latin typeface="Times New Roman"/>
                <a:cs typeface="Times New Roman"/>
              </a:rPr>
              <a:t>(</a:t>
            </a:r>
            <a:r>
              <a:rPr lang="en-US" sz="1700" spc="-5" dirty="0">
                <a:latin typeface="Times New Roman"/>
                <a:cs typeface="Times New Roman"/>
              </a:rPr>
              <a:t>fastes</a:t>
            </a:r>
            <a:r>
              <a:rPr lang="en-US" sz="1700" spc="-2" dirty="0">
                <a:latin typeface="Times New Roman"/>
                <a:cs typeface="Times New Roman"/>
              </a:rPr>
              <a:t>t</a:t>
            </a:r>
            <a:r>
              <a:rPr lang="en-US" sz="1700" dirty="0">
                <a:latin typeface="Times New Roman"/>
                <a:cs typeface="Times New Roman"/>
              </a:rPr>
              <a:t> </a:t>
            </a:r>
            <a:r>
              <a:rPr lang="en-US" sz="1700" spc="-2" dirty="0">
                <a:latin typeface="Times New Roman"/>
                <a:cs typeface="Times New Roman"/>
              </a:rPr>
              <a:t>l</a:t>
            </a:r>
            <a:r>
              <a:rPr lang="en-US" sz="1700" spc="-7" dirty="0">
                <a:latin typeface="Times New Roman"/>
                <a:cs typeface="Times New Roman"/>
              </a:rPr>
              <a:t>e</a:t>
            </a:r>
            <a:r>
              <a:rPr lang="en-US" sz="1700" spc="-5" dirty="0">
                <a:latin typeface="Times New Roman"/>
                <a:cs typeface="Times New Roman"/>
              </a:rPr>
              <a:t>v</a:t>
            </a:r>
            <a:r>
              <a:rPr lang="en-US" sz="1700" spc="-7" dirty="0">
                <a:latin typeface="Times New Roman"/>
                <a:cs typeface="Times New Roman"/>
              </a:rPr>
              <a:t>e</a:t>
            </a:r>
            <a:r>
              <a:rPr lang="en-US" sz="1700" spc="-2" dirty="0">
                <a:latin typeface="Times New Roman"/>
                <a:cs typeface="Times New Roman"/>
              </a:rPr>
              <a:t>l)</a:t>
            </a:r>
            <a:endParaRPr lang="en-US" sz="1700" dirty="0">
              <a:latin typeface="Times New Roman"/>
              <a:cs typeface="Times New Roman"/>
            </a:endParaRPr>
          </a:p>
          <a:p>
            <a:pPr marL="225716" indent="-109651">
              <a:spcBef>
                <a:spcPts val="12"/>
              </a:spcBef>
              <a:buFont typeface="Symbol"/>
              <a:buChar char=""/>
              <a:tabLst>
                <a:tab pos="226022" algn="l"/>
              </a:tabLst>
            </a:pPr>
            <a:r>
              <a:rPr lang="en-US" sz="1700" spc="-5" dirty="0">
                <a:latin typeface="Times New Roman"/>
                <a:cs typeface="Times New Roman"/>
              </a:rPr>
              <a:t>L2</a:t>
            </a:r>
            <a:r>
              <a:rPr lang="en-US" sz="1700" spc="-2" dirty="0">
                <a:latin typeface="Times New Roman"/>
                <a:cs typeface="Times New Roman"/>
              </a:rPr>
              <a:t> </a:t>
            </a:r>
            <a:r>
              <a:rPr lang="en-US" sz="1700" spc="-10"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a:t>
            </a:r>
            <a:r>
              <a:rPr lang="en-US" sz="1700" spc="-5" dirty="0">
                <a:latin typeface="Times New Roman"/>
                <a:cs typeface="Times New Roman"/>
              </a:rPr>
              <a:t>e</a:t>
            </a:r>
            <a:r>
              <a:rPr lang="en-US" sz="1700" spc="-2"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ould</a:t>
            </a:r>
            <a:r>
              <a:rPr lang="en-US" sz="1700" dirty="0">
                <a:latin typeface="Times New Roman"/>
                <a:cs typeface="Times New Roman"/>
              </a:rPr>
              <a:t> </a:t>
            </a:r>
            <a:r>
              <a:rPr lang="en-US" sz="1700" spc="-5" dirty="0">
                <a:latin typeface="Times New Roman"/>
                <a:cs typeface="Times New Roman"/>
              </a:rPr>
              <a:t>be</a:t>
            </a:r>
            <a:r>
              <a:rPr lang="en-US" sz="1700" dirty="0">
                <a:latin typeface="Times New Roman"/>
                <a:cs typeface="Times New Roman"/>
              </a:rPr>
              <a:t> </a:t>
            </a:r>
            <a:r>
              <a:rPr lang="en-US" sz="1700" spc="2" dirty="0">
                <a:latin typeface="Times New Roman"/>
                <a:cs typeface="Times New Roman"/>
              </a:rPr>
              <a:t>o</a:t>
            </a:r>
            <a:r>
              <a:rPr lang="en-US" sz="1700" dirty="0">
                <a:latin typeface="Times New Roman"/>
                <a:cs typeface="Times New Roman"/>
              </a:rPr>
              <a:t>ff</a:t>
            </a:r>
            <a:r>
              <a:rPr lang="en-US" sz="1700" spc="-5" dirty="0">
                <a:latin typeface="Times New Roman"/>
                <a:cs typeface="Times New Roman"/>
              </a:rPr>
              <a:t> </a:t>
            </a:r>
            <a:r>
              <a:rPr lang="en-US" sz="1700" spc="-2" dirty="0">
                <a:latin typeface="Times New Roman"/>
                <a:cs typeface="Times New Roman"/>
              </a:rPr>
              <a:t>the</a:t>
            </a:r>
            <a:r>
              <a:rPr lang="en-US" sz="1700" spc="2"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hip</a:t>
            </a:r>
            <a:r>
              <a:rPr lang="en-US" sz="1700" dirty="0">
                <a:latin typeface="Times New Roman"/>
                <a:cs typeface="Times New Roman"/>
              </a:rPr>
              <a:t> </a:t>
            </a:r>
            <a:r>
              <a:rPr lang="en-US" sz="1700" spc="-2" dirty="0">
                <a:latin typeface="Times New Roman"/>
                <a:cs typeface="Times New Roman"/>
              </a:rPr>
              <a:t>i</a:t>
            </a:r>
            <a:r>
              <a:rPr lang="en-US" sz="1700" dirty="0">
                <a:latin typeface="Times New Roman"/>
                <a:cs typeface="Times New Roman"/>
              </a:rPr>
              <a:t>n </a:t>
            </a:r>
            <a:r>
              <a:rPr lang="en-US" sz="1700" spc="-5" dirty="0">
                <a:latin typeface="Times New Roman"/>
                <a:cs typeface="Times New Roman"/>
              </a:rPr>
              <a:t>s</a:t>
            </a:r>
            <a:r>
              <a:rPr lang="en-US" sz="1700" spc="-2" dirty="0">
                <a:latin typeface="Times New Roman"/>
                <a:cs typeface="Times New Roman"/>
              </a:rPr>
              <a:t>t</a:t>
            </a:r>
            <a:r>
              <a:rPr lang="en-US" sz="1700" spc="-7" dirty="0">
                <a:latin typeface="Times New Roman"/>
                <a:cs typeface="Times New Roman"/>
              </a:rPr>
              <a:t>a</a:t>
            </a:r>
            <a:r>
              <a:rPr lang="en-US" sz="1700" spc="-2" dirty="0">
                <a:latin typeface="Times New Roman"/>
                <a:cs typeface="Times New Roman"/>
              </a:rPr>
              <a:t>tic r</a:t>
            </a:r>
            <a:r>
              <a:rPr lang="en-US" sz="1700" spc="-10" dirty="0">
                <a:latin typeface="Times New Roman"/>
                <a:cs typeface="Times New Roman"/>
              </a:rPr>
              <a:t>a</a:t>
            </a:r>
            <a:r>
              <a:rPr lang="en-US" sz="1700" spc="-5" dirty="0">
                <a:latin typeface="Times New Roman"/>
                <a:cs typeface="Times New Roman"/>
              </a:rPr>
              <a:t>m</a:t>
            </a:r>
            <a:endParaRPr lang="en-US" sz="1700" dirty="0">
              <a:latin typeface="Times New Roman"/>
              <a:cs typeface="Times New Roman"/>
            </a:endParaRPr>
          </a:p>
          <a:p>
            <a:pPr marL="225716" marR="3054" indent="-109651" algn="just">
              <a:spcBef>
                <a:spcPts val="58"/>
              </a:spcBef>
              <a:buFont typeface="Symbol"/>
              <a:buChar char=""/>
              <a:tabLst>
                <a:tab pos="226022" algn="l"/>
              </a:tabLst>
            </a:pPr>
            <a:r>
              <a:rPr lang="en-US" sz="1700" spc="-5" dirty="0">
                <a:latin typeface="Times New Roman"/>
                <a:cs typeface="Times New Roman"/>
              </a:rPr>
              <a:t>L2</a:t>
            </a:r>
            <a:r>
              <a:rPr lang="en-US" sz="1700" spc="-2" dirty="0">
                <a:latin typeface="Times New Roman"/>
                <a:cs typeface="Times New Roman"/>
              </a:rPr>
              <a:t> </a:t>
            </a:r>
            <a:r>
              <a:rPr lang="en-US" sz="1700" spc="-10"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he</a:t>
            </a:r>
            <a:r>
              <a:rPr lang="en-US" sz="1700" spc="-2" dirty="0">
                <a:latin typeface="Times New Roman"/>
                <a:cs typeface="Times New Roman"/>
              </a:rPr>
              <a:t> </a:t>
            </a:r>
            <a:r>
              <a:rPr lang="en-US" sz="1700" spc="-5" dirty="0">
                <a:latin typeface="Times New Roman"/>
                <a:cs typeface="Times New Roman"/>
              </a:rPr>
              <a:t>do</a:t>
            </a:r>
            <a:r>
              <a:rPr lang="en-US" sz="1700" spc="-7" dirty="0">
                <a:latin typeface="Times New Roman"/>
                <a:cs typeface="Times New Roman"/>
              </a:rPr>
              <a:t>e</a:t>
            </a:r>
            <a:r>
              <a:rPr lang="en-US" sz="1700" spc="-2" dirty="0">
                <a:latin typeface="Times New Roman"/>
                <a:cs typeface="Times New Roman"/>
              </a:rPr>
              <a:t>s</a:t>
            </a:r>
            <a:r>
              <a:rPr lang="en-US" sz="1700" spc="7" dirty="0">
                <a:latin typeface="Times New Roman"/>
                <a:cs typeface="Times New Roman"/>
              </a:rPr>
              <a:t>n</a:t>
            </a:r>
            <a:r>
              <a:rPr lang="en-US" sz="1700" spc="-2" dirty="0">
                <a:latin typeface="Times New Roman"/>
                <a:cs typeface="Times New Roman"/>
              </a:rPr>
              <a:t>’t</a:t>
            </a:r>
            <a:r>
              <a:rPr lang="en-US" sz="1700" dirty="0">
                <a:latin typeface="Times New Roman"/>
                <a:cs typeface="Times New Roman"/>
              </a:rPr>
              <a:t> use </a:t>
            </a:r>
            <a:r>
              <a:rPr lang="en-US" sz="1700" spc="-2" dirty="0">
                <a:latin typeface="Times New Roman"/>
                <a:cs typeface="Times New Roman"/>
              </a:rPr>
              <a:t>the sys</a:t>
            </a:r>
            <a:r>
              <a:rPr lang="en-US" sz="1700" dirty="0">
                <a:latin typeface="Times New Roman"/>
                <a:cs typeface="Times New Roman"/>
              </a:rPr>
              <a:t>t</a:t>
            </a:r>
            <a:r>
              <a:rPr lang="en-US" sz="1700" spc="-7" dirty="0">
                <a:latin typeface="Times New Roman"/>
                <a:cs typeface="Times New Roman"/>
              </a:rPr>
              <a:t>e</a:t>
            </a:r>
            <a:r>
              <a:rPr lang="en-US" sz="1700" spc="-5" dirty="0">
                <a:latin typeface="Times New Roman"/>
                <a:cs typeface="Times New Roman"/>
              </a:rPr>
              <a:t>m</a:t>
            </a:r>
            <a:r>
              <a:rPr lang="en-US" sz="1700" dirty="0">
                <a:latin typeface="Times New Roman"/>
                <a:cs typeface="Times New Roman"/>
              </a:rPr>
              <a:t> bus </a:t>
            </a:r>
            <a:r>
              <a:rPr lang="en-US" sz="1700" spc="-7" dirty="0">
                <a:latin typeface="Times New Roman"/>
                <a:cs typeface="Times New Roman"/>
              </a:rPr>
              <a:t>a</a:t>
            </a:r>
            <a:r>
              <a:rPr lang="en-US" sz="1700" dirty="0">
                <a:latin typeface="Times New Roman"/>
                <a:cs typeface="Times New Roman"/>
              </a:rPr>
              <a:t>s</a:t>
            </a:r>
            <a:r>
              <a:rPr lang="en-US" sz="1700" spc="-2" dirty="0">
                <a:latin typeface="Times New Roman"/>
                <a:cs typeface="Times New Roman"/>
              </a:rPr>
              <a:t> the </a:t>
            </a:r>
            <a:r>
              <a:rPr lang="en-US" sz="1700" spc="-5" dirty="0">
                <a:latin typeface="Times New Roman"/>
                <a:cs typeface="Times New Roman"/>
              </a:rPr>
              <a:t>p</a:t>
            </a:r>
            <a:r>
              <a:rPr lang="en-US" sz="1700" spc="-10" dirty="0">
                <a:latin typeface="Times New Roman"/>
                <a:cs typeface="Times New Roman"/>
              </a:rPr>
              <a:t>a</a:t>
            </a:r>
            <a:r>
              <a:rPr lang="en-US" sz="1700" spc="-2" dirty="0">
                <a:latin typeface="Times New Roman"/>
                <a:cs typeface="Times New Roman"/>
              </a:rPr>
              <a:t>th </a:t>
            </a:r>
            <a:r>
              <a:rPr lang="en-US" sz="1700" dirty="0">
                <a:latin typeface="Times New Roman"/>
                <a:cs typeface="Times New Roman"/>
              </a:rPr>
              <a:t>f</a:t>
            </a:r>
            <a:r>
              <a:rPr lang="en-US" sz="1700" spc="-7" dirty="0">
                <a:latin typeface="Times New Roman"/>
                <a:cs typeface="Times New Roman"/>
              </a:rPr>
              <a:t>o</a:t>
            </a:r>
            <a:r>
              <a:rPr lang="en-US" sz="1700" dirty="0">
                <a:latin typeface="Times New Roman"/>
                <a:cs typeface="Times New Roman"/>
              </a:rPr>
              <a:t>r </a:t>
            </a:r>
            <a:r>
              <a:rPr lang="en-US" sz="1700" spc="-5" dirty="0">
                <a:latin typeface="Times New Roman"/>
                <a:cs typeface="Times New Roman"/>
              </a:rPr>
              <a:t>d</a:t>
            </a:r>
            <a:r>
              <a:rPr lang="en-US" sz="1700" spc="-10" dirty="0">
                <a:latin typeface="Times New Roman"/>
                <a:cs typeface="Times New Roman"/>
              </a:rPr>
              <a:t>a</a:t>
            </a:r>
            <a:r>
              <a:rPr lang="en-US" sz="1700" spc="-2" dirty="0">
                <a:latin typeface="Times New Roman"/>
                <a:cs typeface="Times New Roman"/>
              </a:rPr>
              <a:t>ta</a:t>
            </a:r>
            <a:r>
              <a:rPr lang="en-US" sz="1700" dirty="0">
                <a:latin typeface="Times New Roman"/>
                <a:cs typeface="Times New Roman"/>
              </a:rPr>
              <a:t> </a:t>
            </a:r>
            <a:r>
              <a:rPr lang="en-US" sz="1700" spc="-2" dirty="0">
                <a:latin typeface="Times New Roman"/>
                <a:cs typeface="Times New Roman"/>
              </a:rPr>
              <a:t>tr</a:t>
            </a:r>
            <a:r>
              <a:rPr lang="en-US" sz="1700" spc="-10" dirty="0">
                <a:latin typeface="Times New Roman"/>
                <a:cs typeface="Times New Roman"/>
              </a:rPr>
              <a:t>a</a:t>
            </a:r>
            <a:r>
              <a:rPr lang="en-US" sz="1700" dirty="0">
                <a:latin typeface="Times New Roman"/>
                <a:cs typeface="Times New Roman"/>
              </a:rPr>
              <a:t>nsfer </a:t>
            </a:r>
            <a:r>
              <a:rPr lang="en-US" sz="1700" spc="-5" dirty="0">
                <a:latin typeface="Times New Roman"/>
                <a:cs typeface="Times New Roman"/>
              </a:rPr>
              <a:t>b</a:t>
            </a:r>
            <a:r>
              <a:rPr lang="en-US" sz="1700" spc="-10" dirty="0">
                <a:latin typeface="Times New Roman"/>
                <a:cs typeface="Times New Roman"/>
              </a:rPr>
              <a:t>e</a:t>
            </a:r>
            <a:r>
              <a:rPr lang="en-US" sz="1700" spc="-5" dirty="0">
                <a:latin typeface="Times New Roman"/>
                <a:cs typeface="Times New Roman"/>
              </a:rPr>
              <a:t>tw</a:t>
            </a:r>
            <a:r>
              <a:rPr lang="en-US" sz="1700" spc="-2" dirty="0">
                <a:latin typeface="Times New Roman"/>
                <a:cs typeface="Times New Roman"/>
              </a:rPr>
              <a:t>e</a:t>
            </a:r>
            <a:r>
              <a:rPr lang="en-US" sz="1700" spc="-7" dirty="0">
                <a:latin typeface="Times New Roman"/>
                <a:cs typeface="Times New Roman"/>
              </a:rPr>
              <a:t>e</a:t>
            </a:r>
            <a:r>
              <a:rPr lang="en-US" sz="1700" dirty="0">
                <a:latin typeface="Times New Roman"/>
                <a:cs typeface="Times New Roman"/>
              </a:rPr>
              <a:t>n </a:t>
            </a:r>
            <a:r>
              <a:rPr lang="en-US" sz="1700" spc="-2" dirty="0">
                <a:latin typeface="Times New Roman"/>
                <a:cs typeface="Times New Roman"/>
              </a:rPr>
              <a:t>the </a:t>
            </a:r>
            <a:r>
              <a:rPr lang="en-US" sz="1700" spc="-7" dirty="0">
                <a:latin typeface="Times New Roman"/>
                <a:cs typeface="Times New Roman"/>
              </a:rPr>
              <a:t>L</a:t>
            </a:r>
            <a:r>
              <a:rPr lang="en-US" sz="1700" dirty="0">
                <a:latin typeface="Times New Roman"/>
                <a:cs typeface="Times New Roman"/>
              </a:rPr>
              <a:t>2 </a:t>
            </a:r>
            <a:r>
              <a:rPr lang="en-US" sz="1700" spc="-7" dirty="0">
                <a:latin typeface="Times New Roman"/>
                <a:cs typeface="Times New Roman"/>
              </a:rPr>
              <a:t>cac</a:t>
            </a:r>
            <a:r>
              <a:rPr lang="en-US" sz="1700" spc="5" dirty="0">
                <a:latin typeface="Times New Roman"/>
                <a:cs typeface="Times New Roman"/>
              </a:rPr>
              <a:t>h</a:t>
            </a:r>
            <a:r>
              <a:rPr lang="en-US" sz="1700" spc="-5" dirty="0">
                <a:latin typeface="Times New Roman"/>
                <a:cs typeface="Times New Roman"/>
              </a:rPr>
              <a:t>e</a:t>
            </a:r>
            <a:r>
              <a:rPr lang="en-US" sz="1700" spc="-2"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a:t>
            </a:r>
            <a:r>
              <a:rPr lang="en-US" sz="1700" spc="10" dirty="0">
                <a:latin typeface="Times New Roman"/>
                <a:cs typeface="Times New Roman"/>
              </a:rPr>
              <a:t> </a:t>
            </a:r>
            <a:r>
              <a:rPr lang="en-US" sz="1700" spc="-5" dirty="0">
                <a:latin typeface="Times New Roman"/>
                <a:cs typeface="Times New Roman"/>
              </a:rPr>
              <a:t>proc</a:t>
            </a:r>
            <a:r>
              <a:rPr lang="en-US" sz="1700" spc="-7" dirty="0">
                <a:latin typeface="Times New Roman"/>
                <a:cs typeface="Times New Roman"/>
              </a:rPr>
              <a:t>e</a:t>
            </a:r>
            <a:r>
              <a:rPr lang="en-US" sz="1700" spc="-2" dirty="0">
                <a:latin typeface="Times New Roman"/>
                <a:cs typeface="Times New Roman"/>
              </a:rPr>
              <a:t>ssor</a:t>
            </a:r>
            <a:r>
              <a:rPr lang="en-US" sz="1700" dirty="0">
                <a:latin typeface="Times New Roman"/>
                <a:cs typeface="Times New Roman"/>
              </a:rPr>
              <a:t>,</a:t>
            </a:r>
            <a:r>
              <a:rPr lang="en-US" sz="1700" spc="10" dirty="0">
                <a:latin typeface="Times New Roman"/>
                <a:cs typeface="Times New Roman"/>
              </a:rPr>
              <a:t> </a:t>
            </a:r>
            <a:r>
              <a:rPr lang="en-US" sz="1700" spc="-5" dirty="0">
                <a:latin typeface="Times New Roman"/>
                <a:cs typeface="Times New Roman"/>
              </a:rPr>
              <a:t>but</a:t>
            </a:r>
            <a:r>
              <a:rPr lang="en-US" sz="1700" spc="12" dirty="0">
                <a:latin typeface="Times New Roman"/>
                <a:cs typeface="Times New Roman"/>
              </a:rPr>
              <a:t> </a:t>
            </a:r>
            <a:r>
              <a:rPr lang="en-US" sz="1700" spc="-2" dirty="0">
                <a:latin typeface="Times New Roman"/>
                <a:cs typeface="Times New Roman"/>
              </a:rPr>
              <a:t>it</a:t>
            </a:r>
            <a:r>
              <a:rPr lang="en-US" sz="1700" spc="12" dirty="0">
                <a:latin typeface="Times New Roman"/>
                <a:cs typeface="Times New Roman"/>
              </a:rPr>
              <a:t> </a:t>
            </a:r>
            <a:r>
              <a:rPr lang="en-US" sz="1700" dirty="0">
                <a:latin typeface="Times New Roman"/>
                <a:cs typeface="Times New Roman"/>
              </a:rPr>
              <a:t>us</a:t>
            </a:r>
            <a:r>
              <a:rPr lang="en-US" sz="1700" spc="-2" dirty="0">
                <a:latin typeface="Times New Roman"/>
                <a:cs typeface="Times New Roman"/>
              </a:rPr>
              <a:t>e</a:t>
            </a:r>
            <a:r>
              <a:rPr lang="en-US" sz="1700" dirty="0">
                <a:latin typeface="Times New Roman"/>
                <a:cs typeface="Times New Roman"/>
              </a:rPr>
              <a:t>s</a:t>
            </a:r>
            <a:r>
              <a:rPr lang="en-US" sz="1700" spc="14" dirty="0">
                <a:latin typeface="Times New Roman"/>
                <a:cs typeface="Times New Roman"/>
              </a:rPr>
              <a:t> </a:t>
            </a:r>
            <a:r>
              <a:rPr lang="en-US" sz="1700" spc="-5" dirty="0">
                <a:latin typeface="Times New Roman"/>
                <a:cs typeface="Times New Roman"/>
              </a:rPr>
              <a:t>a</a:t>
            </a:r>
            <a:r>
              <a:rPr lang="en-US" sz="1700" spc="7" dirty="0">
                <a:latin typeface="Times New Roman"/>
                <a:cs typeface="Times New Roman"/>
              </a:rPr>
              <a:t> </a:t>
            </a:r>
            <a:r>
              <a:rPr lang="en-US" sz="1700" spc="-2" dirty="0">
                <a:latin typeface="Times New Roman"/>
                <a:cs typeface="Times New Roman"/>
              </a:rPr>
              <a:t>se</a:t>
            </a:r>
            <a:r>
              <a:rPr lang="en-US" sz="1700" spc="-5" dirty="0">
                <a:latin typeface="Times New Roman"/>
                <a:cs typeface="Times New Roman"/>
              </a:rPr>
              <a:t>p</a:t>
            </a:r>
            <a:r>
              <a:rPr lang="en-US" sz="1700" spc="-2" dirty="0">
                <a:latin typeface="Times New Roman"/>
                <a:cs typeface="Times New Roman"/>
              </a:rPr>
              <a:t>ar</a:t>
            </a:r>
            <a:r>
              <a:rPr lang="en-US" sz="1700" spc="-10" dirty="0">
                <a:latin typeface="Times New Roman"/>
                <a:cs typeface="Times New Roman"/>
              </a:rPr>
              <a:t>a</a:t>
            </a:r>
            <a:r>
              <a:rPr lang="en-US" sz="1700" spc="-2" dirty="0">
                <a:latin typeface="Times New Roman"/>
                <a:cs typeface="Times New Roman"/>
              </a:rPr>
              <a:t>te</a:t>
            </a:r>
            <a:r>
              <a:rPr lang="en-US" sz="1700" spc="10" dirty="0">
                <a:latin typeface="Times New Roman"/>
                <a:cs typeface="Times New Roman"/>
              </a:rPr>
              <a:t> </a:t>
            </a:r>
            <a:r>
              <a:rPr lang="en-US" sz="1700" spc="5" dirty="0">
                <a:latin typeface="Times New Roman"/>
                <a:cs typeface="Times New Roman"/>
              </a:rPr>
              <a:t>d</a:t>
            </a:r>
            <a:r>
              <a:rPr lang="en-US" sz="1700" spc="-7" dirty="0">
                <a:latin typeface="Times New Roman"/>
                <a:cs typeface="Times New Roman"/>
              </a:rPr>
              <a:t>a</a:t>
            </a:r>
            <a:r>
              <a:rPr lang="en-US" sz="1700" spc="-2" dirty="0">
                <a:latin typeface="Times New Roman"/>
                <a:cs typeface="Times New Roman"/>
              </a:rPr>
              <a:t>ta</a:t>
            </a:r>
            <a:r>
              <a:rPr lang="en-US" sz="1700" spc="10" dirty="0">
                <a:latin typeface="Times New Roman"/>
                <a:cs typeface="Times New Roman"/>
              </a:rPr>
              <a:t> </a:t>
            </a:r>
            <a:r>
              <a:rPr lang="en-US" sz="1700" spc="-5" dirty="0">
                <a:latin typeface="Times New Roman"/>
                <a:cs typeface="Times New Roman"/>
              </a:rPr>
              <a:t>p</a:t>
            </a:r>
            <a:r>
              <a:rPr lang="en-US" sz="1700" spc="-7" dirty="0">
                <a:latin typeface="Times New Roman"/>
                <a:cs typeface="Times New Roman"/>
              </a:rPr>
              <a:t>a</a:t>
            </a:r>
            <a:r>
              <a:rPr lang="en-US" sz="1700" spc="-2" dirty="0">
                <a:latin typeface="Times New Roman"/>
                <a:cs typeface="Times New Roman"/>
              </a:rPr>
              <a:t>th</a:t>
            </a:r>
            <a:r>
              <a:rPr lang="en-US" sz="1700" spc="12" dirty="0">
                <a:latin typeface="Times New Roman"/>
                <a:cs typeface="Times New Roman"/>
              </a:rPr>
              <a:t> </a:t>
            </a:r>
            <a:r>
              <a:rPr lang="en-US" sz="1700" spc="-2" dirty="0">
                <a:latin typeface="Times New Roman"/>
                <a:cs typeface="Times New Roman"/>
              </a:rPr>
              <a:t>to</a:t>
            </a:r>
            <a:r>
              <a:rPr lang="en-US" sz="1700" spc="17" dirty="0">
                <a:latin typeface="Times New Roman"/>
                <a:cs typeface="Times New Roman"/>
              </a:rPr>
              <a:t> </a:t>
            </a:r>
            <a:r>
              <a:rPr lang="en-US" sz="1700" spc="2" dirty="0">
                <a:latin typeface="Times New Roman"/>
                <a:cs typeface="Times New Roman"/>
              </a:rPr>
              <a:t>r</a:t>
            </a:r>
            <a:r>
              <a:rPr lang="en-US" sz="1700" spc="-7" dirty="0">
                <a:latin typeface="Times New Roman"/>
                <a:cs typeface="Times New Roman"/>
              </a:rPr>
              <a:t>e</a:t>
            </a:r>
            <a:r>
              <a:rPr lang="en-US" sz="1700" spc="-5" dirty="0">
                <a:latin typeface="Times New Roman"/>
                <a:cs typeface="Times New Roman"/>
              </a:rPr>
              <a:t>du</a:t>
            </a:r>
            <a:r>
              <a:rPr lang="en-US" sz="1700" spc="-7" dirty="0">
                <a:latin typeface="Times New Roman"/>
                <a:cs typeface="Times New Roman"/>
              </a:rPr>
              <a:t>c</a:t>
            </a:r>
            <a:r>
              <a:rPr lang="en-US" sz="1700" spc="-5" dirty="0">
                <a:latin typeface="Times New Roman"/>
                <a:cs typeface="Times New Roman"/>
              </a:rPr>
              <a:t>e</a:t>
            </a:r>
            <a:r>
              <a:rPr lang="en-US" sz="1700" spc="7" dirty="0">
                <a:latin typeface="Times New Roman"/>
                <a:cs typeface="Times New Roman"/>
              </a:rPr>
              <a:t> </a:t>
            </a:r>
            <a:r>
              <a:rPr lang="en-US" sz="1700" spc="-2" dirty="0">
                <a:latin typeface="Times New Roman"/>
                <a:cs typeface="Times New Roman"/>
              </a:rPr>
              <a:t>the</a:t>
            </a:r>
            <a:r>
              <a:rPr lang="en-US" sz="1700" spc="14" dirty="0">
                <a:latin typeface="Times New Roman"/>
                <a:cs typeface="Times New Roman"/>
              </a:rPr>
              <a:t> </a:t>
            </a:r>
            <a:r>
              <a:rPr lang="en-US" sz="1700" spc="-5" dirty="0">
                <a:latin typeface="Times New Roman"/>
                <a:cs typeface="Times New Roman"/>
              </a:rPr>
              <a:t>burd</a:t>
            </a:r>
            <a:r>
              <a:rPr lang="en-US" sz="1700" spc="-10" dirty="0">
                <a:latin typeface="Times New Roman"/>
                <a:cs typeface="Times New Roman"/>
              </a:rPr>
              <a:t>e</a:t>
            </a:r>
            <a:r>
              <a:rPr lang="en-US" sz="1700" dirty="0">
                <a:latin typeface="Times New Roman"/>
                <a:cs typeface="Times New Roman"/>
              </a:rPr>
              <a:t>n</a:t>
            </a:r>
            <a:r>
              <a:rPr lang="en-US" sz="1700" spc="10" dirty="0">
                <a:latin typeface="Times New Roman"/>
                <a:cs typeface="Times New Roman"/>
              </a:rPr>
              <a:t> </a:t>
            </a:r>
            <a:r>
              <a:rPr lang="en-US" sz="1700" dirty="0">
                <a:latin typeface="Times New Roman"/>
                <a:cs typeface="Times New Roman"/>
              </a:rPr>
              <a:t>on</a:t>
            </a:r>
            <a:r>
              <a:rPr lang="en-US" sz="1700" spc="14" dirty="0">
                <a:latin typeface="Times New Roman"/>
                <a:cs typeface="Times New Roman"/>
              </a:rPr>
              <a:t> </a:t>
            </a:r>
            <a:r>
              <a:rPr lang="en-US" sz="1700" spc="-2" dirty="0">
                <a:latin typeface="Times New Roman"/>
                <a:cs typeface="Times New Roman"/>
              </a:rPr>
              <a:t>the</a:t>
            </a:r>
            <a:r>
              <a:rPr lang="en-US" sz="1700" spc="14" dirty="0">
                <a:latin typeface="Times New Roman"/>
                <a:cs typeface="Times New Roman"/>
              </a:rPr>
              <a:t> </a:t>
            </a:r>
            <a:r>
              <a:rPr lang="en-US" sz="1700" spc="-2" dirty="0">
                <a:latin typeface="Times New Roman"/>
                <a:cs typeface="Times New Roman"/>
              </a:rPr>
              <a:t>sys</a:t>
            </a:r>
            <a:r>
              <a:rPr lang="en-US" sz="1700" dirty="0">
                <a:latin typeface="Times New Roman"/>
                <a:cs typeface="Times New Roman"/>
              </a:rPr>
              <a:t>t</a:t>
            </a:r>
            <a:r>
              <a:rPr lang="en-US" sz="1700" spc="-7" dirty="0">
                <a:latin typeface="Times New Roman"/>
                <a:cs typeface="Times New Roman"/>
              </a:rPr>
              <a:t>e</a:t>
            </a:r>
            <a:r>
              <a:rPr lang="en-US" sz="1700" spc="-5" dirty="0">
                <a:latin typeface="Times New Roman"/>
                <a:cs typeface="Times New Roman"/>
              </a:rPr>
              <a:t>m</a:t>
            </a:r>
            <a:r>
              <a:rPr lang="en-US" sz="1700" spc="12" dirty="0">
                <a:latin typeface="Times New Roman"/>
                <a:cs typeface="Times New Roman"/>
              </a:rPr>
              <a:t> </a:t>
            </a:r>
            <a:r>
              <a:rPr lang="en-US" sz="1700" dirty="0">
                <a:latin typeface="Times New Roman"/>
                <a:cs typeface="Times New Roman"/>
              </a:rPr>
              <a:t>bus. (Syst</a:t>
            </a:r>
            <a:r>
              <a:rPr lang="en-US" sz="1700" spc="-7" dirty="0">
                <a:latin typeface="Times New Roman"/>
                <a:cs typeface="Times New Roman"/>
              </a:rPr>
              <a:t>e</a:t>
            </a:r>
            <a:r>
              <a:rPr lang="en-US" sz="1700" spc="-5" dirty="0">
                <a:latin typeface="Times New Roman"/>
                <a:cs typeface="Times New Roman"/>
              </a:rPr>
              <a:t>m</a:t>
            </a:r>
            <a:r>
              <a:rPr lang="en-US" sz="1700" dirty="0">
                <a:latin typeface="Times New Roman"/>
                <a:cs typeface="Times New Roman"/>
              </a:rPr>
              <a:t> bus </a:t>
            </a:r>
            <a:r>
              <a:rPr lang="en-US" sz="1700" spc="-2" dirty="0">
                <a:latin typeface="Times New Roman"/>
                <a:cs typeface="Times New Roman"/>
              </a:rPr>
              <a:t>tak</a:t>
            </a:r>
            <a:r>
              <a:rPr lang="en-US" sz="1700" spc="-10" dirty="0">
                <a:latin typeface="Times New Roman"/>
                <a:cs typeface="Times New Roman"/>
              </a:rPr>
              <a:t>e</a:t>
            </a:r>
            <a:r>
              <a:rPr lang="en-US" sz="1700" dirty="0">
                <a:latin typeface="Times New Roman"/>
                <a:cs typeface="Times New Roman"/>
              </a:rPr>
              <a:t>s</a:t>
            </a:r>
            <a:r>
              <a:rPr lang="en-US" sz="1700" spc="-2" dirty="0">
                <a:latin typeface="Times New Roman"/>
                <a:cs typeface="Times New Roman"/>
              </a:rPr>
              <a:t> </a:t>
            </a:r>
            <a:r>
              <a:rPr lang="en-US" sz="1700" spc="-5" dirty="0">
                <a:latin typeface="Times New Roman"/>
                <a:cs typeface="Times New Roman"/>
              </a:rPr>
              <a:t>long</a:t>
            </a:r>
            <a:r>
              <a:rPr lang="en-US" sz="1700" spc="-7" dirty="0">
                <a:latin typeface="Times New Roman"/>
                <a:cs typeface="Times New Roman"/>
              </a:rPr>
              <a:t>e</a:t>
            </a:r>
            <a:r>
              <a:rPr lang="en-US" sz="1700" dirty="0">
                <a:latin typeface="Times New Roman"/>
                <a:cs typeface="Times New Roman"/>
              </a:rPr>
              <a:t>r</a:t>
            </a:r>
            <a:r>
              <a:rPr lang="en-US" sz="1700" spc="2" dirty="0">
                <a:latin typeface="Times New Roman"/>
                <a:cs typeface="Times New Roman"/>
              </a:rPr>
              <a:t> </a:t>
            </a:r>
            <a:r>
              <a:rPr lang="en-US" sz="1700" spc="-2" dirty="0">
                <a:latin typeface="Times New Roman"/>
                <a:cs typeface="Times New Roman"/>
              </a:rPr>
              <a:t>to tr</a:t>
            </a:r>
            <a:r>
              <a:rPr lang="en-US" sz="1700" spc="-10" dirty="0">
                <a:latin typeface="Times New Roman"/>
                <a:cs typeface="Times New Roman"/>
              </a:rPr>
              <a:t>a</a:t>
            </a:r>
            <a:r>
              <a:rPr lang="en-US" sz="1700" dirty="0">
                <a:latin typeface="Times New Roman"/>
                <a:cs typeface="Times New Roman"/>
              </a:rPr>
              <a:t>nsf</a:t>
            </a:r>
            <a:r>
              <a:rPr lang="en-US" sz="1700" spc="-5" dirty="0">
                <a:latin typeface="Times New Roman"/>
                <a:cs typeface="Times New Roman"/>
              </a:rPr>
              <a:t>e</a:t>
            </a:r>
            <a:r>
              <a:rPr lang="en-US" sz="1700" dirty="0">
                <a:latin typeface="Times New Roman"/>
                <a:cs typeface="Times New Roman"/>
              </a:rPr>
              <a:t>r </a:t>
            </a:r>
            <a:r>
              <a:rPr lang="en-US" sz="1700" spc="2" dirty="0">
                <a:latin typeface="Times New Roman"/>
                <a:cs typeface="Times New Roman"/>
              </a:rPr>
              <a:t>d</a:t>
            </a:r>
            <a:r>
              <a:rPr lang="en-US" sz="1700" spc="-7" dirty="0">
                <a:latin typeface="Times New Roman"/>
                <a:cs typeface="Times New Roman"/>
              </a:rPr>
              <a:t>a</a:t>
            </a:r>
            <a:r>
              <a:rPr lang="en-US" sz="1700" spc="-2" dirty="0">
                <a:latin typeface="Times New Roman"/>
                <a:cs typeface="Times New Roman"/>
              </a:rPr>
              <a:t>ta)</a:t>
            </a:r>
            <a:endParaRPr lang="en-US" sz="1700" dirty="0">
              <a:latin typeface="Times New Roman"/>
              <a:cs typeface="Times New Roman"/>
            </a:endParaRPr>
          </a:p>
        </p:txBody>
      </p:sp>
    </p:spTree>
    <p:extLst>
      <p:ext uri="{BB962C8B-B14F-4D97-AF65-F5344CB8AC3E}">
        <p14:creationId xmlns:p14="http://schemas.microsoft.com/office/powerpoint/2010/main" val="11382294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7DB71-3EF7-9E7B-6CBD-B1A0155BEC9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598080B-1E8F-B91A-69FD-B5F5FC5CD72D}"/>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92508BBC-898F-B9B8-33A6-91DCC0660A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B377C13-89DC-DF2B-04FF-D45D1B1E58D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93909D68-81D5-475C-3E69-F71CC66A6BE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83CBC586-5167-EBA7-0E1E-BE4D230BB9D8}"/>
              </a:ext>
            </a:extLst>
          </p:cNvPr>
          <p:cNvSpPr txBox="1"/>
          <p:nvPr/>
        </p:nvSpPr>
        <p:spPr>
          <a:xfrm>
            <a:off x="1014006" y="819150"/>
            <a:ext cx="7063194" cy="3190617"/>
          </a:xfrm>
          <a:prstGeom prst="rect">
            <a:avLst/>
          </a:prstGeom>
        </p:spPr>
        <p:txBody>
          <a:bodyPr vert="horz" wrap="square" lIns="0" tIns="0" rIns="0" bIns="0" rtlCol="0">
            <a:spAutoFit/>
          </a:bodyPr>
          <a:lstStyle/>
          <a:p>
            <a:pPr marL="225716" marR="2443" indent="-109651" algn="just">
              <a:spcBef>
                <a:spcPts val="19"/>
              </a:spcBef>
              <a:buFont typeface="Symbol"/>
              <a:buChar char=""/>
              <a:tabLst>
                <a:tab pos="226022" algn="l"/>
              </a:tabLst>
            </a:pPr>
            <a:r>
              <a:rPr lang="en-US" sz="1700" spc="-10" dirty="0">
                <a:latin typeface="Times New Roman"/>
                <a:cs typeface="Times New Roman"/>
              </a:rPr>
              <a:t>I</a:t>
            </a:r>
            <a:r>
              <a:rPr lang="en-US" sz="1700" dirty="0">
                <a:latin typeface="Times New Roman"/>
                <a:cs typeface="Times New Roman"/>
              </a:rPr>
              <a:t>n</a:t>
            </a:r>
            <a:r>
              <a:rPr lang="en-US" sz="1700" spc="-14" dirty="0">
                <a:latin typeface="Times New Roman"/>
                <a:cs typeface="Times New Roman"/>
              </a:rPr>
              <a:t> </a:t>
            </a:r>
            <a:r>
              <a:rPr lang="en-US" sz="1700" spc="-5" dirty="0">
                <a:latin typeface="Times New Roman"/>
                <a:cs typeface="Times New Roman"/>
              </a:rPr>
              <a:t>mode</a:t>
            </a:r>
            <a:r>
              <a:rPr lang="en-US" sz="1700" spc="-7" dirty="0">
                <a:latin typeface="Times New Roman"/>
                <a:cs typeface="Times New Roman"/>
              </a:rPr>
              <a:t>r</a:t>
            </a:r>
            <a:r>
              <a:rPr lang="en-US" sz="1700" dirty="0">
                <a:latin typeface="Times New Roman"/>
                <a:cs typeface="Times New Roman"/>
              </a:rPr>
              <a:t>n</a:t>
            </a:r>
            <a:r>
              <a:rPr lang="en-US" sz="1700" spc="-14" dirty="0">
                <a:latin typeface="Times New Roman"/>
                <a:cs typeface="Times New Roman"/>
              </a:rPr>
              <a:t> </a:t>
            </a:r>
            <a:r>
              <a:rPr lang="en-US" sz="1700" spc="-5" dirty="0">
                <a:latin typeface="Times New Roman"/>
                <a:cs typeface="Times New Roman"/>
              </a:rPr>
              <a:t>d</a:t>
            </a:r>
            <a:r>
              <a:rPr lang="en-US" sz="1700" spc="-7" dirty="0">
                <a:latin typeface="Times New Roman"/>
                <a:cs typeface="Times New Roman"/>
              </a:rPr>
              <a:t>esigne</a:t>
            </a:r>
            <a:r>
              <a:rPr lang="en-US" sz="1700" spc="-5" dirty="0">
                <a:latin typeface="Times New Roman"/>
                <a:cs typeface="Times New Roman"/>
              </a:rPr>
              <a:t>d</a:t>
            </a:r>
            <a:r>
              <a:rPr lang="en-US" sz="1700" spc="-14"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o</a:t>
            </a:r>
            <a:r>
              <a:rPr lang="en-US" sz="1700" dirty="0">
                <a:latin typeface="Times New Roman"/>
                <a:cs typeface="Times New Roman"/>
              </a:rPr>
              <a:t>m</a:t>
            </a:r>
            <a:r>
              <a:rPr lang="en-US" sz="1700" spc="-5" dirty="0">
                <a:latin typeface="Times New Roman"/>
                <a:cs typeface="Times New Roman"/>
              </a:rPr>
              <a:t>pute</a:t>
            </a:r>
            <a:r>
              <a:rPr lang="en-US" sz="1700" spc="-7" dirty="0">
                <a:latin typeface="Times New Roman"/>
                <a:cs typeface="Times New Roman"/>
              </a:rPr>
              <a:t>r</a:t>
            </a:r>
            <a:r>
              <a:rPr lang="en-US" sz="1700" dirty="0">
                <a:latin typeface="Times New Roman"/>
                <a:cs typeface="Times New Roman"/>
              </a:rPr>
              <a:t>s</a:t>
            </a:r>
            <a:r>
              <a:rPr lang="en-US" sz="1700" spc="-17" dirty="0">
                <a:latin typeface="Times New Roman"/>
                <a:cs typeface="Times New Roman"/>
              </a:rPr>
              <a:t> </a:t>
            </a:r>
            <a:r>
              <a:rPr lang="en-US" sz="1700" spc="-5" dirty="0">
                <a:latin typeface="Times New Roman"/>
                <a:cs typeface="Times New Roman"/>
              </a:rPr>
              <a:t>L2</a:t>
            </a:r>
            <a:r>
              <a:rPr lang="en-US" sz="1700" spc="-14"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a</a:t>
            </a:r>
            <a:r>
              <a:rPr lang="en-US" sz="1700" spc="-7" dirty="0">
                <a:latin typeface="Times New Roman"/>
                <a:cs typeface="Times New Roman"/>
              </a:rPr>
              <a:t>c</a:t>
            </a:r>
            <a:r>
              <a:rPr lang="en-US" sz="1700" spc="-5" dirty="0">
                <a:latin typeface="Times New Roman"/>
                <a:cs typeface="Times New Roman"/>
              </a:rPr>
              <a:t>he</a:t>
            </a:r>
            <a:r>
              <a:rPr lang="en-US" sz="1700" spc="-22" dirty="0">
                <a:latin typeface="Times New Roman"/>
                <a:cs typeface="Times New Roman"/>
              </a:rPr>
              <a:t> </a:t>
            </a:r>
            <a:r>
              <a:rPr lang="en-US" sz="1700" dirty="0">
                <a:latin typeface="Times New Roman"/>
                <a:cs typeface="Times New Roman"/>
              </a:rPr>
              <a:t>m</a:t>
            </a:r>
            <a:r>
              <a:rPr lang="en-US" sz="1700" spc="-7" dirty="0">
                <a:latin typeface="Times New Roman"/>
                <a:cs typeface="Times New Roman"/>
              </a:rPr>
              <a:t>a</a:t>
            </a:r>
            <a:r>
              <a:rPr lang="en-US" sz="1700" dirty="0">
                <a:latin typeface="Times New Roman"/>
                <a:cs typeface="Times New Roman"/>
              </a:rPr>
              <a:t>y</a:t>
            </a:r>
            <a:r>
              <a:rPr lang="en-US" sz="1700" spc="-19" dirty="0">
                <a:latin typeface="Times New Roman"/>
                <a:cs typeface="Times New Roman"/>
              </a:rPr>
              <a:t> </a:t>
            </a:r>
            <a:r>
              <a:rPr lang="en-US" sz="1700" dirty="0">
                <a:latin typeface="Times New Roman"/>
                <a:cs typeface="Times New Roman"/>
              </a:rPr>
              <a:t>now</a:t>
            </a:r>
            <a:r>
              <a:rPr lang="en-US" sz="1700" spc="-14" dirty="0">
                <a:latin typeface="Times New Roman"/>
                <a:cs typeface="Times New Roman"/>
              </a:rPr>
              <a:t> </a:t>
            </a:r>
            <a:r>
              <a:rPr lang="en-US" sz="1700" spc="-5" dirty="0">
                <a:latin typeface="Times New Roman"/>
                <a:cs typeface="Times New Roman"/>
              </a:rPr>
              <a:t>be</a:t>
            </a:r>
            <a:r>
              <a:rPr lang="en-US" sz="1700" spc="-22" dirty="0">
                <a:latin typeface="Times New Roman"/>
                <a:cs typeface="Times New Roman"/>
              </a:rPr>
              <a:t> </a:t>
            </a:r>
            <a:r>
              <a:rPr lang="en-US" sz="1700" dirty="0">
                <a:latin typeface="Times New Roman"/>
                <a:cs typeface="Times New Roman"/>
              </a:rPr>
              <a:t>on</a:t>
            </a:r>
            <a:r>
              <a:rPr lang="en-US" sz="1700" spc="-14" dirty="0">
                <a:latin typeface="Times New Roman"/>
                <a:cs typeface="Times New Roman"/>
              </a:rPr>
              <a:t> </a:t>
            </a:r>
            <a:r>
              <a:rPr lang="en-US" sz="1700" spc="-2" dirty="0">
                <a:latin typeface="Times New Roman"/>
                <a:cs typeface="Times New Roman"/>
              </a:rPr>
              <a:t>the</a:t>
            </a:r>
            <a:r>
              <a:rPr lang="en-US" sz="1700" spc="-14"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hip.</a:t>
            </a:r>
            <a:r>
              <a:rPr lang="en-US" sz="1700" spc="-17" dirty="0">
                <a:latin typeface="Times New Roman"/>
                <a:cs typeface="Times New Roman"/>
              </a:rPr>
              <a:t> </a:t>
            </a:r>
            <a:r>
              <a:rPr lang="en-US" sz="1700" spc="-10" dirty="0">
                <a:latin typeface="Times New Roman"/>
                <a:cs typeface="Times New Roman"/>
              </a:rPr>
              <a:t>W</a:t>
            </a:r>
            <a:r>
              <a:rPr lang="en-US" sz="1700" spc="-5" dirty="0">
                <a:latin typeface="Times New Roman"/>
                <a:cs typeface="Times New Roman"/>
              </a:rPr>
              <a:t>h</a:t>
            </a:r>
            <a:r>
              <a:rPr lang="en-US" sz="1700" dirty="0">
                <a:latin typeface="Times New Roman"/>
                <a:cs typeface="Times New Roman"/>
              </a:rPr>
              <a:t>i</a:t>
            </a:r>
            <a:r>
              <a:rPr lang="en-US" sz="1700" spc="-7" dirty="0">
                <a:latin typeface="Times New Roman"/>
                <a:cs typeface="Times New Roman"/>
              </a:rPr>
              <a:t>c</a:t>
            </a:r>
            <a:r>
              <a:rPr lang="en-US" sz="1700" dirty="0">
                <a:latin typeface="Times New Roman"/>
                <a:cs typeface="Times New Roman"/>
              </a:rPr>
              <a:t>h</a:t>
            </a:r>
            <a:r>
              <a:rPr lang="en-US" sz="1700" spc="-19" dirty="0">
                <a:latin typeface="Times New Roman"/>
                <a:cs typeface="Times New Roman"/>
              </a:rPr>
              <a:t> </a:t>
            </a:r>
            <a:r>
              <a:rPr lang="en-US" sz="1700" dirty="0">
                <a:latin typeface="Times New Roman"/>
                <a:cs typeface="Times New Roman"/>
              </a:rPr>
              <a:t>m</a:t>
            </a:r>
            <a:r>
              <a:rPr lang="en-US" sz="1700" spc="-7" dirty="0">
                <a:latin typeface="Times New Roman"/>
                <a:cs typeface="Times New Roman"/>
              </a:rPr>
              <a:t>ea</a:t>
            </a:r>
            <a:r>
              <a:rPr lang="en-US" sz="1700" dirty="0">
                <a:latin typeface="Times New Roman"/>
                <a:cs typeface="Times New Roman"/>
              </a:rPr>
              <a:t>ns</a:t>
            </a:r>
            <a:r>
              <a:rPr lang="en-US" sz="1700" spc="-17" dirty="0">
                <a:latin typeface="Times New Roman"/>
                <a:cs typeface="Times New Roman"/>
              </a:rPr>
              <a:t> </a:t>
            </a:r>
            <a:r>
              <a:rPr lang="en-US" sz="1700" spc="-2" dirty="0">
                <a:latin typeface="Times New Roman"/>
                <a:cs typeface="Times New Roman"/>
              </a:rPr>
              <a:t>that</a:t>
            </a:r>
            <a:r>
              <a:rPr lang="en-US" sz="1700" spc="-14"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 </a:t>
            </a:r>
            <a:r>
              <a:rPr lang="en-US" sz="1700" spc="-5" dirty="0">
                <a:latin typeface="Times New Roman"/>
                <a:cs typeface="Times New Roman"/>
              </a:rPr>
              <a:t>L3</a:t>
            </a:r>
            <a:r>
              <a:rPr lang="en-US" sz="1700" spc="-24" dirty="0">
                <a:latin typeface="Times New Roman"/>
                <a:cs typeface="Times New Roman"/>
              </a:rPr>
              <a:t> </a:t>
            </a:r>
            <a:r>
              <a:rPr lang="en-US" sz="1700" spc="-7" dirty="0">
                <a:latin typeface="Times New Roman"/>
                <a:cs typeface="Times New Roman"/>
              </a:rPr>
              <a:t>cac</a:t>
            </a:r>
            <a:r>
              <a:rPr lang="en-US" sz="1700" spc="-5" dirty="0">
                <a:latin typeface="Times New Roman"/>
                <a:cs typeface="Times New Roman"/>
              </a:rPr>
              <a:t>he</a:t>
            </a:r>
            <a:r>
              <a:rPr lang="en-US" sz="1700" spc="-22" dirty="0">
                <a:latin typeface="Times New Roman"/>
                <a:cs typeface="Times New Roman"/>
              </a:rPr>
              <a:t> </a:t>
            </a:r>
            <a:r>
              <a:rPr lang="en-US" sz="1700" spc="-7" dirty="0">
                <a:latin typeface="Times New Roman"/>
                <a:cs typeface="Times New Roman"/>
              </a:rPr>
              <a:t>ca</a:t>
            </a:r>
            <a:r>
              <a:rPr lang="en-US" sz="1700" dirty="0">
                <a:latin typeface="Times New Roman"/>
                <a:cs typeface="Times New Roman"/>
              </a:rPr>
              <a:t>n</a:t>
            </a:r>
            <a:r>
              <a:rPr lang="en-US" sz="1700" spc="-24" dirty="0">
                <a:latin typeface="Times New Roman"/>
                <a:cs typeface="Times New Roman"/>
              </a:rPr>
              <a:t> </a:t>
            </a:r>
            <a:r>
              <a:rPr lang="en-US" sz="1700" spc="-5" dirty="0">
                <a:latin typeface="Times New Roman"/>
                <a:cs typeface="Times New Roman"/>
              </a:rPr>
              <a:t>be</a:t>
            </a:r>
            <a:r>
              <a:rPr lang="en-US" sz="1700" spc="-22"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dd</a:t>
            </a:r>
            <a:r>
              <a:rPr lang="en-US" sz="1700" spc="-7" dirty="0">
                <a:latin typeface="Times New Roman"/>
                <a:cs typeface="Times New Roman"/>
              </a:rPr>
              <a:t>e</a:t>
            </a:r>
            <a:r>
              <a:rPr lang="en-US" sz="1700" dirty="0">
                <a:latin typeface="Times New Roman"/>
                <a:cs typeface="Times New Roman"/>
              </a:rPr>
              <a:t>d</a:t>
            </a:r>
            <a:r>
              <a:rPr lang="en-US" sz="1700" spc="-24" dirty="0">
                <a:latin typeface="Times New Roman"/>
                <a:cs typeface="Times New Roman"/>
              </a:rPr>
              <a:t> </a:t>
            </a:r>
            <a:r>
              <a:rPr lang="en-US" sz="1700" dirty="0">
                <a:latin typeface="Times New Roman"/>
                <a:cs typeface="Times New Roman"/>
              </a:rPr>
              <a:t>o</a:t>
            </a:r>
            <a:r>
              <a:rPr lang="en-US" sz="1700" spc="5" dirty="0">
                <a:latin typeface="Times New Roman"/>
                <a:cs typeface="Times New Roman"/>
              </a:rPr>
              <a:t>v</a:t>
            </a:r>
            <a:r>
              <a:rPr lang="en-US" sz="1700" spc="-7" dirty="0">
                <a:latin typeface="Times New Roman"/>
                <a:cs typeface="Times New Roman"/>
              </a:rPr>
              <a:t>e</a:t>
            </a:r>
            <a:r>
              <a:rPr lang="en-US" sz="1700" dirty="0">
                <a:latin typeface="Times New Roman"/>
                <a:cs typeface="Times New Roman"/>
              </a:rPr>
              <a:t>r</a:t>
            </a:r>
            <a:r>
              <a:rPr lang="en-US" sz="1700" spc="-26" dirty="0">
                <a:latin typeface="Times New Roman"/>
                <a:cs typeface="Times New Roman"/>
              </a:rPr>
              <a:t> </a:t>
            </a:r>
            <a:r>
              <a:rPr lang="en-US" sz="1700" spc="-2" dirty="0">
                <a:latin typeface="Times New Roman"/>
                <a:cs typeface="Times New Roman"/>
              </a:rPr>
              <a:t>the</a:t>
            </a:r>
            <a:r>
              <a:rPr lang="en-US" sz="1700" spc="-26" dirty="0">
                <a:latin typeface="Times New Roman"/>
                <a:cs typeface="Times New Roman"/>
              </a:rPr>
              <a:t> </a:t>
            </a:r>
            <a:r>
              <a:rPr lang="en-US" sz="1700" spc="-7" dirty="0">
                <a:latin typeface="Times New Roman"/>
                <a:cs typeface="Times New Roman"/>
              </a:rPr>
              <a:t>e</a:t>
            </a:r>
            <a:r>
              <a:rPr lang="en-US" sz="1700" spc="-2" dirty="0">
                <a:latin typeface="Times New Roman"/>
                <a:cs typeface="Times New Roman"/>
              </a:rPr>
              <a:t>xte</a:t>
            </a:r>
            <a:r>
              <a:rPr lang="en-US" sz="1700" spc="-7" dirty="0">
                <a:latin typeface="Times New Roman"/>
                <a:cs typeface="Times New Roman"/>
              </a:rPr>
              <a:t>r</a:t>
            </a:r>
            <a:r>
              <a:rPr lang="en-US" sz="1700" spc="5" dirty="0">
                <a:latin typeface="Times New Roman"/>
                <a:cs typeface="Times New Roman"/>
              </a:rPr>
              <a:t>n</a:t>
            </a:r>
            <a:r>
              <a:rPr lang="en-US" sz="1700" spc="-7" dirty="0">
                <a:latin typeface="Times New Roman"/>
                <a:cs typeface="Times New Roman"/>
              </a:rPr>
              <a:t>a</a:t>
            </a:r>
            <a:r>
              <a:rPr lang="en-US" sz="1700" spc="-2" dirty="0">
                <a:latin typeface="Times New Roman"/>
                <a:cs typeface="Times New Roman"/>
              </a:rPr>
              <a:t>l</a:t>
            </a:r>
            <a:r>
              <a:rPr lang="en-US" sz="1700" spc="-24" dirty="0">
                <a:latin typeface="Times New Roman"/>
                <a:cs typeface="Times New Roman"/>
              </a:rPr>
              <a:t> </a:t>
            </a:r>
            <a:r>
              <a:rPr lang="en-US" sz="1700" dirty="0">
                <a:latin typeface="Times New Roman"/>
                <a:cs typeface="Times New Roman"/>
              </a:rPr>
              <a:t>bus.</a:t>
            </a:r>
            <a:r>
              <a:rPr lang="en-US" sz="1700" spc="-24" dirty="0">
                <a:latin typeface="Times New Roman"/>
                <a:cs typeface="Times New Roman"/>
              </a:rPr>
              <a:t> </a:t>
            </a:r>
            <a:r>
              <a:rPr lang="en-US" sz="1700" spc="-2" dirty="0">
                <a:latin typeface="Times New Roman"/>
                <a:cs typeface="Times New Roman"/>
              </a:rPr>
              <a:t>Howe</a:t>
            </a:r>
            <a:r>
              <a:rPr lang="en-US" sz="1700" spc="-5" dirty="0">
                <a:latin typeface="Times New Roman"/>
                <a:cs typeface="Times New Roman"/>
              </a:rPr>
              <a:t>v</a:t>
            </a:r>
            <a:r>
              <a:rPr lang="en-US" sz="1700" spc="-7" dirty="0">
                <a:latin typeface="Times New Roman"/>
                <a:cs typeface="Times New Roman"/>
              </a:rPr>
              <a:t>e</a:t>
            </a:r>
            <a:r>
              <a:rPr lang="en-US" sz="1700" dirty="0">
                <a:latin typeface="Times New Roman"/>
                <a:cs typeface="Times New Roman"/>
              </a:rPr>
              <a:t>r,</a:t>
            </a:r>
            <a:r>
              <a:rPr lang="en-US" sz="1700" spc="-26" dirty="0">
                <a:latin typeface="Times New Roman"/>
                <a:cs typeface="Times New Roman"/>
              </a:rPr>
              <a:t> </a:t>
            </a:r>
            <a:r>
              <a:rPr lang="en-US" sz="1700" spc="-7" dirty="0">
                <a:latin typeface="Times New Roman"/>
                <a:cs typeface="Times New Roman"/>
              </a:rPr>
              <a:t>som</a:t>
            </a:r>
            <a:r>
              <a:rPr lang="en-US" sz="1700" spc="-5" dirty="0">
                <a:latin typeface="Times New Roman"/>
                <a:cs typeface="Times New Roman"/>
              </a:rPr>
              <a:t>e</a:t>
            </a:r>
            <a:r>
              <a:rPr lang="en-US" sz="1700" spc="-24" dirty="0">
                <a:latin typeface="Times New Roman"/>
                <a:cs typeface="Times New Roman"/>
              </a:rPr>
              <a:t> </a:t>
            </a:r>
            <a:r>
              <a:rPr lang="en-US" sz="1700" spc="-5" dirty="0">
                <a:latin typeface="Times New Roman"/>
                <a:cs typeface="Times New Roman"/>
              </a:rPr>
              <a:t>L3</a:t>
            </a:r>
            <a:r>
              <a:rPr lang="en-US" sz="1700" spc="-24"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a</a:t>
            </a:r>
            <a:r>
              <a:rPr lang="en-US" sz="1700" spc="-7" dirty="0">
                <a:latin typeface="Times New Roman"/>
                <a:cs typeface="Times New Roman"/>
              </a:rPr>
              <a:t>c</a:t>
            </a:r>
            <a:r>
              <a:rPr lang="en-US" sz="1700" spc="-5" dirty="0">
                <a:latin typeface="Times New Roman"/>
                <a:cs typeface="Times New Roman"/>
              </a:rPr>
              <a:t>h</a:t>
            </a:r>
            <a:r>
              <a:rPr lang="en-US" sz="1700" spc="-7" dirty="0">
                <a:latin typeface="Times New Roman"/>
                <a:cs typeface="Times New Roman"/>
              </a:rPr>
              <a:t>e</a:t>
            </a:r>
            <a:r>
              <a:rPr lang="en-US" sz="1700" dirty="0">
                <a:latin typeface="Times New Roman"/>
                <a:cs typeface="Times New Roman"/>
              </a:rPr>
              <a:t>s</a:t>
            </a:r>
            <a:r>
              <a:rPr lang="en-US" sz="1700" spc="-24" dirty="0">
                <a:latin typeface="Times New Roman"/>
                <a:cs typeface="Times New Roman"/>
              </a:rPr>
              <a:t> </a:t>
            </a:r>
            <a:r>
              <a:rPr lang="en-US" sz="1700" spc="-7" dirty="0">
                <a:latin typeface="Times New Roman"/>
                <a:cs typeface="Times New Roman"/>
              </a:rPr>
              <a:t>ca</a:t>
            </a:r>
            <a:r>
              <a:rPr lang="en-US" sz="1700" dirty="0">
                <a:latin typeface="Times New Roman"/>
                <a:cs typeface="Times New Roman"/>
              </a:rPr>
              <a:t>n</a:t>
            </a:r>
            <a:r>
              <a:rPr lang="en-US" sz="1700" spc="-19" dirty="0">
                <a:latin typeface="Times New Roman"/>
                <a:cs typeface="Times New Roman"/>
              </a:rPr>
              <a:t> </a:t>
            </a:r>
            <a:r>
              <a:rPr lang="en-US" sz="1700" spc="-5" dirty="0">
                <a:latin typeface="Times New Roman"/>
                <a:cs typeface="Times New Roman"/>
              </a:rPr>
              <a:t>be</a:t>
            </a:r>
            <a:r>
              <a:rPr lang="en-US" sz="1700" spc="-26" dirty="0">
                <a:latin typeface="Times New Roman"/>
                <a:cs typeface="Times New Roman"/>
              </a:rPr>
              <a:t> </a:t>
            </a:r>
            <a:r>
              <a:rPr lang="en-US" sz="1700" spc="-2" dirty="0">
                <a:latin typeface="Times New Roman"/>
                <a:cs typeface="Times New Roman"/>
              </a:rPr>
              <a:t>inst</a:t>
            </a:r>
            <a:r>
              <a:rPr lang="en-US" sz="1700" spc="-7" dirty="0">
                <a:latin typeface="Times New Roman"/>
                <a:cs typeface="Times New Roman"/>
              </a:rPr>
              <a:t>a</a:t>
            </a:r>
            <a:r>
              <a:rPr lang="en-US" sz="1700" spc="-2" dirty="0">
                <a:latin typeface="Times New Roman"/>
                <a:cs typeface="Times New Roman"/>
              </a:rPr>
              <a:t>ll</a:t>
            </a:r>
            <a:r>
              <a:rPr lang="en-US" sz="1700" spc="-7" dirty="0">
                <a:latin typeface="Times New Roman"/>
                <a:cs typeface="Times New Roman"/>
              </a:rPr>
              <a:t>e</a:t>
            </a:r>
            <a:r>
              <a:rPr lang="en-US" sz="1700" dirty="0">
                <a:latin typeface="Times New Roman"/>
                <a:cs typeface="Times New Roman"/>
              </a:rPr>
              <a:t>d on </a:t>
            </a:r>
            <a:r>
              <a:rPr lang="en-US" sz="1700" spc="-2" dirty="0">
                <a:latin typeface="Times New Roman"/>
                <a:cs typeface="Times New Roman"/>
              </a:rPr>
              <a:t>the </a:t>
            </a:r>
            <a:r>
              <a:rPr lang="en-US" sz="1700" spc="-5" dirty="0">
                <a:latin typeface="Times New Roman"/>
                <a:cs typeface="Times New Roman"/>
              </a:rPr>
              <a:t>mic</a:t>
            </a:r>
            <a:r>
              <a:rPr lang="en-US" sz="1700" spc="-7" dirty="0">
                <a:latin typeface="Times New Roman"/>
                <a:cs typeface="Times New Roman"/>
              </a:rPr>
              <a:t>r</a:t>
            </a:r>
            <a:r>
              <a:rPr lang="en-US" sz="1700" spc="-5" dirty="0">
                <a:latin typeface="Times New Roman"/>
                <a:cs typeface="Times New Roman"/>
              </a:rPr>
              <a:t>oproc</a:t>
            </a:r>
            <a:r>
              <a:rPr lang="en-US" sz="1700" spc="-7" dirty="0">
                <a:latin typeface="Times New Roman"/>
                <a:cs typeface="Times New Roman"/>
              </a:rPr>
              <a:t>e</a:t>
            </a:r>
            <a:r>
              <a:rPr lang="en-US" sz="1700" spc="-2" dirty="0">
                <a:latin typeface="Times New Roman"/>
                <a:cs typeface="Times New Roman"/>
              </a:rPr>
              <a:t>sso</a:t>
            </a:r>
            <a:r>
              <a:rPr lang="en-US" sz="1700" dirty="0">
                <a:latin typeface="Times New Roman"/>
                <a:cs typeface="Times New Roman"/>
              </a:rPr>
              <a:t>r </a:t>
            </a:r>
            <a:r>
              <a:rPr lang="en-US" sz="1700" spc="-10" dirty="0">
                <a:latin typeface="Times New Roman"/>
                <a:cs typeface="Times New Roman"/>
              </a:rPr>
              <a:t>a</a:t>
            </a:r>
            <a:r>
              <a:rPr lang="en-US" sz="1700" dirty="0">
                <a:latin typeface="Times New Roman"/>
                <a:cs typeface="Times New Roman"/>
              </a:rPr>
              <a:t>s</a:t>
            </a:r>
            <a:r>
              <a:rPr lang="en-US" sz="1700" spc="5" dirty="0">
                <a:latin typeface="Times New Roman"/>
                <a:cs typeface="Times New Roman"/>
              </a:rPr>
              <a:t> </a:t>
            </a:r>
            <a:r>
              <a:rPr lang="en-US" sz="1700" spc="-2" dirty="0">
                <a:latin typeface="Times New Roman"/>
                <a:cs typeface="Times New Roman"/>
              </a:rPr>
              <a:t>w</a:t>
            </a:r>
            <a:r>
              <a:rPr lang="en-US" sz="1700" spc="-5" dirty="0">
                <a:latin typeface="Times New Roman"/>
                <a:cs typeface="Times New Roman"/>
              </a:rPr>
              <a:t>e</a:t>
            </a:r>
            <a:r>
              <a:rPr lang="en-US" sz="1700" spc="-2" dirty="0">
                <a:latin typeface="Times New Roman"/>
                <a:cs typeface="Times New Roman"/>
              </a:rPr>
              <a:t>ll</a:t>
            </a:r>
            <a:r>
              <a:rPr lang="en-US" sz="1700" dirty="0">
                <a:latin typeface="Times New Roman"/>
                <a:cs typeface="Times New Roman"/>
              </a:rPr>
              <a:t>.</a:t>
            </a:r>
          </a:p>
          <a:p>
            <a:pPr marL="225716" indent="-109651">
              <a:spcBef>
                <a:spcPts val="19"/>
              </a:spcBef>
              <a:buFont typeface="Symbol"/>
              <a:buChar char=""/>
              <a:tabLst>
                <a:tab pos="226022" algn="l"/>
              </a:tabLst>
            </a:pPr>
            <a:r>
              <a:rPr lang="en-US" sz="1700" spc="-10" dirty="0">
                <a:latin typeface="Times New Roman"/>
                <a:cs typeface="Times New Roman"/>
              </a:rPr>
              <a:t>I</a:t>
            </a:r>
            <a:r>
              <a:rPr lang="en-US" sz="1700" dirty="0">
                <a:latin typeface="Times New Roman"/>
                <a:cs typeface="Times New Roman"/>
              </a:rPr>
              <a:t>n</a:t>
            </a:r>
            <a:r>
              <a:rPr lang="en-US" sz="1700" spc="5"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ll</a:t>
            </a:r>
            <a:r>
              <a:rPr lang="en-US" sz="1700" dirty="0">
                <a:latin typeface="Times New Roman"/>
                <a:cs typeface="Times New Roman"/>
              </a:rPr>
              <a:t> of </a:t>
            </a:r>
            <a:r>
              <a:rPr lang="en-US" sz="1700" spc="-2" dirty="0">
                <a:latin typeface="Times New Roman"/>
                <a:cs typeface="Times New Roman"/>
              </a:rPr>
              <a:t>th</a:t>
            </a:r>
            <a:r>
              <a:rPr lang="en-US" sz="1700" spc="-10" dirty="0">
                <a:latin typeface="Times New Roman"/>
                <a:cs typeface="Times New Roman"/>
              </a:rPr>
              <a:t>e</a:t>
            </a:r>
            <a:r>
              <a:rPr lang="en-US" sz="1700" spc="-2" dirty="0">
                <a:latin typeface="Times New Roman"/>
                <a:cs typeface="Times New Roman"/>
              </a:rPr>
              <a:t>s</a:t>
            </a:r>
            <a:r>
              <a:rPr lang="en-US" sz="1700" dirty="0">
                <a:latin typeface="Times New Roman"/>
                <a:cs typeface="Times New Roman"/>
              </a:rPr>
              <a:t>e</a:t>
            </a:r>
            <a:r>
              <a:rPr lang="en-US" sz="1700" spc="-2" dirty="0">
                <a:latin typeface="Times New Roman"/>
                <a:cs typeface="Times New Roman"/>
              </a:rPr>
              <a:t> c</a:t>
            </a:r>
            <a:r>
              <a:rPr lang="en-US" sz="1700" spc="-7" dirty="0">
                <a:latin typeface="Times New Roman"/>
                <a:cs typeface="Times New Roman"/>
              </a:rPr>
              <a:t>a</a:t>
            </a:r>
            <a:r>
              <a:rPr lang="en-US" sz="1700" spc="-2" dirty="0">
                <a:latin typeface="Times New Roman"/>
                <a:cs typeface="Times New Roman"/>
              </a:rPr>
              <a:t>se</a:t>
            </a:r>
            <a:r>
              <a:rPr lang="en-US" sz="1700" dirty="0">
                <a:latin typeface="Times New Roman"/>
                <a:cs typeface="Times New Roman"/>
              </a:rPr>
              <a:t>s</a:t>
            </a:r>
            <a:r>
              <a:rPr lang="en-US" sz="1700" spc="-2" dirty="0">
                <a:latin typeface="Times New Roman"/>
                <a:cs typeface="Times New Roman"/>
              </a:rPr>
              <a:t> there</a:t>
            </a:r>
            <a:r>
              <a:rPr lang="en-US" sz="1700" dirty="0">
                <a:latin typeface="Times New Roman"/>
                <a:cs typeface="Times New Roman"/>
              </a:rPr>
              <a:t> </a:t>
            </a:r>
            <a:r>
              <a:rPr lang="en-US" sz="1700" spc="-2" dirty="0">
                <a:latin typeface="Times New Roman"/>
                <a:cs typeface="Times New Roman"/>
              </a:rPr>
              <a:t>is </a:t>
            </a:r>
            <a:r>
              <a:rPr lang="en-US" sz="1700" spc="-5" dirty="0">
                <a:latin typeface="Times New Roman"/>
                <a:cs typeface="Times New Roman"/>
              </a:rPr>
              <a:t>a</a:t>
            </a:r>
            <a:r>
              <a:rPr lang="en-US" sz="1700" dirty="0">
                <a:latin typeface="Times New Roman"/>
                <a:cs typeface="Times New Roman"/>
              </a:rPr>
              <a:t> </a:t>
            </a:r>
            <a:r>
              <a:rPr lang="en-US" sz="1700" spc="-5" dirty="0">
                <a:latin typeface="Times New Roman"/>
                <a:cs typeface="Times New Roman"/>
              </a:rPr>
              <a:t>p</a:t>
            </a:r>
            <a:r>
              <a:rPr lang="en-US" sz="1700" spc="-10" dirty="0">
                <a:latin typeface="Times New Roman"/>
                <a:cs typeface="Times New Roman"/>
              </a:rPr>
              <a:t>e</a:t>
            </a:r>
            <a:r>
              <a:rPr lang="en-US" sz="1700" dirty="0">
                <a:latin typeface="Times New Roman"/>
                <a:cs typeface="Times New Roman"/>
              </a:rPr>
              <a:t>r</a:t>
            </a:r>
            <a:r>
              <a:rPr lang="en-US" sz="1700" spc="-5" dirty="0">
                <a:latin typeface="Times New Roman"/>
                <a:cs typeface="Times New Roman"/>
              </a:rPr>
              <a:t>f</a:t>
            </a:r>
            <a:r>
              <a:rPr lang="en-US" sz="1700" spc="-2" dirty="0">
                <a:latin typeface="Times New Roman"/>
                <a:cs typeface="Times New Roman"/>
              </a:rPr>
              <a:t>orm</a:t>
            </a:r>
            <a:r>
              <a:rPr lang="en-US" sz="1700" spc="-7" dirty="0">
                <a:latin typeface="Times New Roman"/>
                <a:cs typeface="Times New Roman"/>
              </a:rPr>
              <a:t>a</a:t>
            </a:r>
            <a:r>
              <a:rPr lang="en-US" sz="1700" spc="-5" dirty="0">
                <a:latin typeface="Times New Roman"/>
                <a:cs typeface="Times New Roman"/>
              </a:rPr>
              <a:t>n</a:t>
            </a:r>
            <a:r>
              <a:rPr lang="en-US" sz="1700" spc="-7" dirty="0">
                <a:latin typeface="Times New Roman"/>
                <a:cs typeface="Times New Roman"/>
              </a:rPr>
              <a:t>c</a:t>
            </a:r>
            <a:r>
              <a:rPr lang="en-US" sz="1700" spc="-5" dirty="0">
                <a:latin typeface="Times New Roman"/>
                <a:cs typeface="Times New Roman"/>
              </a:rPr>
              <a:t>e</a:t>
            </a:r>
            <a:r>
              <a:rPr lang="en-US" sz="1700" spc="2" dirty="0">
                <a:latin typeface="Times New Roman"/>
                <a:cs typeface="Times New Roman"/>
              </a:rPr>
              <a:t> </a:t>
            </a:r>
            <a:r>
              <a:rPr lang="en-US" sz="1700" spc="-7" dirty="0">
                <a:latin typeface="Times New Roman"/>
                <a:cs typeface="Times New Roman"/>
              </a:rPr>
              <a:t>a</a:t>
            </a:r>
            <a:r>
              <a:rPr lang="en-US" sz="1700" spc="-5" dirty="0">
                <a:latin typeface="Times New Roman"/>
                <a:cs typeface="Times New Roman"/>
              </a:rPr>
              <a:t>dv</a:t>
            </a:r>
            <a:r>
              <a:rPr lang="en-US" sz="1700" spc="-7" dirty="0">
                <a:latin typeface="Times New Roman"/>
                <a:cs typeface="Times New Roman"/>
              </a:rPr>
              <a:t>a</a:t>
            </a:r>
            <a:r>
              <a:rPr lang="en-US" sz="1700" spc="-5" dirty="0">
                <a:latin typeface="Times New Roman"/>
                <a:cs typeface="Times New Roman"/>
              </a:rPr>
              <a:t>n</a:t>
            </a:r>
            <a:r>
              <a:rPr lang="en-US" sz="1700" dirty="0">
                <a:latin typeface="Times New Roman"/>
                <a:cs typeface="Times New Roman"/>
              </a:rPr>
              <a:t>t</a:t>
            </a:r>
            <a:r>
              <a:rPr lang="en-US" sz="1700" spc="-7" dirty="0">
                <a:latin typeface="Times New Roman"/>
                <a:cs typeface="Times New Roman"/>
              </a:rPr>
              <a:t>a</a:t>
            </a:r>
            <a:r>
              <a:rPr lang="en-US" sz="1700" spc="-5" dirty="0">
                <a:latin typeface="Times New Roman"/>
                <a:cs typeface="Times New Roman"/>
              </a:rPr>
              <a:t>ge</a:t>
            </a:r>
            <a:r>
              <a:rPr lang="en-US" sz="1700" spc="-2" dirty="0">
                <a:latin typeface="Times New Roman"/>
                <a:cs typeface="Times New Roman"/>
              </a:rPr>
              <a:t> to </a:t>
            </a:r>
            <a:r>
              <a:rPr lang="en-US" sz="1700" spc="-5" dirty="0">
                <a:latin typeface="Times New Roman"/>
                <a:cs typeface="Times New Roman"/>
              </a:rPr>
              <a:t>adding</a:t>
            </a:r>
            <a:r>
              <a:rPr lang="en-US" sz="1700" spc="-2" dirty="0">
                <a:latin typeface="Times New Roman"/>
                <a:cs typeface="Times New Roman"/>
              </a:rPr>
              <a:t> </a:t>
            </a:r>
            <a:r>
              <a:rPr lang="en-US" sz="1700" spc="-5" dirty="0">
                <a:latin typeface="Times New Roman"/>
                <a:cs typeface="Times New Roman"/>
              </a:rPr>
              <a:t>a</a:t>
            </a:r>
            <a:r>
              <a:rPr lang="en-US" sz="1700" spc="-2" dirty="0">
                <a:latin typeface="Times New Roman"/>
                <a:cs typeface="Times New Roman"/>
              </a:rPr>
              <a:t> thi</a:t>
            </a:r>
            <a:r>
              <a:rPr lang="en-US" sz="1700" dirty="0">
                <a:latin typeface="Times New Roman"/>
                <a:cs typeface="Times New Roman"/>
              </a:rPr>
              <a:t>rd </a:t>
            </a:r>
            <a:r>
              <a:rPr lang="en-US" sz="1700" spc="-2" dirty="0">
                <a:latin typeface="Times New Roman"/>
                <a:cs typeface="Times New Roman"/>
              </a:rPr>
              <a:t>l</a:t>
            </a:r>
            <a:r>
              <a:rPr lang="en-US" sz="1700" spc="-10" dirty="0">
                <a:latin typeface="Times New Roman"/>
                <a:cs typeface="Times New Roman"/>
              </a:rPr>
              <a:t>e</a:t>
            </a:r>
            <a:r>
              <a:rPr lang="en-US" sz="1700" spc="5" dirty="0">
                <a:latin typeface="Times New Roman"/>
                <a:cs typeface="Times New Roman"/>
              </a:rPr>
              <a:t>v</a:t>
            </a:r>
            <a:r>
              <a:rPr lang="en-US" sz="1700" spc="-2" dirty="0">
                <a:latin typeface="Times New Roman"/>
                <a:cs typeface="Times New Roman"/>
              </a:rPr>
              <a:t>el</a:t>
            </a:r>
            <a:r>
              <a:rPr lang="en-US" sz="1700" dirty="0">
                <a:latin typeface="Times New Roman"/>
                <a:cs typeface="Times New Roman"/>
              </a:rPr>
              <a:t> </a:t>
            </a:r>
            <a:r>
              <a:rPr lang="en-US" sz="1700" spc="-5" dirty="0">
                <a:latin typeface="Times New Roman"/>
                <a:cs typeface="Times New Roman"/>
              </a:rPr>
              <a:t>c</a:t>
            </a:r>
            <a:r>
              <a:rPr lang="en-US" sz="1700" spc="-10" dirty="0">
                <a:latin typeface="Times New Roman"/>
                <a:cs typeface="Times New Roman"/>
              </a:rPr>
              <a:t>a</a:t>
            </a:r>
            <a:r>
              <a:rPr lang="en-US" sz="1700" spc="-7" dirty="0">
                <a:latin typeface="Times New Roman"/>
                <a:cs typeface="Times New Roman"/>
              </a:rPr>
              <a:t>c</a:t>
            </a:r>
            <a:r>
              <a:rPr lang="en-US" sz="1700" spc="-5" dirty="0">
                <a:latin typeface="Times New Roman"/>
                <a:cs typeface="Times New Roman"/>
              </a:rPr>
              <a:t>h</a:t>
            </a:r>
            <a:r>
              <a:rPr lang="en-US" sz="1700" spc="-7" dirty="0">
                <a:latin typeface="Times New Roman"/>
                <a:cs typeface="Times New Roman"/>
              </a:rPr>
              <a:t>e</a:t>
            </a:r>
            <a:r>
              <a:rPr lang="en-US" sz="1700" dirty="0">
                <a:latin typeface="Times New Roman"/>
                <a:cs typeface="Times New Roman"/>
              </a:rPr>
              <a:t>.</a:t>
            </a:r>
          </a:p>
          <a:p>
            <a:endParaRPr lang="en-US" sz="1700" dirty="0">
              <a:latin typeface="Times New Roman"/>
              <a:cs typeface="Times New Roman"/>
            </a:endParaRPr>
          </a:p>
          <a:p>
            <a:pPr marL="6109" marR="2443" algn="just"/>
            <a:r>
              <a:rPr lang="en-US" sz="1700" b="1" spc="-2" dirty="0">
                <a:latin typeface="Times New Roman"/>
                <a:cs typeface="Times New Roman"/>
              </a:rPr>
              <a:t>Un</a:t>
            </a:r>
            <a:r>
              <a:rPr lang="en-US" sz="1700" b="1" dirty="0">
                <a:latin typeface="Times New Roman"/>
                <a:cs typeface="Times New Roman"/>
              </a:rPr>
              <a:t>i</a:t>
            </a:r>
            <a:r>
              <a:rPr lang="en-US" sz="1700" b="1" spc="-2" dirty="0">
                <a:latin typeface="Times New Roman"/>
                <a:cs typeface="Times New Roman"/>
              </a:rPr>
              <a:t>fi</a:t>
            </a:r>
            <a:r>
              <a:rPr lang="en-US" sz="1700" b="1" spc="-10" dirty="0">
                <a:latin typeface="Times New Roman"/>
                <a:cs typeface="Times New Roman"/>
              </a:rPr>
              <a:t>e</a:t>
            </a:r>
            <a:r>
              <a:rPr lang="en-US" sz="1700" b="1" dirty="0">
                <a:latin typeface="Times New Roman"/>
                <a:cs typeface="Times New Roman"/>
              </a:rPr>
              <a:t>d </a:t>
            </a:r>
            <a:r>
              <a:rPr lang="en-US" sz="1700" b="1" spc="7" dirty="0">
                <a:latin typeface="Times New Roman"/>
                <a:cs typeface="Times New Roman"/>
              </a:rPr>
              <a:t> </a:t>
            </a:r>
            <a:r>
              <a:rPr lang="en-US" sz="1700" dirty="0">
                <a:latin typeface="Times New Roman"/>
                <a:cs typeface="Times New Roman"/>
              </a:rPr>
              <a:t>(</a:t>
            </a:r>
            <a:r>
              <a:rPr lang="en-US" sz="1700" spc="-5" dirty="0">
                <a:latin typeface="Times New Roman"/>
                <a:cs typeface="Times New Roman"/>
              </a:rPr>
              <a:t>One</a:t>
            </a:r>
            <a:r>
              <a:rPr lang="en-US" sz="1700" dirty="0">
                <a:latin typeface="Times New Roman"/>
                <a:cs typeface="Times New Roman"/>
              </a:rPr>
              <a:t> </a:t>
            </a:r>
            <a:r>
              <a:rPr lang="en-US" sz="1700" spc="2" dirty="0">
                <a:latin typeface="Times New Roman"/>
                <a:cs typeface="Times New Roman"/>
              </a:rPr>
              <a:t> </a:t>
            </a:r>
            <a:r>
              <a:rPr lang="en-US" sz="1700" spc="-7" dirty="0">
                <a:latin typeface="Times New Roman"/>
                <a:cs typeface="Times New Roman"/>
              </a:rPr>
              <a:t>cac</a:t>
            </a:r>
            <a:r>
              <a:rPr lang="en-US" sz="1700" spc="-5" dirty="0">
                <a:latin typeface="Times New Roman"/>
                <a:cs typeface="Times New Roman"/>
              </a:rPr>
              <a:t>he</a:t>
            </a:r>
            <a:r>
              <a:rPr lang="en-US" sz="1700" dirty="0">
                <a:latin typeface="Times New Roman"/>
                <a:cs typeface="Times New Roman"/>
              </a:rPr>
              <a:t> </a:t>
            </a:r>
            <a:r>
              <a:rPr lang="en-US" sz="1700" spc="2" dirty="0">
                <a:latin typeface="Times New Roman"/>
                <a:cs typeface="Times New Roman"/>
              </a:rPr>
              <a:t> </a:t>
            </a:r>
            <a:r>
              <a:rPr lang="en-US" sz="1700" dirty="0">
                <a:latin typeface="Times New Roman"/>
                <a:cs typeface="Times New Roman"/>
              </a:rPr>
              <a:t>f</a:t>
            </a:r>
            <a:r>
              <a:rPr lang="en-US" sz="1700" spc="2" dirty="0">
                <a:latin typeface="Times New Roman"/>
                <a:cs typeface="Times New Roman"/>
              </a:rPr>
              <a:t>o</a:t>
            </a:r>
            <a:r>
              <a:rPr lang="en-US" sz="1700" dirty="0">
                <a:latin typeface="Times New Roman"/>
                <a:cs typeface="Times New Roman"/>
              </a:rPr>
              <a:t>r </a:t>
            </a:r>
            <a:r>
              <a:rPr lang="en-US" sz="1700" spc="7" dirty="0">
                <a:latin typeface="Times New Roman"/>
                <a:cs typeface="Times New Roman"/>
              </a:rPr>
              <a:t> </a:t>
            </a:r>
            <a:r>
              <a:rPr lang="en-US" sz="1700" spc="-5" dirty="0">
                <a:latin typeface="Times New Roman"/>
                <a:cs typeface="Times New Roman"/>
              </a:rPr>
              <a:t>d</a:t>
            </a:r>
            <a:r>
              <a:rPr lang="en-US" sz="1700" spc="-7" dirty="0">
                <a:latin typeface="Times New Roman"/>
                <a:cs typeface="Times New Roman"/>
              </a:rPr>
              <a:t>a</a:t>
            </a:r>
            <a:r>
              <a:rPr lang="en-US" sz="1700" spc="-2" dirty="0">
                <a:latin typeface="Times New Roman"/>
                <a:cs typeface="Times New Roman"/>
              </a:rPr>
              <a:t>ta</a:t>
            </a:r>
            <a:r>
              <a:rPr lang="en-US" sz="1700" dirty="0">
                <a:latin typeface="Times New Roman"/>
                <a:cs typeface="Times New Roman"/>
              </a:rPr>
              <a:t> </a:t>
            </a:r>
            <a:r>
              <a:rPr lang="en-US" sz="1700" spc="2"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 </a:t>
            </a:r>
            <a:r>
              <a:rPr lang="en-US" sz="1700" spc="5" dirty="0">
                <a:latin typeface="Times New Roman"/>
                <a:cs typeface="Times New Roman"/>
              </a:rPr>
              <a:t> </a:t>
            </a:r>
            <a:r>
              <a:rPr lang="en-US" sz="1700" spc="-2" dirty="0">
                <a:latin typeface="Times New Roman"/>
                <a:cs typeface="Times New Roman"/>
              </a:rPr>
              <a:t>instru</a:t>
            </a:r>
            <a:r>
              <a:rPr lang="en-US" sz="1700" spc="-10" dirty="0">
                <a:latin typeface="Times New Roman"/>
                <a:cs typeface="Times New Roman"/>
              </a:rPr>
              <a:t>c</a:t>
            </a:r>
            <a:r>
              <a:rPr lang="en-US" sz="1700" spc="-2" dirty="0">
                <a:latin typeface="Times New Roman"/>
                <a:cs typeface="Times New Roman"/>
              </a:rPr>
              <a:t>ti</a:t>
            </a:r>
            <a:r>
              <a:rPr lang="en-US" sz="1700" dirty="0">
                <a:latin typeface="Times New Roman"/>
                <a:cs typeface="Times New Roman"/>
              </a:rPr>
              <a:t>ons) </a:t>
            </a:r>
            <a:r>
              <a:rPr lang="en-US" sz="1700" spc="-2" dirty="0">
                <a:latin typeface="Times New Roman"/>
                <a:cs typeface="Times New Roman"/>
              </a:rPr>
              <a:t> </a:t>
            </a:r>
            <a:r>
              <a:rPr lang="en-US" sz="1700" dirty="0">
                <a:latin typeface="Times New Roman"/>
                <a:cs typeface="Times New Roman"/>
              </a:rPr>
              <a:t>vs </a:t>
            </a:r>
            <a:r>
              <a:rPr lang="en-US" sz="1700" spc="14" dirty="0">
                <a:latin typeface="Times New Roman"/>
                <a:cs typeface="Times New Roman"/>
              </a:rPr>
              <a:t> </a:t>
            </a:r>
            <a:r>
              <a:rPr lang="en-US" sz="1700" b="1" dirty="0">
                <a:latin typeface="Times New Roman"/>
                <a:cs typeface="Times New Roman"/>
              </a:rPr>
              <a:t>Sp</a:t>
            </a:r>
            <a:r>
              <a:rPr lang="en-US" sz="1700" b="1" spc="-7" dirty="0">
                <a:latin typeface="Times New Roman"/>
                <a:cs typeface="Times New Roman"/>
              </a:rPr>
              <a:t>l</a:t>
            </a:r>
            <a:r>
              <a:rPr lang="en-US" sz="1700" b="1" spc="-2" dirty="0">
                <a:latin typeface="Times New Roman"/>
                <a:cs typeface="Times New Roman"/>
              </a:rPr>
              <a:t>it</a:t>
            </a:r>
            <a:r>
              <a:rPr lang="en-US" sz="1700" b="1" dirty="0">
                <a:latin typeface="Times New Roman"/>
                <a:cs typeface="Times New Roman"/>
              </a:rPr>
              <a:t> </a:t>
            </a:r>
            <a:r>
              <a:rPr lang="en-US" sz="1700" b="1" spc="5" dirty="0">
                <a:latin typeface="Times New Roman"/>
                <a:cs typeface="Times New Roman"/>
              </a:rPr>
              <a:t> </a:t>
            </a:r>
            <a:r>
              <a:rPr lang="en-US" sz="1700" dirty="0">
                <a:latin typeface="Times New Roman"/>
                <a:cs typeface="Times New Roman"/>
              </a:rPr>
              <a:t>(t</a:t>
            </a:r>
            <a:r>
              <a:rPr lang="en-US" sz="1700" spc="-2" dirty="0">
                <a:latin typeface="Times New Roman"/>
                <a:cs typeface="Times New Roman"/>
              </a:rPr>
              <a:t>w</a:t>
            </a:r>
            <a:r>
              <a:rPr lang="en-US" sz="1700" dirty="0">
                <a:latin typeface="Times New Roman"/>
                <a:cs typeface="Times New Roman"/>
              </a:rPr>
              <a:t>o, </a:t>
            </a:r>
            <a:r>
              <a:rPr lang="en-US" sz="1700" spc="5" dirty="0">
                <a:latin typeface="Times New Roman"/>
                <a:cs typeface="Times New Roman"/>
              </a:rPr>
              <a:t> </a:t>
            </a:r>
            <a:r>
              <a:rPr lang="en-US" sz="1700" spc="-5" dirty="0">
                <a:latin typeface="Times New Roman"/>
                <a:cs typeface="Times New Roman"/>
              </a:rPr>
              <a:t>one</a:t>
            </a:r>
            <a:r>
              <a:rPr lang="en-US" sz="1700" dirty="0">
                <a:latin typeface="Times New Roman"/>
                <a:cs typeface="Times New Roman"/>
              </a:rPr>
              <a:t> </a:t>
            </a:r>
            <a:r>
              <a:rPr lang="en-US" sz="1700" spc="2" dirty="0">
                <a:latin typeface="Times New Roman"/>
                <a:cs typeface="Times New Roman"/>
              </a:rPr>
              <a:t> </a:t>
            </a:r>
            <a:r>
              <a:rPr lang="en-US" sz="1700" dirty="0">
                <a:latin typeface="Times New Roman"/>
                <a:cs typeface="Times New Roman"/>
              </a:rPr>
              <a:t>for </a:t>
            </a:r>
            <a:r>
              <a:rPr lang="en-US" sz="1700" spc="-5" dirty="0">
                <a:latin typeface="Times New Roman"/>
                <a:cs typeface="Times New Roman"/>
              </a:rPr>
              <a:t> d</a:t>
            </a:r>
            <a:r>
              <a:rPr lang="en-US" sz="1700" spc="-7" dirty="0">
                <a:latin typeface="Times New Roman"/>
                <a:cs typeface="Times New Roman"/>
              </a:rPr>
              <a:t>a</a:t>
            </a:r>
            <a:r>
              <a:rPr lang="en-US" sz="1700" spc="-2" dirty="0">
                <a:latin typeface="Times New Roman"/>
                <a:cs typeface="Times New Roman"/>
              </a:rPr>
              <a:t>ta</a:t>
            </a:r>
            <a:r>
              <a:rPr lang="en-US" sz="1700" dirty="0">
                <a:latin typeface="Times New Roman"/>
                <a:cs typeface="Times New Roman"/>
              </a:rPr>
              <a:t> </a:t>
            </a:r>
            <a:r>
              <a:rPr lang="en-US" sz="1700" spc="2"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 </a:t>
            </a:r>
            <a:r>
              <a:rPr lang="en-US" sz="1700" spc="5" dirty="0">
                <a:latin typeface="Times New Roman"/>
                <a:cs typeface="Times New Roman"/>
              </a:rPr>
              <a:t> </a:t>
            </a:r>
            <a:r>
              <a:rPr lang="en-US" sz="1700" spc="-5" dirty="0">
                <a:latin typeface="Times New Roman"/>
                <a:cs typeface="Times New Roman"/>
              </a:rPr>
              <a:t>one</a:t>
            </a:r>
            <a:r>
              <a:rPr lang="en-US" sz="1700" dirty="0">
                <a:latin typeface="Times New Roman"/>
                <a:cs typeface="Times New Roman"/>
              </a:rPr>
              <a:t> </a:t>
            </a:r>
            <a:r>
              <a:rPr lang="en-US" sz="1700" spc="2" dirty="0">
                <a:latin typeface="Times New Roman"/>
                <a:cs typeface="Times New Roman"/>
              </a:rPr>
              <a:t> </a:t>
            </a:r>
            <a:r>
              <a:rPr lang="en-US" sz="1700" dirty="0">
                <a:latin typeface="Times New Roman"/>
                <a:cs typeface="Times New Roman"/>
              </a:rPr>
              <a:t>for </a:t>
            </a:r>
            <a:r>
              <a:rPr lang="en-US" sz="1700" spc="-2" dirty="0">
                <a:latin typeface="Times New Roman"/>
                <a:cs typeface="Times New Roman"/>
              </a:rPr>
              <a:t>instru</a:t>
            </a:r>
            <a:r>
              <a:rPr lang="en-US" sz="1700" spc="-10" dirty="0">
                <a:latin typeface="Times New Roman"/>
                <a:cs typeface="Times New Roman"/>
              </a:rPr>
              <a:t>c</a:t>
            </a:r>
            <a:r>
              <a:rPr lang="en-US" sz="1700" spc="-2" dirty="0">
                <a:latin typeface="Times New Roman"/>
                <a:cs typeface="Times New Roman"/>
              </a:rPr>
              <a:t>ti</a:t>
            </a:r>
            <a:r>
              <a:rPr lang="en-US" sz="1700" dirty="0">
                <a:latin typeface="Times New Roman"/>
                <a:cs typeface="Times New Roman"/>
              </a:rPr>
              <a:t>ons)</a:t>
            </a:r>
          </a:p>
          <a:p>
            <a:pPr marL="6109" marR="2443" algn="just">
              <a:spcBef>
                <a:spcPts val="385"/>
              </a:spcBef>
            </a:pPr>
            <a:r>
              <a:rPr lang="en-US" sz="1700" spc="-5" dirty="0">
                <a:latin typeface="Times New Roman"/>
                <a:cs typeface="Times New Roman"/>
              </a:rPr>
              <a:t>Th</a:t>
            </a:r>
            <a:r>
              <a:rPr lang="en-US" sz="1700" spc="-10" dirty="0">
                <a:latin typeface="Times New Roman"/>
                <a:cs typeface="Times New Roman"/>
              </a:rPr>
              <a:t>e</a:t>
            </a:r>
            <a:r>
              <a:rPr lang="en-US" sz="1700" spc="-2" dirty="0">
                <a:latin typeface="Times New Roman"/>
                <a:cs typeface="Times New Roman"/>
              </a:rPr>
              <a:t>s</a:t>
            </a:r>
            <a:r>
              <a:rPr lang="en-US" sz="1700" dirty="0">
                <a:latin typeface="Times New Roman"/>
                <a:cs typeface="Times New Roman"/>
              </a:rPr>
              <a:t>e</a:t>
            </a:r>
            <a:r>
              <a:rPr lang="en-US" sz="1700" spc="-10" dirty="0">
                <a:latin typeface="Times New Roman"/>
                <a:cs typeface="Times New Roman"/>
              </a:rPr>
              <a:t> </a:t>
            </a:r>
            <a:r>
              <a:rPr lang="en-US" sz="1700" dirty="0">
                <a:latin typeface="Times New Roman"/>
                <a:cs typeface="Times New Roman"/>
              </a:rPr>
              <a:t>two</a:t>
            </a:r>
            <a:r>
              <a:rPr lang="en-US" sz="1700" spc="-2"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a</a:t>
            </a:r>
            <a:r>
              <a:rPr lang="en-US" sz="1700" spc="-7" dirty="0">
                <a:latin typeface="Times New Roman"/>
                <a:cs typeface="Times New Roman"/>
              </a:rPr>
              <a:t>c</a:t>
            </a:r>
            <a:r>
              <a:rPr lang="en-US" sz="1700" spc="-5" dirty="0">
                <a:latin typeface="Times New Roman"/>
                <a:cs typeface="Times New Roman"/>
              </a:rPr>
              <a:t>h</a:t>
            </a:r>
            <a:r>
              <a:rPr lang="en-US" sz="1700" spc="-7" dirty="0">
                <a:latin typeface="Times New Roman"/>
                <a:cs typeface="Times New Roman"/>
              </a:rPr>
              <a:t>e</a:t>
            </a:r>
            <a:r>
              <a:rPr lang="en-US" sz="1700" dirty="0">
                <a:latin typeface="Times New Roman"/>
                <a:cs typeface="Times New Roman"/>
              </a:rPr>
              <a:t>s</a:t>
            </a:r>
            <a:r>
              <a:rPr lang="en-US" sz="1700" spc="-7" dirty="0">
                <a:latin typeface="Times New Roman"/>
                <a:cs typeface="Times New Roman"/>
              </a:rPr>
              <a:t> </a:t>
            </a:r>
            <a:r>
              <a:rPr lang="en-US" sz="1700" spc="-5" dirty="0">
                <a:latin typeface="Times New Roman"/>
                <a:cs typeface="Times New Roman"/>
              </a:rPr>
              <a:t>both</a:t>
            </a:r>
            <a:r>
              <a:rPr lang="en-US" sz="1700" dirty="0">
                <a:latin typeface="Times New Roman"/>
                <a:cs typeface="Times New Roman"/>
              </a:rPr>
              <a:t> </a:t>
            </a:r>
            <a:r>
              <a:rPr lang="en-US" sz="1700" spc="-2" dirty="0">
                <a:latin typeface="Times New Roman"/>
                <a:cs typeface="Times New Roman"/>
              </a:rPr>
              <a:t>exist</a:t>
            </a:r>
            <a:r>
              <a:rPr lang="en-US" sz="1700" spc="-5"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t</a:t>
            </a:r>
            <a:r>
              <a:rPr lang="en-US" sz="1700" spc="-5" dirty="0">
                <a:latin typeface="Times New Roman"/>
                <a:cs typeface="Times New Roman"/>
              </a:rPr>
              <a:t> </a:t>
            </a:r>
            <a:r>
              <a:rPr lang="en-US" sz="1700" spc="-2" dirty="0">
                <a:latin typeface="Times New Roman"/>
                <a:cs typeface="Times New Roman"/>
              </a:rPr>
              <a:t>the</a:t>
            </a:r>
            <a:r>
              <a:rPr lang="en-US" sz="1700" spc="-7" dirty="0">
                <a:latin typeface="Times New Roman"/>
                <a:cs typeface="Times New Roman"/>
              </a:rPr>
              <a:t> </a:t>
            </a:r>
            <a:r>
              <a:rPr lang="en-US" sz="1700" spc="-2" dirty="0">
                <a:latin typeface="Times New Roman"/>
                <a:cs typeface="Times New Roman"/>
              </a:rPr>
              <a:t>sa</a:t>
            </a:r>
            <a:r>
              <a:rPr lang="en-US" sz="1700" spc="-5" dirty="0">
                <a:latin typeface="Times New Roman"/>
                <a:cs typeface="Times New Roman"/>
              </a:rPr>
              <a:t>me</a:t>
            </a:r>
            <a:r>
              <a:rPr lang="en-US" sz="1700" spc="-2" dirty="0">
                <a:latin typeface="Times New Roman"/>
                <a:cs typeface="Times New Roman"/>
              </a:rPr>
              <a:t> lev</a:t>
            </a:r>
            <a:r>
              <a:rPr lang="en-US" sz="1700" spc="-10" dirty="0">
                <a:latin typeface="Times New Roman"/>
                <a:cs typeface="Times New Roman"/>
              </a:rPr>
              <a:t>e</a:t>
            </a:r>
            <a:r>
              <a:rPr lang="en-US" sz="1700" spc="-2" dirty="0">
                <a:latin typeface="Times New Roman"/>
                <a:cs typeface="Times New Roman"/>
              </a:rPr>
              <a:t>l,</a:t>
            </a:r>
            <a:r>
              <a:rPr lang="en-US" sz="1700" dirty="0">
                <a:latin typeface="Times New Roman"/>
                <a:cs typeface="Times New Roman"/>
              </a:rPr>
              <a:t> </a:t>
            </a:r>
            <a:r>
              <a:rPr lang="en-US" sz="1700" spc="-2" dirty="0">
                <a:latin typeface="Times New Roman"/>
                <a:cs typeface="Times New Roman"/>
              </a:rPr>
              <a:t>typi</a:t>
            </a:r>
            <a:r>
              <a:rPr lang="en-US" sz="1700" spc="-7" dirty="0">
                <a:latin typeface="Times New Roman"/>
                <a:cs typeface="Times New Roman"/>
              </a:rPr>
              <a:t>ca</a:t>
            </a:r>
            <a:r>
              <a:rPr lang="en-US" sz="1700" spc="-2" dirty="0">
                <a:latin typeface="Times New Roman"/>
                <a:cs typeface="Times New Roman"/>
              </a:rPr>
              <a:t>ll</a:t>
            </a:r>
            <a:r>
              <a:rPr lang="en-US" sz="1700" dirty="0">
                <a:latin typeface="Times New Roman"/>
                <a:cs typeface="Times New Roman"/>
              </a:rPr>
              <a:t>y</a:t>
            </a:r>
            <a:r>
              <a:rPr lang="en-US" sz="1700" spc="-7" dirty="0">
                <a:latin typeface="Times New Roman"/>
                <a:cs typeface="Times New Roman"/>
              </a:rPr>
              <a:t> a</a:t>
            </a:r>
            <a:r>
              <a:rPr lang="en-US" sz="1700" dirty="0">
                <a:latin typeface="Times New Roman"/>
                <a:cs typeface="Times New Roman"/>
              </a:rPr>
              <a:t>s</a:t>
            </a:r>
            <a:r>
              <a:rPr lang="en-US" sz="1700" spc="-7" dirty="0">
                <a:latin typeface="Times New Roman"/>
                <a:cs typeface="Times New Roman"/>
              </a:rPr>
              <a:t> </a:t>
            </a:r>
            <a:r>
              <a:rPr lang="en-US" sz="1700" dirty="0">
                <a:latin typeface="Times New Roman"/>
                <a:cs typeface="Times New Roman"/>
              </a:rPr>
              <a:t>two</a:t>
            </a:r>
            <a:r>
              <a:rPr lang="en-US" sz="1700" spc="-2" dirty="0">
                <a:latin typeface="Times New Roman"/>
                <a:cs typeface="Times New Roman"/>
              </a:rPr>
              <a:t> </a:t>
            </a:r>
            <a:r>
              <a:rPr lang="en-US" sz="1700" spc="-5" dirty="0">
                <a:latin typeface="Times New Roman"/>
                <a:cs typeface="Times New Roman"/>
              </a:rPr>
              <a:t>L1</a:t>
            </a:r>
            <a:r>
              <a:rPr lang="en-US" sz="1700" spc="-7" dirty="0">
                <a:latin typeface="Times New Roman"/>
                <a:cs typeface="Times New Roman"/>
              </a:rPr>
              <a:t> </a:t>
            </a:r>
            <a:r>
              <a:rPr lang="en-US" sz="1700" spc="-2"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a:t>
            </a:r>
            <a:r>
              <a:rPr lang="en-US" sz="1700" spc="-7" dirty="0">
                <a:latin typeface="Times New Roman"/>
                <a:cs typeface="Times New Roman"/>
              </a:rPr>
              <a:t>e</a:t>
            </a:r>
            <a:r>
              <a:rPr lang="en-US" sz="1700" spc="-2" dirty="0">
                <a:latin typeface="Times New Roman"/>
                <a:cs typeface="Times New Roman"/>
              </a:rPr>
              <a:t>s</a:t>
            </a:r>
            <a:r>
              <a:rPr lang="en-US" sz="1700" dirty="0">
                <a:latin typeface="Times New Roman"/>
                <a:cs typeface="Times New Roman"/>
              </a:rPr>
              <a:t>.</a:t>
            </a:r>
            <a:r>
              <a:rPr lang="en-US" sz="1700" spc="10" dirty="0">
                <a:latin typeface="Times New Roman"/>
                <a:cs typeface="Times New Roman"/>
              </a:rPr>
              <a:t> </a:t>
            </a:r>
            <a:r>
              <a:rPr lang="en-US" sz="1700" spc="-10" dirty="0">
                <a:latin typeface="Times New Roman"/>
                <a:cs typeface="Times New Roman"/>
              </a:rPr>
              <a:t>W</a:t>
            </a:r>
            <a:r>
              <a:rPr lang="en-US" sz="1700" spc="-5" dirty="0">
                <a:latin typeface="Times New Roman"/>
                <a:cs typeface="Times New Roman"/>
              </a:rPr>
              <a:t>h</a:t>
            </a:r>
            <a:r>
              <a:rPr lang="en-US" sz="1700" spc="-7" dirty="0">
                <a:latin typeface="Times New Roman"/>
                <a:cs typeface="Times New Roman"/>
              </a:rPr>
              <a:t>e</a:t>
            </a:r>
            <a:r>
              <a:rPr lang="en-US" sz="1700" dirty="0">
                <a:latin typeface="Times New Roman"/>
                <a:cs typeface="Times New Roman"/>
              </a:rPr>
              <a:t>n</a:t>
            </a:r>
            <a:r>
              <a:rPr lang="en-US" sz="1700" spc="-7" dirty="0">
                <a:latin typeface="Times New Roman"/>
                <a:cs typeface="Times New Roman"/>
              </a:rPr>
              <a:t> </a:t>
            </a:r>
            <a:r>
              <a:rPr lang="en-US" sz="1700" spc="-2" dirty="0">
                <a:latin typeface="Times New Roman"/>
                <a:cs typeface="Times New Roman"/>
              </a:rPr>
              <a:t>the </a:t>
            </a:r>
            <a:r>
              <a:rPr lang="en-US" sz="1700" spc="-5" dirty="0">
                <a:latin typeface="Times New Roman"/>
                <a:cs typeface="Times New Roman"/>
              </a:rPr>
              <a:t>proc</a:t>
            </a:r>
            <a:r>
              <a:rPr lang="en-US" sz="1700" spc="-7" dirty="0">
                <a:latin typeface="Times New Roman"/>
                <a:cs typeface="Times New Roman"/>
              </a:rPr>
              <a:t>e</a:t>
            </a:r>
            <a:r>
              <a:rPr lang="en-US" sz="1700" spc="-2" dirty="0">
                <a:latin typeface="Times New Roman"/>
                <a:cs typeface="Times New Roman"/>
              </a:rPr>
              <a:t>ssor </a:t>
            </a:r>
            <a:r>
              <a:rPr lang="en-US" sz="1700" spc="-7" dirty="0">
                <a:latin typeface="Times New Roman"/>
                <a:cs typeface="Times New Roman"/>
              </a:rPr>
              <a:t>a</a:t>
            </a:r>
            <a:r>
              <a:rPr lang="en-US" sz="1700" spc="-2" dirty="0">
                <a:latin typeface="Times New Roman"/>
                <a:cs typeface="Times New Roman"/>
              </a:rPr>
              <a:t>tt</a:t>
            </a:r>
            <a:r>
              <a:rPr lang="en-US" sz="1700" spc="-7" dirty="0">
                <a:latin typeface="Times New Roman"/>
                <a:cs typeface="Times New Roman"/>
              </a:rPr>
              <a:t>e</a:t>
            </a:r>
            <a:r>
              <a:rPr lang="en-US" sz="1700" spc="-5" dirty="0">
                <a:latin typeface="Times New Roman"/>
                <a:cs typeface="Times New Roman"/>
              </a:rPr>
              <a:t>mpt</a:t>
            </a:r>
            <a:r>
              <a:rPr lang="en-US" sz="1700" dirty="0">
                <a:latin typeface="Times New Roman"/>
                <a:cs typeface="Times New Roman"/>
              </a:rPr>
              <a:t>s</a:t>
            </a:r>
            <a:r>
              <a:rPr lang="en-US" sz="1700" spc="22" dirty="0">
                <a:latin typeface="Times New Roman"/>
                <a:cs typeface="Times New Roman"/>
              </a:rPr>
              <a:t> </a:t>
            </a:r>
            <a:r>
              <a:rPr lang="en-US" sz="1700" spc="-2" dirty="0">
                <a:latin typeface="Times New Roman"/>
                <a:cs typeface="Times New Roman"/>
              </a:rPr>
              <a:t>to</a:t>
            </a:r>
            <a:r>
              <a:rPr lang="en-US" sz="1700" spc="22" dirty="0">
                <a:latin typeface="Times New Roman"/>
                <a:cs typeface="Times New Roman"/>
              </a:rPr>
              <a:t> </a:t>
            </a:r>
            <a:r>
              <a:rPr lang="en-US" sz="1700" spc="-2" dirty="0">
                <a:latin typeface="Times New Roman"/>
                <a:cs typeface="Times New Roman"/>
              </a:rPr>
              <a:t>f</a:t>
            </a:r>
            <a:r>
              <a:rPr lang="en-US" sz="1700" spc="-10" dirty="0">
                <a:latin typeface="Times New Roman"/>
                <a:cs typeface="Times New Roman"/>
              </a:rPr>
              <a:t>e</a:t>
            </a:r>
            <a:r>
              <a:rPr lang="en-US" sz="1700" spc="-2" dirty="0">
                <a:latin typeface="Times New Roman"/>
                <a:cs typeface="Times New Roman"/>
              </a:rPr>
              <a:t>tch</a:t>
            </a:r>
            <a:r>
              <a:rPr lang="en-US" sz="1700" spc="26"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a:t>
            </a:r>
            <a:r>
              <a:rPr lang="en-US" sz="1700" spc="26" dirty="0">
                <a:latin typeface="Times New Roman"/>
                <a:cs typeface="Times New Roman"/>
              </a:rPr>
              <a:t> </a:t>
            </a:r>
            <a:r>
              <a:rPr lang="en-US" sz="1700" spc="-2" dirty="0">
                <a:latin typeface="Times New Roman"/>
                <a:cs typeface="Times New Roman"/>
              </a:rPr>
              <a:t>instru</a:t>
            </a:r>
            <a:r>
              <a:rPr lang="en-US" sz="1700" spc="-10" dirty="0">
                <a:latin typeface="Times New Roman"/>
                <a:cs typeface="Times New Roman"/>
              </a:rPr>
              <a:t>c</a:t>
            </a:r>
            <a:r>
              <a:rPr lang="en-US" sz="1700" spc="-2" dirty="0">
                <a:latin typeface="Times New Roman"/>
                <a:cs typeface="Times New Roman"/>
              </a:rPr>
              <a:t>ti</a:t>
            </a:r>
            <a:r>
              <a:rPr lang="en-US" sz="1700" dirty="0">
                <a:latin typeface="Times New Roman"/>
                <a:cs typeface="Times New Roman"/>
              </a:rPr>
              <a:t>on</a:t>
            </a:r>
            <a:r>
              <a:rPr lang="en-US" sz="1700" spc="22" dirty="0">
                <a:latin typeface="Times New Roman"/>
                <a:cs typeface="Times New Roman"/>
              </a:rPr>
              <a:t> </a:t>
            </a:r>
            <a:r>
              <a:rPr lang="en-US" sz="1700" dirty="0">
                <a:latin typeface="Times New Roman"/>
                <a:cs typeface="Times New Roman"/>
              </a:rPr>
              <a:t>f</a:t>
            </a:r>
            <a:r>
              <a:rPr lang="en-US" sz="1700" spc="-5" dirty="0">
                <a:latin typeface="Times New Roman"/>
                <a:cs typeface="Times New Roman"/>
              </a:rPr>
              <a:t>rom</a:t>
            </a:r>
            <a:r>
              <a:rPr lang="en-US" sz="1700" spc="22" dirty="0">
                <a:latin typeface="Times New Roman"/>
                <a:cs typeface="Times New Roman"/>
              </a:rPr>
              <a:t> </a:t>
            </a:r>
            <a:r>
              <a:rPr lang="en-US" sz="1700" spc="-5" dirty="0">
                <a:latin typeface="Times New Roman"/>
                <a:cs typeface="Times New Roman"/>
              </a:rPr>
              <a:t>main</a:t>
            </a:r>
            <a:r>
              <a:rPr lang="en-US" sz="1700" spc="26" dirty="0">
                <a:latin typeface="Times New Roman"/>
                <a:cs typeface="Times New Roman"/>
              </a:rPr>
              <a:t> </a:t>
            </a:r>
            <a:r>
              <a:rPr lang="en-US" sz="1700" spc="-5" dirty="0">
                <a:latin typeface="Times New Roman"/>
                <a:cs typeface="Times New Roman"/>
              </a:rPr>
              <a:t>memo</a:t>
            </a:r>
            <a:r>
              <a:rPr lang="en-US" sz="1700" dirty="0">
                <a:latin typeface="Times New Roman"/>
                <a:cs typeface="Times New Roman"/>
              </a:rPr>
              <a:t>ry,</a:t>
            </a:r>
            <a:r>
              <a:rPr lang="en-US" sz="1700" spc="22" dirty="0">
                <a:latin typeface="Times New Roman"/>
                <a:cs typeface="Times New Roman"/>
              </a:rPr>
              <a:t> </a:t>
            </a:r>
            <a:r>
              <a:rPr lang="en-US" sz="1700" spc="-2" dirty="0">
                <a:latin typeface="Times New Roman"/>
                <a:cs typeface="Times New Roman"/>
              </a:rPr>
              <a:t>it</a:t>
            </a:r>
            <a:r>
              <a:rPr lang="en-US" sz="1700" spc="24" dirty="0">
                <a:latin typeface="Times New Roman"/>
                <a:cs typeface="Times New Roman"/>
              </a:rPr>
              <a:t> </a:t>
            </a:r>
            <a:r>
              <a:rPr lang="en-US" sz="1700" spc="-2" dirty="0">
                <a:latin typeface="Times New Roman"/>
                <a:cs typeface="Times New Roman"/>
              </a:rPr>
              <a:t>fi</a:t>
            </a:r>
            <a:r>
              <a:rPr lang="en-US" sz="1700" spc="-5" dirty="0">
                <a:latin typeface="Times New Roman"/>
                <a:cs typeface="Times New Roman"/>
              </a:rPr>
              <a:t>rs</a:t>
            </a:r>
            <a:r>
              <a:rPr lang="en-US" sz="1700" spc="-2" dirty="0">
                <a:latin typeface="Times New Roman"/>
                <a:cs typeface="Times New Roman"/>
              </a:rPr>
              <a:t>t</a:t>
            </a:r>
            <a:r>
              <a:rPr lang="en-US" sz="1700" spc="24"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onsults</a:t>
            </a:r>
            <a:r>
              <a:rPr lang="en-US" sz="1700" spc="24" dirty="0">
                <a:latin typeface="Times New Roman"/>
                <a:cs typeface="Times New Roman"/>
              </a:rPr>
              <a:t> </a:t>
            </a:r>
            <a:r>
              <a:rPr lang="en-US" sz="1700" spc="-2" dirty="0">
                <a:latin typeface="Times New Roman"/>
                <a:cs typeface="Times New Roman"/>
              </a:rPr>
              <a:t>the</a:t>
            </a:r>
            <a:r>
              <a:rPr lang="en-US" sz="1700" spc="26" dirty="0">
                <a:latin typeface="Times New Roman"/>
                <a:cs typeface="Times New Roman"/>
              </a:rPr>
              <a:t> </a:t>
            </a:r>
            <a:r>
              <a:rPr lang="en-US" sz="1700" spc="-2" dirty="0">
                <a:latin typeface="Times New Roman"/>
                <a:cs typeface="Times New Roman"/>
              </a:rPr>
              <a:t>instru</a:t>
            </a:r>
            <a:r>
              <a:rPr lang="en-US" sz="1700" spc="-10" dirty="0">
                <a:latin typeface="Times New Roman"/>
                <a:cs typeface="Times New Roman"/>
              </a:rPr>
              <a:t>c</a:t>
            </a:r>
            <a:r>
              <a:rPr lang="en-US" sz="1700" spc="-2" dirty="0">
                <a:latin typeface="Times New Roman"/>
                <a:cs typeface="Times New Roman"/>
              </a:rPr>
              <a:t>ti</a:t>
            </a:r>
            <a:r>
              <a:rPr lang="en-US" sz="1700" dirty="0">
                <a:latin typeface="Times New Roman"/>
                <a:cs typeface="Times New Roman"/>
              </a:rPr>
              <a:t>on</a:t>
            </a:r>
            <a:r>
              <a:rPr lang="en-US" sz="1700" spc="22" dirty="0">
                <a:latin typeface="Times New Roman"/>
                <a:cs typeface="Times New Roman"/>
              </a:rPr>
              <a:t> </a:t>
            </a:r>
            <a:r>
              <a:rPr lang="en-US" sz="1700" spc="-5" dirty="0">
                <a:latin typeface="Times New Roman"/>
                <a:cs typeface="Times New Roman"/>
              </a:rPr>
              <a:t>L1</a:t>
            </a:r>
            <a:r>
              <a:rPr lang="en-US" sz="1700" spc="22" dirty="0">
                <a:latin typeface="Times New Roman"/>
                <a:cs typeface="Times New Roman"/>
              </a:rPr>
              <a:t> </a:t>
            </a:r>
            <a:r>
              <a:rPr lang="en-US" sz="1700" spc="-2" dirty="0">
                <a:latin typeface="Times New Roman"/>
                <a:cs typeface="Times New Roman"/>
              </a:rPr>
              <a:t>c</a:t>
            </a:r>
            <a:r>
              <a:rPr lang="en-US" sz="1700" spc="-7" dirty="0">
                <a:latin typeface="Times New Roman"/>
                <a:cs typeface="Times New Roman"/>
              </a:rPr>
              <a:t>ac</a:t>
            </a:r>
            <a:r>
              <a:rPr lang="en-US" sz="1700" spc="5" dirty="0">
                <a:latin typeface="Times New Roman"/>
                <a:cs typeface="Times New Roman"/>
              </a:rPr>
              <a:t>h</a:t>
            </a:r>
            <a:r>
              <a:rPr lang="en-US" sz="1700" spc="-7" dirty="0">
                <a:latin typeface="Times New Roman"/>
                <a:cs typeface="Times New Roman"/>
              </a:rPr>
              <a:t>e</a:t>
            </a:r>
            <a:r>
              <a:rPr lang="en-US" sz="1700"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a:t>
            </a:r>
            <a:r>
              <a:rPr lang="en-US" sz="1700" spc="5" dirty="0">
                <a:latin typeface="Times New Roman"/>
                <a:cs typeface="Times New Roman"/>
              </a:rPr>
              <a:t> </a:t>
            </a:r>
            <a:r>
              <a:rPr lang="en-US" sz="1700" spc="-2" dirty="0">
                <a:latin typeface="Times New Roman"/>
                <a:cs typeface="Times New Roman"/>
              </a:rPr>
              <a:t>wh</a:t>
            </a:r>
            <a:r>
              <a:rPr lang="en-US" sz="1700" spc="-5" dirty="0">
                <a:latin typeface="Times New Roman"/>
                <a:cs typeface="Times New Roman"/>
              </a:rPr>
              <a:t>e</a:t>
            </a:r>
            <a:r>
              <a:rPr lang="en-US" sz="1700" dirty="0">
                <a:latin typeface="Times New Roman"/>
                <a:cs typeface="Times New Roman"/>
              </a:rPr>
              <a:t>n</a:t>
            </a:r>
            <a:r>
              <a:rPr lang="en-US" sz="1700" spc="5" dirty="0">
                <a:latin typeface="Times New Roman"/>
                <a:cs typeface="Times New Roman"/>
              </a:rPr>
              <a:t> </a:t>
            </a:r>
            <a:r>
              <a:rPr lang="en-US" sz="1700" spc="-2" dirty="0">
                <a:latin typeface="Times New Roman"/>
                <a:cs typeface="Times New Roman"/>
              </a:rPr>
              <a:t>the</a:t>
            </a:r>
            <a:r>
              <a:rPr lang="en-US" sz="1700" spc="2" dirty="0">
                <a:latin typeface="Times New Roman"/>
                <a:cs typeface="Times New Roman"/>
              </a:rPr>
              <a:t> </a:t>
            </a:r>
            <a:r>
              <a:rPr lang="en-US" sz="1700" dirty="0">
                <a:latin typeface="Times New Roman"/>
                <a:cs typeface="Times New Roman"/>
              </a:rPr>
              <a:t>pr</a:t>
            </a:r>
            <a:r>
              <a:rPr lang="en-US" sz="1700" spc="2" dirty="0">
                <a:latin typeface="Times New Roman"/>
                <a:cs typeface="Times New Roman"/>
              </a:rPr>
              <a:t>o</a:t>
            </a:r>
            <a:r>
              <a:rPr lang="en-US" sz="1700" spc="-7" dirty="0">
                <a:latin typeface="Times New Roman"/>
                <a:cs typeface="Times New Roman"/>
              </a:rPr>
              <a:t>ce</a:t>
            </a:r>
            <a:r>
              <a:rPr lang="en-US" sz="1700" spc="-2" dirty="0">
                <a:latin typeface="Times New Roman"/>
                <a:cs typeface="Times New Roman"/>
              </a:rPr>
              <a:t>sso</a:t>
            </a:r>
            <a:r>
              <a:rPr lang="en-US" sz="1700" dirty="0">
                <a:latin typeface="Times New Roman"/>
                <a:cs typeface="Times New Roman"/>
              </a:rPr>
              <a:t>r</a:t>
            </a:r>
            <a:r>
              <a:rPr lang="en-US" sz="1700" spc="5" dirty="0">
                <a:latin typeface="Times New Roman"/>
                <a:cs typeface="Times New Roman"/>
              </a:rPr>
              <a:t> </a:t>
            </a:r>
            <a:r>
              <a:rPr lang="en-US" sz="1700" spc="-2" dirty="0">
                <a:latin typeface="Times New Roman"/>
                <a:cs typeface="Times New Roman"/>
              </a:rPr>
              <a:t>att</a:t>
            </a:r>
            <a:r>
              <a:rPr lang="en-US" sz="1700" spc="-7" dirty="0">
                <a:latin typeface="Times New Roman"/>
                <a:cs typeface="Times New Roman"/>
              </a:rPr>
              <a:t>e</a:t>
            </a:r>
            <a:r>
              <a:rPr lang="en-US" sz="1700" spc="-5" dirty="0">
                <a:latin typeface="Times New Roman"/>
                <a:cs typeface="Times New Roman"/>
              </a:rPr>
              <a:t>mpt</a:t>
            </a:r>
            <a:r>
              <a:rPr lang="en-US" sz="1700" dirty="0">
                <a:latin typeface="Times New Roman"/>
                <a:cs typeface="Times New Roman"/>
              </a:rPr>
              <a:t>s</a:t>
            </a:r>
            <a:r>
              <a:rPr lang="en-US" sz="1700" spc="5" dirty="0">
                <a:latin typeface="Times New Roman"/>
                <a:cs typeface="Times New Roman"/>
              </a:rPr>
              <a:t> </a:t>
            </a:r>
            <a:r>
              <a:rPr lang="en-US" sz="1700" spc="-2" dirty="0">
                <a:latin typeface="Times New Roman"/>
                <a:cs typeface="Times New Roman"/>
              </a:rPr>
              <a:t>to</a:t>
            </a:r>
            <a:r>
              <a:rPr lang="en-US" sz="1700" spc="5" dirty="0">
                <a:latin typeface="Times New Roman"/>
                <a:cs typeface="Times New Roman"/>
              </a:rPr>
              <a:t> </a:t>
            </a:r>
            <a:r>
              <a:rPr lang="en-US" sz="1700" spc="-2" dirty="0">
                <a:latin typeface="Times New Roman"/>
                <a:cs typeface="Times New Roman"/>
              </a:rPr>
              <a:t>f</a:t>
            </a:r>
            <a:r>
              <a:rPr lang="en-US" sz="1700" spc="-10" dirty="0">
                <a:latin typeface="Times New Roman"/>
                <a:cs typeface="Times New Roman"/>
              </a:rPr>
              <a:t>e</a:t>
            </a:r>
            <a:r>
              <a:rPr lang="en-US" sz="1700" spc="-2" dirty="0">
                <a:latin typeface="Times New Roman"/>
                <a:cs typeface="Times New Roman"/>
              </a:rPr>
              <a:t>tch</a:t>
            </a:r>
            <a:r>
              <a:rPr lang="en-US" sz="1700" spc="2" dirty="0">
                <a:latin typeface="Times New Roman"/>
                <a:cs typeface="Times New Roman"/>
              </a:rPr>
              <a:t> </a:t>
            </a:r>
            <a:r>
              <a:rPr lang="en-US" sz="1700" spc="-5" dirty="0">
                <a:latin typeface="Times New Roman"/>
                <a:cs typeface="Times New Roman"/>
              </a:rPr>
              <a:t>d</a:t>
            </a:r>
            <a:r>
              <a:rPr lang="en-US" sz="1700" spc="-7" dirty="0">
                <a:latin typeface="Times New Roman"/>
                <a:cs typeface="Times New Roman"/>
              </a:rPr>
              <a:t>a</a:t>
            </a:r>
            <a:r>
              <a:rPr lang="en-US" sz="1700" spc="-2" dirty="0">
                <a:latin typeface="Times New Roman"/>
                <a:cs typeface="Times New Roman"/>
              </a:rPr>
              <a:t>ta</a:t>
            </a:r>
            <a:r>
              <a:rPr lang="en-US" sz="1700" spc="2" dirty="0">
                <a:latin typeface="Times New Roman"/>
                <a:cs typeface="Times New Roman"/>
              </a:rPr>
              <a:t> </a:t>
            </a:r>
            <a:r>
              <a:rPr lang="en-US" sz="1700" dirty="0">
                <a:latin typeface="Times New Roman"/>
                <a:cs typeface="Times New Roman"/>
              </a:rPr>
              <a:t>f</a:t>
            </a:r>
            <a:r>
              <a:rPr lang="en-US" sz="1700" spc="-5" dirty="0">
                <a:latin typeface="Times New Roman"/>
                <a:cs typeface="Times New Roman"/>
              </a:rPr>
              <a:t>r</a:t>
            </a:r>
            <a:r>
              <a:rPr lang="en-US" sz="1700" spc="5" dirty="0">
                <a:latin typeface="Times New Roman"/>
                <a:cs typeface="Times New Roman"/>
              </a:rPr>
              <a:t>o</a:t>
            </a:r>
            <a:r>
              <a:rPr lang="en-US" sz="1700" spc="-5" dirty="0">
                <a:latin typeface="Times New Roman"/>
                <a:cs typeface="Times New Roman"/>
              </a:rPr>
              <a:t>m</a:t>
            </a:r>
            <a:r>
              <a:rPr lang="en-US" sz="1700" spc="5" dirty="0">
                <a:latin typeface="Times New Roman"/>
                <a:cs typeface="Times New Roman"/>
              </a:rPr>
              <a:t> </a:t>
            </a:r>
            <a:r>
              <a:rPr lang="en-US" sz="1700" spc="-5" dirty="0">
                <a:latin typeface="Times New Roman"/>
                <a:cs typeface="Times New Roman"/>
              </a:rPr>
              <a:t>main</a:t>
            </a:r>
            <a:r>
              <a:rPr lang="en-US" sz="1700" spc="5"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a:t>
            </a:r>
            <a:r>
              <a:rPr lang="en-US" sz="1700" spc="5" dirty="0">
                <a:latin typeface="Times New Roman"/>
                <a:cs typeface="Times New Roman"/>
              </a:rPr>
              <a:t> </a:t>
            </a:r>
            <a:r>
              <a:rPr lang="en-US" sz="1700" spc="-2" dirty="0">
                <a:latin typeface="Times New Roman"/>
                <a:cs typeface="Times New Roman"/>
              </a:rPr>
              <a:t>it</a:t>
            </a:r>
            <a:r>
              <a:rPr lang="en-US" sz="1700" spc="5" dirty="0">
                <a:latin typeface="Times New Roman"/>
                <a:cs typeface="Times New Roman"/>
              </a:rPr>
              <a:t> </a:t>
            </a:r>
            <a:r>
              <a:rPr lang="en-US" sz="1700" spc="-2" dirty="0">
                <a:latin typeface="Times New Roman"/>
                <a:cs typeface="Times New Roman"/>
              </a:rPr>
              <a:t>fi</a:t>
            </a:r>
            <a:r>
              <a:rPr lang="en-US" sz="1700" spc="-5" dirty="0">
                <a:latin typeface="Times New Roman"/>
                <a:cs typeface="Times New Roman"/>
              </a:rPr>
              <a:t>rs</a:t>
            </a:r>
            <a:r>
              <a:rPr lang="en-US" sz="1700" spc="-2" dirty="0">
                <a:latin typeface="Times New Roman"/>
                <a:cs typeface="Times New Roman"/>
              </a:rPr>
              <a:t>t</a:t>
            </a:r>
            <a:r>
              <a:rPr lang="en-US" sz="1700" dirty="0">
                <a:latin typeface="Times New Roman"/>
                <a:cs typeface="Times New Roman"/>
              </a:rPr>
              <a:t> </a:t>
            </a:r>
            <a:r>
              <a:rPr lang="en-US" sz="1700" spc="-2" dirty="0">
                <a:latin typeface="Times New Roman"/>
                <a:cs typeface="Times New Roman"/>
              </a:rPr>
              <a:t>consult</a:t>
            </a:r>
            <a:r>
              <a:rPr lang="en-US" sz="1700" dirty="0">
                <a:latin typeface="Times New Roman"/>
                <a:cs typeface="Times New Roman"/>
              </a:rPr>
              <a:t>s</a:t>
            </a:r>
            <a:r>
              <a:rPr lang="en-US" sz="1700" spc="5" dirty="0">
                <a:latin typeface="Times New Roman"/>
                <a:cs typeface="Times New Roman"/>
              </a:rPr>
              <a:t> </a:t>
            </a:r>
            <a:r>
              <a:rPr lang="en-US" sz="1700" spc="-2" dirty="0">
                <a:latin typeface="Times New Roman"/>
                <a:cs typeface="Times New Roman"/>
              </a:rPr>
              <a:t>the</a:t>
            </a:r>
            <a:r>
              <a:rPr lang="en-US" sz="1700" spc="2" dirty="0">
                <a:latin typeface="Times New Roman"/>
                <a:cs typeface="Times New Roman"/>
              </a:rPr>
              <a:t> </a:t>
            </a:r>
            <a:r>
              <a:rPr lang="en-US" sz="1700" spc="-5" dirty="0">
                <a:latin typeface="Times New Roman"/>
                <a:cs typeface="Times New Roman"/>
              </a:rPr>
              <a:t>d</a:t>
            </a:r>
            <a:r>
              <a:rPr lang="en-US" sz="1700" spc="-7" dirty="0">
                <a:latin typeface="Times New Roman"/>
                <a:cs typeface="Times New Roman"/>
              </a:rPr>
              <a:t>a</a:t>
            </a:r>
            <a:r>
              <a:rPr lang="en-US" sz="1700" spc="-2" dirty="0">
                <a:latin typeface="Times New Roman"/>
                <a:cs typeface="Times New Roman"/>
              </a:rPr>
              <a:t>ta</a:t>
            </a:r>
            <a:r>
              <a:rPr lang="en-US" sz="1700" spc="2" dirty="0">
                <a:latin typeface="Times New Roman"/>
                <a:cs typeface="Times New Roman"/>
              </a:rPr>
              <a:t> </a:t>
            </a:r>
            <a:r>
              <a:rPr lang="en-US" sz="1700" spc="-5" dirty="0">
                <a:latin typeface="Times New Roman"/>
                <a:cs typeface="Times New Roman"/>
              </a:rPr>
              <a:t>L1</a:t>
            </a:r>
            <a:r>
              <a:rPr lang="en-US" sz="1700" spc="-2" dirty="0">
                <a:latin typeface="Times New Roman"/>
                <a:cs typeface="Times New Roman"/>
              </a:rPr>
              <a:t> </a:t>
            </a:r>
            <a:r>
              <a:rPr lang="en-US" sz="1700" spc="-7" dirty="0">
                <a:latin typeface="Times New Roman"/>
                <a:cs typeface="Times New Roman"/>
              </a:rPr>
              <a:t>cac</a:t>
            </a:r>
            <a:r>
              <a:rPr lang="en-US" sz="1700" spc="5" dirty="0">
                <a:latin typeface="Times New Roman"/>
                <a:cs typeface="Times New Roman"/>
              </a:rPr>
              <a:t>h</a:t>
            </a:r>
            <a:r>
              <a:rPr lang="en-US" sz="1700" spc="-7" dirty="0">
                <a:latin typeface="Times New Roman"/>
                <a:cs typeface="Times New Roman"/>
              </a:rPr>
              <a:t>e</a:t>
            </a:r>
            <a:r>
              <a:rPr lang="en-US" sz="1700" dirty="0">
                <a:latin typeface="Times New Roman"/>
                <a:cs typeface="Times New Roman"/>
              </a:rPr>
              <a:t>.</a:t>
            </a:r>
          </a:p>
        </p:txBody>
      </p:sp>
    </p:spTree>
    <p:extLst>
      <p:ext uri="{BB962C8B-B14F-4D97-AF65-F5344CB8AC3E}">
        <p14:creationId xmlns:p14="http://schemas.microsoft.com/office/powerpoint/2010/main" val="33927105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03EF7-1675-0C46-D8D4-DD4EAD4F0FC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E805F13-38DC-8032-558D-24C23119E51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5321A18D-44F4-C126-F508-5C7CA70E88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7183FEB-601A-0A91-5F66-053704D4279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1A3F8D5E-0AC5-BB30-69E6-A2B975D58D8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57C1FAAB-CE73-40EA-2BA7-A3BFA017E583}"/>
              </a:ext>
            </a:extLst>
          </p:cNvPr>
          <p:cNvSpPr txBox="1"/>
          <p:nvPr/>
        </p:nvSpPr>
        <p:spPr>
          <a:xfrm>
            <a:off x="1014006" y="819150"/>
            <a:ext cx="7063194" cy="1933863"/>
          </a:xfrm>
          <a:prstGeom prst="rect">
            <a:avLst/>
          </a:prstGeom>
        </p:spPr>
        <p:txBody>
          <a:bodyPr vert="horz" wrap="square" lIns="0" tIns="0" rIns="0" bIns="0" rtlCol="0">
            <a:spAutoFit/>
          </a:bodyPr>
          <a:lstStyle/>
          <a:p>
            <a:pPr marL="6109" algn="just">
              <a:spcBef>
                <a:spcPts val="334"/>
              </a:spcBef>
            </a:pPr>
            <a:r>
              <a:rPr lang="en-US" sz="1700" b="1" dirty="0">
                <a:latin typeface="Times New Roman"/>
                <a:cs typeface="Times New Roman"/>
              </a:rPr>
              <a:t>7. </a:t>
            </a:r>
            <a:r>
              <a:rPr lang="en-US" sz="1700" b="1" spc="-10" dirty="0">
                <a:latin typeface="Times New Roman"/>
                <a:cs typeface="Times New Roman"/>
              </a:rPr>
              <a:t>M</a:t>
            </a:r>
            <a:r>
              <a:rPr lang="en-US" sz="1700" b="1" dirty="0">
                <a:latin typeface="Times New Roman"/>
                <a:cs typeface="Times New Roman"/>
              </a:rPr>
              <a:t>app</a:t>
            </a:r>
            <a:r>
              <a:rPr lang="en-US" sz="1700" b="1" spc="-2" dirty="0">
                <a:latin typeface="Times New Roman"/>
                <a:cs typeface="Times New Roman"/>
              </a:rPr>
              <a:t>in</a:t>
            </a:r>
            <a:r>
              <a:rPr lang="en-US" sz="1700" b="1" dirty="0">
                <a:latin typeface="Times New Roman"/>
                <a:cs typeface="Times New Roman"/>
              </a:rPr>
              <a:t>g </a:t>
            </a:r>
            <a:r>
              <a:rPr lang="en-US" sz="1700" b="1" spc="-5" dirty="0">
                <a:latin typeface="Times New Roman"/>
                <a:cs typeface="Times New Roman"/>
              </a:rPr>
              <a:t>F</a:t>
            </a:r>
            <a:r>
              <a:rPr lang="en-US" sz="1700" b="1" spc="-10" dirty="0">
                <a:latin typeface="Times New Roman"/>
                <a:cs typeface="Times New Roman"/>
              </a:rPr>
              <a:t>u</a:t>
            </a:r>
            <a:r>
              <a:rPr lang="en-US" sz="1700" b="1" dirty="0">
                <a:latin typeface="Times New Roman"/>
                <a:cs typeface="Times New Roman"/>
              </a:rPr>
              <a:t>n</a:t>
            </a:r>
            <a:r>
              <a:rPr lang="en-US" sz="1700" b="1" spc="-7" dirty="0">
                <a:latin typeface="Times New Roman"/>
                <a:cs typeface="Times New Roman"/>
              </a:rPr>
              <a:t>c</a:t>
            </a:r>
            <a:r>
              <a:rPr lang="en-US" sz="1700" b="1" spc="-2" dirty="0">
                <a:latin typeface="Times New Roman"/>
                <a:cs typeface="Times New Roman"/>
              </a:rPr>
              <a:t>tion</a:t>
            </a:r>
            <a:endParaRPr lang="en-US" sz="1700" dirty="0">
              <a:latin typeface="Times New Roman"/>
              <a:cs typeface="Times New Roman"/>
            </a:endParaRPr>
          </a:p>
          <a:p>
            <a:pPr marL="6109" marR="3665" algn="just">
              <a:spcBef>
                <a:spcPts val="404"/>
              </a:spcBef>
            </a:pPr>
            <a:r>
              <a:rPr lang="en-US" sz="1700" spc="-5" dirty="0">
                <a:latin typeface="Times New Roman"/>
                <a:cs typeface="Times New Roman"/>
              </a:rPr>
              <a:t>B</a:t>
            </a:r>
            <a:r>
              <a:rPr lang="en-US" sz="1700" spc="-7" dirty="0">
                <a:latin typeface="Times New Roman"/>
                <a:cs typeface="Times New Roman"/>
              </a:rPr>
              <a:t>eca</a:t>
            </a:r>
            <a:r>
              <a:rPr lang="en-US" sz="1700" dirty="0">
                <a:latin typeface="Times New Roman"/>
                <a:cs typeface="Times New Roman"/>
              </a:rPr>
              <a:t>use</a:t>
            </a:r>
            <a:r>
              <a:rPr lang="en-US" sz="1700" spc="65" dirty="0">
                <a:latin typeface="Times New Roman"/>
                <a:cs typeface="Times New Roman"/>
              </a:rPr>
              <a:t> </a:t>
            </a:r>
            <a:r>
              <a:rPr lang="en-US" sz="1700" spc="-2" dirty="0">
                <a:latin typeface="Times New Roman"/>
                <a:cs typeface="Times New Roman"/>
              </a:rPr>
              <a:t>t</a:t>
            </a:r>
            <a:r>
              <a:rPr lang="en-US" sz="1700" dirty="0">
                <a:latin typeface="Times New Roman"/>
                <a:cs typeface="Times New Roman"/>
              </a:rPr>
              <a:t>h</a:t>
            </a:r>
            <a:r>
              <a:rPr lang="en-US" sz="1700" spc="-7" dirty="0">
                <a:latin typeface="Times New Roman"/>
                <a:cs typeface="Times New Roman"/>
              </a:rPr>
              <a:t>e</a:t>
            </a:r>
            <a:r>
              <a:rPr lang="en-US" sz="1700" spc="-2" dirty="0">
                <a:latin typeface="Times New Roman"/>
                <a:cs typeface="Times New Roman"/>
              </a:rPr>
              <a:t>re</a:t>
            </a:r>
            <a:r>
              <a:rPr lang="en-US" sz="1700" spc="70"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r</a:t>
            </a:r>
            <a:r>
              <a:rPr lang="en-US" sz="1700" spc="-5" dirty="0">
                <a:latin typeface="Times New Roman"/>
                <a:cs typeface="Times New Roman"/>
              </a:rPr>
              <a:t>e</a:t>
            </a:r>
            <a:r>
              <a:rPr lang="en-US" sz="1700" spc="65" dirty="0">
                <a:latin typeface="Times New Roman"/>
                <a:cs typeface="Times New Roman"/>
              </a:rPr>
              <a:t> </a:t>
            </a:r>
            <a:r>
              <a:rPr lang="en-US" sz="1700" spc="-2" dirty="0">
                <a:latin typeface="Times New Roman"/>
                <a:cs typeface="Times New Roman"/>
              </a:rPr>
              <a:t>few</a:t>
            </a:r>
            <a:r>
              <a:rPr lang="en-US" sz="1700" spc="-5" dirty="0">
                <a:latin typeface="Times New Roman"/>
                <a:cs typeface="Times New Roman"/>
              </a:rPr>
              <a:t>e</a:t>
            </a:r>
            <a:r>
              <a:rPr lang="en-US" sz="1700" dirty="0">
                <a:latin typeface="Times New Roman"/>
                <a:cs typeface="Times New Roman"/>
              </a:rPr>
              <a:t>r</a:t>
            </a:r>
            <a:r>
              <a:rPr lang="en-US" sz="1700" spc="72" dirty="0">
                <a:latin typeface="Times New Roman"/>
                <a:cs typeface="Times New Roman"/>
              </a:rPr>
              <a:t> </a:t>
            </a:r>
            <a:r>
              <a:rPr lang="en-US" sz="1700" spc="-7" dirty="0">
                <a:latin typeface="Times New Roman"/>
                <a:cs typeface="Times New Roman"/>
              </a:rPr>
              <a:t>cac</a:t>
            </a:r>
            <a:r>
              <a:rPr lang="en-US" sz="1700" spc="5" dirty="0">
                <a:latin typeface="Times New Roman"/>
                <a:cs typeface="Times New Roman"/>
              </a:rPr>
              <a:t>h</a:t>
            </a:r>
            <a:r>
              <a:rPr lang="en-US" sz="1700" spc="-5" dirty="0">
                <a:latin typeface="Times New Roman"/>
                <a:cs typeface="Times New Roman"/>
              </a:rPr>
              <a:t>e</a:t>
            </a:r>
            <a:r>
              <a:rPr lang="en-US" sz="1700" spc="65" dirty="0">
                <a:latin typeface="Times New Roman"/>
                <a:cs typeface="Times New Roman"/>
              </a:rPr>
              <a:t> </a:t>
            </a:r>
            <a:r>
              <a:rPr lang="en-US" sz="1700" spc="-2" dirty="0">
                <a:latin typeface="Times New Roman"/>
                <a:cs typeface="Times New Roman"/>
              </a:rPr>
              <a:t>lin</a:t>
            </a:r>
            <a:r>
              <a:rPr lang="en-US" sz="1700" spc="-7" dirty="0">
                <a:latin typeface="Times New Roman"/>
                <a:cs typeface="Times New Roman"/>
              </a:rPr>
              <a:t>e</a:t>
            </a:r>
            <a:r>
              <a:rPr lang="en-US" sz="1700" dirty="0">
                <a:latin typeface="Times New Roman"/>
                <a:cs typeface="Times New Roman"/>
              </a:rPr>
              <a:t>s</a:t>
            </a:r>
            <a:r>
              <a:rPr lang="en-US" sz="1700" spc="67" dirty="0">
                <a:latin typeface="Times New Roman"/>
                <a:cs typeface="Times New Roman"/>
              </a:rPr>
              <a:t> </a:t>
            </a:r>
            <a:r>
              <a:rPr lang="en-US" sz="1700" spc="-5" dirty="0">
                <a:latin typeface="Times New Roman"/>
                <a:cs typeface="Times New Roman"/>
              </a:rPr>
              <a:t>than</a:t>
            </a:r>
            <a:r>
              <a:rPr lang="en-US" sz="1700" spc="65" dirty="0">
                <a:latin typeface="Times New Roman"/>
                <a:cs typeface="Times New Roman"/>
              </a:rPr>
              <a:t> </a:t>
            </a:r>
            <a:r>
              <a:rPr lang="en-US" sz="1700" dirty="0">
                <a:latin typeface="Times New Roman"/>
                <a:cs typeface="Times New Roman"/>
              </a:rPr>
              <a:t>m</a:t>
            </a:r>
            <a:r>
              <a:rPr lang="en-US" sz="1700" spc="-7" dirty="0">
                <a:latin typeface="Times New Roman"/>
                <a:cs typeface="Times New Roman"/>
              </a:rPr>
              <a:t>a</a:t>
            </a:r>
            <a:r>
              <a:rPr lang="en-US" sz="1700" spc="-2" dirty="0">
                <a:latin typeface="Times New Roman"/>
                <a:cs typeface="Times New Roman"/>
              </a:rPr>
              <a:t>in</a:t>
            </a:r>
            <a:r>
              <a:rPr lang="en-US" sz="1700" dirty="0">
                <a:latin typeface="Times New Roman"/>
                <a:cs typeface="Times New Roman"/>
              </a:rPr>
              <a:t> </a:t>
            </a:r>
            <a:r>
              <a:rPr lang="en-US" sz="1700" spc="-70"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a:t>
            </a:r>
            <a:r>
              <a:rPr lang="en-US" sz="1700" spc="67" dirty="0">
                <a:latin typeface="Times New Roman"/>
                <a:cs typeface="Times New Roman"/>
              </a:rPr>
              <a:t> </a:t>
            </a:r>
            <a:r>
              <a:rPr lang="en-US" sz="1700" spc="-2" dirty="0">
                <a:latin typeface="Times New Roman"/>
                <a:cs typeface="Times New Roman"/>
              </a:rPr>
              <a:t>blocks,</a:t>
            </a:r>
            <a:r>
              <a:rPr lang="en-US" sz="1700" spc="67"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 </a:t>
            </a:r>
            <a:r>
              <a:rPr lang="en-US" sz="1700" spc="-72" dirty="0">
                <a:latin typeface="Times New Roman"/>
                <a:cs typeface="Times New Roman"/>
              </a:rPr>
              <a:t> </a:t>
            </a:r>
            <a:r>
              <a:rPr lang="en-US" sz="1700" spc="-7" dirty="0">
                <a:latin typeface="Times New Roman"/>
                <a:cs typeface="Times New Roman"/>
              </a:rPr>
              <a:t>a</a:t>
            </a:r>
            <a:r>
              <a:rPr lang="en-US" sz="1700" spc="-2" dirty="0">
                <a:latin typeface="Times New Roman"/>
                <a:cs typeface="Times New Roman"/>
              </a:rPr>
              <a:t>lg</a:t>
            </a:r>
            <a:r>
              <a:rPr lang="en-US" sz="1700" dirty="0">
                <a:latin typeface="Times New Roman"/>
                <a:cs typeface="Times New Roman"/>
              </a:rPr>
              <a:t>o</a:t>
            </a:r>
            <a:r>
              <a:rPr lang="en-US" sz="1700" spc="-5" dirty="0">
                <a:latin typeface="Times New Roman"/>
                <a:cs typeface="Times New Roman"/>
              </a:rPr>
              <a:t>rithm</a:t>
            </a:r>
            <a:r>
              <a:rPr lang="en-US" sz="1700" spc="70" dirty="0">
                <a:latin typeface="Times New Roman"/>
                <a:cs typeface="Times New Roman"/>
              </a:rPr>
              <a:t> </a:t>
            </a:r>
            <a:r>
              <a:rPr lang="en-US" sz="1700" spc="-2" dirty="0">
                <a:latin typeface="Times New Roman"/>
                <a:cs typeface="Times New Roman"/>
              </a:rPr>
              <a:t>is</a:t>
            </a:r>
            <a:r>
              <a:rPr lang="en-US" sz="1700" spc="70" dirty="0">
                <a:latin typeface="Times New Roman"/>
                <a:cs typeface="Times New Roman"/>
              </a:rPr>
              <a:t> </a:t>
            </a:r>
            <a:r>
              <a:rPr lang="en-US" sz="1700" spc="-5" dirty="0">
                <a:latin typeface="Times New Roman"/>
                <a:cs typeface="Times New Roman"/>
              </a:rPr>
              <a:t>n</a:t>
            </a:r>
            <a:r>
              <a:rPr lang="en-US" sz="1700" spc="-7" dirty="0">
                <a:latin typeface="Times New Roman"/>
                <a:cs typeface="Times New Roman"/>
              </a:rPr>
              <a:t>ee</a:t>
            </a:r>
            <a:r>
              <a:rPr lang="en-US" sz="1700" spc="-5" dirty="0">
                <a:latin typeface="Times New Roman"/>
                <a:cs typeface="Times New Roman"/>
              </a:rPr>
              <a:t>d</a:t>
            </a:r>
            <a:r>
              <a:rPr lang="en-US" sz="1700" spc="-7" dirty="0">
                <a:latin typeface="Times New Roman"/>
                <a:cs typeface="Times New Roman"/>
              </a:rPr>
              <a:t>e</a:t>
            </a:r>
            <a:r>
              <a:rPr lang="en-US" sz="1700" dirty="0">
                <a:latin typeface="Times New Roman"/>
                <a:cs typeface="Times New Roman"/>
              </a:rPr>
              <a:t>d</a:t>
            </a:r>
            <a:r>
              <a:rPr lang="en-US" sz="1700" spc="67" dirty="0">
                <a:latin typeface="Times New Roman"/>
                <a:cs typeface="Times New Roman"/>
              </a:rPr>
              <a:t> </a:t>
            </a:r>
            <a:r>
              <a:rPr lang="en-US" sz="1700" dirty="0">
                <a:latin typeface="Times New Roman"/>
                <a:cs typeface="Times New Roman"/>
              </a:rPr>
              <a:t>f</a:t>
            </a:r>
            <a:r>
              <a:rPr lang="en-US" sz="1700" spc="2" dirty="0">
                <a:latin typeface="Times New Roman"/>
                <a:cs typeface="Times New Roman"/>
              </a:rPr>
              <a:t>o</a:t>
            </a:r>
            <a:r>
              <a:rPr lang="en-US" sz="1700" dirty="0">
                <a:latin typeface="Times New Roman"/>
                <a:cs typeface="Times New Roman"/>
              </a:rPr>
              <a:t>r </a:t>
            </a:r>
            <a:r>
              <a:rPr lang="en-US" sz="1700" spc="-5" dirty="0">
                <a:latin typeface="Times New Roman"/>
                <a:cs typeface="Times New Roman"/>
              </a:rPr>
              <a:t>mapping</a:t>
            </a:r>
            <a:r>
              <a:rPr lang="en-US" sz="1700" spc="-2" dirty="0">
                <a:latin typeface="Times New Roman"/>
                <a:cs typeface="Times New Roman"/>
              </a:rPr>
              <a:t> </a:t>
            </a:r>
            <a:r>
              <a:rPr lang="en-US" sz="1700" spc="-5" dirty="0">
                <a:latin typeface="Times New Roman"/>
                <a:cs typeface="Times New Roman"/>
              </a:rPr>
              <a:t>main</a:t>
            </a:r>
            <a:r>
              <a:rPr lang="en-US" sz="1700" spc="-2"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 </a:t>
            </a:r>
            <a:r>
              <a:rPr lang="en-US" sz="1700" spc="-5" dirty="0">
                <a:latin typeface="Times New Roman"/>
                <a:cs typeface="Times New Roman"/>
              </a:rPr>
              <a:t>blocks</a:t>
            </a:r>
            <a:r>
              <a:rPr lang="en-US" sz="1700" dirty="0">
                <a:latin typeface="Times New Roman"/>
                <a:cs typeface="Times New Roman"/>
              </a:rPr>
              <a:t> </a:t>
            </a:r>
            <a:r>
              <a:rPr lang="en-US" sz="1700" spc="-2" dirty="0">
                <a:latin typeface="Times New Roman"/>
                <a:cs typeface="Times New Roman"/>
              </a:rPr>
              <a:t>int</a:t>
            </a:r>
            <a:r>
              <a:rPr lang="en-US" sz="1700" dirty="0">
                <a:latin typeface="Times New Roman"/>
                <a:cs typeface="Times New Roman"/>
              </a:rPr>
              <a:t>o </a:t>
            </a:r>
            <a:r>
              <a:rPr lang="en-US" sz="1700" spc="-7" dirty="0">
                <a:latin typeface="Times New Roman"/>
                <a:cs typeface="Times New Roman"/>
              </a:rPr>
              <a:t>cac</a:t>
            </a:r>
            <a:r>
              <a:rPr lang="en-US" sz="1700" spc="-5" dirty="0">
                <a:latin typeface="Times New Roman"/>
                <a:cs typeface="Times New Roman"/>
              </a:rPr>
              <a:t>he</a:t>
            </a:r>
            <a:r>
              <a:rPr lang="en-US" sz="1700" spc="-2" dirty="0">
                <a:latin typeface="Times New Roman"/>
                <a:cs typeface="Times New Roman"/>
              </a:rPr>
              <a:t> lin</a:t>
            </a:r>
            <a:r>
              <a:rPr lang="en-US" sz="1700" spc="-7" dirty="0">
                <a:latin typeface="Times New Roman"/>
                <a:cs typeface="Times New Roman"/>
              </a:rPr>
              <a:t>e</a:t>
            </a:r>
            <a:r>
              <a:rPr lang="en-US" sz="1700" dirty="0">
                <a:latin typeface="Times New Roman"/>
                <a:cs typeface="Times New Roman"/>
              </a:rPr>
              <a:t>s</a:t>
            </a:r>
          </a:p>
          <a:p>
            <a:pPr marL="6109" marR="3360" algn="just">
              <a:spcBef>
                <a:spcPts val="387"/>
              </a:spcBef>
            </a:pPr>
            <a:r>
              <a:rPr lang="en-US" sz="1700" spc="-5" dirty="0">
                <a:latin typeface="Times New Roman"/>
                <a:cs typeface="Times New Roman"/>
              </a:rPr>
              <a:t>F</a:t>
            </a:r>
            <a:r>
              <a:rPr lang="en-US" sz="1700" spc="-2" dirty="0">
                <a:latin typeface="Times New Roman"/>
                <a:cs typeface="Times New Roman"/>
              </a:rPr>
              <a:t>urth</a:t>
            </a:r>
            <a:r>
              <a:rPr lang="en-US" sz="1700" spc="-10" dirty="0">
                <a:latin typeface="Times New Roman"/>
                <a:cs typeface="Times New Roman"/>
              </a:rPr>
              <a:t>e</a:t>
            </a:r>
            <a:r>
              <a:rPr lang="en-US" sz="1700" dirty="0">
                <a:latin typeface="Times New Roman"/>
                <a:cs typeface="Times New Roman"/>
              </a:rPr>
              <a:t>r,</a:t>
            </a:r>
            <a:r>
              <a:rPr lang="en-US" sz="1700" spc="48" dirty="0">
                <a:latin typeface="Times New Roman"/>
                <a:cs typeface="Times New Roman"/>
              </a:rPr>
              <a:t> </a:t>
            </a:r>
            <a:r>
              <a:rPr lang="en-US" sz="1700" spc="-5" dirty="0">
                <a:latin typeface="Times New Roman"/>
                <a:cs typeface="Times New Roman"/>
              </a:rPr>
              <a:t>a</a:t>
            </a:r>
            <a:r>
              <a:rPr lang="en-US" sz="1700" spc="48" dirty="0">
                <a:latin typeface="Times New Roman"/>
                <a:cs typeface="Times New Roman"/>
              </a:rPr>
              <a:t> </a:t>
            </a:r>
            <a:r>
              <a:rPr lang="en-US" sz="1700" spc="-5" dirty="0">
                <a:latin typeface="Times New Roman"/>
                <a:cs typeface="Times New Roman"/>
              </a:rPr>
              <a:t>m</a:t>
            </a:r>
            <a:r>
              <a:rPr lang="en-US" sz="1700" spc="-2" dirty="0">
                <a:latin typeface="Times New Roman"/>
                <a:cs typeface="Times New Roman"/>
              </a:rPr>
              <a:t>e</a:t>
            </a:r>
            <a:r>
              <a:rPr lang="en-US" sz="1700" spc="-7" dirty="0">
                <a:latin typeface="Times New Roman"/>
                <a:cs typeface="Times New Roman"/>
              </a:rPr>
              <a:t>a</a:t>
            </a:r>
            <a:r>
              <a:rPr lang="en-US" sz="1700" dirty="0">
                <a:latin typeface="Times New Roman"/>
                <a:cs typeface="Times New Roman"/>
              </a:rPr>
              <a:t>ns</a:t>
            </a:r>
            <a:r>
              <a:rPr lang="en-US" sz="1700" spc="51" dirty="0">
                <a:latin typeface="Times New Roman"/>
                <a:cs typeface="Times New Roman"/>
              </a:rPr>
              <a:t> </a:t>
            </a:r>
            <a:r>
              <a:rPr lang="en-US" sz="1700" spc="-2" dirty="0">
                <a:latin typeface="Times New Roman"/>
                <a:cs typeface="Times New Roman"/>
              </a:rPr>
              <a:t>is</a:t>
            </a:r>
            <a:r>
              <a:rPr lang="en-US" sz="1700" spc="53" dirty="0">
                <a:latin typeface="Times New Roman"/>
                <a:cs typeface="Times New Roman"/>
              </a:rPr>
              <a:t> </a:t>
            </a:r>
            <a:r>
              <a:rPr lang="en-US" sz="1700" spc="-5" dirty="0">
                <a:latin typeface="Times New Roman"/>
                <a:cs typeface="Times New Roman"/>
              </a:rPr>
              <a:t>n</a:t>
            </a:r>
            <a:r>
              <a:rPr lang="en-US" sz="1700" spc="-7" dirty="0">
                <a:latin typeface="Times New Roman"/>
                <a:cs typeface="Times New Roman"/>
              </a:rPr>
              <a:t>ee</a:t>
            </a:r>
            <a:r>
              <a:rPr lang="en-US" sz="1700" spc="-5" dirty="0">
                <a:latin typeface="Times New Roman"/>
                <a:cs typeface="Times New Roman"/>
              </a:rPr>
              <a:t>d</a:t>
            </a:r>
            <a:r>
              <a:rPr lang="en-US" sz="1700" spc="-7" dirty="0">
                <a:latin typeface="Times New Roman"/>
                <a:cs typeface="Times New Roman"/>
              </a:rPr>
              <a:t>e</a:t>
            </a:r>
            <a:r>
              <a:rPr lang="en-US" sz="1700" dirty="0">
                <a:latin typeface="Times New Roman"/>
                <a:cs typeface="Times New Roman"/>
              </a:rPr>
              <a:t>d</a:t>
            </a:r>
            <a:r>
              <a:rPr lang="en-US" sz="1700" spc="51" dirty="0">
                <a:latin typeface="Times New Roman"/>
                <a:cs typeface="Times New Roman"/>
              </a:rPr>
              <a:t> </a:t>
            </a:r>
            <a:r>
              <a:rPr lang="en-US" sz="1700" dirty="0">
                <a:latin typeface="Times New Roman"/>
                <a:cs typeface="Times New Roman"/>
              </a:rPr>
              <a:t>for</a:t>
            </a:r>
            <a:r>
              <a:rPr lang="en-US" sz="1700" spc="46" dirty="0">
                <a:latin typeface="Times New Roman"/>
                <a:cs typeface="Times New Roman"/>
              </a:rPr>
              <a:t> </a:t>
            </a:r>
            <a:r>
              <a:rPr lang="en-US" sz="1700" spc="-5" dirty="0">
                <a:latin typeface="Times New Roman"/>
                <a:cs typeface="Times New Roman"/>
              </a:rPr>
              <a:t>d</a:t>
            </a:r>
            <a:r>
              <a:rPr lang="en-US" sz="1700" spc="-7" dirty="0">
                <a:latin typeface="Times New Roman"/>
                <a:cs typeface="Times New Roman"/>
              </a:rPr>
              <a:t>e</a:t>
            </a:r>
            <a:r>
              <a:rPr lang="en-US" sz="1700" spc="-2" dirty="0">
                <a:latin typeface="Times New Roman"/>
                <a:cs typeface="Times New Roman"/>
              </a:rPr>
              <a:t>te</a:t>
            </a:r>
            <a:r>
              <a:rPr lang="en-US" sz="1700" spc="-7" dirty="0">
                <a:latin typeface="Times New Roman"/>
                <a:cs typeface="Times New Roman"/>
              </a:rPr>
              <a:t>r</a:t>
            </a:r>
            <a:r>
              <a:rPr lang="en-US" sz="1700" spc="-5" dirty="0">
                <a:latin typeface="Times New Roman"/>
                <a:cs typeface="Times New Roman"/>
              </a:rPr>
              <a:t>mining</a:t>
            </a:r>
            <a:r>
              <a:rPr lang="en-US" sz="1700" spc="51" dirty="0">
                <a:latin typeface="Times New Roman"/>
                <a:cs typeface="Times New Roman"/>
              </a:rPr>
              <a:t> </a:t>
            </a:r>
            <a:r>
              <a:rPr lang="en-US" sz="1700" spc="-7" dirty="0">
                <a:latin typeface="Times New Roman"/>
                <a:cs typeface="Times New Roman"/>
              </a:rPr>
              <a:t>whic</a:t>
            </a:r>
            <a:r>
              <a:rPr lang="en-US" sz="1700" dirty="0">
                <a:latin typeface="Times New Roman"/>
                <a:cs typeface="Times New Roman"/>
              </a:rPr>
              <a:t>h</a:t>
            </a:r>
            <a:r>
              <a:rPr lang="en-US" sz="1700" spc="51" dirty="0">
                <a:latin typeface="Times New Roman"/>
                <a:cs typeface="Times New Roman"/>
              </a:rPr>
              <a:t> </a:t>
            </a:r>
            <a:r>
              <a:rPr lang="en-US" sz="1700" spc="-5" dirty="0">
                <a:latin typeface="Times New Roman"/>
                <a:cs typeface="Times New Roman"/>
              </a:rPr>
              <a:t>main</a:t>
            </a:r>
            <a:r>
              <a:rPr lang="en-US" sz="1700" spc="51"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a:t>
            </a:r>
            <a:r>
              <a:rPr lang="en-US" sz="1700" spc="51" dirty="0">
                <a:latin typeface="Times New Roman"/>
                <a:cs typeface="Times New Roman"/>
              </a:rPr>
              <a:t> </a:t>
            </a:r>
            <a:r>
              <a:rPr lang="en-US" sz="1700" spc="-5" dirty="0">
                <a:latin typeface="Times New Roman"/>
                <a:cs typeface="Times New Roman"/>
              </a:rPr>
              <a:t>block</a:t>
            </a:r>
            <a:r>
              <a:rPr lang="en-US" sz="1700" spc="48" dirty="0">
                <a:latin typeface="Times New Roman"/>
                <a:cs typeface="Times New Roman"/>
              </a:rPr>
              <a:t> </a:t>
            </a:r>
            <a:r>
              <a:rPr lang="en-US" sz="1700" spc="-14" dirty="0">
                <a:latin typeface="Times New Roman"/>
                <a:cs typeface="Times New Roman"/>
              </a:rPr>
              <a:t>c</a:t>
            </a:r>
            <a:r>
              <a:rPr lang="en-US" sz="1700" dirty="0">
                <a:latin typeface="Times New Roman"/>
                <a:cs typeface="Times New Roman"/>
              </a:rPr>
              <a:t>ur</a:t>
            </a:r>
            <a:r>
              <a:rPr lang="en-US" sz="1700" spc="-5" dirty="0">
                <a:latin typeface="Times New Roman"/>
                <a:cs typeface="Times New Roman"/>
              </a:rPr>
              <a:t>r</a:t>
            </a:r>
            <a:r>
              <a:rPr lang="en-US" sz="1700" spc="-7" dirty="0">
                <a:latin typeface="Times New Roman"/>
                <a:cs typeface="Times New Roman"/>
              </a:rPr>
              <a:t>e</a:t>
            </a:r>
            <a:r>
              <a:rPr lang="en-US" sz="1700" spc="-2" dirty="0">
                <a:latin typeface="Times New Roman"/>
                <a:cs typeface="Times New Roman"/>
              </a:rPr>
              <a:t>ntl</a:t>
            </a:r>
            <a:r>
              <a:rPr lang="en-US" sz="1700" dirty="0">
                <a:latin typeface="Times New Roman"/>
                <a:cs typeface="Times New Roman"/>
              </a:rPr>
              <a:t>y</a:t>
            </a:r>
            <a:r>
              <a:rPr lang="en-US" sz="1700" spc="51" dirty="0">
                <a:latin typeface="Times New Roman"/>
                <a:cs typeface="Times New Roman"/>
              </a:rPr>
              <a:t> </a:t>
            </a:r>
            <a:r>
              <a:rPr lang="en-US" sz="1700" spc="-5" dirty="0">
                <a:latin typeface="Times New Roman"/>
                <a:cs typeface="Times New Roman"/>
              </a:rPr>
              <a:t>o</a:t>
            </a:r>
            <a:r>
              <a:rPr lang="en-US" sz="1700" spc="-7" dirty="0">
                <a:latin typeface="Times New Roman"/>
                <a:cs typeface="Times New Roman"/>
              </a:rPr>
              <a:t>cc</a:t>
            </a:r>
            <a:r>
              <a:rPr lang="en-US" sz="1700" spc="-2" dirty="0">
                <a:latin typeface="Times New Roman"/>
                <a:cs typeface="Times New Roman"/>
              </a:rPr>
              <a:t>upies</a:t>
            </a:r>
            <a:r>
              <a:rPr lang="en-US" sz="1700" spc="55" dirty="0">
                <a:latin typeface="Times New Roman"/>
                <a:cs typeface="Times New Roman"/>
              </a:rPr>
              <a:t> </a:t>
            </a:r>
            <a:r>
              <a:rPr lang="en-US" sz="1700" spc="-5" dirty="0">
                <a:latin typeface="Times New Roman"/>
                <a:cs typeface="Times New Roman"/>
              </a:rPr>
              <a:t>a</a:t>
            </a:r>
            <a:r>
              <a:rPr lang="en-US" sz="1700" spc="-2" dirty="0">
                <a:latin typeface="Times New Roman"/>
                <a:cs typeface="Times New Roman"/>
              </a:rPr>
              <a:t> </a:t>
            </a:r>
            <a:r>
              <a:rPr lang="en-US" sz="1700" spc="-7" dirty="0">
                <a:latin typeface="Times New Roman"/>
                <a:cs typeface="Times New Roman"/>
              </a:rPr>
              <a:t>cac</a:t>
            </a:r>
            <a:r>
              <a:rPr lang="en-US" sz="1700" spc="5" dirty="0">
                <a:latin typeface="Times New Roman"/>
                <a:cs typeface="Times New Roman"/>
              </a:rPr>
              <a:t>h</a:t>
            </a:r>
            <a:r>
              <a:rPr lang="en-US" sz="1700" spc="-5" dirty="0">
                <a:latin typeface="Times New Roman"/>
                <a:cs typeface="Times New Roman"/>
              </a:rPr>
              <a:t>e</a:t>
            </a:r>
            <a:r>
              <a:rPr lang="en-US" sz="1700" spc="60" dirty="0">
                <a:latin typeface="Times New Roman"/>
                <a:cs typeface="Times New Roman"/>
              </a:rPr>
              <a:t> </a:t>
            </a:r>
            <a:r>
              <a:rPr lang="en-US" sz="1700" spc="-2" dirty="0">
                <a:latin typeface="Times New Roman"/>
                <a:cs typeface="Times New Roman"/>
              </a:rPr>
              <a:t>lin</a:t>
            </a:r>
            <a:r>
              <a:rPr lang="en-US" sz="1700" spc="-7" dirty="0">
                <a:latin typeface="Times New Roman"/>
                <a:cs typeface="Times New Roman"/>
              </a:rPr>
              <a:t>e</a:t>
            </a:r>
            <a:r>
              <a:rPr lang="en-US" sz="1700" dirty="0">
                <a:latin typeface="Times New Roman"/>
                <a:cs typeface="Times New Roman"/>
              </a:rPr>
              <a:t>.</a:t>
            </a:r>
            <a:r>
              <a:rPr lang="en-US" sz="1700" spc="63" dirty="0">
                <a:latin typeface="Times New Roman"/>
                <a:cs typeface="Times New Roman"/>
              </a:rPr>
              <a:t> </a:t>
            </a:r>
            <a:r>
              <a:rPr lang="en-US" sz="1700" spc="-5" dirty="0">
                <a:latin typeface="Times New Roman"/>
                <a:cs typeface="Times New Roman"/>
              </a:rPr>
              <a:t>The</a:t>
            </a:r>
            <a:r>
              <a:rPr lang="en-US" sz="1700" spc="65"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hoi</a:t>
            </a:r>
            <a:r>
              <a:rPr lang="en-US" sz="1700" spc="-2" dirty="0">
                <a:latin typeface="Times New Roman"/>
                <a:cs typeface="Times New Roman"/>
              </a:rPr>
              <a:t>c</a:t>
            </a:r>
            <a:r>
              <a:rPr lang="en-US" sz="1700" spc="-5" dirty="0">
                <a:latin typeface="Times New Roman"/>
                <a:cs typeface="Times New Roman"/>
              </a:rPr>
              <a:t>e</a:t>
            </a:r>
            <a:r>
              <a:rPr lang="en-US" sz="1700" spc="60" dirty="0">
                <a:latin typeface="Times New Roman"/>
                <a:cs typeface="Times New Roman"/>
              </a:rPr>
              <a:t> </a:t>
            </a:r>
            <a:r>
              <a:rPr lang="en-US" sz="1700" spc="5" dirty="0">
                <a:latin typeface="Times New Roman"/>
                <a:cs typeface="Times New Roman"/>
              </a:rPr>
              <a:t>o</a:t>
            </a:r>
            <a:r>
              <a:rPr lang="en-US" sz="1700" dirty="0">
                <a:latin typeface="Times New Roman"/>
                <a:cs typeface="Times New Roman"/>
              </a:rPr>
              <a:t>f</a:t>
            </a:r>
            <a:r>
              <a:rPr lang="en-US" sz="1700" spc="60" dirty="0">
                <a:latin typeface="Times New Roman"/>
                <a:cs typeface="Times New Roman"/>
              </a:rPr>
              <a:t> </a:t>
            </a:r>
            <a:r>
              <a:rPr lang="en-US" sz="1700" spc="-2" dirty="0">
                <a:latin typeface="Times New Roman"/>
                <a:cs typeface="Times New Roman"/>
              </a:rPr>
              <a:t>the</a:t>
            </a:r>
            <a:r>
              <a:rPr lang="en-US" sz="1700" spc="60" dirty="0">
                <a:latin typeface="Times New Roman"/>
                <a:cs typeface="Times New Roman"/>
              </a:rPr>
              <a:t> </a:t>
            </a:r>
            <a:r>
              <a:rPr lang="en-US" sz="1700" spc="-5" dirty="0">
                <a:latin typeface="Times New Roman"/>
                <a:cs typeface="Times New Roman"/>
              </a:rPr>
              <a:t>mapping</a:t>
            </a:r>
            <a:r>
              <a:rPr lang="en-US" sz="1700" spc="60" dirty="0">
                <a:latin typeface="Times New Roman"/>
                <a:cs typeface="Times New Roman"/>
              </a:rPr>
              <a:t> </a:t>
            </a:r>
            <a:r>
              <a:rPr lang="en-US" sz="1700" dirty="0">
                <a:latin typeface="Times New Roman"/>
                <a:cs typeface="Times New Roman"/>
              </a:rPr>
              <a:t>fu</a:t>
            </a:r>
            <a:r>
              <a:rPr lang="en-US" sz="1700" spc="2" dirty="0">
                <a:latin typeface="Times New Roman"/>
                <a:cs typeface="Times New Roman"/>
              </a:rPr>
              <a:t>n</a:t>
            </a:r>
            <a:r>
              <a:rPr lang="en-US" sz="1700" spc="-7" dirty="0">
                <a:latin typeface="Times New Roman"/>
                <a:cs typeface="Times New Roman"/>
              </a:rPr>
              <a:t>c</a:t>
            </a:r>
            <a:r>
              <a:rPr lang="en-US" sz="1700" spc="-2" dirty="0">
                <a:latin typeface="Times New Roman"/>
                <a:cs typeface="Times New Roman"/>
              </a:rPr>
              <a:t>ti</a:t>
            </a:r>
            <a:r>
              <a:rPr lang="en-US" sz="1700" dirty="0">
                <a:latin typeface="Times New Roman"/>
                <a:cs typeface="Times New Roman"/>
              </a:rPr>
              <a:t>on</a:t>
            </a:r>
            <a:r>
              <a:rPr lang="en-US" sz="1700" spc="67" dirty="0">
                <a:latin typeface="Times New Roman"/>
                <a:cs typeface="Times New Roman"/>
              </a:rPr>
              <a:t> </a:t>
            </a:r>
            <a:r>
              <a:rPr lang="en-US" sz="1700" spc="-2" dirty="0">
                <a:latin typeface="Times New Roman"/>
                <a:cs typeface="Times New Roman"/>
              </a:rPr>
              <a:t>dict</a:t>
            </a:r>
            <a:r>
              <a:rPr lang="en-US" sz="1700" spc="-7" dirty="0">
                <a:latin typeface="Times New Roman"/>
                <a:cs typeface="Times New Roman"/>
              </a:rPr>
              <a:t>a</a:t>
            </a:r>
            <a:r>
              <a:rPr lang="en-US" sz="1700" spc="-2" dirty="0">
                <a:latin typeface="Times New Roman"/>
                <a:cs typeface="Times New Roman"/>
              </a:rPr>
              <a:t>tes</a:t>
            </a:r>
            <a:r>
              <a:rPr lang="en-US" sz="1700" spc="60" dirty="0">
                <a:latin typeface="Times New Roman"/>
                <a:cs typeface="Times New Roman"/>
              </a:rPr>
              <a:t> </a:t>
            </a:r>
            <a:r>
              <a:rPr lang="en-US" sz="1700" dirty="0">
                <a:latin typeface="Times New Roman"/>
                <a:cs typeface="Times New Roman"/>
              </a:rPr>
              <a:t>how</a:t>
            </a:r>
            <a:r>
              <a:rPr lang="en-US" sz="1700" spc="60" dirty="0">
                <a:latin typeface="Times New Roman"/>
                <a:cs typeface="Times New Roman"/>
              </a:rPr>
              <a:t> </a:t>
            </a:r>
            <a:r>
              <a:rPr lang="en-US" sz="1700" spc="-2" dirty="0">
                <a:latin typeface="Times New Roman"/>
                <a:cs typeface="Times New Roman"/>
              </a:rPr>
              <a:t>the</a:t>
            </a:r>
            <a:r>
              <a:rPr lang="en-US" sz="1700" spc="67" dirty="0">
                <a:latin typeface="Times New Roman"/>
                <a:cs typeface="Times New Roman"/>
              </a:rPr>
              <a:t> </a:t>
            </a:r>
            <a:r>
              <a:rPr lang="en-US" sz="1700" spc="-7" dirty="0">
                <a:latin typeface="Times New Roman"/>
                <a:cs typeface="Times New Roman"/>
              </a:rPr>
              <a:t>c</a:t>
            </a:r>
            <a:r>
              <a:rPr lang="en-US" sz="1700" spc="-2" dirty="0">
                <a:latin typeface="Times New Roman"/>
                <a:cs typeface="Times New Roman"/>
              </a:rPr>
              <a:t>a</a:t>
            </a:r>
            <a:r>
              <a:rPr lang="en-US" sz="1700" spc="-7" dirty="0">
                <a:latin typeface="Times New Roman"/>
                <a:cs typeface="Times New Roman"/>
              </a:rPr>
              <a:t>c</a:t>
            </a:r>
            <a:r>
              <a:rPr lang="en-US" sz="1700" spc="-5" dirty="0">
                <a:latin typeface="Times New Roman"/>
                <a:cs typeface="Times New Roman"/>
              </a:rPr>
              <a:t>he</a:t>
            </a:r>
            <a:r>
              <a:rPr lang="en-US" sz="1700" spc="60" dirty="0">
                <a:latin typeface="Times New Roman"/>
                <a:cs typeface="Times New Roman"/>
              </a:rPr>
              <a:t> </a:t>
            </a:r>
            <a:r>
              <a:rPr lang="en-US" sz="1700" dirty="0">
                <a:latin typeface="Times New Roman"/>
                <a:cs typeface="Times New Roman"/>
              </a:rPr>
              <a:t>is</a:t>
            </a:r>
            <a:r>
              <a:rPr lang="en-US" sz="1700" spc="63" dirty="0">
                <a:latin typeface="Times New Roman"/>
                <a:cs typeface="Times New Roman"/>
              </a:rPr>
              <a:t> </a:t>
            </a:r>
            <a:r>
              <a:rPr lang="en-US" sz="1700" spc="-5" dirty="0">
                <a:latin typeface="Times New Roman"/>
                <a:cs typeface="Times New Roman"/>
              </a:rPr>
              <a:t>org</a:t>
            </a:r>
            <a:r>
              <a:rPr lang="en-US" sz="1700" spc="-10" dirty="0">
                <a:latin typeface="Times New Roman"/>
                <a:cs typeface="Times New Roman"/>
              </a:rPr>
              <a:t>a</a:t>
            </a:r>
            <a:r>
              <a:rPr lang="en-US" sz="1700" spc="-2" dirty="0">
                <a:latin typeface="Times New Roman"/>
                <a:cs typeface="Times New Roman"/>
              </a:rPr>
              <a:t>niz</a:t>
            </a:r>
            <a:r>
              <a:rPr lang="en-US" sz="1700" spc="-10" dirty="0">
                <a:latin typeface="Times New Roman"/>
                <a:cs typeface="Times New Roman"/>
              </a:rPr>
              <a:t>e</a:t>
            </a:r>
            <a:r>
              <a:rPr lang="en-US" sz="1700" dirty="0">
                <a:latin typeface="Times New Roman"/>
                <a:cs typeface="Times New Roman"/>
              </a:rPr>
              <a:t>d.</a:t>
            </a:r>
            <a:r>
              <a:rPr lang="en-US" sz="1700" spc="67" dirty="0">
                <a:latin typeface="Times New Roman"/>
                <a:cs typeface="Times New Roman"/>
              </a:rPr>
              <a:t> </a:t>
            </a:r>
            <a:r>
              <a:rPr lang="en-US" sz="1700" spc="-5" dirty="0">
                <a:latin typeface="Times New Roman"/>
                <a:cs typeface="Times New Roman"/>
              </a:rPr>
              <a:t>Thr</a:t>
            </a:r>
            <a:r>
              <a:rPr lang="en-US" sz="1700" spc="-2" dirty="0">
                <a:latin typeface="Times New Roman"/>
                <a:cs typeface="Times New Roman"/>
              </a:rPr>
              <a:t>e</a:t>
            </a:r>
            <a:r>
              <a:rPr lang="en-US" sz="1700" spc="-5" dirty="0">
                <a:latin typeface="Times New Roman"/>
                <a:cs typeface="Times New Roman"/>
              </a:rPr>
              <a:t>e</a:t>
            </a:r>
            <a:r>
              <a:rPr lang="en-US" sz="1700" spc="-2" dirty="0">
                <a:latin typeface="Times New Roman"/>
                <a:cs typeface="Times New Roman"/>
              </a:rPr>
              <a:t> te</a:t>
            </a:r>
            <a:r>
              <a:rPr lang="en-US" sz="1700" spc="-10" dirty="0">
                <a:latin typeface="Times New Roman"/>
                <a:cs typeface="Times New Roman"/>
              </a:rPr>
              <a:t>c</a:t>
            </a:r>
            <a:r>
              <a:rPr lang="en-US" sz="1700" spc="-5" dirty="0">
                <a:latin typeface="Times New Roman"/>
                <a:cs typeface="Times New Roman"/>
              </a:rPr>
              <a:t>hniques</a:t>
            </a:r>
            <a:r>
              <a:rPr lang="en-US" sz="1700" dirty="0">
                <a:latin typeface="Times New Roman"/>
                <a:cs typeface="Times New Roman"/>
              </a:rPr>
              <a:t> </a:t>
            </a:r>
            <a:r>
              <a:rPr lang="en-US" sz="1700" spc="-10" dirty="0">
                <a:latin typeface="Times New Roman"/>
                <a:cs typeface="Times New Roman"/>
              </a:rPr>
              <a:t>c</a:t>
            </a:r>
            <a:r>
              <a:rPr lang="en-US" sz="1700" spc="-7" dirty="0">
                <a:latin typeface="Times New Roman"/>
                <a:cs typeface="Times New Roman"/>
              </a:rPr>
              <a:t>a</a:t>
            </a:r>
            <a:r>
              <a:rPr lang="en-US" sz="1700" dirty="0">
                <a:latin typeface="Times New Roman"/>
                <a:cs typeface="Times New Roman"/>
              </a:rPr>
              <a:t>n </a:t>
            </a:r>
            <a:r>
              <a:rPr lang="en-US" sz="1700" spc="5" dirty="0">
                <a:latin typeface="Times New Roman"/>
                <a:cs typeface="Times New Roman"/>
              </a:rPr>
              <a:t>b</a:t>
            </a:r>
            <a:r>
              <a:rPr lang="en-US" sz="1700" spc="-5" dirty="0">
                <a:latin typeface="Times New Roman"/>
                <a:cs typeface="Times New Roman"/>
              </a:rPr>
              <a:t>e</a:t>
            </a:r>
            <a:r>
              <a:rPr lang="en-US" sz="1700" spc="-2" dirty="0">
                <a:latin typeface="Times New Roman"/>
                <a:cs typeface="Times New Roman"/>
              </a:rPr>
              <a:t> </a:t>
            </a:r>
            <a:r>
              <a:rPr lang="en-US" sz="1700" dirty="0">
                <a:latin typeface="Times New Roman"/>
                <a:cs typeface="Times New Roman"/>
              </a:rPr>
              <a:t>us</a:t>
            </a:r>
            <a:r>
              <a:rPr lang="en-US" sz="1700" spc="-2" dirty="0">
                <a:latin typeface="Times New Roman"/>
                <a:cs typeface="Times New Roman"/>
              </a:rPr>
              <a:t>ed:</a:t>
            </a:r>
            <a:r>
              <a:rPr lang="en-US" sz="1700" dirty="0">
                <a:latin typeface="Times New Roman"/>
                <a:cs typeface="Times New Roman"/>
              </a:rPr>
              <a:t> </a:t>
            </a:r>
            <a:r>
              <a:rPr lang="en-US" sz="1700" spc="5" dirty="0">
                <a:latin typeface="Times New Roman"/>
                <a:cs typeface="Times New Roman"/>
              </a:rPr>
              <a:t>d</a:t>
            </a:r>
            <a:r>
              <a:rPr lang="en-US" sz="1700" spc="-2" dirty="0">
                <a:latin typeface="Times New Roman"/>
                <a:cs typeface="Times New Roman"/>
              </a:rPr>
              <a:t>ir</a:t>
            </a:r>
            <a:r>
              <a:rPr lang="en-US" sz="1700" spc="-10" dirty="0">
                <a:latin typeface="Times New Roman"/>
                <a:cs typeface="Times New Roman"/>
              </a:rPr>
              <a:t>e</a:t>
            </a:r>
            <a:r>
              <a:rPr lang="en-US" sz="1700" spc="-7" dirty="0">
                <a:latin typeface="Times New Roman"/>
                <a:cs typeface="Times New Roman"/>
              </a:rPr>
              <a:t>c</a:t>
            </a:r>
            <a:r>
              <a:rPr lang="en-US" sz="1700" spc="-2" dirty="0">
                <a:latin typeface="Times New Roman"/>
                <a:cs typeface="Times New Roman"/>
              </a:rPr>
              <a:t>t, </a:t>
            </a:r>
            <a:r>
              <a:rPr lang="en-US" sz="1700" dirty="0">
                <a:latin typeface="Times New Roman"/>
                <a:cs typeface="Times New Roman"/>
              </a:rPr>
              <a:t>asso</a:t>
            </a:r>
            <a:r>
              <a:rPr lang="en-US" sz="1700" spc="-5" dirty="0">
                <a:latin typeface="Times New Roman"/>
                <a:cs typeface="Times New Roman"/>
              </a:rPr>
              <a:t>c</a:t>
            </a:r>
            <a:r>
              <a:rPr lang="en-US" sz="1700" spc="-2" dirty="0">
                <a:latin typeface="Times New Roman"/>
                <a:cs typeface="Times New Roman"/>
              </a:rPr>
              <a:t>iative,</a:t>
            </a:r>
            <a:r>
              <a:rPr lang="en-US" sz="1700" spc="2"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 </a:t>
            </a:r>
            <a:r>
              <a:rPr lang="en-US" sz="1700" spc="-2" dirty="0">
                <a:latin typeface="Times New Roman"/>
                <a:cs typeface="Times New Roman"/>
              </a:rPr>
              <a:t>se</a:t>
            </a:r>
            <a:r>
              <a:rPr lang="en-US" sz="1700" spc="5" dirty="0">
                <a:latin typeface="Times New Roman"/>
                <a:cs typeface="Times New Roman"/>
              </a:rPr>
              <a:t>t</a:t>
            </a:r>
            <a:r>
              <a:rPr lang="en-US" sz="1700" spc="-2" dirty="0">
                <a:latin typeface="Times New Roman"/>
                <a:cs typeface="Times New Roman"/>
              </a:rPr>
              <a:t>-</a:t>
            </a:r>
            <a:r>
              <a:rPr lang="en-US" sz="1700" spc="-5" dirty="0">
                <a:latin typeface="Times New Roman"/>
                <a:cs typeface="Times New Roman"/>
              </a:rPr>
              <a:t>associa</a:t>
            </a:r>
            <a:r>
              <a:rPr lang="en-US" sz="1700" spc="-2" dirty="0">
                <a:latin typeface="Times New Roman"/>
                <a:cs typeface="Times New Roman"/>
              </a:rPr>
              <a:t>tiv</a:t>
            </a:r>
            <a:r>
              <a:rPr lang="en-US" sz="1700" spc="-7" dirty="0">
                <a:latin typeface="Times New Roman"/>
                <a:cs typeface="Times New Roman"/>
              </a:rPr>
              <a:t>e</a:t>
            </a:r>
            <a:r>
              <a:rPr lang="en-US" sz="1700" dirty="0">
                <a:latin typeface="Times New Roman"/>
                <a:cs typeface="Times New Roman"/>
              </a:rPr>
              <a:t>.</a:t>
            </a:r>
          </a:p>
        </p:txBody>
      </p:sp>
      <p:sp>
        <p:nvSpPr>
          <p:cNvPr id="4" name="object 2"/>
          <p:cNvSpPr txBox="1"/>
          <p:nvPr/>
        </p:nvSpPr>
        <p:spPr>
          <a:xfrm>
            <a:off x="1014006" y="2979621"/>
            <a:ext cx="7063194" cy="1097736"/>
          </a:xfrm>
          <a:prstGeom prst="rect">
            <a:avLst/>
          </a:prstGeom>
        </p:spPr>
        <p:txBody>
          <a:bodyPr vert="horz" wrap="square" lIns="0" tIns="0" rIns="0" bIns="0" rtlCol="0">
            <a:spAutoFit/>
          </a:bodyPr>
          <a:lstStyle/>
          <a:p>
            <a:pPr marL="6109" algn="just"/>
            <a:r>
              <a:rPr sz="1700" b="1" spc="-2" dirty="0">
                <a:latin typeface="Times New Roman"/>
                <a:cs typeface="Times New Roman"/>
              </a:rPr>
              <a:t>Ca</a:t>
            </a:r>
            <a:r>
              <a:rPr sz="1700" b="1" spc="-5"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a:t>
            </a:r>
            <a:r>
              <a:rPr sz="1700" b="1" dirty="0">
                <a:latin typeface="Times New Roman"/>
                <a:cs typeface="Times New Roman"/>
              </a:rPr>
              <a:t>vs</a:t>
            </a:r>
            <a:r>
              <a:rPr sz="1700" b="1" spc="-2" dirty="0">
                <a:latin typeface="Times New Roman"/>
                <a:cs typeface="Times New Roman"/>
              </a:rPr>
              <a:t> RA</a:t>
            </a:r>
            <a:r>
              <a:rPr sz="1700" b="1" spc="-7" dirty="0">
                <a:latin typeface="Times New Roman"/>
                <a:cs typeface="Times New Roman"/>
              </a:rPr>
              <a:t>M</a:t>
            </a:r>
            <a:endParaRPr sz="1700" dirty="0">
              <a:latin typeface="Times New Roman"/>
              <a:cs typeface="Times New Roman"/>
            </a:endParaRPr>
          </a:p>
          <a:p>
            <a:pPr marL="6109" marR="3054" algn="just">
              <a:spcBef>
                <a:spcPts val="404"/>
              </a:spcBef>
            </a:pPr>
            <a:r>
              <a:rPr sz="1700" spc="-7" dirty="0">
                <a:latin typeface="Times New Roman"/>
                <a:cs typeface="Times New Roman"/>
              </a:rPr>
              <a:t>Althoug</a:t>
            </a:r>
            <a:r>
              <a:rPr sz="1700" spc="-5" dirty="0">
                <a:latin typeface="Times New Roman"/>
                <a:cs typeface="Times New Roman"/>
              </a:rPr>
              <a:t>h</a:t>
            </a:r>
            <a:r>
              <a:rPr sz="1700" spc="-17" dirty="0">
                <a:latin typeface="Times New Roman"/>
                <a:cs typeface="Times New Roman"/>
              </a:rPr>
              <a:t> </a:t>
            </a:r>
            <a:r>
              <a:rPr sz="1700" spc="-5" dirty="0">
                <a:latin typeface="Times New Roman"/>
                <a:cs typeface="Times New Roman"/>
              </a:rPr>
              <a:t>C</a:t>
            </a:r>
            <a:r>
              <a:rPr sz="1700" spc="-7" dirty="0">
                <a:latin typeface="Times New Roman"/>
                <a:cs typeface="Times New Roman"/>
              </a:rPr>
              <a:t>ac</a:t>
            </a:r>
            <a:r>
              <a:rPr sz="1700" spc="-5" dirty="0">
                <a:latin typeface="Times New Roman"/>
                <a:cs typeface="Times New Roman"/>
              </a:rPr>
              <a:t>he</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9" dirty="0">
                <a:latin typeface="Times New Roman"/>
                <a:cs typeface="Times New Roman"/>
              </a:rPr>
              <a:t> </a:t>
            </a:r>
            <a:r>
              <a:rPr sz="1700" spc="-5" dirty="0">
                <a:latin typeface="Times New Roman"/>
                <a:cs typeface="Times New Roman"/>
              </a:rPr>
              <a:t>R</a:t>
            </a:r>
            <a:r>
              <a:rPr sz="1700" spc="2" dirty="0">
                <a:latin typeface="Times New Roman"/>
                <a:cs typeface="Times New Roman"/>
              </a:rPr>
              <a:t>A</a:t>
            </a:r>
            <a:r>
              <a:rPr sz="1700" dirty="0">
                <a:latin typeface="Times New Roman"/>
                <a:cs typeface="Times New Roman"/>
              </a:rPr>
              <a:t>M</a:t>
            </a:r>
            <a:r>
              <a:rPr sz="1700" spc="-17" dirty="0">
                <a:latin typeface="Times New Roman"/>
                <a:cs typeface="Times New Roman"/>
              </a:rPr>
              <a:t> </a:t>
            </a:r>
            <a:r>
              <a:rPr sz="1700" spc="-5" dirty="0">
                <a:latin typeface="Times New Roman"/>
                <a:cs typeface="Times New Roman"/>
              </a:rPr>
              <a:t>both</a:t>
            </a:r>
            <a:r>
              <a:rPr sz="1700" spc="-17"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17"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19" dirty="0">
                <a:latin typeface="Times New Roman"/>
                <a:cs typeface="Times New Roman"/>
              </a:rPr>
              <a:t> </a:t>
            </a:r>
            <a:r>
              <a:rPr sz="1700" spc="-2" dirty="0">
                <a:latin typeface="Times New Roman"/>
                <a:cs typeface="Times New Roman"/>
              </a:rPr>
              <a:t>to</a:t>
            </a:r>
            <a:r>
              <a:rPr sz="1700" spc="-17" dirty="0">
                <a:latin typeface="Times New Roman"/>
                <a:cs typeface="Times New Roman"/>
              </a:rPr>
              <a:t> </a:t>
            </a:r>
            <a:r>
              <a:rPr sz="1700" spc="-2" dirty="0">
                <a:latin typeface="Times New Roman"/>
                <a:cs typeface="Times New Roman"/>
              </a:rPr>
              <a:t>increas</a:t>
            </a:r>
            <a:r>
              <a:rPr sz="1700" dirty="0">
                <a:latin typeface="Times New Roman"/>
                <a:cs typeface="Times New Roman"/>
              </a:rPr>
              <a:t>e</a:t>
            </a:r>
            <a:r>
              <a:rPr sz="1700" spc="-19"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5" dirty="0">
                <a:latin typeface="Times New Roman"/>
                <a:cs typeface="Times New Roman"/>
              </a:rPr>
              <a:t>p</a:t>
            </a:r>
            <a:r>
              <a:rPr sz="1700" spc="-2" dirty="0">
                <a:latin typeface="Times New Roman"/>
                <a:cs typeface="Times New Roman"/>
              </a:rPr>
              <a:t>e</a:t>
            </a:r>
            <a:r>
              <a:rPr sz="1700" dirty="0">
                <a:latin typeface="Times New Roman"/>
                <a:cs typeface="Times New Roman"/>
              </a:rPr>
              <a:t>r</a:t>
            </a:r>
            <a:r>
              <a:rPr sz="1700" spc="-5" dirty="0">
                <a:latin typeface="Times New Roman"/>
                <a:cs typeface="Times New Roman"/>
              </a:rPr>
              <a:t>f</a:t>
            </a:r>
            <a:r>
              <a:rPr sz="1700" spc="-2" dirty="0">
                <a:latin typeface="Times New Roman"/>
                <a:cs typeface="Times New Roman"/>
              </a:rPr>
              <a:t>orm</a:t>
            </a:r>
            <a:r>
              <a:rPr sz="1700" spc="-7" dirty="0">
                <a:latin typeface="Times New Roman"/>
                <a:cs typeface="Times New Roman"/>
              </a:rPr>
              <a:t>a</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14" dirty="0">
                <a:latin typeface="Times New Roman"/>
                <a:cs typeface="Times New Roman"/>
              </a:rPr>
              <a:t> </a:t>
            </a:r>
            <a:r>
              <a:rPr sz="1700" dirty="0">
                <a:latin typeface="Times New Roman"/>
                <a:cs typeface="Times New Roman"/>
              </a:rPr>
              <a:t>of</a:t>
            </a:r>
            <a:r>
              <a:rPr sz="1700" spc="-19"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17" dirty="0">
                <a:latin typeface="Times New Roman"/>
                <a:cs typeface="Times New Roman"/>
              </a:rPr>
              <a:t> </a:t>
            </a:r>
            <a:r>
              <a:rPr sz="1700" spc="-2" dirty="0">
                <a:latin typeface="Times New Roman"/>
                <a:cs typeface="Times New Roman"/>
              </a:rPr>
              <a:t>the</a:t>
            </a:r>
            <a:r>
              <a:rPr sz="1700" spc="-7" dirty="0">
                <a:latin typeface="Times New Roman"/>
                <a:cs typeface="Times New Roman"/>
              </a:rPr>
              <a:t>r</a:t>
            </a:r>
            <a:r>
              <a:rPr sz="1700" spc="-5" dirty="0">
                <a:latin typeface="Times New Roman"/>
                <a:cs typeface="Times New Roman"/>
              </a:rPr>
              <a:t>e</a:t>
            </a:r>
            <a:r>
              <a:rPr sz="1700" spc="-14" dirty="0">
                <a:latin typeface="Times New Roman"/>
                <a:cs typeface="Times New Roman"/>
              </a:rPr>
              <a:t> </a:t>
            </a:r>
            <a:r>
              <a:rPr sz="1700" spc="-7" dirty="0">
                <a:latin typeface="Times New Roman"/>
                <a:cs typeface="Times New Roman"/>
              </a:rPr>
              <a:t>e</a:t>
            </a:r>
            <a:r>
              <a:rPr sz="1700" spc="-2" dirty="0">
                <a:latin typeface="Times New Roman"/>
                <a:cs typeface="Times New Roman"/>
              </a:rPr>
              <a:t>xis</a:t>
            </a:r>
            <a:r>
              <a:rPr sz="1700" dirty="0">
                <a:latin typeface="Times New Roman"/>
                <a:cs typeface="Times New Roman"/>
              </a:rPr>
              <a:t>ts </a:t>
            </a:r>
            <a:r>
              <a:rPr sz="1700" spc="-5" dirty="0">
                <a:latin typeface="Times New Roman"/>
                <a:cs typeface="Times New Roman"/>
              </a:rPr>
              <a:t>a</a:t>
            </a:r>
            <a:r>
              <a:rPr sz="1700" spc="-2" dirty="0">
                <a:latin typeface="Times New Roman"/>
                <a:cs typeface="Times New Roman"/>
              </a:rPr>
              <a:t> lot</a:t>
            </a:r>
            <a:r>
              <a:rPr sz="1700" dirty="0">
                <a:latin typeface="Times New Roman"/>
                <a:cs typeface="Times New Roman"/>
              </a:rPr>
              <a:t> of </a:t>
            </a:r>
            <a:r>
              <a:rPr sz="1700" spc="-2" dirty="0">
                <a:latin typeface="Times New Roman"/>
                <a:cs typeface="Times New Roman"/>
              </a:rPr>
              <a:t>di</a:t>
            </a:r>
            <a:r>
              <a:rPr sz="1700" spc="-5" dirty="0">
                <a:latin typeface="Times New Roman"/>
                <a:cs typeface="Times New Roman"/>
              </a:rPr>
              <a:t>f</a:t>
            </a:r>
            <a:r>
              <a:rPr sz="1700" spc="-2" dirty="0">
                <a:latin typeface="Times New Roman"/>
                <a:cs typeface="Times New Roman"/>
              </a:rPr>
              <a:t>f</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e</a:t>
            </a:r>
            <a:r>
              <a:rPr sz="1700" spc="-5" dirty="0">
                <a:latin typeface="Times New Roman"/>
                <a:cs typeface="Times New Roman"/>
              </a:rPr>
              <a:t>n</a:t>
            </a:r>
            <a:r>
              <a:rPr sz="1700" spc="-2" dirty="0">
                <a:latin typeface="Times New Roman"/>
                <a:cs typeface="Times New Roman"/>
              </a:rPr>
              <a:t>c</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in wh</a:t>
            </a:r>
            <a:r>
              <a:rPr sz="1700" dirty="0">
                <a:latin typeface="Times New Roman"/>
                <a:cs typeface="Times New Roman"/>
              </a:rPr>
              <a:t>i</a:t>
            </a:r>
            <a:r>
              <a:rPr sz="1700" spc="-7" dirty="0">
                <a:latin typeface="Times New Roman"/>
                <a:cs typeface="Times New Roman"/>
              </a:rPr>
              <a:t>c</a:t>
            </a:r>
            <a:r>
              <a:rPr sz="1700" dirty="0">
                <a:latin typeface="Times New Roman"/>
                <a:cs typeface="Times New Roman"/>
              </a:rPr>
              <a:t>h </a:t>
            </a:r>
            <a:r>
              <a:rPr sz="1700" spc="-5" dirty="0">
                <a:latin typeface="Times New Roman"/>
                <a:cs typeface="Times New Roman"/>
              </a:rPr>
              <a:t>they</a:t>
            </a:r>
            <a:r>
              <a:rPr sz="1700" spc="-2" dirty="0">
                <a:latin typeface="Times New Roman"/>
                <a:cs typeface="Times New Roman"/>
              </a:rPr>
              <a:t> </a:t>
            </a:r>
            <a:r>
              <a:rPr sz="1700" spc="-5" dirty="0">
                <a:latin typeface="Times New Roman"/>
                <a:cs typeface="Times New Roman"/>
              </a:rPr>
              <a:t>op</a:t>
            </a:r>
            <a:r>
              <a:rPr sz="1700" spc="-10"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dirty="0">
                <a:latin typeface="Times New Roman"/>
                <a:cs typeface="Times New Roman"/>
              </a:rPr>
              <a:t>t</a:t>
            </a:r>
            <a:r>
              <a:rPr sz="1700" spc="-5" dirty="0">
                <a:latin typeface="Times New Roman"/>
                <a:cs typeface="Times New Roman"/>
              </a:rPr>
              <a:t>e</a:t>
            </a:r>
            <a:r>
              <a:rPr sz="1700" spc="-2" dirty="0">
                <a:latin typeface="Times New Roman"/>
                <a:cs typeface="Times New Roman"/>
              </a:rPr>
              <a:t> to in</a:t>
            </a:r>
            <a:r>
              <a:rPr sz="1700" spc="-7" dirty="0">
                <a:latin typeface="Times New Roman"/>
                <a:cs typeface="Times New Roman"/>
              </a:rPr>
              <a:t>c</a:t>
            </a:r>
            <a:r>
              <a:rPr sz="1700" spc="-2" dirty="0">
                <a:latin typeface="Times New Roman"/>
                <a:cs typeface="Times New Roman"/>
              </a:rPr>
              <a:t>reas</a:t>
            </a:r>
            <a:r>
              <a:rPr sz="1700" dirty="0">
                <a:latin typeface="Times New Roman"/>
                <a:cs typeface="Times New Roman"/>
              </a:rPr>
              <a:t>e</a:t>
            </a:r>
            <a:r>
              <a:rPr sz="1700" spc="-2" dirty="0">
                <a:latin typeface="Times New Roman"/>
                <a:cs typeface="Times New Roman"/>
              </a:rPr>
              <a:t> the </a:t>
            </a:r>
            <a:r>
              <a:rPr sz="1700" spc="-10" dirty="0">
                <a:latin typeface="Times New Roman"/>
                <a:cs typeface="Times New Roman"/>
              </a:rPr>
              <a:t>e</a:t>
            </a:r>
            <a:r>
              <a:rPr sz="1700" dirty="0">
                <a:latin typeface="Times New Roman"/>
                <a:cs typeface="Times New Roman"/>
              </a:rPr>
              <a:t>f</a:t>
            </a:r>
            <a:r>
              <a:rPr sz="1700" spc="-5" dirty="0">
                <a:latin typeface="Times New Roman"/>
                <a:cs typeface="Times New Roman"/>
              </a:rPr>
              <a:t>f</a:t>
            </a:r>
            <a:r>
              <a:rPr sz="1700" dirty="0">
                <a:latin typeface="Times New Roman"/>
                <a:cs typeface="Times New Roman"/>
              </a:rPr>
              <a:t>i</a:t>
            </a:r>
            <a:r>
              <a:rPr sz="1700" spc="-7" dirty="0">
                <a:latin typeface="Times New Roman"/>
                <a:cs typeface="Times New Roman"/>
              </a:rPr>
              <a:t>c</a:t>
            </a:r>
            <a:r>
              <a:rPr sz="1700" spc="-2" dirty="0">
                <a:latin typeface="Times New Roman"/>
                <a:cs typeface="Times New Roman"/>
              </a:rPr>
              <a:t>ien</a:t>
            </a:r>
            <a:r>
              <a:rPr sz="1700" spc="-10" dirty="0">
                <a:latin typeface="Times New Roman"/>
                <a:cs typeface="Times New Roman"/>
              </a:rPr>
              <a:t>c</a:t>
            </a:r>
            <a:r>
              <a:rPr sz="1700" dirty="0">
                <a:latin typeface="Times New Roman"/>
                <a:cs typeface="Times New Roman"/>
              </a:rPr>
              <a:t>y </a:t>
            </a:r>
            <a:r>
              <a:rPr sz="1700" spc="5" dirty="0">
                <a:latin typeface="Times New Roman"/>
                <a:cs typeface="Times New Roman"/>
              </a:rPr>
              <a:t>o</a:t>
            </a:r>
            <a:r>
              <a:rPr sz="1700" dirty="0">
                <a:latin typeface="Times New Roman"/>
                <a:cs typeface="Times New Roman"/>
              </a:rPr>
              <a:t>f </a:t>
            </a:r>
            <a:r>
              <a:rPr sz="1700" spc="-2" dirty="0">
                <a:latin typeface="Times New Roman"/>
                <a:cs typeface="Times New Roman"/>
              </a:rPr>
              <a:t>the</a:t>
            </a:r>
            <a:r>
              <a:rPr sz="1700" spc="-5" dirty="0">
                <a:latin typeface="Times New Roman"/>
                <a:cs typeface="Times New Roman"/>
              </a:rPr>
              <a:t> </a:t>
            </a:r>
            <a:r>
              <a:rPr sz="1700" spc="5" dirty="0">
                <a:latin typeface="Times New Roman"/>
                <a:cs typeface="Times New Roman"/>
              </a:rPr>
              <a:t>s</a:t>
            </a:r>
            <a:r>
              <a:rPr sz="1700" spc="-5" dirty="0">
                <a:latin typeface="Times New Roman"/>
                <a:cs typeface="Times New Roman"/>
              </a:rPr>
              <a:t>ystem.</a:t>
            </a:r>
            <a:endParaRPr sz="1700" dirty="0">
              <a:latin typeface="Times New Roman"/>
              <a:cs typeface="Times New Roman"/>
            </a:endParaRPr>
          </a:p>
        </p:txBody>
      </p:sp>
    </p:spTree>
    <p:extLst>
      <p:ext uri="{BB962C8B-B14F-4D97-AF65-F5344CB8AC3E}">
        <p14:creationId xmlns:p14="http://schemas.microsoft.com/office/powerpoint/2010/main" val="8384384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35D1E-7EEF-17CD-1621-F2213E9648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95F9F87-8A1D-6178-06E6-59138A66A504}"/>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67BDEC8D-F234-9063-BFE4-EA6DDB15F9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2A3296D1-72A6-C505-1B34-5A296CA1188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5229B25-155D-77EC-F100-279F18557B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graphicFrame>
        <p:nvGraphicFramePr>
          <p:cNvPr id="4" name="object 3"/>
          <p:cNvGraphicFramePr>
            <a:graphicFrameLocks noGrp="1"/>
          </p:cNvGraphicFramePr>
          <p:nvPr>
            <p:extLst>
              <p:ext uri="{D42A27DB-BD31-4B8C-83A1-F6EECF244321}">
                <p14:modId xmlns:p14="http://schemas.microsoft.com/office/powerpoint/2010/main" val="3455369001"/>
              </p:ext>
            </p:extLst>
          </p:nvPr>
        </p:nvGraphicFramePr>
        <p:xfrm>
          <a:off x="876300" y="1123950"/>
          <a:ext cx="7391400" cy="1560215"/>
        </p:xfrm>
        <a:graphic>
          <a:graphicData uri="http://schemas.openxmlformats.org/drawingml/2006/table">
            <a:tbl>
              <a:tblPr firstRow="1" bandRow="1">
                <a:tableStyleId>{2D5ABB26-0587-4C30-8999-92F81FD0307C}</a:tableStyleId>
              </a:tblPr>
              <a:tblGrid>
                <a:gridCol w="3861799">
                  <a:extLst>
                    <a:ext uri="{9D8B030D-6E8A-4147-A177-3AD203B41FA5}">
                      <a16:colId xmlns:a16="http://schemas.microsoft.com/office/drawing/2014/main" val="20000"/>
                    </a:ext>
                  </a:extLst>
                </a:gridCol>
                <a:gridCol w="3529601">
                  <a:extLst>
                    <a:ext uri="{9D8B030D-6E8A-4147-A177-3AD203B41FA5}">
                      <a16:colId xmlns:a16="http://schemas.microsoft.com/office/drawing/2014/main" val="20001"/>
                    </a:ext>
                  </a:extLst>
                </a:gridCol>
              </a:tblGrid>
              <a:tr h="264815">
                <a:tc>
                  <a:txBody>
                    <a:bodyPr/>
                    <a:lstStyle/>
                    <a:p>
                      <a:pPr marL="92075">
                        <a:lnSpc>
                          <a:spcPct val="100000"/>
                        </a:lnSpc>
                      </a:pPr>
                      <a:r>
                        <a:rPr sz="1700" b="1" spc="-5" dirty="0">
                          <a:latin typeface="Times New Roman"/>
                          <a:cs typeface="Times New Roman"/>
                        </a:rPr>
                        <a:t>RAM</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92075">
                        <a:lnSpc>
                          <a:spcPct val="100000"/>
                        </a:lnSpc>
                      </a:pPr>
                      <a:r>
                        <a:rPr sz="1700" b="1" spc="-5" dirty="0">
                          <a:latin typeface="Times New Roman"/>
                          <a:cs typeface="Times New Roman"/>
                        </a:rPr>
                        <a:t>Ca</a:t>
                      </a:r>
                      <a:r>
                        <a:rPr sz="1700" b="1" spc="-10" dirty="0">
                          <a:latin typeface="Times New Roman"/>
                          <a:cs typeface="Times New Roman"/>
                        </a:rPr>
                        <a:t>c</a:t>
                      </a:r>
                      <a:r>
                        <a:rPr sz="1700" b="1" dirty="0">
                          <a:latin typeface="Times New Roman"/>
                          <a:cs typeface="Times New Roman"/>
                        </a:rPr>
                        <a:t>he</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0"/>
                  </a:ext>
                </a:extLst>
              </a:tr>
              <a:tr h="433226">
                <a:tc>
                  <a:txBody>
                    <a:bodyPr/>
                    <a:lstStyle/>
                    <a:p>
                      <a:pPr marL="92075" marR="85725">
                        <a:lnSpc>
                          <a:spcPct val="100000"/>
                        </a:lnSpc>
                      </a:pPr>
                      <a:r>
                        <a:rPr sz="1700" dirty="0">
                          <a:latin typeface="Times New Roman"/>
                          <a:cs typeface="Times New Roman"/>
                        </a:rPr>
                        <a:t>R</a:t>
                      </a:r>
                      <a:r>
                        <a:rPr sz="1700" spc="-5" dirty="0">
                          <a:latin typeface="Times New Roman"/>
                          <a:cs typeface="Times New Roman"/>
                        </a:rPr>
                        <a:t>A</a:t>
                      </a:r>
                      <a:r>
                        <a:rPr sz="1700" dirty="0">
                          <a:latin typeface="Times New Roman"/>
                          <a:cs typeface="Times New Roman"/>
                        </a:rPr>
                        <a:t>M  </a:t>
                      </a:r>
                      <a:r>
                        <a:rPr sz="1700" spc="-125" dirty="0">
                          <a:latin typeface="Times New Roman"/>
                          <a:cs typeface="Times New Roman"/>
                        </a:rPr>
                        <a:t> </a:t>
                      </a:r>
                      <a:r>
                        <a:rPr sz="1700" dirty="0">
                          <a:latin typeface="Times New Roman"/>
                          <a:cs typeface="Times New Roman"/>
                        </a:rPr>
                        <a:t>is  </a:t>
                      </a:r>
                      <a:r>
                        <a:rPr sz="1700" spc="-120" dirty="0">
                          <a:latin typeface="Times New Roman"/>
                          <a:cs typeface="Times New Roman"/>
                        </a:rPr>
                        <a:t> </a:t>
                      </a:r>
                      <a:r>
                        <a:rPr sz="1700" dirty="0">
                          <a:latin typeface="Times New Roman"/>
                          <a:cs typeface="Times New Roman"/>
                        </a:rPr>
                        <a:t>la</a:t>
                      </a:r>
                      <a:r>
                        <a:rPr sz="1700" spc="-10" dirty="0">
                          <a:latin typeface="Times New Roman"/>
                          <a:cs typeface="Times New Roman"/>
                        </a:rPr>
                        <a:t>r</a:t>
                      </a:r>
                      <a:r>
                        <a:rPr sz="1700" dirty="0">
                          <a:latin typeface="Times New Roman"/>
                          <a:cs typeface="Times New Roman"/>
                        </a:rPr>
                        <a:t>g</a:t>
                      </a:r>
                      <a:r>
                        <a:rPr sz="1700" spc="5" dirty="0">
                          <a:latin typeface="Times New Roman"/>
                          <a:cs typeface="Times New Roman"/>
                        </a:rPr>
                        <a:t>e</a:t>
                      </a:r>
                      <a:r>
                        <a:rPr sz="1700" dirty="0">
                          <a:latin typeface="Times New Roman"/>
                          <a:cs typeface="Times New Roman"/>
                        </a:rPr>
                        <a:t>r  </a:t>
                      </a:r>
                      <a:r>
                        <a:rPr sz="1700" spc="-125" dirty="0">
                          <a:latin typeface="Times New Roman"/>
                          <a:cs typeface="Times New Roman"/>
                        </a:rPr>
                        <a:t> </a:t>
                      </a:r>
                      <a:r>
                        <a:rPr sz="1700" dirty="0">
                          <a:latin typeface="Times New Roman"/>
                          <a:cs typeface="Times New Roman"/>
                        </a:rPr>
                        <a:t>in  </a:t>
                      </a:r>
                      <a:r>
                        <a:rPr sz="1700" spc="-120" dirty="0">
                          <a:latin typeface="Times New Roman"/>
                          <a:cs typeface="Times New Roman"/>
                        </a:rPr>
                        <a:t> </a:t>
                      </a:r>
                      <a:r>
                        <a:rPr sz="1700" spc="-5" dirty="0">
                          <a:latin typeface="Times New Roman"/>
                          <a:cs typeface="Times New Roman"/>
                        </a:rPr>
                        <a:t>si</a:t>
                      </a:r>
                      <a:r>
                        <a:rPr sz="1700" spc="10" dirty="0">
                          <a:latin typeface="Times New Roman"/>
                          <a:cs typeface="Times New Roman"/>
                        </a:rPr>
                        <a:t>z</a:t>
                      </a:r>
                      <a:r>
                        <a:rPr sz="1700" dirty="0">
                          <a:latin typeface="Times New Roman"/>
                          <a:cs typeface="Times New Roman"/>
                        </a:rPr>
                        <a:t>e  </a:t>
                      </a:r>
                      <a:r>
                        <a:rPr sz="1700" spc="-114" dirty="0">
                          <a:latin typeface="Times New Roman"/>
                          <a:cs typeface="Times New Roman"/>
                        </a:rPr>
                        <a:t> </a:t>
                      </a:r>
                      <a:r>
                        <a:rPr sz="1700" spc="-5" dirty="0">
                          <a:latin typeface="Times New Roman"/>
                          <a:cs typeface="Times New Roman"/>
                        </a:rPr>
                        <a:t>c</a:t>
                      </a:r>
                      <a:r>
                        <a:rPr sz="1700" dirty="0">
                          <a:latin typeface="Times New Roman"/>
                          <a:cs typeface="Times New Roman"/>
                        </a:rPr>
                        <a:t>ompa</a:t>
                      </a:r>
                      <a:r>
                        <a:rPr sz="1700" spc="5" dirty="0">
                          <a:latin typeface="Times New Roman"/>
                          <a:cs typeface="Times New Roman"/>
                        </a:rPr>
                        <a:t>r</a:t>
                      </a:r>
                      <a:r>
                        <a:rPr sz="1700" spc="-5" dirty="0">
                          <a:latin typeface="Times New Roman"/>
                          <a:cs typeface="Times New Roman"/>
                        </a:rPr>
                        <a:t>e</a:t>
                      </a:r>
                      <a:r>
                        <a:rPr sz="1700" dirty="0">
                          <a:latin typeface="Times New Roman"/>
                          <a:cs typeface="Times New Roman"/>
                        </a:rPr>
                        <a:t>d  </a:t>
                      </a:r>
                      <a:r>
                        <a:rPr sz="1700" spc="-125" dirty="0">
                          <a:latin typeface="Times New Roman"/>
                          <a:cs typeface="Times New Roman"/>
                        </a:rPr>
                        <a:t> </a:t>
                      </a:r>
                      <a:r>
                        <a:rPr sz="1700" dirty="0">
                          <a:latin typeface="Times New Roman"/>
                          <a:cs typeface="Times New Roman"/>
                        </a:rPr>
                        <a:t>to  </a:t>
                      </a:r>
                      <a:r>
                        <a:rPr sz="1700" spc="-110" dirty="0">
                          <a:latin typeface="Times New Roman"/>
                          <a:cs typeface="Times New Roman"/>
                        </a:rPr>
                        <a:t> </a:t>
                      </a:r>
                      <a:r>
                        <a:rPr sz="1700" spc="-5" dirty="0">
                          <a:latin typeface="Times New Roman"/>
                          <a:cs typeface="Times New Roman"/>
                        </a:rPr>
                        <a:t>cac</a:t>
                      </a:r>
                      <a:r>
                        <a:rPr sz="1700" spc="10" dirty="0">
                          <a:latin typeface="Times New Roman"/>
                          <a:cs typeface="Times New Roman"/>
                        </a:rPr>
                        <a:t>h</a:t>
                      </a:r>
                      <a:r>
                        <a:rPr sz="1700" spc="-5" dirty="0">
                          <a:latin typeface="Times New Roman"/>
                          <a:cs typeface="Times New Roman"/>
                        </a:rPr>
                        <a:t>e</a:t>
                      </a:r>
                      <a:r>
                        <a:rPr sz="1700" dirty="0">
                          <a:latin typeface="Times New Roman"/>
                          <a:cs typeface="Times New Roman"/>
                        </a:rPr>
                        <a:t>. </a:t>
                      </a:r>
                      <a:r>
                        <a:rPr sz="1700" spc="-5" dirty="0">
                          <a:latin typeface="Times New Roman"/>
                          <a:cs typeface="Times New Roman"/>
                        </a:rPr>
                        <a:t>Me</a:t>
                      </a:r>
                      <a:r>
                        <a:rPr sz="1700" dirty="0">
                          <a:latin typeface="Times New Roman"/>
                          <a:cs typeface="Times New Roman"/>
                        </a:rPr>
                        <a:t>mory</a:t>
                      </a:r>
                      <a:r>
                        <a:rPr sz="1700" spc="-5" dirty="0">
                          <a:latin typeface="Times New Roman"/>
                          <a:cs typeface="Times New Roman"/>
                        </a:rPr>
                        <a:t> ra</a:t>
                      </a:r>
                      <a:r>
                        <a:rPr sz="1700" dirty="0">
                          <a:latin typeface="Times New Roman"/>
                          <a:cs typeface="Times New Roman"/>
                        </a:rPr>
                        <a:t>n</a:t>
                      </a:r>
                      <a:r>
                        <a:rPr sz="1700" spc="10" dirty="0">
                          <a:latin typeface="Times New Roman"/>
                          <a:cs typeface="Times New Roman"/>
                        </a:rPr>
                        <a:t>g</a:t>
                      </a:r>
                      <a:r>
                        <a:rPr sz="1700" spc="-5"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dirty="0">
                          <a:latin typeface="Times New Roman"/>
                          <a:cs typeface="Times New Roman"/>
                        </a:rPr>
                        <a:t>f</a:t>
                      </a:r>
                      <a:r>
                        <a:rPr sz="1700" spc="-10" dirty="0">
                          <a:latin typeface="Times New Roman"/>
                          <a:cs typeface="Times New Roman"/>
                        </a:rPr>
                        <a:t>r</a:t>
                      </a:r>
                      <a:r>
                        <a:rPr sz="1700" dirty="0">
                          <a:latin typeface="Times New Roman"/>
                          <a:cs typeface="Times New Roman"/>
                        </a:rPr>
                        <a:t>om 1</a:t>
                      </a:r>
                      <a:r>
                        <a:rPr sz="1700" spc="10" dirty="0">
                          <a:latin typeface="Times New Roman"/>
                          <a:cs typeface="Times New Roman"/>
                        </a:rPr>
                        <a:t>M</a:t>
                      </a:r>
                      <a:r>
                        <a:rPr sz="1700" dirty="0">
                          <a:latin typeface="Times New Roman"/>
                          <a:cs typeface="Times New Roman"/>
                        </a:rPr>
                        <a:t>B to</a:t>
                      </a:r>
                      <a:r>
                        <a:rPr sz="1700" spc="-5" dirty="0">
                          <a:latin typeface="Times New Roman"/>
                          <a:cs typeface="Times New Roman"/>
                        </a:rPr>
                        <a:t> </a:t>
                      </a:r>
                      <a:r>
                        <a:rPr sz="1700" dirty="0">
                          <a:latin typeface="Times New Roman"/>
                          <a:cs typeface="Times New Roman"/>
                        </a:rPr>
                        <a:t>16GB</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92075" marR="85090" algn="just">
                        <a:lnSpc>
                          <a:spcPct val="100000"/>
                        </a:lnSpc>
                      </a:pPr>
                      <a:r>
                        <a:rPr sz="1700" dirty="0">
                          <a:latin typeface="Times New Roman"/>
                          <a:cs typeface="Times New Roman"/>
                        </a:rPr>
                        <a:t>The</a:t>
                      </a:r>
                      <a:r>
                        <a:rPr sz="1700" spc="120" dirty="0">
                          <a:latin typeface="Times New Roman"/>
                          <a:cs typeface="Times New Roman"/>
                        </a:rPr>
                        <a:t> </a:t>
                      </a:r>
                      <a:r>
                        <a:rPr sz="1700" spc="-5" dirty="0">
                          <a:latin typeface="Times New Roman"/>
                          <a:cs typeface="Times New Roman"/>
                        </a:rPr>
                        <a:t>c</a:t>
                      </a:r>
                      <a:r>
                        <a:rPr sz="1700" spc="5" dirty="0">
                          <a:latin typeface="Times New Roman"/>
                          <a:cs typeface="Times New Roman"/>
                        </a:rPr>
                        <a:t>a</a:t>
                      </a:r>
                      <a:r>
                        <a:rPr sz="1700" spc="-5" dirty="0">
                          <a:latin typeface="Times New Roman"/>
                          <a:cs typeface="Times New Roman"/>
                        </a:rPr>
                        <a:t>c</a:t>
                      </a:r>
                      <a:r>
                        <a:rPr sz="1700" dirty="0">
                          <a:latin typeface="Times New Roman"/>
                          <a:cs typeface="Times New Roman"/>
                        </a:rPr>
                        <a:t>he</a:t>
                      </a:r>
                      <a:r>
                        <a:rPr sz="1700" spc="125" dirty="0">
                          <a:latin typeface="Times New Roman"/>
                          <a:cs typeface="Times New Roman"/>
                        </a:rPr>
                        <a:t> </a:t>
                      </a:r>
                      <a:r>
                        <a:rPr sz="1700" dirty="0">
                          <a:latin typeface="Times New Roman"/>
                          <a:cs typeface="Times New Roman"/>
                        </a:rPr>
                        <a:t>is</a:t>
                      </a:r>
                      <a:r>
                        <a:rPr sz="1700" spc="130" dirty="0">
                          <a:latin typeface="Times New Roman"/>
                          <a:cs typeface="Times New Roman"/>
                        </a:rPr>
                        <a:t> </a:t>
                      </a:r>
                      <a:r>
                        <a:rPr sz="1700" spc="-5" dirty="0">
                          <a:latin typeface="Times New Roman"/>
                          <a:cs typeface="Times New Roman"/>
                        </a:rPr>
                        <a:t>smalle</a:t>
                      </a:r>
                      <a:r>
                        <a:rPr sz="1700" dirty="0">
                          <a:latin typeface="Times New Roman"/>
                          <a:cs typeface="Times New Roman"/>
                        </a:rPr>
                        <a:t>r</a:t>
                      </a:r>
                      <a:r>
                        <a:rPr sz="1700" spc="125" dirty="0">
                          <a:latin typeface="Times New Roman"/>
                          <a:cs typeface="Times New Roman"/>
                        </a:rPr>
                        <a:t> </a:t>
                      </a:r>
                      <a:r>
                        <a:rPr sz="1700" dirty="0">
                          <a:latin typeface="Times New Roman"/>
                          <a:cs typeface="Times New Roman"/>
                        </a:rPr>
                        <a:t>in</a:t>
                      </a:r>
                      <a:r>
                        <a:rPr sz="1700" spc="145" dirty="0">
                          <a:latin typeface="Times New Roman"/>
                          <a:cs typeface="Times New Roman"/>
                        </a:rPr>
                        <a:t> </a:t>
                      </a:r>
                      <a:r>
                        <a:rPr sz="1700" spc="-5" dirty="0">
                          <a:latin typeface="Times New Roman"/>
                          <a:cs typeface="Times New Roman"/>
                        </a:rPr>
                        <a:t>size</a:t>
                      </a:r>
                      <a:r>
                        <a:rPr sz="1700" dirty="0">
                          <a:latin typeface="Times New Roman"/>
                          <a:cs typeface="Times New Roman"/>
                        </a:rPr>
                        <a:t>.</a:t>
                      </a:r>
                      <a:r>
                        <a:rPr sz="1700" spc="130" dirty="0">
                          <a:latin typeface="Times New Roman"/>
                          <a:cs typeface="Times New Roman"/>
                        </a:rPr>
                        <a:t> </a:t>
                      </a:r>
                      <a:r>
                        <a:rPr sz="1700" spc="-5" dirty="0">
                          <a:latin typeface="Times New Roman"/>
                          <a:cs typeface="Times New Roman"/>
                        </a:rPr>
                        <a:t>Me</a:t>
                      </a:r>
                      <a:r>
                        <a:rPr sz="1700" dirty="0">
                          <a:latin typeface="Times New Roman"/>
                          <a:cs typeface="Times New Roman"/>
                        </a:rPr>
                        <a:t>mory r</a:t>
                      </a:r>
                      <a:r>
                        <a:rPr sz="1700" spc="-10" dirty="0">
                          <a:latin typeface="Times New Roman"/>
                          <a:cs typeface="Times New Roman"/>
                        </a:rPr>
                        <a:t>a</a:t>
                      </a:r>
                      <a:r>
                        <a:rPr sz="1700" dirty="0">
                          <a:latin typeface="Times New Roman"/>
                          <a:cs typeface="Times New Roman"/>
                        </a:rPr>
                        <a:t>ng</a:t>
                      </a:r>
                      <a:r>
                        <a:rPr sz="1700" spc="-5" dirty="0">
                          <a:latin typeface="Times New Roman"/>
                          <a:cs typeface="Times New Roman"/>
                        </a:rPr>
                        <a:t>e</a:t>
                      </a:r>
                      <a:r>
                        <a:rPr sz="1700" dirty="0">
                          <a:latin typeface="Times New Roman"/>
                          <a:cs typeface="Times New Roman"/>
                        </a:rPr>
                        <a:t>s  </a:t>
                      </a:r>
                      <a:r>
                        <a:rPr sz="1700" spc="80" dirty="0">
                          <a:latin typeface="Times New Roman"/>
                          <a:cs typeface="Times New Roman"/>
                        </a:rPr>
                        <a:t> </a:t>
                      </a:r>
                      <a:r>
                        <a:rPr sz="1700" dirty="0">
                          <a:latin typeface="Times New Roman"/>
                          <a:cs typeface="Times New Roman"/>
                        </a:rPr>
                        <a:t>f</a:t>
                      </a:r>
                      <a:r>
                        <a:rPr sz="1700" spc="-10" dirty="0">
                          <a:latin typeface="Times New Roman"/>
                          <a:cs typeface="Times New Roman"/>
                        </a:rPr>
                        <a:t>r</a:t>
                      </a:r>
                      <a:r>
                        <a:rPr sz="1700" dirty="0">
                          <a:latin typeface="Times New Roman"/>
                          <a:cs typeface="Times New Roman"/>
                        </a:rPr>
                        <a:t>om  </a:t>
                      </a:r>
                      <a:r>
                        <a:rPr sz="1700" spc="85" dirty="0">
                          <a:latin typeface="Times New Roman"/>
                          <a:cs typeface="Times New Roman"/>
                        </a:rPr>
                        <a:t> </a:t>
                      </a:r>
                      <a:r>
                        <a:rPr sz="1700" dirty="0">
                          <a:latin typeface="Times New Roman"/>
                          <a:cs typeface="Times New Roman"/>
                        </a:rPr>
                        <a:t>2KB  </a:t>
                      </a:r>
                      <a:r>
                        <a:rPr sz="1700" spc="80" dirty="0">
                          <a:latin typeface="Times New Roman"/>
                          <a:cs typeface="Times New Roman"/>
                        </a:rPr>
                        <a:t> </a:t>
                      </a:r>
                      <a:r>
                        <a:rPr sz="1700" dirty="0">
                          <a:latin typeface="Times New Roman"/>
                          <a:cs typeface="Times New Roman"/>
                        </a:rPr>
                        <a:t>to  </a:t>
                      </a:r>
                      <a:r>
                        <a:rPr sz="1700" spc="95" dirty="0">
                          <a:latin typeface="Times New Roman"/>
                          <a:cs typeface="Times New Roman"/>
                        </a:rPr>
                        <a:t> </a:t>
                      </a:r>
                      <a:r>
                        <a:rPr sz="1700" dirty="0">
                          <a:latin typeface="Times New Roman"/>
                          <a:cs typeface="Times New Roman"/>
                        </a:rPr>
                        <a:t>a  </a:t>
                      </a:r>
                      <a:r>
                        <a:rPr sz="1700" spc="75" dirty="0">
                          <a:latin typeface="Times New Roman"/>
                          <a:cs typeface="Times New Roman"/>
                        </a:rPr>
                        <a:t> </a:t>
                      </a:r>
                      <a:r>
                        <a:rPr sz="1700" dirty="0">
                          <a:latin typeface="Times New Roman"/>
                          <a:cs typeface="Times New Roman"/>
                        </a:rPr>
                        <a:t>f</a:t>
                      </a:r>
                      <a:r>
                        <a:rPr sz="1700" spc="-10" dirty="0">
                          <a:latin typeface="Times New Roman"/>
                          <a:cs typeface="Times New Roman"/>
                        </a:rPr>
                        <a:t>e</a:t>
                      </a:r>
                      <a:r>
                        <a:rPr sz="1700" dirty="0">
                          <a:latin typeface="Times New Roman"/>
                          <a:cs typeface="Times New Roman"/>
                        </a:rPr>
                        <a:t>w  </a:t>
                      </a:r>
                      <a:r>
                        <a:rPr sz="1700" spc="80" dirty="0">
                          <a:latin typeface="Times New Roman"/>
                          <a:cs typeface="Times New Roman"/>
                        </a:rPr>
                        <a:t> </a:t>
                      </a:r>
                      <a:r>
                        <a:rPr sz="1700" spc="-5" dirty="0">
                          <a:latin typeface="Times New Roman"/>
                          <a:cs typeface="Times New Roman"/>
                        </a:rPr>
                        <a:t>MB </a:t>
                      </a:r>
                      <a:r>
                        <a:rPr sz="1700" dirty="0">
                          <a:latin typeface="Times New Roman"/>
                          <a:cs typeface="Times New Roman"/>
                        </a:rPr>
                        <a:t>g</a:t>
                      </a:r>
                      <a:r>
                        <a:rPr sz="1700" spc="-5" dirty="0">
                          <a:latin typeface="Times New Roman"/>
                          <a:cs typeface="Times New Roman"/>
                        </a:rPr>
                        <a:t>e</a:t>
                      </a:r>
                      <a:r>
                        <a:rPr sz="1700" dirty="0">
                          <a:latin typeface="Times New Roman"/>
                          <a:cs typeface="Times New Roman"/>
                        </a:rPr>
                        <a:t>n</a:t>
                      </a:r>
                      <a:r>
                        <a:rPr sz="1700" spc="-5" dirty="0">
                          <a:latin typeface="Times New Roman"/>
                          <a:cs typeface="Times New Roman"/>
                        </a:rPr>
                        <a:t>e</a:t>
                      </a:r>
                      <a:r>
                        <a:rPr sz="1700" dirty="0">
                          <a:latin typeface="Times New Roman"/>
                          <a:cs typeface="Times New Roman"/>
                        </a:rPr>
                        <a:t>r</a:t>
                      </a:r>
                      <a:r>
                        <a:rPr sz="1700" spc="-10" dirty="0">
                          <a:latin typeface="Times New Roman"/>
                          <a:cs typeface="Times New Roman"/>
                        </a:rPr>
                        <a:t>a</a:t>
                      </a:r>
                      <a:r>
                        <a:rPr sz="1700" dirty="0">
                          <a:latin typeface="Times New Roman"/>
                          <a:cs typeface="Times New Roman"/>
                        </a:rPr>
                        <a:t>lly.</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1"/>
                  </a:ext>
                </a:extLst>
              </a:tr>
              <a:tr h="348898">
                <a:tc>
                  <a:txBody>
                    <a:bodyPr/>
                    <a:lstStyle/>
                    <a:p>
                      <a:pPr marL="92075" marR="83820">
                        <a:lnSpc>
                          <a:spcPct val="100000"/>
                        </a:lnSpc>
                      </a:pPr>
                      <a:r>
                        <a:rPr sz="1700" spc="-20" dirty="0">
                          <a:latin typeface="Times New Roman"/>
                          <a:cs typeface="Times New Roman"/>
                        </a:rPr>
                        <a:t>I</a:t>
                      </a:r>
                      <a:r>
                        <a:rPr sz="1700" dirty="0">
                          <a:latin typeface="Times New Roman"/>
                          <a:cs typeface="Times New Roman"/>
                        </a:rPr>
                        <a:t>t</a:t>
                      </a:r>
                      <a:r>
                        <a:rPr sz="1700" spc="130" dirty="0">
                          <a:latin typeface="Times New Roman"/>
                          <a:cs typeface="Times New Roman"/>
                        </a:rPr>
                        <a:t> </a:t>
                      </a:r>
                      <a:r>
                        <a:rPr sz="1700" spc="-5" dirty="0">
                          <a:latin typeface="Times New Roman"/>
                          <a:cs typeface="Times New Roman"/>
                        </a:rPr>
                        <a:t>sto</a:t>
                      </a:r>
                      <a:r>
                        <a:rPr sz="1700" spc="10" dirty="0">
                          <a:latin typeface="Times New Roman"/>
                          <a:cs typeface="Times New Roman"/>
                        </a:rPr>
                        <a:t>r</a:t>
                      </a:r>
                      <a:r>
                        <a:rPr sz="1700" spc="-5" dirty="0">
                          <a:latin typeface="Times New Roman"/>
                          <a:cs typeface="Times New Roman"/>
                        </a:rPr>
                        <a:t>e</a:t>
                      </a:r>
                      <a:r>
                        <a:rPr sz="1700" dirty="0">
                          <a:latin typeface="Times New Roman"/>
                          <a:cs typeface="Times New Roman"/>
                        </a:rPr>
                        <a:t>s</a:t>
                      </a:r>
                      <a:r>
                        <a:rPr sz="1700" spc="130" dirty="0">
                          <a:latin typeface="Times New Roman"/>
                          <a:cs typeface="Times New Roman"/>
                        </a:rPr>
                        <a:t> </a:t>
                      </a:r>
                      <a:r>
                        <a:rPr sz="1700" dirty="0">
                          <a:latin typeface="Times New Roman"/>
                          <a:cs typeface="Times New Roman"/>
                        </a:rPr>
                        <a:t>d</a:t>
                      </a:r>
                      <a:r>
                        <a:rPr sz="1700" spc="-5" dirty="0">
                          <a:latin typeface="Times New Roman"/>
                          <a:cs typeface="Times New Roman"/>
                        </a:rPr>
                        <a:t>a</a:t>
                      </a:r>
                      <a:r>
                        <a:rPr sz="1700" dirty="0">
                          <a:latin typeface="Times New Roman"/>
                          <a:cs typeface="Times New Roman"/>
                        </a:rPr>
                        <a:t>ta</a:t>
                      </a:r>
                      <a:r>
                        <a:rPr sz="1700" spc="125" dirty="0">
                          <a:latin typeface="Times New Roman"/>
                          <a:cs typeface="Times New Roman"/>
                        </a:rPr>
                        <a:t> </a:t>
                      </a:r>
                      <a:r>
                        <a:rPr sz="1700" dirty="0">
                          <a:latin typeface="Times New Roman"/>
                          <a:cs typeface="Times New Roman"/>
                        </a:rPr>
                        <a:t>that</a:t>
                      </a:r>
                      <a:r>
                        <a:rPr sz="1700" spc="130" dirty="0">
                          <a:latin typeface="Times New Roman"/>
                          <a:cs typeface="Times New Roman"/>
                        </a:rPr>
                        <a:t> </a:t>
                      </a:r>
                      <a:r>
                        <a:rPr sz="1700" dirty="0">
                          <a:latin typeface="Times New Roman"/>
                          <a:cs typeface="Times New Roman"/>
                        </a:rPr>
                        <a:t>is</a:t>
                      </a:r>
                      <a:r>
                        <a:rPr sz="1700" spc="140" dirty="0">
                          <a:latin typeface="Times New Roman"/>
                          <a:cs typeface="Times New Roman"/>
                        </a:rPr>
                        <a:t> </a:t>
                      </a:r>
                      <a:r>
                        <a:rPr sz="1700" spc="-5" dirty="0">
                          <a:latin typeface="Times New Roman"/>
                          <a:cs typeface="Times New Roman"/>
                        </a:rPr>
                        <a:t>c</a:t>
                      </a:r>
                      <a:r>
                        <a:rPr sz="1700" spc="10" dirty="0">
                          <a:latin typeface="Times New Roman"/>
                          <a:cs typeface="Times New Roman"/>
                        </a:rPr>
                        <a:t>u</a:t>
                      </a:r>
                      <a:r>
                        <a:rPr sz="1700" dirty="0">
                          <a:latin typeface="Times New Roman"/>
                          <a:cs typeface="Times New Roman"/>
                        </a:rPr>
                        <a:t>rr</a:t>
                      </a:r>
                      <a:r>
                        <a:rPr sz="1700" spc="-5" dirty="0">
                          <a:latin typeface="Times New Roman"/>
                          <a:cs typeface="Times New Roman"/>
                        </a:rPr>
                        <a:t>e</a:t>
                      </a:r>
                      <a:r>
                        <a:rPr sz="1700" dirty="0">
                          <a:latin typeface="Times New Roman"/>
                          <a:cs typeface="Times New Roman"/>
                        </a:rPr>
                        <a:t>ntly</a:t>
                      </a:r>
                      <a:r>
                        <a:rPr sz="1700" spc="130" dirty="0">
                          <a:latin typeface="Times New Roman"/>
                          <a:cs typeface="Times New Roman"/>
                        </a:rPr>
                        <a:t> </a:t>
                      </a:r>
                      <a:r>
                        <a:rPr sz="1700" dirty="0">
                          <a:latin typeface="Times New Roman"/>
                          <a:cs typeface="Times New Roman"/>
                        </a:rPr>
                        <a:t>pro</a:t>
                      </a:r>
                      <a:r>
                        <a:rPr sz="1700" spc="-10" dirty="0">
                          <a:latin typeface="Times New Roman"/>
                          <a:cs typeface="Times New Roman"/>
                        </a:rPr>
                        <a:t>c</a:t>
                      </a:r>
                      <a:r>
                        <a:rPr sz="1700" spc="-5" dirty="0">
                          <a:latin typeface="Times New Roman"/>
                          <a:cs typeface="Times New Roman"/>
                        </a:rPr>
                        <a:t>esse</a:t>
                      </a:r>
                      <a:r>
                        <a:rPr sz="1700" dirty="0">
                          <a:latin typeface="Times New Roman"/>
                          <a:cs typeface="Times New Roman"/>
                        </a:rPr>
                        <a:t>d</a:t>
                      </a:r>
                      <a:r>
                        <a:rPr sz="1700" spc="125" dirty="0">
                          <a:latin typeface="Times New Roman"/>
                          <a:cs typeface="Times New Roman"/>
                        </a:rPr>
                        <a:t> </a:t>
                      </a:r>
                      <a:r>
                        <a:rPr sz="1700" dirty="0">
                          <a:latin typeface="Times New Roman"/>
                          <a:cs typeface="Times New Roman"/>
                        </a:rPr>
                        <a:t>by</a:t>
                      </a:r>
                      <a:r>
                        <a:rPr sz="1700" spc="130" dirty="0">
                          <a:latin typeface="Times New Roman"/>
                          <a:cs typeface="Times New Roman"/>
                        </a:rPr>
                        <a:t> </a:t>
                      </a:r>
                      <a:r>
                        <a:rPr sz="1700" dirty="0">
                          <a:latin typeface="Times New Roman"/>
                          <a:cs typeface="Times New Roman"/>
                        </a:rPr>
                        <a:t>t</a:t>
                      </a:r>
                      <a:r>
                        <a:rPr sz="1700" spc="10" dirty="0">
                          <a:latin typeface="Times New Roman"/>
                          <a:cs typeface="Times New Roman"/>
                        </a:rPr>
                        <a:t>h</a:t>
                      </a:r>
                      <a:r>
                        <a:rPr sz="1700" dirty="0">
                          <a:latin typeface="Times New Roman"/>
                          <a:cs typeface="Times New Roman"/>
                        </a:rPr>
                        <a:t>e pro</a:t>
                      </a:r>
                      <a:r>
                        <a:rPr sz="1700" spc="-10" dirty="0">
                          <a:latin typeface="Times New Roman"/>
                          <a:cs typeface="Times New Roman"/>
                        </a:rPr>
                        <a:t>c</a:t>
                      </a:r>
                      <a:r>
                        <a:rPr sz="1700" spc="-5" dirty="0">
                          <a:latin typeface="Times New Roman"/>
                          <a:cs typeface="Times New Roman"/>
                        </a:rPr>
                        <a:t>essor.</a:t>
                      </a:r>
                      <a:endParaRPr sz="1700" dirty="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92075">
                        <a:lnSpc>
                          <a:spcPct val="100000"/>
                        </a:lnSpc>
                      </a:pPr>
                      <a:r>
                        <a:rPr sz="1700" spc="-20" dirty="0">
                          <a:latin typeface="Times New Roman"/>
                          <a:cs typeface="Times New Roman"/>
                        </a:rPr>
                        <a:t>I</a:t>
                      </a:r>
                      <a:r>
                        <a:rPr sz="1700" dirty="0">
                          <a:latin typeface="Times New Roman"/>
                          <a:cs typeface="Times New Roman"/>
                        </a:rPr>
                        <a:t>t holds</a:t>
                      </a:r>
                      <a:r>
                        <a:rPr sz="1700" spc="-5" dirty="0">
                          <a:latin typeface="Times New Roman"/>
                          <a:cs typeface="Times New Roman"/>
                        </a:rPr>
                        <a:t> </a:t>
                      </a:r>
                      <a:r>
                        <a:rPr sz="1700" dirty="0">
                          <a:latin typeface="Times New Roman"/>
                          <a:cs typeface="Times New Roman"/>
                        </a:rPr>
                        <a:t>fr</a:t>
                      </a:r>
                      <a:r>
                        <a:rPr sz="1700" spc="-5" dirty="0">
                          <a:latin typeface="Times New Roman"/>
                          <a:cs typeface="Times New Roman"/>
                        </a:rPr>
                        <a:t>e</a:t>
                      </a:r>
                      <a:r>
                        <a:rPr sz="1700" dirty="0">
                          <a:latin typeface="Times New Roman"/>
                          <a:cs typeface="Times New Roman"/>
                        </a:rPr>
                        <a:t>qu</a:t>
                      </a:r>
                      <a:r>
                        <a:rPr sz="1700" spc="-5" dirty="0">
                          <a:latin typeface="Times New Roman"/>
                          <a:cs typeface="Times New Roman"/>
                        </a:rPr>
                        <a:t>e</a:t>
                      </a:r>
                      <a:r>
                        <a:rPr sz="1700" dirty="0">
                          <a:latin typeface="Times New Roman"/>
                          <a:cs typeface="Times New Roman"/>
                        </a:rPr>
                        <a:t>ntly </a:t>
                      </a:r>
                      <a:r>
                        <a:rPr sz="1700" spc="5" dirty="0">
                          <a:latin typeface="Times New Roman"/>
                          <a:cs typeface="Times New Roman"/>
                        </a:rPr>
                        <a:t>a</a:t>
                      </a:r>
                      <a:r>
                        <a:rPr sz="1700" spc="-5" dirty="0">
                          <a:latin typeface="Times New Roman"/>
                          <a:cs typeface="Times New Roman"/>
                        </a:rPr>
                        <a:t>cces</a:t>
                      </a:r>
                      <a:r>
                        <a:rPr sz="1700" spc="10" dirty="0">
                          <a:latin typeface="Times New Roman"/>
                          <a:cs typeface="Times New Roman"/>
                        </a:rPr>
                        <a:t>s</a:t>
                      </a:r>
                      <a:r>
                        <a:rPr sz="1700" spc="-5" dirty="0">
                          <a:latin typeface="Times New Roman"/>
                          <a:cs typeface="Times New Roman"/>
                        </a:rPr>
                        <a:t>e</a:t>
                      </a:r>
                      <a:r>
                        <a:rPr sz="1700" dirty="0">
                          <a:latin typeface="Times New Roman"/>
                          <a:cs typeface="Times New Roman"/>
                        </a:rPr>
                        <a:t>d d</a:t>
                      </a:r>
                      <a:r>
                        <a:rPr sz="1700" spc="-5" dirty="0">
                          <a:latin typeface="Times New Roman"/>
                          <a:cs typeface="Times New Roman"/>
                        </a:rPr>
                        <a:t>a</a:t>
                      </a:r>
                      <a:r>
                        <a:rPr sz="1700" dirty="0">
                          <a:latin typeface="Times New Roman"/>
                          <a:cs typeface="Times New Roman"/>
                        </a:rPr>
                        <a:t>ta.</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5" name="object 2"/>
          <p:cNvGraphicFramePr>
            <a:graphicFrameLocks noGrp="1"/>
          </p:cNvGraphicFramePr>
          <p:nvPr>
            <p:extLst>
              <p:ext uri="{D42A27DB-BD31-4B8C-83A1-F6EECF244321}">
                <p14:modId xmlns:p14="http://schemas.microsoft.com/office/powerpoint/2010/main" val="2456468816"/>
              </p:ext>
            </p:extLst>
          </p:nvPr>
        </p:nvGraphicFramePr>
        <p:xfrm>
          <a:off x="876300" y="2684165"/>
          <a:ext cx="7391400" cy="1554480"/>
        </p:xfrm>
        <a:graphic>
          <a:graphicData uri="http://schemas.openxmlformats.org/drawingml/2006/table">
            <a:tbl>
              <a:tblPr firstRow="1" bandRow="1">
                <a:tableStyleId>{2D5ABB26-0587-4C30-8999-92F81FD0307C}</a:tableStyleId>
              </a:tblPr>
              <a:tblGrid>
                <a:gridCol w="3848100">
                  <a:extLst>
                    <a:ext uri="{9D8B030D-6E8A-4147-A177-3AD203B41FA5}">
                      <a16:colId xmlns:a16="http://schemas.microsoft.com/office/drawing/2014/main" val="20000"/>
                    </a:ext>
                  </a:extLst>
                </a:gridCol>
                <a:gridCol w="3543300">
                  <a:extLst>
                    <a:ext uri="{9D8B030D-6E8A-4147-A177-3AD203B41FA5}">
                      <a16:colId xmlns:a16="http://schemas.microsoft.com/office/drawing/2014/main" val="20001"/>
                    </a:ext>
                  </a:extLst>
                </a:gridCol>
              </a:tblGrid>
              <a:tr h="349044">
                <a:tc>
                  <a:txBody>
                    <a:bodyPr/>
                    <a:lstStyle/>
                    <a:p>
                      <a:pPr marL="92075" marR="84455">
                        <a:lnSpc>
                          <a:spcPct val="100000"/>
                        </a:lnSpc>
                      </a:pPr>
                      <a:r>
                        <a:rPr sz="1700" spc="-5" dirty="0">
                          <a:latin typeface="Times New Roman"/>
                          <a:cs typeface="Times New Roman"/>
                        </a:rPr>
                        <a:t>O</a:t>
                      </a:r>
                      <a:r>
                        <a:rPr sz="1700" dirty="0">
                          <a:latin typeface="Times New Roman"/>
                          <a:cs typeface="Times New Roman"/>
                        </a:rPr>
                        <a:t>S</a:t>
                      </a:r>
                      <a:r>
                        <a:rPr sz="1700" spc="35" dirty="0">
                          <a:latin typeface="Times New Roman"/>
                          <a:cs typeface="Times New Roman"/>
                        </a:rPr>
                        <a:t> </a:t>
                      </a:r>
                      <a:r>
                        <a:rPr sz="1700" dirty="0">
                          <a:latin typeface="Times New Roman"/>
                          <a:cs typeface="Times New Roman"/>
                        </a:rPr>
                        <a:t>int</a:t>
                      </a:r>
                      <a:r>
                        <a:rPr sz="1700" spc="-5" dirty="0">
                          <a:latin typeface="Times New Roman"/>
                          <a:cs typeface="Times New Roman"/>
                        </a:rPr>
                        <a:t>e</a:t>
                      </a:r>
                      <a:r>
                        <a:rPr sz="1700" dirty="0">
                          <a:latin typeface="Times New Roman"/>
                          <a:cs typeface="Times New Roman"/>
                        </a:rPr>
                        <a:t>r</a:t>
                      </a:r>
                      <a:r>
                        <a:rPr sz="1700" spc="-10" dirty="0">
                          <a:latin typeface="Times New Roman"/>
                          <a:cs typeface="Times New Roman"/>
                        </a:rPr>
                        <a:t>a</a:t>
                      </a:r>
                      <a:r>
                        <a:rPr sz="1700" spc="-5" dirty="0">
                          <a:latin typeface="Times New Roman"/>
                          <a:cs typeface="Times New Roman"/>
                        </a:rPr>
                        <a:t>c</a:t>
                      </a:r>
                      <a:r>
                        <a:rPr sz="1700" dirty="0">
                          <a:latin typeface="Times New Roman"/>
                          <a:cs typeface="Times New Roman"/>
                        </a:rPr>
                        <a:t>ts</a:t>
                      </a:r>
                      <a:r>
                        <a:rPr sz="1700" spc="35" dirty="0">
                          <a:latin typeface="Times New Roman"/>
                          <a:cs typeface="Times New Roman"/>
                        </a:rPr>
                        <a:t> </a:t>
                      </a:r>
                      <a:r>
                        <a:rPr sz="1700" spc="-5" dirty="0">
                          <a:latin typeface="Times New Roman"/>
                          <a:cs typeface="Times New Roman"/>
                        </a:rPr>
                        <a:t>wit</a:t>
                      </a:r>
                      <a:r>
                        <a:rPr sz="1700" dirty="0">
                          <a:latin typeface="Times New Roman"/>
                          <a:cs typeface="Times New Roman"/>
                        </a:rPr>
                        <a:t>h</a:t>
                      </a:r>
                      <a:r>
                        <a:rPr sz="1700" spc="35" dirty="0">
                          <a:latin typeface="Times New Roman"/>
                          <a:cs typeface="Times New Roman"/>
                        </a:rPr>
                        <a:t> </a:t>
                      </a:r>
                      <a:r>
                        <a:rPr sz="1700" spc="-5" dirty="0">
                          <a:latin typeface="Times New Roman"/>
                          <a:cs typeface="Times New Roman"/>
                        </a:rPr>
                        <a:t>sec</a:t>
                      </a:r>
                      <a:r>
                        <a:rPr sz="1700" dirty="0">
                          <a:latin typeface="Times New Roman"/>
                          <a:cs typeface="Times New Roman"/>
                        </a:rPr>
                        <a:t>ond</a:t>
                      </a:r>
                      <a:r>
                        <a:rPr sz="1700" spc="-5" dirty="0">
                          <a:latin typeface="Times New Roman"/>
                          <a:cs typeface="Times New Roman"/>
                        </a:rPr>
                        <a:t>a</a:t>
                      </a:r>
                      <a:r>
                        <a:rPr sz="1700" dirty="0">
                          <a:latin typeface="Times New Roman"/>
                          <a:cs typeface="Times New Roman"/>
                        </a:rPr>
                        <a:t>ry</a:t>
                      </a:r>
                      <a:r>
                        <a:rPr sz="1700" spc="30" dirty="0">
                          <a:latin typeface="Times New Roman"/>
                          <a:cs typeface="Times New Roman"/>
                        </a:rPr>
                        <a:t> </a:t>
                      </a:r>
                      <a:r>
                        <a:rPr sz="1700" dirty="0">
                          <a:latin typeface="Times New Roman"/>
                          <a:cs typeface="Times New Roman"/>
                        </a:rPr>
                        <a:t>memo</a:t>
                      </a:r>
                      <a:r>
                        <a:rPr sz="1700" spc="-5" dirty="0">
                          <a:latin typeface="Times New Roman"/>
                          <a:cs typeface="Times New Roman"/>
                        </a:rPr>
                        <a:t>r</a:t>
                      </a:r>
                      <a:r>
                        <a:rPr sz="1700" dirty="0">
                          <a:latin typeface="Times New Roman"/>
                          <a:cs typeface="Times New Roman"/>
                        </a:rPr>
                        <a:t>y</a:t>
                      </a:r>
                      <a:r>
                        <a:rPr sz="1700" spc="30" dirty="0">
                          <a:latin typeface="Times New Roman"/>
                          <a:cs typeface="Times New Roman"/>
                        </a:rPr>
                        <a:t> </a:t>
                      </a:r>
                      <a:r>
                        <a:rPr sz="1700" dirty="0">
                          <a:latin typeface="Times New Roman"/>
                          <a:cs typeface="Times New Roman"/>
                        </a:rPr>
                        <a:t>to</a:t>
                      </a:r>
                      <a:r>
                        <a:rPr sz="1700" spc="35" dirty="0">
                          <a:latin typeface="Times New Roman"/>
                          <a:cs typeface="Times New Roman"/>
                        </a:rPr>
                        <a:t> </a:t>
                      </a:r>
                      <a:r>
                        <a:rPr sz="1700" dirty="0">
                          <a:latin typeface="Times New Roman"/>
                          <a:cs typeface="Times New Roman"/>
                        </a:rPr>
                        <a:t>g</a:t>
                      </a:r>
                      <a:r>
                        <a:rPr sz="1700" spc="-5" dirty="0">
                          <a:latin typeface="Times New Roman"/>
                          <a:cs typeface="Times New Roman"/>
                        </a:rPr>
                        <a:t>e</a:t>
                      </a:r>
                      <a:r>
                        <a:rPr sz="1700" dirty="0">
                          <a:latin typeface="Times New Roman"/>
                          <a:cs typeface="Times New Roman"/>
                        </a:rPr>
                        <a:t>t</a:t>
                      </a:r>
                      <a:r>
                        <a:rPr sz="1700" spc="35" dirty="0">
                          <a:latin typeface="Times New Roman"/>
                          <a:cs typeface="Times New Roman"/>
                        </a:rPr>
                        <a:t> </a:t>
                      </a:r>
                      <a:r>
                        <a:rPr sz="1700" dirty="0">
                          <a:latin typeface="Times New Roman"/>
                          <a:cs typeface="Times New Roman"/>
                        </a:rPr>
                        <a:t>d</a:t>
                      </a:r>
                      <a:r>
                        <a:rPr sz="1700" spc="-5" dirty="0">
                          <a:latin typeface="Times New Roman"/>
                          <a:cs typeface="Times New Roman"/>
                        </a:rPr>
                        <a:t>a</a:t>
                      </a:r>
                      <a:r>
                        <a:rPr sz="1700" dirty="0">
                          <a:latin typeface="Times New Roman"/>
                          <a:cs typeface="Times New Roman"/>
                        </a:rPr>
                        <a:t>ta to</a:t>
                      </a:r>
                      <a:r>
                        <a:rPr sz="1700" spc="-5" dirty="0">
                          <a:latin typeface="Times New Roman"/>
                          <a:cs typeface="Times New Roman"/>
                        </a:rPr>
                        <a:t> </a:t>
                      </a:r>
                      <a:r>
                        <a:rPr sz="1700" dirty="0">
                          <a:latin typeface="Times New Roman"/>
                          <a:cs typeface="Times New Roman"/>
                        </a:rPr>
                        <a:t>be </a:t>
                      </a:r>
                      <a:r>
                        <a:rPr sz="1700" spc="-5" dirty="0">
                          <a:latin typeface="Times New Roman"/>
                          <a:cs typeface="Times New Roman"/>
                        </a:rPr>
                        <a:t>stor</a:t>
                      </a:r>
                      <a:r>
                        <a:rPr sz="1700" spc="-10" dirty="0">
                          <a:latin typeface="Times New Roman"/>
                          <a:cs typeface="Times New Roman"/>
                        </a:rPr>
                        <a:t>e</a:t>
                      </a:r>
                      <a:r>
                        <a:rPr sz="1700" dirty="0">
                          <a:latin typeface="Times New Roman"/>
                          <a:cs typeface="Times New Roman"/>
                        </a:rPr>
                        <a:t>d in</a:t>
                      </a:r>
                      <a:r>
                        <a:rPr sz="1700" spc="-5" dirty="0">
                          <a:latin typeface="Times New Roman"/>
                          <a:cs typeface="Times New Roman"/>
                        </a:rPr>
                        <a:t> </a:t>
                      </a:r>
                      <a:r>
                        <a:rPr sz="1700" spc="5" dirty="0">
                          <a:latin typeface="Times New Roman"/>
                          <a:cs typeface="Times New Roman"/>
                        </a:rPr>
                        <a:t>P</a:t>
                      </a:r>
                      <a:r>
                        <a:rPr sz="1700" dirty="0">
                          <a:latin typeface="Times New Roman"/>
                          <a:cs typeface="Times New Roman"/>
                        </a:rPr>
                        <a:t>rim</a:t>
                      </a:r>
                      <a:r>
                        <a:rPr sz="1700" spc="-5" dirty="0">
                          <a:latin typeface="Times New Roman"/>
                          <a:cs typeface="Times New Roman"/>
                        </a:rPr>
                        <a:t>a</a:t>
                      </a:r>
                      <a:r>
                        <a:rPr sz="1700" dirty="0">
                          <a:latin typeface="Times New Roman"/>
                          <a:cs typeface="Times New Roman"/>
                        </a:rPr>
                        <a:t>ry</a:t>
                      </a:r>
                      <a:r>
                        <a:rPr sz="1700" spc="5" dirty="0">
                          <a:latin typeface="Times New Roman"/>
                          <a:cs typeface="Times New Roman"/>
                        </a:rPr>
                        <a:t> </a:t>
                      </a:r>
                      <a:r>
                        <a:rPr sz="1700" spc="-5" dirty="0">
                          <a:latin typeface="Times New Roman"/>
                          <a:cs typeface="Times New Roman"/>
                        </a:rPr>
                        <a:t>Me</a:t>
                      </a:r>
                      <a:r>
                        <a:rPr sz="1700" dirty="0">
                          <a:latin typeface="Times New Roman"/>
                          <a:cs typeface="Times New Roman"/>
                        </a:rPr>
                        <a:t>mory</a:t>
                      </a:r>
                      <a:r>
                        <a:rPr sz="1700" spc="-5" dirty="0">
                          <a:latin typeface="Times New Roman"/>
                          <a:cs typeface="Times New Roman"/>
                        </a:rPr>
                        <a:t> </a:t>
                      </a:r>
                      <a:r>
                        <a:rPr sz="1700" dirty="0">
                          <a:latin typeface="Times New Roman"/>
                          <a:cs typeface="Times New Roman"/>
                        </a:rPr>
                        <a:t>or</a:t>
                      </a:r>
                      <a:r>
                        <a:rPr sz="1700" spc="-5" dirty="0">
                          <a:latin typeface="Times New Roman"/>
                          <a:cs typeface="Times New Roman"/>
                        </a:rPr>
                        <a:t> </a:t>
                      </a:r>
                      <a:r>
                        <a:rPr sz="1700" dirty="0">
                          <a:latin typeface="Times New Roman"/>
                          <a:cs typeface="Times New Roman"/>
                        </a:rPr>
                        <a:t>R</a:t>
                      </a:r>
                      <a:r>
                        <a:rPr sz="1700" spc="-5" dirty="0">
                          <a:latin typeface="Times New Roman"/>
                          <a:cs typeface="Times New Roman"/>
                        </a:rPr>
                        <a:t>AM</a:t>
                      </a:r>
                      <a:endParaRPr sz="1700" dirty="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92075" marR="86360">
                        <a:lnSpc>
                          <a:spcPct val="100000"/>
                        </a:lnSpc>
                      </a:pPr>
                      <a:r>
                        <a:rPr sz="1700" spc="-5" dirty="0">
                          <a:latin typeface="Times New Roman"/>
                          <a:cs typeface="Times New Roman"/>
                        </a:rPr>
                        <a:t>O</a:t>
                      </a:r>
                      <a:r>
                        <a:rPr sz="1700" dirty="0">
                          <a:latin typeface="Times New Roman"/>
                          <a:cs typeface="Times New Roman"/>
                        </a:rPr>
                        <a:t>S </a:t>
                      </a:r>
                      <a:r>
                        <a:rPr sz="1700" spc="-145" dirty="0">
                          <a:latin typeface="Times New Roman"/>
                          <a:cs typeface="Times New Roman"/>
                        </a:rPr>
                        <a:t> </a:t>
                      </a:r>
                      <a:r>
                        <a:rPr sz="1700" dirty="0">
                          <a:latin typeface="Times New Roman"/>
                          <a:cs typeface="Times New Roman"/>
                        </a:rPr>
                        <a:t>int</a:t>
                      </a:r>
                      <a:r>
                        <a:rPr sz="1700" spc="-5" dirty="0">
                          <a:latin typeface="Times New Roman"/>
                          <a:cs typeface="Times New Roman"/>
                        </a:rPr>
                        <a:t>e</a:t>
                      </a:r>
                      <a:r>
                        <a:rPr sz="1700" dirty="0">
                          <a:latin typeface="Times New Roman"/>
                          <a:cs typeface="Times New Roman"/>
                        </a:rPr>
                        <a:t>r</a:t>
                      </a:r>
                      <a:r>
                        <a:rPr sz="1700" spc="-10" dirty="0">
                          <a:latin typeface="Times New Roman"/>
                          <a:cs typeface="Times New Roman"/>
                        </a:rPr>
                        <a:t>a</a:t>
                      </a:r>
                      <a:r>
                        <a:rPr sz="1700" spc="-5" dirty="0">
                          <a:latin typeface="Times New Roman"/>
                          <a:cs typeface="Times New Roman"/>
                        </a:rPr>
                        <a:t>c</a:t>
                      </a:r>
                      <a:r>
                        <a:rPr sz="1700" dirty="0">
                          <a:latin typeface="Times New Roman"/>
                          <a:cs typeface="Times New Roman"/>
                        </a:rPr>
                        <a:t>ts </a:t>
                      </a:r>
                      <a:r>
                        <a:rPr sz="1700" spc="-145" dirty="0">
                          <a:latin typeface="Times New Roman"/>
                          <a:cs typeface="Times New Roman"/>
                        </a:rPr>
                        <a:t> </a:t>
                      </a:r>
                      <a:r>
                        <a:rPr sz="1700" spc="-5" dirty="0">
                          <a:latin typeface="Times New Roman"/>
                          <a:cs typeface="Times New Roman"/>
                        </a:rPr>
                        <a:t>wit</a:t>
                      </a:r>
                      <a:r>
                        <a:rPr sz="1700" dirty="0">
                          <a:latin typeface="Times New Roman"/>
                          <a:cs typeface="Times New Roman"/>
                        </a:rPr>
                        <a:t>h </a:t>
                      </a:r>
                      <a:r>
                        <a:rPr sz="1700" spc="-145" dirty="0">
                          <a:latin typeface="Times New Roman"/>
                          <a:cs typeface="Times New Roman"/>
                        </a:rPr>
                        <a:t> </a:t>
                      </a:r>
                      <a:r>
                        <a:rPr sz="1700" dirty="0">
                          <a:latin typeface="Times New Roman"/>
                          <a:cs typeface="Times New Roman"/>
                        </a:rPr>
                        <a:t>prim</a:t>
                      </a:r>
                      <a:r>
                        <a:rPr sz="1700" spc="5" dirty="0">
                          <a:latin typeface="Times New Roman"/>
                          <a:cs typeface="Times New Roman"/>
                        </a:rPr>
                        <a:t>a</a:t>
                      </a:r>
                      <a:r>
                        <a:rPr sz="1700" dirty="0">
                          <a:latin typeface="Times New Roman"/>
                          <a:cs typeface="Times New Roman"/>
                        </a:rPr>
                        <a:t>ry </a:t>
                      </a:r>
                      <a:r>
                        <a:rPr sz="1700" spc="-150" dirty="0">
                          <a:latin typeface="Times New Roman"/>
                          <a:cs typeface="Times New Roman"/>
                        </a:rPr>
                        <a:t> </a:t>
                      </a:r>
                      <a:r>
                        <a:rPr sz="1700" dirty="0">
                          <a:latin typeface="Times New Roman"/>
                          <a:cs typeface="Times New Roman"/>
                        </a:rPr>
                        <a:t>memo</a:t>
                      </a:r>
                      <a:r>
                        <a:rPr sz="1700" spc="-5" dirty="0">
                          <a:latin typeface="Times New Roman"/>
                          <a:cs typeface="Times New Roman"/>
                        </a:rPr>
                        <a:t>r</a:t>
                      </a:r>
                      <a:r>
                        <a:rPr sz="1700" dirty="0">
                          <a:latin typeface="Times New Roman"/>
                          <a:cs typeface="Times New Roman"/>
                        </a:rPr>
                        <a:t>y </a:t>
                      </a:r>
                      <a:r>
                        <a:rPr sz="1700" spc="-150" dirty="0">
                          <a:latin typeface="Times New Roman"/>
                          <a:cs typeface="Times New Roman"/>
                        </a:rPr>
                        <a:t> </a:t>
                      </a:r>
                      <a:r>
                        <a:rPr sz="1700" dirty="0">
                          <a:latin typeface="Times New Roman"/>
                          <a:cs typeface="Times New Roman"/>
                        </a:rPr>
                        <a:t>to g</a:t>
                      </a:r>
                      <a:r>
                        <a:rPr sz="1700" spc="-5" dirty="0">
                          <a:latin typeface="Times New Roman"/>
                          <a:cs typeface="Times New Roman"/>
                        </a:rPr>
                        <a:t>e</a:t>
                      </a:r>
                      <a:r>
                        <a:rPr sz="1700" dirty="0">
                          <a:latin typeface="Times New Roman"/>
                          <a:cs typeface="Times New Roman"/>
                        </a:rPr>
                        <a:t>t data</a:t>
                      </a:r>
                      <a:r>
                        <a:rPr sz="1700" spc="-5" dirty="0">
                          <a:latin typeface="Times New Roman"/>
                          <a:cs typeface="Times New Roman"/>
                        </a:rPr>
                        <a:t> </a:t>
                      </a:r>
                      <a:r>
                        <a:rPr sz="1700" dirty="0">
                          <a:latin typeface="Times New Roman"/>
                          <a:cs typeface="Times New Roman"/>
                        </a:rPr>
                        <a:t>to</a:t>
                      </a:r>
                      <a:r>
                        <a:rPr sz="1700" spc="-5" dirty="0">
                          <a:latin typeface="Times New Roman"/>
                          <a:cs typeface="Times New Roman"/>
                        </a:rPr>
                        <a:t> </a:t>
                      </a:r>
                      <a:r>
                        <a:rPr sz="1700" dirty="0">
                          <a:latin typeface="Times New Roman"/>
                          <a:cs typeface="Times New Roman"/>
                        </a:rPr>
                        <a:t>be </a:t>
                      </a:r>
                      <a:r>
                        <a:rPr sz="1700" spc="-5" dirty="0">
                          <a:latin typeface="Times New Roman"/>
                          <a:cs typeface="Times New Roman"/>
                        </a:rPr>
                        <a:t>stor</a:t>
                      </a:r>
                      <a:r>
                        <a:rPr sz="1700" spc="-10" dirty="0">
                          <a:latin typeface="Times New Roman"/>
                          <a:cs typeface="Times New Roman"/>
                        </a:rPr>
                        <a:t>e</a:t>
                      </a:r>
                      <a:r>
                        <a:rPr sz="1700" dirty="0">
                          <a:latin typeface="Times New Roman"/>
                          <a:cs typeface="Times New Roman"/>
                        </a:rPr>
                        <a:t>d in</a:t>
                      </a:r>
                      <a:r>
                        <a:rPr sz="1700" spc="-5" dirty="0">
                          <a:latin typeface="Times New Roman"/>
                          <a:cs typeface="Times New Roman"/>
                        </a:rPr>
                        <a:t> </a:t>
                      </a:r>
                      <a:r>
                        <a:rPr sz="1700" spc="15" dirty="0">
                          <a:latin typeface="Times New Roman"/>
                          <a:cs typeface="Times New Roman"/>
                        </a:rPr>
                        <a:t>C</a:t>
                      </a:r>
                      <a:r>
                        <a:rPr sz="1700" spc="-5" dirty="0">
                          <a:latin typeface="Times New Roman"/>
                          <a:cs typeface="Times New Roman"/>
                        </a:rPr>
                        <a:t>ac</a:t>
                      </a:r>
                      <a:r>
                        <a:rPr sz="1700" dirty="0">
                          <a:latin typeface="Times New Roman"/>
                          <a:cs typeface="Times New Roman"/>
                        </a:rPr>
                        <a:t>h</a:t>
                      </a:r>
                      <a:r>
                        <a:rPr sz="1700" spc="-5" dirty="0">
                          <a:latin typeface="Times New Roman"/>
                          <a:cs typeface="Times New Roman"/>
                        </a:rPr>
                        <a:t>e</a:t>
                      </a:r>
                      <a:r>
                        <a:rPr sz="1700" dirty="0">
                          <a:latin typeface="Times New Roman"/>
                          <a:cs typeface="Times New Roman"/>
                        </a:rPr>
                        <a:t>.</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0"/>
                  </a:ext>
                </a:extLst>
              </a:tr>
              <a:tr h="433226">
                <a:tc>
                  <a:txBody>
                    <a:bodyPr/>
                    <a:lstStyle/>
                    <a:p>
                      <a:pPr marL="92075" marR="86360" algn="just">
                        <a:lnSpc>
                          <a:spcPct val="100000"/>
                        </a:lnSpc>
                      </a:pPr>
                      <a:r>
                        <a:rPr sz="1700" spc="-20" dirty="0">
                          <a:latin typeface="Times New Roman"/>
                          <a:cs typeface="Times New Roman"/>
                        </a:rPr>
                        <a:t>I</a:t>
                      </a:r>
                      <a:r>
                        <a:rPr sz="1700" dirty="0">
                          <a:latin typeface="Times New Roman"/>
                          <a:cs typeface="Times New Roman"/>
                        </a:rPr>
                        <a:t>t</a:t>
                      </a:r>
                      <a:r>
                        <a:rPr sz="1700" spc="20" dirty="0">
                          <a:latin typeface="Times New Roman"/>
                          <a:cs typeface="Times New Roman"/>
                        </a:rPr>
                        <a:t> </a:t>
                      </a:r>
                      <a:r>
                        <a:rPr sz="1700" dirty="0">
                          <a:latin typeface="Times New Roman"/>
                          <a:cs typeface="Times New Roman"/>
                        </a:rPr>
                        <a:t>is</a:t>
                      </a:r>
                      <a:r>
                        <a:rPr sz="1700" spc="10" dirty="0">
                          <a:latin typeface="Times New Roman"/>
                          <a:cs typeface="Times New Roman"/>
                        </a:rPr>
                        <a:t> </a:t>
                      </a:r>
                      <a:r>
                        <a:rPr sz="1700" spc="-5" dirty="0">
                          <a:latin typeface="Times New Roman"/>
                          <a:cs typeface="Times New Roman"/>
                        </a:rPr>
                        <a:t>e</a:t>
                      </a:r>
                      <a:r>
                        <a:rPr sz="1700" dirty="0">
                          <a:latin typeface="Times New Roman"/>
                          <a:cs typeface="Times New Roman"/>
                        </a:rPr>
                        <a:t>nsu</a:t>
                      </a:r>
                      <a:r>
                        <a:rPr sz="1700" spc="5" dirty="0">
                          <a:latin typeface="Times New Roman"/>
                          <a:cs typeface="Times New Roman"/>
                        </a:rPr>
                        <a:t>r</a:t>
                      </a:r>
                      <a:r>
                        <a:rPr sz="1700" spc="-5" dirty="0">
                          <a:latin typeface="Times New Roman"/>
                          <a:cs typeface="Times New Roman"/>
                        </a:rPr>
                        <a:t>e</a:t>
                      </a:r>
                      <a:r>
                        <a:rPr sz="1700" dirty="0">
                          <a:latin typeface="Times New Roman"/>
                          <a:cs typeface="Times New Roman"/>
                        </a:rPr>
                        <a:t>d</a:t>
                      </a:r>
                      <a:r>
                        <a:rPr sz="1700" spc="10" dirty="0">
                          <a:latin typeface="Times New Roman"/>
                          <a:cs typeface="Times New Roman"/>
                        </a:rPr>
                        <a:t> </a:t>
                      </a:r>
                      <a:r>
                        <a:rPr sz="1700" dirty="0">
                          <a:latin typeface="Times New Roman"/>
                          <a:cs typeface="Times New Roman"/>
                        </a:rPr>
                        <a:t>that</a:t>
                      </a:r>
                      <a:r>
                        <a:rPr sz="1700" spc="20" dirty="0">
                          <a:latin typeface="Times New Roman"/>
                          <a:cs typeface="Times New Roman"/>
                        </a:rPr>
                        <a:t> </a:t>
                      </a:r>
                      <a:r>
                        <a:rPr sz="1700" dirty="0">
                          <a:latin typeface="Times New Roman"/>
                          <a:cs typeface="Times New Roman"/>
                        </a:rPr>
                        <a:t>d</a:t>
                      </a:r>
                      <a:r>
                        <a:rPr sz="1700" spc="-5" dirty="0">
                          <a:latin typeface="Times New Roman"/>
                          <a:cs typeface="Times New Roman"/>
                        </a:rPr>
                        <a:t>a</a:t>
                      </a:r>
                      <a:r>
                        <a:rPr sz="1700" dirty="0">
                          <a:latin typeface="Times New Roman"/>
                          <a:cs typeface="Times New Roman"/>
                        </a:rPr>
                        <a:t>ta</a:t>
                      </a:r>
                      <a:r>
                        <a:rPr sz="1700" spc="15" dirty="0">
                          <a:latin typeface="Times New Roman"/>
                          <a:cs typeface="Times New Roman"/>
                        </a:rPr>
                        <a:t> </a:t>
                      </a:r>
                      <a:r>
                        <a:rPr sz="1700" dirty="0">
                          <a:latin typeface="Times New Roman"/>
                          <a:cs typeface="Times New Roman"/>
                        </a:rPr>
                        <a:t>in</a:t>
                      </a:r>
                      <a:r>
                        <a:rPr sz="1700" spc="25" dirty="0">
                          <a:latin typeface="Times New Roman"/>
                          <a:cs typeface="Times New Roman"/>
                        </a:rPr>
                        <a:t> </a:t>
                      </a:r>
                      <a:r>
                        <a:rPr sz="1700" dirty="0">
                          <a:latin typeface="Times New Roman"/>
                          <a:cs typeface="Times New Roman"/>
                        </a:rPr>
                        <a:t>R</a:t>
                      </a:r>
                      <a:r>
                        <a:rPr sz="1700" spc="-5" dirty="0">
                          <a:latin typeface="Times New Roman"/>
                          <a:cs typeface="Times New Roman"/>
                        </a:rPr>
                        <a:t>A</a:t>
                      </a:r>
                      <a:r>
                        <a:rPr sz="1700" dirty="0">
                          <a:latin typeface="Times New Roman"/>
                          <a:cs typeface="Times New Roman"/>
                        </a:rPr>
                        <a:t>M</a:t>
                      </a:r>
                      <a:r>
                        <a:rPr sz="1700" spc="5" dirty="0">
                          <a:latin typeface="Times New Roman"/>
                          <a:cs typeface="Times New Roman"/>
                        </a:rPr>
                        <a:t> </a:t>
                      </a:r>
                      <a:r>
                        <a:rPr sz="1700" spc="-5" dirty="0">
                          <a:latin typeface="Times New Roman"/>
                          <a:cs typeface="Times New Roman"/>
                        </a:rPr>
                        <a:t>a</a:t>
                      </a:r>
                      <a:r>
                        <a:rPr sz="1700" dirty="0">
                          <a:latin typeface="Times New Roman"/>
                          <a:cs typeface="Times New Roman"/>
                        </a:rPr>
                        <a:t>re</a:t>
                      </a:r>
                      <a:r>
                        <a:rPr sz="1700" spc="10" dirty="0">
                          <a:latin typeface="Times New Roman"/>
                          <a:cs typeface="Times New Roman"/>
                        </a:rPr>
                        <a:t> </a:t>
                      </a:r>
                      <a:r>
                        <a:rPr sz="1700" dirty="0">
                          <a:latin typeface="Times New Roman"/>
                          <a:cs typeface="Times New Roman"/>
                        </a:rPr>
                        <a:t>load</a:t>
                      </a:r>
                      <a:r>
                        <a:rPr sz="1700" spc="-10" dirty="0">
                          <a:latin typeface="Times New Roman"/>
                          <a:cs typeface="Times New Roman"/>
                        </a:rPr>
                        <a:t>e</a:t>
                      </a:r>
                      <a:r>
                        <a:rPr sz="1700" dirty="0">
                          <a:latin typeface="Times New Roman"/>
                          <a:cs typeface="Times New Roman"/>
                        </a:rPr>
                        <a:t>d</a:t>
                      </a:r>
                      <a:r>
                        <a:rPr sz="1700" spc="20" dirty="0">
                          <a:latin typeface="Times New Roman"/>
                          <a:cs typeface="Times New Roman"/>
                        </a:rPr>
                        <a:t> </a:t>
                      </a:r>
                      <a:r>
                        <a:rPr sz="1700" dirty="0">
                          <a:latin typeface="Times New Roman"/>
                          <a:cs typeface="Times New Roman"/>
                        </a:rPr>
                        <a:t>b</a:t>
                      </a:r>
                      <a:r>
                        <a:rPr sz="1700" spc="5" dirty="0">
                          <a:latin typeface="Times New Roman"/>
                          <a:cs typeface="Times New Roman"/>
                        </a:rPr>
                        <a:t>e</a:t>
                      </a:r>
                      <a:r>
                        <a:rPr sz="1700" dirty="0">
                          <a:latin typeface="Times New Roman"/>
                          <a:cs typeface="Times New Roman"/>
                        </a:rPr>
                        <a:t>fo</a:t>
                      </a:r>
                      <a:r>
                        <a:rPr sz="1700" spc="-10" dirty="0">
                          <a:latin typeface="Times New Roman"/>
                          <a:cs typeface="Times New Roman"/>
                        </a:rPr>
                        <a:t>r</a:t>
                      </a:r>
                      <a:r>
                        <a:rPr sz="1700" dirty="0">
                          <a:latin typeface="Times New Roman"/>
                          <a:cs typeface="Times New Roman"/>
                        </a:rPr>
                        <a:t>e </a:t>
                      </a:r>
                      <a:r>
                        <a:rPr sz="1700" spc="-5" dirty="0">
                          <a:latin typeface="Times New Roman"/>
                          <a:cs typeface="Times New Roman"/>
                        </a:rPr>
                        <a:t>ac</a:t>
                      </a:r>
                      <a:r>
                        <a:rPr sz="1700" spc="5" dirty="0">
                          <a:latin typeface="Times New Roman"/>
                          <a:cs typeface="Times New Roman"/>
                        </a:rPr>
                        <a:t>c</a:t>
                      </a:r>
                      <a:r>
                        <a:rPr sz="1700" spc="-5" dirty="0">
                          <a:latin typeface="Times New Roman"/>
                          <a:cs typeface="Times New Roman"/>
                        </a:rPr>
                        <a:t>es</a:t>
                      </a:r>
                      <a:r>
                        <a:rPr sz="1700" dirty="0">
                          <a:latin typeface="Times New Roman"/>
                          <a:cs typeface="Times New Roman"/>
                        </a:rPr>
                        <a:t>s </a:t>
                      </a:r>
                      <a:r>
                        <a:rPr sz="1700" spc="-145" dirty="0">
                          <a:latin typeface="Times New Roman"/>
                          <a:cs typeface="Times New Roman"/>
                        </a:rPr>
                        <a:t> </a:t>
                      </a:r>
                      <a:r>
                        <a:rPr sz="1700" dirty="0">
                          <a:latin typeface="Times New Roman"/>
                          <a:cs typeface="Times New Roman"/>
                        </a:rPr>
                        <a:t>to </a:t>
                      </a:r>
                      <a:r>
                        <a:rPr sz="1700" spc="-145" dirty="0">
                          <a:latin typeface="Times New Roman"/>
                          <a:cs typeface="Times New Roman"/>
                        </a:rPr>
                        <a:t> </a:t>
                      </a:r>
                      <a:r>
                        <a:rPr sz="1700" dirty="0">
                          <a:latin typeface="Times New Roman"/>
                          <a:cs typeface="Times New Roman"/>
                        </a:rPr>
                        <a:t>the </a:t>
                      </a:r>
                      <a:r>
                        <a:rPr sz="1700" spc="-150" dirty="0">
                          <a:latin typeface="Times New Roman"/>
                          <a:cs typeface="Times New Roman"/>
                        </a:rPr>
                        <a:t> </a:t>
                      </a:r>
                      <a:r>
                        <a:rPr sz="1700" dirty="0">
                          <a:latin typeface="Times New Roman"/>
                          <a:cs typeface="Times New Roman"/>
                        </a:rPr>
                        <a:t>CP</a:t>
                      </a:r>
                      <a:r>
                        <a:rPr sz="1700" spc="-5" dirty="0">
                          <a:latin typeface="Times New Roman"/>
                          <a:cs typeface="Times New Roman"/>
                        </a:rPr>
                        <a:t>U</a:t>
                      </a:r>
                      <a:r>
                        <a:rPr sz="1700" dirty="0">
                          <a:latin typeface="Times New Roman"/>
                          <a:cs typeface="Times New Roman"/>
                        </a:rPr>
                        <a:t>. </a:t>
                      </a:r>
                      <a:r>
                        <a:rPr sz="1700" spc="-150" dirty="0">
                          <a:latin typeface="Times New Roman"/>
                          <a:cs typeface="Times New Roman"/>
                        </a:rPr>
                        <a:t> </a:t>
                      </a:r>
                      <a:r>
                        <a:rPr sz="1700" dirty="0">
                          <a:latin typeface="Times New Roman"/>
                          <a:cs typeface="Times New Roman"/>
                        </a:rPr>
                        <a:t>This </a:t>
                      </a:r>
                      <a:r>
                        <a:rPr sz="1700" spc="-135" dirty="0">
                          <a:latin typeface="Times New Roman"/>
                          <a:cs typeface="Times New Roman"/>
                        </a:rPr>
                        <a:t> </a:t>
                      </a:r>
                      <a:r>
                        <a:rPr sz="1700" spc="-5" dirty="0">
                          <a:latin typeface="Times New Roman"/>
                          <a:cs typeface="Times New Roman"/>
                        </a:rPr>
                        <a:t>e</a:t>
                      </a:r>
                      <a:r>
                        <a:rPr sz="1700" dirty="0">
                          <a:latin typeface="Times New Roman"/>
                          <a:cs typeface="Times New Roman"/>
                        </a:rPr>
                        <a:t>limin</a:t>
                      </a:r>
                      <a:r>
                        <a:rPr sz="1700" spc="-5" dirty="0">
                          <a:latin typeface="Times New Roman"/>
                          <a:cs typeface="Times New Roman"/>
                        </a:rPr>
                        <a:t>a</a:t>
                      </a:r>
                      <a:r>
                        <a:rPr sz="1700" dirty="0">
                          <a:latin typeface="Times New Roman"/>
                          <a:cs typeface="Times New Roman"/>
                        </a:rPr>
                        <a:t>tes </a:t>
                      </a:r>
                      <a:r>
                        <a:rPr sz="1700" spc="-150" dirty="0">
                          <a:latin typeface="Times New Roman"/>
                          <a:cs typeface="Times New Roman"/>
                        </a:rPr>
                        <a:t> </a:t>
                      </a:r>
                      <a:r>
                        <a:rPr sz="1700" dirty="0">
                          <a:latin typeface="Times New Roman"/>
                          <a:cs typeface="Times New Roman"/>
                        </a:rPr>
                        <a:t>R</a:t>
                      </a:r>
                      <a:r>
                        <a:rPr sz="1700" spc="-5" dirty="0">
                          <a:latin typeface="Times New Roman"/>
                          <a:cs typeface="Times New Roman"/>
                        </a:rPr>
                        <a:t>A</a:t>
                      </a:r>
                      <a:r>
                        <a:rPr sz="1700" dirty="0">
                          <a:latin typeface="Times New Roman"/>
                          <a:cs typeface="Times New Roman"/>
                        </a:rPr>
                        <a:t>M </a:t>
                      </a:r>
                      <a:r>
                        <a:rPr sz="1700" spc="-150" dirty="0">
                          <a:latin typeface="Times New Roman"/>
                          <a:cs typeface="Times New Roman"/>
                        </a:rPr>
                        <a:t> </a:t>
                      </a:r>
                      <a:r>
                        <a:rPr sz="1700" dirty="0">
                          <a:latin typeface="Times New Roman"/>
                          <a:cs typeface="Times New Roman"/>
                        </a:rPr>
                        <a:t>mi</a:t>
                      </a:r>
                      <a:r>
                        <a:rPr sz="1700" spc="-5" dirty="0">
                          <a:latin typeface="Times New Roman"/>
                          <a:cs typeface="Times New Roman"/>
                        </a:rPr>
                        <a:t>ss </a:t>
                      </a:r>
                      <a:r>
                        <a:rPr sz="1700" dirty="0">
                          <a:latin typeface="Times New Roman"/>
                          <a:cs typeface="Times New Roman"/>
                        </a:rPr>
                        <a:t>n</a:t>
                      </a:r>
                      <a:r>
                        <a:rPr sz="1700" spc="-5" dirty="0">
                          <a:latin typeface="Times New Roman"/>
                          <a:cs typeface="Times New Roman"/>
                        </a:rPr>
                        <a:t>e</a:t>
                      </a:r>
                      <a:r>
                        <a:rPr sz="1700" dirty="0">
                          <a:latin typeface="Times New Roman"/>
                          <a:cs typeface="Times New Roman"/>
                        </a:rPr>
                        <a:t>v</a:t>
                      </a:r>
                      <a:r>
                        <a:rPr sz="1700" spc="-5" dirty="0">
                          <a:latin typeface="Times New Roman"/>
                          <a:cs typeface="Times New Roman"/>
                        </a:rPr>
                        <a:t>e</a:t>
                      </a:r>
                      <a:r>
                        <a:rPr sz="1700" dirty="0">
                          <a:latin typeface="Times New Roman"/>
                          <a:cs typeface="Times New Roman"/>
                        </a:rPr>
                        <a:t>r.</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tc>
                  <a:txBody>
                    <a:bodyPr/>
                    <a:lstStyle/>
                    <a:p>
                      <a:pPr marL="92075" marR="87630">
                        <a:lnSpc>
                          <a:spcPct val="100000"/>
                        </a:lnSpc>
                      </a:pPr>
                      <a:r>
                        <a:rPr sz="1700" dirty="0">
                          <a:latin typeface="Times New Roman"/>
                          <a:cs typeface="Times New Roman"/>
                        </a:rPr>
                        <a:t>CPU</a:t>
                      </a:r>
                      <a:r>
                        <a:rPr sz="1700" spc="40" dirty="0">
                          <a:latin typeface="Times New Roman"/>
                          <a:cs typeface="Times New Roman"/>
                        </a:rPr>
                        <a:t> </a:t>
                      </a:r>
                      <a:r>
                        <a:rPr sz="1700" spc="-5" dirty="0">
                          <a:latin typeface="Times New Roman"/>
                          <a:cs typeface="Times New Roman"/>
                        </a:rPr>
                        <a:t>sea</a:t>
                      </a:r>
                      <a:r>
                        <a:rPr sz="1700" dirty="0">
                          <a:latin typeface="Times New Roman"/>
                          <a:cs typeface="Times New Roman"/>
                        </a:rPr>
                        <a:t>r</a:t>
                      </a:r>
                      <a:r>
                        <a:rPr sz="1700" spc="-10" dirty="0">
                          <a:latin typeface="Times New Roman"/>
                          <a:cs typeface="Times New Roman"/>
                        </a:rPr>
                        <a:t>c</a:t>
                      </a:r>
                      <a:r>
                        <a:rPr sz="1700" spc="10" dirty="0">
                          <a:latin typeface="Times New Roman"/>
                          <a:cs typeface="Times New Roman"/>
                        </a:rPr>
                        <a:t>h</a:t>
                      </a:r>
                      <a:r>
                        <a:rPr sz="1700" spc="-5" dirty="0">
                          <a:latin typeface="Times New Roman"/>
                          <a:cs typeface="Times New Roman"/>
                        </a:rPr>
                        <a:t>e</a:t>
                      </a:r>
                      <a:r>
                        <a:rPr sz="1700" dirty="0">
                          <a:latin typeface="Times New Roman"/>
                          <a:cs typeface="Times New Roman"/>
                        </a:rPr>
                        <a:t>s</a:t>
                      </a:r>
                      <a:r>
                        <a:rPr sz="1700" spc="45" dirty="0">
                          <a:latin typeface="Times New Roman"/>
                          <a:cs typeface="Times New Roman"/>
                        </a:rPr>
                        <a:t> </a:t>
                      </a:r>
                      <a:r>
                        <a:rPr sz="1700" dirty="0">
                          <a:latin typeface="Times New Roman"/>
                          <a:cs typeface="Times New Roman"/>
                        </a:rPr>
                        <a:t>for</a:t>
                      </a:r>
                      <a:r>
                        <a:rPr sz="1700" spc="50" dirty="0">
                          <a:latin typeface="Times New Roman"/>
                          <a:cs typeface="Times New Roman"/>
                        </a:rPr>
                        <a:t> </a:t>
                      </a:r>
                      <a:r>
                        <a:rPr sz="1700" dirty="0">
                          <a:latin typeface="Times New Roman"/>
                          <a:cs typeface="Times New Roman"/>
                        </a:rPr>
                        <a:t>d</a:t>
                      </a:r>
                      <a:r>
                        <a:rPr sz="1700" spc="-5" dirty="0">
                          <a:latin typeface="Times New Roman"/>
                          <a:cs typeface="Times New Roman"/>
                        </a:rPr>
                        <a:t>a</a:t>
                      </a:r>
                      <a:r>
                        <a:rPr sz="1700" dirty="0">
                          <a:latin typeface="Times New Roman"/>
                          <a:cs typeface="Times New Roman"/>
                        </a:rPr>
                        <a:t>ta</a:t>
                      </a:r>
                      <a:r>
                        <a:rPr sz="1700" spc="55" dirty="0">
                          <a:latin typeface="Times New Roman"/>
                          <a:cs typeface="Times New Roman"/>
                        </a:rPr>
                        <a:t> </a:t>
                      </a:r>
                      <a:r>
                        <a:rPr sz="1700" dirty="0">
                          <a:latin typeface="Times New Roman"/>
                          <a:cs typeface="Times New Roman"/>
                        </a:rPr>
                        <a:t>in</a:t>
                      </a:r>
                      <a:r>
                        <a:rPr sz="1700" spc="45" dirty="0">
                          <a:latin typeface="Times New Roman"/>
                          <a:cs typeface="Times New Roman"/>
                        </a:rPr>
                        <a:t> </a:t>
                      </a:r>
                      <a:r>
                        <a:rPr sz="1700" dirty="0">
                          <a:latin typeface="Times New Roman"/>
                          <a:cs typeface="Times New Roman"/>
                        </a:rPr>
                        <a:t>C</a:t>
                      </a:r>
                      <a:r>
                        <a:rPr sz="1700" spc="-5" dirty="0">
                          <a:latin typeface="Times New Roman"/>
                          <a:cs typeface="Times New Roman"/>
                        </a:rPr>
                        <a:t>ac</a:t>
                      </a:r>
                      <a:r>
                        <a:rPr sz="1700" dirty="0">
                          <a:latin typeface="Times New Roman"/>
                          <a:cs typeface="Times New Roman"/>
                        </a:rPr>
                        <a:t>h</a:t>
                      </a:r>
                      <a:r>
                        <a:rPr sz="1700" spc="-5" dirty="0">
                          <a:latin typeface="Times New Roman"/>
                          <a:cs typeface="Times New Roman"/>
                        </a:rPr>
                        <a:t>e</a:t>
                      </a:r>
                      <a:r>
                        <a:rPr sz="1700" dirty="0">
                          <a:latin typeface="Times New Roman"/>
                          <a:cs typeface="Times New Roman"/>
                        </a:rPr>
                        <a:t>,</a:t>
                      </a:r>
                      <a:r>
                        <a:rPr sz="1700" spc="45" dirty="0">
                          <a:latin typeface="Times New Roman"/>
                          <a:cs typeface="Times New Roman"/>
                        </a:rPr>
                        <a:t> </a:t>
                      </a:r>
                      <a:r>
                        <a:rPr sz="1700" spc="10" dirty="0">
                          <a:latin typeface="Times New Roman"/>
                          <a:cs typeface="Times New Roman"/>
                        </a:rPr>
                        <a:t>i</a:t>
                      </a:r>
                      <a:r>
                        <a:rPr sz="1700" dirty="0">
                          <a:latin typeface="Times New Roman"/>
                          <a:cs typeface="Times New Roman"/>
                        </a:rPr>
                        <a:t>f</a:t>
                      </a:r>
                      <a:r>
                        <a:rPr sz="1700" spc="40" dirty="0">
                          <a:latin typeface="Times New Roman"/>
                          <a:cs typeface="Times New Roman"/>
                        </a:rPr>
                        <a:t> </a:t>
                      </a:r>
                      <a:r>
                        <a:rPr sz="1700" dirty="0">
                          <a:latin typeface="Times New Roman"/>
                          <a:cs typeface="Times New Roman"/>
                        </a:rPr>
                        <a:t>not found</a:t>
                      </a:r>
                      <a:r>
                        <a:rPr sz="1700" spc="-5" dirty="0">
                          <a:latin typeface="Times New Roman"/>
                          <a:cs typeface="Times New Roman"/>
                        </a:rPr>
                        <a:t> cac</a:t>
                      </a:r>
                      <a:r>
                        <a:rPr sz="1700" spc="10" dirty="0">
                          <a:latin typeface="Times New Roman"/>
                          <a:cs typeface="Times New Roman"/>
                        </a:rPr>
                        <a:t>h</a:t>
                      </a:r>
                      <a:r>
                        <a:rPr sz="1700" dirty="0">
                          <a:latin typeface="Times New Roman"/>
                          <a:cs typeface="Times New Roman"/>
                        </a:rPr>
                        <a:t>e</a:t>
                      </a:r>
                      <a:r>
                        <a:rPr sz="1700" spc="-5" dirty="0">
                          <a:latin typeface="Times New Roman"/>
                          <a:cs typeface="Times New Roman"/>
                        </a:rPr>
                        <a:t> </a:t>
                      </a:r>
                      <a:r>
                        <a:rPr sz="1700" dirty="0">
                          <a:latin typeface="Times New Roman"/>
                          <a:cs typeface="Times New Roman"/>
                        </a:rPr>
                        <a:t>mi</a:t>
                      </a:r>
                      <a:r>
                        <a:rPr sz="1700" spc="-5" dirty="0">
                          <a:latin typeface="Times New Roman"/>
                          <a:cs typeface="Times New Roman"/>
                        </a:rPr>
                        <a:t>s</a:t>
                      </a:r>
                      <a:r>
                        <a:rPr sz="1700" dirty="0">
                          <a:latin typeface="Times New Roman"/>
                          <a:cs typeface="Times New Roman"/>
                        </a:rPr>
                        <a:t>s oc</a:t>
                      </a:r>
                      <a:r>
                        <a:rPr sz="1700" spc="-10" dirty="0">
                          <a:latin typeface="Times New Roman"/>
                          <a:cs typeface="Times New Roman"/>
                        </a:rPr>
                        <a:t>c</a:t>
                      </a:r>
                      <a:r>
                        <a:rPr sz="1700" dirty="0">
                          <a:latin typeface="Times New Roman"/>
                          <a:cs typeface="Times New Roman"/>
                        </a:rPr>
                        <a:t>ur.</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591835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5EEC6-0C58-3148-6C46-48F14B0A88B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8A67F4A-3B31-20DC-AECF-9E7E5E8CB22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88DCE623-5EDC-2C14-3795-BFFF728E42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16CBCC3C-F350-86C6-28FE-EF6D1A8A5EE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786EAE2-0932-B725-0751-E8044D75FA4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p:cNvSpPr txBox="1"/>
          <p:nvPr/>
        </p:nvSpPr>
        <p:spPr>
          <a:xfrm>
            <a:off x="990600" y="461737"/>
            <a:ext cx="5029200" cy="261610"/>
          </a:xfrm>
          <a:prstGeom prst="rect">
            <a:avLst/>
          </a:prstGeom>
        </p:spPr>
        <p:txBody>
          <a:bodyPr vert="horz" wrap="square" lIns="0" tIns="0" rIns="0" bIns="0" rtlCol="0">
            <a:spAutoFit/>
          </a:bodyPr>
          <a:lstStyle/>
          <a:p>
            <a:pPr marL="6109"/>
            <a:r>
              <a:rPr sz="1700" b="1" spc="-2" dirty="0">
                <a:latin typeface="Times New Roman"/>
                <a:cs typeface="Times New Roman"/>
              </a:rPr>
              <a:t>Dif</a:t>
            </a:r>
            <a:r>
              <a:rPr sz="1700" b="1" spc="-5" dirty="0">
                <a:latin typeface="Times New Roman"/>
                <a:cs typeface="Times New Roman"/>
              </a:rPr>
              <a:t>f</a:t>
            </a:r>
            <a:r>
              <a:rPr sz="1700" b="1" spc="-7" dirty="0">
                <a:latin typeface="Times New Roman"/>
                <a:cs typeface="Times New Roman"/>
              </a:rPr>
              <a:t>e</a:t>
            </a:r>
            <a:r>
              <a:rPr sz="1700" b="1" spc="-2" dirty="0">
                <a:latin typeface="Times New Roman"/>
                <a:cs typeface="Times New Roman"/>
              </a:rPr>
              <a:t>r</a:t>
            </a:r>
            <a:r>
              <a:rPr sz="1700" b="1" spc="-7" dirty="0">
                <a:latin typeface="Times New Roman"/>
                <a:cs typeface="Times New Roman"/>
              </a:rPr>
              <a:t>e</a:t>
            </a:r>
            <a:r>
              <a:rPr sz="1700" b="1" dirty="0">
                <a:latin typeface="Times New Roman"/>
                <a:cs typeface="Times New Roman"/>
              </a:rPr>
              <a:t>n</a:t>
            </a:r>
            <a:r>
              <a:rPr sz="1700" b="1" spc="-7" dirty="0">
                <a:latin typeface="Times New Roman"/>
                <a:cs typeface="Times New Roman"/>
              </a:rPr>
              <a:t>ce</a:t>
            </a:r>
            <a:r>
              <a:rPr sz="1700" b="1" dirty="0">
                <a:latin typeface="Times New Roman"/>
                <a:cs typeface="Times New Roman"/>
              </a:rPr>
              <a:t>s</a:t>
            </a:r>
            <a:r>
              <a:rPr sz="1700" b="1" spc="-2" dirty="0">
                <a:latin typeface="Times New Roman"/>
                <a:cs typeface="Times New Roman"/>
              </a:rPr>
              <a:t> </a:t>
            </a:r>
            <a:r>
              <a:rPr sz="1700" b="1" dirty="0">
                <a:latin typeface="Times New Roman"/>
                <a:cs typeface="Times New Roman"/>
              </a:rPr>
              <a:t>b</a:t>
            </a:r>
            <a:r>
              <a:rPr sz="1700" b="1" spc="-7" dirty="0">
                <a:latin typeface="Times New Roman"/>
                <a:cs typeface="Times New Roman"/>
              </a:rPr>
              <a:t>e</a:t>
            </a:r>
            <a:r>
              <a:rPr sz="1700" b="1" spc="2" dirty="0">
                <a:latin typeface="Times New Roman"/>
                <a:cs typeface="Times New Roman"/>
              </a:rPr>
              <a:t>t</a:t>
            </a:r>
            <a:r>
              <a:rPr sz="1700" b="1" spc="-2" dirty="0">
                <a:latin typeface="Times New Roman"/>
                <a:cs typeface="Times New Roman"/>
              </a:rPr>
              <a:t>w</a:t>
            </a:r>
            <a:r>
              <a:rPr sz="1700" b="1" spc="-5" dirty="0">
                <a:latin typeface="Times New Roman"/>
                <a:cs typeface="Times New Roman"/>
              </a:rPr>
              <a:t>e</a:t>
            </a:r>
            <a:r>
              <a:rPr sz="1700" b="1" spc="-7" dirty="0">
                <a:latin typeface="Times New Roman"/>
                <a:cs typeface="Times New Roman"/>
              </a:rPr>
              <a:t>e</a:t>
            </a:r>
            <a:r>
              <a:rPr sz="1700" b="1" dirty="0">
                <a:latin typeface="Times New Roman"/>
                <a:cs typeface="Times New Roman"/>
              </a:rPr>
              <a:t>n as</a:t>
            </a:r>
            <a:r>
              <a:rPr sz="1700" b="1" spc="5" dirty="0">
                <a:latin typeface="Times New Roman"/>
                <a:cs typeface="Times New Roman"/>
              </a:rPr>
              <a:t>s</a:t>
            </a:r>
            <a:r>
              <a:rPr sz="1700" b="1" spc="-5" dirty="0">
                <a:latin typeface="Times New Roman"/>
                <a:cs typeface="Times New Roman"/>
              </a:rPr>
              <a:t>o</a:t>
            </a:r>
            <a:r>
              <a:rPr sz="1700" b="1" spc="-7" dirty="0">
                <a:latin typeface="Times New Roman"/>
                <a:cs typeface="Times New Roman"/>
              </a:rPr>
              <a:t>c</a:t>
            </a:r>
            <a:r>
              <a:rPr sz="1700" b="1" spc="-2" dirty="0">
                <a:latin typeface="Times New Roman"/>
                <a:cs typeface="Times New Roman"/>
              </a:rPr>
              <a:t>iative </a:t>
            </a:r>
            <a:r>
              <a:rPr sz="1700" b="1" dirty="0">
                <a:latin typeface="Times New Roman"/>
                <a:cs typeface="Times New Roman"/>
              </a:rPr>
              <a:t>and </a:t>
            </a:r>
            <a:r>
              <a:rPr sz="1700" b="1" spc="-7" dirty="0">
                <a:latin typeface="Times New Roman"/>
                <a:cs typeface="Times New Roman"/>
              </a:rPr>
              <a:t>c</a:t>
            </a:r>
            <a:r>
              <a:rPr sz="1700" b="1" spc="-5" dirty="0">
                <a:latin typeface="Times New Roman"/>
                <a:cs typeface="Times New Roman"/>
              </a:rPr>
              <a:t>a</a:t>
            </a:r>
            <a:r>
              <a:rPr sz="1700" b="1" spc="-7"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a:t>
            </a:r>
            <a:r>
              <a:rPr sz="1700" b="1" spc="2" dirty="0">
                <a:latin typeface="Times New Roman"/>
                <a:cs typeface="Times New Roman"/>
              </a:rPr>
              <a:t>m</a:t>
            </a:r>
            <a:r>
              <a:rPr sz="1700" b="1" spc="-7" dirty="0">
                <a:latin typeface="Times New Roman"/>
                <a:cs typeface="Times New Roman"/>
              </a:rPr>
              <a:t>e</a:t>
            </a:r>
            <a:r>
              <a:rPr sz="1700" b="1" spc="2" dirty="0">
                <a:latin typeface="Times New Roman"/>
                <a:cs typeface="Times New Roman"/>
              </a:rPr>
              <a:t>m</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y:</a:t>
            </a:r>
            <a:endParaRPr sz="1700" dirty="0">
              <a:latin typeface="Times New Roman"/>
              <a:cs typeface="Times New Roman"/>
            </a:endParaRPr>
          </a:p>
        </p:txBody>
      </p:sp>
      <p:graphicFrame>
        <p:nvGraphicFramePr>
          <p:cNvPr id="4" name="object 4"/>
          <p:cNvGraphicFramePr>
            <a:graphicFrameLocks noGrp="1"/>
          </p:cNvGraphicFramePr>
          <p:nvPr>
            <p:extLst>
              <p:ext uri="{D42A27DB-BD31-4B8C-83A1-F6EECF244321}">
                <p14:modId xmlns:p14="http://schemas.microsoft.com/office/powerpoint/2010/main" val="1691867036"/>
              </p:ext>
            </p:extLst>
          </p:nvPr>
        </p:nvGraphicFramePr>
        <p:xfrm>
          <a:off x="762000" y="946504"/>
          <a:ext cx="7620000" cy="3685979"/>
        </p:xfrm>
        <a:graphic>
          <a:graphicData uri="http://schemas.openxmlformats.org/drawingml/2006/table">
            <a:tbl>
              <a:tblPr firstRow="1" bandRow="1">
                <a:tableStyleId>{2D5ABB26-0587-4C30-8999-92F81FD0307C}</a:tableStyleId>
              </a:tblPr>
              <a:tblGrid>
                <a:gridCol w="3871091">
                  <a:extLst>
                    <a:ext uri="{9D8B030D-6E8A-4147-A177-3AD203B41FA5}">
                      <a16:colId xmlns:a16="http://schemas.microsoft.com/office/drawing/2014/main" val="20001"/>
                    </a:ext>
                  </a:extLst>
                </a:gridCol>
                <a:gridCol w="3748909">
                  <a:extLst>
                    <a:ext uri="{9D8B030D-6E8A-4147-A177-3AD203B41FA5}">
                      <a16:colId xmlns:a16="http://schemas.microsoft.com/office/drawing/2014/main" val="20002"/>
                    </a:ext>
                  </a:extLst>
                </a:gridCol>
              </a:tblGrid>
              <a:tr h="312275">
                <a:tc>
                  <a:txBody>
                    <a:bodyPr/>
                    <a:lstStyle/>
                    <a:p>
                      <a:pPr marL="90805">
                        <a:lnSpc>
                          <a:spcPct val="100000"/>
                        </a:lnSpc>
                      </a:pPr>
                      <a:r>
                        <a:rPr sz="1700" spc="-5" dirty="0">
                          <a:latin typeface="Times New Roman"/>
                          <a:cs typeface="Times New Roman"/>
                        </a:rPr>
                        <a:t>Assoc</a:t>
                      </a:r>
                      <a:r>
                        <a:rPr sz="1700" dirty="0">
                          <a:latin typeface="Times New Roman"/>
                          <a:cs typeface="Times New Roman"/>
                        </a:rPr>
                        <a:t>iative</a:t>
                      </a:r>
                      <a:r>
                        <a:rPr sz="1700" spc="-5" dirty="0">
                          <a:latin typeface="Times New Roman"/>
                          <a:cs typeface="Times New Roman"/>
                        </a:rPr>
                        <a:t> M</a:t>
                      </a:r>
                      <a:r>
                        <a:rPr sz="1700" spc="-10" dirty="0">
                          <a:latin typeface="Times New Roman"/>
                          <a:cs typeface="Times New Roman"/>
                        </a:rPr>
                        <a:t>e</a:t>
                      </a:r>
                      <a:r>
                        <a:rPr sz="1700" dirty="0">
                          <a:latin typeface="Times New Roman"/>
                          <a:cs typeface="Times New Roman"/>
                        </a:rPr>
                        <a:t>mory</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cap="flat" cmpd="sng" algn="ctr">
                      <a:solidFill>
                        <a:srgbClr val="000000"/>
                      </a:solidFill>
                      <a:prstDash val="solid"/>
                      <a:round/>
                      <a:headEnd type="none" w="med" len="med"/>
                      <a:tailEnd type="none" w="med" len="med"/>
                    </a:lnB>
                  </a:tcPr>
                </a:tc>
                <a:tc>
                  <a:txBody>
                    <a:bodyPr/>
                    <a:lstStyle/>
                    <a:p>
                      <a:pPr marL="90805">
                        <a:lnSpc>
                          <a:spcPct val="100000"/>
                        </a:lnSpc>
                      </a:pPr>
                      <a:r>
                        <a:rPr sz="1700" dirty="0">
                          <a:latin typeface="Times New Roman"/>
                          <a:cs typeface="Times New Roman"/>
                        </a:rPr>
                        <a:t>C</a:t>
                      </a:r>
                      <a:r>
                        <a:rPr sz="1700" spc="-5" dirty="0">
                          <a:latin typeface="Times New Roman"/>
                          <a:cs typeface="Times New Roman"/>
                        </a:rPr>
                        <a:t>ac</a:t>
                      </a:r>
                      <a:r>
                        <a:rPr sz="1700" dirty="0">
                          <a:latin typeface="Times New Roman"/>
                          <a:cs typeface="Times New Roman"/>
                        </a:rPr>
                        <a:t>he</a:t>
                      </a:r>
                      <a:r>
                        <a:rPr sz="1700" spc="-5" dirty="0">
                          <a:latin typeface="Times New Roman"/>
                          <a:cs typeface="Times New Roman"/>
                        </a:rPr>
                        <a:t> Me</a:t>
                      </a:r>
                      <a:r>
                        <a:rPr sz="1700" dirty="0">
                          <a:latin typeface="Times New Roman"/>
                          <a:cs typeface="Times New Roman"/>
                        </a:rPr>
                        <a:t>mory</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0"/>
                  </a:ext>
                </a:extLst>
              </a:tr>
              <a:tr h="348194">
                <a:tc>
                  <a:txBody>
                    <a:bodyPr/>
                    <a:lstStyle/>
                    <a:p>
                      <a:pPr marL="90805" marR="83820">
                        <a:lnSpc>
                          <a:spcPct val="100000"/>
                        </a:lnSpc>
                      </a:pPr>
                      <a:r>
                        <a:rPr sz="1700" dirty="0">
                          <a:latin typeface="Times New Roman"/>
                          <a:cs typeface="Times New Roman"/>
                        </a:rPr>
                        <a:t>A </a:t>
                      </a:r>
                      <a:r>
                        <a:rPr sz="1700" spc="80" dirty="0">
                          <a:latin typeface="Times New Roman"/>
                          <a:cs typeface="Times New Roman"/>
                        </a:rPr>
                        <a:t> </a:t>
                      </a:r>
                      <a:r>
                        <a:rPr sz="1700" dirty="0">
                          <a:latin typeface="Times New Roman"/>
                          <a:cs typeface="Times New Roman"/>
                        </a:rPr>
                        <a:t>memo</a:t>
                      </a:r>
                      <a:r>
                        <a:rPr sz="1700" spc="-5" dirty="0">
                          <a:latin typeface="Times New Roman"/>
                          <a:cs typeface="Times New Roman"/>
                        </a:rPr>
                        <a:t>r</a:t>
                      </a:r>
                      <a:r>
                        <a:rPr sz="1700" dirty="0">
                          <a:latin typeface="Times New Roman"/>
                          <a:cs typeface="Times New Roman"/>
                        </a:rPr>
                        <a:t>y </a:t>
                      </a:r>
                      <a:r>
                        <a:rPr sz="1700" spc="80" dirty="0">
                          <a:latin typeface="Times New Roman"/>
                          <a:cs typeface="Times New Roman"/>
                        </a:rPr>
                        <a:t> </a:t>
                      </a:r>
                      <a:r>
                        <a:rPr sz="1700" dirty="0">
                          <a:latin typeface="Times New Roman"/>
                          <a:cs typeface="Times New Roman"/>
                        </a:rPr>
                        <a:t>unit </a:t>
                      </a:r>
                      <a:r>
                        <a:rPr sz="1700" spc="85" dirty="0">
                          <a:latin typeface="Times New Roman"/>
                          <a:cs typeface="Times New Roman"/>
                        </a:rPr>
                        <a:t> </a:t>
                      </a:r>
                      <a:r>
                        <a:rPr sz="1700" spc="-5" dirty="0">
                          <a:latin typeface="Times New Roman"/>
                          <a:cs typeface="Times New Roman"/>
                        </a:rPr>
                        <a:t>acces</a:t>
                      </a:r>
                      <a:r>
                        <a:rPr sz="1700" dirty="0">
                          <a:latin typeface="Times New Roman"/>
                          <a:cs typeface="Times New Roman"/>
                        </a:rPr>
                        <a:t>s </a:t>
                      </a:r>
                      <a:r>
                        <a:rPr sz="1700" spc="85" dirty="0">
                          <a:latin typeface="Times New Roman"/>
                          <a:cs typeface="Times New Roman"/>
                        </a:rPr>
                        <a:t> </a:t>
                      </a:r>
                      <a:r>
                        <a:rPr sz="1700" dirty="0">
                          <a:latin typeface="Times New Roman"/>
                          <a:cs typeface="Times New Roman"/>
                        </a:rPr>
                        <a:t>by </a:t>
                      </a:r>
                      <a:r>
                        <a:rPr sz="1700" spc="90" dirty="0">
                          <a:latin typeface="Times New Roman"/>
                          <a:cs typeface="Times New Roman"/>
                        </a:rPr>
                        <a:t> </a:t>
                      </a:r>
                      <a:r>
                        <a:rPr sz="1700" spc="-5" dirty="0">
                          <a:latin typeface="Times New Roman"/>
                          <a:cs typeface="Times New Roman"/>
                        </a:rPr>
                        <a:t>c</a:t>
                      </a:r>
                      <a:r>
                        <a:rPr sz="1700" dirty="0">
                          <a:latin typeface="Times New Roman"/>
                          <a:cs typeface="Times New Roman"/>
                        </a:rPr>
                        <a:t>ontent </a:t>
                      </a:r>
                      <a:r>
                        <a:rPr sz="1700" spc="80" dirty="0">
                          <a:latin typeface="Times New Roman"/>
                          <a:cs typeface="Times New Roman"/>
                        </a:rPr>
                        <a:t> </a:t>
                      </a:r>
                      <a:r>
                        <a:rPr sz="1700" dirty="0">
                          <a:latin typeface="Times New Roman"/>
                          <a:cs typeface="Times New Roman"/>
                        </a:rPr>
                        <a:t>is </a:t>
                      </a:r>
                      <a:r>
                        <a:rPr sz="1700" spc="-5" dirty="0">
                          <a:latin typeface="Times New Roman"/>
                          <a:cs typeface="Times New Roman"/>
                        </a:rPr>
                        <a:t>ca</a:t>
                      </a:r>
                      <a:r>
                        <a:rPr sz="1700" dirty="0">
                          <a:latin typeface="Times New Roman"/>
                          <a:cs typeface="Times New Roman"/>
                        </a:rPr>
                        <a:t>ll</a:t>
                      </a:r>
                      <a:r>
                        <a:rPr sz="1700" spc="-5" dirty="0">
                          <a:latin typeface="Times New Roman"/>
                          <a:cs typeface="Times New Roman"/>
                        </a:rPr>
                        <a:t>e</a:t>
                      </a:r>
                      <a:r>
                        <a:rPr sz="1700" dirty="0">
                          <a:latin typeface="Times New Roman"/>
                          <a:cs typeface="Times New Roman"/>
                        </a:rPr>
                        <a:t>d </a:t>
                      </a:r>
                      <a:r>
                        <a:rPr sz="1700" spc="-5" dirty="0">
                          <a:latin typeface="Times New Roman"/>
                          <a:cs typeface="Times New Roman"/>
                        </a:rPr>
                        <a:t>assoc</a:t>
                      </a:r>
                      <a:r>
                        <a:rPr sz="1700" spc="10" dirty="0">
                          <a:latin typeface="Times New Roman"/>
                          <a:cs typeface="Times New Roman"/>
                        </a:rPr>
                        <a:t>i</a:t>
                      </a:r>
                      <a:r>
                        <a:rPr sz="1700" spc="-5" dirty="0">
                          <a:latin typeface="Times New Roman"/>
                          <a:cs typeface="Times New Roman"/>
                        </a:rPr>
                        <a:t>a</a:t>
                      </a:r>
                      <a:r>
                        <a:rPr sz="1700" dirty="0">
                          <a:latin typeface="Times New Roman"/>
                          <a:cs typeface="Times New Roman"/>
                        </a:rPr>
                        <a:t>tive</a:t>
                      </a:r>
                      <a:r>
                        <a:rPr sz="1700" spc="-5" dirty="0">
                          <a:latin typeface="Times New Roman"/>
                          <a:cs typeface="Times New Roman"/>
                        </a:rPr>
                        <a:t> </a:t>
                      </a:r>
                      <a:r>
                        <a:rPr sz="1700" dirty="0">
                          <a:latin typeface="Times New Roman"/>
                          <a:cs typeface="Times New Roman"/>
                        </a:rPr>
                        <a:t>memo</a:t>
                      </a:r>
                      <a:r>
                        <a:rPr sz="1700" spc="5" dirty="0">
                          <a:latin typeface="Times New Roman"/>
                          <a:cs typeface="Times New Roman"/>
                        </a:rPr>
                        <a:t>r</a:t>
                      </a:r>
                      <a:r>
                        <a:rPr sz="1700" dirty="0">
                          <a:latin typeface="Times New Roman"/>
                          <a:cs typeface="Times New Roman"/>
                        </a:rPr>
                        <a:t>y.</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cap="flat" cmpd="sng" algn="ctr">
                      <a:solidFill>
                        <a:srgbClr val="000000"/>
                      </a:solidFill>
                      <a:prstDash val="solid"/>
                      <a:round/>
                      <a:headEnd type="none" w="med" len="med"/>
                      <a:tailEnd type="none" w="med" len="med"/>
                    </a:lnT>
                    <a:lnB w="7365" cap="flat" cmpd="sng" algn="ctr">
                      <a:solidFill>
                        <a:srgbClr val="000000"/>
                      </a:solidFill>
                      <a:prstDash val="solid"/>
                      <a:round/>
                      <a:headEnd type="none" w="med" len="med"/>
                      <a:tailEnd type="none" w="med" len="med"/>
                    </a:lnB>
                  </a:tcPr>
                </a:tc>
                <a:tc>
                  <a:txBody>
                    <a:bodyPr/>
                    <a:lstStyle/>
                    <a:p>
                      <a:pPr marL="90805" marR="86360">
                        <a:lnSpc>
                          <a:spcPct val="100000"/>
                        </a:lnSpc>
                      </a:pPr>
                      <a:r>
                        <a:rPr sz="1700" dirty="0">
                          <a:latin typeface="Times New Roman"/>
                          <a:cs typeface="Times New Roman"/>
                        </a:rPr>
                        <a:t>A </a:t>
                      </a:r>
                      <a:r>
                        <a:rPr sz="1700" spc="90" dirty="0">
                          <a:latin typeface="Times New Roman"/>
                          <a:cs typeface="Times New Roman"/>
                        </a:rPr>
                        <a:t> </a:t>
                      </a:r>
                      <a:r>
                        <a:rPr sz="1700" dirty="0">
                          <a:latin typeface="Times New Roman"/>
                          <a:cs typeface="Times New Roman"/>
                        </a:rPr>
                        <a:t>f</a:t>
                      </a:r>
                      <a:r>
                        <a:rPr sz="1700" spc="-10" dirty="0">
                          <a:latin typeface="Times New Roman"/>
                          <a:cs typeface="Times New Roman"/>
                        </a:rPr>
                        <a:t>a</a:t>
                      </a:r>
                      <a:r>
                        <a:rPr sz="1700" spc="-5" dirty="0">
                          <a:latin typeface="Times New Roman"/>
                          <a:cs typeface="Times New Roman"/>
                        </a:rPr>
                        <a:t>s</a:t>
                      </a:r>
                      <a:r>
                        <a:rPr sz="1700" dirty="0">
                          <a:latin typeface="Times New Roman"/>
                          <a:cs typeface="Times New Roman"/>
                        </a:rPr>
                        <a:t>t </a:t>
                      </a:r>
                      <a:r>
                        <a:rPr sz="1700" spc="95" dirty="0">
                          <a:latin typeface="Times New Roman"/>
                          <a:cs typeface="Times New Roman"/>
                        </a:rPr>
                        <a:t> </a:t>
                      </a:r>
                      <a:r>
                        <a:rPr sz="1700" spc="-5" dirty="0">
                          <a:latin typeface="Times New Roman"/>
                          <a:cs typeface="Times New Roman"/>
                        </a:rPr>
                        <a:t>a</a:t>
                      </a:r>
                      <a:r>
                        <a:rPr sz="1700" dirty="0">
                          <a:latin typeface="Times New Roman"/>
                          <a:cs typeface="Times New Roman"/>
                        </a:rPr>
                        <a:t>nd </a:t>
                      </a:r>
                      <a:r>
                        <a:rPr sz="1700" spc="90" dirty="0">
                          <a:latin typeface="Times New Roman"/>
                          <a:cs typeface="Times New Roman"/>
                        </a:rPr>
                        <a:t> </a:t>
                      </a:r>
                      <a:r>
                        <a:rPr sz="1700" spc="-5" dirty="0">
                          <a:latin typeface="Times New Roman"/>
                          <a:cs typeface="Times New Roman"/>
                        </a:rPr>
                        <a:t>smal</a:t>
                      </a:r>
                      <a:r>
                        <a:rPr sz="1700" dirty="0">
                          <a:latin typeface="Times New Roman"/>
                          <a:cs typeface="Times New Roman"/>
                        </a:rPr>
                        <a:t>l </a:t>
                      </a:r>
                      <a:r>
                        <a:rPr sz="1700" spc="100" dirty="0">
                          <a:latin typeface="Times New Roman"/>
                          <a:cs typeface="Times New Roman"/>
                        </a:rPr>
                        <a:t> </a:t>
                      </a:r>
                      <a:r>
                        <a:rPr sz="1700" dirty="0">
                          <a:latin typeface="Times New Roman"/>
                          <a:cs typeface="Times New Roman"/>
                        </a:rPr>
                        <a:t>me</a:t>
                      </a:r>
                      <a:r>
                        <a:rPr sz="1700" spc="-15" dirty="0">
                          <a:latin typeface="Times New Roman"/>
                          <a:cs typeface="Times New Roman"/>
                        </a:rPr>
                        <a:t>m</a:t>
                      </a:r>
                      <a:r>
                        <a:rPr sz="1700" dirty="0">
                          <a:latin typeface="Times New Roman"/>
                          <a:cs typeface="Times New Roman"/>
                        </a:rPr>
                        <a:t>ory </a:t>
                      </a:r>
                      <a:r>
                        <a:rPr sz="1700" spc="90" dirty="0">
                          <a:latin typeface="Times New Roman"/>
                          <a:cs typeface="Times New Roman"/>
                        </a:rPr>
                        <a:t> </a:t>
                      </a:r>
                      <a:r>
                        <a:rPr sz="1700" dirty="0">
                          <a:latin typeface="Times New Roman"/>
                          <a:cs typeface="Times New Roman"/>
                        </a:rPr>
                        <a:t>is </a:t>
                      </a:r>
                      <a:r>
                        <a:rPr sz="1700" spc="95" dirty="0">
                          <a:latin typeface="Times New Roman"/>
                          <a:cs typeface="Times New Roman"/>
                        </a:rPr>
                        <a:t> </a:t>
                      </a:r>
                      <a:r>
                        <a:rPr sz="1700" spc="-5" dirty="0">
                          <a:latin typeface="Times New Roman"/>
                          <a:cs typeface="Times New Roman"/>
                        </a:rPr>
                        <a:t>ca</a:t>
                      </a:r>
                      <a:r>
                        <a:rPr sz="1700" dirty="0">
                          <a:latin typeface="Times New Roman"/>
                          <a:cs typeface="Times New Roman"/>
                        </a:rPr>
                        <a:t>ll</a:t>
                      </a:r>
                      <a:r>
                        <a:rPr sz="1700" spc="-5" dirty="0">
                          <a:latin typeface="Times New Roman"/>
                          <a:cs typeface="Times New Roman"/>
                        </a:rPr>
                        <a:t>e</a:t>
                      </a:r>
                      <a:r>
                        <a:rPr sz="1700" dirty="0">
                          <a:latin typeface="Times New Roman"/>
                          <a:cs typeface="Times New Roman"/>
                        </a:rPr>
                        <a:t>d </a:t>
                      </a:r>
                      <a:r>
                        <a:rPr sz="1700" spc="-5" dirty="0">
                          <a:latin typeface="Times New Roman"/>
                          <a:cs typeface="Times New Roman"/>
                        </a:rPr>
                        <a:t>cac</a:t>
                      </a:r>
                      <a:r>
                        <a:rPr sz="1700" spc="10" dirty="0">
                          <a:latin typeface="Times New Roman"/>
                          <a:cs typeface="Times New Roman"/>
                        </a:rPr>
                        <a:t>h</a:t>
                      </a:r>
                      <a:r>
                        <a:rPr sz="1700" dirty="0">
                          <a:latin typeface="Times New Roman"/>
                          <a:cs typeface="Times New Roman"/>
                        </a:rPr>
                        <a:t>e</a:t>
                      </a:r>
                      <a:r>
                        <a:rPr sz="1700" spc="-5" dirty="0">
                          <a:latin typeface="Times New Roman"/>
                          <a:cs typeface="Times New Roman"/>
                        </a:rPr>
                        <a:t> </a:t>
                      </a:r>
                      <a:r>
                        <a:rPr sz="1700" dirty="0">
                          <a:latin typeface="Times New Roman"/>
                          <a:cs typeface="Times New Roman"/>
                        </a:rPr>
                        <a:t>memo</a:t>
                      </a:r>
                      <a:r>
                        <a:rPr sz="1700" spc="-5" dirty="0">
                          <a:latin typeface="Times New Roman"/>
                          <a:cs typeface="Times New Roman"/>
                        </a:rPr>
                        <a:t>r</a:t>
                      </a:r>
                      <a:r>
                        <a:rPr sz="1700" dirty="0">
                          <a:latin typeface="Times New Roman"/>
                          <a:cs typeface="Times New Roman"/>
                        </a:rPr>
                        <a:t>y.</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1"/>
                  </a:ext>
                </a:extLst>
              </a:tr>
              <a:tr h="348927">
                <a:tc>
                  <a:txBody>
                    <a:bodyPr/>
                    <a:lstStyle/>
                    <a:p>
                      <a:pPr marL="90805" marR="85725">
                        <a:lnSpc>
                          <a:spcPct val="100000"/>
                        </a:lnSpc>
                      </a:pPr>
                      <a:r>
                        <a:rPr sz="1700" spc="-20" dirty="0">
                          <a:latin typeface="Times New Roman"/>
                          <a:cs typeface="Times New Roman"/>
                        </a:rPr>
                        <a:t>I</a:t>
                      </a:r>
                      <a:r>
                        <a:rPr sz="1700" dirty="0">
                          <a:latin typeface="Times New Roman"/>
                          <a:cs typeface="Times New Roman"/>
                        </a:rPr>
                        <a:t>t</a:t>
                      </a:r>
                      <a:r>
                        <a:rPr sz="1700" spc="145" dirty="0">
                          <a:latin typeface="Times New Roman"/>
                          <a:cs typeface="Times New Roman"/>
                        </a:rPr>
                        <a:t> </a:t>
                      </a:r>
                      <a:r>
                        <a:rPr sz="1700" dirty="0">
                          <a:latin typeface="Times New Roman"/>
                          <a:cs typeface="Times New Roman"/>
                        </a:rPr>
                        <a:t>r</a:t>
                      </a:r>
                      <a:r>
                        <a:rPr sz="1700" spc="-10" dirty="0">
                          <a:latin typeface="Times New Roman"/>
                          <a:cs typeface="Times New Roman"/>
                        </a:rPr>
                        <a:t>e</a:t>
                      </a:r>
                      <a:r>
                        <a:rPr sz="1700" dirty="0">
                          <a:latin typeface="Times New Roman"/>
                          <a:cs typeface="Times New Roman"/>
                        </a:rPr>
                        <a:t>d</a:t>
                      </a:r>
                      <a:r>
                        <a:rPr sz="1700" spc="10" dirty="0">
                          <a:latin typeface="Times New Roman"/>
                          <a:cs typeface="Times New Roman"/>
                        </a:rPr>
                        <a:t>u</a:t>
                      </a:r>
                      <a:r>
                        <a:rPr sz="1700" spc="-5" dirty="0">
                          <a:latin typeface="Times New Roman"/>
                          <a:cs typeface="Times New Roman"/>
                        </a:rPr>
                        <a:t>ce</a:t>
                      </a:r>
                      <a:r>
                        <a:rPr sz="1700" dirty="0">
                          <a:latin typeface="Times New Roman"/>
                          <a:cs typeface="Times New Roman"/>
                        </a:rPr>
                        <a:t>s</a:t>
                      </a:r>
                      <a:r>
                        <a:rPr sz="1700" spc="140" dirty="0">
                          <a:latin typeface="Times New Roman"/>
                          <a:cs typeface="Times New Roman"/>
                        </a:rPr>
                        <a:t> </a:t>
                      </a:r>
                      <a:r>
                        <a:rPr sz="1700" dirty="0">
                          <a:latin typeface="Times New Roman"/>
                          <a:cs typeface="Times New Roman"/>
                        </a:rPr>
                        <a:t>the</a:t>
                      </a:r>
                      <a:r>
                        <a:rPr sz="1700" spc="140" dirty="0">
                          <a:latin typeface="Times New Roman"/>
                          <a:cs typeface="Times New Roman"/>
                        </a:rPr>
                        <a:t> </a:t>
                      </a:r>
                      <a:r>
                        <a:rPr sz="1700" dirty="0">
                          <a:latin typeface="Times New Roman"/>
                          <a:cs typeface="Times New Roman"/>
                        </a:rPr>
                        <a:t>time</a:t>
                      </a:r>
                      <a:r>
                        <a:rPr sz="1700" spc="140" dirty="0">
                          <a:latin typeface="Times New Roman"/>
                          <a:cs typeface="Times New Roman"/>
                        </a:rPr>
                        <a:t> </a:t>
                      </a:r>
                      <a:r>
                        <a:rPr sz="1700" dirty="0">
                          <a:latin typeface="Times New Roman"/>
                          <a:cs typeface="Times New Roman"/>
                        </a:rPr>
                        <a:t>r</a:t>
                      </a:r>
                      <a:r>
                        <a:rPr sz="1700" spc="-10" dirty="0">
                          <a:latin typeface="Times New Roman"/>
                          <a:cs typeface="Times New Roman"/>
                        </a:rPr>
                        <a:t>e</a:t>
                      </a:r>
                      <a:r>
                        <a:rPr sz="1700" dirty="0">
                          <a:latin typeface="Times New Roman"/>
                          <a:cs typeface="Times New Roman"/>
                        </a:rPr>
                        <a:t>quir</a:t>
                      </a:r>
                      <a:r>
                        <a:rPr sz="1700" spc="-10" dirty="0">
                          <a:latin typeface="Times New Roman"/>
                          <a:cs typeface="Times New Roman"/>
                        </a:rPr>
                        <a:t>e</a:t>
                      </a:r>
                      <a:r>
                        <a:rPr sz="1700" dirty="0">
                          <a:latin typeface="Times New Roman"/>
                          <a:cs typeface="Times New Roman"/>
                        </a:rPr>
                        <a:t>d</a:t>
                      </a:r>
                      <a:r>
                        <a:rPr sz="1700" spc="140" dirty="0">
                          <a:latin typeface="Times New Roman"/>
                          <a:cs typeface="Times New Roman"/>
                        </a:rPr>
                        <a:t> </a:t>
                      </a:r>
                      <a:r>
                        <a:rPr sz="1700" dirty="0">
                          <a:latin typeface="Times New Roman"/>
                          <a:cs typeface="Times New Roman"/>
                        </a:rPr>
                        <a:t>to</a:t>
                      </a:r>
                      <a:r>
                        <a:rPr sz="1700" spc="145" dirty="0">
                          <a:latin typeface="Times New Roman"/>
                          <a:cs typeface="Times New Roman"/>
                        </a:rPr>
                        <a:t> </a:t>
                      </a:r>
                      <a:r>
                        <a:rPr sz="1700" dirty="0">
                          <a:latin typeface="Times New Roman"/>
                          <a:cs typeface="Times New Roman"/>
                        </a:rPr>
                        <a:t>find</a:t>
                      </a:r>
                      <a:r>
                        <a:rPr sz="1700" spc="140" dirty="0">
                          <a:latin typeface="Times New Roman"/>
                          <a:cs typeface="Times New Roman"/>
                        </a:rPr>
                        <a:t> </a:t>
                      </a:r>
                      <a:r>
                        <a:rPr sz="1700" dirty="0">
                          <a:latin typeface="Times New Roman"/>
                          <a:cs typeface="Times New Roman"/>
                        </a:rPr>
                        <a:t>the it</a:t>
                      </a:r>
                      <a:r>
                        <a:rPr sz="1700" spc="-5" dirty="0">
                          <a:latin typeface="Times New Roman"/>
                          <a:cs typeface="Times New Roman"/>
                        </a:rPr>
                        <a:t>e</a:t>
                      </a:r>
                      <a:r>
                        <a:rPr sz="1700" dirty="0">
                          <a:latin typeface="Times New Roman"/>
                          <a:cs typeface="Times New Roman"/>
                        </a:rPr>
                        <a:t>m </a:t>
                      </a:r>
                      <a:r>
                        <a:rPr sz="1700" spc="-5" dirty="0">
                          <a:latin typeface="Times New Roman"/>
                          <a:cs typeface="Times New Roman"/>
                        </a:rPr>
                        <a:t>s</a:t>
                      </a:r>
                      <a:r>
                        <a:rPr sz="1700" spc="5" dirty="0">
                          <a:latin typeface="Times New Roman"/>
                          <a:cs typeface="Times New Roman"/>
                        </a:rPr>
                        <a:t>t</a:t>
                      </a:r>
                      <a:r>
                        <a:rPr sz="1700" dirty="0">
                          <a:latin typeface="Times New Roman"/>
                          <a:cs typeface="Times New Roman"/>
                        </a:rPr>
                        <a:t>or</a:t>
                      </a:r>
                      <a:r>
                        <a:rPr sz="1700" spc="-10" dirty="0">
                          <a:latin typeface="Times New Roman"/>
                          <a:cs typeface="Times New Roman"/>
                        </a:rPr>
                        <a:t>e</a:t>
                      </a:r>
                      <a:r>
                        <a:rPr sz="1700" dirty="0">
                          <a:latin typeface="Times New Roman"/>
                          <a:cs typeface="Times New Roman"/>
                        </a:rPr>
                        <a:t>d in</a:t>
                      </a:r>
                      <a:r>
                        <a:rPr sz="1700" spc="-5" dirty="0">
                          <a:latin typeface="Times New Roman"/>
                          <a:cs typeface="Times New Roman"/>
                        </a:rPr>
                        <a:t> </a:t>
                      </a:r>
                      <a:r>
                        <a:rPr sz="1700" dirty="0">
                          <a:latin typeface="Times New Roman"/>
                          <a:cs typeface="Times New Roman"/>
                        </a:rPr>
                        <a:t>m</a:t>
                      </a:r>
                      <a:r>
                        <a:rPr sz="1700" spc="-5" dirty="0">
                          <a:latin typeface="Times New Roman"/>
                          <a:cs typeface="Times New Roman"/>
                        </a:rPr>
                        <a:t>e</a:t>
                      </a:r>
                      <a:r>
                        <a:rPr sz="1700" dirty="0">
                          <a:latin typeface="Times New Roman"/>
                          <a:cs typeface="Times New Roman"/>
                        </a:rPr>
                        <a:t>mory.</a:t>
                      </a:r>
                    </a:p>
                  </a:txBody>
                  <a:tcPr marL="0" marR="0" marT="0" marB="0">
                    <a:lnL w="7365">
                      <a:solidFill>
                        <a:srgbClr val="000000"/>
                      </a:solidFill>
                      <a:prstDash val="solid"/>
                    </a:lnL>
                    <a:lnR w="7365">
                      <a:solidFill>
                        <a:srgbClr val="000000"/>
                      </a:solidFill>
                      <a:prstDash val="solid"/>
                    </a:lnR>
                    <a:lnT w="7365" cap="flat" cmpd="sng" algn="ctr">
                      <a:solidFill>
                        <a:srgbClr val="000000"/>
                      </a:solidFill>
                      <a:prstDash val="solid"/>
                      <a:round/>
                      <a:headEnd type="none" w="med" len="med"/>
                      <a:tailEnd type="none" w="med" len="med"/>
                    </a:lnT>
                    <a:lnB w="7365" cap="flat" cmpd="sng" algn="ctr">
                      <a:solidFill>
                        <a:srgbClr val="000000"/>
                      </a:solidFill>
                      <a:prstDash val="solid"/>
                      <a:round/>
                      <a:headEnd type="none" w="med" len="med"/>
                      <a:tailEnd type="none" w="med" len="med"/>
                    </a:lnB>
                  </a:tcPr>
                </a:tc>
                <a:tc>
                  <a:txBody>
                    <a:bodyPr/>
                    <a:lstStyle/>
                    <a:p>
                      <a:pPr marL="90805" marR="86995">
                        <a:lnSpc>
                          <a:spcPct val="100000"/>
                        </a:lnSpc>
                      </a:pPr>
                      <a:r>
                        <a:rPr sz="1700" spc="-20" dirty="0">
                          <a:latin typeface="Times New Roman"/>
                          <a:cs typeface="Times New Roman"/>
                        </a:rPr>
                        <a:t>I</a:t>
                      </a:r>
                      <a:r>
                        <a:rPr sz="1700" dirty="0">
                          <a:latin typeface="Times New Roman"/>
                          <a:cs typeface="Times New Roman"/>
                        </a:rPr>
                        <a:t>t</a:t>
                      </a:r>
                      <a:r>
                        <a:rPr sz="1700" spc="120" dirty="0">
                          <a:latin typeface="Times New Roman"/>
                          <a:cs typeface="Times New Roman"/>
                        </a:rPr>
                        <a:t> </a:t>
                      </a:r>
                      <a:r>
                        <a:rPr sz="1700" spc="5" dirty="0">
                          <a:latin typeface="Times New Roman"/>
                          <a:cs typeface="Times New Roman"/>
                        </a:rPr>
                        <a:t>r</a:t>
                      </a:r>
                      <a:r>
                        <a:rPr sz="1700" spc="-5" dirty="0">
                          <a:latin typeface="Times New Roman"/>
                          <a:cs typeface="Times New Roman"/>
                        </a:rPr>
                        <a:t>e</a:t>
                      </a:r>
                      <a:r>
                        <a:rPr sz="1700" dirty="0">
                          <a:latin typeface="Times New Roman"/>
                          <a:cs typeface="Times New Roman"/>
                        </a:rPr>
                        <a:t>du</a:t>
                      </a:r>
                      <a:r>
                        <a:rPr sz="1700" spc="-5" dirty="0">
                          <a:latin typeface="Times New Roman"/>
                          <a:cs typeface="Times New Roman"/>
                        </a:rPr>
                        <a:t>ce</a:t>
                      </a:r>
                      <a:r>
                        <a:rPr sz="1700" dirty="0">
                          <a:latin typeface="Times New Roman"/>
                          <a:cs typeface="Times New Roman"/>
                        </a:rPr>
                        <a:t>s</a:t>
                      </a:r>
                      <a:r>
                        <a:rPr sz="1700" spc="114" dirty="0">
                          <a:latin typeface="Times New Roman"/>
                          <a:cs typeface="Times New Roman"/>
                        </a:rPr>
                        <a:t> </a:t>
                      </a:r>
                      <a:r>
                        <a:rPr sz="1700" dirty="0">
                          <a:latin typeface="Times New Roman"/>
                          <a:cs typeface="Times New Roman"/>
                        </a:rPr>
                        <a:t>the</a:t>
                      </a:r>
                      <a:r>
                        <a:rPr sz="1700" spc="114" dirty="0">
                          <a:latin typeface="Times New Roman"/>
                          <a:cs typeface="Times New Roman"/>
                        </a:rPr>
                        <a:t> </a:t>
                      </a:r>
                      <a:r>
                        <a:rPr sz="1700" spc="-5" dirty="0">
                          <a:latin typeface="Times New Roman"/>
                          <a:cs typeface="Times New Roman"/>
                        </a:rPr>
                        <a:t>a</a:t>
                      </a:r>
                      <a:r>
                        <a:rPr sz="1700" spc="10" dirty="0">
                          <a:latin typeface="Times New Roman"/>
                          <a:cs typeface="Times New Roman"/>
                        </a:rPr>
                        <a:t>v</a:t>
                      </a:r>
                      <a:r>
                        <a:rPr sz="1700" spc="-5" dirty="0">
                          <a:latin typeface="Times New Roman"/>
                          <a:cs typeface="Times New Roman"/>
                        </a:rPr>
                        <a:t>e</a:t>
                      </a:r>
                      <a:r>
                        <a:rPr sz="1700" spc="5" dirty="0">
                          <a:latin typeface="Times New Roman"/>
                          <a:cs typeface="Times New Roman"/>
                        </a:rPr>
                        <a:t>r</a:t>
                      </a:r>
                      <a:r>
                        <a:rPr sz="1700" spc="-5" dirty="0">
                          <a:latin typeface="Times New Roman"/>
                          <a:cs typeface="Times New Roman"/>
                        </a:rPr>
                        <a:t>a</a:t>
                      </a:r>
                      <a:r>
                        <a:rPr sz="1700" dirty="0">
                          <a:latin typeface="Times New Roman"/>
                          <a:cs typeface="Times New Roman"/>
                        </a:rPr>
                        <a:t>ge</a:t>
                      </a:r>
                      <a:r>
                        <a:rPr sz="1700" spc="110" dirty="0">
                          <a:latin typeface="Times New Roman"/>
                          <a:cs typeface="Times New Roman"/>
                        </a:rPr>
                        <a:t> </a:t>
                      </a:r>
                      <a:r>
                        <a:rPr sz="1700" spc="10" dirty="0">
                          <a:latin typeface="Times New Roman"/>
                          <a:cs typeface="Times New Roman"/>
                        </a:rPr>
                        <a:t>m</a:t>
                      </a:r>
                      <a:r>
                        <a:rPr sz="1700" spc="-5" dirty="0">
                          <a:latin typeface="Times New Roman"/>
                          <a:cs typeface="Times New Roman"/>
                        </a:rPr>
                        <a:t>e</a:t>
                      </a:r>
                      <a:r>
                        <a:rPr sz="1700" dirty="0">
                          <a:latin typeface="Times New Roman"/>
                          <a:cs typeface="Times New Roman"/>
                        </a:rPr>
                        <a:t>mory</a:t>
                      </a:r>
                      <a:r>
                        <a:rPr sz="1700" spc="114" dirty="0">
                          <a:latin typeface="Times New Roman"/>
                          <a:cs typeface="Times New Roman"/>
                        </a:rPr>
                        <a:t> </a:t>
                      </a:r>
                      <a:r>
                        <a:rPr sz="1700" spc="-5" dirty="0">
                          <a:latin typeface="Times New Roman"/>
                          <a:cs typeface="Times New Roman"/>
                        </a:rPr>
                        <a:t>ac</a:t>
                      </a:r>
                      <a:r>
                        <a:rPr sz="1700" spc="5" dirty="0">
                          <a:latin typeface="Times New Roman"/>
                          <a:cs typeface="Times New Roman"/>
                        </a:rPr>
                        <a:t>c</a:t>
                      </a:r>
                      <a:r>
                        <a:rPr sz="1700" spc="-5" dirty="0">
                          <a:latin typeface="Times New Roman"/>
                          <a:cs typeface="Times New Roman"/>
                        </a:rPr>
                        <a:t>ess </a:t>
                      </a:r>
                      <a:r>
                        <a:rPr sz="1700" dirty="0">
                          <a:latin typeface="Times New Roman"/>
                          <a:cs typeface="Times New Roman"/>
                        </a:rPr>
                        <a:t>time.</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2"/>
                  </a:ext>
                </a:extLst>
              </a:tr>
              <a:tr h="264744">
                <a:tc>
                  <a:txBody>
                    <a:bodyPr/>
                    <a:lstStyle/>
                    <a:p>
                      <a:pPr marL="90805">
                        <a:lnSpc>
                          <a:spcPct val="100000"/>
                        </a:lnSpc>
                      </a:pPr>
                      <a:r>
                        <a:rPr sz="1700" spc="-5" dirty="0">
                          <a:latin typeface="Times New Roman"/>
                          <a:cs typeface="Times New Roman"/>
                        </a:rPr>
                        <a:t>H</a:t>
                      </a:r>
                      <a:r>
                        <a:rPr sz="1700" spc="-10" dirty="0">
                          <a:latin typeface="Times New Roman"/>
                          <a:cs typeface="Times New Roman"/>
                        </a:rPr>
                        <a:t>e</a:t>
                      </a:r>
                      <a:r>
                        <a:rPr sz="1700" dirty="0">
                          <a:latin typeface="Times New Roman"/>
                          <a:cs typeface="Times New Roman"/>
                        </a:rPr>
                        <a:t>re</a:t>
                      </a:r>
                      <a:r>
                        <a:rPr sz="1700" spc="-10" dirty="0">
                          <a:latin typeface="Times New Roman"/>
                          <a:cs typeface="Times New Roman"/>
                        </a:rPr>
                        <a:t> </a:t>
                      </a:r>
                      <a:r>
                        <a:rPr sz="1700" spc="10" dirty="0">
                          <a:latin typeface="Times New Roman"/>
                          <a:cs typeface="Times New Roman"/>
                        </a:rPr>
                        <a:t>d</a:t>
                      </a:r>
                      <a:r>
                        <a:rPr sz="1700" spc="-5" dirty="0">
                          <a:latin typeface="Times New Roman"/>
                          <a:cs typeface="Times New Roman"/>
                        </a:rPr>
                        <a:t>a</a:t>
                      </a:r>
                      <a:r>
                        <a:rPr sz="1700" dirty="0">
                          <a:latin typeface="Times New Roman"/>
                          <a:cs typeface="Times New Roman"/>
                        </a:rPr>
                        <a:t>ta a</a:t>
                      </a:r>
                      <a:r>
                        <a:rPr sz="1700" spc="-5" dirty="0">
                          <a:latin typeface="Times New Roman"/>
                          <a:cs typeface="Times New Roman"/>
                        </a:rPr>
                        <a:t>cces</a:t>
                      </a:r>
                      <a:r>
                        <a:rPr sz="1700" spc="10" dirty="0">
                          <a:latin typeface="Times New Roman"/>
                          <a:cs typeface="Times New Roman"/>
                        </a:rPr>
                        <a:t>s</a:t>
                      </a:r>
                      <a:r>
                        <a:rPr sz="1700" spc="-5" dirty="0">
                          <a:latin typeface="Times New Roman"/>
                          <a:cs typeface="Times New Roman"/>
                        </a:rPr>
                        <a:t>e</a:t>
                      </a:r>
                      <a:r>
                        <a:rPr sz="1700" dirty="0">
                          <a:latin typeface="Times New Roman"/>
                          <a:cs typeface="Times New Roman"/>
                        </a:rPr>
                        <a:t>d by its</a:t>
                      </a:r>
                      <a:r>
                        <a:rPr sz="1700" spc="-5" dirty="0">
                          <a:latin typeface="Times New Roman"/>
                          <a:cs typeface="Times New Roman"/>
                        </a:rPr>
                        <a:t> c</a:t>
                      </a:r>
                      <a:r>
                        <a:rPr sz="1700" dirty="0">
                          <a:latin typeface="Times New Roman"/>
                          <a:cs typeface="Times New Roman"/>
                        </a:rPr>
                        <a:t>ontent.</a:t>
                      </a:r>
                    </a:p>
                  </a:txBody>
                  <a:tcPr marL="0" marR="0" marT="0" marB="0">
                    <a:lnL w="7365">
                      <a:solidFill>
                        <a:srgbClr val="000000"/>
                      </a:solidFill>
                      <a:prstDash val="solid"/>
                    </a:lnL>
                    <a:lnR w="7365">
                      <a:solidFill>
                        <a:srgbClr val="000000"/>
                      </a:solidFill>
                      <a:prstDash val="solid"/>
                    </a:lnR>
                    <a:lnT w="7365" cap="flat" cmpd="sng" algn="ctr">
                      <a:solidFill>
                        <a:srgbClr val="000000"/>
                      </a:solidFill>
                      <a:prstDash val="solid"/>
                      <a:round/>
                      <a:headEnd type="none" w="med" len="med"/>
                      <a:tailEnd type="none" w="med" len="med"/>
                    </a:lnT>
                    <a:lnB w="7365" cap="flat" cmpd="sng" algn="ctr">
                      <a:solidFill>
                        <a:srgbClr val="000000"/>
                      </a:solidFill>
                      <a:prstDash val="solid"/>
                      <a:round/>
                      <a:headEnd type="none" w="med" len="med"/>
                      <a:tailEnd type="none" w="med" len="med"/>
                    </a:lnB>
                  </a:tcPr>
                </a:tc>
                <a:tc>
                  <a:txBody>
                    <a:bodyPr/>
                    <a:lstStyle/>
                    <a:p>
                      <a:pPr marL="90805">
                        <a:lnSpc>
                          <a:spcPct val="100000"/>
                        </a:lnSpc>
                      </a:pPr>
                      <a:r>
                        <a:rPr sz="1700" spc="-5" dirty="0">
                          <a:latin typeface="Times New Roman"/>
                          <a:cs typeface="Times New Roman"/>
                        </a:rPr>
                        <a:t>H</a:t>
                      </a:r>
                      <a:r>
                        <a:rPr sz="1700" spc="-10" dirty="0">
                          <a:latin typeface="Times New Roman"/>
                          <a:cs typeface="Times New Roman"/>
                        </a:rPr>
                        <a:t>e</a:t>
                      </a:r>
                      <a:r>
                        <a:rPr sz="1700" dirty="0">
                          <a:latin typeface="Times New Roman"/>
                          <a:cs typeface="Times New Roman"/>
                        </a:rPr>
                        <a:t>r</a:t>
                      </a:r>
                      <a:r>
                        <a:rPr sz="1700" spc="-10" dirty="0">
                          <a:latin typeface="Times New Roman"/>
                          <a:cs typeface="Times New Roman"/>
                        </a:rPr>
                        <a:t>e</a:t>
                      </a:r>
                      <a:r>
                        <a:rPr sz="1700" dirty="0">
                          <a:latin typeface="Times New Roman"/>
                          <a:cs typeface="Times New Roman"/>
                        </a:rPr>
                        <a:t>, </a:t>
                      </a:r>
                      <a:r>
                        <a:rPr sz="1700" spc="10" dirty="0">
                          <a:latin typeface="Times New Roman"/>
                          <a:cs typeface="Times New Roman"/>
                        </a:rPr>
                        <a:t>d</a:t>
                      </a:r>
                      <a:r>
                        <a:rPr sz="1700" spc="-5" dirty="0">
                          <a:latin typeface="Times New Roman"/>
                          <a:cs typeface="Times New Roman"/>
                        </a:rPr>
                        <a:t>a</a:t>
                      </a:r>
                      <a:r>
                        <a:rPr sz="1700" dirty="0">
                          <a:latin typeface="Times New Roman"/>
                          <a:cs typeface="Times New Roman"/>
                        </a:rPr>
                        <a:t>ta are</a:t>
                      </a:r>
                      <a:r>
                        <a:rPr sz="1700" spc="-5" dirty="0">
                          <a:latin typeface="Times New Roman"/>
                          <a:cs typeface="Times New Roman"/>
                        </a:rPr>
                        <a:t> </a:t>
                      </a:r>
                      <a:r>
                        <a:rPr sz="1700" spc="5" dirty="0">
                          <a:latin typeface="Times New Roman"/>
                          <a:cs typeface="Times New Roman"/>
                        </a:rPr>
                        <a:t>a</a:t>
                      </a:r>
                      <a:r>
                        <a:rPr sz="1700" spc="-5" dirty="0">
                          <a:latin typeface="Times New Roman"/>
                          <a:cs typeface="Times New Roman"/>
                        </a:rPr>
                        <a:t>c</a:t>
                      </a:r>
                      <a:r>
                        <a:rPr sz="1700" spc="5" dirty="0">
                          <a:latin typeface="Times New Roman"/>
                          <a:cs typeface="Times New Roman"/>
                        </a:rPr>
                        <a:t>c</a:t>
                      </a:r>
                      <a:r>
                        <a:rPr sz="1700" spc="-5" dirty="0">
                          <a:latin typeface="Times New Roman"/>
                          <a:cs typeface="Times New Roman"/>
                        </a:rPr>
                        <a:t>esse</a:t>
                      </a:r>
                      <a:r>
                        <a:rPr sz="1700" dirty="0">
                          <a:latin typeface="Times New Roman"/>
                          <a:cs typeface="Times New Roman"/>
                        </a:rPr>
                        <a:t>d </a:t>
                      </a:r>
                      <a:r>
                        <a:rPr sz="1700" spc="5" dirty="0">
                          <a:latin typeface="Times New Roman"/>
                          <a:cs typeface="Times New Roman"/>
                        </a:rPr>
                        <a:t>b</a:t>
                      </a:r>
                      <a:r>
                        <a:rPr sz="1700" dirty="0">
                          <a:latin typeface="Times New Roman"/>
                          <a:cs typeface="Times New Roman"/>
                        </a:rPr>
                        <a:t>y its</a:t>
                      </a:r>
                      <a:r>
                        <a:rPr sz="1700" spc="-5" dirty="0">
                          <a:latin typeface="Times New Roman"/>
                          <a:cs typeface="Times New Roman"/>
                        </a:rPr>
                        <a:t> a</a:t>
                      </a:r>
                      <a:r>
                        <a:rPr sz="1700" dirty="0">
                          <a:latin typeface="Times New Roman"/>
                          <a:cs typeface="Times New Roman"/>
                        </a:rPr>
                        <a:t>ddr</a:t>
                      </a:r>
                      <a:r>
                        <a:rPr sz="1700" spc="-10" dirty="0">
                          <a:latin typeface="Times New Roman"/>
                          <a:cs typeface="Times New Roman"/>
                        </a:rPr>
                        <a:t>e</a:t>
                      </a:r>
                      <a:r>
                        <a:rPr sz="1700" spc="-5" dirty="0">
                          <a:latin typeface="Times New Roman"/>
                          <a:cs typeface="Times New Roman"/>
                        </a:rPr>
                        <a:t>ss.</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3"/>
                  </a:ext>
                </a:extLst>
              </a:tr>
              <a:tr h="348927">
                <a:tc>
                  <a:txBody>
                    <a:bodyPr/>
                    <a:lstStyle/>
                    <a:p>
                      <a:pPr marL="90805">
                        <a:lnSpc>
                          <a:spcPct val="100000"/>
                        </a:lnSpc>
                      </a:pPr>
                      <a:r>
                        <a:rPr sz="1700" spc="-20" dirty="0">
                          <a:latin typeface="Times New Roman"/>
                          <a:cs typeface="Times New Roman"/>
                        </a:rPr>
                        <a:t>I</a:t>
                      </a:r>
                      <a:r>
                        <a:rPr sz="1700" dirty="0">
                          <a:latin typeface="Times New Roman"/>
                          <a:cs typeface="Times New Roman"/>
                        </a:rPr>
                        <a:t>t</a:t>
                      </a:r>
                      <a:r>
                        <a:rPr sz="1700" spc="-60" dirty="0">
                          <a:latin typeface="Times New Roman"/>
                          <a:cs typeface="Times New Roman"/>
                        </a:rPr>
                        <a:t> </a:t>
                      </a:r>
                      <a:r>
                        <a:rPr sz="1700" dirty="0">
                          <a:latin typeface="Times New Roman"/>
                          <a:cs typeface="Times New Roman"/>
                        </a:rPr>
                        <a:t>is</a:t>
                      </a:r>
                      <a:r>
                        <a:rPr sz="1700" spc="-60" dirty="0">
                          <a:latin typeface="Times New Roman"/>
                          <a:cs typeface="Times New Roman"/>
                        </a:rPr>
                        <a:t> </a:t>
                      </a:r>
                      <a:r>
                        <a:rPr sz="1700" dirty="0">
                          <a:latin typeface="Times New Roman"/>
                          <a:cs typeface="Times New Roman"/>
                        </a:rPr>
                        <a:t>us</a:t>
                      </a:r>
                      <a:r>
                        <a:rPr sz="1700" spc="-5" dirty="0">
                          <a:latin typeface="Times New Roman"/>
                          <a:cs typeface="Times New Roman"/>
                        </a:rPr>
                        <a:t>e</a:t>
                      </a:r>
                      <a:r>
                        <a:rPr sz="1700" dirty="0">
                          <a:latin typeface="Times New Roman"/>
                          <a:cs typeface="Times New Roman"/>
                        </a:rPr>
                        <a:t>d</a:t>
                      </a:r>
                      <a:r>
                        <a:rPr sz="1700" spc="-60" dirty="0">
                          <a:latin typeface="Times New Roman"/>
                          <a:cs typeface="Times New Roman"/>
                        </a:rPr>
                        <a:t> </a:t>
                      </a:r>
                      <a:r>
                        <a:rPr sz="1700" spc="-5" dirty="0">
                          <a:latin typeface="Times New Roman"/>
                          <a:cs typeface="Times New Roman"/>
                        </a:rPr>
                        <a:t>wh</a:t>
                      </a:r>
                      <a:r>
                        <a:rPr sz="1700" dirty="0">
                          <a:latin typeface="Times New Roman"/>
                          <a:cs typeface="Times New Roman"/>
                        </a:rPr>
                        <a:t>ere</a:t>
                      </a:r>
                      <a:r>
                        <a:rPr sz="1700" spc="-70" dirty="0">
                          <a:latin typeface="Times New Roman"/>
                          <a:cs typeface="Times New Roman"/>
                        </a:rPr>
                        <a:t> </a:t>
                      </a:r>
                      <a:r>
                        <a:rPr sz="1700" spc="-5" dirty="0">
                          <a:latin typeface="Times New Roman"/>
                          <a:cs typeface="Times New Roman"/>
                        </a:rPr>
                        <a:t>s</a:t>
                      </a:r>
                      <a:r>
                        <a:rPr sz="1700" spc="5" dirty="0">
                          <a:latin typeface="Times New Roman"/>
                          <a:cs typeface="Times New Roman"/>
                        </a:rPr>
                        <a:t>e</a:t>
                      </a:r>
                      <a:r>
                        <a:rPr sz="1700" spc="-5" dirty="0">
                          <a:latin typeface="Times New Roman"/>
                          <a:cs typeface="Times New Roman"/>
                        </a:rPr>
                        <a:t>a</a:t>
                      </a:r>
                      <a:r>
                        <a:rPr sz="1700" dirty="0">
                          <a:latin typeface="Times New Roman"/>
                          <a:cs typeface="Times New Roman"/>
                        </a:rPr>
                        <a:t>r</a:t>
                      </a:r>
                      <a:r>
                        <a:rPr sz="1700" spc="-10" dirty="0">
                          <a:latin typeface="Times New Roman"/>
                          <a:cs typeface="Times New Roman"/>
                        </a:rPr>
                        <a:t>c</a:t>
                      </a:r>
                      <a:r>
                        <a:rPr sz="1700" dirty="0">
                          <a:latin typeface="Times New Roman"/>
                          <a:cs typeface="Times New Roman"/>
                        </a:rPr>
                        <a:t>h</a:t>
                      </a:r>
                      <a:r>
                        <a:rPr sz="1700" spc="-60" dirty="0">
                          <a:latin typeface="Times New Roman"/>
                          <a:cs typeface="Times New Roman"/>
                        </a:rPr>
                        <a:t> </a:t>
                      </a:r>
                      <a:r>
                        <a:rPr sz="1700" dirty="0">
                          <a:latin typeface="Times New Roman"/>
                          <a:cs typeface="Times New Roman"/>
                        </a:rPr>
                        <a:t>t</a:t>
                      </a:r>
                      <a:r>
                        <a:rPr sz="1700" spc="15" dirty="0">
                          <a:latin typeface="Times New Roman"/>
                          <a:cs typeface="Times New Roman"/>
                        </a:rPr>
                        <a:t>i</a:t>
                      </a:r>
                      <a:r>
                        <a:rPr sz="1700" dirty="0">
                          <a:latin typeface="Times New Roman"/>
                          <a:cs typeface="Times New Roman"/>
                        </a:rPr>
                        <a:t>me</a:t>
                      </a:r>
                      <a:r>
                        <a:rPr sz="1700" spc="-65" dirty="0">
                          <a:latin typeface="Times New Roman"/>
                          <a:cs typeface="Times New Roman"/>
                        </a:rPr>
                        <a:t> </a:t>
                      </a:r>
                      <a:r>
                        <a:rPr sz="1700" dirty="0">
                          <a:latin typeface="Times New Roman"/>
                          <a:cs typeface="Times New Roman"/>
                        </a:rPr>
                        <a:t>is</a:t>
                      </a:r>
                      <a:r>
                        <a:rPr sz="1700" spc="-60" dirty="0">
                          <a:latin typeface="Times New Roman"/>
                          <a:cs typeface="Times New Roman"/>
                        </a:rPr>
                        <a:t> </a:t>
                      </a:r>
                      <a:r>
                        <a:rPr sz="1700" dirty="0">
                          <a:latin typeface="Times New Roman"/>
                          <a:cs typeface="Times New Roman"/>
                        </a:rPr>
                        <a:t>v</a:t>
                      </a:r>
                      <a:r>
                        <a:rPr sz="1700" spc="-5" dirty="0">
                          <a:latin typeface="Times New Roman"/>
                          <a:cs typeface="Times New Roman"/>
                        </a:rPr>
                        <a:t>e</a:t>
                      </a:r>
                      <a:r>
                        <a:rPr sz="1700" dirty="0">
                          <a:latin typeface="Times New Roman"/>
                          <a:cs typeface="Times New Roman"/>
                        </a:rPr>
                        <a:t>ry</a:t>
                      </a:r>
                      <a:r>
                        <a:rPr sz="1700" spc="-65" dirty="0">
                          <a:latin typeface="Times New Roman"/>
                          <a:cs typeface="Times New Roman"/>
                        </a:rPr>
                        <a:t> </a:t>
                      </a:r>
                      <a:r>
                        <a:rPr sz="1700" spc="-5" dirty="0">
                          <a:latin typeface="Times New Roman"/>
                          <a:cs typeface="Times New Roman"/>
                        </a:rPr>
                        <a:t>short.</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cap="flat" cmpd="sng" algn="ctr">
                      <a:solidFill>
                        <a:srgbClr val="000000"/>
                      </a:solidFill>
                      <a:prstDash val="solid"/>
                      <a:round/>
                      <a:headEnd type="none" w="med" len="med"/>
                      <a:tailEnd type="none" w="med" len="med"/>
                    </a:lnT>
                    <a:lnB w="7365" cap="flat" cmpd="sng" algn="ctr">
                      <a:solidFill>
                        <a:srgbClr val="000000"/>
                      </a:solidFill>
                      <a:prstDash val="solid"/>
                      <a:round/>
                      <a:headEnd type="none" w="med" len="med"/>
                      <a:tailEnd type="none" w="med" len="med"/>
                    </a:lnB>
                  </a:tcPr>
                </a:tc>
                <a:tc>
                  <a:txBody>
                    <a:bodyPr/>
                    <a:lstStyle/>
                    <a:p>
                      <a:pPr marL="90805" marR="88265">
                        <a:lnSpc>
                          <a:spcPct val="100000"/>
                        </a:lnSpc>
                      </a:pPr>
                      <a:r>
                        <a:rPr sz="1700" spc="-20" dirty="0">
                          <a:latin typeface="Times New Roman"/>
                          <a:cs typeface="Times New Roman"/>
                        </a:rPr>
                        <a:t>I</a:t>
                      </a:r>
                      <a:r>
                        <a:rPr sz="1700" dirty="0">
                          <a:latin typeface="Times New Roman"/>
                          <a:cs typeface="Times New Roman"/>
                        </a:rPr>
                        <a:t>t </a:t>
                      </a:r>
                      <a:r>
                        <a:rPr sz="1700" spc="-100" dirty="0">
                          <a:latin typeface="Times New Roman"/>
                          <a:cs typeface="Times New Roman"/>
                        </a:rPr>
                        <a:t> </a:t>
                      </a:r>
                      <a:r>
                        <a:rPr sz="1700" dirty="0">
                          <a:latin typeface="Times New Roman"/>
                          <a:cs typeface="Times New Roman"/>
                        </a:rPr>
                        <a:t>is </a:t>
                      </a:r>
                      <a:r>
                        <a:rPr sz="1700" spc="-110" dirty="0">
                          <a:latin typeface="Times New Roman"/>
                          <a:cs typeface="Times New Roman"/>
                        </a:rPr>
                        <a:t> </a:t>
                      </a:r>
                      <a:r>
                        <a:rPr sz="1700" dirty="0">
                          <a:latin typeface="Times New Roman"/>
                          <a:cs typeface="Times New Roman"/>
                        </a:rPr>
                        <a:t>us</a:t>
                      </a:r>
                      <a:r>
                        <a:rPr sz="1700" spc="-5" dirty="0">
                          <a:latin typeface="Times New Roman"/>
                          <a:cs typeface="Times New Roman"/>
                        </a:rPr>
                        <a:t>e</a:t>
                      </a:r>
                      <a:r>
                        <a:rPr sz="1700" dirty="0">
                          <a:latin typeface="Times New Roman"/>
                          <a:cs typeface="Times New Roman"/>
                        </a:rPr>
                        <a:t>d </a:t>
                      </a:r>
                      <a:r>
                        <a:rPr sz="1700" spc="-100" dirty="0">
                          <a:latin typeface="Times New Roman"/>
                          <a:cs typeface="Times New Roman"/>
                        </a:rPr>
                        <a:t> </a:t>
                      </a:r>
                      <a:r>
                        <a:rPr sz="1700" spc="-5" dirty="0">
                          <a:latin typeface="Times New Roman"/>
                          <a:cs typeface="Times New Roman"/>
                        </a:rPr>
                        <a:t>wh</a:t>
                      </a:r>
                      <a:r>
                        <a:rPr sz="1700" spc="-10" dirty="0">
                          <a:latin typeface="Times New Roman"/>
                          <a:cs typeface="Times New Roman"/>
                        </a:rPr>
                        <a:t>e</a:t>
                      </a:r>
                      <a:r>
                        <a:rPr sz="1700" dirty="0">
                          <a:latin typeface="Times New Roman"/>
                          <a:cs typeface="Times New Roman"/>
                        </a:rPr>
                        <a:t>n </a:t>
                      </a:r>
                      <a:r>
                        <a:rPr sz="1700" spc="-100" dirty="0">
                          <a:latin typeface="Times New Roman"/>
                          <a:cs typeface="Times New Roman"/>
                        </a:rPr>
                        <a:t> </a:t>
                      </a:r>
                      <a:r>
                        <a:rPr sz="1700" dirty="0">
                          <a:latin typeface="Times New Roman"/>
                          <a:cs typeface="Times New Roman"/>
                        </a:rPr>
                        <a:t>a </a:t>
                      </a:r>
                      <a:r>
                        <a:rPr sz="1700" spc="-114" dirty="0">
                          <a:latin typeface="Times New Roman"/>
                          <a:cs typeface="Times New Roman"/>
                        </a:rPr>
                        <a:t> </a:t>
                      </a:r>
                      <a:r>
                        <a:rPr sz="1700" spc="10" dirty="0">
                          <a:latin typeface="Times New Roman"/>
                          <a:cs typeface="Times New Roman"/>
                        </a:rPr>
                        <a:t>p</a:t>
                      </a:r>
                      <a:r>
                        <a:rPr sz="1700" spc="-5" dirty="0">
                          <a:latin typeface="Times New Roman"/>
                          <a:cs typeface="Times New Roman"/>
                        </a:rPr>
                        <a:t>a</a:t>
                      </a:r>
                      <a:r>
                        <a:rPr sz="1700" dirty="0">
                          <a:latin typeface="Times New Roman"/>
                          <a:cs typeface="Times New Roman"/>
                        </a:rPr>
                        <a:t>rti</a:t>
                      </a:r>
                      <a:r>
                        <a:rPr sz="1700" spc="5" dirty="0">
                          <a:latin typeface="Times New Roman"/>
                          <a:cs typeface="Times New Roman"/>
                        </a:rPr>
                        <a:t>c</a:t>
                      </a:r>
                      <a:r>
                        <a:rPr sz="1700" dirty="0">
                          <a:latin typeface="Times New Roman"/>
                          <a:cs typeface="Times New Roman"/>
                        </a:rPr>
                        <a:t>ular </a:t>
                      </a:r>
                      <a:r>
                        <a:rPr sz="1700" spc="-114" dirty="0">
                          <a:latin typeface="Times New Roman"/>
                          <a:cs typeface="Times New Roman"/>
                        </a:rPr>
                        <a:t> </a:t>
                      </a:r>
                      <a:r>
                        <a:rPr sz="1700" dirty="0">
                          <a:latin typeface="Times New Roman"/>
                          <a:cs typeface="Times New Roman"/>
                        </a:rPr>
                        <a:t>group </a:t>
                      </a:r>
                      <a:r>
                        <a:rPr sz="1700" spc="-105" dirty="0">
                          <a:latin typeface="Times New Roman"/>
                          <a:cs typeface="Times New Roman"/>
                        </a:rPr>
                        <a:t> </a:t>
                      </a:r>
                      <a:r>
                        <a:rPr sz="1700" dirty="0">
                          <a:latin typeface="Times New Roman"/>
                          <a:cs typeface="Times New Roman"/>
                        </a:rPr>
                        <a:t>of d</a:t>
                      </a:r>
                      <a:r>
                        <a:rPr sz="1700" spc="-5" dirty="0">
                          <a:latin typeface="Times New Roman"/>
                          <a:cs typeface="Times New Roman"/>
                        </a:rPr>
                        <a:t>a</a:t>
                      </a:r>
                      <a:r>
                        <a:rPr sz="1700" dirty="0">
                          <a:latin typeface="Times New Roman"/>
                          <a:cs typeface="Times New Roman"/>
                        </a:rPr>
                        <a:t>ta is</a:t>
                      </a:r>
                      <a:r>
                        <a:rPr sz="1700" spc="-5" dirty="0">
                          <a:latin typeface="Times New Roman"/>
                          <a:cs typeface="Times New Roman"/>
                        </a:rPr>
                        <a:t> ac</a:t>
                      </a:r>
                      <a:r>
                        <a:rPr sz="1700" spc="5" dirty="0">
                          <a:latin typeface="Times New Roman"/>
                          <a:cs typeface="Times New Roman"/>
                        </a:rPr>
                        <a:t>c</a:t>
                      </a:r>
                      <a:r>
                        <a:rPr sz="1700" spc="-5" dirty="0">
                          <a:latin typeface="Times New Roman"/>
                          <a:cs typeface="Times New Roman"/>
                        </a:rPr>
                        <a:t>esse</a:t>
                      </a:r>
                      <a:r>
                        <a:rPr sz="1700" dirty="0">
                          <a:latin typeface="Times New Roman"/>
                          <a:cs typeface="Times New Roman"/>
                        </a:rPr>
                        <a:t>d r</a:t>
                      </a:r>
                      <a:r>
                        <a:rPr sz="1700" spc="-5" dirty="0">
                          <a:latin typeface="Times New Roman"/>
                          <a:cs typeface="Times New Roman"/>
                        </a:rPr>
                        <a:t>e</a:t>
                      </a:r>
                      <a:r>
                        <a:rPr sz="1700" dirty="0">
                          <a:latin typeface="Times New Roman"/>
                          <a:cs typeface="Times New Roman"/>
                        </a:rPr>
                        <a:t>p</a:t>
                      </a:r>
                      <a:r>
                        <a:rPr sz="1700" spc="5" dirty="0">
                          <a:latin typeface="Times New Roman"/>
                          <a:cs typeface="Times New Roman"/>
                        </a:rPr>
                        <a:t>e</a:t>
                      </a:r>
                      <a:r>
                        <a:rPr sz="1700" spc="-5" dirty="0">
                          <a:latin typeface="Times New Roman"/>
                          <a:cs typeface="Times New Roman"/>
                        </a:rPr>
                        <a:t>a</a:t>
                      </a:r>
                      <a:r>
                        <a:rPr sz="1700" dirty="0">
                          <a:latin typeface="Times New Roman"/>
                          <a:cs typeface="Times New Roman"/>
                        </a:rPr>
                        <a:t>te</a:t>
                      </a:r>
                      <a:r>
                        <a:rPr sz="1700" spc="5" dirty="0">
                          <a:latin typeface="Times New Roman"/>
                          <a:cs typeface="Times New Roman"/>
                        </a:rPr>
                        <a:t>d</a:t>
                      </a:r>
                      <a:r>
                        <a:rPr sz="1700" dirty="0">
                          <a:latin typeface="Times New Roman"/>
                          <a:cs typeface="Times New Roman"/>
                        </a:rPr>
                        <a:t>ly.</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4"/>
                  </a:ext>
                </a:extLst>
              </a:tr>
              <a:tr h="348927">
                <a:tc>
                  <a:txBody>
                    <a:bodyPr/>
                    <a:lstStyle/>
                    <a:p>
                      <a:pPr marL="90805" marR="87630">
                        <a:lnSpc>
                          <a:spcPct val="100000"/>
                        </a:lnSpc>
                      </a:pPr>
                      <a:r>
                        <a:rPr sz="1700" spc="-20" dirty="0">
                          <a:latin typeface="Times New Roman"/>
                          <a:cs typeface="Times New Roman"/>
                        </a:rPr>
                        <a:t>I</a:t>
                      </a:r>
                      <a:r>
                        <a:rPr sz="1700" dirty="0">
                          <a:latin typeface="Times New Roman"/>
                          <a:cs typeface="Times New Roman"/>
                        </a:rPr>
                        <a:t>ts</a:t>
                      </a:r>
                      <a:r>
                        <a:rPr sz="1700" spc="25" dirty="0">
                          <a:latin typeface="Times New Roman"/>
                          <a:cs typeface="Times New Roman"/>
                        </a:rPr>
                        <a:t> </a:t>
                      </a:r>
                      <a:r>
                        <a:rPr sz="1700" dirty="0">
                          <a:latin typeface="Times New Roman"/>
                          <a:cs typeface="Times New Roman"/>
                        </a:rPr>
                        <a:t>b</a:t>
                      </a:r>
                      <a:r>
                        <a:rPr sz="1700" spc="-5" dirty="0">
                          <a:latin typeface="Times New Roman"/>
                          <a:cs typeface="Times New Roman"/>
                        </a:rPr>
                        <a:t>as</a:t>
                      </a:r>
                      <a:r>
                        <a:rPr sz="1700" spc="10" dirty="0">
                          <a:latin typeface="Times New Roman"/>
                          <a:cs typeface="Times New Roman"/>
                        </a:rPr>
                        <a:t>i</a:t>
                      </a:r>
                      <a:r>
                        <a:rPr sz="1700" dirty="0">
                          <a:latin typeface="Times New Roman"/>
                          <a:cs typeface="Times New Roman"/>
                        </a:rPr>
                        <a:t>c</a:t>
                      </a:r>
                      <a:r>
                        <a:rPr sz="1700" spc="15" dirty="0">
                          <a:latin typeface="Times New Roman"/>
                          <a:cs typeface="Times New Roman"/>
                        </a:rPr>
                        <a:t> </a:t>
                      </a:r>
                      <a:r>
                        <a:rPr sz="1700" spc="-5" dirty="0">
                          <a:latin typeface="Times New Roman"/>
                          <a:cs typeface="Times New Roman"/>
                        </a:rPr>
                        <a:t>c</a:t>
                      </a:r>
                      <a:r>
                        <a:rPr sz="1700" dirty="0">
                          <a:latin typeface="Times New Roman"/>
                          <a:cs typeface="Times New Roman"/>
                        </a:rPr>
                        <a:t>h</a:t>
                      </a:r>
                      <a:r>
                        <a:rPr sz="1700" spc="5" dirty="0">
                          <a:latin typeface="Times New Roman"/>
                          <a:cs typeface="Times New Roman"/>
                        </a:rPr>
                        <a:t>a</a:t>
                      </a:r>
                      <a:r>
                        <a:rPr sz="1700" dirty="0">
                          <a:latin typeface="Times New Roman"/>
                          <a:cs typeface="Times New Roman"/>
                        </a:rPr>
                        <a:t>r</a:t>
                      </a:r>
                      <a:r>
                        <a:rPr sz="1700" spc="-10" dirty="0">
                          <a:latin typeface="Times New Roman"/>
                          <a:cs typeface="Times New Roman"/>
                        </a:rPr>
                        <a:t>a</a:t>
                      </a:r>
                      <a:r>
                        <a:rPr sz="1700" spc="-5" dirty="0">
                          <a:latin typeface="Times New Roman"/>
                          <a:cs typeface="Times New Roman"/>
                        </a:rPr>
                        <a:t>c</a:t>
                      </a:r>
                      <a:r>
                        <a:rPr sz="1700" spc="10" dirty="0">
                          <a:latin typeface="Times New Roman"/>
                          <a:cs typeface="Times New Roman"/>
                        </a:rPr>
                        <a:t>t</a:t>
                      </a:r>
                      <a:r>
                        <a:rPr sz="1700" spc="-5" dirty="0">
                          <a:latin typeface="Times New Roman"/>
                          <a:cs typeface="Times New Roman"/>
                        </a:rPr>
                        <a:t>e</a:t>
                      </a:r>
                      <a:r>
                        <a:rPr sz="1700" dirty="0">
                          <a:latin typeface="Times New Roman"/>
                          <a:cs typeface="Times New Roman"/>
                        </a:rPr>
                        <a:t>ristic</a:t>
                      </a:r>
                      <a:r>
                        <a:rPr sz="1700" spc="15" dirty="0">
                          <a:latin typeface="Times New Roman"/>
                          <a:cs typeface="Times New Roman"/>
                        </a:rPr>
                        <a:t> </a:t>
                      </a:r>
                      <a:r>
                        <a:rPr sz="1700" dirty="0">
                          <a:latin typeface="Times New Roman"/>
                          <a:cs typeface="Times New Roman"/>
                        </a:rPr>
                        <a:t>is</a:t>
                      </a:r>
                      <a:r>
                        <a:rPr sz="1700" spc="25" dirty="0">
                          <a:latin typeface="Times New Roman"/>
                          <a:cs typeface="Times New Roman"/>
                        </a:rPr>
                        <a:t> </a:t>
                      </a:r>
                      <a:r>
                        <a:rPr sz="1700" dirty="0">
                          <a:latin typeface="Times New Roman"/>
                          <a:cs typeface="Times New Roman"/>
                        </a:rPr>
                        <a:t>its</a:t>
                      </a:r>
                      <a:r>
                        <a:rPr sz="1700" spc="20" dirty="0">
                          <a:latin typeface="Times New Roman"/>
                          <a:cs typeface="Times New Roman"/>
                        </a:rPr>
                        <a:t> </a:t>
                      </a:r>
                      <a:r>
                        <a:rPr sz="1700" dirty="0">
                          <a:latin typeface="Times New Roman"/>
                          <a:cs typeface="Times New Roman"/>
                        </a:rPr>
                        <a:t>logic</a:t>
                      </a:r>
                      <a:r>
                        <a:rPr sz="1700" spc="15" dirty="0">
                          <a:latin typeface="Times New Roman"/>
                          <a:cs typeface="Times New Roman"/>
                        </a:rPr>
                        <a:t> </a:t>
                      </a:r>
                      <a:r>
                        <a:rPr sz="1700" spc="-5" dirty="0">
                          <a:latin typeface="Times New Roman"/>
                          <a:cs typeface="Times New Roman"/>
                        </a:rPr>
                        <a:t>c</a:t>
                      </a:r>
                      <a:r>
                        <a:rPr sz="1700" dirty="0">
                          <a:latin typeface="Times New Roman"/>
                          <a:cs typeface="Times New Roman"/>
                        </a:rPr>
                        <a:t>ir</a:t>
                      </a:r>
                      <a:r>
                        <a:rPr sz="1700" spc="-10" dirty="0">
                          <a:latin typeface="Times New Roman"/>
                          <a:cs typeface="Times New Roman"/>
                        </a:rPr>
                        <a:t>c</a:t>
                      </a:r>
                      <a:r>
                        <a:rPr sz="1700" dirty="0">
                          <a:latin typeface="Times New Roman"/>
                          <a:cs typeface="Times New Roman"/>
                        </a:rPr>
                        <a:t>uit for</a:t>
                      </a:r>
                      <a:r>
                        <a:rPr sz="1700" spc="-10" dirty="0">
                          <a:latin typeface="Times New Roman"/>
                          <a:cs typeface="Times New Roman"/>
                        </a:rPr>
                        <a:t> </a:t>
                      </a:r>
                      <a:r>
                        <a:rPr sz="1700" dirty="0">
                          <a:latin typeface="Times New Roman"/>
                          <a:cs typeface="Times New Roman"/>
                        </a:rPr>
                        <a:t>mat</a:t>
                      </a:r>
                      <a:r>
                        <a:rPr sz="1700" spc="-5" dirty="0">
                          <a:latin typeface="Times New Roman"/>
                          <a:cs typeface="Times New Roman"/>
                        </a:rPr>
                        <a:t>c</a:t>
                      </a:r>
                      <a:r>
                        <a:rPr sz="1700" dirty="0">
                          <a:latin typeface="Times New Roman"/>
                          <a:cs typeface="Times New Roman"/>
                        </a:rPr>
                        <a:t>hing its</a:t>
                      </a:r>
                      <a:r>
                        <a:rPr sz="1700" spc="-5" dirty="0">
                          <a:latin typeface="Times New Roman"/>
                          <a:cs typeface="Times New Roman"/>
                        </a:rPr>
                        <a:t> </a:t>
                      </a:r>
                      <a:r>
                        <a:rPr sz="1700" dirty="0">
                          <a:latin typeface="Times New Roman"/>
                          <a:cs typeface="Times New Roman"/>
                        </a:rPr>
                        <a:t>cont</a:t>
                      </a:r>
                      <a:r>
                        <a:rPr sz="1700" spc="-5" dirty="0">
                          <a:latin typeface="Times New Roman"/>
                          <a:cs typeface="Times New Roman"/>
                        </a:rPr>
                        <a:t>e</a:t>
                      </a:r>
                      <a:r>
                        <a:rPr sz="1700" dirty="0">
                          <a:latin typeface="Times New Roman"/>
                          <a:cs typeface="Times New Roman"/>
                        </a:rPr>
                        <a:t>nt.</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cap="flat" cmpd="sng" algn="ctr">
                      <a:solidFill>
                        <a:srgbClr val="000000"/>
                      </a:solidFill>
                      <a:prstDash val="solid"/>
                      <a:round/>
                      <a:headEnd type="none" w="med" len="med"/>
                      <a:tailEnd type="none" w="med" len="med"/>
                    </a:lnT>
                    <a:lnB w="7365" cap="flat" cmpd="sng" algn="ctr">
                      <a:solidFill>
                        <a:srgbClr val="000000"/>
                      </a:solidFill>
                      <a:prstDash val="solid"/>
                      <a:round/>
                      <a:headEnd type="none" w="med" len="med"/>
                      <a:tailEnd type="none" w="med" len="med"/>
                    </a:lnB>
                  </a:tcPr>
                </a:tc>
                <a:tc>
                  <a:txBody>
                    <a:bodyPr/>
                    <a:lstStyle/>
                    <a:p>
                      <a:pPr marL="90805">
                        <a:lnSpc>
                          <a:spcPct val="100000"/>
                        </a:lnSpc>
                      </a:pPr>
                      <a:r>
                        <a:rPr sz="1700" spc="-20" dirty="0">
                          <a:latin typeface="Times New Roman"/>
                          <a:cs typeface="Times New Roman"/>
                        </a:rPr>
                        <a:t>I</a:t>
                      </a:r>
                      <a:r>
                        <a:rPr sz="1700" dirty="0">
                          <a:latin typeface="Times New Roman"/>
                          <a:cs typeface="Times New Roman"/>
                        </a:rPr>
                        <a:t>ts</a:t>
                      </a:r>
                      <a:r>
                        <a:rPr sz="1700" spc="-25" dirty="0">
                          <a:latin typeface="Times New Roman"/>
                          <a:cs typeface="Times New Roman"/>
                        </a:rPr>
                        <a:t> </a:t>
                      </a:r>
                      <a:r>
                        <a:rPr sz="1700" dirty="0">
                          <a:latin typeface="Times New Roman"/>
                          <a:cs typeface="Times New Roman"/>
                        </a:rPr>
                        <a:t>b</a:t>
                      </a:r>
                      <a:r>
                        <a:rPr sz="1700" spc="-5" dirty="0">
                          <a:latin typeface="Times New Roman"/>
                          <a:cs typeface="Times New Roman"/>
                        </a:rPr>
                        <a:t>asi</a:t>
                      </a:r>
                      <a:r>
                        <a:rPr sz="1700" dirty="0">
                          <a:latin typeface="Times New Roman"/>
                          <a:cs typeface="Times New Roman"/>
                        </a:rPr>
                        <a:t>c</a:t>
                      </a:r>
                      <a:r>
                        <a:rPr sz="1700" spc="-15" dirty="0">
                          <a:latin typeface="Times New Roman"/>
                          <a:cs typeface="Times New Roman"/>
                        </a:rPr>
                        <a:t> </a:t>
                      </a:r>
                      <a:r>
                        <a:rPr sz="1700" spc="-5" dirty="0">
                          <a:latin typeface="Times New Roman"/>
                          <a:cs typeface="Times New Roman"/>
                        </a:rPr>
                        <a:t>c</a:t>
                      </a:r>
                      <a:r>
                        <a:rPr sz="1700" dirty="0">
                          <a:latin typeface="Times New Roman"/>
                          <a:cs typeface="Times New Roman"/>
                        </a:rPr>
                        <a:t>h</a:t>
                      </a:r>
                      <a:r>
                        <a:rPr sz="1700" spc="-5" dirty="0">
                          <a:latin typeface="Times New Roman"/>
                          <a:cs typeface="Times New Roman"/>
                        </a:rPr>
                        <a:t>a</a:t>
                      </a:r>
                      <a:r>
                        <a:rPr sz="1700" spc="5" dirty="0">
                          <a:latin typeface="Times New Roman"/>
                          <a:cs typeface="Times New Roman"/>
                        </a:rPr>
                        <a:t>r</a:t>
                      </a:r>
                      <a:r>
                        <a:rPr sz="1700" spc="-5" dirty="0">
                          <a:latin typeface="Times New Roman"/>
                          <a:cs typeface="Times New Roman"/>
                        </a:rPr>
                        <a:t>ac</a:t>
                      </a:r>
                      <a:r>
                        <a:rPr sz="1700" dirty="0">
                          <a:latin typeface="Times New Roman"/>
                          <a:cs typeface="Times New Roman"/>
                        </a:rPr>
                        <a:t>t</a:t>
                      </a:r>
                      <a:r>
                        <a:rPr sz="1700" spc="5" dirty="0">
                          <a:latin typeface="Times New Roman"/>
                          <a:cs typeface="Times New Roman"/>
                        </a:rPr>
                        <a:t>e</a:t>
                      </a:r>
                      <a:r>
                        <a:rPr sz="1700" dirty="0">
                          <a:latin typeface="Times New Roman"/>
                          <a:cs typeface="Times New Roman"/>
                        </a:rPr>
                        <a:t>ristic</a:t>
                      </a:r>
                      <a:r>
                        <a:rPr sz="1700" spc="-30" dirty="0">
                          <a:latin typeface="Times New Roman"/>
                          <a:cs typeface="Times New Roman"/>
                        </a:rPr>
                        <a:t> </a:t>
                      </a:r>
                      <a:r>
                        <a:rPr sz="1700" dirty="0">
                          <a:latin typeface="Times New Roman"/>
                          <a:cs typeface="Times New Roman"/>
                        </a:rPr>
                        <a:t>is</a:t>
                      </a:r>
                      <a:r>
                        <a:rPr sz="1700" spc="-25" dirty="0">
                          <a:latin typeface="Times New Roman"/>
                          <a:cs typeface="Times New Roman"/>
                        </a:rPr>
                        <a:t> </a:t>
                      </a:r>
                      <a:r>
                        <a:rPr sz="1700" dirty="0">
                          <a:latin typeface="Times New Roman"/>
                          <a:cs typeface="Times New Roman"/>
                        </a:rPr>
                        <a:t>its</a:t>
                      </a:r>
                      <a:r>
                        <a:rPr sz="1700" spc="-25" dirty="0">
                          <a:latin typeface="Times New Roman"/>
                          <a:cs typeface="Times New Roman"/>
                        </a:rPr>
                        <a:t> </a:t>
                      </a:r>
                      <a:r>
                        <a:rPr sz="1700" dirty="0">
                          <a:latin typeface="Times New Roman"/>
                          <a:cs typeface="Times New Roman"/>
                        </a:rPr>
                        <a:t>f</a:t>
                      </a:r>
                      <a:r>
                        <a:rPr sz="1700" spc="-10" dirty="0">
                          <a:latin typeface="Times New Roman"/>
                          <a:cs typeface="Times New Roman"/>
                        </a:rPr>
                        <a:t>a</a:t>
                      </a:r>
                      <a:r>
                        <a:rPr sz="1700" spc="-5" dirty="0">
                          <a:latin typeface="Times New Roman"/>
                          <a:cs typeface="Times New Roman"/>
                        </a:rPr>
                        <a:t>s</a:t>
                      </a:r>
                      <a:r>
                        <a:rPr sz="1700" dirty="0">
                          <a:latin typeface="Times New Roman"/>
                          <a:cs typeface="Times New Roman"/>
                        </a:rPr>
                        <a:t>t</a:t>
                      </a:r>
                      <a:r>
                        <a:rPr sz="1700" spc="-20" dirty="0">
                          <a:latin typeface="Times New Roman"/>
                          <a:cs typeface="Times New Roman"/>
                        </a:rPr>
                        <a:t> </a:t>
                      </a:r>
                      <a:r>
                        <a:rPr sz="1700" spc="-5" dirty="0">
                          <a:latin typeface="Times New Roman"/>
                          <a:cs typeface="Times New Roman"/>
                        </a:rPr>
                        <a:t>access.</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5"/>
                  </a:ext>
                </a:extLst>
              </a:tr>
              <a:tr h="348382">
                <a:tc>
                  <a:txBody>
                    <a:bodyPr/>
                    <a:lstStyle/>
                    <a:p>
                      <a:pPr marL="90805">
                        <a:lnSpc>
                          <a:spcPct val="100000"/>
                        </a:lnSpc>
                      </a:pPr>
                      <a:r>
                        <a:rPr sz="1700" spc="-20" dirty="0">
                          <a:latin typeface="Times New Roman"/>
                          <a:cs typeface="Times New Roman"/>
                        </a:rPr>
                        <a:t>I</a:t>
                      </a:r>
                      <a:r>
                        <a:rPr sz="1700" dirty="0">
                          <a:latin typeface="Times New Roman"/>
                          <a:cs typeface="Times New Roman"/>
                        </a:rPr>
                        <a:t>t is</a:t>
                      </a:r>
                      <a:r>
                        <a:rPr sz="1700" spc="-5" dirty="0">
                          <a:latin typeface="Times New Roman"/>
                          <a:cs typeface="Times New Roman"/>
                        </a:rPr>
                        <a:t> </a:t>
                      </a:r>
                      <a:r>
                        <a:rPr sz="1700" dirty="0">
                          <a:latin typeface="Times New Roman"/>
                          <a:cs typeface="Times New Roman"/>
                        </a:rPr>
                        <a:t>not </a:t>
                      </a:r>
                      <a:r>
                        <a:rPr sz="1700" spc="-5" dirty="0">
                          <a:latin typeface="Times New Roman"/>
                          <a:cs typeface="Times New Roman"/>
                        </a:rPr>
                        <a:t>a</a:t>
                      </a:r>
                      <a:r>
                        <a:rPr sz="1700" dirty="0">
                          <a:latin typeface="Times New Roman"/>
                          <a:cs typeface="Times New Roman"/>
                        </a:rPr>
                        <a:t>s</a:t>
                      </a:r>
                      <a:r>
                        <a:rPr sz="1700" spc="-5" dirty="0">
                          <a:latin typeface="Times New Roman"/>
                          <a:cs typeface="Times New Roman"/>
                        </a:rPr>
                        <a:t> e</a:t>
                      </a:r>
                      <a:r>
                        <a:rPr sz="1700" dirty="0">
                          <a:latin typeface="Times New Roman"/>
                          <a:cs typeface="Times New Roman"/>
                        </a:rPr>
                        <a:t>x</a:t>
                      </a:r>
                      <a:r>
                        <a:rPr sz="1700" spc="10" dirty="0">
                          <a:latin typeface="Times New Roman"/>
                          <a:cs typeface="Times New Roman"/>
                        </a:rPr>
                        <a:t>p</a:t>
                      </a:r>
                      <a:r>
                        <a:rPr sz="1700" spc="-5" dirty="0">
                          <a:latin typeface="Times New Roman"/>
                          <a:cs typeface="Times New Roman"/>
                        </a:rPr>
                        <a:t>e</a:t>
                      </a:r>
                      <a:r>
                        <a:rPr sz="1700" dirty="0">
                          <a:latin typeface="Times New Roman"/>
                          <a:cs typeface="Times New Roman"/>
                        </a:rPr>
                        <a:t>nsive </a:t>
                      </a:r>
                      <a:r>
                        <a:rPr sz="1700" spc="-10" dirty="0">
                          <a:latin typeface="Times New Roman"/>
                          <a:cs typeface="Times New Roman"/>
                        </a:rPr>
                        <a:t>a</a:t>
                      </a:r>
                      <a:r>
                        <a:rPr sz="1700" dirty="0">
                          <a:latin typeface="Times New Roman"/>
                          <a:cs typeface="Times New Roman"/>
                        </a:rPr>
                        <a:t>s</a:t>
                      </a:r>
                      <a:r>
                        <a:rPr sz="1700" spc="-5" dirty="0">
                          <a:latin typeface="Times New Roman"/>
                          <a:cs typeface="Times New Roman"/>
                        </a:rPr>
                        <a:t> </a:t>
                      </a:r>
                      <a:r>
                        <a:rPr sz="1700" spc="5" dirty="0">
                          <a:latin typeface="Times New Roman"/>
                          <a:cs typeface="Times New Roman"/>
                        </a:rPr>
                        <a:t>c</a:t>
                      </a:r>
                      <a:r>
                        <a:rPr sz="1700" spc="-5" dirty="0">
                          <a:latin typeface="Times New Roman"/>
                          <a:cs typeface="Times New Roman"/>
                        </a:rPr>
                        <a:t>ac</a:t>
                      </a:r>
                      <a:r>
                        <a:rPr sz="1700" dirty="0">
                          <a:latin typeface="Times New Roman"/>
                          <a:cs typeface="Times New Roman"/>
                        </a:rPr>
                        <a:t>he</a:t>
                      </a:r>
                      <a:r>
                        <a:rPr sz="1700" spc="-5" dirty="0">
                          <a:latin typeface="Times New Roman"/>
                          <a:cs typeface="Times New Roman"/>
                        </a:rPr>
                        <a:t> </a:t>
                      </a:r>
                      <a:r>
                        <a:rPr sz="1700" dirty="0">
                          <a:latin typeface="Times New Roman"/>
                          <a:cs typeface="Times New Roman"/>
                        </a:rPr>
                        <a:t>memo</a:t>
                      </a:r>
                      <a:r>
                        <a:rPr sz="1700" spc="-5" dirty="0">
                          <a:latin typeface="Times New Roman"/>
                          <a:cs typeface="Times New Roman"/>
                        </a:rPr>
                        <a:t>r</a:t>
                      </a:r>
                      <a:r>
                        <a:rPr sz="1700" dirty="0">
                          <a:latin typeface="Times New Roman"/>
                          <a:cs typeface="Times New Roman"/>
                        </a:rPr>
                        <a:t>y.</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cap="flat" cmpd="sng" algn="ctr">
                      <a:solidFill>
                        <a:srgbClr val="000000"/>
                      </a:solidFill>
                      <a:prstDash val="solid"/>
                      <a:round/>
                      <a:headEnd type="none" w="med" len="med"/>
                      <a:tailEnd type="none" w="med" len="med"/>
                    </a:lnT>
                    <a:lnB w="7365" cap="flat" cmpd="sng" algn="ctr">
                      <a:solidFill>
                        <a:srgbClr val="000000"/>
                      </a:solidFill>
                      <a:prstDash val="solid"/>
                      <a:round/>
                      <a:headEnd type="none" w="med" len="med"/>
                      <a:tailEnd type="none" w="med" len="med"/>
                    </a:lnB>
                  </a:tcPr>
                </a:tc>
                <a:tc>
                  <a:txBody>
                    <a:bodyPr/>
                    <a:lstStyle/>
                    <a:p>
                      <a:pPr marL="90805" marR="87630">
                        <a:lnSpc>
                          <a:spcPct val="100000"/>
                        </a:lnSpc>
                        <a:tabLst>
                          <a:tab pos="328295" algn="l"/>
                          <a:tab pos="576580" algn="l"/>
                          <a:tab pos="1332230" algn="l"/>
                          <a:tab pos="1604645" algn="l"/>
                          <a:tab pos="2349500" algn="l"/>
                        </a:tabLst>
                      </a:pPr>
                      <a:r>
                        <a:rPr sz="1700" spc="-20" dirty="0">
                          <a:latin typeface="Times New Roman"/>
                          <a:cs typeface="Times New Roman"/>
                        </a:rPr>
                        <a:t>I</a:t>
                      </a:r>
                      <a:r>
                        <a:rPr sz="1700" dirty="0">
                          <a:latin typeface="Times New Roman"/>
                          <a:cs typeface="Times New Roman"/>
                        </a:rPr>
                        <a:t>t	is	</a:t>
                      </a:r>
                      <a:r>
                        <a:rPr sz="1700" spc="-5" dirty="0">
                          <a:latin typeface="Times New Roman"/>
                          <a:cs typeface="Times New Roman"/>
                        </a:rPr>
                        <a:t>e</a:t>
                      </a:r>
                      <a:r>
                        <a:rPr sz="1700" dirty="0">
                          <a:latin typeface="Times New Roman"/>
                          <a:cs typeface="Times New Roman"/>
                        </a:rPr>
                        <a:t>xp</a:t>
                      </a:r>
                      <a:r>
                        <a:rPr sz="1700" spc="-5" dirty="0">
                          <a:latin typeface="Times New Roman"/>
                          <a:cs typeface="Times New Roman"/>
                        </a:rPr>
                        <a:t>e</a:t>
                      </a:r>
                      <a:r>
                        <a:rPr sz="1700" dirty="0">
                          <a:latin typeface="Times New Roman"/>
                          <a:cs typeface="Times New Roman"/>
                        </a:rPr>
                        <a:t>nsive	</a:t>
                      </a:r>
                      <a:r>
                        <a:rPr sz="1700" spc="-5" dirty="0">
                          <a:latin typeface="Times New Roman"/>
                          <a:cs typeface="Times New Roman"/>
                        </a:rPr>
                        <a:t>a</a:t>
                      </a:r>
                      <a:r>
                        <a:rPr sz="1700" dirty="0">
                          <a:latin typeface="Times New Roman"/>
                          <a:cs typeface="Times New Roman"/>
                        </a:rPr>
                        <a:t>s	</a:t>
                      </a:r>
                      <a:r>
                        <a:rPr sz="1700" spc="-5" dirty="0">
                          <a:latin typeface="Times New Roman"/>
                          <a:cs typeface="Times New Roman"/>
                        </a:rPr>
                        <a:t>c</a:t>
                      </a:r>
                      <a:r>
                        <a:rPr sz="1700" dirty="0">
                          <a:latin typeface="Times New Roman"/>
                          <a:cs typeface="Times New Roman"/>
                        </a:rPr>
                        <a:t>ompa</a:t>
                      </a:r>
                      <a:r>
                        <a:rPr sz="1700" spc="-10" dirty="0">
                          <a:latin typeface="Times New Roman"/>
                          <a:cs typeface="Times New Roman"/>
                        </a:rPr>
                        <a:t>r</a:t>
                      </a:r>
                      <a:r>
                        <a:rPr sz="1700" spc="-5" dirty="0">
                          <a:latin typeface="Times New Roman"/>
                          <a:cs typeface="Times New Roman"/>
                        </a:rPr>
                        <a:t>e</a:t>
                      </a:r>
                      <a:r>
                        <a:rPr sz="1700" dirty="0">
                          <a:latin typeface="Times New Roman"/>
                          <a:cs typeface="Times New Roman"/>
                        </a:rPr>
                        <a:t>d	to </a:t>
                      </a:r>
                      <a:r>
                        <a:rPr sz="1700" spc="-5" dirty="0">
                          <a:latin typeface="Times New Roman"/>
                          <a:cs typeface="Times New Roman"/>
                        </a:rPr>
                        <a:t>associa</a:t>
                      </a:r>
                      <a:r>
                        <a:rPr sz="1700" dirty="0">
                          <a:latin typeface="Times New Roman"/>
                          <a:cs typeface="Times New Roman"/>
                        </a:rPr>
                        <a:t>tive</a:t>
                      </a:r>
                      <a:r>
                        <a:rPr sz="1700" spc="-5" dirty="0">
                          <a:latin typeface="Times New Roman"/>
                          <a:cs typeface="Times New Roman"/>
                        </a:rPr>
                        <a:t> </a:t>
                      </a:r>
                      <a:r>
                        <a:rPr sz="1700" dirty="0">
                          <a:latin typeface="Times New Roman"/>
                          <a:cs typeface="Times New Roman"/>
                        </a:rPr>
                        <a:t>memo</a:t>
                      </a:r>
                      <a:r>
                        <a:rPr sz="1700" spc="-5" dirty="0">
                          <a:latin typeface="Times New Roman"/>
                          <a:cs typeface="Times New Roman"/>
                        </a:rPr>
                        <a:t>r</a:t>
                      </a:r>
                      <a:r>
                        <a:rPr sz="1700" dirty="0">
                          <a:latin typeface="Times New Roman"/>
                          <a:cs typeface="Times New Roman"/>
                        </a:rPr>
                        <a:t>y.</a:t>
                      </a:r>
                      <a:endParaRPr sz="1700">
                        <a:latin typeface="Times New Roman"/>
                        <a:cs typeface="Times New Roman"/>
                      </a:endParaRP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6"/>
                  </a:ext>
                </a:extLst>
              </a:tr>
              <a:tr h="348927">
                <a:tc>
                  <a:txBody>
                    <a:bodyPr/>
                    <a:lstStyle/>
                    <a:p>
                      <a:pPr marL="90805" marR="87630">
                        <a:lnSpc>
                          <a:spcPct val="100000"/>
                        </a:lnSpc>
                      </a:pPr>
                      <a:r>
                        <a:rPr sz="1700" spc="-20" dirty="0">
                          <a:latin typeface="Times New Roman"/>
                          <a:cs typeface="Times New Roman"/>
                        </a:rPr>
                        <a:t>I</a:t>
                      </a:r>
                      <a:r>
                        <a:rPr sz="1700" dirty="0">
                          <a:latin typeface="Times New Roman"/>
                          <a:cs typeface="Times New Roman"/>
                        </a:rPr>
                        <a:t>t </a:t>
                      </a:r>
                      <a:r>
                        <a:rPr sz="1700" spc="85" dirty="0">
                          <a:latin typeface="Times New Roman"/>
                          <a:cs typeface="Times New Roman"/>
                        </a:rPr>
                        <a:t> </a:t>
                      </a:r>
                      <a:r>
                        <a:rPr sz="1700" dirty="0">
                          <a:latin typeface="Times New Roman"/>
                          <a:cs typeface="Times New Roman"/>
                        </a:rPr>
                        <a:t>is </a:t>
                      </a:r>
                      <a:r>
                        <a:rPr sz="1700" spc="85" dirty="0">
                          <a:latin typeface="Times New Roman"/>
                          <a:cs typeface="Times New Roman"/>
                        </a:rPr>
                        <a:t> </a:t>
                      </a:r>
                      <a:r>
                        <a:rPr sz="1700" spc="-5" dirty="0">
                          <a:latin typeface="Times New Roman"/>
                          <a:cs typeface="Times New Roman"/>
                        </a:rPr>
                        <a:t>sui</a:t>
                      </a:r>
                      <a:r>
                        <a:rPr sz="1700" spc="5" dirty="0">
                          <a:latin typeface="Times New Roman"/>
                          <a:cs typeface="Times New Roman"/>
                        </a:rPr>
                        <a:t>t</a:t>
                      </a:r>
                      <a:r>
                        <a:rPr sz="1700" spc="-5" dirty="0">
                          <a:latin typeface="Times New Roman"/>
                          <a:cs typeface="Times New Roman"/>
                        </a:rPr>
                        <a:t>a</a:t>
                      </a:r>
                      <a:r>
                        <a:rPr sz="1700" dirty="0">
                          <a:latin typeface="Times New Roman"/>
                          <a:cs typeface="Times New Roman"/>
                        </a:rPr>
                        <a:t>ble </a:t>
                      </a:r>
                      <a:r>
                        <a:rPr sz="1700" spc="80" dirty="0">
                          <a:latin typeface="Times New Roman"/>
                          <a:cs typeface="Times New Roman"/>
                        </a:rPr>
                        <a:t> </a:t>
                      </a:r>
                      <a:r>
                        <a:rPr sz="1700" dirty="0">
                          <a:latin typeface="Times New Roman"/>
                          <a:cs typeface="Times New Roman"/>
                        </a:rPr>
                        <a:t>for </a:t>
                      </a:r>
                      <a:r>
                        <a:rPr sz="1700" spc="75" dirty="0">
                          <a:latin typeface="Times New Roman"/>
                          <a:cs typeface="Times New Roman"/>
                        </a:rPr>
                        <a:t> </a:t>
                      </a:r>
                      <a:r>
                        <a:rPr sz="1700" dirty="0">
                          <a:latin typeface="Times New Roman"/>
                          <a:cs typeface="Times New Roman"/>
                        </a:rPr>
                        <a:t>p</a:t>
                      </a:r>
                      <a:r>
                        <a:rPr sz="1700" spc="-5" dirty="0">
                          <a:latin typeface="Times New Roman"/>
                          <a:cs typeface="Times New Roman"/>
                        </a:rPr>
                        <a:t>a</a:t>
                      </a:r>
                      <a:r>
                        <a:rPr sz="1700" dirty="0">
                          <a:latin typeface="Times New Roman"/>
                          <a:cs typeface="Times New Roman"/>
                        </a:rPr>
                        <a:t>r</a:t>
                      </a:r>
                      <a:r>
                        <a:rPr sz="1700" spc="-10" dirty="0">
                          <a:latin typeface="Times New Roman"/>
                          <a:cs typeface="Times New Roman"/>
                        </a:rPr>
                        <a:t>a</a:t>
                      </a:r>
                      <a:r>
                        <a:rPr sz="1700" dirty="0">
                          <a:latin typeface="Times New Roman"/>
                          <a:cs typeface="Times New Roman"/>
                        </a:rPr>
                        <a:t>l</a:t>
                      </a:r>
                      <a:r>
                        <a:rPr sz="1700" spc="15" dirty="0">
                          <a:latin typeface="Times New Roman"/>
                          <a:cs typeface="Times New Roman"/>
                        </a:rPr>
                        <a:t>l</a:t>
                      </a:r>
                      <a:r>
                        <a:rPr sz="1700" spc="-5" dirty="0">
                          <a:latin typeface="Times New Roman"/>
                          <a:cs typeface="Times New Roman"/>
                        </a:rPr>
                        <a:t>e</a:t>
                      </a:r>
                      <a:r>
                        <a:rPr sz="1700" dirty="0">
                          <a:latin typeface="Times New Roman"/>
                          <a:cs typeface="Times New Roman"/>
                        </a:rPr>
                        <a:t>l </a:t>
                      </a:r>
                      <a:r>
                        <a:rPr sz="1700" spc="85" dirty="0">
                          <a:latin typeface="Times New Roman"/>
                          <a:cs typeface="Times New Roman"/>
                        </a:rPr>
                        <a:t> </a:t>
                      </a:r>
                      <a:r>
                        <a:rPr sz="1700" dirty="0">
                          <a:latin typeface="Times New Roman"/>
                          <a:cs typeface="Times New Roman"/>
                        </a:rPr>
                        <a:t>d</a:t>
                      </a:r>
                      <a:r>
                        <a:rPr sz="1700" spc="-5" dirty="0">
                          <a:latin typeface="Times New Roman"/>
                          <a:cs typeface="Times New Roman"/>
                        </a:rPr>
                        <a:t>a</a:t>
                      </a:r>
                      <a:r>
                        <a:rPr sz="1700" dirty="0">
                          <a:latin typeface="Times New Roman"/>
                          <a:cs typeface="Times New Roman"/>
                        </a:rPr>
                        <a:t>ta </a:t>
                      </a:r>
                      <a:r>
                        <a:rPr sz="1700" spc="80" dirty="0">
                          <a:latin typeface="Times New Roman"/>
                          <a:cs typeface="Times New Roman"/>
                        </a:rPr>
                        <a:t> </a:t>
                      </a:r>
                      <a:r>
                        <a:rPr sz="1700" spc="-5" dirty="0">
                          <a:latin typeface="Times New Roman"/>
                          <a:cs typeface="Times New Roman"/>
                        </a:rPr>
                        <a:t>sea</a:t>
                      </a:r>
                      <a:r>
                        <a:rPr sz="1700" dirty="0">
                          <a:latin typeface="Times New Roman"/>
                          <a:cs typeface="Times New Roman"/>
                        </a:rPr>
                        <a:t>r</a:t>
                      </a:r>
                      <a:r>
                        <a:rPr sz="1700" spc="-10" dirty="0">
                          <a:latin typeface="Times New Roman"/>
                          <a:cs typeface="Times New Roman"/>
                        </a:rPr>
                        <a:t>c</a:t>
                      </a:r>
                      <a:r>
                        <a:rPr sz="1700" dirty="0">
                          <a:latin typeface="Times New Roman"/>
                          <a:cs typeface="Times New Roman"/>
                        </a:rPr>
                        <a:t>h me</a:t>
                      </a:r>
                      <a:r>
                        <a:rPr sz="1700" spc="-10" dirty="0">
                          <a:latin typeface="Times New Roman"/>
                          <a:cs typeface="Times New Roman"/>
                        </a:rPr>
                        <a:t>c</a:t>
                      </a:r>
                      <a:r>
                        <a:rPr sz="1700" dirty="0">
                          <a:latin typeface="Times New Roman"/>
                          <a:cs typeface="Times New Roman"/>
                        </a:rPr>
                        <a:t>h</a:t>
                      </a:r>
                      <a:r>
                        <a:rPr sz="1700" spc="-5" dirty="0">
                          <a:latin typeface="Times New Roman"/>
                          <a:cs typeface="Times New Roman"/>
                        </a:rPr>
                        <a:t>a</a:t>
                      </a:r>
                      <a:r>
                        <a:rPr sz="1700" dirty="0">
                          <a:latin typeface="Times New Roman"/>
                          <a:cs typeface="Times New Roman"/>
                        </a:rPr>
                        <a:t>nis</a:t>
                      </a:r>
                      <a:r>
                        <a:rPr sz="1700" spc="5" dirty="0">
                          <a:latin typeface="Times New Roman"/>
                          <a:cs typeface="Times New Roman"/>
                        </a:rPr>
                        <a:t>m</a:t>
                      </a:r>
                      <a:r>
                        <a:rPr sz="1700" dirty="0">
                          <a:latin typeface="Times New Roman"/>
                          <a:cs typeface="Times New Roman"/>
                        </a:rPr>
                        <a:t>.</a:t>
                      </a:r>
                    </a:p>
                  </a:txBody>
                  <a:tcPr marL="0" marR="0" marT="0" marB="0">
                    <a:lnL w="7365">
                      <a:solidFill>
                        <a:srgbClr val="000000"/>
                      </a:solidFill>
                      <a:prstDash val="solid"/>
                    </a:lnL>
                    <a:lnR w="7365">
                      <a:solidFill>
                        <a:srgbClr val="000000"/>
                      </a:solidFill>
                      <a:prstDash val="solid"/>
                    </a:lnR>
                    <a:lnT w="7365" cap="flat" cmpd="sng" algn="ctr">
                      <a:solidFill>
                        <a:srgbClr val="000000"/>
                      </a:solidFill>
                      <a:prstDash val="solid"/>
                      <a:round/>
                      <a:headEnd type="none" w="med" len="med"/>
                      <a:tailEnd type="none" w="med" len="med"/>
                    </a:lnT>
                    <a:lnB w="7365">
                      <a:solidFill>
                        <a:srgbClr val="000000"/>
                      </a:solidFill>
                      <a:prstDash val="solid"/>
                    </a:lnB>
                  </a:tcPr>
                </a:tc>
                <a:tc>
                  <a:txBody>
                    <a:bodyPr/>
                    <a:lstStyle/>
                    <a:p>
                      <a:pPr marL="90805" marR="87630">
                        <a:lnSpc>
                          <a:spcPct val="100000"/>
                        </a:lnSpc>
                      </a:pPr>
                      <a:r>
                        <a:rPr sz="1700" spc="-20" dirty="0">
                          <a:latin typeface="Times New Roman"/>
                          <a:cs typeface="Times New Roman"/>
                        </a:rPr>
                        <a:t>I</a:t>
                      </a:r>
                      <a:r>
                        <a:rPr sz="1700" dirty="0">
                          <a:latin typeface="Times New Roman"/>
                          <a:cs typeface="Times New Roman"/>
                        </a:rPr>
                        <a:t>t</a:t>
                      </a:r>
                      <a:r>
                        <a:rPr sz="1700" spc="60" dirty="0">
                          <a:latin typeface="Times New Roman"/>
                          <a:cs typeface="Times New Roman"/>
                        </a:rPr>
                        <a:t> </a:t>
                      </a:r>
                      <a:r>
                        <a:rPr sz="1700" dirty="0">
                          <a:latin typeface="Times New Roman"/>
                          <a:cs typeface="Times New Roman"/>
                        </a:rPr>
                        <a:t>is</a:t>
                      </a:r>
                      <a:r>
                        <a:rPr sz="1700" spc="60" dirty="0">
                          <a:latin typeface="Times New Roman"/>
                          <a:cs typeface="Times New Roman"/>
                        </a:rPr>
                        <a:t> </a:t>
                      </a:r>
                      <a:r>
                        <a:rPr sz="1700" dirty="0">
                          <a:latin typeface="Times New Roman"/>
                          <a:cs typeface="Times New Roman"/>
                        </a:rPr>
                        <a:t>us</a:t>
                      </a:r>
                      <a:r>
                        <a:rPr sz="1700" spc="-5" dirty="0">
                          <a:latin typeface="Times New Roman"/>
                          <a:cs typeface="Times New Roman"/>
                        </a:rPr>
                        <a:t>e</a:t>
                      </a:r>
                      <a:r>
                        <a:rPr sz="1700" dirty="0">
                          <a:latin typeface="Times New Roman"/>
                          <a:cs typeface="Times New Roman"/>
                        </a:rPr>
                        <a:t>ful</a:t>
                      </a:r>
                      <a:r>
                        <a:rPr sz="1700" spc="55" dirty="0">
                          <a:latin typeface="Times New Roman"/>
                          <a:cs typeface="Times New Roman"/>
                        </a:rPr>
                        <a:t> </a:t>
                      </a:r>
                      <a:r>
                        <a:rPr sz="1700" dirty="0">
                          <a:latin typeface="Times New Roman"/>
                          <a:cs typeface="Times New Roman"/>
                        </a:rPr>
                        <a:t>in</a:t>
                      </a:r>
                      <a:r>
                        <a:rPr sz="1700" spc="60" dirty="0">
                          <a:latin typeface="Times New Roman"/>
                          <a:cs typeface="Times New Roman"/>
                        </a:rPr>
                        <a:t> </a:t>
                      </a:r>
                      <a:r>
                        <a:rPr sz="1700" dirty="0">
                          <a:latin typeface="Times New Roman"/>
                          <a:cs typeface="Times New Roman"/>
                        </a:rPr>
                        <a:t>inc</a:t>
                      </a:r>
                      <a:r>
                        <a:rPr sz="1700" spc="-10" dirty="0">
                          <a:latin typeface="Times New Roman"/>
                          <a:cs typeface="Times New Roman"/>
                        </a:rPr>
                        <a:t>r</a:t>
                      </a:r>
                      <a:r>
                        <a:rPr sz="1700" spc="5" dirty="0">
                          <a:latin typeface="Times New Roman"/>
                          <a:cs typeface="Times New Roman"/>
                        </a:rPr>
                        <a:t>e</a:t>
                      </a:r>
                      <a:r>
                        <a:rPr sz="1700" spc="-5" dirty="0">
                          <a:latin typeface="Times New Roman"/>
                          <a:cs typeface="Times New Roman"/>
                        </a:rPr>
                        <a:t>asin</a:t>
                      </a:r>
                      <a:r>
                        <a:rPr sz="1700" dirty="0">
                          <a:latin typeface="Times New Roman"/>
                          <a:cs typeface="Times New Roman"/>
                        </a:rPr>
                        <a:t>g</a:t>
                      </a:r>
                      <a:r>
                        <a:rPr sz="1700" spc="60" dirty="0">
                          <a:latin typeface="Times New Roman"/>
                          <a:cs typeface="Times New Roman"/>
                        </a:rPr>
                        <a:t> </a:t>
                      </a:r>
                      <a:r>
                        <a:rPr sz="1700" dirty="0">
                          <a:latin typeface="Times New Roman"/>
                          <a:cs typeface="Times New Roman"/>
                        </a:rPr>
                        <a:t>the</a:t>
                      </a:r>
                      <a:r>
                        <a:rPr sz="1700" spc="55" dirty="0">
                          <a:latin typeface="Times New Roman"/>
                          <a:cs typeface="Times New Roman"/>
                        </a:rPr>
                        <a:t> </a:t>
                      </a:r>
                      <a:r>
                        <a:rPr sz="1700" spc="-5" dirty="0">
                          <a:latin typeface="Times New Roman"/>
                          <a:cs typeface="Times New Roman"/>
                        </a:rPr>
                        <a:t>e</a:t>
                      </a:r>
                      <a:r>
                        <a:rPr sz="1700" dirty="0">
                          <a:latin typeface="Times New Roman"/>
                          <a:cs typeface="Times New Roman"/>
                        </a:rPr>
                        <a:t>f</a:t>
                      </a:r>
                      <a:r>
                        <a:rPr sz="1700" spc="-10" dirty="0">
                          <a:latin typeface="Times New Roman"/>
                          <a:cs typeface="Times New Roman"/>
                        </a:rPr>
                        <a:t>f</a:t>
                      </a:r>
                      <a:r>
                        <a:rPr sz="1700" dirty="0">
                          <a:latin typeface="Times New Roman"/>
                          <a:cs typeface="Times New Roman"/>
                        </a:rPr>
                        <a:t>ici</a:t>
                      </a:r>
                      <a:r>
                        <a:rPr sz="1700" spc="-5" dirty="0">
                          <a:latin typeface="Times New Roman"/>
                          <a:cs typeface="Times New Roman"/>
                        </a:rPr>
                        <a:t>e</a:t>
                      </a:r>
                      <a:r>
                        <a:rPr sz="1700" spc="10" dirty="0">
                          <a:latin typeface="Times New Roman"/>
                          <a:cs typeface="Times New Roman"/>
                        </a:rPr>
                        <a:t>n</a:t>
                      </a:r>
                      <a:r>
                        <a:rPr sz="1700" spc="-5" dirty="0">
                          <a:latin typeface="Times New Roman"/>
                          <a:cs typeface="Times New Roman"/>
                        </a:rPr>
                        <a:t>c</a:t>
                      </a:r>
                      <a:r>
                        <a:rPr sz="1700" dirty="0">
                          <a:latin typeface="Times New Roman"/>
                          <a:cs typeface="Times New Roman"/>
                        </a:rPr>
                        <a:t>y of d</a:t>
                      </a:r>
                      <a:r>
                        <a:rPr sz="1700" spc="-10" dirty="0">
                          <a:latin typeface="Times New Roman"/>
                          <a:cs typeface="Times New Roman"/>
                        </a:rPr>
                        <a:t>a</a:t>
                      </a:r>
                      <a:r>
                        <a:rPr sz="1700" dirty="0">
                          <a:latin typeface="Times New Roman"/>
                          <a:cs typeface="Times New Roman"/>
                        </a:rPr>
                        <a:t>ta r</a:t>
                      </a:r>
                      <a:r>
                        <a:rPr sz="1700" spc="-5" dirty="0">
                          <a:latin typeface="Times New Roman"/>
                          <a:cs typeface="Times New Roman"/>
                        </a:rPr>
                        <a:t>e</a:t>
                      </a:r>
                      <a:r>
                        <a:rPr sz="1700" dirty="0">
                          <a:latin typeface="Times New Roman"/>
                          <a:cs typeface="Times New Roman"/>
                        </a:rPr>
                        <a:t>tri</a:t>
                      </a:r>
                      <a:r>
                        <a:rPr sz="1700" spc="-5" dirty="0">
                          <a:latin typeface="Times New Roman"/>
                          <a:cs typeface="Times New Roman"/>
                        </a:rPr>
                        <a:t>e</a:t>
                      </a:r>
                      <a:r>
                        <a:rPr sz="1700" dirty="0">
                          <a:latin typeface="Times New Roman"/>
                          <a:cs typeface="Times New Roman"/>
                        </a:rPr>
                        <a:t>v</a:t>
                      </a:r>
                      <a:r>
                        <a:rPr sz="1700" spc="-5" dirty="0">
                          <a:latin typeface="Times New Roman"/>
                          <a:cs typeface="Times New Roman"/>
                        </a:rPr>
                        <a:t>a</a:t>
                      </a:r>
                      <a:r>
                        <a:rPr sz="1700" dirty="0">
                          <a:latin typeface="Times New Roman"/>
                          <a:cs typeface="Times New Roman"/>
                        </a:rPr>
                        <a:t>l.</a:t>
                      </a:r>
                    </a:p>
                  </a:txBody>
                  <a:tcPr marL="0" marR="0" marT="0" marB="0">
                    <a:lnL w="7365">
                      <a:solidFill>
                        <a:srgbClr val="000000"/>
                      </a:solidFill>
                      <a:prstDash val="solid"/>
                    </a:lnL>
                    <a:lnR w="7365">
                      <a:solidFill>
                        <a:srgbClr val="000000"/>
                      </a:solidFill>
                      <a:prstDash val="solid"/>
                    </a:lnR>
                    <a:lnT w="7365">
                      <a:solidFill>
                        <a:srgbClr val="000000"/>
                      </a:solidFill>
                      <a:prstDash val="solid"/>
                    </a:lnT>
                    <a:lnB w="7365">
                      <a:solidFill>
                        <a:srgbClr val="000000"/>
                      </a:solidFill>
                      <a:prstDash val="soli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9525235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D74E4-C9CD-9815-F24E-53C033D5485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A1F30E2-D565-FA79-E13F-974D84752D5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D93D4A3C-476D-D821-1DAC-0F4C735A12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57C8384A-F269-FD72-685E-DBB54B9A7AD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9818A67-33D0-D4D5-2328-49531C31535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5" name="object 5"/>
          <p:cNvSpPr txBox="1"/>
          <p:nvPr/>
        </p:nvSpPr>
        <p:spPr>
          <a:xfrm>
            <a:off x="1104900" y="923001"/>
            <a:ext cx="6934200" cy="2808461"/>
          </a:xfrm>
          <a:prstGeom prst="rect">
            <a:avLst/>
          </a:prstGeom>
        </p:spPr>
        <p:txBody>
          <a:bodyPr vert="horz" wrap="square" lIns="0" tIns="0" rIns="0" bIns="0" rtlCol="0">
            <a:spAutoFit/>
          </a:bodyPr>
          <a:lstStyle/>
          <a:p>
            <a:pPr marL="6109"/>
            <a:r>
              <a:rPr sz="1700" b="1" spc="-2" dirty="0">
                <a:latin typeface="Times New Roman"/>
                <a:cs typeface="Times New Roman"/>
              </a:rPr>
              <a:t>Adva</a:t>
            </a:r>
            <a:r>
              <a:rPr sz="1700" b="1" spc="2" dirty="0">
                <a:latin typeface="Times New Roman"/>
                <a:cs typeface="Times New Roman"/>
              </a:rPr>
              <a:t>n</a:t>
            </a:r>
            <a:r>
              <a:rPr sz="1700" b="1" spc="-5" dirty="0">
                <a:latin typeface="Times New Roman"/>
                <a:cs typeface="Times New Roman"/>
              </a:rPr>
              <a:t>tag</a:t>
            </a:r>
            <a:r>
              <a:rPr sz="1700" b="1" spc="-10" dirty="0">
                <a:latin typeface="Times New Roman"/>
                <a:cs typeface="Times New Roman"/>
              </a:rPr>
              <a:t>e</a:t>
            </a:r>
            <a:r>
              <a:rPr sz="1700" b="1" dirty="0">
                <a:latin typeface="Times New Roman"/>
                <a:cs typeface="Times New Roman"/>
              </a:rPr>
              <a:t>s</a:t>
            </a:r>
            <a:r>
              <a:rPr sz="1700" b="1" spc="-2" dirty="0">
                <a:latin typeface="Times New Roman"/>
                <a:cs typeface="Times New Roman"/>
              </a:rPr>
              <a:t> </a:t>
            </a:r>
            <a:r>
              <a:rPr sz="1700" b="1" dirty="0">
                <a:latin typeface="Times New Roman"/>
                <a:cs typeface="Times New Roman"/>
              </a:rPr>
              <a:t>of </a:t>
            </a:r>
            <a:r>
              <a:rPr sz="1700" b="1" spc="-2" dirty="0">
                <a:latin typeface="Times New Roman"/>
                <a:cs typeface="Times New Roman"/>
              </a:rPr>
              <a:t>C</a:t>
            </a:r>
            <a:r>
              <a:rPr sz="1700" b="1" spc="-5" dirty="0">
                <a:latin typeface="Times New Roman"/>
                <a:cs typeface="Times New Roman"/>
              </a:rPr>
              <a:t>a</a:t>
            </a:r>
            <a:r>
              <a:rPr sz="1700" b="1" spc="-7" dirty="0">
                <a:latin typeface="Times New Roman"/>
                <a:cs typeface="Times New Roman"/>
              </a:rPr>
              <a:t>c</a:t>
            </a:r>
            <a:r>
              <a:rPr sz="1700" b="1" dirty="0">
                <a:latin typeface="Times New Roman"/>
                <a:cs typeface="Times New Roman"/>
              </a:rPr>
              <a:t>h</a:t>
            </a:r>
            <a:r>
              <a:rPr sz="1700" b="1" spc="-5" dirty="0">
                <a:latin typeface="Times New Roman"/>
                <a:cs typeface="Times New Roman"/>
              </a:rPr>
              <a:t>e</a:t>
            </a:r>
            <a:r>
              <a:rPr sz="1700" b="1" spc="-2" dirty="0">
                <a:latin typeface="Times New Roman"/>
                <a:cs typeface="Times New Roman"/>
              </a:rPr>
              <a:t> </a:t>
            </a:r>
            <a:r>
              <a:rPr sz="1700" b="1" spc="-5" dirty="0">
                <a:latin typeface="Times New Roman"/>
                <a:cs typeface="Times New Roman"/>
              </a:rPr>
              <a:t>M</a:t>
            </a:r>
            <a:r>
              <a:rPr sz="1700" b="1" spc="-7" dirty="0">
                <a:latin typeface="Times New Roman"/>
                <a:cs typeface="Times New Roman"/>
              </a:rPr>
              <a:t>e</a:t>
            </a:r>
            <a:r>
              <a:rPr sz="1700" b="1" spc="2" dirty="0">
                <a:latin typeface="Times New Roman"/>
                <a:cs typeface="Times New Roman"/>
              </a:rPr>
              <a:t>m</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y</a:t>
            </a:r>
            <a:endParaRPr sz="1700" dirty="0">
              <a:latin typeface="Times New Roman"/>
              <a:cs typeface="Times New Roman"/>
            </a:endParaRPr>
          </a:p>
          <a:p>
            <a:pPr marL="225716" indent="-109651">
              <a:spcBef>
                <a:spcPts val="356"/>
              </a:spcBef>
              <a:buSzPct val="83333"/>
              <a:buFont typeface="Symbol"/>
              <a:buChar char=""/>
              <a:tabLst>
                <a:tab pos="226022" algn="l"/>
              </a:tabLst>
            </a:pPr>
            <a:r>
              <a:rPr lang="en-US" sz="1700" spc="-5" dirty="0">
                <a:latin typeface="Times New Roman"/>
                <a:cs typeface="Times New Roman"/>
              </a:rPr>
              <a:t> </a:t>
            </a:r>
            <a:r>
              <a:rPr sz="1700" spc="-5" dirty="0">
                <a:latin typeface="Times New Roman"/>
                <a:cs typeface="Times New Roman"/>
              </a:rPr>
              <a:t>The main</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2" dirty="0">
                <a:latin typeface="Times New Roman"/>
                <a:cs typeface="Times New Roman"/>
              </a:rPr>
              <a:t>is </a:t>
            </a:r>
            <a:r>
              <a:rPr sz="1700" dirty="0">
                <a:latin typeface="Times New Roman"/>
                <a:cs typeface="Times New Roman"/>
              </a:rPr>
              <a:t>s</a:t>
            </a:r>
            <a:r>
              <a:rPr sz="1700" spc="-5" dirty="0">
                <a:latin typeface="Times New Roman"/>
                <a:cs typeface="Times New Roman"/>
              </a:rPr>
              <a:t>low</a:t>
            </a:r>
            <a:r>
              <a:rPr sz="1700" spc="-10" dirty="0">
                <a:latin typeface="Times New Roman"/>
                <a:cs typeface="Times New Roman"/>
              </a:rPr>
              <a:t>e</a:t>
            </a:r>
            <a:r>
              <a:rPr sz="1700" dirty="0">
                <a:latin typeface="Times New Roman"/>
                <a:cs typeface="Times New Roman"/>
              </a:rPr>
              <a:t>r </a:t>
            </a:r>
            <a:r>
              <a:rPr sz="1700" spc="-2" dirty="0">
                <a:latin typeface="Times New Roman"/>
                <a:cs typeface="Times New Roman"/>
              </a:rPr>
              <a:t>th</a:t>
            </a:r>
            <a:r>
              <a:rPr sz="1700" spc="-10" dirty="0">
                <a:latin typeface="Times New Roman"/>
                <a:cs typeface="Times New Roman"/>
              </a:rPr>
              <a:t>a</a:t>
            </a:r>
            <a:r>
              <a:rPr sz="1700" dirty="0">
                <a:latin typeface="Times New Roman"/>
                <a:cs typeface="Times New Roman"/>
              </a:rPr>
              <a:t>n </a:t>
            </a:r>
            <a:r>
              <a:rPr sz="1700" spc="-2" dirty="0">
                <a:latin typeface="Times New Roman"/>
                <a:cs typeface="Times New Roman"/>
              </a:rPr>
              <a:t>c</a:t>
            </a:r>
            <a:r>
              <a:rPr sz="1700" spc="-7" dirty="0">
                <a:latin typeface="Times New Roman"/>
                <a:cs typeface="Times New Roman"/>
              </a:rPr>
              <a:t>ac</a:t>
            </a:r>
            <a:r>
              <a:rPr sz="1700" spc="5"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endParaRPr lang="en-US" sz="1700" dirty="0">
              <a:latin typeface="Times New Roman"/>
              <a:cs typeface="Times New Roman"/>
            </a:endParaRPr>
          </a:p>
          <a:p>
            <a:pPr marL="225716" marR="5803" indent="-109651">
              <a:buSzPct val="83333"/>
              <a:buFont typeface="Symbol"/>
              <a:buChar char=""/>
              <a:tabLst>
                <a:tab pos="226022" algn="l"/>
              </a:tabLst>
            </a:pPr>
            <a:r>
              <a:rPr lang="en-US" sz="1700" spc="-10" dirty="0">
                <a:latin typeface="Times New Roman"/>
                <a:cs typeface="Times New Roman"/>
              </a:rPr>
              <a:t> I</a:t>
            </a:r>
            <a:r>
              <a:rPr lang="en-US" sz="1700" spc="-2" dirty="0">
                <a:latin typeface="Times New Roman"/>
                <a:cs typeface="Times New Roman"/>
              </a:rPr>
              <a:t>t</a:t>
            </a:r>
            <a:r>
              <a:rPr lang="en-US" sz="1700" spc="22" dirty="0">
                <a:latin typeface="Times New Roman"/>
                <a:cs typeface="Times New Roman"/>
              </a:rPr>
              <a:t> </a:t>
            </a:r>
            <a:r>
              <a:rPr lang="en-US" sz="1700" spc="-2" dirty="0">
                <a:latin typeface="Times New Roman"/>
                <a:cs typeface="Times New Roman"/>
              </a:rPr>
              <a:t>cr</a:t>
            </a:r>
            <a:r>
              <a:rPr lang="en-US" sz="1700" spc="-10" dirty="0">
                <a:latin typeface="Times New Roman"/>
                <a:cs typeface="Times New Roman"/>
              </a:rPr>
              <a:t>e</a:t>
            </a:r>
            <a:r>
              <a:rPr lang="en-US" sz="1700" spc="-7" dirty="0">
                <a:latin typeface="Times New Roman"/>
                <a:cs typeface="Times New Roman"/>
              </a:rPr>
              <a:t>a</a:t>
            </a:r>
            <a:r>
              <a:rPr lang="en-US" sz="1700" dirty="0">
                <a:latin typeface="Times New Roman"/>
                <a:cs typeface="Times New Roman"/>
              </a:rPr>
              <a:t>t</a:t>
            </a:r>
            <a:r>
              <a:rPr lang="en-US" sz="1700" spc="-7" dirty="0">
                <a:latin typeface="Times New Roman"/>
                <a:cs typeface="Times New Roman"/>
              </a:rPr>
              <a:t>e</a:t>
            </a:r>
            <a:r>
              <a:rPr lang="en-US" sz="1700" dirty="0">
                <a:latin typeface="Times New Roman"/>
                <a:cs typeface="Times New Roman"/>
              </a:rPr>
              <a:t>s</a:t>
            </a:r>
            <a:r>
              <a:rPr lang="en-US" sz="1700" spc="22" dirty="0">
                <a:latin typeface="Times New Roman"/>
                <a:cs typeface="Times New Roman"/>
              </a:rPr>
              <a:t> </a:t>
            </a:r>
            <a:r>
              <a:rPr lang="en-US" sz="1700" spc="-5" dirty="0">
                <a:latin typeface="Times New Roman"/>
                <a:cs typeface="Times New Roman"/>
              </a:rPr>
              <a:t>a</a:t>
            </a:r>
            <a:r>
              <a:rPr lang="en-US" sz="1700" spc="19" dirty="0">
                <a:latin typeface="Times New Roman"/>
                <a:cs typeface="Times New Roman"/>
              </a:rPr>
              <a:t> </a:t>
            </a:r>
            <a:r>
              <a:rPr lang="en-US" sz="1700" spc="-2" dirty="0">
                <a:latin typeface="Times New Roman"/>
                <a:cs typeface="Times New Roman"/>
              </a:rPr>
              <a:t>w</a:t>
            </a:r>
            <a:r>
              <a:rPr lang="en-US" sz="1700" spc="-5" dirty="0">
                <a:latin typeface="Times New Roman"/>
                <a:cs typeface="Times New Roman"/>
              </a:rPr>
              <a:t>a</a:t>
            </a:r>
            <a:r>
              <a:rPr lang="en-US" sz="1700" dirty="0">
                <a:latin typeface="Times New Roman"/>
                <a:cs typeface="Times New Roman"/>
              </a:rPr>
              <a:t>y</a:t>
            </a:r>
            <a:r>
              <a:rPr lang="en-US" sz="1700" spc="22" dirty="0">
                <a:latin typeface="Times New Roman"/>
                <a:cs typeface="Times New Roman"/>
              </a:rPr>
              <a:t> </a:t>
            </a:r>
            <a:r>
              <a:rPr lang="en-US" sz="1700" dirty="0">
                <a:latin typeface="Times New Roman"/>
                <a:cs typeface="Times New Roman"/>
              </a:rPr>
              <a:t>f</a:t>
            </a:r>
            <a:r>
              <a:rPr lang="en-US" sz="1700" spc="2" dirty="0">
                <a:latin typeface="Times New Roman"/>
                <a:cs typeface="Times New Roman"/>
              </a:rPr>
              <a:t>o</a:t>
            </a:r>
            <a:r>
              <a:rPr lang="en-US" sz="1700" dirty="0">
                <a:latin typeface="Times New Roman"/>
                <a:cs typeface="Times New Roman"/>
              </a:rPr>
              <a:t>r</a:t>
            </a:r>
            <a:r>
              <a:rPr lang="en-US" sz="1700" spc="19" dirty="0">
                <a:latin typeface="Times New Roman"/>
                <a:cs typeface="Times New Roman"/>
              </a:rPr>
              <a:t> </a:t>
            </a:r>
            <a:r>
              <a:rPr lang="en-US" sz="1700" spc="-2" dirty="0">
                <a:latin typeface="Times New Roman"/>
                <a:cs typeface="Times New Roman"/>
              </a:rPr>
              <a:t>f</a:t>
            </a:r>
            <a:r>
              <a:rPr lang="en-US" sz="1700" spc="-10" dirty="0">
                <a:latin typeface="Times New Roman"/>
                <a:cs typeface="Times New Roman"/>
              </a:rPr>
              <a:t>a</a:t>
            </a:r>
            <a:r>
              <a:rPr lang="en-US" sz="1700" spc="-5" dirty="0">
                <a:latin typeface="Times New Roman"/>
                <a:cs typeface="Times New Roman"/>
              </a:rPr>
              <a:t>s</a:t>
            </a:r>
            <a:r>
              <a:rPr lang="en-US" sz="1700" spc="-2" dirty="0">
                <a:latin typeface="Times New Roman"/>
                <a:cs typeface="Times New Roman"/>
              </a:rPr>
              <a:t>t</a:t>
            </a:r>
            <a:r>
              <a:rPr lang="en-US" sz="1700" spc="29" dirty="0">
                <a:latin typeface="Times New Roman"/>
                <a:cs typeface="Times New Roman"/>
              </a:rPr>
              <a:t> </a:t>
            </a:r>
            <a:r>
              <a:rPr lang="en-US" sz="1700" spc="-5" dirty="0">
                <a:latin typeface="Times New Roman"/>
                <a:cs typeface="Times New Roman"/>
              </a:rPr>
              <a:t>d</a:t>
            </a:r>
            <a:r>
              <a:rPr lang="en-US" sz="1700" spc="-7" dirty="0">
                <a:latin typeface="Times New Roman"/>
                <a:cs typeface="Times New Roman"/>
              </a:rPr>
              <a:t>a</a:t>
            </a:r>
            <a:r>
              <a:rPr lang="en-US" sz="1700" spc="-2" dirty="0">
                <a:latin typeface="Times New Roman"/>
                <a:cs typeface="Times New Roman"/>
              </a:rPr>
              <a:t>ta</a:t>
            </a:r>
            <a:r>
              <a:rPr lang="en-US" sz="1700" spc="19" dirty="0">
                <a:latin typeface="Times New Roman"/>
                <a:cs typeface="Times New Roman"/>
              </a:rPr>
              <a:t> </a:t>
            </a:r>
            <a:r>
              <a:rPr lang="en-US" sz="1700" spc="-2" dirty="0">
                <a:latin typeface="Times New Roman"/>
                <a:cs typeface="Times New Roman"/>
              </a:rPr>
              <a:t>tr</a:t>
            </a:r>
            <a:r>
              <a:rPr lang="en-US" sz="1700" spc="-10" dirty="0">
                <a:latin typeface="Times New Roman"/>
                <a:cs typeface="Times New Roman"/>
              </a:rPr>
              <a:t>a</a:t>
            </a:r>
            <a:r>
              <a:rPr lang="en-US" sz="1700" dirty="0">
                <a:latin typeface="Times New Roman"/>
                <a:cs typeface="Times New Roman"/>
              </a:rPr>
              <a:t>ns</a:t>
            </a:r>
            <a:r>
              <a:rPr lang="en-US" sz="1700" spc="2" dirty="0">
                <a:latin typeface="Times New Roman"/>
                <a:cs typeface="Times New Roman"/>
              </a:rPr>
              <a:t>f</a:t>
            </a:r>
            <a:r>
              <a:rPr lang="en-US" sz="1700" spc="-7" dirty="0">
                <a:latin typeface="Times New Roman"/>
                <a:cs typeface="Times New Roman"/>
              </a:rPr>
              <a:t>e</a:t>
            </a:r>
            <a:r>
              <a:rPr lang="en-US" sz="1700" dirty="0">
                <a:latin typeface="Times New Roman"/>
                <a:cs typeface="Times New Roman"/>
              </a:rPr>
              <a:t>rs</a:t>
            </a:r>
            <a:r>
              <a:rPr lang="en-US" sz="1700" spc="19" dirty="0">
                <a:latin typeface="Times New Roman"/>
                <a:cs typeface="Times New Roman"/>
              </a:rPr>
              <a:t> </a:t>
            </a:r>
            <a:r>
              <a:rPr lang="en-US" sz="1700" spc="-2" dirty="0">
                <a:latin typeface="Times New Roman"/>
                <a:cs typeface="Times New Roman"/>
              </a:rPr>
              <a:t>s</a:t>
            </a:r>
            <a:r>
              <a:rPr lang="en-US" sz="1700" dirty="0">
                <a:latin typeface="Times New Roman"/>
                <a:cs typeface="Times New Roman"/>
              </a:rPr>
              <a:t>o</a:t>
            </a:r>
            <a:r>
              <a:rPr lang="en-US" sz="1700" spc="22" dirty="0">
                <a:latin typeface="Times New Roman"/>
                <a:cs typeface="Times New Roman"/>
              </a:rPr>
              <a:t> </a:t>
            </a:r>
            <a:r>
              <a:rPr lang="en-US" sz="1700" spc="-2" dirty="0">
                <a:latin typeface="Times New Roman"/>
                <a:cs typeface="Times New Roman"/>
              </a:rPr>
              <a:t>it</a:t>
            </a:r>
            <a:r>
              <a:rPr lang="en-US" sz="1700" spc="24"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onsum</a:t>
            </a:r>
            <a:r>
              <a:rPr lang="en-US" sz="1700" spc="-7" dirty="0">
                <a:latin typeface="Times New Roman"/>
                <a:cs typeface="Times New Roman"/>
              </a:rPr>
              <a:t>e</a:t>
            </a:r>
            <a:r>
              <a:rPr lang="en-US" sz="1700" dirty="0">
                <a:latin typeface="Times New Roman"/>
                <a:cs typeface="Times New Roman"/>
              </a:rPr>
              <a:t>s</a:t>
            </a:r>
            <a:r>
              <a:rPr lang="en-US" sz="1700" spc="22" dirty="0">
                <a:latin typeface="Times New Roman"/>
                <a:cs typeface="Times New Roman"/>
              </a:rPr>
              <a:t> </a:t>
            </a:r>
            <a:r>
              <a:rPr lang="en-US" sz="1700" dirty="0">
                <a:latin typeface="Times New Roman"/>
                <a:cs typeface="Times New Roman"/>
              </a:rPr>
              <a:t>less</a:t>
            </a:r>
            <a:r>
              <a:rPr lang="en-US" sz="1700" spc="22" dirty="0">
                <a:latin typeface="Times New Roman"/>
                <a:cs typeface="Times New Roman"/>
              </a:rPr>
              <a:t> </a:t>
            </a:r>
            <a:r>
              <a:rPr lang="en-US" sz="1700" spc="-7" dirty="0">
                <a:latin typeface="Times New Roman"/>
                <a:cs typeface="Times New Roman"/>
              </a:rPr>
              <a:t>acce</a:t>
            </a:r>
            <a:r>
              <a:rPr lang="en-US" sz="1700" spc="-2" dirty="0">
                <a:latin typeface="Times New Roman"/>
                <a:cs typeface="Times New Roman"/>
              </a:rPr>
              <a:t>s</a:t>
            </a:r>
            <a:r>
              <a:rPr lang="en-US" sz="1700" dirty="0">
                <a:latin typeface="Times New Roman"/>
                <a:cs typeface="Times New Roman"/>
              </a:rPr>
              <a:t>s</a:t>
            </a:r>
            <a:r>
              <a:rPr lang="en-US" sz="1700" spc="22" dirty="0">
                <a:latin typeface="Times New Roman"/>
                <a:cs typeface="Times New Roman"/>
              </a:rPr>
              <a:t> </a:t>
            </a:r>
            <a:r>
              <a:rPr lang="en-US" sz="1700" spc="-5" dirty="0">
                <a:latin typeface="Times New Roman"/>
                <a:cs typeface="Times New Roman"/>
              </a:rPr>
              <a:t>time</a:t>
            </a:r>
            <a:r>
              <a:rPr lang="en-US" sz="1700" spc="19"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s</a:t>
            </a:r>
            <a:r>
              <a:rPr lang="en-US" sz="1700" spc="22" dirty="0">
                <a:latin typeface="Times New Roman"/>
                <a:cs typeface="Times New Roman"/>
              </a:rPr>
              <a:t> </a:t>
            </a:r>
            <a:r>
              <a:rPr lang="en-US" sz="1700" spc="-2" dirty="0">
                <a:latin typeface="Times New Roman"/>
                <a:cs typeface="Times New Roman"/>
              </a:rPr>
              <a:t>c</a:t>
            </a:r>
            <a:r>
              <a:rPr lang="en-US" sz="1700" spc="-5" dirty="0">
                <a:latin typeface="Times New Roman"/>
                <a:cs typeface="Times New Roman"/>
              </a:rPr>
              <a:t>ompa</a:t>
            </a:r>
            <a:r>
              <a:rPr lang="en-US" sz="1700" spc="-7" dirty="0">
                <a:latin typeface="Times New Roman"/>
                <a:cs typeface="Times New Roman"/>
              </a:rPr>
              <a:t>re</a:t>
            </a:r>
            <a:r>
              <a:rPr lang="en-US" sz="1700" dirty="0">
                <a:latin typeface="Times New Roman"/>
                <a:cs typeface="Times New Roman"/>
              </a:rPr>
              <a:t>d</a:t>
            </a:r>
            <a:r>
              <a:rPr lang="en-US" sz="1700" spc="22" dirty="0">
                <a:latin typeface="Times New Roman"/>
                <a:cs typeface="Times New Roman"/>
              </a:rPr>
              <a:t> </a:t>
            </a:r>
            <a:r>
              <a:rPr lang="en-US" sz="1700" spc="-2" dirty="0">
                <a:latin typeface="Times New Roman"/>
                <a:cs typeface="Times New Roman"/>
              </a:rPr>
              <a:t>to </a:t>
            </a:r>
            <a:r>
              <a:rPr lang="en-US" sz="1700" spc="-5" dirty="0">
                <a:latin typeface="Times New Roman"/>
                <a:cs typeface="Times New Roman"/>
              </a:rPr>
              <a:t>main</a:t>
            </a:r>
            <a:r>
              <a:rPr lang="en-US" sz="1700" spc="-2"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a:t>
            </a:r>
          </a:p>
          <a:p>
            <a:pPr marL="225716" indent="-109651">
              <a:spcBef>
                <a:spcPts val="339"/>
              </a:spcBef>
              <a:buSzPct val="83333"/>
              <a:buFont typeface="Symbol"/>
              <a:buChar char=""/>
              <a:tabLst>
                <a:tab pos="226022" algn="l"/>
              </a:tabLst>
            </a:pPr>
            <a:r>
              <a:rPr lang="en-US" sz="1700" spc="-10" dirty="0">
                <a:latin typeface="Times New Roman"/>
                <a:cs typeface="Times New Roman"/>
              </a:rPr>
              <a:t> I</a:t>
            </a:r>
            <a:r>
              <a:rPr lang="en-US" sz="1700" spc="-2" dirty="0">
                <a:latin typeface="Times New Roman"/>
                <a:cs typeface="Times New Roman"/>
              </a:rPr>
              <a:t>t</a:t>
            </a:r>
            <a:r>
              <a:rPr lang="en-US" sz="1700" dirty="0">
                <a:latin typeface="Times New Roman"/>
                <a:cs typeface="Times New Roman"/>
              </a:rPr>
              <a:t> </a:t>
            </a:r>
            <a:r>
              <a:rPr lang="en-US" sz="1700" spc="-5" dirty="0">
                <a:latin typeface="Times New Roman"/>
                <a:cs typeface="Times New Roman"/>
              </a:rPr>
              <a:t>s</a:t>
            </a:r>
            <a:r>
              <a:rPr lang="en-US" sz="1700" dirty="0">
                <a:latin typeface="Times New Roman"/>
                <a:cs typeface="Times New Roman"/>
              </a:rPr>
              <a:t>t</a:t>
            </a:r>
            <a:r>
              <a:rPr lang="en-US" sz="1700" spc="-2" dirty="0">
                <a:latin typeface="Times New Roman"/>
                <a:cs typeface="Times New Roman"/>
              </a:rPr>
              <a:t>or</a:t>
            </a:r>
            <a:r>
              <a:rPr lang="en-US" sz="1700" spc="-10" dirty="0">
                <a:latin typeface="Times New Roman"/>
                <a:cs typeface="Times New Roman"/>
              </a:rPr>
              <a:t>e</a:t>
            </a:r>
            <a:r>
              <a:rPr lang="en-US" sz="1700" dirty="0">
                <a:latin typeface="Times New Roman"/>
                <a:cs typeface="Times New Roman"/>
              </a:rPr>
              <a:t>s</a:t>
            </a:r>
            <a:r>
              <a:rPr lang="en-US" sz="1700" spc="5" dirty="0">
                <a:latin typeface="Times New Roman"/>
                <a:cs typeface="Times New Roman"/>
              </a:rPr>
              <a:t> </a:t>
            </a:r>
            <a:r>
              <a:rPr lang="en-US" sz="1700" dirty="0">
                <a:latin typeface="Times New Roman"/>
                <a:cs typeface="Times New Roman"/>
              </a:rPr>
              <a:t>f</a:t>
            </a:r>
            <a:r>
              <a:rPr lang="en-US" sz="1700" spc="-5" dirty="0">
                <a:latin typeface="Times New Roman"/>
                <a:cs typeface="Times New Roman"/>
              </a:rPr>
              <a:t>r</a:t>
            </a:r>
            <a:r>
              <a:rPr lang="en-US" sz="1700" spc="-7" dirty="0">
                <a:latin typeface="Times New Roman"/>
                <a:cs typeface="Times New Roman"/>
              </a:rPr>
              <a:t>e</a:t>
            </a:r>
            <a:r>
              <a:rPr lang="en-US" sz="1700" dirty="0">
                <a:latin typeface="Times New Roman"/>
                <a:cs typeface="Times New Roman"/>
              </a:rPr>
              <a:t>q</a:t>
            </a:r>
            <a:r>
              <a:rPr lang="en-US" sz="1700" spc="5" dirty="0">
                <a:latin typeface="Times New Roman"/>
                <a:cs typeface="Times New Roman"/>
              </a:rPr>
              <a:t>u</a:t>
            </a:r>
            <a:r>
              <a:rPr lang="en-US" sz="1700" spc="-7" dirty="0">
                <a:latin typeface="Times New Roman"/>
                <a:cs typeface="Times New Roman"/>
              </a:rPr>
              <a:t>e</a:t>
            </a:r>
            <a:r>
              <a:rPr lang="en-US" sz="1700" spc="-2" dirty="0">
                <a:latin typeface="Times New Roman"/>
                <a:cs typeface="Times New Roman"/>
              </a:rPr>
              <a:t>ntl</a:t>
            </a:r>
            <a:r>
              <a:rPr lang="en-US" sz="1700" dirty="0">
                <a:latin typeface="Times New Roman"/>
                <a:cs typeface="Times New Roman"/>
              </a:rPr>
              <a:t>y </a:t>
            </a:r>
            <a:r>
              <a:rPr lang="en-US" sz="1700" spc="-7" dirty="0">
                <a:latin typeface="Times New Roman"/>
                <a:cs typeface="Times New Roman"/>
              </a:rPr>
              <a:t>a</a:t>
            </a:r>
            <a:r>
              <a:rPr lang="en-US" sz="1700" spc="-2" dirty="0">
                <a:latin typeface="Times New Roman"/>
                <a:cs typeface="Times New Roman"/>
              </a:rPr>
              <a:t>c</a:t>
            </a:r>
            <a:r>
              <a:rPr lang="en-US" sz="1700" spc="-7" dirty="0">
                <a:latin typeface="Times New Roman"/>
                <a:cs typeface="Times New Roman"/>
              </a:rPr>
              <a:t>ce</a:t>
            </a:r>
            <a:r>
              <a:rPr lang="en-US" sz="1700" spc="5" dirty="0">
                <a:latin typeface="Times New Roman"/>
                <a:cs typeface="Times New Roman"/>
              </a:rPr>
              <a:t>s</a:t>
            </a:r>
            <a:r>
              <a:rPr lang="en-US" sz="1700" dirty="0">
                <a:latin typeface="Times New Roman"/>
                <a:cs typeface="Times New Roman"/>
              </a:rPr>
              <a:t>s</a:t>
            </a:r>
            <a:r>
              <a:rPr lang="en-US" sz="1700" spc="-2" dirty="0">
                <a:latin typeface="Times New Roman"/>
                <a:cs typeface="Times New Roman"/>
              </a:rPr>
              <a:t> that </a:t>
            </a:r>
            <a:r>
              <a:rPr lang="en-US" sz="1700" spc="-7" dirty="0">
                <a:latin typeface="Times New Roman"/>
                <a:cs typeface="Times New Roman"/>
              </a:rPr>
              <a:t>ca</a:t>
            </a:r>
            <a:r>
              <a:rPr lang="en-US" sz="1700" dirty="0">
                <a:latin typeface="Times New Roman"/>
                <a:cs typeface="Times New Roman"/>
              </a:rPr>
              <a:t>n </a:t>
            </a:r>
            <a:r>
              <a:rPr lang="en-US" sz="1700" spc="-5" dirty="0">
                <a:latin typeface="Times New Roman"/>
                <a:cs typeface="Times New Roman"/>
              </a:rPr>
              <a:t>be</a:t>
            </a:r>
            <a:r>
              <a:rPr lang="en-US" sz="1700" spc="-2" dirty="0">
                <a:latin typeface="Times New Roman"/>
                <a:cs typeface="Times New Roman"/>
              </a:rPr>
              <a:t> </a:t>
            </a:r>
            <a:r>
              <a:rPr lang="en-US" sz="1700" spc="-7" dirty="0">
                <a:latin typeface="Times New Roman"/>
                <a:cs typeface="Times New Roman"/>
              </a:rPr>
              <a:t>e</a:t>
            </a:r>
            <a:r>
              <a:rPr lang="en-US" sz="1700" spc="5" dirty="0">
                <a:latin typeface="Times New Roman"/>
                <a:cs typeface="Times New Roman"/>
              </a:rPr>
              <a:t>x</a:t>
            </a:r>
            <a:r>
              <a:rPr lang="en-US" sz="1700" spc="-7" dirty="0">
                <a:latin typeface="Times New Roman"/>
                <a:cs typeface="Times New Roman"/>
              </a:rPr>
              <a:t>ec</a:t>
            </a:r>
            <a:r>
              <a:rPr lang="en-US" sz="1700" spc="-5" dirty="0">
                <a:latin typeface="Times New Roman"/>
                <a:cs typeface="Times New Roman"/>
              </a:rPr>
              <a:t>uted</a:t>
            </a:r>
            <a:r>
              <a:rPr lang="en-US" sz="1700" spc="2" dirty="0">
                <a:latin typeface="Times New Roman"/>
                <a:cs typeface="Times New Roman"/>
              </a:rPr>
              <a:t> </a:t>
            </a:r>
            <a:r>
              <a:rPr lang="en-US" sz="1700" spc="-7" dirty="0">
                <a:latin typeface="Times New Roman"/>
                <a:cs typeface="Times New Roman"/>
              </a:rPr>
              <a:t>with</a:t>
            </a:r>
            <a:r>
              <a:rPr lang="en-US" sz="1700" spc="-2" dirty="0">
                <a:latin typeface="Times New Roman"/>
                <a:cs typeface="Times New Roman"/>
              </a:rPr>
              <a:t>i</a:t>
            </a:r>
            <a:r>
              <a:rPr lang="en-US" sz="1700" dirty="0">
                <a:latin typeface="Times New Roman"/>
                <a:cs typeface="Times New Roman"/>
              </a:rPr>
              <a:t>n </a:t>
            </a:r>
            <a:r>
              <a:rPr lang="en-US" sz="1700" spc="-5" dirty="0">
                <a:latin typeface="Times New Roman"/>
                <a:cs typeface="Times New Roman"/>
              </a:rPr>
              <a:t>a</a:t>
            </a:r>
            <a:r>
              <a:rPr lang="en-US" sz="1700" spc="-2" dirty="0">
                <a:latin typeface="Times New Roman"/>
                <a:cs typeface="Times New Roman"/>
              </a:rPr>
              <a:t> shor</a:t>
            </a:r>
            <a:r>
              <a:rPr lang="en-US" sz="1700" dirty="0">
                <a:latin typeface="Times New Roman"/>
                <a:cs typeface="Times New Roman"/>
              </a:rPr>
              <a:t>t </a:t>
            </a:r>
            <a:r>
              <a:rPr lang="en-US" sz="1700" spc="-5" dirty="0">
                <a:latin typeface="Times New Roman"/>
                <a:cs typeface="Times New Roman"/>
              </a:rPr>
              <a:t>p</a:t>
            </a:r>
            <a:r>
              <a:rPr lang="en-US" sz="1700" spc="-7" dirty="0">
                <a:latin typeface="Times New Roman"/>
                <a:cs typeface="Times New Roman"/>
              </a:rPr>
              <a:t>e</a:t>
            </a:r>
            <a:r>
              <a:rPr lang="en-US" sz="1700" spc="-2" dirty="0">
                <a:latin typeface="Times New Roman"/>
                <a:cs typeface="Times New Roman"/>
              </a:rPr>
              <a:t>riod</a:t>
            </a:r>
            <a:r>
              <a:rPr lang="en-US" sz="1700" dirty="0">
                <a:latin typeface="Times New Roman"/>
                <a:cs typeface="Times New Roman"/>
              </a:rPr>
              <a:t> of</a:t>
            </a:r>
            <a:r>
              <a:rPr lang="en-US" sz="1700" spc="-2" dirty="0">
                <a:latin typeface="Times New Roman"/>
                <a:cs typeface="Times New Roman"/>
              </a:rPr>
              <a:t> time.</a:t>
            </a:r>
            <a:endParaRPr lang="en-US" sz="1700" dirty="0">
              <a:latin typeface="Times New Roman"/>
              <a:cs typeface="Times New Roman"/>
            </a:endParaRPr>
          </a:p>
          <a:p>
            <a:pPr>
              <a:spcBef>
                <a:spcPts val="20"/>
              </a:spcBef>
              <a:buFont typeface="Symbol"/>
              <a:buChar char=""/>
            </a:pPr>
            <a:endParaRPr lang="en-US" sz="1700" dirty="0">
              <a:latin typeface="Times New Roman"/>
              <a:cs typeface="Times New Roman"/>
            </a:endParaRPr>
          </a:p>
          <a:p>
            <a:pPr marL="6109"/>
            <a:r>
              <a:rPr lang="en-US" sz="1700" b="1" spc="-2" dirty="0">
                <a:latin typeface="Times New Roman"/>
                <a:cs typeface="Times New Roman"/>
              </a:rPr>
              <a:t>Disa</a:t>
            </a:r>
            <a:r>
              <a:rPr lang="en-US" sz="1700" b="1" spc="2" dirty="0">
                <a:latin typeface="Times New Roman"/>
                <a:cs typeface="Times New Roman"/>
              </a:rPr>
              <a:t>d</a:t>
            </a:r>
            <a:r>
              <a:rPr lang="en-US" sz="1700" b="1" dirty="0">
                <a:latin typeface="Times New Roman"/>
                <a:cs typeface="Times New Roman"/>
              </a:rPr>
              <a:t>van</a:t>
            </a:r>
            <a:r>
              <a:rPr lang="en-US" sz="1700" b="1" spc="-5" dirty="0">
                <a:latin typeface="Times New Roman"/>
                <a:cs typeface="Times New Roman"/>
              </a:rPr>
              <a:t>tag</a:t>
            </a:r>
            <a:r>
              <a:rPr lang="en-US" sz="1700" b="1" spc="-10" dirty="0">
                <a:latin typeface="Times New Roman"/>
                <a:cs typeface="Times New Roman"/>
              </a:rPr>
              <a:t>e</a:t>
            </a:r>
            <a:r>
              <a:rPr lang="en-US" sz="1700" b="1" dirty="0">
                <a:latin typeface="Times New Roman"/>
                <a:cs typeface="Times New Roman"/>
              </a:rPr>
              <a:t>s</a:t>
            </a:r>
            <a:r>
              <a:rPr lang="en-US" sz="1700" b="1" spc="-2" dirty="0">
                <a:latin typeface="Times New Roman"/>
                <a:cs typeface="Times New Roman"/>
              </a:rPr>
              <a:t> </a:t>
            </a:r>
            <a:r>
              <a:rPr lang="en-US" sz="1700" b="1" dirty="0">
                <a:latin typeface="Times New Roman"/>
                <a:cs typeface="Times New Roman"/>
              </a:rPr>
              <a:t>of </a:t>
            </a:r>
            <a:r>
              <a:rPr lang="en-US" sz="1700" b="1" spc="-2" dirty="0">
                <a:latin typeface="Times New Roman"/>
                <a:cs typeface="Times New Roman"/>
              </a:rPr>
              <a:t>C</a:t>
            </a:r>
            <a:r>
              <a:rPr lang="en-US" sz="1700" b="1" spc="-5" dirty="0">
                <a:latin typeface="Times New Roman"/>
                <a:cs typeface="Times New Roman"/>
              </a:rPr>
              <a:t>a</a:t>
            </a:r>
            <a:r>
              <a:rPr lang="en-US" sz="1700" b="1" spc="-7" dirty="0">
                <a:latin typeface="Times New Roman"/>
                <a:cs typeface="Times New Roman"/>
              </a:rPr>
              <a:t>c</a:t>
            </a:r>
            <a:r>
              <a:rPr lang="en-US" sz="1700" b="1" dirty="0">
                <a:latin typeface="Times New Roman"/>
                <a:cs typeface="Times New Roman"/>
              </a:rPr>
              <a:t>h</a:t>
            </a:r>
            <a:r>
              <a:rPr lang="en-US" sz="1700" b="1" spc="-5" dirty="0">
                <a:latin typeface="Times New Roman"/>
                <a:cs typeface="Times New Roman"/>
              </a:rPr>
              <a:t>e</a:t>
            </a:r>
            <a:r>
              <a:rPr lang="en-US" sz="1700" b="1" spc="2" dirty="0">
                <a:latin typeface="Times New Roman"/>
                <a:cs typeface="Times New Roman"/>
              </a:rPr>
              <a:t> </a:t>
            </a:r>
            <a:r>
              <a:rPr lang="en-US" sz="1700" b="1" spc="-7" dirty="0">
                <a:latin typeface="Times New Roman"/>
                <a:cs typeface="Times New Roman"/>
              </a:rPr>
              <a:t>Me</a:t>
            </a:r>
            <a:r>
              <a:rPr lang="en-US" sz="1700" b="1" spc="2" dirty="0">
                <a:latin typeface="Times New Roman"/>
                <a:cs typeface="Times New Roman"/>
              </a:rPr>
              <a:t>m</a:t>
            </a:r>
            <a:r>
              <a:rPr lang="en-US" sz="1700" b="1" spc="-5" dirty="0">
                <a:latin typeface="Times New Roman"/>
                <a:cs typeface="Times New Roman"/>
              </a:rPr>
              <a:t>o</a:t>
            </a:r>
            <a:r>
              <a:rPr lang="en-US" sz="1700" b="1" spc="-7" dirty="0">
                <a:latin typeface="Times New Roman"/>
                <a:cs typeface="Times New Roman"/>
              </a:rPr>
              <a:t>r</a:t>
            </a:r>
            <a:r>
              <a:rPr lang="en-US" sz="1700" b="1" dirty="0">
                <a:latin typeface="Times New Roman"/>
                <a:cs typeface="Times New Roman"/>
              </a:rPr>
              <a:t>y</a:t>
            </a:r>
            <a:endParaRPr lang="en-US" sz="1700" dirty="0">
              <a:latin typeface="Times New Roman"/>
              <a:cs typeface="Times New Roman"/>
            </a:endParaRPr>
          </a:p>
          <a:p>
            <a:pPr marL="225716" indent="-109651">
              <a:spcBef>
                <a:spcPts val="358"/>
              </a:spcBef>
              <a:buSzPct val="83333"/>
              <a:buFont typeface="Symbol"/>
              <a:buChar char=""/>
              <a:tabLst>
                <a:tab pos="226022" algn="l"/>
              </a:tabLst>
            </a:pPr>
            <a:r>
              <a:rPr lang="en-US" sz="1700" spc="-10" dirty="0">
                <a:latin typeface="Times New Roman"/>
                <a:cs typeface="Times New Roman"/>
              </a:rPr>
              <a:t> I</a:t>
            </a:r>
            <a:r>
              <a:rPr lang="en-US" sz="1700" spc="-2" dirty="0">
                <a:latin typeface="Times New Roman"/>
                <a:cs typeface="Times New Roman"/>
              </a:rPr>
              <a:t>t</a:t>
            </a:r>
            <a:r>
              <a:rPr lang="en-US" sz="1700" dirty="0">
                <a:latin typeface="Times New Roman"/>
                <a:cs typeface="Times New Roman"/>
              </a:rPr>
              <a:t> </a:t>
            </a:r>
            <a:r>
              <a:rPr lang="en-US" sz="1700" spc="-2" dirty="0">
                <a:latin typeface="Times New Roman"/>
                <a:cs typeface="Times New Roman"/>
              </a:rPr>
              <a:t>i</a:t>
            </a:r>
            <a:r>
              <a:rPr lang="en-US" sz="1700" dirty="0">
                <a:latin typeface="Times New Roman"/>
                <a:cs typeface="Times New Roman"/>
              </a:rPr>
              <a:t>s </a:t>
            </a:r>
            <a:r>
              <a:rPr lang="en-US" sz="1700" spc="-2" dirty="0">
                <a:latin typeface="Times New Roman"/>
                <a:cs typeface="Times New Roman"/>
              </a:rPr>
              <a:t>limited </a:t>
            </a:r>
            <a:r>
              <a:rPr lang="en-US" sz="1700" spc="-10" dirty="0">
                <a:latin typeface="Times New Roman"/>
                <a:cs typeface="Times New Roman"/>
              </a:rPr>
              <a:t>c</a:t>
            </a:r>
            <a:r>
              <a:rPr lang="en-US" sz="1700" spc="-7" dirty="0">
                <a:latin typeface="Times New Roman"/>
                <a:cs typeface="Times New Roman"/>
              </a:rPr>
              <a:t>a</a:t>
            </a:r>
            <a:r>
              <a:rPr lang="en-US" sz="1700" spc="-5" dirty="0">
                <a:latin typeface="Times New Roman"/>
                <a:cs typeface="Times New Roman"/>
              </a:rPr>
              <a:t>p</a:t>
            </a:r>
            <a:r>
              <a:rPr lang="en-US" sz="1700" spc="-2" dirty="0">
                <a:latin typeface="Times New Roman"/>
                <a:cs typeface="Times New Roman"/>
              </a:rPr>
              <a:t>a</a:t>
            </a:r>
            <a:r>
              <a:rPr lang="en-US" sz="1700" spc="-7" dirty="0">
                <a:latin typeface="Times New Roman"/>
                <a:cs typeface="Times New Roman"/>
              </a:rPr>
              <a:t>c</a:t>
            </a:r>
            <a:r>
              <a:rPr lang="en-US" sz="1700" spc="-2" dirty="0">
                <a:latin typeface="Times New Roman"/>
                <a:cs typeface="Times New Roman"/>
              </a:rPr>
              <a:t>it</a:t>
            </a:r>
            <a:r>
              <a:rPr lang="en-US" sz="1700" dirty="0">
                <a:latin typeface="Times New Roman"/>
                <a:cs typeface="Times New Roman"/>
              </a:rPr>
              <a:t>y </a:t>
            </a:r>
            <a:r>
              <a:rPr lang="en-US" sz="1700" spc="-5" dirty="0">
                <a:latin typeface="Times New Roman"/>
                <a:cs typeface="Times New Roman"/>
              </a:rPr>
              <a:t>memor</a:t>
            </a:r>
            <a:r>
              <a:rPr lang="en-US" sz="1700" dirty="0">
                <a:latin typeface="Times New Roman"/>
                <a:cs typeface="Times New Roman"/>
              </a:rPr>
              <a:t>y.</a:t>
            </a:r>
          </a:p>
          <a:p>
            <a:pPr marL="225716" marR="3971" indent="-109651">
              <a:spcBef>
                <a:spcPts val="397"/>
              </a:spcBef>
              <a:buSzPct val="83333"/>
              <a:buFont typeface="Symbol"/>
              <a:buChar char=""/>
              <a:tabLst>
                <a:tab pos="226022" algn="l"/>
              </a:tabLst>
            </a:pPr>
            <a:r>
              <a:rPr lang="en-US" sz="1700" spc="-10" dirty="0">
                <a:latin typeface="Times New Roman"/>
                <a:cs typeface="Times New Roman"/>
              </a:rPr>
              <a:t> I</a:t>
            </a:r>
            <a:r>
              <a:rPr lang="en-US" sz="1700" spc="-2" dirty="0">
                <a:latin typeface="Times New Roman"/>
                <a:cs typeface="Times New Roman"/>
              </a:rPr>
              <a:t>t</a:t>
            </a:r>
            <a:r>
              <a:rPr lang="en-US" sz="1700" spc="-29" dirty="0">
                <a:latin typeface="Times New Roman"/>
                <a:cs typeface="Times New Roman"/>
              </a:rPr>
              <a:t> </a:t>
            </a:r>
            <a:r>
              <a:rPr lang="en-US" sz="1700" spc="-2" dirty="0">
                <a:latin typeface="Times New Roman"/>
                <a:cs typeface="Times New Roman"/>
              </a:rPr>
              <a:t>is</a:t>
            </a:r>
            <a:r>
              <a:rPr lang="en-US" sz="1700" spc="-29" dirty="0">
                <a:latin typeface="Times New Roman"/>
                <a:cs typeface="Times New Roman"/>
              </a:rPr>
              <a:t> </a:t>
            </a:r>
            <a:r>
              <a:rPr lang="en-US" sz="1700" spc="-5" dirty="0">
                <a:latin typeface="Times New Roman"/>
                <a:cs typeface="Times New Roman"/>
              </a:rPr>
              <a:t>v</a:t>
            </a:r>
            <a:r>
              <a:rPr lang="en-US" sz="1700" spc="-7" dirty="0">
                <a:latin typeface="Times New Roman"/>
                <a:cs typeface="Times New Roman"/>
              </a:rPr>
              <a:t>e</a:t>
            </a:r>
            <a:r>
              <a:rPr lang="en-US" sz="1700" dirty="0">
                <a:latin typeface="Times New Roman"/>
                <a:cs typeface="Times New Roman"/>
              </a:rPr>
              <a:t>ry</a:t>
            </a:r>
            <a:r>
              <a:rPr lang="en-US" sz="1700" spc="-31" dirty="0">
                <a:latin typeface="Times New Roman"/>
                <a:cs typeface="Times New Roman"/>
              </a:rPr>
              <a:t> </a:t>
            </a:r>
            <a:r>
              <a:rPr lang="en-US" sz="1700" spc="-7" dirty="0">
                <a:latin typeface="Times New Roman"/>
                <a:cs typeface="Times New Roman"/>
              </a:rPr>
              <a:t>e</a:t>
            </a:r>
            <a:r>
              <a:rPr lang="en-US" sz="1700" spc="-5" dirty="0">
                <a:latin typeface="Times New Roman"/>
                <a:cs typeface="Times New Roman"/>
              </a:rPr>
              <a:t>xp</a:t>
            </a:r>
            <a:r>
              <a:rPr lang="en-US" sz="1700" spc="-7" dirty="0">
                <a:latin typeface="Times New Roman"/>
                <a:cs typeface="Times New Roman"/>
              </a:rPr>
              <a:t>e</a:t>
            </a:r>
            <a:r>
              <a:rPr lang="en-US" sz="1700" spc="-2" dirty="0">
                <a:latin typeface="Times New Roman"/>
                <a:cs typeface="Times New Roman"/>
              </a:rPr>
              <a:t>nsi</a:t>
            </a:r>
            <a:r>
              <a:rPr lang="en-US" sz="1700" dirty="0">
                <a:latin typeface="Times New Roman"/>
                <a:cs typeface="Times New Roman"/>
              </a:rPr>
              <a:t>v</a:t>
            </a:r>
            <a:r>
              <a:rPr lang="en-US" sz="1700" spc="-5" dirty="0">
                <a:latin typeface="Times New Roman"/>
                <a:cs typeface="Times New Roman"/>
              </a:rPr>
              <a:t>e</a:t>
            </a:r>
            <a:r>
              <a:rPr lang="en-US" sz="1700" spc="-31"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s</a:t>
            </a:r>
            <a:r>
              <a:rPr lang="en-US" sz="1700" spc="-29" dirty="0">
                <a:latin typeface="Times New Roman"/>
                <a:cs typeface="Times New Roman"/>
              </a:rPr>
              <a:t> </a:t>
            </a:r>
            <a:r>
              <a:rPr lang="en-US" sz="1700" spc="-7" dirty="0">
                <a:latin typeface="Times New Roman"/>
                <a:cs typeface="Times New Roman"/>
              </a:rPr>
              <a:t>c</a:t>
            </a:r>
            <a:r>
              <a:rPr lang="en-US" sz="1700" spc="5" dirty="0">
                <a:latin typeface="Times New Roman"/>
                <a:cs typeface="Times New Roman"/>
              </a:rPr>
              <a:t>o</a:t>
            </a:r>
            <a:r>
              <a:rPr lang="en-US" sz="1700" spc="-5" dirty="0">
                <a:latin typeface="Times New Roman"/>
                <a:cs typeface="Times New Roman"/>
              </a:rPr>
              <a:t>mpa</a:t>
            </a:r>
            <a:r>
              <a:rPr lang="en-US" sz="1700" spc="-7" dirty="0">
                <a:latin typeface="Times New Roman"/>
                <a:cs typeface="Times New Roman"/>
              </a:rPr>
              <a:t>re</a:t>
            </a:r>
            <a:r>
              <a:rPr lang="en-US" sz="1700" dirty="0">
                <a:latin typeface="Times New Roman"/>
                <a:cs typeface="Times New Roman"/>
              </a:rPr>
              <a:t>d</a:t>
            </a:r>
            <a:r>
              <a:rPr lang="en-US" sz="1700" spc="-29" dirty="0">
                <a:latin typeface="Times New Roman"/>
                <a:cs typeface="Times New Roman"/>
              </a:rPr>
              <a:t> </a:t>
            </a:r>
            <a:r>
              <a:rPr lang="en-US" sz="1700" spc="-2" dirty="0">
                <a:latin typeface="Times New Roman"/>
                <a:cs typeface="Times New Roman"/>
              </a:rPr>
              <a:t>to</a:t>
            </a:r>
            <a:r>
              <a:rPr lang="en-US" sz="1700" spc="-29" dirty="0">
                <a:latin typeface="Times New Roman"/>
                <a:cs typeface="Times New Roman"/>
              </a:rPr>
              <a:t> </a:t>
            </a:r>
            <a:r>
              <a:rPr lang="en-US" sz="1700" spc="-2" dirty="0">
                <a:latin typeface="Times New Roman"/>
                <a:cs typeface="Times New Roman"/>
              </a:rPr>
              <a:t>Me</a:t>
            </a:r>
            <a:r>
              <a:rPr lang="en-US" sz="1700" spc="-5" dirty="0">
                <a:latin typeface="Times New Roman"/>
                <a:cs typeface="Times New Roman"/>
              </a:rPr>
              <a:t>mory</a:t>
            </a:r>
            <a:r>
              <a:rPr lang="en-US" sz="1700" spc="-31" dirty="0">
                <a:latin typeface="Times New Roman"/>
                <a:cs typeface="Times New Roman"/>
              </a:rPr>
              <a:t> </a:t>
            </a:r>
            <a:r>
              <a:rPr lang="en-US" sz="1700" dirty="0">
                <a:latin typeface="Times New Roman"/>
                <a:cs typeface="Times New Roman"/>
              </a:rPr>
              <a:t>(</a:t>
            </a:r>
            <a:r>
              <a:rPr lang="en-US" sz="1700" spc="-5" dirty="0">
                <a:latin typeface="Times New Roman"/>
                <a:cs typeface="Times New Roman"/>
              </a:rPr>
              <a:t>r</a:t>
            </a:r>
            <a:r>
              <a:rPr lang="en-US" sz="1700" spc="-7" dirty="0">
                <a:latin typeface="Times New Roman"/>
                <a:cs typeface="Times New Roman"/>
              </a:rPr>
              <a:t>a</a:t>
            </a:r>
            <a:r>
              <a:rPr lang="en-US" sz="1700" dirty="0">
                <a:latin typeface="Times New Roman"/>
                <a:cs typeface="Times New Roman"/>
              </a:rPr>
              <a:t>n</a:t>
            </a:r>
            <a:r>
              <a:rPr lang="en-US" sz="1700" spc="5" dirty="0">
                <a:latin typeface="Times New Roman"/>
                <a:cs typeface="Times New Roman"/>
              </a:rPr>
              <a:t>d</a:t>
            </a:r>
            <a:r>
              <a:rPr lang="en-US" sz="1700" spc="-5" dirty="0">
                <a:latin typeface="Times New Roman"/>
                <a:cs typeface="Times New Roman"/>
              </a:rPr>
              <a:t>om</a:t>
            </a:r>
            <a:r>
              <a:rPr lang="en-US" sz="1700" spc="-29" dirty="0">
                <a:latin typeface="Times New Roman"/>
                <a:cs typeface="Times New Roman"/>
              </a:rPr>
              <a:t> </a:t>
            </a:r>
            <a:r>
              <a:rPr lang="en-US" sz="1700" spc="-7" dirty="0">
                <a:latin typeface="Times New Roman"/>
                <a:cs typeface="Times New Roman"/>
              </a:rPr>
              <a:t>acce</a:t>
            </a:r>
            <a:r>
              <a:rPr lang="en-US" sz="1700" spc="-2" dirty="0">
                <a:latin typeface="Times New Roman"/>
                <a:cs typeface="Times New Roman"/>
              </a:rPr>
              <a:t>s</a:t>
            </a:r>
            <a:r>
              <a:rPr lang="en-US" sz="1700" dirty="0">
                <a:latin typeface="Times New Roman"/>
                <a:cs typeface="Times New Roman"/>
              </a:rPr>
              <a:t>s</a:t>
            </a:r>
            <a:r>
              <a:rPr lang="en-US" sz="1700" spc="-29" dirty="0">
                <a:latin typeface="Times New Roman"/>
                <a:cs typeface="Times New Roman"/>
              </a:rPr>
              <a:t> </a:t>
            </a:r>
            <a:r>
              <a:rPr lang="en-US" sz="1700" spc="-5" dirty="0">
                <a:latin typeface="Times New Roman"/>
                <a:cs typeface="Times New Roman"/>
              </a:rPr>
              <a:t>memor</a:t>
            </a:r>
            <a:r>
              <a:rPr lang="en-US" sz="1700" dirty="0">
                <a:latin typeface="Times New Roman"/>
                <a:cs typeface="Times New Roman"/>
              </a:rPr>
              <a:t>y</a:t>
            </a:r>
            <a:r>
              <a:rPr lang="en-US" sz="1700" spc="-29" dirty="0">
                <a:latin typeface="Times New Roman"/>
                <a:cs typeface="Times New Roman"/>
              </a:rPr>
              <a:t> </a:t>
            </a:r>
            <a:r>
              <a:rPr lang="en-US" sz="1700" dirty="0">
                <a:latin typeface="Times New Roman"/>
                <a:cs typeface="Times New Roman"/>
              </a:rPr>
              <a:t>(R</a:t>
            </a:r>
            <a:r>
              <a:rPr lang="en-US" sz="1700" spc="2" dirty="0">
                <a:latin typeface="Times New Roman"/>
                <a:cs typeface="Times New Roman"/>
              </a:rPr>
              <a:t>A</a:t>
            </a:r>
            <a:r>
              <a:rPr lang="en-US" sz="1700" spc="-2" dirty="0">
                <a:latin typeface="Times New Roman"/>
                <a:cs typeface="Times New Roman"/>
              </a:rPr>
              <a:t>M)</a:t>
            </a:r>
            <a:r>
              <a:rPr lang="en-US" sz="1700" dirty="0">
                <a:latin typeface="Times New Roman"/>
                <a:cs typeface="Times New Roman"/>
              </a:rPr>
              <a:t>)</a:t>
            </a:r>
            <a:r>
              <a:rPr lang="en-US" sz="1700" spc="-34"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a:t>
            </a:r>
            <a:r>
              <a:rPr lang="en-US" sz="1700" spc="-29" dirty="0">
                <a:latin typeface="Times New Roman"/>
                <a:cs typeface="Times New Roman"/>
              </a:rPr>
              <a:t> </a:t>
            </a:r>
            <a:r>
              <a:rPr lang="en-US" sz="1700" spc="-2" dirty="0">
                <a:latin typeface="Times New Roman"/>
                <a:cs typeface="Times New Roman"/>
              </a:rPr>
              <a:t>H</a:t>
            </a:r>
            <a:r>
              <a:rPr lang="en-US" sz="1700" spc="-5" dirty="0">
                <a:latin typeface="Times New Roman"/>
                <a:cs typeface="Times New Roman"/>
              </a:rPr>
              <a:t>a</a:t>
            </a:r>
            <a:r>
              <a:rPr lang="en-US" sz="1700" dirty="0">
                <a:latin typeface="Times New Roman"/>
                <a:cs typeface="Times New Roman"/>
              </a:rPr>
              <a:t>rd </a:t>
            </a:r>
            <a:r>
              <a:rPr lang="en-US" sz="1700" spc="-2" dirty="0">
                <a:latin typeface="Times New Roman"/>
                <a:cs typeface="Times New Roman"/>
              </a:rPr>
              <a:t>Disk.</a:t>
            </a:r>
            <a:endParaRPr lang="en-US" sz="1700" dirty="0">
              <a:latin typeface="Times New Roman"/>
              <a:cs typeface="Times New Roman"/>
            </a:endParaRPr>
          </a:p>
        </p:txBody>
      </p:sp>
    </p:spTree>
    <p:extLst>
      <p:ext uri="{BB962C8B-B14F-4D97-AF65-F5344CB8AC3E}">
        <p14:creationId xmlns:p14="http://schemas.microsoft.com/office/powerpoint/2010/main" val="42929890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CB769-0D71-200D-3AA9-5126F2F68B5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A1120EA-4EC3-AB45-149E-01B177984FF6}"/>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8003B56D-589F-08ED-DA41-9F63BA1D99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D2D8DEC-2A47-DD26-A040-77D073BBD00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DEF7BB1-4E90-D7ED-9696-EEBAE36E08E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990600" y="742950"/>
            <a:ext cx="7063500" cy="3862596"/>
          </a:xfrm>
          <a:prstGeom prst="rect">
            <a:avLst/>
          </a:prstGeom>
        </p:spPr>
        <p:txBody>
          <a:bodyPr vert="horz" wrap="square" lIns="0" tIns="0" rIns="0" bIns="0" rtlCol="0">
            <a:spAutoFit/>
          </a:bodyPr>
          <a:lstStyle/>
          <a:p>
            <a:pPr marL="6109" marR="2213487">
              <a:spcBef>
                <a:spcPts val="375"/>
              </a:spcBef>
            </a:pP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ce</a:t>
            </a:r>
            <a:r>
              <a:rPr sz="1700" b="1" dirty="0">
                <a:latin typeface="Times New Roman"/>
                <a:cs typeface="Times New Roman"/>
              </a:rPr>
              <a:t>s</a:t>
            </a:r>
            <a:endParaRPr lang="en-US" sz="1700" b="1" dirty="0">
              <a:latin typeface="Times New Roman"/>
              <a:cs typeface="Times New Roman"/>
            </a:endParaRPr>
          </a:p>
          <a:p>
            <a:pPr marL="6109" marR="2213487">
              <a:spcBef>
                <a:spcPts val="375"/>
              </a:spcBef>
            </a:pPr>
            <a:endParaRPr lang="en-US" sz="1700" b="1" spc="-2" dirty="0">
              <a:latin typeface="Times New Roman"/>
              <a:cs typeface="Times New Roman"/>
            </a:endParaRPr>
          </a:p>
          <a:p>
            <a:pPr marL="6109" marR="2213487">
              <a:spcBef>
                <a:spcPts val="375"/>
              </a:spcBef>
            </a:pP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a:t>
            </a:r>
            <a:r>
              <a:rPr sz="1700" b="1" spc="-5" dirty="0">
                <a:latin typeface="Times New Roman"/>
                <a:cs typeface="Times New Roman"/>
              </a:rPr>
              <a:t>e</a:t>
            </a:r>
            <a:r>
              <a:rPr sz="1700" b="1" spc="-2" dirty="0">
                <a:latin typeface="Times New Roman"/>
                <a:cs typeface="Times New Roman"/>
              </a:rPr>
              <a:t> </a:t>
            </a:r>
            <a:r>
              <a:rPr sz="1700" b="1" spc="-5" dirty="0">
                <a:latin typeface="Times New Roman"/>
                <a:cs typeface="Times New Roman"/>
              </a:rPr>
              <a:t>B</a:t>
            </a:r>
            <a:r>
              <a:rPr sz="1700" b="1" dirty="0">
                <a:latin typeface="Times New Roman"/>
                <a:cs typeface="Times New Roman"/>
              </a:rPr>
              <a:t>ook</a:t>
            </a:r>
            <a:r>
              <a:rPr sz="1700" b="1" spc="-2" dirty="0">
                <a:latin typeface="Times New Roman"/>
                <a:cs typeface="Times New Roman"/>
              </a:rPr>
              <a:t>s:</a:t>
            </a:r>
            <a:endParaRPr sz="1700" dirty="0">
              <a:latin typeface="Times New Roman"/>
              <a:cs typeface="Times New Roman"/>
            </a:endParaRPr>
          </a:p>
          <a:p>
            <a:pPr marL="225716" indent="-109651">
              <a:spcBef>
                <a:spcPts val="409"/>
              </a:spcBef>
              <a:buFont typeface="Times New Roman"/>
              <a:buChar char="●"/>
              <a:tabLst>
                <a:tab pos="226022" algn="l"/>
              </a:tabLst>
            </a:pPr>
            <a:r>
              <a:rPr sz="1700" spc="-2" dirty="0">
                <a:latin typeface="Times New Roman"/>
                <a:cs typeface="Times New Roman"/>
              </a:rPr>
              <a:t>J.</a:t>
            </a:r>
            <a:r>
              <a:rPr sz="1700" dirty="0">
                <a:latin typeface="Times New Roman"/>
                <a:cs typeface="Times New Roman"/>
              </a:rPr>
              <a:t>P. </a:t>
            </a:r>
            <a:r>
              <a:rPr sz="1700" spc="-2" dirty="0">
                <a:latin typeface="Times New Roman"/>
                <a:cs typeface="Times New Roman"/>
              </a:rPr>
              <a:t>H</a:t>
            </a:r>
            <a:r>
              <a:rPr sz="1700" spc="-5" dirty="0">
                <a:latin typeface="Times New Roman"/>
                <a:cs typeface="Times New Roman"/>
              </a:rPr>
              <a:t>ay</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2" dirty="0">
                <a:latin typeface="Times New Roman"/>
                <a:cs typeface="Times New Roman"/>
              </a:rPr>
              <a:t> </a:t>
            </a:r>
            <a:r>
              <a:rPr sz="1700" spc="-2"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O</a:t>
            </a:r>
            <a:r>
              <a:rPr sz="1700" spc="-5" dirty="0">
                <a:latin typeface="Times New Roman"/>
                <a:cs typeface="Times New Roman"/>
              </a:rPr>
              <a:t>r</a:t>
            </a:r>
            <a:r>
              <a:rPr sz="1700" spc="5" dirty="0">
                <a:latin typeface="Times New Roman"/>
                <a:cs typeface="Times New Roman"/>
              </a:rPr>
              <a:t>g</a:t>
            </a:r>
            <a:r>
              <a:rPr sz="1700" spc="-7"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dirty="0">
                <a:latin typeface="Times New Roman"/>
                <a:cs typeface="Times New Roman"/>
              </a:rPr>
              <a:t>t</a:t>
            </a:r>
            <a:r>
              <a:rPr sz="1700" spc="-2" dirty="0">
                <a:latin typeface="Times New Roman"/>
                <a:cs typeface="Times New Roman"/>
              </a:rPr>
              <a:t>io</a:t>
            </a:r>
            <a:r>
              <a:rPr sz="1700" dirty="0">
                <a:latin typeface="Times New Roman"/>
                <a:cs typeface="Times New Roman"/>
              </a:rPr>
              <a:t>n</a:t>
            </a:r>
            <a:r>
              <a:rPr sz="1700" spc="-2" dirty="0">
                <a:latin typeface="Times New Roman"/>
                <a:cs typeface="Times New Roman"/>
              </a:rPr>
              <a:t>”</a:t>
            </a:r>
            <a:r>
              <a:rPr sz="1700" dirty="0">
                <a:latin typeface="Times New Roman"/>
                <a:cs typeface="Times New Roman"/>
              </a:rPr>
              <a:t>, </a:t>
            </a:r>
            <a:r>
              <a:rPr sz="1700" spc="-5" dirty="0">
                <a:latin typeface="Times New Roman"/>
                <a:cs typeface="Times New Roman"/>
              </a:rPr>
              <a:t>Third</a:t>
            </a:r>
            <a:r>
              <a:rPr sz="1700" spc="-2" dirty="0">
                <a:latin typeface="Times New Roman"/>
                <a:cs typeface="Times New Roman"/>
              </a:rPr>
              <a:t> </a:t>
            </a:r>
            <a:r>
              <a:rPr sz="1700" spc="-7" dirty="0">
                <a:latin typeface="Times New Roman"/>
                <a:cs typeface="Times New Roman"/>
              </a:rPr>
              <a:t>E</a:t>
            </a:r>
            <a:r>
              <a:rPr sz="1700" spc="-2" dirty="0">
                <a:latin typeface="Times New Roman"/>
                <a:cs typeface="Times New Roman"/>
              </a:rPr>
              <a:t>dition.</a:t>
            </a:r>
            <a:endParaRPr sz="1700" dirty="0">
              <a:latin typeface="Times New Roman"/>
              <a:cs typeface="Times New Roman"/>
            </a:endParaRPr>
          </a:p>
          <a:p>
            <a:pPr marL="225716" indent="-109651">
              <a:spcBef>
                <a:spcPts val="409"/>
              </a:spcBef>
              <a:buFont typeface="Times New Roman"/>
              <a:buChar char="●"/>
              <a:tabLst>
                <a:tab pos="226022" algn="l"/>
              </a:tabLst>
            </a:pPr>
            <a:r>
              <a:rPr sz="1700" spc="-2" dirty="0">
                <a:latin typeface="Times New Roman"/>
                <a:cs typeface="Times New Roman"/>
              </a:rPr>
              <a:t>Ma</a:t>
            </a:r>
            <a:r>
              <a:rPr sz="1700" dirty="0">
                <a:latin typeface="Times New Roman"/>
                <a:cs typeface="Times New Roman"/>
              </a:rPr>
              <a:t>no, </a:t>
            </a:r>
            <a:r>
              <a:rPr sz="1700" spc="-2" dirty="0">
                <a:latin typeface="Times New Roman"/>
                <a:cs typeface="Times New Roman"/>
              </a:rPr>
              <a:t>M.</a:t>
            </a:r>
            <a:r>
              <a:rPr sz="1700" dirty="0">
                <a:latin typeface="Times New Roman"/>
                <a:cs typeface="Times New Roman"/>
              </a:rPr>
              <a:t>, </a:t>
            </a:r>
            <a:r>
              <a:rPr sz="1700" spc="-2"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2" dirty="0">
                <a:latin typeface="Times New Roman"/>
                <a:cs typeface="Times New Roman"/>
              </a:rPr>
              <a:t> </a:t>
            </a:r>
            <a:r>
              <a:rPr sz="1700" spc="-2" dirty="0">
                <a:latin typeface="Times New Roman"/>
                <a:cs typeface="Times New Roman"/>
              </a:rPr>
              <a:t>A</a:t>
            </a:r>
            <a:r>
              <a:rPr sz="1700" spc="-5" dirty="0">
                <a:latin typeface="Times New Roman"/>
                <a:cs typeface="Times New Roman"/>
              </a:rPr>
              <a:t>r</a:t>
            </a:r>
            <a:r>
              <a:rPr sz="1700" spc="-7"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2" dirty="0">
                <a:latin typeface="Times New Roman"/>
                <a:cs typeface="Times New Roman"/>
              </a:rPr>
              <a:t>”</a:t>
            </a:r>
            <a:r>
              <a:rPr sz="1700" dirty="0">
                <a:latin typeface="Times New Roman"/>
                <a:cs typeface="Times New Roman"/>
              </a:rPr>
              <a:t>, </a:t>
            </a:r>
            <a:r>
              <a:rPr sz="1700" spc="-5" dirty="0">
                <a:latin typeface="Times New Roman"/>
                <a:cs typeface="Times New Roman"/>
              </a:rPr>
              <a:t>Thi</a:t>
            </a:r>
            <a:r>
              <a:rPr sz="1700" dirty="0">
                <a:latin typeface="Times New Roman"/>
                <a:cs typeface="Times New Roman"/>
              </a:rPr>
              <a:t>rd </a:t>
            </a:r>
            <a:r>
              <a:rPr sz="1700" spc="-2" dirty="0">
                <a:latin typeface="Times New Roman"/>
                <a:cs typeface="Times New Roman"/>
              </a:rPr>
              <a:t>Edition, </a:t>
            </a:r>
            <a:r>
              <a:rPr sz="1700" spc="2" dirty="0">
                <a:latin typeface="Times New Roman"/>
                <a:cs typeface="Times New Roman"/>
              </a:rPr>
              <a:t>P</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nti</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H</a:t>
            </a:r>
            <a:r>
              <a:rPr sz="1700" spc="-5" dirty="0">
                <a:latin typeface="Times New Roman"/>
                <a:cs typeface="Times New Roman"/>
              </a:rPr>
              <a:t>a</a:t>
            </a:r>
            <a:r>
              <a:rPr sz="1700" spc="-2" dirty="0">
                <a:latin typeface="Times New Roman"/>
                <a:cs typeface="Times New Roman"/>
              </a:rPr>
              <a:t>ll</a:t>
            </a:r>
            <a:r>
              <a:rPr sz="1700" dirty="0">
                <a:latin typeface="Times New Roman"/>
                <a:cs typeface="Times New Roman"/>
              </a:rPr>
              <a:t>.</a:t>
            </a:r>
          </a:p>
          <a:p>
            <a:pPr marL="225716" marR="3665" indent="-109651">
              <a:spcBef>
                <a:spcPts val="387"/>
              </a:spcBef>
              <a:buFont typeface="Times New Roman"/>
              <a:buChar char="●"/>
              <a:tabLst>
                <a:tab pos="226022" algn="l"/>
              </a:tabLst>
            </a:pPr>
            <a:r>
              <a:rPr sz="1700" dirty="0">
                <a:latin typeface="Times New Roman"/>
                <a:cs typeface="Times New Roman"/>
              </a:rPr>
              <a:t>S</a:t>
            </a:r>
            <a:r>
              <a:rPr sz="1700" spc="-2" dirty="0">
                <a:latin typeface="Times New Roman"/>
                <a:cs typeface="Times New Roman"/>
              </a:rPr>
              <a:t>tallings, </a:t>
            </a:r>
            <a:r>
              <a:rPr sz="1700" spc="-31" dirty="0">
                <a:latin typeface="Times New Roman"/>
                <a:cs typeface="Times New Roman"/>
              </a:rPr>
              <a:t> </a:t>
            </a:r>
            <a:r>
              <a:rPr sz="1700" spc="-10" dirty="0">
                <a:latin typeface="Times New Roman"/>
                <a:cs typeface="Times New Roman"/>
              </a:rPr>
              <a:t>W</a:t>
            </a:r>
            <a:r>
              <a:rPr sz="1700" dirty="0">
                <a:latin typeface="Times New Roman"/>
                <a:cs typeface="Times New Roman"/>
              </a:rPr>
              <a:t>., </a:t>
            </a:r>
            <a:r>
              <a:rPr sz="1700" spc="-26" dirty="0">
                <a:latin typeface="Times New Roman"/>
                <a:cs typeface="Times New Roman"/>
              </a:rPr>
              <a:t> </a:t>
            </a:r>
            <a:r>
              <a:rPr sz="1700" spc="-2" dirty="0">
                <a:latin typeface="Times New Roman"/>
                <a:cs typeface="Times New Roman"/>
              </a:rPr>
              <a:t>“</a:t>
            </a:r>
            <a:r>
              <a:rPr sz="1700" spc="-5" dirty="0">
                <a:latin typeface="Times New Roman"/>
                <a:cs typeface="Times New Roman"/>
              </a:rPr>
              <a:t>Comput</a:t>
            </a:r>
            <a:r>
              <a:rPr sz="1700" spc="-14" dirty="0">
                <a:latin typeface="Times New Roman"/>
                <a:cs typeface="Times New Roman"/>
              </a:rPr>
              <a:t>e</a:t>
            </a:r>
            <a:r>
              <a:rPr sz="1700" dirty="0">
                <a:latin typeface="Times New Roman"/>
                <a:cs typeface="Times New Roman"/>
              </a:rPr>
              <a:t>r </a:t>
            </a:r>
            <a:r>
              <a:rPr sz="1700" spc="-31" dirty="0">
                <a:latin typeface="Times New Roman"/>
                <a:cs typeface="Times New Roman"/>
              </a:rPr>
              <a:t> </a:t>
            </a:r>
            <a:r>
              <a:rPr sz="1700" spc="-2" dirty="0">
                <a:latin typeface="Times New Roman"/>
                <a:cs typeface="Times New Roman"/>
              </a:rPr>
              <a:t>O</a:t>
            </a:r>
            <a:r>
              <a:rPr sz="1700" spc="-5" dirty="0">
                <a:latin typeface="Times New Roman"/>
                <a:cs typeface="Times New Roman"/>
              </a:rPr>
              <a:t>rg</a:t>
            </a:r>
            <a:r>
              <a:rPr sz="1700" spc="-7" dirty="0">
                <a:latin typeface="Times New Roman"/>
                <a:cs typeface="Times New Roman"/>
              </a:rPr>
              <a:t>a</a:t>
            </a:r>
            <a:r>
              <a:rPr sz="1700" spc="-2" dirty="0">
                <a:latin typeface="Times New Roman"/>
                <a:cs typeface="Times New Roman"/>
              </a:rPr>
              <a:t>niz</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31"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31" dirty="0">
                <a:latin typeface="Times New Roman"/>
                <a:cs typeface="Times New Roman"/>
              </a:rPr>
              <a:t> </a:t>
            </a:r>
            <a:r>
              <a:rPr sz="1700" spc="-2" dirty="0">
                <a:latin typeface="Times New Roman"/>
                <a:cs typeface="Times New Roman"/>
              </a:rPr>
              <a:t>A</a:t>
            </a:r>
            <a:r>
              <a:rPr sz="1700" spc="-5" dirty="0">
                <a:latin typeface="Times New Roman"/>
                <a:cs typeface="Times New Roman"/>
              </a:rPr>
              <a:t>r</a:t>
            </a:r>
            <a:r>
              <a:rPr sz="1700" spc="-2" dirty="0">
                <a:latin typeface="Times New Roman"/>
                <a:cs typeface="Times New Roman"/>
              </a:rPr>
              <a:t>chit</a:t>
            </a:r>
            <a:r>
              <a:rPr sz="1700" spc="-7" dirty="0">
                <a:latin typeface="Times New Roman"/>
                <a:cs typeface="Times New Roman"/>
              </a:rPr>
              <a:t>ec</a:t>
            </a:r>
            <a:r>
              <a:rPr sz="1700" spc="-2" dirty="0">
                <a:latin typeface="Times New Roman"/>
                <a:cs typeface="Times New Roman"/>
              </a:rPr>
              <a:t>ture”</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Eight</a:t>
            </a:r>
            <a:r>
              <a:rPr sz="1700" dirty="0">
                <a:latin typeface="Times New Roman"/>
                <a:cs typeface="Times New Roman"/>
              </a:rPr>
              <a:t>h </a:t>
            </a:r>
            <a:r>
              <a:rPr sz="1700" spc="-31" dirty="0">
                <a:latin typeface="Times New Roman"/>
                <a:cs typeface="Times New Roman"/>
              </a:rPr>
              <a:t> </a:t>
            </a:r>
            <a:r>
              <a:rPr sz="1700" spc="-2" dirty="0">
                <a:latin typeface="Times New Roman"/>
                <a:cs typeface="Times New Roman"/>
              </a:rPr>
              <a:t>Editi</a:t>
            </a:r>
            <a:r>
              <a:rPr sz="1700" dirty="0">
                <a:latin typeface="Times New Roman"/>
                <a:cs typeface="Times New Roman"/>
              </a:rPr>
              <a:t>on, </a:t>
            </a:r>
            <a:r>
              <a:rPr sz="1700" spc="-31" dirty="0">
                <a:latin typeface="Times New Roman"/>
                <a:cs typeface="Times New Roman"/>
              </a:rPr>
              <a:t> </a:t>
            </a:r>
            <a:r>
              <a:rPr sz="1700" dirty="0">
                <a:latin typeface="Times New Roman"/>
                <a:cs typeface="Times New Roman"/>
              </a:rPr>
              <a:t>P</a:t>
            </a:r>
            <a:r>
              <a:rPr sz="1700" spc="-7" dirty="0">
                <a:latin typeface="Times New Roman"/>
                <a:cs typeface="Times New Roman"/>
              </a:rPr>
              <a:t>ea</a:t>
            </a:r>
            <a:r>
              <a:rPr sz="1700" dirty="0">
                <a:latin typeface="Times New Roman"/>
                <a:cs typeface="Times New Roman"/>
              </a:rPr>
              <a:t>rson </a:t>
            </a:r>
            <a:r>
              <a:rPr sz="1700" spc="-5" dirty="0">
                <a:latin typeface="Times New Roman"/>
                <a:cs typeface="Times New Roman"/>
              </a:rPr>
              <a:t>Edu</a:t>
            </a:r>
            <a:r>
              <a:rPr sz="1700" spc="-10" dirty="0">
                <a:latin typeface="Times New Roman"/>
                <a:cs typeface="Times New Roman"/>
              </a:rPr>
              <a:t>c</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p>
          <a:p>
            <a:pPr marL="6109">
              <a:spcBef>
                <a:spcPts val="409"/>
              </a:spcBef>
            </a:pPr>
            <a:endParaRPr lang="en-US" sz="1700" b="1" spc="-5" dirty="0">
              <a:latin typeface="Times New Roman"/>
              <a:cs typeface="Times New Roman"/>
            </a:endParaRPr>
          </a:p>
          <a:p>
            <a:pPr marL="6109">
              <a:spcBef>
                <a:spcPts val="409"/>
              </a:spcBef>
            </a:pPr>
            <a:r>
              <a:rPr sz="1700" b="1" spc="-5" dirty="0">
                <a:latin typeface="Times New Roman"/>
                <a:cs typeface="Times New Roman"/>
              </a:rPr>
              <a:t>T</a:t>
            </a:r>
            <a:r>
              <a:rPr sz="1700" b="1" spc="-7" dirty="0">
                <a:latin typeface="Times New Roman"/>
                <a:cs typeface="Times New Roman"/>
              </a:rPr>
              <a:t>e</a:t>
            </a:r>
            <a:r>
              <a:rPr sz="1700" b="1" dirty="0">
                <a:latin typeface="Times New Roman"/>
                <a:cs typeface="Times New Roman"/>
              </a:rPr>
              <a:t>xt Book</a:t>
            </a:r>
            <a:r>
              <a:rPr sz="1700" b="1" spc="-2" dirty="0">
                <a:latin typeface="Times New Roman"/>
                <a:cs typeface="Times New Roman"/>
              </a:rPr>
              <a:t>s:</a:t>
            </a:r>
            <a:endParaRPr sz="1700" dirty="0">
              <a:latin typeface="Times New Roman"/>
              <a:cs typeface="Times New Roman"/>
            </a:endParaRPr>
          </a:p>
          <a:p>
            <a:pPr marL="225716" marR="2443" indent="-109651">
              <a:spcBef>
                <a:spcPts val="380"/>
              </a:spcBef>
              <a:buFont typeface="Times New Roman"/>
              <a:buChar char="●"/>
              <a:tabLst>
                <a:tab pos="226022" algn="l"/>
              </a:tabLst>
            </a:pPr>
            <a:r>
              <a:rPr sz="1700" spc="-5" dirty="0">
                <a:latin typeface="Times New Roman"/>
                <a:cs typeface="Times New Roman"/>
              </a:rPr>
              <a:t>C</a:t>
            </a:r>
            <a:r>
              <a:rPr sz="1700" spc="-7" dirty="0">
                <a:latin typeface="Times New Roman"/>
                <a:cs typeface="Times New Roman"/>
              </a:rPr>
              <a:t>a</a:t>
            </a:r>
            <a:r>
              <a:rPr sz="1700" spc="-2" dirty="0">
                <a:latin typeface="Times New Roman"/>
                <a:cs typeface="Times New Roman"/>
              </a:rPr>
              <a:t>rpin</a:t>
            </a:r>
            <a:r>
              <a:rPr sz="1700" spc="-10" dirty="0">
                <a:latin typeface="Times New Roman"/>
                <a:cs typeface="Times New Roman"/>
              </a:rPr>
              <a:t>e</a:t>
            </a:r>
            <a:r>
              <a:rPr sz="1700" spc="-2" dirty="0">
                <a:latin typeface="Times New Roman"/>
                <a:cs typeface="Times New Roman"/>
              </a:rPr>
              <a:t>lli</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J.D</a:t>
            </a:r>
            <a:r>
              <a:rPr sz="1700" spc="2" dirty="0">
                <a:latin typeface="Times New Roman"/>
                <a:cs typeface="Times New Roman"/>
              </a:rPr>
              <a:t>,</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43"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dirty="0">
                <a:latin typeface="Times New Roman"/>
                <a:cs typeface="Times New Roman"/>
              </a:rPr>
              <a:t> </a:t>
            </a:r>
            <a:r>
              <a:rPr sz="1700" spc="46"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spc="-2" dirty="0">
                <a:latin typeface="Times New Roman"/>
                <a:cs typeface="Times New Roman"/>
              </a:rPr>
              <a:t>ti</a:t>
            </a:r>
            <a:r>
              <a:rPr sz="1700" spc="5" dirty="0">
                <a:latin typeface="Times New Roman"/>
                <a:cs typeface="Times New Roman"/>
              </a:rPr>
              <a:t>o</a:t>
            </a:r>
            <a:r>
              <a:rPr sz="1700" dirty="0">
                <a:latin typeface="Times New Roman"/>
                <a:cs typeface="Times New Roman"/>
              </a:rPr>
              <a:t>n </a:t>
            </a:r>
            <a:r>
              <a:rPr sz="1700" spc="43" dirty="0">
                <a:latin typeface="Times New Roman"/>
                <a:cs typeface="Times New Roman"/>
              </a:rPr>
              <a:t> </a:t>
            </a:r>
            <a:r>
              <a:rPr sz="1700" spc="-5" dirty="0">
                <a:latin typeface="Times New Roman"/>
                <a:cs typeface="Times New Roman"/>
              </a:rPr>
              <a:t>&amp;Ar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re</a:t>
            </a:r>
            <a:r>
              <a:rPr sz="1700" spc="-2" dirty="0">
                <a:latin typeface="Times New Roman"/>
                <a:cs typeface="Times New Roman"/>
              </a:rPr>
              <a:t>”</a:t>
            </a:r>
            <a:r>
              <a:rPr sz="1700" dirty="0">
                <a:latin typeface="Times New Roman"/>
                <a:cs typeface="Times New Roman"/>
              </a:rPr>
              <a:t>, </a:t>
            </a:r>
            <a:r>
              <a:rPr sz="1700" spc="51" dirty="0">
                <a:latin typeface="Times New Roman"/>
                <a:cs typeface="Times New Roman"/>
              </a:rPr>
              <a:t> </a:t>
            </a:r>
            <a:r>
              <a:rPr sz="1700" spc="-5" dirty="0">
                <a:latin typeface="Times New Roman"/>
                <a:cs typeface="Times New Roman"/>
              </a:rPr>
              <a:t>F</a:t>
            </a:r>
            <a:r>
              <a:rPr sz="1700" dirty="0">
                <a:latin typeface="Times New Roman"/>
                <a:cs typeface="Times New Roman"/>
              </a:rPr>
              <a:t>ou</a:t>
            </a:r>
            <a:r>
              <a:rPr sz="1700" spc="2" dirty="0">
                <a:latin typeface="Times New Roman"/>
                <a:cs typeface="Times New Roman"/>
              </a:rPr>
              <a:t>r</a:t>
            </a:r>
            <a:r>
              <a:rPr sz="1700" spc="-2" dirty="0">
                <a:latin typeface="Times New Roman"/>
                <a:cs typeface="Times New Roman"/>
              </a:rPr>
              <a:t>th</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Editi</a:t>
            </a:r>
            <a:r>
              <a:rPr sz="1700" dirty="0">
                <a:latin typeface="Times New Roman"/>
                <a:cs typeface="Times New Roman"/>
              </a:rPr>
              <a:t>on, </a:t>
            </a:r>
            <a:r>
              <a:rPr sz="1700" spc="-2" dirty="0">
                <a:latin typeface="Times New Roman"/>
                <a:cs typeface="Times New Roman"/>
              </a:rPr>
              <a:t>Addiso</a:t>
            </a:r>
            <a:r>
              <a:rPr sz="1700" dirty="0">
                <a:latin typeface="Times New Roman"/>
                <a:cs typeface="Times New Roman"/>
              </a:rPr>
              <a:t>n </a:t>
            </a:r>
            <a:r>
              <a:rPr sz="1700" spc="-10" dirty="0">
                <a:latin typeface="Times New Roman"/>
                <a:cs typeface="Times New Roman"/>
              </a:rPr>
              <a:t>W</a:t>
            </a:r>
            <a:r>
              <a:rPr sz="1700" spc="-5" dirty="0">
                <a:latin typeface="Times New Roman"/>
                <a:cs typeface="Times New Roman"/>
              </a:rPr>
              <a:t>esley.</a:t>
            </a:r>
            <a:endParaRPr sz="1700" dirty="0">
              <a:latin typeface="Times New Roman"/>
              <a:cs typeface="Times New Roman"/>
            </a:endParaRPr>
          </a:p>
          <a:p>
            <a:pPr marL="225716" indent="-109651">
              <a:spcBef>
                <a:spcPts val="411"/>
              </a:spcBef>
              <a:buFont typeface="Times New Roman"/>
              <a:buChar char="●"/>
              <a:tabLst>
                <a:tab pos="226022" algn="l"/>
              </a:tabLst>
            </a:pPr>
            <a:r>
              <a:rPr sz="1700" dirty="0">
                <a:latin typeface="Times New Roman"/>
                <a:cs typeface="Times New Roman"/>
              </a:rPr>
              <a:t>P</a:t>
            </a:r>
            <a:r>
              <a:rPr sz="1700" spc="-7" dirty="0">
                <a:latin typeface="Times New Roman"/>
                <a:cs typeface="Times New Roman"/>
              </a:rPr>
              <a:t>a</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rson</a:t>
            </a:r>
            <a:r>
              <a:rPr sz="1700" spc="-2" dirty="0">
                <a:latin typeface="Times New Roman"/>
                <a:cs typeface="Times New Roman"/>
              </a:rPr>
              <a:t> </a:t>
            </a:r>
            <a:r>
              <a:rPr sz="1700" spc="-10" dirty="0">
                <a:latin typeface="Times New Roman"/>
                <a:cs typeface="Times New Roman"/>
              </a:rPr>
              <a:t>a</a:t>
            </a:r>
            <a:r>
              <a:rPr sz="1700" dirty="0">
                <a:latin typeface="Times New Roman"/>
                <a:cs typeface="Times New Roman"/>
              </a:rPr>
              <a:t>nd </a:t>
            </a:r>
            <a:r>
              <a:rPr sz="1700" spc="-2" dirty="0">
                <a:latin typeface="Times New Roman"/>
                <a:cs typeface="Times New Roman"/>
              </a:rPr>
              <a:t>H</a:t>
            </a:r>
            <a:r>
              <a:rPr sz="1700" spc="-5" dirty="0">
                <a:latin typeface="Times New Roman"/>
                <a:cs typeface="Times New Roman"/>
              </a:rPr>
              <a:t>e</a:t>
            </a:r>
            <a:r>
              <a:rPr sz="1700" dirty="0">
                <a:latin typeface="Times New Roman"/>
                <a:cs typeface="Times New Roman"/>
              </a:rPr>
              <a:t>n</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ssy</a:t>
            </a:r>
            <a:r>
              <a:rPr sz="1700" dirty="0">
                <a:latin typeface="Times New Roman"/>
                <a:cs typeface="Times New Roman"/>
              </a:rPr>
              <a:t>,</a:t>
            </a:r>
            <a:r>
              <a:rPr sz="1700" spc="2" dirty="0">
                <a:latin typeface="Times New Roman"/>
                <a:cs typeface="Times New Roman"/>
              </a:rPr>
              <a:t> </a:t>
            </a:r>
            <a:r>
              <a:rPr sz="1700" spc="-2"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hite</a:t>
            </a:r>
            <a:r>
              <a:rPr sz="1700" spc="-7" dirty="0">
                <a:latin typeface="Times New Roman"/>
                <a:cs typeface="Times New Roman"/>
              </a:rPr>
              <a:t>c</a:t>
            </a:r>
            <a:r>
              <a:rPr sz="1700" spc="-2" dirty="0">
                <a:latin typeface="Times New Roman"/>
                <a:cs typeface="Times New Roman"/>
              </a:rPr>
              <a:t>tur</a:t>
            </a:r>
            <a:r>
              <a:rPr sz="1700" dirty="0">
                <a:latin typeface="Times New Roman"/>
                <a:cs typeface="Times New Roman"/>
              </a:rPr>
              <a:t>e</a:t>
            </a:r>
            <a:r>
              <a:rPr sz="1700" spc="2" dirty="0">
                <a:latin typeface="Times New Roman"/>
                <a:cs typeface="Times New Roman"/>
              </a:rPr>
              <a:t>”</a:t>
            </a:r>
            <a:r>
              <a:rPr sz="1700" dirty="0">
                <a:latin typeface="Times New Roman"/>
                <a:cs typeface="Times New Roman"/>
              </a:rPr>
              <a:t>, </a:t>
            </a:r>
            <a:r>
              <a:rPr sz="1700" spc="-5" dirty="0">
                <a:latin typeface="Times New Roman"/>
                <a:cs typeface="Times New Roman"/>
              </a:rPr>
              <a:t>F</a:t>
            </a:r>
            <a:r>
              <a:rPr sz="1700" spc="-2" dirty="0">
                <a:latin typeface="Times New Roman"/>
                <a:cs typeface="Times New Roman"/>
              </a:rPr>
              <a:t>ifth Edition Morga</a:t>
            </a:r>
            <a:r>
              <a:rPr sz="1700" dirty="0">
                <a:latin typeface="Times New Roman"/>
                <a:cs typeface="Times New Roman"/>
              </a:rPr>
              <a:t>on</a:t>
            </a:r>
            <a:r>
              <a:rPr sz="1700" spc="5" dirty="0">
                <a:latin typeface="Times New Roman"/>
                <a:cs typeface="Times New Roman"/>
              </a:rPr>
              <a:t> </a:t>
            </a:r>
            <a:r>
              <a:rPr sz="1700" spc="-2" dirty="0">
                <a:latin typeface="Times New Roman"/>
                <a:cs typeface="Times New Roman"/>
              </a:rPr>
              <a:t>K</a:t>
            </a:r>
            <a:r>
              <a:rPr sz="1700" spc="-5" dirty="0">
                <a:latin typeface="Times New Roman"/>
                <a:cs typeface="Times New Roman"/>
              </a:rPr>
              <a:t>a</a:t>
            </a:r>
            <a:r>
              <a:rPr sz="1700" dirty="0">
                <a:latin typeface="Times New Roman"/>
                <a:cs typeface="Times New Roman"/>
              </a:rPr>
              <a:t>uf</a:t>
            </a:r>
            <a:r>
              <a:rPr sz="1700" spc="-5" dirty="0">
                <a:latin typeface="Times New Roman"/>
                <a:cs typeface="Times New Roman"/>
              </a:rPr>
              <a:t>fman.</a:t>
            </a:r>
            <a:endParaRPr sz="1700" dirty="0">
              <a:latin typeface="Times New Roman"/>
              <a:cs typeface="Times New Roman"/>
            </a:endParaRPr>
          </a:p>
        </p:txBody>
      </p:sp>
    </p:spTree>
    <p:extLst>
      <p:ext uri="{BB962C8B-B14F-4D97-AF65-F5344CB8AC3E}">
        <p14:creationId xmlns:p14="http://schemas.microsoft.com/office/powerpoint/2010/main" val="28934710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6E742-5D4B-47CF-A81C-567F7AE113D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B3E77B2-508B-AED9-E0CA-BEF49A14ED9E}"/>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1495AFBE-13E0-D8AE-049F-21FE3194F9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01A7FCF-C21C-574D-5AC7-43AEFFD2BD7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C86D985E-9427-5818-1BE5-E33F2E950E6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7B212FB1-476C-0C42-3914-1CEA6C8A61C3}"/>
              </a:ext>
            </a:extLst>
          </p:cNvPr>
          <p:cNvSpPr txBox="1"/>
          <p:nvPr/>
        </p:nvSpPr>
        <p:spPr>
          <a:xfrm>
            <a:off x="914400" y="611592"/>
            <a:ext cx="7063500" cy="4021614"/>
          </a:xfrm>
          <a:prstGeom prst="rect">
            <a:avLst/>
          </a:prstGeom>
        </p:spPr>
        <p:txBody>
          <a:bodyPr vert="horz" wrap="square" lIns="0" tIns="0" rIns="0" bIns="0" rtlCol="0">
            <a:spAutoFit/>
          </a:bodyPr>
          <a:lstStyle/>
          <a:p>
            <a:pPr marL="6109">
              <a:spcBef>
                <a:spcPts val="409"/>
              </a:spcBef>
            </a:pP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a:t>
            </a:r>
            <a:r>
              <a:rPr sz="1700" b="1" spc="-5" dirty="0">
                <a:latin typeface="Times New Roman"/>
                <a:cs typeface="Times New Roman"/>
              </a:rPr>
              <a:t>e</a:t>
            </a:r>
            <a:r>
              <a:rPr sz="1700" b="1" spc="-2" dirty="0">
                <a:latin typeface="Times New Roman"/>
                <a:cs typeface="Times New Roman"/>
              </a:rPr>
              <a:t> </a:t>
            </a:r>
            <a:r>
              <a:rPr sz="1700" b="1" spc="5" dirty="0">
                <a:latin typeface="Times New Roman"/>
                <a:cs typeface="Times New Roman"/>
              </a:rPr>
              <a:t>W</a:t>
            </a:r>
            <a:r>
              <a:rPr sz="1700" b="1" spc="-7" dirty="0">
                <a:latin typeface="Times New Roman"/>
                <a:cs typeface="Times New Roman"/>
              </a:rPr>
              <a:t>e</a:t>
            </a:r>
            <a:r>
              <a:rPr sz="1700" b="1" dirty="0">
                <a:latin typeface="Times New Roman"/>
                <a:cs typeface="Times New Roman"/>
              </a:rPr>
              <a:t>b</a:t>
            </a:r>
            <a:r>
              <a:rPr sz="1700" b="1" spc="-5" dirty="0">
                <a:latin typeface="Times New Roman"/>
                <a:cs typeface="Times New Roman"/>
              </a:rPr>
              <a:t>site</a:t>
            </a:r>
            <a:r>
              <a:rPr sz="1700" b="1" dirty="0">
                <a:latin typeface="Times New Roman"/>
                <a:cs typeface="Times New Roman"/>
              </a:rPr>
              <a:t>:</a:t>
            </a:r>
            <a:endParaRPr sz="1700" dirty="0">
              <a:latin typeface="Times New Roman"/>
              <a:cs typeface="Times New Roman"/>
            </a:endParaRPr>
          </a:p>
          <a:p>
            <a:pPr>
              <a:spcBef>
                <a:spcPts val="7"/>
              </a:spcBef>
            </a:pPr>
            <a:endParaRPr sz="1700" dirty="0">
              <a:latin typeface="Times New Roman"/>
              <a:cs typeface="Times New Roman"/>
            </a:endParaRPr>
          </a:p>
          <a:p>
            <a:pPr marL="225716" indent="-109651">
              <a:buFont typeface="Times New Roman"/>
              <a:buChar char="●"/>
              <a:tabLst>
                <a:tab pos="226022" algn="l"/>
              </a:tabLst>
            </a:pPr>
            <a:r>
              <a:rPr sz="1700" u="sng" spc="-2" dirty="0">
                <a:latin typeface="Times New Roman"/>
                <a:cs typeface="Times New Roman"/>
              </a:rPr>
              <a:t>Dif</a:t>
            </a:r>
            <a:r>
              <a:rPr sz="1700" u="sng" spc="-5" dirty="0">
                <a:latin typeface="Times New Roman"/>
                <a:cs typeface="Times New Roman"/>
              </a:rPr>
              <a:t>f</a:t>
            </a:r>
            <a:r>
              <a:rPr sz="1700" u="sng" spc="-7" dirty="0">
                <a:latin typeface="Times New Roman"/>
                <a:cs typeface="Times New Roman"/>
              </a:rPr>
              <a:t>e</a:t>
            </a:r>
            <a:r>
              <a:rPr sz="1700" u="sng" spc="2" dirty="0">
                <a:latin typeface="Times New Roman"/>
                <a:cs typeface="Times New Roman"/>
              </a:rPr>
              <a:t>r</a:t>
            </a:r>
            <a:r>
              <a:rPr sz="1700" u="sng" spc="-7" dirty="0">
                <a:latin typeface="Times New Roman"/>
                <a:cs typeface="Times New Roman"/>
              </a:rPr>
              <a:t>e</a:t>
            </a:r>
            <a:r>
              <a:rPr sz="1700" u="sng" spc="-5" dirty="0">
                <a:latin typeface="Times New Roman"/>
                <a:cs typeface="Times New Roman"/>
              </a:rPr>
              <a:t>n</a:t>
            </a:r>
            <a:r>
              <a:rPr sz="1700" u="sng" spc="-7" dirty="0">
                <a:latin typeface="Times New Roman"/>
                <a:cs typeface="Times New Roman"/>
              </a:rPr>
              <a:t>ce</a:t>
            </a:r>
            <a:r>
              <a:rPr sz="1700" u="sng" dirty="0">
                <a:latin typeface="Times New Roman"/>
                <a:cs typeface="Times New Roman"/>
              </a:rPr>
              <a:t>s</a:t>
            </a:r>
            <a:r>
              <a:rPr sz="1700" u="sng" spc="-2" dirty="0">
                <a:latin typeface="Times New Roman"/>
                <a:cs typeface="Times New Roman"/>
              </a:rPr>
              <a:t> </a:t>
            </a:r>
            <a:r>
              <a:rPr sz="1700" u="sng" spc="5" dirty="0">
                <a:latin typeface="Times New Roman"/>
                <a:cs typeface="Times New Roman"/>
              </a:rPr>
              <a:t>b</a:t>
            </a:r>
            <a:r>
              <a:rPr sz="1700" u="sng" spc="-7" dirty="0">
                <a:latin typeface="Times New Roman"/>
                <a:cs typeface="Times New Roman"/>
              </a:rPr>
              <a:t>e</a:t>
            </a:r>
            <a:r>
              <a:rPr sz="1700" u="sng" spc="-5" dirty="0">
                <a:latin typeface="Times New Roman"/>
                <a:cs typeface="Times New Roman"/>
              </a:rPr>
              <a:t>tw</a:t>
            </a:r>
            <a:r>
              <a:rPr sz="1700" u="sng" spc="-2" dirty="0">
                <a:latin typeface="Times New Roman"/>
                <a:cs typeface="Times New Roman"/>
              </a:rPr>
              <a:t>e</a:t>
            </a:r>
            <a:r>
              <a:rPr sz="1700" u="sng" spc="-7" dirty="0">
                <a:latin typeface="Times New Roman"/>
                <a:cs typeface="Times New Roman"/>
              </a:rPr>
              <a:t>e</a:t>
            </a:r>
            <a:r>
              <a:rPr sz="1700" u="sng" dirty="0">
                <a:latin typeface="Times New Roman"/>
                <a:cs typeface="Times New Roman"/>
              </a:rPr>
              <a:t>n </a:t>
            </a:r>
            <a:r>
              <a:rPr sz="1700" u="sng" spc="-2" dirty="0">
                <a:latin typeface="Times New Roman"/>
                <a:cs typeface="Times New Roman"/>
              </a:rPr>
              <a:t>As</a:t>
            </a:r>
            <a:r>
              <a:rPr sz="1700" u="sng" spc="5" dirty="0">
                <a:latin typeface="Times New Roman"/>
                <a:cs typeface="Times New Roman"/>
              </a:rPr>
              <a:t>s</a:t>
            </a:r>
            <a:r>
              <a:rPr sz="1700" u="sng" spc="-5" dirty="0">
                <a:latin typeface="Times New Roman"/>
                <a:cs typeface="Times New Roman"/>
              </a:rPr>
              <a:t>o</a:t>
            </a:r>
            <a:r>
              <a:rPr sz="1700" u="sng" spc="-7" dirty="0">
                <a:latin typeface="Times New Roman"/>
                <a:cs typeface="Times New Roman"/>
              </a:rPr>
              <a:t>c</a:t>
            </a:r>
            <a:r>
              <a:rPr sz="1700" u="sng" spc="-2" dirty="0">
                <a:latin typeface="Times New Roman"/>
                <a:cs typeface="Times New Roman"/>
              </a:rPr>
              <a:t>iative </a:t>
            </a:r>
            <a:r>
              <a:rPr sz="1700" u="sng" spc="-10" dirty="0">
                <a:latin typeface="Times New Roman"/>
                <a:cs typeface="Times New Roman"/>
              </a:rPr>
              <a:t>a</a:t>
            </a:r>
            <a:r>
              <a:rPr sz="1700" u="sng" dirty="0">
                <a:latin typeface="Times New Roman"/>
                <a:cs typeface="Times New Roman"/>
              </a:rPr>
              <a:t>nd </a:t>
            </a:r>
            <a:r>
              <a:rPr sz="1700" u="sng" spc="-5" dirty="0">
                <a:latin typeface="Times New Roman"/>
                <a:cs typeface="Times New Roman"/>
              </a:rPr>
              <a:t>C</a:t>
            </a:r>
            <a:r>
              <a:rPr sz="1700" u="sng" spc="-7" dirty="0">
                <a:latin typeface="Times New Roman"/>
                <a:cs typeface="Times New Roman"/>
              </a:rPr>
              <a:t>ac</a:t>
            </a:r>
            <a:r>
              <a:rPr sz="1700" u="sng" spc="5" dirty="0">
                <a:latin typeface="Times New Roman"/>
                <a:cs typeface="Times New Roman"/>
              </a:rPr>
              <a:t>h</a:t>
            </a:r>
            <a:r>
              <a:rPr sz="1700" u="sng" spc="-5" dirty="0">
                <a:latin typeface="Times New Roman"/>
                <a:cs typeface="Times New Roman"/>
              </a:rPr>
              <a:t>e</a:t>
            </a:r>
            <a:r>
              <a:rPr sz="1700" u="sng" spc="-2" dirty="0">
                <a:latin typeface="Times New Roman"/>
                <a:cs typeface="Times New Roman"/>
              </a:rPr>
              <a:t> Me</a:t>
            </a:r>
            <a:r>
              <a:rPr sz="1700" u="sng" dirty="0">
                <a:latin typeface="Times New Roman"/>
                <a:cs typeface="Times New Roman"/>
              </a:rPr>
              <a:t>mory</a:t>
            </a:r>
            <a:r>
              <a:rPr sz="1700" u="sng" spc="5" dirty="0">
                <a:latin typeface="Times New Roman"/>
                <a:cs typeface="Times New Roman"/>
              </a:rPr>
              <a:t> </a:t>
            </a:r>
            <a:r>
              <a:rPr lang="en-US" sz="1700" u="sng" dirty="0">
                <a:latin typeface="Times New Roman"/>
                <a:cs typeface="Times New Roman"/>
              </a:rPr>
              <a:t>–</a:t>
            </a:r>
            <a:r>
              <a:rPr sz="1700" u="sng" spc="-2" dirty="0">
                <a:latin typeface="Times New Roman"/>
                <a:cs typeface="Times New Roman"/>
              </a:rPr>
              <a:t> </a:t>
            </a:r>
            <a:r>
              <a:rPr sz="1700" u="sng" spc="-2" dirty="0" err="1">
                <a:latin typeface="Times New Roman"/>
                <a:cs typeface="Times New Roman"/>
              </a:rPr>
              <a:t>G</a:t>
            </a:r>
            <a:r>
              <a:rPr sz="1700" u="sng" dirty="0" err="1">
                <a:latin typeface="Times New Roman"/>
                <a:cs typeface="Times New Roman"/>
              </a:rPr>
              <a:t>e</a:t>
            </a:r>
            <a:r>
              <a:rPr sz="1700" u="sng" spc="-7" dirty="0" err="1">
                <a:latin typeface="Times New Roman"/>
                <a:cs typeface="Times New Roman"/>
              </a:rPr>
              <a:t>e</a:t>
            </a:r>
            <a:r>
              <a:rPr sz="1700" u="sng" dirty="0" err="1">
                <a:latin typeface="Times New Roman"/>
                <a:cs typeface="Times New Roman"/>
              </a:rPr>
              <a:t>ksfo</a:t>
            </a:r>
            <a:r>
              <a:rPr sz="1700" u="sng" spc="-5" dirty="0" err="1">
                <a:latin typeface="Times New Roman"/>
                <a:cs typeface="Times New Roman"/>
              </a:rPr>
              <a:t>r</a:t>
            </a:r>
            <a:r>
              <a:rPr sz="1700" u="sng" spc="2" dirty="0" err="1">
                <a:latin typeface="Times New Roman"/>
                <a:cs typeface="Times New Roman"/>
              </a:rPr>
              <a:t>G</a:t>
            </a:r>
            <a:r>
              <a:rPr sz="1700" u="sng" spc="-7" dirty="0" err="1">
                <a:latin typeface="Times New Roman"/>
                <a:cs typeface="Times New Roman"/>
              </a:rPr>
              <a:t>ee</a:t>
            </a:r>
            <a:r>
              <a:rPr sz="1700" u="sng" dirty="0" err="1">
                <a:latin typeface="Times New Roman"/>
                <a:cs typeface="Times New Roman"/>
              </a:rPr>
              <a:t>ks</a:t>
            </a:r>
            <a:endParaRPr sz="1700" dirty="0">
              <a:latin typeface="Times New Roman"/>
              <a:cs typeface="Times New Roman"/>
            </a:endParaRPr>
          </a:p>
          <a:p>
            <a:pPr marL="225716" indent="-109651">
              <a:buFont typeface="Times New Roman"/>
              <a:buChar char="●"/>
              <a:tabLst>
                <a:tab pos="226022" algn="l"/>
              </a:tabLst>
            </a:pPr>
            <a:r>
              <a:rPr sz="1700" u="sng" spc="-2" dirty="0">
                <a:latin typeface="Times New Roman"/>
                <a:cs typeface="Times New Roman"/>
              </a:rPr>
              <a:t>https:</a:t>
            </a:r>
            <a:r>
              <a:rPr sz="1700" u="sng" dirty="0">
                <a:latin typeface="Times New Roman"/>
                <a:cs typeface="Times New Roman"/>
              </a:rPr>
              <a:t>/</a:t>
            </a:r>
            <a:r>
              <a:rPr sz="1700" u="sng" spc="-2" dirty="0">
                <a:latin typeface="Times New Roman"/>
                <a:cs typeface="Times New Roman"/>
              </a:rPr>
              <a:t>/se</a:t>
            </a:r>
            <a:r>
              <a:rPr sz="1700" u="sng" spc="-10" dirty="0">
                <a:latin typeface="Times New Roman"/>
                <a:cs typeface="Times New Roman"/>
              </a:rPr>
              <a:t>a</a:t>
            </a:r>
            <a:r>
              <a:rPr sz="1700" u="sng" spc="-2" dirty="0">
                <a:latin typeface="Times New Roman"/>
                <a:cs typeface="Times New Roman"/>
              </a:rPr>
              <a:t>r</a:t>
            </a:r>
            <a:r>
              <a:rPr sz="1700" u="sng" spc="-10" dirty="0">
                <a:latin typeface="Times New Roman"/>
                <a:cs typeface="Times New Roman"/>
              </a:rPr>
              <a:t>c</a:t>
            </a:r>
            <a:r>
              <a:rPr sz="1700" u="sng" spc="-2" dirty="0">
                <a:latin typeface="Times New Roman"/>
                <a:cs typeface="Times New Roman"/>
              </a:rPr>
              <a:t>hstor</a:t>
            </a:r>
            <a:r>
              <a:rPr sz="1700" u="sng" spc="-7" dirty="0">
                <a:latin typeface="Times New Roman"/>
                <a:cs typeface="Times New Roman"/>
              </a:rPr>
              <a:t>a</a:t>
            </a:r>
            <a:r>
              <a:rPr sz="1700" u="sng" spc="-5" dirty="0">
                <a:latin typeface="Times New Roman"/>
                <a:cs typeface="Times New Roman"/>
              </a:rPr>
              <a:t>g</a:t>
            </a:r>
            <a:r>
              <a:rPr sz="1700" u="sng" spc="-7" dirty="0">
                <a:latin typeface="Times New Roman"/>
                <a:cs typeface="Times New Roman"/>
              </a:rPr>
              <a:t>e</a:t>
            </a:r>
            <a:r>
              <a:rPr sz="1700" u="sng" spc="-2" dirty="0">
                <a:latin typeface="Times New Roman"/>
                <a:cs typeface="Times New Roman"/>
              </a:rPr>
              <a:t>.te</a:t>
            </a:r>
            <a:r>
              <a:rPr sz="1700" u="sng" spc="-7" dirty="0">
                <a:latin typeface="Times New Roman"/>
                <a:cs typeface="Times New Roman"/>
              </a:rPr>
              <a:t>c</a:t>
            </a:r>
            <a:r>
              <a:rPr sz="1700" u="sng" spc="5" dirty="0">
                <a:latin typeface="Times New Roman"/>
                <a:cs typeface="Times New Roman"/>
              </a:rPr>
              <a:t>h</a:t>
            </a:r>
            <a:r>
              <a:rPr sz="1700" u="sng" spc="-2" dirty="0">
                <a:latin typeface="Times New Roman"/>
                <a:cs typeface="Times New Roman"/>
              </a:rPr>
              <a:t>ta</a:t>
            </a:r>
            <a:r>
              <a:rPr sz="1700" u="sng" spc="-7" dirty="0">
                <a:latin typeface="Times New Roman"/>
                <a:cs typeface="Times New Roman"/>
              </a:rPr>
              <a:t>r</a:t>
            </a:r>
            <a:r>
              <a:rPr sz="1700" u="sng" spc="-5" dirty="0">
                <a:latin typeface="Times New Roman"/>
                <a:cs typeface="Times New Roman"/>
              </a:rPr>
              <a:t>g</a:t>
            </a:r>
            <a:r>
              <a:rPr sz="1700" u="sng" spc="-7" dirty="0">
                <a:latin typeface="Times New Roman"/>
                <a:cs typeface="Times New Roman"/>
              </a:rPr>
              <a:t>e</a:t>
            </a:r>
            <a:r>
              <a:rPr sz="1700" u="sng" spc="-5" dirty="0">
                <a:latin typeface="Times New Roman"/>
                <a:cs typeface="Times New Roman"/>
              </a:rPr>
              <a:t>t.com/de</a:t>
            </a:r>
            <a:r>
              <a:rPr sz="1700" u="sng" spc="-7" dirty="0">
                <a:latin typeface="Times New Roman"/>
                <a:cs typeface="Times New Roman"/>
              </a:rPr>
              <a:t>f</a:t>
            </a:r>
            <a:r>
              <a:rPr sz="1700" u="sng" spc="-2" dirty="0">
                <a:latin typeface="Times New Roman"/>
                <a:cs typeface="Times New Roman"/>
              </a:rPr>
              <a:t>initi</a:t>
            </a:r>
            <a:r>
              <a:rPr sz="1700" u="sng" spc="-5" dirty="0">
                <a:latin typeface="Times New Roman"/>
                <a:cs typeface="Times New Roman"/>
              </a:rPr>
              <a:t>on/c</a:t>
            </a:r>
            <a:r>
              <a:rPr sz="1700" u="sng" spc="-10" dirty="0">
                <a:latin typeface="Times New Roman"/>
                <a:cs typeface="Times New Roman"/>
              </a:rPr>
              <a:t>a</a:t>
            </a:r>
            <a:r>
              <a:rPr sz="1700" u="sng" spc="-2" dirty="0">
                <a:latin typeface="Times New Roman"/>
                <a:cs typeface="Times New Roman"/>
              </a:rPr>
              <a:t>c</a:t>
            </a:r>
            <a:r>
              <a:rPr sz="1700" u="sng" spc="-5" dirty="0">
                <a:latin typeface="Times New Roman"/>
                <a:cs typeface="Times New Roman"/>
              </a:rPr>
              <a:t>h</a:t>
            </a:r>
            <a:r>
              <a:rPr sz="1700" u="sng" spc="-2" dirty="0">
                <a:latin typeface="Times New Roman"/>
                <a:cs typeface="Times New Roman"/>
              </a:rPr>
              <a:t>e-</a:t>
            </a:r>
            <a:r>
              <a:rPr sz="1700" u="sng" spc="-7" dirty="0">
                <a:latin typeface="Times New Roman"/>
                <a:cs typeface="Times New Roman"/>
              </a:rPr>
              <a:t>a</a:t>
            </a:r>
            <a:r>
              <a:rPr sz="1700" u="sng" spc="-2" dirty="0">
                <a:latin typeface="Times New Roman"/>
                <a:cs typeface="Times New Roman"/>
              </a:rPr>
              <a:t>lgorit</a:t>
            </a:r>
            <a:r>
              <a:rPr sz="1700" u="sng" spc="-5" dirty="0">
                <a:latin typeface="Times New Roman"/>
                <a:cs typeface="Times New Roman"/>
              </a:rPr>
              <a:t>hm</a:t>
            </a:r>
            <a:endParaRPr sz="1700" dirty="0">
              <a:latin typeface="Times New Roman"/>
              <a:cs typeface="Times New Roman"/>
            </a:endParaRPr>
          </a:p>
          <a:p>
            <a:pPr marL="225716" indent="-109651">
              <a:buFont typeface="Times New Roman"/>
              <a:buChar char="●"/>
              <a:tabLst>
                <a:tab pos="226022" algn="l"/>
              </a:tabLst>
            </a:pPr>
            <a:r>
              <a:rPr sz="1700" u="sng" spc="-2" dirty="0">
                <a:latin typeface="Times New Roman"/>
                <a:cs typeface="Times New Roman"/>
                <a:hlinkClick r:id="rId6"/>
              </a:rPr>
              <a:t>https:</a:t>
            </a:r>
            <a:r>
              <a:rPr sz="1700" u="sng" dirty="0">
                <a:latin typeface="Times New Roman"/>
                <a:cs typeface="Times New Roman"/>
                <a:hlinkClick r:id="rId6"/>
              </a:rPr>
              <a:t>//ww</a:t>
            </a:r>
            <a:r>
              <a:rPr sz="1700" u="sng" spc="-5" dirty="0">
                <a:latin typeface="Times New Roman"/>
                <a:cs typeface="Times New Roman"/>
                <a:hlinkClick r:id="rId6"/>
              </a:rPr>
              <a:t>w</a:t>
            </a:r>
            <a:r>
              <a:rPr sz="1700" u="sng" spc="-2" dirty="0">
                <a:latin typeface="Times New Roman"/>
                <a:cs typeface="Times New Roman"/>
                <a:hlinkClick r:id="rId6"/>
              </a:rPr>
              <a:t>.includ</a:t>
            </a:r>
            <a:r>
              <a:rPr sz="1700" u="sng" spc="-7" dirty="0">
                <a:latin typeface="Times New Roman"/>
                <a:cs typeface="Times New Roman"/>
                <a:hlinkClick r:id="rId6"/>
              </a:rPr>
              <a:t>e</a:t>
            </a:r>
            <a:r>
              <a:rPr sz="1700" u="sng" spc="-5" dirty="0">
                <a:latin typeface="Times New Roman"/>
                <a:cs typeface="Times New Roman"/>
                <a:hlinkClick r:id="rId6"/>
              </a:rPr>
              <a:t>h</a:t>
            </a:r>
            <a:r>
              <a:rPr sz="1700" u="sng" spc="-7" dirty="0">
                <a:latin typeface="Times New Roman"/>
                <a:cs typeface="Times New Roman"/>
                <a:hlinkClick r:id="rId6"/>
              </a:rPr>
              <a:t>e</a:t>
            </a:r>
            <a:r>
              <a:rPr sz="1700" u="sng" spc="-2" dirty="0">
                <a:latin typeface="Times New Roman"/>
                <a:cs typeface="Times New Roman"/>
                <a:hlinkClick r:id="rId6"/>
              </a:rPr>
              <a:t>lp.com/cso/t</a:t>
            </a:r>
            <a:r>
              <a:rPr sz="1700" u="sng" spc="-5" dirty="0">
                <a:latin typeface="Times New Roman"/>
                <a:cs typeface="Times New Roman"/>
                <a:hlinkClick r:id="rId6"/>
              </a:rPr>
              <a:t>yp</a:t>
            </a:r>
            <a:r>
              <a:rPr sz="1700" u="sng" spc="-7" dirty="0">
                <a:latin typeface="Times New Roman"/>
                <a:cs typeface="Times New Roman"/>
                <a:hlinkClick r:id="rId6"/>
              </a:rPr>
              <a:t>e</a:t>
            </a:r>
            <a:r>
              <a:rPr sz="1700" u="sng" spc="2" dirty="0">
                <a:latin typeface="Times New Roman"/>
                <a:cs typeface="Times New Roman"/>
                <a:hlinkClick r:id="rId6"/>
              </a:rPr>
              <a:t>s</a:t>
            </a:r>
            <a:r>
              <a:rPr sz="1700" u="sng" spc="-2" dirty="0">
                <a:latin typeface="Times New Roman"/>
                <a:cs typeface="Times New Roman"/>
                <a:hlinkClick r:id="rId6"/>
              </a:rPr>
              <a:t>-</a:t>
            </a:r>
            <a:r>
              <a:rPr sz="1700" u="sng" dirty="0">
                <a:latin typeface="Times New Roman"/>
                <a:cs typeface="Times New Roman"/>
                <a:hlinkClick r:id="rId6"/>
              </a:rPr>
              <a:t>o</a:t>
            </a:r>
            <a:r>
              <a:rPr sz="1700" u="sng" spc="-2" dirty="0">
                <a:latin typeface="Times New Roman"/>
                <a:cs typeface="Times New Roman"/>
                <a:hlinkClick r:id="rId6"/>
              </a:rPr>
              <a:t>f-c</a:t>
            </a:r>
            <a:r>
              <a:rPr sz="1700" u="sng" spc="-7" dirty="0">
                <a:latin typeface="Times New Roman"/>
                <a:cs typeface="Times New Roman"/>
                <a:hlinkClick r:id="rId6"/>
              </a:rPr>
              <a:t>ac</a:t>
            </a:r>
            <a:r>
              <a:rPr sz="1700" u="sng" spc="5" dirty="0">
                <a:latin typeface="Times New Roman"/>
                <a:cs typeface="Times New Roman"/>
                <a:hlinkClick r:id="rId6"/>
              </a:rPr>
              <a:t>h</a:t>
            </a:r>
            <a:r>
              <a:rPr sz="1700" u="sng" spc="-7" dirty="0">
                <a:latin typeface="Times New Roman"/>
                <a:cs typeface="Times New Roman"/>
                <a:hlinkClick r:id="rId6"/>
              </a:rPr>
              <a:t>e</a:t>
            </a:r>
            <a:r>
              <a:rPr sz="1700" u="sng" spc="-2" dirty="0">
                <a:latin typeface="Times New Roman"/>
                <a:cs typeface="Times New Roman"/>
                <a:hlinkClick r:id="rId6"/>
              </a:rPr>
              <a:t>-</a:t>
            </a:r>
            <a:r>
              <a:rPr sz="1700" u="sng" spc="2" dirty="0">
                <a:latin typeface="Times New Roman"/>
                <a:cs typeface="Times New Roman"/>
                <a:hlinkClick r:id="rId6"/>
              </a:rPr>
              <a:t>r</a:t>
            </a:r>
            <a:r>
              <a:rPr sz="1700" u="sng" spc="-7" dirty="0">
                <a:latin typeface="Times New Roman"/>
                <a:cs typeface="Times New Roman"/>
                <a:hlinkClick r:id="rId6"/>
              </a:rPr>
              <a:t>e</a:t>
            </a:r>
            <a:r>
              <a:rPr sz="1700" u="sng" spc="-2" dirty="0">
                <a:latin typeface="Times New Roman"/>
                <a:cs typeface="Times New Roman"/>
                <a:hlinkClick r:id="rId6"/>
              </a:rPr>
              <a:t>pla</a:t>
            </a:r>
            <a:r>
              <a:rPr sz="1700" u="sng" spc="-10" dirty="0">
                <a:latin typeface="Times New Roman"/>
                <a:cs typeface="Times New Roman"/>
                <a:hlinkClick r:id="rId6"/>
              </a:rPr>
              <a:t>c</a:t>
            </a:r>
            <a:r>
              <a:rPr sz="1700" u="sng" spc="-7" dirty="0">
                <a:latin typeface="Times New Roman"/>
                <a:cs typeface="Times New Roman"/>
                <a:hlinkClick r:id="rId6"/>
              </a:rPr>
              <a:t>e</a:t>
            </a:r>
            <a:r>
              <a:rPr sz="1700" u="sng" dirty="0">
                <a:latin typeface="Times New Roman"/>
                <a:cs typeface="Times New Roman"/>
                <a:hlinkClick r:id="rId6"/>
              </a:rPr>
              <a:t>m</a:t>
            </a:r>
            <a:r>
              <a:rPr sz="1700" u="sng" spc="-7" dirty="0">
                <a:latin typeface="Times New Roman"/>
                <a:cs typeface="Times New Roman"/>
                <a:hlinkClick r:id="rId6"/>
              </a:rPr>
              <a:t>e</a:t>
            </a:r>
            <a:r>
              <a:rPr sz="1700" u="sng" spc="-5" dirty="0">
                <a:latin typeface="Times New Roman"/>
                <a:cs typeface="Times New Roman"/>
                <a:hlinkClick r:id="rId6"/>
              </a:rPr>
              <a:t>n</a:t>
            </a:r>
            <a:r>
              <a:rPr sz="1700" u="sng" dirty="0">
                <a:latin typeface="Times New Roman"/>
                <a:cs typeface="Times New Roman"/>
                <a:hlinkClick r:id="rId6"/>
              </a:rPr>
              <a:t>t</a:t>
            </a:r>
            <a:r>
              <a:rPr sz="1700" u="sng" spc="-2" dirty="0">
                <a:latin typeface="Times New Roman"/>
                <a:cs typeface="Times New Roman"/>
                <a:hlinkClick r:id="rId6"/>
              </a:rPr>
              <a:t>-poli</a:t>
            </a:r>
            <a:r>
              <a:rPr sz="1700" u="sng" spc="-7" dirty="0">
                <a:latin typeface="Times New Roman"/>
                <a:cs typeface="Times New Roman"/>
                <a:hlinkClick r:id="rId6"/>
              </a:rPr>
              <a:t>c</a:t>
            </a:r>
            <a:r>
              <a:rPr sz="1700" u="sng" spc="-2" dirty="0">
                <a:latin typeface="Times New Roman"/>
                <a:cs typeface="Times New Roman"/>
                <a:hlinkClick r:id="rId6"/>
              </a:rPr>
              <a:t>ies.</a:t>
            </a:r>
            <a:r>
              <a:rPr sz="1700" u="sng" spc="-10" dirty="0">
                <a:latin typeface="Times New Roman"/>
                <a:cs typeface="Times New Roman"/>
                <a:hlinkClick r:id="rId6"/>
              </a:rPr>
              <a:t>a</a:t>
            </a:r>
            <a:r>
              <a:rPr sz="1700" u="sng" spc="-2" dirty="0">
                <a:latin typeface="Times New Roman"/>
                <a:cs typeface="Times New Roman"/>
                <a:hlinkClick r:id="rId6"/>
              </a:rPr>
              <a:t>spx</a:t>
            </a:r>
            <a:endParaRPr sz="1700" dirty="0">
              <a:latin typeface="Times New Roman"/>
              <a:cs typeface="Times New Roman"/>
            </a:endParaRPr>
          </a:p>
          <a:p>
            <a:pPr>
              <a:spcBef>
                <a:spcPts val="10"/>
              </a:spcBef>
              <a:buFont typeface="Times New Roman"/>
              <a:buChar char="●"/>
            </a:pPr>
            <a:endParaRPr sz="1700" dirty="0">
              <a:latin typeface="Times New Roman"/>
              <a:cs typeface="Times New Roman"/>
            </a:endParaRPr>
          </a:p>
          <a:p>
            <a:pPr marL="6109"/>
            <a:r>
              <a:rPr sz="1700" b="1" spc="-2" dirty="0">
                <a:latin typeface="Times New Roman"/>
                <a:cs typeface="Times New Roman"/>
              </a:rPr>
              <a:t>Vi</a:t>
            </a:r>
            <a:r>
              <a:rPr sz="1700" b="1" dirty="0">
                <a:latin typeface="Times New Roman"/>
                <a:cs typeface="Times New Roman"/>
              </a:rPr>
              <a:t>d</a:t>
            </a:r>
            <a:r>
              <a:rPr sz="1700" b="1" spc="-7" dirty="0">
                <a:latin typeface="Times New Roman"/>
                <a:cs typeface="Times New Roman"/>
              </a:rPr>
              <a:t>e</a:t>
            </a:r>
            <a:r>
              <a:rPr sz="1700" b="1" dirty="0">
                <a:latin typeface="Times New Roman"/>
                <a:cs typeface="Times New Roman"/>
              </a:rPr>
              <a:t>o </a:t>
            </a:r>
            <a:r>
              <a:rPr sz="1700" b="1" spc="-5" dirty="0">
                <a:latin typeface="Times New Roman"/>
                <a:cs typeface="Times New Roman"/>
              </a:rPr>
              <a:t>Li</a:t>
            </a:r>
            <a:r>
              <a:rPr sz="1700" b="1" spc="-2" dirty="0">
                <a:latin typeface="Times New Roman"/>
                <a:cs typeface="Times New Roman"/>
              </a:rPr>
              <a:t>n</a:t>
            </a:r>
            <a:r>
              <a:rPr sz="1700" b="1" dirty="0">
                <a:latin typeface="Times New Roman"/>
                <a:cs typeface="Times New Roman"/>
              </a:rPr>
              <a:t>k</a:t>
            </a:r>
            <a:r>
              <a:rPr sz="1700" b="1" spc="-2" dirty="0">
                <a:latin typeface="Times New Roman"/>
                <a:cs typeface="Times New Roman"/>
              </a:rPr>
              <a:t>s:</a:t>
            </a:r>
            <a:endParaRPr sz="1700" dirty="0">
              <a:latin typeface="Times New Roman"/>
              <a:cs typeface="Times New Roman"/>
            </a:endParaRPr>
          </a:p>
          <a:p>
            <a:pPr marL="225716" indent="-109651">
              <a:spcBef>
                <a:spcPts val="404"/>
              </a:spcBef>
              <a:buFont typeface="Times New Roman"/>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dirty="0">
                <a:solidFill>
                  <a:srgbClr val="0000FF"/>
                </a:solidFill>
                <a:latin typeface="Times New Roman"/>
                <a:cs typeface="Times New Roman"/>
              </a:rPr>
              <a:t>S</a:t>
            </a:r>
            <a:r>
              <a:rPr sz="1700" u="sng" spc="-2" dirty="0">
                <a:solidFill>
                  <a:srgbClr val="0000FF"/>
                </a:solidFill>
                <a:latin typeface="Times New Roman"/>
                <a:cs typeface="Times New Roman"/>
              </a:rPr>
              <a:t>V7Kk1njt</a:t>
            </a:r>
            <a:r>
              <a:rPr sz="1700" u="sng" spc="-5" dirty="0">
                <a:solidFill>
                  <a:srgbClr val="0000FF"/>
                </a:solidFill>
                <a:latin typeface="Times New Roman"/>
                <a:cs typeface="Times New Roman"/>
              </a:rPr>
              <a:t>5</a:t>
            </a:r>
            <a:r>
              <a:rPr sz="1700" u="sng" spc="-7" dirty="0">
                <a:solidFill>
                  <a:srgbClr val="0000FF"/>
                </a:solidFill>
                <a:latin typeface="Times New Roman"/>
                <a:cs typeface="Times New Roman"/>
              </a:rPr>
              <a:t>c?</a:t>
            </a:r>
            <a:r>
              <a:rPr sz="1700" u="sng" spc="-5" dirty="0">
                <a:solidFill>
                  <a:srgbClr val="0000FF"/>
                </a:solidFill>
                <a:latin typeface="Times New Roman"/>
                <a:cs typeface="Times New Roman"/>
              </a:rPr>
              <a:t>si=f</a:t>
            </a:r>
            <a:r>
              <a:rPr sz="1700" u="sng" dirty="0">
                <a:solidFill>
                  <a:srgbClr val="0000FF"/>
                </a:solidFill>
                <a:latin typeface="Times New Roman"/>
                <a:cs typeface="Times New Roman"/>
              </a:rPr>
              <a:t>f</a:t>
            </a:r>
            <a:r>
              <a:rPr sz="1700" u="sng" spc="-5" dirty="0">
                <a:solidFill>
                  <a:srgbClr val="0000FF"/>
                </a:solidFill>
                <a:latin typeface="Times New Roman"/>
                <a:cs typeface="Times New Roman"/>
              </a:rPr>
              <a:t>VZ</a:t>
            </a:r>
            <a:r>
              <a:rPr sz="1700" u="sng" spc="-2" dirty="0">
                <a:solidFill>
                  <a:srgbClr val="0000FF"/>
                </a:solidFill>
                <a:latin typeface="Times New Roman"/>
                <a:cs typeface="Times New Roman"/>
              </a:rPr>
              <a:t>8</a:t>
            </a:r>
            <a:r>
              <a:rPr sz="1700" u="sng" spc="-7" dirty="0">
                <a:solidFill>
                  <a:srgbClr val="0000FF"/>
                </a:solidFill>
                <a:latin typeface="Times New Roman"/>
                <a:cs typeface="Times New Roman"/>
              </a:rPr>
              <a:t>z</a:t>
            </a:r>
            <a:r>
              <a:rPr sz="1700" u="sng" spc="-2" dirty="0">
                <a:solidFill>
                  <a:srgbClr val="0000FF"/>
                </a:solidFill>
                <a:latin typeface="Times New Roman"/>
                <a:cs typeface="Times New Roman"/>
              </a:rPr>
              <a:t>V</a:t>
            </a:r>
            <a:r>
              <a:rPr sz="1700" u="sng" spc="2" dirty="0">
                <a:solidFill>
                  <a:srgbClr val="0000FF"/>
                </a:solidFill>
                <a:latin typeface="Times New Roman"/>
                <a:cs typeface="Times New Roman"/>
              </a:rPr>
              <a:t>O</a:t>
            </a:r>
            <a:r>
              <a:rPr sz="1700" u="sng" spc="-5" dirty="0">
                <a:solidFill>
                  <a:srgbClr val="0000FF"/>
                </a:solidFill>
                <a:latin typeface="Times New Roman"/>
                <a:cs typeface="Times New Roman"/>
              </a:rPr>
              <a:t>F</a:t>
            </a:r>
            <a:r>
              <a:rPr sz="1700" u="sng" dirty="0">
                <a:solidFill>
                  <a:srgbClr val="0000FF"/>
                </a:solidFill>
                <a:latin typeface="Times New Roman"/>
                <a:cs typeface="Times New Roman"/>
              </a:rPr>
              <a:t>2</a:t>
            </a:r>
            <a:r>
              <a:rPr sz="1700" u="sng" spc="5" dirty="0">
                <a:solidFill>
                  <a:srgbClr val="0000FF"/>
                </a:solidFill>
                <a:latin typeface="Times New Roman"/>
                <a:cs typeface="Times New Roman"/>
              </a:rPr>
              <a:t>q</a:t>
            </a:r>
            <a:r>
              <a:rPr sz="1700" u="sng" spc="-10" dirty="0">
                <a:solidFill>
                  <a:srgbClr val="0000FF"/>
                </a:solidFill>
                <a:latin typeface="Times New Roman"/>
                <a:cs typeface="Times New Roman"/>
              </a:rPr>
              <a:t>W</a:t>
            </a:r>
            <a:r>
              <a:rPr sz="1700" u="sng" dirty="0">
                <a:solidFill>
                  <a:srgbClr val="0000FF"/>
                </a:solidFill>
                <a:latin typeface="Times New Roman"/>
                <a:cs typeface="Times New Roman"/>
              </a:rPr>
              <a:t>4oqk</a:t>
            </a:r>
            <a:endParaRPr sz="1700" dirty="0">
              <a:latin typeface="Times New Roman"/>
              <a:cs typeface="Times New Roman"/>
            </a:endParaRPr>
          </a:p>
          <a:p>
            <a:pPr marL="225716" indent="-109651">
              <a:spcBef>
                <a:spcPts val="411"/>
              </a:spcBef>
              <a:buFont typeface="Times New Roman"/>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dirty="0">
                <a:solidFill>
                  <a:srgbClr val="0000FF"/>
                </a:solidFill>
                <a:latin typeface="Times New Roman"/>
                <a:cs typeface="Times New Roman"/>
              </a:rPr>
              <a:t>/w</a:t>
            </a:r>
            <a:r>
              <a:rPr sz="1700" u="sng" spc="-10" dirty="0">
                <a:solidFill>
                  <a:srgbClr val="0000FF"/>
                </a:solidFill>
                <a:latin typeface="Times New Roman"/>
                <a:cs typeface="Times New Roman"/>
              </a:rPr>
              <a:t>I</a:t>
            </a:r>
            <a:r>
              <a:rPr sz="1700" u="sng" spc="-5" dirty="0">
                <a:solidFill>
                  <a:srgbClr val="0000FF"/>
                </a:solidFill>
                <a:latin typeface="Times New Roman"/>
                <a:cs typeface="Times New Roman"/>
              </a:rPr>
              <a:t>6_dl4WjlY</a:t>
            </a:r>
            <a:r>
              <a:rPr sz="1700" u="sng" spc="-7" dirty="0">
                <a:solidFill>
                  <a:srgbClr val="0000FF"/>
                </a:solidFill>
                <a:latin typeface="Times New Roman"/>
                <a:cs typeface="Times New Roman"/>
              </a:rPr>
              <a:t>?</a:t>
            </a:r>
            <a:r>
              <a:rPr sz="1700" u="sng" spc="-2" dirty="0">
                <a:solidFill>
                  <a:srgbClr val="0000FF"/>
                </a:solidFill>
                <a:latin typeface="Times New Roman"/>
                <a:cs typeface="Times New Roman"/>
              </a:rPr>
              <a:t>si=Ho</a:t>
            </a:r>
            <a:r>
              <a:rPr sz="1700" u="sng" spc="-7" dirty="0">
                <a:solidFill>
                  <a:srgbClr val="0000FF"/>
                </a:solidFill>
                <a:latin typeface="Times New Roman"/>
                <a:cs typeface="Times New Roman"/>
              </a:rPr>
              <a:t>z</a:t>
            </a:r>
            <a:r>
              <a:rPr sz="1700" u="sng" spc="-5" dirty="0">
                <a:solidFill>
                  <a:srgbClr val="0000FF"/>
                </a:solidFill>
                <a:latin typeface="Times New Roman"/>
                <a:cs typeface="Times New Roman"/>
              </a:rPr>
              <a:t>7C</a:t>
            </a:r>
            <a:r>
              <a:rPr sz="1700" u="sng" dirty="0">
                <a:solidFill>
                  <a:srgbClr val="0000FF"/>
                </a:solidFill>
                <a:latin typeface="Times New Roman"/>
                <a:cs typeface="Times New Roman"/>
              </a:rPr>
              <a:t>ndJ95</a:t>
            </a:r>
            <a:r>
              <a:rPr sz="1700" u="sng" spc="5" dirty="0">
                <a:solidFill>
                  <a:srgbClr val="0000FF"/>
                </a:solidFill>
                <a:latin typeface="Times New Roman"/>
                <a:cs typeface="Times New Roman"/>
              </a:rPr>
              <a:t>p</a:t>
            </a:r>
            <a:r>
              <a:rPr sz="1700" u="sng" spc="-2" dirty="0">
                <a:solidFill>
                  <a:srgbClr val="0000FF"/>
                </a:solidFill>
                <a:latin typeface="Times New Roman"/>
                <a:cs typeface="Times New Roman"/>
              </a:rPr>
              <a:t>Q71Y</a:t>
            </a:r>
            <a:r>
              <a:rPr sz="1700" u="sng" spc="-5" dirty="0">
                <a:solidFill>
                  <a:srgbClr val="0000FF"/>
                </a:solidFill>
                <a:latin typeface="Times New Roman"/>
                <a:cs typeface="Times New Roman"/>
              </a:rPr>
              <a:t>z</a:t>
            </a:r>
            <a:endParaRPr sz="1700" dirty="0">
              <a:latin typeface="Times New Roman"/>
              <a:cs typeface="Times New Roman"/>
            </a:endParaRPr>
          </a:p>
          <a:p>
            <a:pPr marL="225716" indent="-109651">
              <a:spcBef>
                <a:spcPts val="409"/>
              </a:spcBef>
              <a:buFont typeface="Times New Roman"/>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5" dirty="0">
                <a:solidFill>
                  <a:srgbClr val="0000FF"/>
                </a:solidFill>
                <a:latin typeface="Times New Roman"/>
                <a:cs typeface="Times New Roman"/>
              </a:rPr>
              <a:t>/Ofq</a:t>
            </a:r>
            <a:r>
              <a:rPr sz="1700" u="sng" spc="-10" dirty="0">
                <a:solidFill>
                  <a:srgbClr val="0000FF"/>
                </a:solidFill>
                <a:latin typeface="Times New Roman"/>
                <a:cs typeface="Times New Roman"/>
              </a:rPr>
              <a:t>z</a:t>
            </a:r>
            <a:r>
              <a:rPr sz="1700" u="sng" dirty="0">
                <a:solidFill>
                  <a:srgbClr val="0000FF"/>
                </a:solidFill>
                <a:latin typeface="Times New Roman"/>
                <a:cs typeface="Times New Roman"/>
              </a:rPr>
              <a:t>oQ9</a:t>
            </a:r>
            <a:r>
              <a:rPr sz="1700" u="sng" spc="-5" dirty="0">
                <a:solidFill>
                  <a:srgbClr val="0000FF"/>
                </a:solidFill>
                <a:latin typeface="Times New Roman"/>
                <a:cs typeface="Times New Roman"/>
              </a:rPr>
              <a:t>K</a:t>
            </a:r>
            <a:r>
              <a:rPr sz="1700" u="sng" spc="-2" dirty="0">
                <a:solidFill>
                  <a:srgbClr val="0000FF"/>
                </a:solidFill>
                <a:latin typeface="Times New Roman"/>
                <a:cs typeface="Times New Roman"/>
              </a:rPr>
              <a:t>w9k</a:t>
            </a:r>
            <a:r>
              <a:rPr sz="1700" u="sng" spc="-5" dirty="0">
                <a:solidFill>
                  <a:srgbClr val="0000FF"/>
                </a:solidFill>
                <a:latin typeface="Times New Roman"/>
                <a:cs typeface="Times New Roman"/>
              </a:rPr>
              <a:t>?</a:t>
            </a:r>
            <a:r>
              <a:rPr sz="1700" u="sng" spc="-2" dirty="0">
                <a:solidFill>
                  <a:srgbClr val="0000FF"/>
                </a:solidFill>
                <a:latin typeface="Times New Roman"/>
                <a:cs typeface="Times New Roman"/>
              </a:rPr>
              <a:t>si=K3</a:t>
            </a:r>
            <a:r>
              <a:rPr sz="1700" u="sng" dirty="0">
                <a:solidFill>
                  <a:srgbClr val="0000FF"/>
                </a:solidFill>
                <a:latin typeface="Times New Roman"/>
                <a:cs typeface="Times New Roman"/>
              </a:rPr>
              <a:t>S7xGMb</a:t>
            </a:r>
            <a:r>
              <a:rPr sz="1700" u="sng" spc="2" dirty="0">
                <a:solidFill>
                  <a:srgbClr val="0000FF"/>
                </a:solidFill>
                <a:latin typeface="Times New Roman"/>
                <a:cs typeface="Times New Roman"/>
              </a:rPr>
              <a:t>o</a:t>
            </a:r>
            <a:r>
              <a:rPr sz="1700" u="sng" spc="-5" dirty="0">
                <a:solidFill>
                  <a:srgbClr val="0000FF"/>
                </a:solidFill>
                <a:latin typeface="Times New Roman"/>
                <a:cs typeface="Times New Roman"/>
              </a:rPr>
              <a:t>v</a:t>
            </a:r>
            <a:r>
              <a:rPr sz="1700" u="sng" spc="-7" dirty="0">
                <a:solidFill>
                  <a:srgbClr val="0000FF"/>
                </a:solidFill>
                <a:latin typeface="Times New Roman"/>
                <a:cs typeface="Times New Roman"/>
              </a:rPr>
              <a:t>e</a:t>
            </a:r>
            <a:r>
              <a:rPr sz="1700" u="sng" spc="-5" dirty="0">
                <a:solidFill>
                  <a:srgbClr val="0000FF"/>
                </a:solidFill>
                <a:latin typeface="Times New Roman"/>
                <a:cs typeface="Times New Roman"/>
              </a:rPr>
              <a:t>T</a:t>
            </a:r>
            <a:r>
              <a:rPr sz="1700" u="sng" spc="-10" dirty="0">
                <a:solidFill>
                  <a:srgbClr val="0000FF"/>
                </a:solidFill>
                <a:latin typeface="Times New Roman"/>
                <a:cs typeface="Times New Roman"/>
              </a:rPr>
              <a:t>z</a:t>
            </a:r>
            <a:r>
              <a:rPr sz="1700" u="sng" spc="-2" dirty="0">
                <a:solidFill>
                  <a:srgbClr val="0000FF"/>
                </a:solidFill>
                <a:latin typeface="Times New Roman"/>
                <a:cs typeface="Times New Roman"/>
              </a:rPr>
              <a:t>Y7z</a:t>
            </a:r>
            <a:endParaRPr sz="1700" dirty="0">
              <a:latin typeface="Times New Roman"/>
              <a:cs typeface="Times New Roman"/>
            </a:endParaRPr>
          </a:p>
          <a:p>
            <a:pPr marL="225716" indent="-109651">
              <a:spcBef>
                <a:spcPts val="409"/>
              </a:spcBef>
              <a:buFont typeface="Times New Roman"/>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dirty="0">
                <a:solidFill>
                  <a:srgbClr val="0000FF"/>
                </a:solidFill>
                <a:latin typeface="Times New Roman"/>
                <a:cs typeface="Times New Roman"/>
              </a:rPr>
              <a:t>/QZ_9</a:t>
            </a:r>
            <a:r>
              <a:rPr sz="1700" u="sng" spc="-2" dirty="0">
                <a:solidFill>
                  <a:srgbClr val="0000FF"/>
                </a:solidFill>
                <a:latin typeface="Times New Roman"/>
                <a:cs typeface="Times New Roman"/>
              </a:rPr>
              <a:t>O</a:t>
            </a:r>
            <a:r>
              <a:rPr sz="1700" u="sng" spc="-7" dirty="0">
                <a:solidFill>
                  <a:srgbClr val="0000FF"/>
                </a:solidFill>
                <a:latin typeface="Times New Roman"/>
                <a:cs typeface="Times New Roman"/>
              </a:rPr>
              <a:t>e</a:t>
            </a:r>
            <a:r>
              <a:rPr sz="1700" u="sng" dirty="0">
                <a:solidFill>
                  <a:srgbClr val="0000FF"/>
                </a:solidFill>
                <a:latin typeface="Times New Roman"/>
                <a:cs typeface="Times New Roman"/>
              </a:rPr>
              <a:t>5E61</a:t>
            </a:r>
            <a:r>
              <a:rPr sz="1700" u="sng" spc="-2" dirty="0">
                <a:solidFill>
                  <a:srgbClr val="0000FF"/>
                </a:solidFill>
                <a:latin typeface="Times New Roman"/>
                <a:cs typeface="Times New Roman"/>
              </a:rPr>
              <a:t>Q</a:t>
            </a:r>
            <a:r>
              <a:rPr sz="1700" u="sng" spc="-7" dirty="0">
                <a:solidFill>
                  <a:srgbClr val="0000FF"/>
                </a:solidFill>
                <a:latin typeface="Times New Roman"/>
                <a:cs typeface="Times New Roman"/>
              </a:rPr>
              <a:t>?si=ms</a:t>
            </a:r>
            <a:r>
              <a:rPr sz="1700" u="sng" spc="-2" dirty="0">
                <a:solidFill>
                  <a:srgbClr val="0000FF"/>
                </a:solidFill>
                <a:latin typeface="Times New Roman"/>
                <a:cs typeface="Times New Roman"/>
              </a:rPr>
              <a:t>lQJSaH</a:t>
            </a:r>
            <a:r>
              <a:rPr sz="1700" u="sng" spc="2" dirty="0">
                <a:solidFill>
                  <a:srgbClr val="0000FF"/>
                </a:solidFill>
                <a:latin typeface="Times New Roman"/>
                <a:cs typeface="Times New Roman"/>
              </a:rPr>
              <a:t>w</a:t>
            </a:r>
            <a:r>
              <a:rPr sz="1700" u="sng" spc="-5" dirty="0">
                <a:solidFill>
                  <a:srgbClr val="0000FF"/>
                </a:solidFill>
                <a:latin typeface="Times New Roman"/>
                <a:cs typeface="Times New Roman"/>
              </a:rPr>
              <a:t>m</a:t>
            </a:r>
            <a:r>
              <a:rPr sz="1700" u="sng" dirty="0">
                <a:solidFill>
                  <a:srgbClr val="0000FF"/>
                </a:solidFill>
                <a:latin typeface="Times New Roman"/>
                <a:cs typeface="Times New Roman"/>
              </a:rPr>
              <a:t>d</a:t>
            </a:r>
            <a:r>
              <a:rPr sz="1700" u="sng" spc="-2" dirty="0">
                <a:solidFill>
                  <a:srgbClr val="0000FF"/>
                </a:solidFill>
                <a:latin typeface="Times New Roman"/>
                <a:cs typeface="Times New Roman"/>
              </a:rPr>
              <a:t>-Kbkj</a:t>
            </a:r>
            <a:endParaRPr sz="1700" dirty="0">
              <a:latin typeface="Times New Roman"/>
              <a:cs typeface="Times New Roman"/>
            </a:endParaRPr>
          </a:p>
          <a:p>
            <a:pPr marL="225716" indent="-109651">
              <a:spcBef>
                <a:spcPts val="409"/>
              </a:spcBef>
              <a:buFont typeface="Times New Roman"/>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5" dirty="0">
                <a:solidFill>
                  <a:srgbClr val="0000FF"/>
                </a:solidFill>
                <a:latin typeface="Times New Roman"/>
                <a:cs typeface="Times New Roman"/>
              </a:rPr>
              <a:t>/hhLdy3</a:t>
            </a:r>
            <a:r>
              <a:rPr sz="1700" u="sng" spc="-10" dirty="0">
                <a:solidFill>
                  <a:srgbClr val="0000FF"/>
                </a:solidFill>
                <a:latin typeface="Times New Roman"/>
                <a:cs typeface="Times New Roman"/>
              </a:rPr>
              <a:t>J</a:t>
            </a:r>
            <a:r>
              <a:rPr sz="1700" u="sng" spc="-5" dirty="0">
                <a:solidFill>
                  <a:srgbClr val="0000FF"/>
                </a:solidFill>
                <a:latin typeface="Times New Roman"/>
                <a:cs typeface="Times New Roman"/>
              </a:rPr>
              <a:t>9oqg</a:t>
            </a:r>
            <a:r>
              <a:rPr sz="1700" u="sng" spc="-7" dirty="0">
                <a:solidFill>
                  <a:srgbClr val="0000FF"/>
                </a:solidFill>
                <a:latin typeface="Times New Roman"/>
                <a:cs typeface="Times New Roman"/>
              </a:rPr>
              <a:t>?</a:t>
            </a:r>
            <a:r>
              <a:rPr sz="1700" u="sng" spc="-2" dirty="0">
                <a:solidFill>
                  <a:srgbClr val="0000FF"/>
                </a:solidFill>
                <a:latin typeface="Times New Roman"/>
                <a:cs typeface="Times New Roman"/>
              </a:rPr>
              <a:t>si=CVqVMV</a:t>
            </a:r>
            <a:r>
              <a:rPr sz="1700" u="sng" dirty="0">
                <a:solidFill>
                  <a:srgbClr val="0000FF"/>
                </a:solidFill>
                <a:latin typeface="Times New Roman"/>
                <a:cs typeface="Times New Roman"/>
              </a:rPr>
              <a:t>1Qa</a:t>
            </a:r>
            <a:r>
              <a:rPr sz="1700" u="sng" spc="-7" dirty="0">
                <a:solidFill>
                  <a:srgbClr val="0000FF"/>
                </a:solidFill>
                <a:latin typeface="Times New Roman"/>
                <a:cs typeface="Times New Roman"/>
              </a:rPr>
              <a:t>ViTc</a:t>
            </a:r>
            <a:r>
              <a:rPr sz="1700" u="sng" dirty="0">
                <a:solidFill>
                  <a:srgbClr val="0000FF"/>
                </a:solidFill>
                <a:latin typeface="Times New Roman"/>
                <a:cs typeface="Times New Roman"/>
              </a:rPr>
              <a:t>p4Q</a:t>
            </a:r>
            <a:endParaRPr sz="1700" dirty="0">
              <a:latin typeface="Times New Roman"/>
              <a:cs typeface="Times New Roman"/>
            </a:endParaRPr>
          </a:p>
          <a:p>
            <a:pPr marL="225716" indent="-109651">
              <a:spcBef>
                <a:spcPts val="404"/>
              </a:spcBef>
              <a:buFont typeface="Times New Roman"/>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dirty="0">
                <a:solidFill>
                  <a:srgbClr val="0000FF"/>
                </a:solidFill>
                <a:latin typeface="Times New Roman"/>
                <a:cs typeface="Times New Roman"/>
              </a:rPr>
              <a:t>/VN</a:t>
            </a:r>
            <a:r>
              <a:rPr sz="1700" u="sng" spc="-5" dirty="0">
                <a:solidFill>
                  <a:srgbClr val="0000FF"/>
                </a:solidFill>
                <a:latin typeface="Times New Roman"/>
                <a:cs typeface="Times New Roman"/>
              </a:rPr>
              <a:t>w00047giw</a:t>
            </a:r>
            <a:r>
              <a:rPr sz="1700" u="sng" spc="-7" dirty="0">
                <a:solidFill>
                  <a:srgbClr val="0000FF"/>
                </a:solidFill>
                <a:latin typeface="Times New Roman"/>
                <a:cs typeface="Times New Roman"/>
              </a:rPr>
              <a:t>?</a:t>
            </a:r>
            <a:r>
              <a:rPr sz="1700" u="sng" spc="-2" dirty="0">
                <a:solidFill>
                  <a:srgbClr val="0000FF"/>
                </a:solidFill>
                <a:latin typeface="Times New Roman"/>
                <a:cs typeface="Times New Roman"/>
              </a:rPr>
              <a:t>si=gUG</a:t>
            </a:r>
            <a:r>
              <a:rPr sz="1700" u="sng" spc="5" dirty="0">
                <a:solidFill>
                  <a:srgbClr val="0000FF"/>
                </a:solidFill>
                <a:latin typeface="Times New Roman"/>
                <a:cs typeface="Times New Roman"/>
              </a:rPr>
              <a:t>e</a:t>
            </a:r>
            <a:r>
              <a:rPr sz="1700" u="sng" spc="-2" dirty="0">
                <a:solidFill>
                  <a:srgbClr val="0000FF"/>
                </a:solidFill>
                <a:latin typeface="Times New Roman"/>
                <a:cs typeface="Times New Roman"/>
              </a:rPr>
              <a:t>-</a:t>
            </a:r>
            <a:r>
              <a:rPr sz="1700" u="sng" spc="-10" dirty="0">
                <a:solidFill>
                  <a:srgbClr val="0000FF"/>
                </a:solidFill>
                <a:latin typeface="Times New Roman"/>
                <a:cs typeface="Times New Roman"/>
              </a:rPr>
              <a:t>W</a:t>
            </a:r>
            <a:r>
              <a:rPr sz="1700" u="sng" dirty="0">
                <a:solidFill>
                  <a:srgbClr val="0000FF"/>
                </a:solidFill>
                <a:latin typeface="Times New Roman"/>
                <a:cs typeface="Times New Roman"/>
              </a:rPr>
              <a:t>S</a:t>
            </a:r>
            <a:r>
              <a:rPr sz="1700" u="sng" spc="-2" dirty="0">
                <a:solidFill>
                  <a:srgbClr val="0000FF"/>
                </a:solidFill>
                <a:latin typeface="Times New Roman"/>
                <a:cs typeface="Times New Roman"/>
              </a:rPr>
              <a:t>t-H</a:t>
            </a:r>
            <a:r>
              <a:rPr sz="1700" u="sng" spc="2" dirty="0">
                <a:solidFill>
                  <a:srgbClr val="0000FF"/>
                </a:solidFill>
                <a:latin typeface="Times New Roman"/>
                <a:cs typeface="Times New Roman"/>
              </a:rPr>
              <a:t>y</a:t>
            </a:r>
            <a:r>
              <a:rPr sz="1700" u="sng" spc="-5" dirty="0">
                <a:solidFill>
                  <a:srgbClr val="0000FF"/>
                </a:solidFill>
                <a:latin typeface="Times New Roman"/>
                <a:cs typeface="Times New Roman"/>
              </a:rPr>
              <a:t>d3k</a:t>
            </a:r>
            <a:r>
              <a:rPr sz="1700" u="sng" spc="-7" dirty="0">
                <a:solidFill>
                  <a:srgbClr val="0000FF"/>
                </a:solidFill>
                <a:latin typeface="Times New Roman"/>
                <a:cs typeface="Times New Roman"/>
              </a:rPr>
              <a:t>z</a:t>
            </a:r>
            <a:r>
              <a:rPr sz="1700" u="sng" dirty="0">
                <a:solidFill>
                  <a:srgbClr val="0000FF"/>
                </a:solidFill>
                <a:latin typeface="Times New Roman"/>
                <a:cs typeface="Times New Roman"/>
              </a:rPr>
              <a:t>X</a:t>
            </a:r>
            <a:endParaRPr sz="1700" dirty="0">
              <a:latin typeface="Times New Roman"/>
              <a:cs typeface="Times New Roman"/>
            </a:endParaRPr>
          </a:p>
          <a:p>
            <a:pPr marL="225716" indent="-109651">
              <a:spcBef>
                <a:spcPts val="409"/>
              </a:spcBef>
              <a:buFont typeface="Times New Roman"/>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5" dirty="0">
                <a:solidFill>
                  <a:srgbClr val="0000FF"/>
                </a:solidFill>
                <a:latin typeface="Times New Roman"/>
                <a:cs typeface="Times New Roman"/>
              </a:rPr>
              <a:t>/5Lm</a:t>
            </a:r>
            <a:r>
              <a:rPr sz="1700" u="sng" dirty="0">
                <a:solidFill>
                  <a:srgbClr val="0000FF"/>
                </a:solidFill>
                <a:latin typeface="Times New Roman"/>
                <a:cs typeface="Times New Roman"/>
              </a:rPr>
              <a:t>y</a:t>
            </a:r>
            <a:r>
              <a:rPr sz="1700" u="sng" spc="-10" dirty="0">
                <a:solidFill>
                  <a:srgbClr val="0000FF"/>
                </a:solidFill>
                <a:latin typeface="Times New Roman"/>
                <a:cs typeface="Times New Roman"/>
              </a:rPr>
              <a:t>I</a:t>
            </a:r>
            <a:r>
              <a:rPr sz="1700" u="sng" dirty="0">
                <a:solidFill>
                  <a:srgbClr val="0000FF"/>
                </a:solidFill>
                <a:latin typeface="Times New Roman"/>
                <a:cs typeface="Times New Roman"/>
              </a:rPr>
              <a:t>pJ</a:t>
            </a:r>
            <a:r>
              <a:rPr sz="1700" u="sng" spc="-2" dirty="0">
                <a:solidFill>
                  <a:srgbClr val="0000FF"/>
                </a:solidFill>
                <a:latin typeface="Times New Roman"/>
                <a:cs typeface="Times New Roman"/>
              </a:rPr>
              <a:t>c</a:t>
            </a:r>
            <a:r>
              <a:rPr sz="1700" u="sng" dirty="0">
                <a:solidFill>
                  <a:srgbClr val="0000FF"/>
                </a:solidFill>
                <a:latin typeface="Times New Roman"/>
                <a:cs typeface="Times New Roman"/>
              </a:rPr>
              <a:t>d</a:t>
            </a:r>
            <a:r>
              <a:rPr sz="1700" u="sng" spc="5" dirty="0">
                <a:solidFill>
                  <a:srgbClr val="0000FF"/>
                </a:solidFill>
                <a:latin typeface="Times New Roman"/>
                <a:cs typeface="Times New Roman"/>
              </a:rPr>
              <a:t>9</a:t>
            </a:r>
            <a:r>
              <a:rPr sz="1700" u="sng" spc="-10" dirty="0">
                <a:solidFill>
                  <a:srgbClr val="0000FF"/>
                </a:solidFill>
                <a:latin typeface="Times New Roman"/>
                <a:cs typeface="Times New Roman"/>
              </a:rPr>
              <a:t>I</a:t>
            </a:r>
            <a:r>
              <a:rPr sz="1700" u="sng" spc="-7" dirty="0">
                <a:solidFill>
                  <a:srgbClr val="0000FF"/>
                </a:solidFill>
                <a:latin typeface="Times New Roman"/>
                <a:cs typeface="Times New Roman"/>
              </a:rPr>
              <a:t>?</a:t>
            </a:r>
            <a:r>
              <a:rPr sz="1700" u="sng" spc="-5" dirty="0">
                <a:solidFill>
                  <a:srgbClr val="0000FF"/>
                </a:solidFill>
                <a:latin typeface="Times New Roman"/>
                <a:cs typeface="Times New Roman"/>
              </a:rPr>
              <a:t>si</a:t>
            </a:r>
            <a:r>
              <a:rPr sz="1700" u="sng" dirty="0">
                <a:solidFill>
                  <a:srgbClr val="0000FF"/>
                </a:solidFill>
                <a:latin typeface="Times New Roman"/>
                <a:cs typeface="Times New Roman"/>
              </a:rPr>
              <a:t>=</a:t>
            </a:r>
            <a:r>
              <a:rPr sz="1700" u="sng" spc="-10" dirty="0">
                <a:solidFill>
                  <a:srgbClr val="0000FF"/>
                </a:solidFill>
                <a:latin typeface="Times New Roman"/>
                <a:cs typeface="Times New Roman"/>
              </a:rPr>
              <a:t>I</a:t>
            </a:r>
            <a:r>
              <a:rPr sz="1700" u="sng" spc="-5" dirty="0">
                <a:solidFill>
                  <a:srgbClr val="0000FF"/>
                </a:solidFill>
                <a:latin typeface="Times New Roman"/>
                <a:cs typeface="Times New Roman"/>
              </a:rPr>
              <a:t>jbnbb</a:t>
            </a:r>
            <a:r>
              <a:rPr sz="1700" u="sng" dirty="0">
                <a:solidFill>
                  <a:srgbClr val="0000FF"/>
                </a:solidFill>
                <a:latin typeface="Times New Roman"/>
                <a:cs typeface="Times New Roman"/>
              </a:rPr>
              <a:t>b</a:t>
            </a:r>
            <a:r>
              <a:rPr sz="1700" u="sng" spc="-7" dirty="0">
                <a:solidFill>
                  <a:srgbClr val="0000FF"/>
                </a:solidFill>
                <a:latin typeface="Times New Roman"/>
                <a:cs typeface="Times New Roman"/>
              </a:rPr>
              <a:t>z</a:t>
            </a:r>
            <a:r>
              <a:rPr sz="1700" u="sng" spc="-2" dirty="0">
                <a:solidFill>
                  <a:srgbClr val="0000FF"/>
                </a:solidFill>
                <a:latin typeface="Times New Roman"/>
                <a:cs typeface="Times New Roman"/>
              </a:rPr>
              <a:t>Akuld</a:t>
            </a:r>
            <a:r>
              <a:rPr sz="1700" u="sng" spc="2" dirty="0">
                <a:solidFill>
                  <a:srgbClr val="0000FF"/>
                </a:solidFill>
                <a:latin typeface="Times New Roman"/>
                <a:cs typeface="Times New Roman"/>
              </a:rPr>
              <a:t>U</a:t>
            </a:r>
            <a:r>
              <a:rPr sz="1700" u="sng" spc="-5" dirty="0">
                <a:solidFill>
                  <a:srgbClr val="0000FF"/>
                </a:solidFill>
                <a:latin typeface="Times New Roman"/>
                <a:cs typeface="Times New Roman"/>
              </a:rPr>
              <a:t>Lz</a:t>
            </a:r>
            <a:endParaRPr sz="1700" dirty="0">
              <a:latin typeface="Times New Roman"/>
              <a:cs typeface="Times New Roman"/>
            </a:endParaRPr>
          </a:p>
        </p:txBody>
      </p:sp>
    </p:spTree>
    <p:extLst>
      <p:ext uri="{BB962C8B-B14F-4D97-AF65-F5344CB8AC3E}">
        <p14:creationId xmlns:p14="http://schemas.microsoft.com/office/powerpoint/2010/main" val="158022198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90</TotalTime>
  <Words>5151</Words>
  <Application>Microsoft Office PowerPoint</Application>
  <PresentationFormat>On-screen Show (16:9)</PresentationFormat>
  <Paragraphs>313</Paragraphs>
  <Slides>54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Calibri Light</vt:lpstr>
      <vt:lpstr>Symbol</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Shikha Atwal</cp:lastModifiedBy>
  <cp:revision>3</cp:revision>
  <dcterms:created xsi:type="dcterms:W3CDTF">2024-12-24T22:25:47Z</dcterms:created>
  <dcterms:modified xsi:type="dcterms:W3CDTF">2024-12-25T16:49:36Z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2024-12-24T00:00:00Z</vt:filetime>
  </property>
  <property fmtid="{D5CDD505-2E9C-101B-9397-08002B2CF9AE}" pid="3" name="LastSaved">
    <vt:filetime>2024-12-24T00:00:00Z</vt:filetime>
  </property>
</Properties>
</file>