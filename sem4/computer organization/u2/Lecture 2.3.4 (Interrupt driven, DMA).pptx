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6.jpg" ContentType="image/jpg"/>
  <Override PartName="/ppt/media/image7.jpg" ContentType="image/jpg"/>
  <Override PartName="/ppt/media/image9.jpg" ContentType="image/jpg"/>
  <Override PartName="/ppt/media/image10.jpg" ContentType="image/jpg"/>
  <Override PartName="/ppt/media/image11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23"/>
  </p:notesMasterIdLst>
  <p:sldIdLst>
    <p:sldId id="273" r:id="rId2"/>
    <p:sldId id="608" r:id="rId3"/>
    <p:sldId id="618" r:id="rId4"/>
    <p:sldId id="617" r:id="rId5"/>
    <p:sldId id="609" r:id="rId6"/>
    <p:sldId id="619" r:id="rId7"/>
    <p:sldId id="610" r:id="rId8"/>
    <p:sldId id="621" r:id="rId9"/>
    <p:sldId id="620" r:id="rId10"/>
    <p:sldId id="611" r:id="rId11"/>
    <p:sldId id="622" r:id="rId12"/>
    <p:sldId id="612" r:id="rId13"/>
    <p:sldId id="623" r:id="rId14"/>
    <p:sldId id="624" r:id="rId15"/>
    <p:sldId id="613" r:id="rId16"/>
    <p:sldId id="626" r:id="rId17"/>
    <p:sldId id="625" r:id="rId18"/>
    <p:sldId id="614" r:id="rId19"/>
    <p:sldId id="627" r:id="rId20"/>
    <p:sldId id="615" r:id="rId21"/>
    <p:sldId id="628" r:id="rId22"/>
  </p:sldIdLst>
  <p:sldSz cx="9144000" cy="5143500" type="screen16x9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5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874" y="67"/>
      </p:cViewPr>
      <p:guideLst>
        <p:guide orient="horz" pos="1385"/>
        <p:guide pos="26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776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663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647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4844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219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109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104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009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535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131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126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95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249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geeksforgeeks.org/io-interface-interrupt-dma-mode/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://www.ioenotes.edu.np/media/notes/computer-organization-and-architecture-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ecs.csun.edu/%7Ecputnam/Comp546/Input-Output-Web.pdf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FCF30-EF72-A459-B1F4-E2DD160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354A7-7091-D91A-A7E7-7B5DF5BDC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67096D5-CA38-0859-FAF8-58F7984BD0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33E20-ECE4-6406-DB92-ABF9EA9DF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664002-4AA4-31D1-E101-4DF5A585878C}"/>
              </a:ext>
            </a:extLst>
          </p:cNvPr>
          <p:cNvSpPr txBox="1"/>
          <p:nvPr/>
        </p:nvSpPr>
        <p:spPr>
          <a:xfrm>
            <a:off x="961776" y="1435539"/>
            <a:ext cx="7220448" cy="1897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39815">
              <a:defRPr/>
            </a:pPr>
            <a:r>
              <a:rPr lang="en-US" sz="2597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University Institute of Engineering</a:t>
            </a:r>
            <a:endParaRPr lang="en-US" sz="2597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Science &amp; Engineering</a:t>
            </a:r>
          </a:p>
          <a:p>
            <a:pPr algn="ctr" defTabSz="439815">
              <a:defRPr/>
            </a:pP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&amp; ARCHITECTURE</a:t>
            </a: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lnSpc>
                <a:spcPct val="90000"/>
              </a:lnSpc>
              <a:spcBef>
                <a:spcPts val="606"/>
              </a:spcBef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(23CST-204/23ITT-204)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7016100-A7B3-0379-C4B5-D13BB8B70B9B}"/>
              </a:ext>
            </a:extLst>
          </p:cNvPr>
          <p:cNvSpPr txBox="1">
            <a:spLocks/>
          </p:cNvSpPr>
          <p:nvPr/>
        </p:nvSpPr>
        <p:spPr>
          <a:xfrm>
            <a:off x="304801" y="3655678"/>
            <a:ext cx="2364055" cy="1039831"/>
          </a:xfrm>
          <a:prstGeom prst="rect">
            <a:avLst/>
          </a:prstGeom>
        </p:spPr>
        <p:txBody>
          <a:bodyPr vert="horz" lIns="43982" tIns="21991" rIns="43982" bIns="21991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5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SHIKHA ATWAL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E11186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BE-CSE</a:t>
            </a:r>
          </a:p>
        </p:txBody>
      </p:sp>
    </p:spTree>
    <p:extLst>
      <p:ext uri="{BB962C8B-B14F-4D97-AF65-F5344CB8AC3E}">
        <p14:creationId xmlns:p14="http://schemas.microsoft.com/office/powerpoint/2010/main" val="127363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2A07B-EE1C-9850-36EB-889466B95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13A30F-2659-4FCE-FD19-8740E7C27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23A9CF-61A4-DF86-202E-984F5211BB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89B2D2F-4C09-99CF-2DD0-0DEDDBD1DBF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A70A11-1F55-DF58-F08A-55520908243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14400" y="1123950"/>
            <a:ext cx="7086600" cy="2036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1387286" algn="ctr"/>
            <a:r>
              <a:rPr sz="1700" b="1" spc="-5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b="1" spc="2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ES</a:t>
            </a:r>
            <a:r>
              <a:rPr sz="1700" b="1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b="1" spc="-5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sz="1700" b="1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b="1" spc="2" dirty="0">
                <a:solidFill>
                  <a:srgbClr val="273139"/>
                </a:solidFill>
                <a:latin typeface="Times New Roman"/>
                <a:cs typeface="Times New Roman"/>
              </a:rPr>
              <a:t>RA</a:t>
            </a:r>
            <a:r>
              <a:rPr sz="1700" b="1" spc="-2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b="1" spc="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b="1" spc="-5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ER</a:t>
            </a:r>
            <a:endParaRPr sz="1700" dirty="0">
              <a:latin typeface="Times New Roman"/>
              <a:cs typeface="Times New Roman"/>
            </a:endParaRPr>
          </a:p>
          <a:p>
            <a:pPr marL="6109">
              <a:spcBef>
                <a:spcPts val="454"/>
              </a:spcBef>
            </a:pPr>
            <a:endParaRPr lang="en-US" sz="1700" spc="2" dirty="0">
              <a:solidFill>
                <a:srgbClr val="273139"/>
              </a:solidFill>
              <a:latin typeface="Times New Roman"/>
              <a:cs typeface="Times New Roman"/>
            </a:endParaRPr>
          </a:p>
          <a:p>
            <a:pPr marL="6109">
              <a:spcBef>
                <a:spcPts val="454"/>
              </a:spcBef>
            </a:pP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ns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fr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om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ip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ls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y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be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don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y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 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poss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b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y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endParaRPr sz="1700" dirty="0">
              <a:latin typeface="Times New Roman"/>
              <a:cs typeface="Times New Roman"/>
            </a:endParaRPr>
          </a:p>
          <a:p>
            <a:pPr marL="335673" indent="-109957" algn="just">
              <a:spcBef>
                <a:spcPts val="433"/>
              </a:spcBef>
              <a:buClr>
                <a:srgbClr val="273139"/>
              </a:buClr>
              <a:buFont typeface="Times New Roman"/>
              <a:buAutoNum type="arabicPeriod"/>
              <a:tabLst>
                <a:tab pos="335979" algn="l"/>
              </a:tabLst>
            </a:pP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og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mm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/O</a:t>
            </a:r>
            <a:endParaRPr sz="1700" dirty="0">
              <a:latin typeface="Times New Roman"/>
              <a:cs typeface="Times New Roman"/>
            </a:endParaRPr>
          </a:p>
          <a:p>
            <a:pPr marL="335673" indent="-109957" algn="just">
              <a:spcBef>
                <a:spcPts val="70"/>
              </a:spcBef>
              <a:buClr>
                <a:srgbClr val="273139"/>
              </a:buClr>
              <a:buFont typeface="Times New Roman"/>
              <a:buAutoNum type="arabicPeriod"/>
              <a:tabLst>
                <a:tab pos="335979" algn="l"/>
              </a:tabLst>
            </a:pP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up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-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/O</a:t>
            </a:r>
            <a:endParaRPr sz="1700" dirty="0">
              <a:latin typeface="Times New Roman"/>
              <a:cs typeface="Times New Roman"/>
            </a:endParaRPr>
          </a:p>
          <a:p>
            <a:pPr marL="335673" indent="-109957" algn="just">
              <a:spcBef>
                <a:spcPts val="70"/>
              </a:spcBef>
              <a:buClr>
                <a:srgbClr val="273139"/>
              </a:buClr>
              <a:buFont typeface="Times New Roman"/>
              <a:buAutoNum type="arabicPeriod"/>
              <a:tabLst>
                <a:tab pos="335979" algn="l"/>
              </a:tabLst>
            </a:pP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ect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y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acce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2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(D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)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97870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8D839-65A2-E76F-14AF-712F208F3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FA3A8A-1D53-C9F7-2D52-42D487540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771CBA-23EF-8422-5A52-7A1A1D2EC4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FBDCD4A-6B99-8E9E-A1E8-92DFAD6B1AE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58C916-C071-8D3F-3984-29AABECDA7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3F458063-A734-A27D-5833-13310A1F2C39}"/>
              </a:ext>
            </a:extLst>
          </p:cNvPr>
          <p:cNvSpPr txBox="1"/>
          <p:nvPr/>
        </p:nvSpPr>
        <p:spPr>
          <a:xfrm>
            <a:off x="914400" y="819150"/>
            <a:ext cx="7086600" cy="3164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65"/>
            <a:r>
              <a:rPr sz="1700" b="1" spc="5" dirty="0">
                <a:solidFill>
                  <a:srgbClr val="273139"/>
                </a:solidFill>
                <a:latin typeface="Times New Roman"/>
                <a:cs typeface="Times New Roman"/>
              </a:rPr>
              <a:t>2</a:t>
            </a:r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.  </a:t>
            </a:r>
            <a:r>
              <a:rPr sz="1700" b="1" spc="-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b="1" spc="5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b="1" spc="7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b="1" spc="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b="1" spc="-2" dirty="0">
                <a:solidFill>
                  <a:srgbClr val="273139"/>
                </a:solidFill>
                <a:latin typeface="Times New Roman"/>
                <a:cs typeface="Times New Roman"/>
              </a:rPr>
              <a:t>err</a:t>
            </a:r>
            <a:r>
              <a:rPr sz="1700" b="1" spc="7" dirty="0">
                <a:solidFill>
                  <a:srgbClr val="273139"/>
                </a:solidFill>
                <a:latin typeface="Times New Roman"/>
                <a:cs typeface="Times New Roman"/>
              </a:rPr>
              <a:t>up</a:t>
            </a:r>
            <a:r>
              <a:rPr sz="1700" b="1" spc="1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b="1" spc="2" dirty="0">
                <a:solidFill>
                  <a:srgbClr val="273139"/>
                </a:solidFill>
                <a:latin typeface="Times New Roman"/>
                <a:cs typeface="Times New Roman"/>
              </a:rPr>
              <a:t>-</a:t>
            </a:r>
            <a:r>
              <a:rPr sz="1700" b="1" spc="7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b="1" spc="-7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b="1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1700" b="1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b="1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/</a:t>
            </a:r>
            <a:r>
              <a:rPr sz="1700" b="1" spc="-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endParaRPr sz="1700" dirty="0">
              <a:latin typeface="Times New Roman"/>
              <a:cs typeface="Times New Roman"/>
            </a:endParaRPr>
          </a:p>
          <a:p>
            <a:pPr marL="225716" algn="just">
              <a:spcBef>
                <a:spcPts val="70"/>
              </a:spcBef>
            </a:pP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up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2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3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/O</a:t>
            </a:r>
            <a:r>
              <a:rPr sz="1700" spc="19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sz="1700" spc="2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2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19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g</a:t>
            </a:r>
            <a:r>
              <a:rPr sz="1700" spc="2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th</a:t>
            </a:r>
            <a:r>
              <a:rPr sz="1700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/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.</a:t>
            </a:r>
            <a:r>
              <a:rPr sz="1700" spc="2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up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2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/O</a:t>
            </a:r>
            <a:r>
              <a:rPr sz="1700" spc="19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sz="1700" spc="1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19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y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f </a:t>
            </a:r>
            <a:r>
              <a:rPr sz="1700" spc="-6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g </a:t>
            </a:r>
            <a:r>
              <a:rPr sz="1700" spc="-6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pu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/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ou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ac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vi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ty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b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y </a:t>
            </a:r>
            <a:r>
              <a:rPr sz="1700" spc="-6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7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ph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al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 </a:t>
            </a:r>
            <a:r>
              <a:rPr sz="1700" spc="-6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al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6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at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 </a:t>
            </a:r>
            <a:r>
              <a:rPr sz="1700" spc="-6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to m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k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ece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ns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nd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gn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l.</a:t>
            </a:r>
            <a:r>
              <a:rPr sz="1700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sz="1700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ll</a:t>
            </a:r>
            <a:r>
              <a:rPr sz="1700" spc="1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us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og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1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up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1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to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b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t.</a:t>
            </a:r>
            <a:endParaRPr sz="1700" dirty="0">
              <a:latin typeface="Times New Roman"/>
              <a:cs typeface="Times New Roman"/>
            </a:endParaRPr>
          </a:p>
          <a:p>
            <a:pPr marL="225716" algn="just">
              <a:spcBef>
                <a:spcPts val="70"/>
              </a:spcBef>
            </a:pP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tim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pp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op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iat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sz="1700" spc="5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ty</a:t>
            </a:r>
            <a:r>
              <a:rPr sz="1700" spc="5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el</a:t>
            </a:r>
            <a:r>
              <a:rPr sz="1700" spc="5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sz="1700" spc="4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/O</a:t>
            </a:r>
            <a:r>
              <a:rPr sz="1700" spc="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up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 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at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sz="1700" spc="5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lang="en-US"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up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sy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m,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roc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sso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 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 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up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.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ou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4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d </a:t>
            </a:r>
            <a:r>
              <a:rPr sz="1700" spc="4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 </a:t>
            </a:r>
            <a:r>
              <a:rPr sz="1700" spc="5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4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sy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f </a:t>
            </a:r>
            <a:r>
              <a:rPr sz="1700" spc="4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up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ls </a:t>
            </a:r>
            <a:r>
              <a:rPr sz="1700" spc="5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nd </a:t>
            </a:r>
            <a:r>
              <a:rPr sz="1700" spc="5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 </a:t>
            </a:r>
            <a:r>
              <a:rPr sz="1700" spc="5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at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is im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d  </a:t>
            </a:r>
            <a:r>
              <a:rPr sz="1700" spc="-4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in  </a:t>
            </a:r>
            <a:r>
              <a:rPr sz="1700" spc="-4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  </a:t>
            </a:r>
            <a:r>
              <a:rPr sz="1700" spc="-5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sso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.</a:t>
            </a:r>
            <a:r>
              <a:rPr sz="1700" spc="29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  </a:t>
            </a:r>
            <a:r>
              <a:rPr sz="1700" spc="-5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up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tec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qu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  </a:t>
            </a:r>
            <a:r>
              <a:rPr sz="1700" spc="-5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qu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  </a:t>
            </a:r>
            <a:r>
              <a:rPr sz="1700" spc="-4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re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  </a:t>
            </a:r>
            <a:r>
              <a:rPr sz="1700" spc="-5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x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19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so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,</a:t>
            </a:r>
            <a:r>
              <a:rPr sz="1700" spc="3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bu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29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k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26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2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ff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ici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29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us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sz="1700" spc="2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3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pu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r’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26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tim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d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ac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iti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.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Fi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gu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19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b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 sho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pl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up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g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5191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C7ED0-0E71-64F4-C309-C28BE22F3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60EC94-30D3-99C7-3EC7-1A2ACD128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9FAE4A-EEB0-7F03-928D-89B7D60DD4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47917AE-A8F5-8CCC-9EFF-05D9F406768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910A3B-79A4-0907-C7C6-05F8BA6140C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graphicFrame>
        <p:nvGraphicFramePr>
          <p:cNvPr id="4" name="object 6">
            <a:extLst>
              <a:ext uri="{FF2B5EF4-FFF2-40B4-BE49-F238E27FC236}">
                <a16:creationId xmlns:a16="http://schemas.microsoft.com/office/drawing/2014/main" id="{7D657017-789D-54ED-E000-7ED46687C4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220333"/>
              </p:ext>
            </p:extLst>
          </p:nvPr>
        </p:nvGraphicFramePr>
        <p:xfrm>
          <a:off x="1219200" y="819150"/>
          <a:ext cx="6781800" cy="2072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97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4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16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Iso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lat</a:t>
                      </a: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I/O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3720">
                        <a:lnSpc>
                          <a:spcPct val="10000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Me</a:t>
                      </a:r>
                      <a:r>
                        <a:rPr sz="1700" b="1" spc="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y 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app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I/O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80">
                <a:tc>
                  <a:txBody>
                    <a:bodyPr/>
                    <a:lstStyle/>
                    <a:p>
                      <a:pPr marL="61594" marR="196850">
                        <a:lnSpc>
                          <a:spcPct val="100000"/>
                        </a:lnSpc>
                      </a:pP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sola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/O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se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te m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mory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space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.</a:t>
                      </a: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306070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Me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mory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ma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/O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memory f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om the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mory.</a:t>
                      </a: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196">
                <a:tc>
                  <a:txBody>
                    <a:bodyPr/>
                    <a:lstStyle/>
                    <a:p>
                      <a:pPr marL="61594" marR="28384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Lim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ted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instru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tions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ca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n be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d. Those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re I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,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T,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NS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OU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TS.</a:t>
                      </a: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258445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y instru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tion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whic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h ref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to memo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y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n be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763">
                <a:tc>
                  <a:txBody>
                    <a:bodyPr/>
                    <a:lstStyle/>
                    <a:p>
                      <a:pPr marL="61594" marR="9969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dd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es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 for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sola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I/O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vic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re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ll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 po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310515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Me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mory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ma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/O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ic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a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e tr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ted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mory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loc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700" spc="1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ons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on the memo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y map.</a:t>
                      </a: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C736557-A638-7808-B626-75B5F8CD1A8A}"/>
              </a:ext>
            </a:extLst>
          </p:cNvPr>
          <p:cNvSpPr txBox="1"/>
          <p:nvPr/>
        </p:nvSpPr>
        <p:spPr>
          <a:xfrm>
            <a:off x="876300" y="3257550"/>
            <a:ext cx="7391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09" marR="2749" algn="just"/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lang="en-US" sz="18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npu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t,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lang="en-US" sz="18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800" spc="-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lang="en-US" sz="18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 i</a:t>
            </a:r>
            <a:r>
              <a:rPr lang="en-US" sz="1800" spc="-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lang="en-US" sz="1800" spc="-7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800" spc="2" dirty="0">
                <a:solidFill>
                  <a:srgbClr val="273139"/>
                </a:solidFill>
                <a:latin typeface="Times New Roman"/>
                <a:cs typeface="Times New Roman"/>
              </a:rPr>
              <a:t>rr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up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ts</a:t>
            </a:r>
            <a:r>
              <a:rPr lang="en-US" sz="1800" spc="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lang="en-US" sz="18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spc="-5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lang="en-US" sz="1800" spc="7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spc="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lang="en-US" sz="1800" spc="-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lang="en-US" sz="1800" spc="-7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lang="en-US" sz="1800" spc="-5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lang="en-US" sz="1800" spc="-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lang="en-US" sz="1800" spc="2" dirty="0">
                <a:solidFill>
                  <a:srgbClr val="273139"/>
                </a:solidFill>
                <a:latin typeface="Times New Roman"/>
                <a:cs typeface="Times New Roman"/>
              </a:rPr>
              <a:t>rr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lang="en-US" sz="1800" spc="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lang="en-US" sz="1800" spc="-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lang="en-US" sz="1800" spc="-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ea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y</a:t>
            </a:r>
            <a:r>
              <a:rPr lang="en-US" sz="1800" spc="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lang="en-US" sz="1800" spc="-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lang="en-US" sz="1800" spc="-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be </a:t>
            </a:r>
            <a:r>
              <a:rPr lang="en-US" sz="18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lang="en-US" sz="18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lang="en-US" sz="1800" spc="3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b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y</a:t>
            </a:r>
            <a:r>
              <a:rPr lang="en-US" sz="1800" spc="29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lang="en-US" sz="18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800" spc="26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sys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800" spc="-5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lang="en-US" sz="1800" spc="26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lang="en-US" sz="18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ce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sso</a:t>
            </a:r>
            <a:r>
              <a:rPr lang="en-US" sz="18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.</a:t>
            </a:r>
            <a:r>
              <a:rPr lang="en-US" sz="1800" spc="3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lang="en-US" sz="18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800" spc="26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ac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al</a:t>
            </a:r>
            <a:r>
              <a:rPr lang="en-US" sz="1800" spc="3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ac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ti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on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lang="en-US" sz="1800" spc="3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lang="en-US" sz="1800" spc="29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800" spc="2" dirty="0">
                <a:solidFill>
                  <a:srgbClr val="273139"/>
                </a:solidFill>
                <a:latin typeface="Times New Roman"/>
                <a:cs typeface="Times New Roman"/>
              </a:rPr>
              <a:t>rf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lang="en-US" sz="18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lang="en-US" sz="1800" spc="-5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lang="en-US" sz="1800" spc="3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lang="en-US" sz="1800" spc="3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lang="en-US" sz="1800" spc="29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spc="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r t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lang="en-US" sz="18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8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lang="en-US" sz="18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8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us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lang="en-US" sz="18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/O</a:t>
            </a:r>
            <a:r>
              <a:rPr lang="en-US" sz="18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po</a:t>
            </a:r>
            <a:r>
              <a:rPr lang="en-US" sz="18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ts</a:t>
            </a:r>
            <a:r>
              <a:rPr lang="en-US" sz="18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lang="en-US" sz="18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lang="en-US" sz="18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y</a:t>
            </a:r>
            <a:r>
              <a:rPr lang="en-US" sz="18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lang="en-US" sz="18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pp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lang="en-US" sz="18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lang="en-US" sz="1800" dirty="0">
                <a:solidFill>
                  <a:srgbClr val="273139"/>
                </a:solidFill>
                <a:latin typeface="Times New Roman"/>
                <a:cs typeface="Times New Roman"/>
              </a:rPr>
              <a:t>g.</a:t>
            </a:r>
            <a:endParaRPr lang="en-US"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63441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2A07B-EE1C-9850-36EB-889466B95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13A30F-2659-4FCE-FD19-8740E7C27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23A9CF-61A4-DF86-202E-984F5211BB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89B2D2F-4C09-99CF-2DD0-0DEDDBD1DBF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A70A11-1F55-DF58-F08A-55520908243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2"/>
          <p:cNvSpPr txBox="1"/>
          <p:nvPr/>
        </p:nvSpPr>
        <p:spPr>
          <a:xfrm>
            <a:off x="762000" y="665844"/>
            <a:ext cx="4419600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3665" algn="just"/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ou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pu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t,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up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1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ei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y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accept</a:t>
            </a:r>
            <a:r>
              <a:rPr sz="1700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 </a:t>
            </a:r>
            <a:r>
              <a:rPr sz="1700" spc="-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ac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kno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dg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su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ss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46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6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ns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. </a:t>
            </a:r>
            <a:r>
              <a:rPr sz="1700" spc="-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y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-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pp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d </a:t>
            </a:r>
            <a:r>
              <a:rPr sz="1700" spc="-5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nd </a:t>
            </a:r>
            <a:r>
              <a:rPr sz="1700" spc="-5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-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b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usu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al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y</a:t>
            </a:r>
            <a:r>
              <a:rPr sz="1700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g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up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ts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sy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st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y</a:t>
            </a:r>
            <a:r>
              <a:rPr sz="1700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don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the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bu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ff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6109" marR="2443" algn="just">
              <a:spcBef>
                <a:spcPts val="2"/>
              </a:spcBef>
            </a:pP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ks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on</a:t>
            </a:r>
            <a:r>
              <a:rPr sz="1700" spc="-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 g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-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sk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-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on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nuo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us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y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.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-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-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npu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ai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b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,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 s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h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3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36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on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36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y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29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3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k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y</a:t>
            </a:r>
            <a:r>
              <a:rPr sz="1700" spc="3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3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3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k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ybo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,</a:t>
            </a:r>
            <a:r>
              <a:rPr sz="1700" spc="3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3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3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spc="3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29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pte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3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fr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36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its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k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-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k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ca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pu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.</a:t>
            </a:r>
            <a:r>
              <a:rPr sz="1700" spc="-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ca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-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k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tin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uou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ly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-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-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k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ith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ut c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ec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k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g </a:t>
            </a:r>
            <a:r>
              <a:rPr sz="1700" spc="46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3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pu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36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, </a:t>
            </a:r>
            <a:r>
              <a:rPr sz="1700" spc="4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ll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in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g </a:t>
            </a:r>
            <a:r>
              <a:rPr sz="1700" spc="4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3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ice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 </a:t>
            </a:r>
            <a:r>
              <a:rPr sz="1700" spc="4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 </a:t>
            </a:r>
            <a:r>
              <a:rPr sz="1700" spc="3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3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up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46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3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as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ece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ss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y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5" name="object 3"/>
          <p:cNvSpPr/>
          <p:nvPr/>
        </p:nvSpPr>
        <p:spPr>
          <a:xfrm>
            <a:off x="5486401" y="665844"/>
            <a:ext cx="3276600" cy="396330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1641151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E7E01-9B49-02BD-00C9-8724B0E42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310B22-B330-EDA3-EBEE-B395C72D5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4987E5-E703-65DF-22BC-51B5D4C1DD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38CA557-10FB-1887-4AD8-58DA23BA95A9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7DBF58-09D6-C2FB-F8EC-DDD34EB10B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1F9E6616-DE09-F781-6952-36C186136BF8}"/>
              </a:ext>
            </a:extLst>
          </p:cNvPr>
          <p:cNvSpPr txBox="1"/>
          <p:nvPr/>
        </p:nvSpPr>
        <p:spPr>
          <a:xfrm>
            <a:off x="876300" y="913563"/>
            <a:ext cx="7391400" cy="1908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B</a:t>
            </a:r>
            <a:r>
              <a:rPr sz="1700" b="1" spc="5" dirty="0">
                <a:solidFill>
                  <a:srgbClr val="273139"/>
                </a:solidFill>
                <a:latin typeface="Times New Roman"/>
                <a:cs typeface="Times New Roman"/>
              </a:rPr>
              <a:t>as</a:t>
            </a:r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b="1" spc="-5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b="1" spc="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b="1" spc="7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b="1" spc="-2" dirty="0">
                <a:solidFill>
                  <a:srgbClr val="273139"/>
                </a:solidFill>
                <a:latin typeface="Times New Roman"/>
                <a:cs typeface="Times New Roman"/>
              </a:rPr>
              <a:t>er</a:t>
            </a:r>
            <a:r>
              <a:rPr sz="1700" b="1" spc="5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b="1" spc="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io</a:t>
            </a:r>
            <a:r>
              <a:rPr sz="1700" b="1" spc="7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b="1" spc="1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b="1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sz="1700" b="1" spc="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b="1" spc="5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b="1" spc="7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b="1" spc="-2" dirty="0">
                <a:solidFill>
                  <a:srgbClr val="273139"/>
                </a:solidFill>
                <a:latin typeface="Times New Roman"/>
                <a:cs typeface="Times New Roman"/>
              </a:rPr>
              <a:t>terr</a:t>
            </a:r>
            <a:r>
              <a:rPr sz="1700" b="1" spc="7" dirty="0">
                <a:solidFill>
                  <a:srgbClr val="273139"/>
                </a:solidFill>
                <a:latin typeface="Times New Roman"/>
                <a:cs typeface="Times New Roman"/>
              </a:rPr>
              <a:t>up</a:t>
            </a:r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endParaRPr sz="1700" dirty="0">
              <a:latin typeface="Times New Roman"/>
              <a:cs typeface="Times New Roman"/>
            </a:endParaRPr>
          </a:p>
          <a:p>
            <a:pPr marL="226022" indent="-109957">
              <a:spcBef>
                <a:spcPts val="70"/>
              </a:spcBef>
              <a:buClr>
                <a:srgbClr val="273139"/>
              </a:buClr>
              <a:buFont typeface="Times New Roman"/>
              <a:buAutoNum type="arabicPeriod"/>
              <a:tabLst>
                <a:tab pos="226022" algn="l"/>
              </a:tabLst>
            </a:pPr>
            <a:endParaRPr lang="en-US" sz="1700" dirty="0">
              <a:solidFill>
                <a:srgbClr val="273139"/>
              </a:solidFill>
              <a:latin typeface="Times New Roman"/>
              <a:cs typeface="Times New Roman"/>
            </a:endParaRPr>
          </a:p>
          <a:p>
            <a:pPr marL="226022" indent="-109957">
              <a:spcBef>
                <a:spcPts val="70"/>
              </a:spcBef>
              <a:buClr>
                <a:srgbClr val="273139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su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nd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226022" indent="-109957">
              <a:spcBef>
                <a:spcPts val="75"/>
              </a:spcBef>
              <a:buClr>
                <a:srgbClr val="273139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/O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odu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g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ts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fr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ph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al</a:t>
            </a:r>
            <a:r>
              <a:rPr sz="1700" spc="1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 do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k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226022" indent="-109957">
              <a:spcBef>
                <a:spcPts val="70"/>
              </a:spcBef>
              <a:buClr>
                <a:srgbClr val="273139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/O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odu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ts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226022" indent="-109957">
              <a:spcBef>
                <a:spcPts val="67"/>
              </a:spcBef>
              <a:buClr>
                <a:srgbClr val="273139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qu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ts</a:t>
            </a:r>
            <a:r>
              <a:rPr sz="1700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226022" indent="-109957">
              <a:spcBef>
                <a:spcPts val="70"/>
              </a:spcBef>
              <a:buClr>
                <a:srgbClr val="273139"/>
              </a:buClr>
              <a:buFont typeface="Times New Roman"/>
              <a:buAutoNum type="arabicPeriod"/>
              <a:tabLst>
                <a:tab pos="226022" algn="l"/>
              </a:tabLst>
            </a:pP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/O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odu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ns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ata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24687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2A07B-EE1C-9850-36EB-889466B95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13A30F-2659-4FCE-FD19-8740E7C27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23A9CF-61A4-DF86-202E-984F5211BB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89B2D2F-4C09-99CF-2DD0-0DEDDBD1DBF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A70A11-1F55-DF58-F08A-55520908243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868925" y="742950"/>
            <a:ext cx="5227075" cy="39497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5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b="1" spc="7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b="1" spc="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b="1" spc="-2" dirty="0">
                <a:solidFill>
                  <a:srgbClr val="273139"/>
                </a:solidFill>
                <a:latin typeface="Times New Roman"/>
                <a:cs typeface="Times New Roman"/>
              </a:rPr>
              <a:t>err</a:t>
            </a:r>
            <a:r>
              <a:rPr sz="1700" b="1" spc="7" dirty="0">
                <a:solidFill>
                  <a:srgbClr val="273139"/>
                </a:solidFill>
                <a:latin typeface="Times New Roman"/>
                <a:cs typeface="Times New Roman"/>
              </a:rPr>
              <a:t>up</a:t>
            </a:r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b="1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b="1" spc="-2" dirty="0">
                <a:solidFill>
                  <a:srgbClr val="273139"/>
                </a:solidFill>
                <a:latin typeface="Times New Roman"/>
                <a:cs typeface="Times New Roman"/>
              </a:rPr>
              <a:t>Pr</a:t>
            </a:r>
            <a:r>
              <a:rPr sz="1700" b="1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b="1" spc="-2" dirty="0">
                <a:solidFill>
                  <a:srgbClr val="273139"/>
                </a:solidFill>
                <a:latin typeface="Times New Roman"/>
                <a:cs typeface="Times New Roman"/>
              </a:rPr>
              <a:t>ce</a:t>
            </a:r>
            <a:r>
              <a:rPr sz="1700" b="1" spc="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b="1" spc="-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b="1" spc="7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g</a:t>
            </a:r>
            <a:endParaRPr lang="en-US" sz="1700" b="1" dirty="0">
              <a:solidFill>
                <a:srgbClr val="273139"/>
              </a:solidFill>
              <a:latin typeface="Times New Roman"/>
              <a:cs typeface="Times New Roman"/>
            </a:endParaRPr>
          </a:p>
          <a:p>
            <a:pPr marL="6109"/>
            <a:endParaRPr sz="1700" dirty="0">
              <a:latin typeface="Times New Roman"/>
              <a:cs typeface="Times New Roman"/>
            </a:endParaRPr>
          </a:p>
          <a:p>
            <a:pPr marL="116065" indent="-109957">
              <a:spcBef>
                <a:spcPts val="70"/>
              </a:spcBef>
              <a:buClr>
                <a:srgbClr val="273139"/>
              </a:buClr>
              <a:buFont typeface="Times New Roman"/>
              <a:buAutoNum type="arabicPeriod"/>
              <a:tabLst>
                <a:tab pos="116065" algn="l"/>
              </a:tabLst>
            </a:pP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19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iti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/O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qu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b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lf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116065" marR="7330" indent="-109957">
              <a:spcBef>
                <a:spcPts val="29"/>
              </a:spcBef>
              <a:buClr>
                <a:srgbClr val="273139"/>
              </a:buClr>
              <a:buFont typeface="Times New Roman"/>
              <a:buAutoNum type="arabicPeriod"/>
              <a:tabLst>
                <a:tab pos="116065" algn="l"/>
              </a:tabLst>
            </a:pPr>
            <a:endParaRPr lang="en-US" sz="1700" spc="-2" dirty="0">
              <a:solidFill>
                <a:srgbClr val="273139"/>
              </a:solidFill>
              <a:latin typeface="Times New Roman"/>
              <a:cs typeface="Times New Roman"/>
            </a:endParaRPr>
          </a:p>
          <a:p>
            <a:pPr marL="116065" marR="7330" indent="-109957">
              <a:spcBef>
                <a:spcPts val="29"/>
              </a:spcBef>
              <a:buClr>
                <a:srgbClr val="273139"/>
              </a:buClr>
              <a:buFont typeface="Times New Roman"/>
              <a:buAutoNum type="arabicPeriod"/>
              <a:tabLst>
                <a:tab pos="116065" algn="l"/>
              </a:tabLst>
            </a:pP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gn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ls</a:t>
            </a:r>
            <a:r>
              <a:rPr sz="1700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/O</a:t>
            </a:r>
            <a:r>
              <a:rPr sz="1700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ll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op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,</a:t>
            </a:r>
            <a:r>
              <a:rPr sz="1700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2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 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qu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/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116065" indent="-109957">
              <a:spcBef>
                <a:spcPts val="31"/>
              </a:spcBef>
              <a:buClr>
                <a:srgbClr val="273139"/>
              </a:buClr>
              <a:buFont typeface="Times New Roman"/>
              <a:buAutoNum type="arabicPeriod"/>
              <a:tabLst>
                <a:tab pos="116065" algn="l"/>
              </a:tabLst>
            </a:pPr>
            <a:endParaRPr lang="en-US" sz="1700" spc="-2" dirty="0">
              <a:solidFill>
                <a:srgbClr val="273139"/>
              </a:solidFill>
              <a:latin typeface="Times New Roman"/>
              <a:cs typeface="Times New Roman"/>
            </a:endParaRPr>
          </a:p>
          <a:p>
            <a:pPr marL="116065" indent="-109957">
              <a:spcBef>
                <a:spcPts val="31"/>
              </a:spcBef>
              <a:buClr>
                <a:srgbClr val="273139"/>
              </a:buClr>
              <a:buFont typeface="Times New Roman"/>
              <a:buAutoNum type="arabicPeriod"/>
              <a:tabLst>
                <a:tab pos="116065" algn="l"/>
              </a:tabLst>
            </a:pP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3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3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gn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ls</a:t>
            </a:r>
            <a:r>
              <a:rPr sz="1700" spc="3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3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/O</a:t>
            </a:r>
            <a:r>
              <a:rPr sz="1700" spc="3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ll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2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at</a:t>
            </a:r>
            <a:r>
              <a:rPr sz="1700" spc="29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sz="1700" spc="3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dy</a:t>
            </a:r>
            <a:r>
              <a:rPr sz="1700" spc="3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sz="1700" spc="3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np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t,</a:t>
            </a:r>
            <a:r>
              <a:rPr sz="1700" spc="3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pu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29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endParaRPr sz="1700" dirty="0">
              <a:latin typeface="Times New Roman"/>
              <a:cs typeface="Times New Roman"/>
            </a:endParaRPr>
          </a:p>
          <a:p>
            <a:pPr marL="116065">
              <a:spcBef>
                <a:spcPts val="70"/>
              </a:spcBef>
            </a:pP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at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b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g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116065" marR="2443" indent="-109957">
              <a:spcBef>
                <a:spcPts val="31"/>
              </a:spcBef>
              <a:buClr>
                <a:srgbClr val="273139"/>
              </a:buClr>
              <a:buFont typeface="Times New Roman"/>
              <a:buAutoNum type="arabicPeriod" startAt="4"/>
              <a:tabLst>
                <a:tab pos="116065" algn="l"/>
              </a:tabLst>
            </a:pPr>
            <a:endParaRPr lang="en-US" sz="1700" spc="-2" dirty="0">
              <a:solidFill>
                <a:srgbClr val="273139"/>
              </a:solidFill>
              <a:latin typeface="Times New Roman"/>
              <a:cs typeface="Times New Roman"/>
            </a:endParaRPr>
          </a:p>
          <a:p>
            <a:pPr marL="116065" marR="2443" indent="-109957">
              <a:spcBef>
                <a:spcPts val="31"/>
              </a:spcBef>
              <a:buClr>
                <a:srgbClr val="273139"/>
              </a:buClr>
              <a:buFont typeface="Times New Roman"/>
              <a:buAutoNum type="arabicPeriod" startAt="4"/>
              <a:tabLst>
                <a:tab pos="116065" algn="l"/>
              </a:tabLst>
            </a:pP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6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spc="6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ece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6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up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6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gn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al</a:t>
            </a:r>
            <a:r>
              <a:rPr sz="1700" spc="5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6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6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up</a:t>
            </a:r>
            <a:r>
              <a:rPr sz="1700" spc="36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-r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qu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6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6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ns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ov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up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nd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5" name="object 4"/>
          <p:cNvSpPr/>
          <p:nvPr/>
        </p:nvSpPr>
        <p:spPr>
          <a:xfrm>
            <a:off x="6172200" y="742950"/>
            <a:ext cx="2204696" cy="38100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1078420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E0237-49EC-72B2-7BDD-5A51CC73D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D099D0-2F77-7801-4A84-3B94003FB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386DFB-BF93-B9F9-FA41-3E1B29FAF0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ACA20835-C6B5-C134-30B4-2D1693A33309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AC1F12-AF38-7D25-8F9D-5AB9F40AF92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A9B9D341-2B3B-5B57-AEF5-E6E734759202}"/>
              </a:ext>
            </a:extLst>
          </p:cNvPr>
          <p:cNvSpPr txBox="1"/>
          <p:nvPr/>
        </p:nvSpPr>
        <p:spPr>
          <a:xfrm>
            <a:off x="783888" y="1047750"/>
            <a:ext cx="5227075" cy="24057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8">
              <a:spcBef>
                <a:spcPts val="31"/>
              </a:spcBef>
              <a:buClr>
                <a:srgbClr val="273139"/>
              </a:buClr>
              <a:tabLst>
                <a:tab pos="116065" algn="l"/>
              </a:tabLst>
            </a:pPr>
            <a:r>
              <a:rPr lang="en-US"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5.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-26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up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6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-2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-26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us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-26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sz="1700" spc="-26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-26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up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t,</a:t>
            </a:r>
            <a:r>
              <a:rPr sz="1700" spc="-2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rf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ms</a:t>
            </a:r>
            <a:r>
              <a:rPr sz="1700" spc="-2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-26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ss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y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g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x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ec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2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“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fr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”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up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ns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116065" indent="-109957">
              <a:spcBef>
                <a:spcPts val="70"/>
              </a:spcBef>
              <a:buClr>
                <a:srgbClr val="273139"/>
              </a:buClr>
              <a:buFont typeface="Times New Roman"/>
              <a:buAutoNum type="arabicPeriod" startAt="6"/>
              <a:tabLst>
                <a:tab pos="116065" algn="l"/>
              </a:tabLst>
            </a:pPr>
            <a:endParaRPr lang="en-US" sz="1700" spc="-2" dirty="0">
              <a:solidFill>
                <a:srgbClr val="273139"/>
              </a:solidFill>
              <a:latin typeface="Times New Roman"/>
              <a:cs typeface="Times New Roman"/>
            </a:endParaRPr>
          </a:p>
          <a:p>
            <a:pPr marL="116065" indent="-109957">
              <a:spcBef>
                <a:spcPts val="70"/>
              </a:spcBef>
              <a:buClr>
                <a:srgbClr val="273139"/>
              </a:buClr>
              <a:buFont typeface="Times New Roman"/>
              <a:buAutoNum type="arabicPeriod" startAt="6"/>
              <a:tabLst>
                <a:tab pos="116065" algn="l"/>
              </a:tabLst>
            </a:pP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x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ec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he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up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g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gn</a:t>
            </a:r>
            <a:r>
              <a:rPr sz="1700" spc="36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 marL="116065" indent="-109957">
              <a:spcBef>
                <a:spcPts val="75"/>
              </a:spcBef>
              <a:buClr>
                <a:srgbClr val="273139"/>
              </a:buClr>
              <a:buFont typeface="Times New Roman"/>
              <a:buAutoNum type="arabicPeriod" startAt="6"/>
              <a:tabLst>
                <a:tab pos="116065" algn="l"/>
              </a:tabLst>
            </a:pPr>
            <a:endParaRPr lang="en-US" sz="1700" spc="-2" dirty="0">
              <a:solidFill>
                <a:srgbClr val="273139"/>
              </a:solidFill>
              <a:latin typeface="Times New Roman"/>
              <a:cs typeface="Times New Roman"/>
            </a:endParaRPr>
          </a:p>
          <a:p>
            <a:pPr marL="116065" indent="-109957">
              <a:spcBef>
                <a:spcPts val="75"/>
              </a:spcBef>
              <a:buClr>
                <a:srgbClr val="273139"/>
              </a:buClr>
              <a:buFont typeface="Times New Roman"/>
              <a:buAutoNum type="arabicPeriod" startAt="6"/>
              <a:tabLst>
                <a:tab pos="116065" algn="l"/>
              </a:tabLst>
            </a:pP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nu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g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il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y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g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g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in.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308AAEDC-0173-8CE9-0608-1E7652FD14E6}"/>
              </a:ext>
            </a:extLst>
          </p:cNvPr>
          <p:cNvSpPr/>
          <p:nvPr/>
        </p:nvSpPr>
        <p:spPr>
          <a:xfrm>
            <a:off x="6172200" y="742950"/>
            <a:ext cx="2204696" cy="38100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3983379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BB621-CEB3-3DFC-8F05-2DB92FAB6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7E7674-EEF1-AD77-A1A8-BC2808B63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5ADE33-ECCA-FAB8-9EE5-87F8D2ED72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25A09C78-34DB-3E0F-AB7B-ADB7FEED700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EDB503-072F-6ED6-02E3-39AB1F43CA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0C9C5E0F-3EBC-52D8-A580-FA2DC012A83F}"/>
              </a:ext>
            </a:extLst>
          </p:cNvPr>
          <p:cNvSpPr txBox="1"/>
          <p:nvPr/>
        </p:nvSpPr>
        <p:spPr>
          <a:xfrm>
            <a:off x="1295400" y="911571"/>
            <a:ext cx="6705600" cy="2967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b="1" spc="7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b="1" spc="5" dirty="0">
                <a:solidFill>
                  <a:srgbClr val="273139"/>
                </a:solidFill>
                <a:latin typeface="Times New Roman"/>
                <a:cs typeface="Times New Roman"/>
              </a:rPr>
              <a:t>va</a:t>
            </a:r>
            <a:r>
              <a:rPr sz="1700" b="1" spc="7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b="1" spc="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b="1" spc="5" dirty="0">
                <a:solidFill>
                  <a:srgbClr val="273139"/>
                </a:solidFill>
                <a:latin typeface="Times New Roman"/>
                <a:cs typeface="Times New Roman"/>
              </a:rPr>
              <a:t>g</a:t>
            </a:r>
            <a:r>
              <a:rPr sz="1700" b="1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b="1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b="1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sz="1700" b="1" spc="7" dirty="0">
                <a:solidFill>
                  <a:srgbClr val="273139"/>
                </a:solidFill>
                <a:latin typeface="Times New Roman"/>
                <a:cs typeface="Times New Roman"/>
              </a:rPr>
              <a:t> In</a:t>
            </a:r>
            <a:r>
              <a:rPr sz="1700" b="1" spc="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b="1" spc="-2" dirty="0">
                <a:solidFill>
                  <a:srgbClr val="273139"/>
                </a:solidFill>
                <a:latin typeface="Times New Roman"/>
                <a:cs typeface="Times New Roman"/>
              </a:rPr>
              <a:t>err</a:t>
            </a:r>
            <a:r>
              <a:rPr sz="1700" b="1" spc="7" dirty="0">
                <a:solidFill>
                  <a:srgbClr val="273139"/>
                </a:solidFill>
                <a:latin typeface="Times New Roman"/>
                <a:cs typeface="Times New Roman"/>
              </a:rPr>
              <a:t>upt</a:t>
            </a:r>
            <a:r>
              <a:rPr sz="1700" b="1" spc="2" dirty="0">
                <a:solidFill>
                  <a:srgbClr val="273139"/>
                </a:solidFill>
                <a:latin typeface="Times New Roman"/>
                <a:cs typeface="Times New Roman"/>
              </a:rPr>
              <a:t>-D</a:t>
            </a:r>
            <a:r>
              <a:rPr sz="1700" b="1" spc="-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b="1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en</a:t>
            </a:r>
            <a:r>
              <a:rPr sz="1700" b="1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/</a:t>
            </a:r>
            <a:r>
              <a:rPr sz="1700" b="1" spc="-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endParaRPr lang="en-US" sz="1700" b="1" spc="-5" dirty="0">
              <a:solidFill>
                <a:srgbClr val="273139"/>
              </a:solidFill>
              <a:latin typeface="Times New Roman"/>
              <a:cs typeface="Times New Roman"/>
            </a:endParaRPr>
          </a:p>
          <a:p>
            <a:pPr marL="6109"/>
            <a:endParaRPr sz="1700" dirty="0">
              <a:latin typeface="Times New Roman"/>
              <a:cs typeface="Times New Roman"/>
            </a:endParaRPr>
          </a:p>
          <a:p>
            <a:pPr marL="226022" indent="-109957">
              <a:spcBef>
                <a:spcPts val="115"/>
              </a:spcBef>
              <a:buClr>
                <a:srgbClr val="273139"/>
              </a:buClr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endParaRPr sz="1700" dirty="0">
              <a:latin typeface="Times New Roman"/>
              <a:cs typeface="Times New Roman"/>
            </a:endParaRPr>
          </a:p>
          <a:p>
            <a:pPr marL="226022" indent="-109957">
              <a:spcBef>
                <a:spcPts val="108"/>
              </a:spcBef>
              <a:buClr>
                <a:srgbClr val="273139"/>
              </a:buClr>
              <a:buFont typeface="Symbol"/>
              <a:buChar char=""/>
              <a:tabLst>
                <a:tab pos="226022" algn="l"/>
              </a:tabLst>
            </a:pPr>
            <a:r>
              <a:rPr lang="en-US"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ff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endParaRPr lang="en-US" sz="1700" spc="-2" dirty="0">
              <a:solidFill>
                <a:srgbClr val="273139"/>
              </a:solidFill>
              <a:latin typeface="Times New Roman"/>
              <a:cs typeface="Times New Roman"/>
            </a:endParaRPr>
          </a:p>
          <a:p>
            <a:pPr marL="226022" indent="-109957">
              <a:spcBef>
                <a:spcPts val="108"/>
              </a:spcBef>
              <a:buClr>
                <a:srgbClr val="273139"/>
              </a:buClr>
              <a:buFont typeface="Symbol"/>
              <a:buChar char=""/>
              <a:tabLst>
                <a:tab pos="226022" algn="l"/>
              </a:tabLst>
            </a:pPr>
            <a:endParaRPr lang="en-US" sz="1700" spc="-2" dirty="0">
              <a:solidFill>
                <a:srgbClr val="273139"/>
              </a:solidFill>
              <a:latin typeface="Times New Roman"/>
              <a:cs typeface="Times New Roman"/>
            </a:endParaRPr>
          </a:p>
          <a:p>
            <a:pPr marL="115760" algn="just"/>
            <a:r>
              <a:rPr lang="en-US" sz="1700" b="1" spc="2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lang="en-US"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lang="en-US" sz="1700" b="1" spc="5" dirty="0">
                <a:solidFill>
                  <a:srgbClr val="273139"/>
                </a:solidFill>
                <a:latin typeface="Times New Roman"/>
                <a:cs typeface="Times New Roman"/>
              </a:rPr>
              <a:t>sa</a:t>
            </a:r>
            <a:r>
              <a:rPr lang="en-US" sz="1700" b="1" spc="7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lang="en-US"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lang="en-US" sz="1700" b="1" spc="5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lang="en-US" sz="1700" b="1" spc="7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lang="en-US" sz="1700" b="1" spc="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lang="en-US" sz="1700" b="1" spc="5" dirty="0">
                <a:solidFill>
                  <a:srgbClr val="273139"/>
                </a:solidFill>
                <a:latin typeface="Times New Roman"/>
                <a:cs typeface="Times New Roman"/>
              </a:rPr>
              <a:t>ag</a:t>
            </a:r>
            <a:r>
              <a:rPr lang="en-US" sz="1700" b="1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lang="en-US" sz="1700" b="1" spc="5" dirty="0">
                <a:solidFill>
                  <a:srgbClr val="273139"/>
                </a:solidFill>
                <a:latin typeface="Times New Roman"/>
                <a:cs typeface="Times New Roman"/>
              </a:rPr>
              <a:t> o</a:t>
            </a:r>
            <a:r>
              <a:rPr lang="en-US"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lang="en-US" sz="1700" b="1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b="1" spc="-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lang="en-US" sz="1700" b="1" spc="7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lang="en-US" sz="1700" b="1" spc="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lang="en-US" sz="1700" b="1" spc="-2" dirty="0">
                <a:solidFill>
                  <a:srgbClr val="273139"/>
                </a:solidFill>
                <a:latin typeface="Times New Roman"/>
                <a:cs typeface="Times New Roman"/>
              </a:rPr>
              <a:t>err</a:t>
            </a:r>
            <a:r>
              <a:rPr lang="en-US" sz="1700" b="1" spc="7" dirty="0">
                <a:solidFill>
                  <a:srgbClr val="273139"/>
                </a:solidFill>
                <a:latin typeface="Times New Roman"/>
                <a:cs typeface="Times New Roman"/>
              </a:rPr>
              <a:t>up</a:t>
            </a:r>
            <a:r>
              <a:rPr lang="en-US"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lang="en-US" sz="1700" b="1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b="1" spc="2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lang="en-US" sz="1700" b="1" spc="-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lang="en-US"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lang="en-US" sz="1700" b="1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lang="en-US" sz="1700" b="1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700" b="1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lang="en-US"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/</a:t>
            </a:r>
            <a:r>
              <a:rPr lang="en-US" sz="1700" b="1" spc="-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</a:p>
          <a:p>
            <a:pPr marL="115760" algn="just"/>
            <a:endParaRPr lang="en-US" sz="1700" dirty="0">
              <a:latin typeface="Times New Roman"/>
              <a:cs typeface="Times New Roman"/>
            </a:endParaRPr>
          </a:p>
          <a:p>
            <a:pPr marL="335673" indent="-109957">
              <a:spcBef>
                <a:spcPts val="115"/>
              </a:spcBef>
              <a:buClr>
                <a:srgbClr val="273139"/>
              </a:buClr>
              <a:buFont typeface="Symbol"/>
              <a:buChar char=""/>
              <a:tabLst>
                <a:tab pos="335979" algn="l"/>
              </a:tabLst>
            </a:pPr>
            <a:r>
              <a:rPr lang="en-US"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ca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lang="en-US"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b</a:t>
            </a:r>
            <a:r>
              <a:rPr lang="en-US"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lang="en-US"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lang="en-US"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k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y</a:t>
            </a:r>
            <a:r>
              <a:rPr lang="en-US"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wr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it</a:t>
            </a:r>
            <a:r>
              <a:rPr lang="en-US"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if</a:t>
            </a:r>
            <a:r>
              <a:rPr lang="en-US"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us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g</a:t>
            </a:r>
            <a:r>
              <a:rPr lang="en-US"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lang="en-US"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lang="en-US" sz="1700" spc="24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lang="en-US"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-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lang="en-US"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lang="en-US"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el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lang="en-US"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ngu</a:t>
            </a:r>
            <a:r>
              <a:rPr lang="en-US"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g</a:t>
            </a:r>
            <a:r>
              <a:rPr lang="en-US"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endParaRPr lang="en-US" sz="1700" dirty="0">
              <a:latin typeface="Times New Roman"/>
              <a:cs typeface="Times New Roman"/>
            </a:endParaRPr>
          </a:p>
          <a:p>
            <a:pPr marL="335673" indent="-109957">
              <a:spcBef>
                <a:spcPts val="115"/>
              </a:spcBef>
              <a:buClr>
                <a:srgbClr val="273139"/>
              </a:buClr>
              <a:buFont typeface="Symbol"/>
              <a:buChar char=""/>
              <a:tabLst>
                <a:tab pos="335979" algn="l"/>
              </a:tabLst>
            </a:pPr>
            <a:r>
              <a:rPr lang="en-US"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ca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lang="en-US"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b</a:t>
            </a:r>
            <a:r>
              <a:rPr lang="en-US"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oug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lang="en-US"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g</a:t>
            </a:r>
            <a:r>
              <a:rPr lang="en-US"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et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 v</a:t>
            </a:r>
            <a:r>
              <a:rPr lang="en-US"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lang="en-US"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io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lang="en-US"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lang="en-US"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ece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lang="en-US"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lang="en-US"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k</a:t>
            </a:r>
            <a:r>
              <a:rPr lang="en-US"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lang="en-US"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lang="en-US"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g</a:t>
            </a:r>
            <a:r>
              <a:rPr lang="en-US"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lang="en-US"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endParaRPr lang="en-US" sz="1700" dirty="0">
              <a:latin typeface="Times New Roman"/>
              <a:cs typeface="Times New Roman"/>
            </a:endParaRPr>
          </a:p>
          <a:p>
            <a:pPr marL="335673" indent="-109957">
              <a:spcBef>
                <a:spcPts val="108"/>
              </a:spcBef>
              <a:buClr>
                <a:srgbClr val="273139"/>
              </a:buClr>
              <a:buFont typeface="Symbol"/>
              <a:buChar char=""/>
              <a:tabLst>
                <a:tab pos="335979" algn="l"/>
              </a:tabLst>
            </a:pP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usu</a:t>
            </a:r>
            <a:r>
              <a:rPr lang="en-US"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lly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 don</a:t>
            </a:r>
            <a:r>
              <a:rPr lang="en-US"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b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y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lang="en-US"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lang="en-US"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lang="en-US"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lang="en-US"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lang="en-US"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lang="en-US"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lang="en-US"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lang="en-US"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nu</a:t>
            </a:r>
            <a:r>
              <a:rPr lang="en-US"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lang="en-US"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ac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lang="en-US"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lang="en-US"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lang="en-US"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/</a:t>
            </a:r>
            <a:r>
              <a:rPr lang="en-US"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lang="en-US"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lang="en-US"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k</a:t>
            </a:r>
            <a:r>
              <a:rPr lang="en-US"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,</a:t>
            </a:r>
            <a:r>
              <a:rPr lang="en-US"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.g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.</a:t>
            </a:r>
            <a:r>
              <a:rPr lang="en-US"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lang="en-US"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lang="en-US"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lang="en-US"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lang="en-US"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lang="en-US"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lang="en-US"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lang="en-US"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endParaRPr lang="en-US" sz="1700" dirty="0">
              <a:latin typeface="Times New Roman"/>
              <a:cs typeface="Times New Roman"/>
            </a:endParaRPr>
          </a:p>
          <a:p>
            <a:pPr marL="226022" indent="-109957">
              <a:spcBef>
                <a:spcPts val="108"/>
              </a:spcBef>
              <a:buClr>
                <a:srgbClr val="273139"/>
              </a:buClr>
              <a:buFont typeface="Symbol"/>
              <a:buChar char=""/>
              <a:tabLst>
                <a:tab pos="226022" algn="l"/>
              </a:tabLst>
            </a:pP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45287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2A07B-EE1C-9850-36EB-889466B95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13A30F-2659-4FCE-FD19-8740E7C27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23A9CF-61A4-DF86-202E-984F5211BB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89B2D2F-4C09-99CF-2DD0-0DEDDBD1DBF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A70A11-1F55-DF58-F08A-55520908243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838200" y="742950"/>
            <a:ext cx="4038600" cy="39241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3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.  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b="1" spc="2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b="1" spc="-2" dirty="0">
                <a:solidFill>
                  <a:srgbClr val="273139"/>
                </a:solidFill>
                <a:latin typeface="Times New Roman"/>
                <a:cs typeface="Times New Roman"/>
              </a:rPr>
              <a:t>rec</a:t>
            </a:r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b="1" spc="1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b="1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b="1" spc="7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b="1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b="1" spc="-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y</a:t>
            </a:r>
            <a:r>
              <a:rPr sz="1700" b="1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b="1" spc="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b="1" spc="-2" dirty="0">
                <a:solidFill>
                  <a:srgbClr val="273139"/>
                </a:solidFill>
                <a:latin typeface="Times New Roman"/>
                <a:cs typeface="Times New Roman"/>
              </a:rPr>
              <a:t>cce</a:t>
            </a:r>
            <a:r>
              <a:rPr sz="1700" b="1" spc="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b="1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b="1" spc="2" dirty="0">
                <a:solidFill>
                  <a:srgbClr val="273139"/>
                </a:solidFill>
                <a:latin typeface="Times New Roman"/>
                <a:cs typeface="Times New Roman"/>
              </a:rPr>
              <a:t>(D</a:t>
            </a:r>
            <a:r>
              <a:rPr sz="1700" b="1" spc="-5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b="1" spc="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b="1" dirty="0">
                <a:solidFill>
                  <a:srgbClr val="273139"/>
                </a:solidFill>
                <a:latin typeface="Times New Roman"/>
                <a:cs typeface="Times New Roman"/>
              </a:rPr>
              <a:t>)</a:t>
            </a:r>
            <a:endParaRPr sz="1700" dirty="0">
              <a:latin typeface="Times New Roman"/>
              <a:cs typeface="Times New Roman"/>
            </a:endParaRPr>
          </a:p>
          <a:p>
            <a:pPr marL="115760" marR="2443" algn="just"/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ns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5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b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g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6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su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gn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ti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5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k</a:t>
            </a:r>
            <a:r>
              <a:rPr sz="1700" spc="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y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3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sz="1700" spc="3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mit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3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b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y</a:t>
            </a:r>
            <a:r>
              <a:rPr sz="1700" spc="3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4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4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sz="1700" spc="4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36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.</a:t>
            </a:r>
            <a:r>
              <a:rPr sz="1700" spc="3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hu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3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4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4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ll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spc="36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4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ph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era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ls</a:t>
            </a:r>
            <a:r>
              <a:rPr sz="1700" spc="4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ect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y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mm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19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th</a:t>
            </a:r>
            <a:r>
              <a:rPr sz="1700" spc="2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eac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19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us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ing</a:t>
            </a:r>
            <a:r>
              <a:rPr sz="1700" spc="2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19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y</a:t>
            </a:r>
            <a:r>
              <a:rPr sz="1700" spc="14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bus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,</a:t>
            </a:r>
            <a:r>
              <a:rPr sz="1700" spc="2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g</a:t>
            </a:r>
            <a:r>
              <a:rPr sz="1700" spc="2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19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2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endParaRPr sz="1700" dirty="0">
              <a:latin typeface="Times New Roman"/>
              <a:cs typeface="Times New Roman"/>
            </a:endParaRPr>
          </a:p>
          <a:p>
            <a:pPr marL="115760" marR="2443" algn="just">
              <a:spcBef>
                <a:spcPts val="5"/>
              </a:spcBef>
            </a:pP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.</a:t>
            </a:r>
            <a:r>
              <a:rPr sz="1700" spc="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sz="1700" spc="5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yp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sz="1700" spc="5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ns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5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ec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qu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4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sz="1700" spc="5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kno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5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ect</a:t>
            </a:r>
            <a:r>
              <a:rPr sz="1700" spc="5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ry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acce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.</a:t>
            </a:r>
            <a:r>
              <a:rPr sz="1700" spc="4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g</a:t>
            </a:r>
            <a:r>
              <a:rPr sz="1700" spc="4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4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he</a:t>
            </a:r>
            <a:r>
              <a:rPr sz="1700" spc="4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P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U</a:t>
            </a:r>
            <a:r>
              <a:rPr sz="1700" spc="4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is</a:t>
            </a:r>
            <a:r>
              <a:rPr sz="1700" spc="3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4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4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it</a:t>
            </a:r>
            <a:r>
              <a:rPr sz="1700" spc="46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38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4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l</a:t>
            </a:r>
            <a:r>
              <a:rPr sz="1700" spc="46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ov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4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41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y</a:t>
            </a:r>
            <a:r>
              <a:rPr sz="1700" spc="43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bus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.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 D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on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ll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k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 ov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bus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to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g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ns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ec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tly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b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 I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/O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v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ce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s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d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7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73139"/>
                </a:solidFill>
                <a:latin typeface="Times New Roman"/>
                <a:cs typeface="Times New Roman"/>
              </a:rPr>
              <a:t>m</a:t>
            </a:r>
            <a:r>
              <a:rPr sz="1700" spc="12" dirty="0">
                <a:solidFill>
                  <a:srgbClr val="273139"/>
                </a:solidFill>
                <a:latin typeface="Times New Roman"/>
                <a:cs typeface="Times New Roman"/>
              </a:rPr>
              <a:t>o</a:t>
            </a:r>
            <a:r>
              <a:rPr sz="1700" spc="2" dirty="0">
                <a:solidFill>
                  <a:srgbClr val="273139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y</a:t>
            </a:r>
            <a:r>
              <a:rPr sz="1700" spc="10" dirty="0">
                <a:solidFill>
                  <a:srgbClr val="273139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73139"/>
                </a:solidFill>
                <a:latin typeface="Times New Roman"/>
                <a:cs typeface="Times New Roman"/>
              </a:rPr>
              <a:t>un</a:t>
            </a:r>
            <a:r>
              <a:rPr sz="1700" dirty="0">
                <a:solidFill>
                  <a:srgbClr val="273139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73139"/>
                </a:solidFill>
                <a:latin typeface="Times New Roman"/>
                <a:cs typeface="Times New Roman"/>
              </a:rPr>
              <a:t>t.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5" name="object 4"/>
          <p:cNvSpPr/>
          <p:nvPr/>
        </p:nvSpPr>
        <p:spPr>
          <a:xfrm>
            <a:off x="4961886" y="1087379"/>
            <a:ext cx="3911687" cy="296874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80749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6E9C3-3462-9699-1F87-1119CDEF8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DC84E8-6CDD-B356-9224-20DECDD28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C9518E-A179-1DB4-AD15-042592A3B2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FF0FE593-1223-228C-1C29-1E87E811D90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C787F0-89EF-EBE4-1022-857BB6B5565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FFD92EF3-CED3-A93B-6DF8-9BD426AF6E7A}"/>
              </a:ext>
            </a:extLst>
          </p:cNvPr>
          <p:cNvSpPr txBox="1"/>
          <p:nvPr/>
        </p:nvSpPr>
        <p:spPr>
          <a:xfrm>
            <a:off x="1014006" y="742950"/>
            <a:ext cx="6986994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/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marR="2443" indent="-109651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rge</a:t>
            </a:r>
            <a:r>
              <a:rPr sz="1700" spc="-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blocks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high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spe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rom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hig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-spe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vices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magn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tic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drums,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ks,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tc.</a:t>
            </a:r>
            <a:endParaRPr sz="1700" dirty="0">
              <a:latin typeface="Times New Roman"/>
              <a:cs typeface="Times New Roman"/>
            </a:endParaRPr>
          </a:p>
          <a:p>
            <a:pPr marL="225716" marR="5192" indent="-109651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rf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provid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/O</a:t>
            </a:r>
            <a:r>
              <a:rPr sz="17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rom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/O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vice</a:t>
            </a:r>
            <a:endParaRPr sz="1700" dirty="0">
              <a:latin typeface="Times New Roman"/>
              <a:cs typeface="Times New Roman"/>
            </a:endParaRPr>
          </a:p>
          <a:p>
            <a:pPr marL="225716" marR="3971" indent="-109651">
              <a:spcBef>
                <a:spcPts val="31"/>
              </a:spcBef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CPU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initi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ze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by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nding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dd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number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31"/>
              </a:spcBef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tual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nsfer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done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tw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vice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rough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DMA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-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&gt;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ing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oth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sks</a:t>
            </a:r>
            <a:endParaRPr sz="1700" dirty="0">
              <a:latin typeface="Times New Roman"/>
              <a:cs typeface="Times New Roman"/>
            </a:endParaRPr>
          </a:p>
          <a:p>
            <a:endParaRPr sz="1700" dirty="0">
              <a:latin typeface="Times New Roman"/>
              <a:cs typeface="Times New Roman"/>
            </a:endParaRPr>
          </a:p>
          <a:p>
            <a:pPr marL="6109" marR="5192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riph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withou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PU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letti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riph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evice</a:t>
            </a:r>
            <a:r>
              <a:rPr sz="17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man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ry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bus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rm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7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7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mory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(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MA)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33741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D3FC0-AF51-1535-B83B-9D77C3E8E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D4BF09-BA14-7573-BF5A-9491829010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B4C2CE-9FC6-C664-8FC3-0FB1DD9D75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2C52EDDF-AB7B-C248-C8BB-4F1EBE14942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64DD33-C692-53B5-8462-A1D4E1BA786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750824" y="500483"/>
            <a:ext cx="4343400" cy="3139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signal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ques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scina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3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r.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bus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ques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input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by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ques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PU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bus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BR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high,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PU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tes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x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then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pla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dd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ta,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ite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high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imp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state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nds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bus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signal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now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tak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bus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nsfers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dire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mory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/O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withou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pr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inter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on.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5076322" y="1093591"/>
            <a:ext cx="3829422" cy="147815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6D7FFE-96A0-0C1A-9F50-3597CFD60A8A}"/>
              </a:ext>
            </a:extLst>
          </p:cNvPr>
          <p:cNvSpPr txBox="1"/>
          <p:nvPr/>
        </p:nvSpPr>
        <p:spPr>
          <a:xfrm>
            <a:off x="5984668" y="2650420"/>
            <a:ext cx="256250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PU</a:t>
            </a:r>
            <a:r>
              <a:rPr lang="en-US" sz="11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bus si</a:t>
            </a:r>
            <a:r>
              <a:rPr lang="en-US" sz="11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nal</a:t>
            </a:r>
            <a:r>
              <a:rPr lang="en-US" sz="11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lang="en-US" sz="11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 D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MA</a:t>
            </a:r>
            <a:r>
              <a:rPr lang="en-US" sz="11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1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ans</a:t>
            </a:r>
            <a:r>
              <a:rPr lang="en-US" sz="1100" i="1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lang="en-US" sz="11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endParaRPr lang="en-US" sz="1100" dirty="0">
              <a:latin typeface="Times New Roman"/>
              <a:cs typeface="Times New Roman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23DD03-6898-8FC3-F61E-64212C26B67C}"/>
              </a:ext>
            </a:extLst>
          </p:cNvPr>
          <p:cNvSpPr txBox="1"/>
          <p:nvPr/>
        </p:nvSpPr>
        <p:spPr>
          <a:xfrm>
            <a:off x="636524" y="3628374"/>
            <a:ext cx="77566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09" marR="2443" algn="just"/>
            <a:r>
              <a:rPr lang="en-US"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Wh</a:t>
            </a:r>
            <a:r>
              <a:rPr lang="en-US" sz="18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8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lang="en-US" sz="18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8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lang="en-US" sz="18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8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8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lang="en-US"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8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lang="en-US" sz="18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lang="en-US" sz="1800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lang="en-US"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8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lang="en-US" sz="1800" spc="-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800" spc="-2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lang="en-US" sz="18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ompl</a:t>
            </a:r>
            <a:r>
              <a:rPr lang="en-US" sz="18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800" spc="-2" dirty="0">
                <a:solidFill>
                  <a:srgbClr val="252525"/>
                </a:solidFill>
                <a:latin typeface="Times New Roman"/>
                <a:cs typeface="Times New Roman"/>
              </a:rPr>
              <a:t>ted,</a:t>
            </a:r>
            <a:r>
              <a:rPr lang="en-US" sz="18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8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lang="en-US" sz="18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252525"/>
                </a:solidFill>
                <a:latin typeface="Times New Roman"/>
                <a:cs typeface="Times New Roman"/>
              </a:rPr>
              <a:t>bus</a:t>
            </a:r>
            <a:r>
              <a:rPr lang="en-US" sz="18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8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8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qu</a:t>
            </a:r>
            <a:r>
              <a:rPr lang="en-US" sz="18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lang="en-US" sz="18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8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</a:t>
            </a:r>
            <a:r>
              <a:rPr lang="en-US" sz="18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lang="en-US" sz="18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8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lang="en-US" sz="18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made</a:t>
            </a:r>
            <a:r>
              <a:rPr lang="en-US" sz="18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252525"/>
                </a:solidFill>
                <a:latin typeface="Times New Roman"/>
                <a:cs typeface="Times New Roman"/>
              </a:rPr>
              <a:t>low</a:t>
            </a:r>
            <a:r>
              <a:rPr lang="en-US" sz="18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252525"/>
                </a:solidFill>
                <a:latin typeface="Times New Roman"/>
                <a:cs typeface="Times New Roman"/>
              </a:rPr>
              <a:t>by</a:t>
            </a:r>
            <a:r>
              <a:rPr lang="en-US" sz="18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800" spc="-2" dirty="0">
                <a:solidFill>
                  <a:srgbClr val="252525"/>
                </a:solidFill>
                <a:latin typeface="Times New Roman"/>
                <a:cs typeface="Times New Roman"/>
              </a:rPr>
              <a:t>DMA</a:t>
            </a:r>
            <a:r>
              <a:rPr lang="en-US" sz="18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lang="en-US" sz="1800" spc="3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lang="en-US" sz="18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lang="en-US" sz="18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8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8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800" spc="-2" dirty="0">
                <a:solidFill>
                  <a:srgbClr val="252525"/>
                </a:solidFill>
                <a:latin typeface="Times New Roman"/>
                <a:cs typeface="Times New Roman"/>
              </a:rPr>
              <a:t>spons</a:t>
            </a:r>
            <a:r>
              <a:rPr lang="en-US" sz="180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8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8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lang="en-US" sz="18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800" spc="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lang="en-US"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hich</a:t>
            </a:r>
            <a:r>
              <a:rPr lang="en-US" sz="18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800" dirty="0">
                <a:solidFill>
                  <a:srgbClr val="252525"/>
                </a:solidFill>
                <a:latin typeface="Times New Roman"/>
                <a:cs typeface="Times New Roman"/>
              </a:rPr>
              <a:t>PU</a:t>
            </a:r>
            <a:r>
              <a:rPr lang="en-US" sz="18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800" spc="-2" dirty="0">
                <a:solidFill>
                  <a:srgbClr val="252525"/>
                </a:solidFill>
                <a:latin typeface="Times New Roman"/>
                <a:cs typeface="Times New Roman"/>
              </a:rPr>
              <a:t>disabl</a:t>
            </a:r>
            <a:r>
              <a:rPr lang="en-US" sz="18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8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lang="en-US" sz="18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lang="en-US" sz="1800" dirty="0">
                <a:solidFill>
                  <a:srgbClr val="252525"/>
                </a:solidFill>
                <a:latin typeface="Times New Roman"/>
                <a:cs typeface="Times New Roman"/>
              </a:rPr>
              <a:t>bus</a:t>
            </a:r>
            <a:r>
              <a:rPr lang="en-US" sz="18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800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lang="en-US" sz="18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8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800" spc="-2" dirty="0">
                <a:solidFill>
                  <a:srgbClr val="252525"/>
                </a:solidFill>
                <a:latin typeface="Times New Roman"/>
                <a:cs typeface="Times New Roman"/>
              </a:rPr>
              <a:t>nt</a:t>
            </a:r>
            <a:r>
              <a:rPr lang="en-US" sz="18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and</a:t>
            </a:r>
            <a:r>
              <a:rPr lang="en-US" sz="18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800" spc="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lang="en-US" sz="18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800" spc="-2" dirty="0">
                <a:solidFill>
                  <a:srgbClr val="252525"/>
                </a:solidFill>
                <a:latin typeface="Times New Roman"/>
                <a:cs typeface="Times New Roman"/>
              </a:rPr>
              <a:t>in </a:t>
            </a:r>
            <a:r>
              <a:rPr lang="en-US"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800" dirty="0">
                <a:solidFill>
                  <a:srgbClr val="252525"/>
                </a:solidFill>
                <a:latin typeface="Times New Roman"/>
                <a:cs typeface="Times New Roman"/>
              </a:rPr>
              <a:t>PU</a:t>
            </a:r>
            <a:r>
              <a:rPr lang="en-US" sz="1800" spc="-2" dirty="0">
                <a:solidFill>
                  <a:srgbClr val="252525"/>
                </a:solidFill>
                <a:latin typeface="Times New Roman"/>
                <a:cs typeface="Times New Roman"/>
              </a:rPr>
              <a:t> t</a:t>
            </a:r>
            <a:r>
              <a:rPr lang="en-US" sz="18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r>
              <a:rPr lang="en-US" sz="18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8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lang="en-US" sz="1800" spc="-2" dirty="0">
                <a:solidFill>
                  <a:srgbClr val="252525"/>
                </a:solidFill>
                <a:latin typeface="Times New Roman"/>
                <a:cs typeface="Times New Roman"/>
              </a:rPr>
              <a:t> the </a:t>
            </a:r>
            <a:r>
              <a:rPr lang="en-US"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8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lang="en-US" sz="1800" dirty="0">
                <a:solidFill>
                  <a:srgbClr val="252525"/>
                </a:solidFill>
                <a:latin typeface="Times New Roman"/>
                <a:cs typeface="Times New Roman"/>
              </a:rPr>
              <a:t> of </a:t>
            </a:r>
            <a:r>
              <a:rPr lang="en-US"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addr</a:t>
            </a:r>
            <a:r>
              <a:rPr lang="en-US" sz="18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8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r>
              <a:rPr lang="en-US" sz="1800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lang="en-US" sz="1800" spc="-2" dirty="0">
                <a:solidFill>
                  <a:srgbClr val="252525"/>
                </a:solidFill>
                <a:latin typeface="Times New Roman"/>
                <a:cs typeface="Times New Roman"/>
              </a:rPr>
              <a:t>dat</a:t>
            </a:r>
            <a:r>
              <a:rPr lang="en-US" sz="18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800" dirty="0">
                <a:solidFill>
                  <a:srgbClr val="252525"/>
                </a:solidFill>
                <a:latin typeface="Times New Roman"/>
                <a:cs typeface="Times New Roman"/>
              </a:rPr>
              <a:t>, </a:t>
            </a:r>
            <a:r>
              <a:rPr lang="en-US" sz="18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800" spc="-7" dirty="0">
                <a:solidFill>
                  <a:srgbClr val="252525"/>
                </a:solidFill>
                <a:latin typeface="Times New Roman"/>
                <a:cs typeface="Times New Roman"/>
              </a:rPr>
              <a:t>ea</a:t>
            </a:r>
            <a:r>
              <a:rPr lang="en-US" sz="18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lang="en-US" sz="18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8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lang="en-US" sz="18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lang="en-US" sz="18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lang="en-US" sz="18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8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lang="en-US" sz="18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lang="en-US" sz="18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800" spc="-2" dirty="0">
                <a:solidFill>
                  <a:srgbClr val="252525"/>
                </a:solidFill>
                <a:latin typeface="Times New Roman"/>
                <a:cs typeface="Times New Roman"/>
              </a:rPr>
              <a:t>lines.</a:t>
            </a:r>
            <a:endParaRPr lang="en-US"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08969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3B312-4734-9381-EA97-B800B988C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84163B-0CC0-89D0-12A5-8D2F70518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0867BB-DD89-0C52-6C9A-EE26AF0661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DFCCF1F-86F0-7EB9-3797-F746F910CC8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D1AE85-12C4-E06B-181A-3ED99084893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68D97BBE-3940-1D89-8B2D-14AF2ED48456}"/>
              </a:ext>
            </a:extLst>
          </p:cNvPr>
          <p:cNvSpPr txBox="1"/>
          <p:nvPr/>
        </p:nvSpPr>
        <p:spPr>
          <a:xfrm>
            <a:off x="914400" y="819150"/>
            <a:ext cx="7239000" cy="36881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4887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mory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I/O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our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ilit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tes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two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ys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wh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DM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urst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5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4887" algn="just"/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b="1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UR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r>
              <a:rPr sz="1700" spc="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block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onsi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ing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umber</a:t>
            </a:r>
            <a:r>
              <a:rPr sz="1700" spc="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rds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time.</a:t>
            </a:r>
            <a:endParaRPr sz="1700" dirty="0">
              <a:latin typeface="Times New Roman"/>
              <a:cs typeface="Times New Roman"/>
            </a:endParaRPr>
          </a:p>
          <a:p>
            <a:pPr marL="6109" marR="3665" algn="just">
              <a:spcBef>
                <a:spcPts val="7"/>
              </a:spcBef>
            </a:pP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CYCL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E </a:t>
            </a:r>
            <a:r>
              <a:rPr sz="1700" b="1" spc="-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ALIN</a:t>
            </a:r>
            <a:r>
              <a:rPr sz="1700" b="1" spc="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: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 </a:t>
            </a:r>
            <a:r>
              <a:rPr sz="17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rs </a:t>
            </a:r>
            <a:r>
              <a:rPr sz="17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hich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must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turn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of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bus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to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2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marR="4276" indent="-109651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CPU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much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than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/O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(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MA)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thus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PU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most</a:t>
            </a:r>
            <a:r>
              <a:rPr sz="1700" spc="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les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70"/>
              </a:spcBef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Controll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ls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CPU</a:t>
            </a:r>
            <a:endParaRPr sz="1700" dirty="0">
              <a:latin typeface="Times New Roman"/>
              <a:cs typeface="Times New Roman"/>
            </a:endParaRPr>
          </a:p>
          <a:p>
            <a:pPr marL="244043" indent="-127977">
              <a:spcBef>
                <a:spcPts val="67"/>
              </a:spcBef>
              <a:buClr>
                <a:srgbClr val="252525"/>
              </a:buClr>
              <a:buSzPct val="83333"/>
              <a:buFont typeface="Symbol"/>
              <a:buChar char=""/>
              <a:tabLst>
                <a:tab pos="244043" algn="l"/>
                <a:tab pos="244348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those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sto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les,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mains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idle</a:t>
            </a:r>
            <a:endParaRPr sz="1700" dirty="0">
              <a:latin typeface="Times New Roman"/>
              <a:cs typeface="Times New Roman"/>
            </a:endParaRPr>
          </a:p>
          <a:p>
            <a:pPr marL="225716" marR="3971" indent="-109651">
              <a:spcBef>
                <a:spcPts val="5"/>
              </a:spcBef>
              <a:buClr>
                <a:srgbClr val="252525"/>
              </a:buClr>
              <a:buSzPct val="83333"/>
              <a:buFont typeface="Symbol"/>
              <a:buChar char=""/>
              <a:tabLst>
                <a:tab pos="244043" algn="l"/>
                <a:tab pos="244348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those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slo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Controll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may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stea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most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les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whic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may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main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idle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long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time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2725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8E4A4-FC4E-5EB8-6BB4-2A5C4F0B7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60F1E6-193B-3532-0983-394237263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EB7AD4-68E3-DE88-728D-3128CC3971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2F4B0225-C128-5129-1727-0E00BB550C7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4B3A07-E559-DF42-171B-6DF1369145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F6B7A90E-F63B-2D2A-E604-91D5A31E5300}"/>
              </a:ext>
            </a:extLst>
          </p:cNvPr>
          <p:cNvSpPr txBox="1"/>
          <p:nvPr/>
        </p:nvSpPr>
        <p:spPr>
          <a:xfrm>
            <a:off x="914400" y="819150"/>
            <a:ext cx="7239000" cy="2092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/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C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ONT</a:t>
            </a:r>
            <a:r>
              <a:rPr sz="1700" b="1" spc="-7" dirty="0">
                <a:solidFill>
                  <a:srgbClr val="252525"/>
                </a:solidFill>
                <a:latin typeface="Times New Roman"/>
                <a:cs typeface="Times New Roman"/>
              </a:rPr>
              <a:t>RO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LLE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endParaRPr sz="1700" dirty="0">
              <a:latin typeface="Times New Roman"/>
              <a:cs typeface="Times New Roman"/>
            </a:endParaRPr>
          </a:p>
          <a:p>
            <a:pPr marL="6109" marR="2749" algn="just"/>
            <a:endParaRPr lang="en-US" sz="1700" spc="-5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marR="2749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muni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tes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PU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throu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bus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control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DMA sele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sele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r,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sele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700" spc="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sele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r.</a:t>
            </a:r>
            <a:endParaRPr sz="1700" dirty="0">
              <a:latin typeface="Times New Roman"/>
              <a:cs typeface="Times New Roman"/>
            </a:endParaRPr>
          </a:p>
          <a:p>
            <a:pPr marL="6109" marR="2749" algn="just">
              <a:spcBef>
                <a:spcPts val="5"/>
              </a:spcBef>
            </a:pP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bus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ze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ro,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PU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ommunic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tes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through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us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1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r.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bus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,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tak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spc="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bus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nsfers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mory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/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31297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9EA78-4049-32A6-A1C7-A6B1D0477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DB9B39-5A58-93C2-13F6-FB5C5DC6C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BD258D-5216-310C-DBBC-E7FF89B103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BBE10AF-ECF8-F6FB-C153-D0D7D45734E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ED36B0-3700-74A6-ED0F-EF460C7758E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5" name="object 4"/>
          <p:cNvSpPr/>
          <p:nvPr/>
        </p:nvSpPr>
        <p:spPr>
          <a:xfrm>
            <a:off x="1612453" y="971550"/>
            <a:ext cx="5943600" cy="3200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8BD464-2846-0522-7AF2-80C95E347C60}"/>
              </a:ext>
            </a:extLst>
          </p:cNvPr>
          <p:cNvSpPr txBox="1"/>
          <p:nvPr/>
        </p:nvSpPr>
        <p:spPr>
          <a:xfrm>
            <a:off x="3124200" y="4248150"/>
            <a:ext cx="25908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Block</a:t>
            </a:r>
            <a:r>
              <a:rPr lang="en-US" sz="11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dia</a:t>
            </a:r>
            <a:r>
              <a:rPr lang="en-US" sz="11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lang="en-US" sz="11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ra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m of</a:t>
            </a:r>
            <a:r>
              <a:rPr lang="en-US" sz="11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 D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MA </a:t>
            </a:r>
            <a:r>
              <a:rPr lang="en-US" sz="11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lang="en-US" sz="11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100" i="1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1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lang="en-US" sz="11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endParaRPr lang="en-US" sz="11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92596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8CABA-349C-7270-DC8E-F01E7E53C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FD1997-2A7B-D42C-1079-46136273D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20BEB8-AEC3-02B4-5C44-E37DD9A91F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92375D7F-232C-E986-D04E-8AAD0F0BD4B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FCDAFE-7401-F87A-E2FA-BCA637A8D34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37C3ACE6-4BDD-94A2-EA6B-8A8816A031B3}"/>
              </a:ext>
            </a:extLst>
          </p:cNvPr>
          <p:cNvSpPr txBox="1"/>
          <p:nvPr/>
        </p:nvSpPr>
        <p:spPr>
          <a:xfrm>
            <a:off x="1014310" y="819150"/>
            <a:ext cx="7062890" cy="2092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sp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ifi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desire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loc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3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whic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aft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eac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rd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y.</a:t>
            </a:r>
            <a:endParaRPr lang="en-US" sz="1700" spc="-7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marR="2443" algn="just"/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ount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holds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number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nsfer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whic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nted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nsfer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until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ze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ro. </a:t>
            </a:r>
            <a:r>
              <a:rPr sz="1700" spc="-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6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6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ze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ro, </a:t>
            </a:r>
            <a:r>
              <a:rPr sz="1700" spc="-6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 indi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r.</a:t>
            </a:r>
            <a:endParaRPr lang="en-US" sz="1700" spc="-1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6109" marR="2443" algn="just"/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whic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bus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signa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rom 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PU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made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low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PU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turns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norm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op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on.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control</a:t>
            </a:r>
            <a:r>
              <a:rPr sz="1700" spc="5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gi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ter</a:t>
            </a:r>
            <a:r>
              <a:rPr sz="1700" spc="5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spe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mode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5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whic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6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or 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rit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79598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E38B9-6EB1-2935-5461-50F60C876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8AA57D-5E43-F47E-241D-E7225E339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87D4A5-FEB0-321B-A192-1B88EDA943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95E53B08-B1E5-DCD4-F0CA-4EF9649DFCB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10F542-D6F6-BB4A-7D32-CCC7E8D660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F0B956DF-6B47-A8C5-2AEB-1F3EEDA40AEB}"/>
              </a:ext>
            </a:extLst>
          </p:cNvPr>
          <p:cNvSpPr txBox="1"/>
          <p:nvPr/>
        </p:nvSpPr>
        <p:spPr>
          <a:xfrm>
            <a:off x="838200" y="742950"/>
            <a:ext cx="7315200" cy="34522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/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ANSF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ER</a:t>
            </a:r>
            <a:endParaRPr sz="1700" dirty="0">
              <a:latin typeface="Times New Roman"/>
              <a:cs typeface="Times New Roman"/>
            </a:endParaRPr>
          </a:p>
          <a:p>
            <a:pPr algn="just">
              <a:spcBef>
                <a:spcPts val="25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 algn="just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ques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ignal is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rom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/O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vice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r.</a:t>
            </a:r>
            <a:endParaRPr sz="1700" dirty="0">
              <a:latin typeface="Times New Roman"/>
              <a:cs typeface="Times New Roman"/>
            </a:endParaRPr>
          </a:p>
          <a:p>
            <a:pPr marL="225716" marR="3971" indent="-109651" algn="just">
              <a:buClr>
                <a:srgbClr val="252525"/>
              </a:buClr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nds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bus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q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PU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spo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whic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PU</a:t>
            </a:r>
            <a:r>
              <a:rPr sz="1700" spc="-3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disabl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ur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 instru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initi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z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the DM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 by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nding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following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nfo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rmation.</a:t>
            </a:r>
            <a:endParaRPr sz="1700" dirty="0">
              <a:latin typeface="Times New Roman"/>
              <a:cs typeface="Times New Roman"/>
            </a:endParaRPr>
          </a:p>
          <a:p>
            <a:pPr marL="445630" marR="3971" lvl="1" indent="-109957" algn="just">
              <a:buClr>
                <a:srgbClr val="252525"/>
              </a:buClr>
              <a:buSzPct val="83333"/>
              <a:buFont typeface="Courier New"/>
              <a:buChar char="o"/>
              <a:tabLst>
                <a:tab pos="445935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star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dd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memor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y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block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re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spc="-2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are</a:t>
            </a:r>
            <a:r>
              <a:rPr sz="1700" spc="-2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v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ble</a:t>
            </a:r>
            <a:r>
              <a:rPr sz="1700" spc="-2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(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</a:t>
            </a:r>
            <a:r>
              <a:rPr sz="1700" spc="-29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d)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wh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sto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(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)</a:t>
            </a:r>
            <a:endParaRPr sz="1700" dirty="0">
              <a:latin typeface="Times New Roman"/>
              <a:cs typeface="Times New Roman"/>
            </a:endParaRPr>
          </a:p>
          <a:p>
            <a:pPr marL="445630" lvl="1" indent="-109957" algn="just">
              <a:spcBef>
                <a:spcPts val="75"/>
              </a:spcBef>
              <a:buClr>
                <a:srgbClr val="252525"/>
              </a:buClr>
              <a:buSzPct val="83333"/>
              <a:buFont typeface="Courier New"/>
              <a:buChar char="o"/>
              <a:tabLst>
                <a:tab pos="445935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ount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wh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is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number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rds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in 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mory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blo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k</a:t>
            </a:r>
            <a:endParaRPr sz="1700" dirty="0">
              <a:latin typeface="Times New Roman"/>
              <a:cs typeface="Times New Roman"/>
            </a:endParaRPr>
          </a:p>
          <a:p>
            <a:pPr marL="445630" lvl="1" indent="-109957" algn="just">
              <a:spcBef>
                <a:spcPts val="70"/>
              </a:spcBef>
              <a:buClr>
                <a:srgbClr val="252525"/>
              </a:buClr>
              <a:buSzPct val="83333"/>
              <a:buFont typeface="Courier New"/>
              <a:buChar char="o"/>
              <a:tabLst>
                <a:tab pos="445935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Control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spe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ify 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mode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endParaRPr sz="1700" dirty="0">
              <a:latin typeface="Times New Roman"/>
              <a:cs typeface="Times New Roman"/>
            </a:endParaRPr>
          </a:p>
          <a:p>
            <a:pPr marL="445630" lvl="1" indent="-109957" algn="just">
              <a:spcBef>
                <a:spcPts val="70"/>
              </a:spcBef>
              <a:buClr>
                <a:srgbClr val="252525"/>
              </a:buClr>
              <a:buSzPct val="83333"/>
              <a:buFont typeface="Courier New"/>
              <a:buChar char="o"/>
              <a:tabLst>
                <a:tab pos="445935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nds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bust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nt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1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that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take</a:t>
            </a:r>
            <a:r>
              <a:rPr sz="1700" spc="-1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</a:t>
            </a:r>
            <a:r>
              <a:rPr sz="1700" spc="-1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-14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endParaRPr sz="1700" dirty="0">
              <a:latin typeface="Times New Roman"/>
              <a:cs typeface="Times New Roman"/>
            </a:endParaRPr>
          </a:p>
          <a:p>
            <a:pPr marL="445630" lvl="1" indent="-109957" algn="just">
              <a:spcBef>
                <a:spcPts val="70"/>
              </a:spcBef>
              <a:buClr>
                <a:srgbClr val="252525"/>
              </a:buClr>
              <a:buSzPct val="83333"/>
              <a:buFont typeface="Courier New"/>
              <a:buChar char="o"/>
              <a:tabLst>
                <a:tab pos="445935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nds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ac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knowl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g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signa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spons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e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whic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-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p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riph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</a:t>
            </a:r>
            <a:r>
              <a:rPr lang="en-US"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vice</a:t>
            </a:r>
            <a:r>
              <a:rPr sz="1700" spc="4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puts</a:t>
            </a:r>
            <a:r>
              <a:rPr sz="1700" spc="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ds</a:t>
            </a:r>
            <a:r>
              <a:rPr sz="1700" spc="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in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bus</a:t>
            </a:r>
            <a:r>
              <a:rPr sz="1700" spc="46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(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)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ives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48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43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rom</a:t>
            </a:r>
            <a:r>
              <a:rPr sz="1700" spc="51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the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bus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(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for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).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867095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AAC99-13B1-416D-7BF3-DC76E369E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F8458B-E105-98DB-97F4-904D806F4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8478E0-EBD3-224A-2141-7E530956B8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33399157-AAE7-2BD1-6B61-8DFF27AFEA0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FC358A-18B3-A106-6FBB-D0885707448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5" name="object 4"/>
          <p:cNvSpPr/>
          <p:nvPr/>
        </p:nvSpPr>
        <p:spPr>
          <a:xfrm>
            <a:off x="1447800" y="705687"/>
            <a:ext cx="5263705" cy="37321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541411-4294-F3A9-E92F-8003A522A6E8}"/>
              </a:ext>
            </a:extLst>
          </p:cNvPr>
          <p:cNvSpPr txBox="1"/>
          <p:nvPr/>
        </p:nvSpPr>
        <p:spPr>
          <a:xfrm>
            <a:off x="7086600" y="3105150"/>
            <a:ext cx="1752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63" indent="-4763"/>
            <a:r>
              <a:rPr lang="en-US" sz="11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MA t</a:t>
            </a:r>
            <a:r>
              <a:rPr lang="en-US" sz="11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an</a:t>
            </a:r>
            <a:r>
              <a:rPr lang="en-US" sz="11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fer</a:t>
            </a:r>
            <a:r>
              <a:rPr lang="en-US" sz="11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in a</a:t>
            </a:r>
            <a:r>
              <a:rPr lang="en-US" sz="11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compu</a:t>
            </a:r>
            <a:r>
              <a:rPr lang="en-US" sz="1100" i="1" spc="-7" dirty="0">
                <a:solidFill>
                  <a:srgbClr val="252525"/>
                </a:solidFill>
                <a:latin typeface="Times New Roman"/>
                <a:cs typeface="Times New Roman"/>
              </a:rPr>
              <a:t>t</a:t>
            </a:r>
            <a:r>
              <a:rPr lang="en-US" sz="11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r sy</a:t>
            </a:r>
            <a:r>
              <a:rPr lang="en-US" sz="1100" i="1" spc="-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lang="en-US" sz="1100" i="1" dirty="0">
                <a:solidFill>
                  <a:srgbClr val="252525"/>
                </a:solidFill>
                <a:latin typeface="Times New Roman"/>
                <a:cs typeface="Times New Roman"/>
              </a:rPr>
              <a:t>tem</a:t>
            </a:r>
            <a:endParaRPr lang="en-US" sz="11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49984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BE1D4-50F1-7C67-6123-91EAA7333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D27955-5DD2-518F-B797-52685A36D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43A5F0-0F55-474C-E78F-C6D1ABFB97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9C7171AB-BC6E-F87B-831F-65533783A61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8C7EB0-6B10-CD33-5700-BE8141C0941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201F9FDA-87FB-6030-5510-E965EF9E3D91}"/>
              </a:ext>
            </a:extLst>
          </p:cNvPr>
          <p:cNvSpPr txBox="1"/>
          <p:nvPr/>
        </p:nvSpPr>
        <p:spPr>
          <a:xfrm>
            <a:off x="1066800" y="826400"/>
            <a:ext cx="6781800" cy="2718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/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b="1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b="1" spc="-5" dirty="0">
                <a:solidFill>
                  <a:srgbClr val="252525"/>
                </a:solidFill>
                <a:latin typeface="Times New Roman"/>
                <a:cs typeface="Times New Roman"/>
              </a:rPr>
              <a:t>OPERATIO</a:t>
            </a:r>
            <a:r>
              <a:rPr sz="1700" b="1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22"/>
              </a:spcBef>
              <a:buClr>
                <a:srgbClr val="252525"/>
              </a:buClr>
              <a:buFont typeface="Symbol"/>
              <a:buChar char=""/>
              <a:tabLst>
                <a:tab pos="226022" algn="l"/>
              </a:tabLst>
            </a:pPr>
            <a:endParaRPr lang="en-US" sz="1700" spc="-5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25716" indent="-109651">
              <a:spcBef>
                <a:spcPts val="122"/>
              </a:spcBef>
              <a:buClr>
                <a:srgbClr val="252525"/>
              </a:buClr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CPU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ll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DM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r:</a:t>
            </a:r>
            <a:endParaRPr sz="1700" dirty="0">
              <a:latin typeface="Times New Roman"/>
              <a:cs typeface="Times New Roman"/>
            </a:endParaRPr>
          </a:p>
          <a:p>
            <a:pPr marL="335673" lvl="1" indent="-109957">
              <a:spcBef>
                <a:spcPts val="63"/>
              </a:spcBef>
              <a:buFont typeface="Courier New"/>
              <a:buChar char="o"/>
              <a:tabLst>
                <a:tab pos="335979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d/W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ite</a:t>
            </a:r>
            <a:endParaRPr sz="1700" dirty="0">
              <a:latin typeface="Times New Roman"/>
              <a:cs typeface="Times New Roman"/>
            </a:endParaRPr>
          </a:p>
          <a:p>
            <a:pPr marL="335673" lvl="1" indent="-109957">
              <a:spcBef>
                <a:spcPts val="67"/>
              </a:spcBef>
              <a:buFont typeface="Courier New"/>
              <a:buChar char="o"/>
              <a:tabLst>
                <a:tab pos="335979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vice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ddr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ss</a:t>
            </a:r>
            <a:endParaRPr sz="1700" dirty="0">
              <a:latin typeface="Times New Roman"/>
              <a:cs typeface="Times New Roman"/>
            </a:endParaRPr>
          </a:p>
          <a:p>
            <a:pPr marL="335673" lvl="1" indent="-109957">
              <a:spcBef>
                <a:spcPts val="70"/>
              </a:spcBef>
              <a:buFont typeface="Courier New"/>
              <a:buChar char="o"/>
              <a:tabLst>
                <a:tab pos="335979" algn="l"/>
              </a:tabLst>
            </a:pP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ti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ng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ddr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s of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ory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b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lock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o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unt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of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to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be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rr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20"/>
              </a:spcBef>
              <a:buClr>
                <a:srgbClr val="252525"/>
              </a:buClr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CPU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ies 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wit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h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oth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ork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08"/>
              </a:spcBef>
              <a:buClr>
                <a:srgbClr val="252525"/>
              </a:buClr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2" dirty="0">
                <a:solidFill>
                  <a:srgbClr val="252525"/>
                </a:solidFill>
                <a:latin typeface="Times New Roman"/>
                <a:cs typeface="Times New Roman"/>
              </a:rPr>
              <a:t>d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ls w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i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th tr</a:t>
            </a:r>
            <a:r>
              <a:rPr sz="1700" spc="-1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nsf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15"/>
              </a:spcBef>
              <a:buClr>
                <a:srgbClr val="252525"/>
              </a:buClr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DM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A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c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ontroll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r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s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nds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 i</a:t>
            </a:r>
            <a:r>
              <a:rPr sz="1700" spc="5" dirty="0">
                <a:solidFill>
                  <a:srgbClr val="252525"/>
                </a:solidFill>
                <a:latin typeface="Times New Roman"/>
                <a:cs typeface="Times New Roman"/>
              </a:rPr>
              <a:t>n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te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r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rupt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w</a:t>
            </a:r>
            <a:r>
              <a:rPr sz="1700" spc="-5" dirty="0">
                <a:solidFill>
                  <a:srgbClr val="252525"/>
                </a:solidFill>
                <a:latin typeface="Times New Roman"/>
                <a:cs typeface="Times New Roman"/>
              </a:rPr>
              <a:t>h</a:t>
            </a:r>
            <a:r>
              <a:rPr sz="1700" spc="-7" dirty="0">
                <a:solidFill>
                  <a:srgbClr val="252525"/>
                </a:solidFill>
                <a:latin typeface="Times New Roman"/>
                <a:cs typeface="Times New Roman"/>
              </a:rPr>
              <a:t>e</a:t>
            </a:r>
            <a:r>
              <a:rPr sz="1700" dirty="0">
                <a:solidFill>
                  <a:srgbClr val="252525"/>
                </a:solidFill>
                <a:latin typeface="Times New Roman"/>
                <a:cs typeface="Times New Roman"/>
              </a:rPr>
              <a:t>n </a:t>
            </a:r>
            <a:r>
              <a:rPr sz="1700" spc="-2" dirty="0">
                <a:solidFill>
                  <a:srgbClr val="252525"/>
                </a:solidFill>
                <a:latin typeface="Times New Roman"/>
                <a:cs typeface="Times New Roman"/>
              </a:rPr>
              <a:t>finished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98603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2F3B7-D1C6-EC99-D661-0A839386D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B4789B-7A17-8535-A613-871B391F8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7E26C2-90B9-C4A9-0C98-1930318B1A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57F8DBC1-B9A5-6D2E-3B0D-434547DAFEB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2D9AF39-D786-65CA-CCB2-1AFF96D6F2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76114" y="519533"/>
            <a:ext cx="7191772" cy="41242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213487">
              <a:spcBef>
                <a:spcPts val="512"/>
              </a:spcBef>
            </a:pPr>
            <a:r>
              <a:rPr lang="en-US" sz="1700" b="1" spc="-2" dirty="0">
                <a:latin typeface="Times New Roman"/>
                <a:cs typeface="Times New Roman"/>
              </a:rPr>
              <a:t>R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fe</a:t>
            </a:r>
            <a:r>
              <a:rPr lang="en-US" sz="1700" b="1" spc="-7" dirty="0">
                <a:latin typeface="Times New Roman"/>
                <a:cs typeface="Times New Roman"/>
              </a:rPr>
              <a:t>re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7" dirty="0">
                <a:latin typeface="Times New Roman"/>
                <a:cs typeface="Times New Roman"/>
              </a:rPr>
              <a:t>ce</a:t>
            </a:r>
            <a:r>
              <a:rPr lang="en-US" sz="1700" b="1" dirty="0">
                <a:latin typeface="Times New Roman"/>
                <a:cs typeface="Times New Roman"/>
              </a:rPr>
              <a:t>s</a:t>
            </a:r>
          </a:p>
          <a:p>
            <a:pPr marL="6109" marR="2213487">
              <a:spcBef>
                <a:spcPts val="512"/>
              </a:spcBef>
            </a:pPr>
            <a:endParaRPr lang="en-US" sz="1700" b="1" spc="-2" dirty="0">
              <a:latin typeface="Times New Roman"/>
              <a:cs typeface="Times New Roman"/>
            </a:endParaRPr>
          </a:p>
          <a:p>
            <a:pPr marL="6109" marR="2213487">
              <a:spcBef>
                <a:spcPts val="512"/>
              </a:spcBef>
            </a:pPr>
            <a:r>
              <a:rPr lang="en-US" sz="1700" b="1" spc="-2" dirty="0">
                <a:latin typeface="Times New Roman"/>
                <a:cs typeface="Times New Roman"/>
              </a:rPr>
              <a:t>R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fe</a:t>
            </a:r>
            <a:r>
              <a:rPr lang="en-US" sz="1700" b="1" spc="-7" dirty="0">
                <a:latin typeface="Times New Roman"/>
                <a:cs typeface="Times New Roman"/>
              </a:rPr>
              <a:t>re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7" dirty="0">
                <a:latin typeface="Times New Roman"/>
                <a:cs typeface="Times New Roman"/>
              </a:rPr>
              <a:t>c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latin typeface="Times New Roman"/>
                <a:cs typeface="Times New Roman"/>
              </a:rPr>
              <a:t>B</a:t>
            </a:r>
            <a:r>
              <a:rPr lang="en-US" sz="1700" b="1" dirty="0">
                <a:latin typeface="Times New Roman"/>
                <a:cs typeface="Times New Roman"/>
              </a:rPr>
              <a:t>ook</a:t>
            </a:r>
            <a:r>
              <a:rPr lang="en-US" sz="1700" b="1" spc="-2" dirty="0">
                <a:latin typeface="Times New Roman"/>
                <a:cs typeface="Times New Roman"/>
              </a:rPr>
              <a:t>s: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7"/>
              </a:spcBef>
              <a:buClr>
                <a:srgbClr val="252525"/>
              </a:buClr>
              <a:buFont typeface="Symbol"/>
              <a:buChar char="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J.</a:t>
            </a:r>
            <a:r>
              <a:rPr lang="en-US" sz="1700" dirty="0">
                <a:latin typeface="Times New Roman"/>
                <a:cs typeface="Times New Roman"/>
              </a:rPr>
              <a:t>P. </a:t>
            </a:r>
            <a:r>
              <a:rPr lang="en-US" sz="1700" spc="-2" dirty="0">
                <a:latin typeface="Times New Roman"/>
                <a:cs typeface="Times New Roman"/>
              </a:rPr>
              <a:t>H</a:t>
            </a:r>
            <a:r>
              <a:rPr lang="en-US" sz="1700" spc="-5" dirty="0">
                <a:latin typeface="Times New Roman"/>
                <a:cs typeface="Times New Roman"/>
              </a:rPr>
              <a:t>ay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“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A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hit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tu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2" dirty="0">
                <a:latin typeface="Times New Roman"/>
                <a:cs typeface="Times New Roman"/>
              </a:rPr>
              <a:t>O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5" dirty="0">
                <a:latin typeface="Times New Roman"/>
                <a:cs typeface="Times New Roman"/>
              </a:rPr>
              <a:t>g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niz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2" dirty="0">
                <a:latin typeface="Times New Roman"/>
                <a:cs typeface="Times New Roman"/>
              </a:rPr>
              <a:t>io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”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5" dirty="0">
                <a:latin typeface="Times New Roman"/>
                <a:cs typeface="Times New Roman"/>
              </a:rPr>
              <a:t>Third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dition.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0"/>
              </a:spcBef>
              <a:buClr>
                <a:srgbClr val="252525"/>
              </a:buClr>
              <a:buFont typeface="Symbol"/>
              <a:buChar char="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Ma</a:t>
            </a:r>
            <a:r>
              <a:rPr lang="en-US" sz="1700" dirty="0">
                <a:latin typeface="Times New Roman"/>
                <a:cs typeface="Times New Roman"/>
              </a:rPr>
              <a:t>no, </a:t>
            </a:r>
            <a:r>
              <a:rPr lang="en-US" sz="1700" spc="-2" dirty="0">
                <a:latin typeface="Times New Roman"/>
                <a:cs typeface="Times New Roman"/>
              </a:rPr>
              <a:t>M.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7" dirty="0">
                <a:latin typeface="Times New Roman"/>
                <a:cs typeface="Times New Roman"/>
              </a:rPr>
              <a:t>“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2" dirty="0">
                <a:latin typeface="Times New Roman"/>
                <a:cs typeface="Times New Roman"/>
              </a:rPr>
              <a:t>Sys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Ar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hit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tu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”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5" dirty="0">
                <a:latin typeface="Times New Roman"/>
                <a:cs typeface="Times New Roman"/>
              </a:rPr>
              <a:t>Thi</a:t>
            </a:r>
            <a:r>
              <a:rPr lang="en-US" sz="1700" dirty="0">
                <a:latin typeface="Times New Roman"/>
                <a:cs typeface="Times New Roman"/>
              </a:rPr>
              <a:t>rd </a:t>
            </a:r>
            <a:r>
              <a:rPr lang="en-US" sz="1700" spc="-2" dirty="0">
                <a:latin typeface="Times New Roman"/>
                <a:cs typeface="Times New Roman"/>
              </a:rPr>
              <a:t>Edition, </a:t>
            </a:r>
            <a:r>
              <a:rPr lang="en-US" sz="1700" spc="2" dirty="0">
                <a:latin typeface="Times New Roman"/>
                <a:cs typeface="Times New Roman"/>
              </a:rPr>
              <a:t>P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nti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H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ll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</a:p>
          <a:p>
            <a:pPr marL="225716" marR="3665" indent="-109651">
              <a:spcBef>
                <a:spcPts val="433"/>
              </a:spcBef>
              <a:buClr>
                <a:srgbClr val="252525"/>
              </a:buClr>
              <a:buFont typeface="Symbol"/>
              <a:buChar char=""/>
              <a:tabLst>
                <a:tab pos="226022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tallings,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W</a:t>
            </a:r>
            <a:r>
              <a:rPr lang="en-US" sz="1700" dirty="0">
                <a:latin typeface="Times New Roman"/>
                <a:cs typeface="Times New Roman"/>
              </a:rPr>
              <a:t>., 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“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14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O</a:t>
            </a:r>
            <a:r>
              <a:rPr lang="en-US" sz="1700" spc="-5" dirty="0">
                <a:latin typeface="Times New Roman"/>
                <a:cs typeface="Times New Roman"/>
              </a:rPr>
              <a:t>rg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niz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chit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ture</a:t>
            </a:r>
            <a:r>
              <a:rPr lang="en-US" sz="1700" spc="-7" dirty="0">
                <a:latin typeface="Times New Roman"/>
                <a:cs typeface="Times New Roman"/>
              </a:rPr>
              <a:t>”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Eight</a:t>
            </a:r>
            <a:r>
              <a:rPr lang="en-US" sz="1700" dirty="0">
                <a:latin typeface="Times New Roman"/>
                <a:cs typeface="Times New Roman"/>
              </a:rPr>
              <a:t>h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Editi</a:t>
            </a:r>
            <a:r>
              <a:rPr lang="en-US" sz="1700" dirty="0">
                <a:latin typeface="Times New Roman"/>
                <a:cs typeface="Times New Roman"/>
              </a:rPr>
              <a:t>on, 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ea</a:t>
            </a:r>
            <a:r>
              <a:rPr lang="en-US" sz="1700" dirty="0">
                <a:latin typeface="Times New Roman"/>
                <a:cs typeface="Times New Roman"/>
              </a:rPr>
              <a:t>rson </a:t>
            </a:r>
            <a:r>
              <a:rPr lang="en-US" sz="1700" spc="-5" dirty="0">
                <a:latin typeface="Times New Roman"/>
                <a:cs typeface="Times New Roman"/>
              </a:rPr>
              <a:t>Edu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on.</a:t>
            </a:r>
          </a:p>
          <a:p>
            <a:pPr marL="6109">
              <a:spcBef>
                <a:spcPts val="409"/>
              </a:spcBef>
            </a:pPr>
            <a:endParaRPr lang="en-US" sz="1700" b="1" spc="-5" dirty="0">
              <a:latin typeface="Times New Roman"/>
              <a:cs typeface="Times New Roman"/>
            </a:endParaRPr>
          </a:p>
          <a:p>
            <a:pPr marL="6109">
              <a:spcBef>
                <a:spcPts val="409"/>
              </a:spcBef>
            </a:pPr>
            <a:r>
              <a:rPr lang="en-US" sz="1700" b="1" spc="-5" dirty="0">
                <a:latin typeface="Times New Roman"/>
                <a:cs typeface="Times New Roman"/>
              </a:rPr>
              <a:t>T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xt Book</a:t>
            </a:r>
            <a:r>
              <a:rPr lang="en-US" sz="1700" b="1" spc="-2" dirty="0">
                <a:latin typeface="Times New Roman"/>
                <a:cs typeface="Times New Roman"/>
              </a:rPr>
              <a:t>s: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marR="2443" indent="-109651">
              <a:spcBef>
                <a:spcPts val="438"/>
              </a:spcBef>
              <a:buClr>
                <a:srgbClr val="252525"/>
              </a:buClr>
              <a:buFont typeface="Symbol"/>
              <a:buChar char=""/>
              <a:tabLst>
                <a:tab pos="226022" algn="l"/>
              </a:tabLst>
            </a:pPr>
            <a:r>
              <a:rPr lang="en-US" sz="1700" spc="-5" dirty="0" err="1">
                <a:latin typeface="Times New Roman"/>
                <a:cs typeface="Times New Roman"/>
              </a:rPr>
              <a:t>C</a:t>
            </a:r>
            <a:r>
              <a:rPr lang="en-US" sz="1700" spc="-7" dirty="0" err="1">
                <a:latin typeface="Times New Roman"/>
                <a:cs typeface="Times New Roman"/>
              </a:rPr>
              <a:t>a</a:t>
            </a:r>
            <a:r>
              <a:rPr lang="en-US" sz="1700" spc="-2" dirty="0" err="1">
                <a:latin typeface="Times New Roman"/>
                <a:cs typeface="Times New Roman"/>
              </a:rPr>
              <a:t>rpin</a:t>
            </a:r>
            <a:r>
              <a:rPr lang="en-US" sz="1700" spc="-10" dirty="0" err="1">
                <a:latin typeface="Times New Roman"/>
                <a:cs typeface="Times New Roman"/>
              </a:rPr>
              <a:t>e</a:t>
            </a:r>
            <a:r>
              <a:rPr lang="en-US" sz="1700" spc="-2" dirty="0" err="1">
                <a:latin typeface="Times New Roman"/>
                <a:cs typeface="Times New Roman"/>
              </a:rPr>
              <a:t>lli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4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J.D</a:t>
            </a:r>
            <a:r>
              <a:rPr lang="en-US" sz="1700" spc="2" dirty="0">
                <a:latin typeface="Times New Roman"/>
                <a:cs typeface="Times New Roman"/>
              </a:rPr>
              <a:t>,</a:t>
            </a:r>
            <a:r>
              <a:rPr lang="en-US" sz="1700" spc="-5" dirty="0">
                <a:latin typeface="Times New Roman"/>
                <a:cs typeface="Times New Roman"/>
              </a:rPr>
              <a:t>”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sys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ms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46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org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niz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&amp;Ar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hit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tu</a:t>
            </a:r>
            <a:r>
              <a:rPr lang="en-US" sz="1700" dirty="0">
                <a:latin typeface="Times New Roman"/>
                <a:cs typeface="Times New Roman"/>
              </a:rPr>
              <a:t>re</a:t>
            </a:r>
            <a:r>
              <a:rPr lang="en-US" sz="1700" spc="-7" dirty="0">
                <a:latin typeface="Times New Roman"/>
                <a:cs typeface="Times New Roman"/>
              </a:rPr>
              <a:t>”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5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dirty="0">
                <a:latin typeface="Times New Roman"/>
                <a:cs typeface="Times New Roman"/>
              </a:rPr>
              <a:t>ou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th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4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Editi</a:t>
            </a:r>
            <a:r>
              <a:rPr lang="en-US" sz="1700" dirty="0">
                <a:latin typeface="Times New Roman"/>
                <a:cs typeface="Times New Roman"/>
              </a:rPr>
              <a:t>on, </a:t>
            </a:r>
            <a:r>
              <a:rPr lang="en-US" sz="1700" spc="-2" dirty="0">
                <a:latin typeface="Times New Roman"/>
                <a:cs typeface="Times New Roman"/>
              </a:rPr>
              <a:t>Addiso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10" dirty="0">
                <a:latin typeface="Times New Roman"/>
                <a:cs typeface="Times New Roman"/>
              </a:rPr>
              <a:t>W</a:t>
            </a:r>
            <a:r>
              <a:rPr lang="en-US" sz="1700" spc="-5" dirty="0">
                <a:latin typeface="Times New Roman"/>
                <a:cs typeface="Times New Roman"/>
              </a:rPr>
              <a:t>esley.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buFont typeface="Symbol"/>
              <a:buChar char=""/>
              <a:tabLst>
                <a:tab pos="226022" algn="l"/>
              </a:tabLst>
            </a:pP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rson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ssy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tur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ifth Edition Morga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K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uf</a:t>
            </a:r>
            <a:r>
              <a:rPr sz="1700" spc="-5" dirty="0">
                <a:latin typeface="Times New Roman"/>
                <a:cs typeface="Times New Roman"/>
              </a:rPr>
              <a:t>fman.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7716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49E0A-4CE4-56D7-3266-3E6C5D8A2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10698F-C564-35DC-1DCD-08554FAC9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4DE68C-07E3-FEBC-F7DA-F9B8C0BA37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62D5E7BF-3E08-FA4C-46BF-28129A48646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5B11E2-06B5-A027-26EF-7C0CE463C72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6C921072-81CD-DF16-50FC-A224198466BD}"/>
              </a:ext>
            </a:extLst>
          </p:cNvPr>
          <p:cNvSpPr txBox="1"/>
          <p:nvPr/>
        </p:nvSpPr>
        <p:spPr>
          <a:xfrm>
            <a:off x="976114" y="1047750"/>
            <a:ext cx="7191772" cy="1844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5" dirty="0">
                <a:latin typeface="Times New Roman"/>
                <a:cs typeface="Times New Roman"/>
              </a:rPr>
              <a:t>Oth</a:t>
            </a:r>
            <a:r>
              <a:rPr sz="1700" b="1" spc="-2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 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f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http://ww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w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.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ec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s.csun.e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du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/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~</a:t>
            </a:r>
            <a:r>
              <a:rPr sz="1700" u="sng" spc="-10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c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putnam/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C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omp546/</a:t>
            </a:r>
            <a:r>
              <a:rPr sz="1700" u="sng" spc="-10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I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n</a:t>
            </a:r>
            <a:r>
              <a:rPr sz="1700" u="sng" spc="5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p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u</a:t>
            </a:r>
            <a:r>
              <a:rPr sz="1700" u="sng" spc="2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t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-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Outpu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t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-</a:t>
            </a:r>
            <a:r>
              <a:rPr sz="1700" u="sng" spc="-10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W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e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6"/>
              </a:rPr>
              <a:t>b.pdf</a:t>
            </a:r>
            <a:endParaRPr sz="1700" dirty="0">
              <a:latin typeface="Times New Roman"/>
              <a:cs typeface="Times New Roman"/>
            </a:endParaRPr>
          </a:p>
          <a:p>
            <a:pPr marL="225716" marR="116981" indent="-109651">
              <a:spcBef>
                <a:spcPts val="46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http://ww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w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.ioenot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s.e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du.np/m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dia/notes/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omput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sz="1700" u="sng" spc="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r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-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org</a:t>
            </a:r>
            <a:r>
              <a:rPr sz="1700" u="sng" spc="-10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niz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ti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o</a:t>
            </a:r>
            <a:r>
              <a:rPr sz="1700" u="sng" spc="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n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-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nd</a:t>
            </a:r>
            <a:r>
              <a:rPr sz="1700" u="sng" spc="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-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r</a:t>
            </a:r>
            <a:r>
              <a:rPr sz="1700" u="sng" spc="-10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hite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tur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7"/>
              </a:rPr>
              <a:t>-</a:t>
            </a:r>
            <a:r>
              <a:rPr sz="1700" dirty="0">
                <a:solidFill>
                  <a:srgbClr val="1F75A2"/>
                </a:solidFill>
                <a:latin typeface="Times New Roman"/>
                <a:cs typeface="Times New Roman"/>
              </a:rPr>
              <a:t> 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</a:rPr>
              <a:t>c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</a:rPr>
              <a:t>o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</a:rPr>
              <a:t>a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</a:rPr>
              <a:t>/Ch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</a:rPr>
              <a:t>pte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</a:rPr>
              <a:t>r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</a:rPr>
              <a:t>7</a:t>
            </a:r>
            <a:r>
              <a:rPr sz="1700" u="sng" spc="2" dirty="0">
                <a:solidFill>
                  <a:srgbClr val="1F75A2"/>
                </a:solidFill>
                <a:latin typeface="Times New Roman"/>
                <a:cs typeface="Times New Roman"/>
              </a:rPr>
              <a:t>-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</a:rPr>
              <a:t>Input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</a:rPr>
              <a:t>-Out</a:t>
            </a:r>
            <a:r>
              <a:rPr sz="1700" u="sng" spc="5" dirty="0">
                <a:solidFill>
                  <a:srgbClr val="1F75A2"/>
                </a:solidFill>
                <a:latin typeface="Times New Roman"/>
                <a:cs typeface="Times New Roman"/>
              </a:rPr>
              <a:t>p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</a:rPr>
              <a:t>ut-O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</a:rPr>
              <a:t>rg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</a:rPr>
              <a:t>niz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</a:rPr>
              <a:t>ti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</a:rPr>
              <a:t>on.pdf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20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</a:rPr>
              <a:t>https: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</a:rPr>
              <a:t>/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/ww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w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.g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e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ksfo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rg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eeks.org/i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o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-int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e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r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f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a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c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e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-int</a:t>
            </a:r>
            <a:r>
              <a:rPr sz="1700" u="sng" spc="-7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e</a:t>
            </a:r>
            <a:r>
              <a:rPr sz="1700" u="sng" spc="2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rr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up</a:t>
            </a:r>
            <a:r>
              <a:rPr sz="1700" u="sng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t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-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dma</a:t>
            </a:r>
            <a:r>
              <a:rPr sz="1700" u="sng" spc="-2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-</a:t>
            </a:r>
            <a:r>
              <a:rPr sz="1700" u="sng" spc="-5" dirty="0">
                <a:solidFill>
                  <a:srgbClr val="1F75A2"/>
                </a:solidFill>
                <a:latin typeface="Times New Roman"/>
                <a:cs typeface="Times New Roman"/>
                <a:hlinkClick r:id="rId8"/>
              </a:rPr>
              <a:t>mode/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Font typeface="Symbol"/>
              <a:buChar char=""/>
              <a:tabLst>
                <a:tab pos="226022" algn="l"/>
              </a:tabLst>
            </a:pP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/O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Int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rf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(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nte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rupt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nd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DMA Mode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)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k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or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ks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3440744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30</TotalTime>
  <Words>1688</Words>
  <Application>Microsoft Office PowerPoint</Application>
  <PresentationFormat>On-screen Show (16:9)</PresentationFormat>
  <Paragraphs>128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Calibri</vt:lpstr>
      <vt:lpstr>Calibri Light</vt:lpstr>
      <vt:lpstr>Courier New</vt:lpstr>
      <vt:lpstr>Symbol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Shikha Atwal</cp:lastModifiedBy>
  <cp:revision>2</cp:revision>
  <dcterms:created xsi:type="dcterms:W3CDTF">2024-12-24T17:02:52Z</dcterms:created>
  <dcterms:modified xsi:type="dcterms:W3CDTF">2024-12-26T06:46:57Z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2024-12-24T00:00:00Z</vt:filetime>
  </property>
  <property fmtid="{D5CDD505-2E9C-101B-9397-08002B2CF9AE}" pid="3" name="LastSaved">
    <vt:filetime>2024-12-24T00:00:00Z</vt:filetime>
  </property>
</Properties>
</file>