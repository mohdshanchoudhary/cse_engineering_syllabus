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6"/>
  </p:notesMasterIdLst>
  <p:sldIdLst>
    <p:sldId id="273" r:id="rId2"/>
    <p:sldId id="598" r:id="rId3"/>
    <p:sldId id="603" r:id="rId4"/>
    <p:sldId id="604" r:id="rId5"/>
    <p:sldId id="605" r:id="rId6"/>
    <p:sldId id="599" r:id="rId7"/>
    <p:sldId id="606" r:id="rId8"/>
    <p:sldId id="607" r:id="rId9"/>
    <p:sldId id="608" r:id="rId10"/>
    <p:sldId id="600" r:id="rId11"/>
    <p:sldId id="609" r:id="rId12"/>
    <p:sldId id="610" r:id="rId13"/>
    <p:sldId id="601" r:id="rId14"/>
    <p:sldId id="611" r:id="rId15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11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36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38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42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4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5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4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5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0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9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5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33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io-interface-interrupt-dma-mode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ioenotes.edu.np/media/notes/computer-organization-and-architecture-%20coa/Chapter7-Input-Output-Organization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ecs.csun.edu/%7Ecputnam/Comp546/Input-Output-Web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98F6-BF75-AA9A-4025-45D6524B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D8E60-B8F2-731B-A2EC-4A87DDAC4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305E8-34E1-3C01-D944-8578AA8EE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4677D0F-C0D3-781C-CA9F-AB90BC30A83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157136-5119-D41A-C40D-8A3D0505D4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616" y="819150"/>
            <a:ext cx="7214984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792598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RRUP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rupts,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ousl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king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softw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omponents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(a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thod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r,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"p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ing").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method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iting,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our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redu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'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lso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onsumpti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solu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bove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rupts.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method,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of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king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eives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soft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omponents.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nding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softw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mponents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rupts 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system.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187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0357-ED78-661A-5852-6CB1F0F7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6438E-6E58-72C3-F4F4-8F272900B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5943D5-A6FF-CF7B-7A7C-80E818C446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30AA595-AB33-5A67-2E5A-E54D35543CF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E638D-6431-EE9E-0A96-648CE00654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38C8392-D45F-B847-5A88-E70BAACEBD1E}"/>
              </a:ext>
            </a:extLst>
          </p:cNvPr>
          <p:cNvSpPr txBox="1"/>
          <p:nvPr/>
        </p:nvSpPr>
        <p:spPr>
          <a:xfrm>
            <a:off x="1014616" y="819150"/>
            <a:ext cx="7138784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792598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RRUP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dive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U'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ning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dled,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vious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ontinue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positi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left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Typ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types: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79413" indent="-73304" algn="just">
              <a:buClr>
                <a:srgbClr val="252525"/>
              </a:buClr>
              <a:buFont typeface="Times New Roman"/>
              <a:buAutoNum type="arabicPeriod"/>
              <a:tabLst>
                <a:tab pos="79413" algn="l"/>
              </a:tabLst>
            </a:pP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endParaRPr sz="1700" dirty="0">
              <a:latin typeface="Times New Roman"/>
              <a:cs typeface="Times New Roman"/>
            </a:endParaRPr>
          </a:p>
          <a:p>
            <a:pPr marL="79413" indent="-73304" algn="just">
              <a:buClr>
                <a:srgbClr val="252525"/>
              </a:buClr>
              <a:buFont typeface="Times New Roman"/>
              <a:buAutoNum type="arabicPeriod"/>
              <a:tabLst>
                <a:tab pos="79413" algn="l"/>
              </a:tabLst>
            </a:pP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Soft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122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559A-3EA7-3F15-F272-E8028EA9E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10E1BF-62DF-F783-04CC-995CD6C48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585E24-C148-B841-5FE6-E79320A302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AE65F40-863B-0177-BD0C-4B4A630BF34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275CD0-F5AB-26B0-49ED-173F862EFE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44B2113-967C-BD14-D9F4-307465D517D0}"/>
              </a:ext>
            </a:extLst>
          </p:cNvPr>
          <p:cNvSpPr txBox="1"/>
          <p:nvPr/>
        </p:nvSpPr>
        <p:spPr>
          <a:xfrm>
            <a:off x="1014616" y="819150"/>
            <a:ext cx="7138784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2443" lvl="1" indent="-109651" algn="just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Hardwa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upt:</a:t>
            </a:r>
            <a:r>
              <a:rPr sz="17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rupts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upts.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omponents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trigg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rupts.</a:t>
            </a:r>
            <a:endParaRPr sz="1700" dirty="0">
              <a:latin typeface="Times New Roman"/>
              <a:cs typeface="Times New Roman"/>
            </a:endParaRPr>
          </a:p>
          <a:p>
            <a:pPr lvl="1">
              <a:spcBef>
                <a:spcPts val="20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225716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sub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typ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445630" marR="2443" lvl="2" indent="-109957" algn="just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upts: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some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lows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flo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),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inco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types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ommonly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ps.</a:t>
            </a:r>
            <a:endParaRPr sz="1700" dirty="0">
              <a:latin typeface="Times New Roman"/>
              <a:cs typeface="Times New Roman"/>
            </a:endParaRPr>
          </a:p>
          <a:p>
            <a:pPr marL="445630" marR="3360" lvl="2" indent="-109957" algn="just">
              <a:spcBef>
                <a:spcPts val="46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upts: </a:t>
            </a:r>
            <a:r>
              <a:rPr sz="1700" b="1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omponents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infinite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loop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given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power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519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C625-2CEF-CB0F-4023-A2C4EBFD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5BDFA-3667-D3DB-E08E-6669F226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AE4093-1903-5D1D-22B4-0BB82EE8BA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FFA11A5-2DE8-4B22-27E9-D6E0FA71362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5F0E2E-07D5-A189-A0AE-5622874522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4039242-5C5B-8277-0924-D7B5F838DAE4}"/>
              </a:ext>
            </a:extLst>
          </p:cNvPr>
          <p:cNvSpPr txBox="1"/>
          <p:nvPr/>
        </p:nvSpPr>
        <p:spPr>
          <a:xfrm>
            <a:off x="1014616" y="819150"/>
            <a:ext cx="7138784" cy="367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665" lvl="1" indent="-109651" algn="just">
              <a:buClr>
                <a:srgbClr val="252525"/>
              </a:buClr>
              <a:buFont typeface="Times New Roman"/>
              <a:buAutoNum type="arabicPeriod" startAt="2"/>
              <a:tabLst>
                <a:tab pos="226022" algn="l"/>
              </a:tabLst>
            </a:pP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Sof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wa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b="1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upt:</a:t>
            </a:r>
            <a:r>
              <a:rPr sz="1700" b="1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suggest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s,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these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softw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mostly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mode.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soft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urs,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ystem).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rvi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like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scre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using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trigg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also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higher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prio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than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3665" lvl="1" indent="-109651" algn="just">
              <a:buClr>
                <a:srgbClr val="252525"/>
              </a:buClr>
              <a:buFont typeface="Times New Roman"/>
              <a:buAutoNum type="arabicPeriod" startAt="2"/>
              <a:tabLst>
                <a:tab pos="226022" algn="l"/>
              </a:tabLst>
            </a:pP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algn="just"/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types 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ft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upts:</a:t>
            </a:r>
            <a:endParaRPr lang="en-US" sz="1700" dirty="0">
              <a:latin typeface="Times New Roman"/>
              <a:cs typeface="Times New Roman"/>
            </a:endParaRPr>
          </a:p>
          <a:p>
            <a:pPr algn="just">
              <a:spcBef>
                <a:spcPts val="9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445630" marR="2749" indent="-109957" algn="just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lang="en-US" sz="1700" b="1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upts:</a:t>
            </a:r>
            <a:r>
              <a:rPr lang="en-US" sz="1700" b="1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lang="en-US"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lang="en-US"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softw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lang="en-US"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ma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ntion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lang="en-US" sz="1700" dirty="0">
              <a:latin typeface="Times New Roman"/>
              <a:cs typeface="Times New Roman"/>
            </a:endParaRPr>
          </a:p>
          <a:p>
            <a:pPr marL="445630" marR="3054" indent="-109957" algn="just">
              <a:spcBef>
                <a:spcPts val="58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upts: </a:t>
            </a:r>
            <a:r>
              <a:rPr lang="en-US" sz="1700" b="1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lang="en-US"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unplann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ur </a:t>
            </a:r>
            <a:r>
              <a:rPr lang="en-US"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during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rog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m.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this 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divide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679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98F6-BF75-AA9A-4025-45D6524B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D8E60-B8F2-731B-A2EC-4A87DDAC4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305E8-34E1-3C01-D944-8578AA8EE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4677D0F-C0D3-781C-CA9F-AB90BC30A83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157136-5119-D41A-C40D-8A3D0505D4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310" y="669654"/>
            <a:ext cx="698669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Ha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ng of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b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t's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ntually,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n,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urs.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rious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sons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you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'X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'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'A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'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ybo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rd.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'A'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flow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rupted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'X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'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ions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off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vious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ss'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ruption.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interrupt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servi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movi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ent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store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ru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75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FBBC-8E05-0BFC-D9B5-7490D356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C7C0B-6C94-B3C6-2782-1577BADA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852023-EA62-2938-C174-7E9371A58D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323917F-43CE-4200-0F1F-D631E441D9D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CC73-DBD6-2E1C-73C5-F4FC93D849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B8A1297-CA59-5718-F401-12741DADE293}"/>
              </a:ext>
            </a:extLst>
          </p:cNvPr>
          <p:cNvSpPr txBox="1"/>
          <p:nvPr/>
        </p:nvSpPr>
        <p:spPr>
          <a:xfrm>
            <a:off x="1014310" y="669654"/>
            <a:ext cx="698669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mma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foll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du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low: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>
              <a:buClr>
                <a:srgbClr val="252525"/>
              </a:buClr>
              <a:buFont typeface="Times New Roman"/>
              <a:buAutoNum type="arabicPeriod"/>
              <a:tabLst>
                <a:tab pos="79413" algn="l"/>
              </a:tabLst>
            </a:pP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hile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 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issue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79413" indent="-73304" algn="just">
              <a:buClr>
                <a:srgbClr val="252525"/>
              </a:buClr>
              <a:buFont typeface="Times New Roman"/>
              <a:buAutoNum type="arabicPeriod"/>
              <a:tabLst>
                <a:tab pos="79413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ted,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system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rupt.</a:t>
            </a:r>
            <a:endParaRPr sz="1700" dirty="0">
              <a:latin typeface="Times New Roman"/>
              <a:cs typeface="Times New Roman"/>
            </a:endParaRPr>
          </a:p>
          <a:p>
            <a:pPr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6109" marR="3971" algn="just">
              <a:buClr>
                <a:srgbClr val="252525"/>
              </a:buClr>
              <a:buFont typeface="Times New Roman"/>
              <a:buAutoNum type="arabicPeriod"/>
              <a:tabLst>
                <a:tab pos="83995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knowl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ment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upt,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upt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sour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stop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knowl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ment.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6109" marR="4582" algn="just">
              <a:buClr>
                <a:srgbClr val="252525"/>
              </a:buClr>
              <a:buFont typeface="Times New Roman"/>
              <a:buAutoNum type="arabicPeriod"/>
              <a:tabLst>
                <a:tab pos="75137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ss'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store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(Progr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tc.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i.e.,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564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B7691-5FF7-16A5-12E6-1CC29060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70FFE-2596-C385-F23E-756B169A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685BC3-5457-48A9-DC1A-B5FEE5618E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66157A1-9013-5037-D425-6210A35CFA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E71192-BF84-9D6A-174A-96C09BE3DF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9C924EC-808B-6509-E315-5D69C3EA9849}"/>
              </a:ext>
            </a:extLst>
          </p:cNvPr>
          <p:cNvSpPr txBox="1"/>
          <p:nvPr/>
        </p:nvSpPr>
        <p:spPr>
          <a:xfrm>
            <a:off x="1078655" y="1047750"/>
            <a:ext cx="698669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buClr>
                <a:srgbClr val="252525"/>
              </a:buClr>
              <a:tabLst>
                <a:tab pos="79413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5.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now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andles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og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6109" marR="4276" algn="just">
              <a:buClr>
                <a:srgbClr val="252525"/>
              </a:buClr>
              <a:tabLst>
                <a:tab pos="77275" algn="l"/>
              </a:tabLst>
            </a:pP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4276" algn="just">
              <a:buClr>
                <a:srgbClr val="252525"/>
              </a:buClr>
              <a:tabLst>
                <a:tab pos="77275" algn="l"/>
              </a:tabLst>
            </a:pP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6.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ndli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upt,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rol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sent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point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ginal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using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236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731D5-B33B-9DF6-94D2-BD6D992C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4468B9-F506-B413-70BF-0F7D5600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120A92-77E1-75CE-43C4-694791BC68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115DF0B-8E56-1486-D89C-4561EC67727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0D665-D481-0186-0C20-14C47C11AE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54A13A8-70ED-AEE1-5989-7D62C55E1440}"/>
              </a:ext>
            </a:extLst>
          </p:cNvPr>
          <p:cNvSpPr txBox="1"/>
          <p:nvPr/>
        </p:nvSpPr>
        <p:spPr>
          <a:xfrm>
            <a:off x="990600" y="910665"/>
            <a:ext cx="698669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upt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igge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thods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rupts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esigne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(le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ion).</a:t>
            </a:r>
            <a:endParaRPr lang="en-US" sz="1700" spc="1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endParaRPr lang="en-US" sz="1700" spc="1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-se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ontinuous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servi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long</a:t>
            </a:r>
            <a:r>
              <a:rPr lang="en-US"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ular</a:t>
            </a:r>
            <a:r>
              <a:rPr lang="en-US"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(high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lo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logic</a:t>
            </a:r>
            <a:r>
              <a:rPr lang="en-US"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lang="en-US"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ppl</a:t>
            </a:r>
            <a:r>
              <a:rPr lang="en-US"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lang="en-US"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lang="en-US" sz="1700" spc="1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3665" algn="just">
              <a:spcBef>
                <a:spcPts val="31"/>
              </a:spcBef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Edg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-sensi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ive inputs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(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rising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lang="en-US"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lling)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wil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lang="en-US"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servic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lat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d.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sets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lat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handl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634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98F6-BF75-AA9A-4025-45D6524B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D8E60-B8F2-731B-A2EC-4A87DDAC4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305E8-34E1-3C01-D944-8578AA8EE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4677D0F-C0D3-781C-CA9F-AB90BC30A83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157136-5119-D41A-C40D-8A3D0505D4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310" y="819150"/>
            <a:ext cx="713909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2749" indent="-109651" algn="just">
              <a:spcBef>
                <a:spcPts val="46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l-t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igg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d:</a:t>
            </a:r>
            <a:r>
              <a:rPr sz="1700" b="1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-trigg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uested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holdi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(high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low)</a:t>
            </a:r>
            <a:r>
              <a:rPr sz="1700" spc="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invokes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-trigg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driving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ignal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hol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l.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 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mands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it,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ypic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rvic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  <a:buClr>
                <a:srgbClr val="252525"/>
              </a:buClr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225716" marR="4276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during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ognize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urs.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algn="just">
              <a:spcBef>
                <a:spcPts val="5"/>
              </a:spcBef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l-trigger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multiple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share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via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rmine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servi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servi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poll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nd,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ice other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03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D01D-402C-7AD9-AA07-42AFB5A7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CF0DFD-65B4-C62C-0061-00F774A02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772915-2504-E623-B529-E9BC80968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35A4FB2-9E45-DD5B-EEE5-B1CA0399FB2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6F0C8-9B23-BEF7-8311-F9ECDA3E43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D367777-4382-5442-48EC-2A425C7EBC22}"/>
              </a:ext>
            </a:extLst>
          </p:cNvPr>
          <p:cNvSpPr txBox="1"/>
          <p:nvPr/>
        </p:nvSpPr>
        <p:spPr>
          <a:xfrm>
            <a:off x="1002455" y="1123950"/>
            <a:ext cx="713909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665" indent="-109651" algn="just"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-t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igger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d: </a:t>
            </a:r>
            <a:r>
              <a:rPr sz="1700" b="1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-trigg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 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lling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(high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low)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dge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(low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high).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wish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driv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pulse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onto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pulse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shor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polled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ial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may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det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72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F399-EE62-8603-B681-F8F77949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EA4F4-4810-02D0-4220-D4A0B7804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87E39F-7066-BE33-1129-C9F089DA52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0076336-731D-2CAB-64BF-E4A84AD994F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1E065-BC46-2CA6-61D7-E15433DB82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3A61455-619A-1B04-A363-077AE046834B}"/>
              </a:ext>
            </a:extLst>
          </p:cNvPr>
          <p:cNvSpPr txBox="1"/>
          <p:nvPr/>
        </p:nvSpPr>
        <p:spPr>
          <a:xfrm>
            <a:off x="1002455" y="742950"/>
            <a:ext cx="713909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Adva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tag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ntag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ystem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gn:</a:t>
            </a: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polling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sour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pon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sivenes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pts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quickly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xtern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ly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im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marR="3054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odu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lari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uppo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modul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design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owing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rts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ts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indep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rns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mpli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fy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lopm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marR="3054" indent="-109651" algn="just">
              <a:spcBef>
                <a:spcPts val="5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Po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avi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ms,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lp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rve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rgy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owing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nter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pow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modes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idle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ake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up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only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pow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onsumpti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2421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19AB-FC11-593A-CF33-59C30C9A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01506-E3FB-E062-94BC-BFAF93615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BC1927-C942-33A8-382B-4105CB558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141A322-D44B-F828-EED3-DB5863AF467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6940C-A8A2-70A6-F8BD-33A205CDB1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819150"/>
            <a:ext cx="6987300" cy="3798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endParaRPr lang="en-US" sz="1700" dirty="0">
              <a:latin typeface="Times New Roman"/>
              <a:cs typeface="Times New Roman"/>
            </a:endParaRPr>
          </a:p>
          <a:p>
            <a:pPr marL="6109"/>
            <a:endParaRPr lang="en-US" sz="1700" b="1" spc="-2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804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DDE4A-4230-1AC6-ADAB-489C8998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514B4-63C5-8668-63D1-92167A095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56528-DF94-914F-8CA5-1F204165D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AEDCF99-3105-E907-D45F-4C5CB99EF67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608367-7CE0-FAC9-54EB-D06E079BB8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E11A3B4-F33F-7CAB-8846-CFC75D4AC69E}"/>
              </a:ext>
            </a:extLst>
          </p:cNvPr>
          <p:cNvSpPr txBox="1"/>
          <p:nvPr/>
        </p:nvSpPr>
        <p:spPr>
          <a:xfrm>
            <a:off x="1013700" y="819150"/>
            <a:ext cx="6987300" cy="1844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http://ww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ec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s.csun.e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du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~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putnam/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omp546/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u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Outpu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b.pdf</a:t>
            </a:r>
            <a:endParaRPr sz="1700" dirty="0">
              <a:latin typeface="Times New Roman"/>
              <a:cs typeface="Times New Roman"/>
            </a:endParaRPr>
          </a:p>
          <a:p>
            <a:pPr marL="225716" marR="140806" indent="-109651">
              <a:spcBef>
                <a:spcPts val="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http://ww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.ioenot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s.e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du.np/m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dia/notes/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org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niz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nd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hite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tur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/Ch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pte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7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Input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-Out</a:t>
            </a:r>
            <a:r>
              <a:rPr sz="1700" u="sng" spc="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ut-O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rg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niz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on.pdf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1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https: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.g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ksfo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rg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eeks.org/i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o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-int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f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-int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rr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up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dma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mode/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Int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rf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nte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rupt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DMA Mode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–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 err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5" dirty="0" err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 err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 err="1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1700" u="sng" spc="5" dirty="0" err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2" dirty="0" err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dirty="0" err="1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1700" u="sng" spc="-5" dirty="0" err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 err="1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 err="1">
                <a:solidFill>
                  <a:srgbClr val="0000FF"/>
                </a:solidFill>
                <a:latin typeface="Times New Roman"/>
                <a:cs typeface="Times New Roman"/>
              </a:rPr>
              <a:t>ks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18654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1385</Words>
  <Application>Microsoft Office PowerPoint</Application>
  <PresentationFormat>On-screen Show (16:9)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2024-12-24T17:02:42Z</dcterms:created>
  <dcterms:modified xsi:type="dcterms:W3CDTF">2024-12-26T05:38:18Z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