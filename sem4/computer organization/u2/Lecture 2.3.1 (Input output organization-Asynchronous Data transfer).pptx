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6.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25"/>
  </p:notesMasterIdLst>
  <p:sldIdLst>
    <p:sldId id="273" r:id="rId2"/>
    <p:sldId id="590" r:id="rId3"/>
    <p:sldId id="599" r:id="rId4"/>
    <p:sldId id="600" r:id="rId5"/>
    <p:sldId id="601" r:id="rId6"/>
    <p:sldId id="591" r:id="rId7"/>
    <p:sldId id="592" r:id="rId8"/>
    <p:sldId id="602" r:id="rId9"/>
    <p:sldId id="603" r:id="rId10"/>
    <p:sldId id="604" r:id="rId11"/>
    <p:sldId id="593" r:id="rId12"/>
    <p:sldId id="606" r:id="rId13"/>
    <p:sldId id="605" r:id="rId14"/>
    <p:sldId id="594" r:id="rId15"/>
    <p:sldId id="608" r:id="rId16"/>
    <p:sldId id="609" r:id="rId17"/>
    <p:sldId id="607" r:id="rId18"/>
    <p:sldId id="595" r:id="rId19"/>
    <p:sldId id="610" r:id="rId20"/>
    <p:sldId id="611" r:id="rId21"/>
    <p:sldId id="612" r:id="rId22"/>
    <p:sldId id="597" r:id="rId23"/>
    <p:sldId id="613" r:id="rId24"/>
  </p:sldIdLst>
  <p:sldSz cx="9144000" cy="5143500" type="screen16x9"/>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85" userDrawn="1">
          <p15:clr>
            <a:srgbClr val="A4A3A4"/>
          </p15:clr>
        </p15:guide>
        <p15:guide id="2" pos="26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874" y="67"/>
      </p:cViewPr>
      <p:guideLst>
        <p:guide orient="horz" pos="1385"/>
        <p:guide pos="261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3442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606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098737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50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65711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533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007595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45646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8BD707-D9CF-40AE-B4C6-C98DA3205C09}" type="datetimeFigureOut">
              <a:rPr lang="en-US" smtClean="0"/>
              <a:t>12/26/2024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52011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1D8BD707-D9CF-40AE-B4C6-C98DA3205C09}" type="datetimeFigureOut">
              <a:rPr lang="en-US" smtClean="0"/>
              <a:t>12/26/2024</a:t>
            </a:fld>
            <a:endParaRPr lang="en-US"/>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1977439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518902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110448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636905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1D8BD707-D9CF-40AE-B4C6-C98DA3205C09}" type="datetimeFigureOut">
              <a:rPr lang="en-US" smtClean="0"/>
              <a:t>12/26/2024</a:t>
            </a:fld>
            <a:endParaRPr lang="en-US"/>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B6F15528-21DE-4FAA-801E-634DDDAF4B2B}" type="slidenum">
              <a:rPr lang="en-US" smtClean="0"/>
              <a:t>‹#›</a:t>
            </a:fld>
            <a:endParaRPr lang="en-US"/>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972499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www.studytonight.com/computer-architecture/input-output-processor" TargetMode="Externa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CFCF30-EF72-A459-B1F4-E2DD160D29AA}"/>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486354A7-7091-D91A-A7E7-7B5DF5BDC9C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67096D5-CA38-0859-FAF8-58F7984BD00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9233E20-ECE4-6406-DB92-ABF9EA9DFD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13" name="TextBox 12">
            <a:extLst>
              <a:ext uri="{FF2B5EF4-FFF2-40B4-BE49-F238E27FC236}">
                <a16:creationId xmlns:a16="http://schemas.microsoft.com/office/drawing/2014/main" id="{0E664002-4AA4-31D1-E101-4DF5A585878C}"/>
              </a:ext>
            </a:extLst>
          </p:cNvPr>
          <p:cNvSpPr txBox="1"/>
          <p:nvPr/>
        </p:nvSpPr>
        <p:spPr>
          <a:xfrm>
            <a:off x="961776" y="1435539"/>
            <a:ext cx="7220448" cy="1897058"/>
          </a:xfrm>
          <a:prstGeom prst="rect">
            <a:avLst/>
          </a:prstGeom>
          <a:noFill/>
        </p:spPr>
        <p:txBody>
          <a:bodyPr wrap="square">
            <a:spAutoFit/>
          </a:bodyPr>
          <a:lstStyle/>
          <a:p>
            <a:pPr algn="ctr" defTabSz="439815">
              <a:defRPr/>
            </a:pPr>
            <a:r>
              <a:rPr lang="en-US" sz="2597" b="1" dirty="0">
                <a:solidFill>
                  <a:prstClr val="black"/>
                </a:solidFill>
                <a:latin typeface="Times New Roman" panose="02020603050405020304" pitchFamily="18" charset="0"/>
                <a:ea typeface="Arial"/>
                <a:cs typeface="Times New Roman" panose="02020603050405020304" pitchFamily="18" charset="0"/>
                <a:sym typeface="Arial"/>
              </a:rPr>
              <a:t>University Institute of Engineering</a:t>
            </a:r>
            <a:endParaRPr lang="en-US" sz="2597"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Department of Computer Science &amp; Engineering</a:t>
            </a:r>
          </a:p>
          <a:p>
            <a:pPr algn="ctr" defTabSz="439815">
              <a:defRPr/>
            </a:pPr>
            <a:endParaRPr lang="en-US" sz="2213" b="1" dirty="0">
              <a:solidFill>
                <a:prstClr val="black"/>
              </a:solidFill>
              <a:latin typeface="Times New Roman" panose="02020603050405020304" pitchFamily="18" charset="0"/>
              <a:cs typeface="Times New Roman" panose="02020603050405020304" pitchFamily="18" charset="0"/>
              <a:sym typeface="Arial"/>
            </a:endParaRPr>
          </a:p>
          <a:p>
            <a:pPr algn="ctr" defTabSz="439815">
              <a:defRPr/>
            </a:pPr>
            <a:r>
              <a:rPr lang="en-US" sz="2213" b="1" dirty="0">
                <a:solidFill>
                  <a:prstClr val="black"/>
                </a:solidFill>
                <a:latin typeface="Times New Roman" panose="02020603050405020304" pitchFamily="18" charset="0"/>
                <a:cs typeface="Times New Roman" panose="02020603050405020304" pitchFamily="18" charset="0"/>
              </a:rPr>
              <a:t>COMPUTER ORGANIZATION &amp; ARCHITECTURE</a:t>
            </a:r>
            <a:endParaRPr lang="en-US" sz="2213" b="1" dirty="0">
              <a:solidFill>
                <a:prstClr val="black"/>
              </a:solidFill>
              <a:latin typeface="Times New Roman" panose="02020603050405020304" pitchFamily="18" charset="0"/>
              <a:ea typeface="Arial"/>
              <a:cs typeface="Times New Roman" panose="02020603050405020304" pitchFamily="18" charset="0"/>
              <a:sym typeface="Arial"/>
            </a:endParaRPr>
          </a:p>
          <a:p>
            <a:pPr algn="ctr" defTabSz="439815">
              <a:lnSpc>
                <a:spcPct val="90000"/>
              </a:lnSpc>
              <a:spcBef>
                <a:spcPts val="606"/>
              </a:spcBef>
              <a:defRPr/>
            </a:pPr>
            <a:r>
              <a:rPr lang="en-US" sz="2213" b="1" dirty="0">
                <a:solidFill>
                  <a:prstClr val="black"/>
                </a:solidFill>
                <a:latin typeface="Times New Roman" panose="02020603050405020304" pitchFamily="18" charset="0"/>
                <a:ea typeface="Arial"/>
                <a:cs typeface="Times New Roman" panose="02020603050405020304" pitchFamily="18" charset="0"/>
                <a:sym typeface="Arial"/>
              </a:rPr>
              <a:t>(23CST-204/23ITT-204)</a:t>
            </a:r>
          </a:p>
        </p:txBody>
      </p:sp>
      <p:sp>
        <p:nvSpPr>
          <p:cNvPr id="16" name="Subtitle 2">
            <a:extLst>
              <a:ext uri="{FF2B5EF4-FFF2-40B4-BE49-F238E27FC236}">
                <a16:creationId xmlns:a16="http://schemas.microsoft.com/office/drawing/2014/main" id="{F7016100-A7B3-0379-C4B5-D13BB8B70B9B}"/>
              </a:ext>
            </a:extLst>
          </p:cNvPr>
          <p:cNvSpPr txBox="1">
            <a:spLocks/>
          </p:cNvSpPr>
          <p:nvPr/>
        </p:nvSpPr>
        <p:spPr>
          <a:xfrm>
            <a:off x="304801" y="3655678"/>
            <a:ext cx="2364055" cy="1039831"/>
          </a:xfrm>
          <a:prstGeom prst="rect">
            <a:avLst/>
          </a:prstGeom>
        </p:spPr>
        <p:txBody>
          <a:bodyPr vert="horz" lIns="43982" tIns="21991" rIns="43982" bIns="21991"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51" b="1" dirty="0">
                <a:latin typeface="Times New Roman" panose="02020603050405020304" pitchFamily="18" charset="0"/>
                <a:cs typeface="Times New Roman" panose="02020603050405020304" pitchFamily="18" charset="0"/>
              </a:rPr>
              <a:t>ER. SHIKHA ATWAL</a:t>
            </a:r>
          </a:p>
          <a:p>
            <a:pPr algn="l"/>
            <a:r>
              <a:rPr lang="en-US" sz="962" b="1" dirty="0">
                <a:latin typeface="Times New Roman" panose="02020603050405020304" pitchFamily="18" charset="0"/>
                <a:cs typeface="Times New Roman" panose="02020603050405020304" pitchFamily="18" charset="0"/>
              </a:rPr>
              <a:t>E11186</a:t>
            </a:r>
          </a:p>
          <a:p>
            <a:pPr algn="l"/>
            <a:r>
              <a:rPr lang="en-US" sz="962" b="1" dirty="0">
                <a:latin typeface="Times New Roman" panose="02020603050405020304" pitchFamily="18" charset="0"/>
                <a:cs typeface="Times New Roman" panose="02020603050405020304" pitchFamily="18" charset="0"/>
              </a:rPr>
              <a:t>ASSISTANT PROFESSOR</a:t>
            </a:r>
          </a:p>
          <a:p>
            <a:pPr algn="l"/>
            <a:r>
              <a:rPr lang="en-US" sz="962" b="1" dirty="0">
                <a:latin typeface="Times New Roman" panose="02020603050405020304" pitchFamily="18" charset="0"/>
                <a:cs typeface="Times New Roman" panose="02020603050405020304" pitchFamily="18" charset="0"/>
              </a:rPr>
              <a:t>BE-CSE</a:t>
            </a:r>
          </a:p>
        </p:txBody>
      </p:sp>
    </p:spTree>
    <p:extLst>
      <p:ext uri="{BB962C8B-B14F-4D97-AF65-F5344CB8AC3E}">
        <p14:creationId xmlns:p14="http://schemas.microsoft.com/office/powerpoint/2010/main" val="1273637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197AD-1900-1DF8-1E7C-555D791A860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B3A605-BCDC-0176-1836-7D88D790CC3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9963D7DB-060D-B79A-F45B-3CEC1D9FA2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F0CC198-45DC-4A83-CED0-497130A321D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B5B83B6-E170-B88F-B6DF-996C2CBB83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143000" y="949671"/>
            <a:ext cx="6858000" cy="1985159"/>
          </a:xfrm>
          <a:prstGeom prst="rect">
            <a:avLst/>
          </a:prstGeom>
        </p:spPr>
        <p:txBody>
          <a:bodyPr vert="horz" wrap="square" lIns="0" tIns="0" rIns="0" bIns="0" rtlCol="0">
            <a:spAutoFit/>
          </a:bodyPr>
          <a:lstStyle/>
          <a:p>
            <a:pPr marL="6109" marR="373242" algn="ctr"/>
            <a:r>
              <a:rPr sz="1700" b="1" spc="-2" dirty="0">
                <a:latin typeface="Times New Roman"/>
                <a:cs typeface="Times New Roman"/>
              </a:rPr>
              <a:t>INPU</a:t>
            </a:r>
            <a:r>
              <a:rPr sz="1700" b="1" spc="-5" dirty="0">
                <a:latin typeface="Times New Roman"/>
                <a:cs typeface="Times New Roman"/>
              </a:rPr>
              <a:t>T</a:t>
            </a:r>
            <a:r>
              <a:rPr sz="1700" b="1" spc="-2" dirty="0">
                <a:latin typeface="Times New Roman"/>
                <a:cs typeface="Times New Roman"/>
              </a:rPr>
              <a:t>-</a:t>
            </a:r>
            <a:r>
              <a:rPr sz="1700" b="1" spc="-5" dirty="0">
                <a:latin typeface="Times New Roman"/>
                <a:cs typeface="Times New Roman"/>
              </a:rPr>
              <a:t>OUT</a:t>
            </a:r>
            <a:r>
              <a:rPr sz="1700" b="1" dirty="0">
                <a:latin typeface="Times New Roman"/>
                <a:cs typeface="Times New Roman"/>
              </a:rPr>
              <a:t>P</a:t>
            </a:r>
            <a:r>
              <a:rPr sz="1700" b="1" spc="-2" dirty="0">
                <a:latin typeface="Times New Roman"/>
                <a:cs typeface="Times New Roman"/>
              </a:rPr>
              <a:t>U</a:t>
            </a:r>
            <a:r>
              <a:rPr sz="1700" b="1" spc="-5" dirty="0">
                <a:latin typeface="Times New Roman"/>
                <a:cs typeface="Times New Roman"/>
              </a:rPr>
              <a:t>T</a:t>
            </a:r>
            <a:r>
              <a:rPr sz="1700" b="1" dirty="0">
                <a:latin typeface="Times New Roman"/>
                <a:cs typeface="Times New Roman"/>
              </a:rPr>
              <a:t> ORGANIZAT</a:t>
            </a:r>
            <a:r>
              <a:rPr sz="1700" b="1" spc="-2" dirty="0">
                <a:latin typeface="Times New Roman"/>
                <a:cs typeface="Times New Roman"/>
              </a:rPr>
              <a:t>ION</a:t>
            </a:r>
            <a:endParaRPr sz="1700" dirty="0">
              <a:latin typeface="Times New Roman"/>
              <a:cs typeface="Times New Roman"/>
            </a:endParaRPr>
          </a:p>
          <a:p>
            <a:pPr marL="6109" marR="2443" algn="just">
              <a:spcBef>
                <a:spcPts val="397"/>
              </a:spcBef>
            </a:pPr>
            <a:endParaRPr lang="en-US" sz="1700" spc="-5" dirty="0">
              <a:latin typeface="Times New Roman"/>
              <a:cs typeface="Times New Roman"/>
            </a:endParaRPr>
          </a:p>
          <a:p>
            <a:pPr marL="6109" marR="2443" algn="just">
              <a:spcBef>
                <a:spcPts val="397"/>
              </a:spcBef>
            </a:pPr>
            <a:r>
              <a:rPr sz="1700" spc="-5" dirty="0">
                <a:latin typeface="Times New Roman"/>
                <a:cs typeface="Times New Roman"/>
              </a:rPr>
              <a:t>The</a:t>
            </a:r>
            <a:r>
              <a:rPr sz="1700" spc="36" dirty="0">
                <a:latin typeface="Times New Roman"/>
                <a:cs typeface="Times New Roman"/>
              </a:rPr>
              <a:t> </a:t>
            </a:r>
            <a:r>
              <a:rPr sz="1700" spc="-5" dirty="0">
                <a:latin typeface="Times New Roman"/>
                <a:cs typeface="Times New Roman"/>
              </a:rPr>
              <a:t>inpu</a:t>
            </a:r>
            <a:r>
              <a:rPr sz="1700" dirty="0">
                <a:latin typeface="Times New Roman"/>
                <a:cs typeface="Times New Roman"/>
              </a:rPr>
              <a:t>t</a:t>
            </a:r>
            <a:r>
              <a:rPr sz="1700" spc="-2" dirty="0">
                <a:latin typeface="Times New Roman"/>
                <a:cs typeface="Times New Roman"/>
              </a:rPr>
              <a:t>-</a:t>
            </a:r>
            <a:r>
              <a:rPr sz="1700" spc="-5" dirty="0">
                <a:latin typeface="Times New Roman"/>
                <a:cs typeface="Times New Roman"/>
              </a:rPr>
              <a:t>output</a:t>
            </a:r>
            <a:r>
              <a:rPr sz="1700" spc="41" dirty="0">
                <a:latin typeface="Times New Roman"/>
                <a:cs typeface="Times New Roman"/>
              </a:rPr>
              <a:t> </a:t>
            </a:r>
            <a:r>
              <a:rPr sz="1700" spc="-2" dirty="0">
                <a:latin typeface="Times New Roman"/>
                <a:cs typeface="Times New Roman"/>
              </a:rPr>
              <a:t>subsy</a:t>
            </a:r>
            <a:r>
              <a:rPr sz="1700" dirty="0">
                <a:latin typeface="Times New Roman"/>
                <a:cs typeface="Times New Roman"/>
              </a:rPr>
              <a:t>s</a:t>
            </a:r>
            <a:r>
              <a:rPr sz="1700" spc="-5" dirty="0">
                <a:latin typeface="Times New Roman"/>
                <a:cs typeface="Times New Roman"/>
              </a:rPr>
              <a:t>tem</a:t>
            </a:r>
            <a:r>
              <a:rPr sz="1700" spc="38"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spc="-5" dirty="0">
                <a:latin typeface="Times New Roman"/>
                <a:cs typeface="Times New Roman"/>
              </a:rPr>
              <a:t>a</a:t>
            </a:r>
            <a:r>
              <a:rPr sz="1700" spc="43"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43"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f</a:t>
            </a:r>
            <a:r>
              <a:rPr sz="1700" spc="-7" dirty="0">
                <a:latin typeface="Times New Roman"/>
                <a:cs typeface="Times New Roman"/>
              </a:rPr>
              <a:t>e</a:t>
            </a:r>
            <a:r>
              <a:rPr sz="1700" dirty="0">
                <a:latin typeface="Times New Roman"/>
                <a:cs typeface="Times New Roman"/>
              </a:rPr>
              <a:t>rr</a:t>
            </a:r>
            <a:r>
              <a:rPr sz="1700" spc="-7" dirty="0">
                <a:latin typeface="Times New Roman"/>
                <a:cs typeface="Times New Roman"/>
              </a:rPr>
              <a:t>e</a:t>
            </a:r>
            <a:r>
              <a:rPr sz="1700" dirty="0">
                <a:latin typeface="Times New Roman"/>
                <a:cs typeface="Times New Roman"/>
              </a:rPr>
              <a:t>d</a:t>
            </a:r>
            <a:r>
              <a:rPr sz="1700" spc="38" dirty="0">
                <a:latin typeface="Times New Roman"/>
                <a:cs typeface="Times New Roman"/>
              </a:rPr>
              <a:t> </a:t>
            </a:r>
            <a:r>
              <a:rPr sz="1700" spc="-2" dirty="0">
                <a:latin typeface="Times New Roman"/>
                <a:cs typeface="Times New Roman"/>
              </a:rPr>
              <a:t>to</a:t>
            </a:r>
            <a:r>
              <a:rPr sz="1700" spc="41"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46" dirty="0">
                <a:latin typeface="Times New Roman"/>
                <a:cs typeface="Times New Roman"/>
              </a:rPr>
              <a:t> </a:t>
            </a:r>
            <a:r>
              <a:rPr sz="1700" spc="-10" dirty="0">
                <a:latin typeface="Times New Roman"/>
                <a:cs typeface="Times New Roman"/>
              </a:rPr>
              <a:t>I</a:t>
            </a:r>
            <a:r>
              <a:rPr sz="1700" dirty="0">
                <a:latin typeface="Times New Roman"/>
                <a:cs typeface="Times New Roman"/>
              </a:rPr>
              <a:t>/O,</a:t>
            </a:r>
            <a:r>
              <a:rPr sz="1700" spc="43" dirty="0">
                <a:latin typeface="Times New Roman"/>
                <a:cs typeface="Times New Roman"/>
              </a:rPr>
              <a:t> </a:t>
            </a:r>
            <a:r>
              <a:rPr sz="1700" spc="-5" dirty="0">
                <a:latin typeface="Times New Roman"/>
                <a:cs typeface="Times New Roman"/>
              </a:rPr>
              <a:t>provid</a:t>
            </a:r>
            <a:r>
              <a:rPr sz="1700" spc="-10" dirty="0">
                <a:latin typeface="Times New Roman"/>
                <a:cs typeface="Times New Roman"/>
              </a:rPr>
              <a:t>e</a:t>
            </a:r>
            <a:r>
              <a:rPr sz="1700" dirty="0">
                <a:latin typeface="Times New Roman"/>
                <a:cs typeface="Times New Roman"/>
              </a:rPr>
              <a:t>s</a:t>
            </a:r>
            <a:r>
              <a:rPr sz="1700" spc="46"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43" dirty="0">
                <a:latin typeface="Times New Roman"/>
                <a:cs typeface="Times New Roman"/>
              </a:rPr>
              <a:t> </a:t>
            </a:r>
            <a:r>
              <a:rPr sz="1700" spc="-7" dirty="0">
                <a:latin typeface="Times New Roman"/>
                <a:cs typeface="Times New Roman"/>
              </a:rPr>
              <a:t>e</a:t>
            </a:r>
            <a:r>
              <a:rPr sz="1700" dirty="0">
                <a:latin typeface="Times New Roman"/>
                <a:cs typeface="Times New Roman"/>
              </a:rPr>
              <a:t>f</a:t>
            </a:r>
            <a:r>
              <a:rPr sz="1700" spc="-5" dirty="0">
                <a:latin typeface="Times New Roman"/>
                <a:cs typeface="Times New Roman"/>
              </a:rPr>
              <a:t>f</a:t>
            </a:r>
            <a:r>
              <a:rPr sz="1700" spc="-2" dirty="0">
                <a:latin typeface="Times New Roman"/>
                <a:cs typeface="Times New Roman"/>
              </a:rPr>
              <a:t>ic</a:t>
            </a:r>
            <a:r>
              <a:rPr sz="1700" dirty="0">
                <a:latin typeface="Times New Roman"/>
                <a:cs typeface="Times New Roman"/>
              </a:rPr>
              <a:t>i</a:t>
            </a:r>
            <a:r>
              <a:rPr sz="1700" spc="-7" dirty="0">
                <a:latin typeface="Times New Roman"/>
                <a:cs typeface="Times New Roman"/>
              </a:rPr>
              <a:t>e</a:t>
            </a:r>
            <a:r>
              <a:rPr sz="1700" spc="-2" dirty="0">
                <a:latin typeface="Times New Roman"/>
                <a:cs typeface="Times New Roman"/>
              </a:rPr>
              <a:t>nt</a:t>
            </a:r>
            <a:r>
              <a:rPr sz="1700" spc="55" dirty="0">
                <a:latin typeface="Times New Roman"/>
                <a:cs typeface="Times New Roman"/>
              </a:rPr>
              <a:t> </a:t>
            </a:r>
            <a:r>
              <a:rPr sz="1700" spc="-5" dirty="0">
                <a:latin typeface="Times New Roman"/>
                <a:cs typeface="Times New Roman"/>
              </a:rPr>
              <a:t>mode</a:t>
            </a:r>
            <a:r>
              <a:rPr sz="1700" spc="36" dirty="0">
                <a:latin typeface="Times New Roman"/>
                <a:cs typeface="Times New Roman"/>
              </a:rPr>
              <a:t> </a:t>
            </a:r>
            <a:r>
              <a:rPr sz="1700" dirty="0">
                <a:latin typeface="Times New Roman"/>
                <a:cs typeface="Times New Roman"/>
              </a:rPr>
              <a:t>of </a:t>
            </a:r>
            <a:r>
              <a:rPr sz="1700" spc="-7" dirty="0">
                <a:latin typeface="Times New Roman"/>
                <a:cs typeface="Times New Roman"/>
              </a:rPr>
              <a:t>c</a:t>
            </a:r>
            <a:r>
              <a:rPr sz="1700" spc="-5" dirty="0">
                <a:latin typeface="Times New Roman"/>
                <a:cs typeface="Times New Roman"/>
              </a:rPr>
              <a:t>ommunic</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38"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7" dirty="0">
                <a:latin typeface="Times New Roman"/>
                <a:cs typeface="Times New Roman"/>
              </a:rPr>
              <a:t>ee</a:t>
            </a:r>
            <a:r>
              <a:rPr sz="1700" dirty="0">
                <a:latin typeface="Times New Roman"/>
                <a:cs typeface="Times New Roman"/>
              </a:rPr>
              <a:t>n</a:t>
            </a:r>
            <a:r>
              <a:rPr sz="1700" spc="51"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7" dirty="0">
                <a:latin typeface="Times New Roman"/>
                <a:cs typeface="Times New Roman"/>
              </a:rPr>
              <a:t>ce</a:t>
            </a:r>
            <a:r>
              <a:rPr sz="1700" spc="-2" dirty="0">
                <a:latin typeface="Times New Roman"/>
                <a:cs typeface="Times New Roman"/>
              </a:rPr>
              <a:t>nt</a:t>
            </a:r>
            <a:r>
              <a:rPr sz="1700" dirty="0">
                <a:latin typeface="Times New Roman"/>
                <a:cs typeface="Times New Roman"/>
              </a:rPr>
              <a:t>r</a:t>
            </a:r>
            <a:r>
              <a:rPr sz="1700" spc="-7" dirty="0">
                <a:latin typeface="Times New Roman"/>
                <a:cs typeface="Times New Roman"/>
              </a:rPr>
              <a:t>a</a:t>
            </a:r>
            <a:r>
              <a:rPr sz="1700" spc="-2" dirty="0">
                <a:latin typeface="Times New Roman"/>
                <a:cs typeface="Times New Roman"/>
              </a:rPr>
              <a:t>l</a:t>
            </a:r>
            <a:r>
              <a:rPr sz="1700" spc="41"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41"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38"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36" dirty="0">
                <a:latin typeface="Times New Roman"/>
                <a:cs typeface="Times New Roman"/>
              </a:rPr>
              <a:t> </a:t>
            </a:r>
            <a:r>
              <a:rPr sz="1700" spc="-2" dirty="0">
                <a:latin typeface="Times New Roman"/>
                <a:cs typeface="Times New Roman"/>
              </a:rPr>
              <a:t>outs</a:t>
            </a:r>
            <a:r>
              <a:rPr sz="1700" dirty="0">
                <a:latin typeface="Times New Roman"/>
                <a:cs typeface="Times New Roman"/>
              </a:rPr>
              <a:t>i</a:t>
            </a:r>
            <a:r>
              <a:rPr sz="1700" spc="-5" dirty="0">
                <a:latin typeface="Times New Roman"/>
                <a:cs typeface="Times New Roman"/>
              </a:rPr>
              <a:t>de</a:t>
            </a:r>
            <a:r>
              <a:rPr sz="1700" spc="48" dirty="0">
                <a:latin typeface="Times New Roman"/>
                <a:cs typeface="Times New Roman"/>
              </a:rPr>
              <a:t> </a:t>
            </a:r>
            <a:r>
              <a:rPr sz="1700" spc="-7" dirty="0">
                <a:latin typeface="Times New Roman"/>
                <a:cs typeface="Times New Roman"/>
              </a:rPr>
              <a:t>e</a:t>
            </a:r>
            <a:r>
              <a:rPr sz="1700" spc="-5" dirty="0">
                <a:latin typeface="Times New Roman"/>
                <a:cs typeface="Times New Roman"/>
              </a:rPr>
              <a:t>nvironme</a:t>
            </a:r>
            <a:r>
              <a:rPr sz="1700" spc="-7" dirty="0">
                <a:latin typeface="Times New Roman"/>
                <a:cs typeface="Times New Roman"/>
              </a:rPr>
              <a:t>n</a:t>
            </a:r>
            <a:r>
              <a:rPr sz="1700" spc="-2" dirty="0">
                <a:latin typeface="Times New Roman"/>
                <a:cs typeface="Times New Roman"/>
              </a:rPr>
              <a:t>t.</a:t>
            </a:r>
            <a:endParaRPr lang="en-US" sz="1700" spc="-2" dirty="0">
              <a:latin typeface="Times New Roman"/>
              <a:cs typeface="Times New Roman"/>
            </a:endParaRPr>
          </a:p>
          <a:p>
            <a:pPr marL="6109" marR="2443" algn="just">
              <a:spcBef>
                <a:spcPts val="397"/>
              </a:spcBef>
            </a:pPr>
            <a:r>
              <a:rPr sz="1700" spc="7" dirty="0">
                <a:latin typeface="Times New Roman"/>
                <a:cs typeface="Times New Roman"/>
              </a:rPr>
              <a:t>P</a:t>
            </a:r>
            <a:r>
              <a:rPr sz="1700" dirty="0">
                <a:latin typeface="Times New Roman"/>
                <a:cs typeface="Times New Roman"/>
              </a:rPr>
              <a:t>rog</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ms</a:t>
            </a:r>
            <a:r>
              <a:rPr sz="1700" spc="43"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38"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 </a:t>
            </a:r>
            <a:r>
              <a:rPr sz="1700" spc="-5" dirty="0">
                <a:latin typeface="Times New Roman"/>
                <a:cs typeface="Times New Roman"/>
              </a:rPr>
              <a:t>must be</a:t>
            </a:r>
            <a:r>
              <a:rPr sz="1700" spc="-10" dirty="0">
                <a:latin typeface="Times New Roman"/>
                <a:cs typeface="Times New Roman"/>
              </a:rPr>
              <a:t> </a:t>
            </a:r>
            <a:r>
              <a:rPr sz="1700" spc="-7" dirty="0">
                <a:latin typeface="Times New Roman"/>
                <a:cs typeface="Times New Roman"/>
              </a:rPr>
              <a:t>e</a:t>
            </a:r>
            <a:r>
              <a:rPr sz="1700" spc="-2" dirty="0">
                <a:latin typeface="Times New Roman"/>
                <a:cs typeface="Times New Roman"/>
              </a:rPr>
              <a:t>nte</a:t>
            </a:r>
            <a:r>
              <a:rPr sz="1700" spc="-7" dirty="0">
                <a:latin typeface="Times New Roman"/>
                <a:cs typeface="Times New Roman"/>
              </a:rPr>
              <a:t>re</a:t>
            </a:r>
            <a:r>
              <a:rPr sz="1700" dirty="0">
                <a:latin typeface="Times New Roman"/>
                <a:cs typeface="Times New Roman"/>
              </a:rPr>
              <a:t>d</a:t>
            </a:r>
            <a:r>
              <a:rPr sz="1700" spc="-7" dirty="0">
                <a:latin typeface="Times New Roman"/>
                <a:cs typeface="Times New Roman"/>
              </a:rPr>
              <a:t> </a:t>
            </a:r>
            <a:r>
              <a:rPr sz="1700" spc="-2" dirty="0">
                <a:latin typeface="Times New Roman"/>
                <a:cs typeface="Times New Roman"/>
              </a:rPr>
              <a:t>int</a:t>
            </a:r>
            <a:r>
              <a:rPr sz="1700" dirty="0">
                <a:latin typeface="Times New Roman"/>
                <a:cs typeface="Times New Roman"/>
              </a:rPr>
              <a:t>o</a:t>
            </a:r>
            <a:r>
              <a:rPr sz="1700" spc="-7" dirty="0">
                <a:latin typeface="Times New Roman"/>
                <a:cs typeface="Times New Roman"/>
              </a:rPr>
              <a:t> 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10"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7" dirty="0">
                <a:latin typeface="Times New Roman"/>
                <a:cs typeface="Times New Roman"/>
              </a:rPr>
              <a:t> </a:t>
            </a:r>
            <a:r>
              <a:rPr sz="1700" dirty="0">
                <a:latin typeface="Times New Roman"/>
                <a:cs typeface="Times New Roman"/>
              </a:rPr>
              <a:t>for</a:t>
            </a:r>
            <a:r>
              <a:rPr sz="1700" spc="-10" dirty="0">
                <a:latin typeface="Times New Roman"/>
                <a:cs typeface="Times New Roman"/>
              </a:rPr>
              <a:t> </a:t>
            </a:r>
            <a:r>
              <a:rPr sz="1700" spc="-5" dirty="0">
                <a:latin typeface="Times New Roman"/>
                <a:cs typeface="Times New Roman"/>
              </a:rPr>
              <a:t>pro</a:t>
            </a:r>
            <a:r>
              <a:rPr sz="1700" spc="-10" dirty="0">
                <a:latin typeface="Times New Roman"/>
                <a:cs typeface="Times New Roman"/>
              </a:rPr>
              <a:t>c</a:t>
            </a:r>
            <a:r>
              <a:rPr sz="1700" spc="-7" dirty="0">
                <a:latin typeface="Times New Roman"/>
                <a:cs typeface="Times New Roman"/>
              </a:rPr>
              <a:t>e</a:t>
            </a:r>
            <a:r>
              <a:rPr sz="1700" spc="5" dirty="0">
                <a:latin typeface="Times New Roman"/>
                <a:cs typeface="Times New Roman"/>
              </a:rPr>
              <a:t>s</a:t>
            </a:r>
            <a:r>
              <a:rPr sz="1700" spc="-5" dirty="0">
                <a:latin typeface="Times New Roman"/>
                <a:cs typeface="Times New Roman"/>
              </a:rPr>
              <a:t>sing </a:t>
            </a:r>
            <a:r>
              <a:rPr sz="1700" spc="-7" dirty="0">
                <a:latin typeface="Times New Roman"/>
                <a:cs typeface="Times New Roman"/>
              </a:rPr>
              <a:t>a</a:t>
            </a:r>
            <a:r>
              <a:rPr sz="1700" dirty="0">
                <a:latin typeface="Times New Roman"/>
                <a:cs typeface="Times New Roman"/>
              </a:rPr>
              <a:t>nd</a:t>
            </a:r>
            <a:r>
              <a:rPr sz="1700" spc="-7"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sul</a:t>
            </a:r>
            <a:r>
              <a:rPr sz="1700" dirty="0">
                <a:latin typeface="Times New Roman"/>
                <a:cs typeface="Times New Roman"/>
              </a:rPr>
              <a:t>ts</a:t>
            </a:r>
            <a:r>
              <a:rPr sz="1700" spc="-7" dirty="0">
                <a:latin typeface="Times New Roman"/>
                <a:cs typeface="Times New Roman"/>
              </a:rPr>
              <a:t> </a:t>
            </a:r>
            <a:r>
              <a:rPr sz="1700" spc="-2" dirty="0">
                <a:latin typeface="Times New Roman"/>
                <a:cs typeface="Times New Roman"/>
              </a:rPr>
              <a:t>obtain</a:t>
            </a:r>
            <a:r>
              <a:rPr sz="1700" spc="-7" dirty="0">
                <a:latin typeface="Times New Roman"/>
                <a:cs typeface="Times New Roman"/>
              </a:rPr>
              <a:t>e</a:t>
            </a:r>
            <a:r>
              <a:rPr sz="1700" dirty="0">
                <a:latin typeface="Times New Roman"/>
                <a:cs typeface="Times New Roman"/>
              </a:rPr>
              <a:t>d</a:t>
            </a:r>
            <a:r>
              <a:rPr sz="1700" spc="-12"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ons </a:t>
            </a:r>
            <a:r>
              <a:rPr sz="1700" spc="-5" dirty="0">
                <a:latin typeface="Times New Roman"/>
                <a:cs typeface="Times New Roman"/>
              </a:rPr>
              <a:t>must</a:t>
            </a:r>
            <a:r>
              <a:rPr sz="1700" dirty="0">
                <a:latin typeface="Times New Roman"/>
                <a:cs typeface="Times New Roman"/>
              </a:rPr>
              <a:t> </a:t>
            </a:r>
            <a:r>
              <a:rPr sz="1700" spc="-5" dirty="0">
                <a:latin typeface="Times New Roman"/>
                <a:cs typeface="Times New Roman"/>
              </a:rPr>
              <a:t>be</a:t>
            </a:r>
            <a:r>
              <a:rPr sz="1700" spc="-2" dirty="0">
                <a:latin typeface="Times New Roman"/>
                <a:cs typeface="Times New Roman"/>
              </a:rPr>
              <a:t> r</a:t>
            </a:r>
            <a:r>
              <a:rPr sz="1700" spc="-10" dirty="0">
                <a:latin typeface="Times New Roman"/>
                <a:cs typeface="Times New Roman"/>
              </a:rPr>
              <a:t>e</a:t>
            </a:r>
            <a:r>
              <a:rPr sz="1700" spc="-7" dirty="0">
                <a:latin typeface="Times New Roman"/>
                <a:cs typeface="Times New Roman"/>
              </a:rPr>
              <a:t>c</a:t>
            </a:r>
            <a:r>
              <a:rPr sz="1700" dirty="0">
                <a:latin typeface="Times New Roman"/>
                <a:cs typeface="Times New Roman"/>
              </a:rPr>
              <a:t>or</a:t>
            </a:r>
            <a:r>
              <a:rPr sz="1700" spc="2" dirty="0">
                <a:latin typeface="Times New Roman"/>
                <a:cs typeface="Times New Roman"/>
              </a:rPr>
              <a:t>d</a:t>
            </a:r>
            <a:r>
              <a:rPr sz="1700" spc="-7" dirty="0">
                <a:latin typeface="Times New Roman"/>
                <a:cs typeface="Times New Roman"/>
              </a:rPr>
              <a:t>e</a:t>
            </a:r>
            <a:r>
              <a:rPr sz="1700" dirty="0">
                <a:latin typeface="Times New Roman"/>
                <a:cs typeface="Times New Roman"/>
              </a:rPr>
              <a:t>d or </a:t>
            </a:r>
            <a:r>
              <a:rPr sz="1700" spc="-2" dirty="0">
                <a:latin typeface="Times New Roman"/>
                <a:cs typeface="Times New Roman"/>
              </a:rPr>
              <a:t>displ</a:t>
            </a:r>
            <a:r>
              <a:rPr sz="1700" spc="-7" dirty="0">
                <a:latin typeface="Times New Roman"/>
                <a:cs typeface="Times New Roman"/>
              </a:rPr>
              <a:t>a</a:t>
            </a:r>
            <a:r>
              <a:rPr sz="1700" spc="-5" dirty="0">
                <a:latin typeface="Times New Roman"/>
                <a:cs typeface="Times New Roman"/>
              </a:rPr>
              <a:t>y</a:t>
            </a:r>
            <a:r>
              <a:rPr sz="1700" spc="-7" dirty="0">
                <a:latin typeface="Times New Roman"/>
                <a:cs typeface="Times New Roman"/>
              </a:rPr>
              <a:t>e</a:t>
            </a:r>
            <a:r>
              <a:rPr sz="1700" dirty="0">
                <a:latin typeface="Times New Roman"/>
                <a:cs typeface="Times New Roman"/>
              </a:rPr>
              <a:t>d for</a:t>
            </a:r>
            <a:r>
              <a:rPr sz="1700" spc="-5"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r.</a:t>
            </a:r>
          </a:p>
        </p:txBody>
      </p:sp>
    </p:spTree>
    <p:extLst>
      <p:ext uri="{BB962C8B-B14F-4D97-AF65-F5344CB8AC3E}">
        <p14:creationId xmlns:p14="http://schemas.microsoft.com/office/powerpoint/2010/main" val="600177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43B0E-4D88-6C6B-0B80-B97F5D127C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A569F38-E2C2-C326-B8CF-C08CA2B83588}"/>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383B11BC-2D35-AC56-62E3-C9D1A29D38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280A25BB-E8BF-E907-5919-C1BF3641A4FB}"/>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E30FDA72-381D-3ABF-7BEF-24FD298FA5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835350E2-3F8D-9E59-0CD8-A52D756675BD}"/>
              </a:ext>
            </a:extLst>
          </p:cNvPr>
          <p:cNvSpPr txBox="1"/>
          <p:nvPr/>
        </p:nvSpPr>
        <p:spPr>
          <a:xfrm>
            <a:off x="1143000" y="819150"/>
            <a:ext cx="6858000" cy="3293209"/>
          </a:xfrm>
          <a:prstGeom prst="rect">
            <a:avLst/>
          </a:prstGeom>
        </p:spPr>
        <p:txBody>
          <a:bodyPr vert="horz" wrap="square" lIns="0" tIns="0" rIns="0" bIns="0" rtlCol="0">
            <a:spAutoFit/>
          </a:bodyPr>
          <a:lstStyle/>
          <a:p>
            <a:pPr marL="6109" algn="ctr">
              <a:spcBef>
                <a:spcPts val="339"/>
              </a:spcBef>
            </a:pPr>
            <a:r>
              <a:rPr lang="en-US" sz="1700" b="1" spc="-10" dirty="0">
                <a:latin typeface="Times New Roman"/>
                <a:cs typeface="Times New Roman"/>
              </a:rPr>
              <a:t>P</a:t>
            </a:r>
            <a:r>
              <a:rPr sz="1700" b="1" spc="-10" dirty="0">
                <a:latin typeface="Times New Roman"/>
                <a:cs typeface="Times New Roman"/>
              </a:rPr>
              <a:t>e</a:t>
            </a:r>
            <a:r>
              <a:rPr sz="1700" b="1" spc="-7" dirty="0">
                <a:latin typeface="Times New Roman"/>
                <a:cs typeface="Times New Roman"/>
              </a:rPr>
              <a:t>r</a:t>
            </a:r>
            <a:r>
              <a:rPr sz="1700" b="1" spc="-2" dirty="0">
                <a:latin typeface="Times New Roman"/>
                <a:cs typeface="Times New Roman"/>
              </a:rPr>
              <a:t>ip</a:t>
            </a:r>
            <a:r>
              <a:rPr sz="1700" b="1" dirty="0">
                <a:latin typeface="Times New Roman"/>
                <a:cs typeface="Times New Roman"/>
              </a:rPr>
              <a:t>h</a:t>
            </a:r>
            <a:r>
              <a:rPr sz="1700" b="1" spc="-7" dirty="0">
                <a:latin typeface="Times New Roman"/>
                <a:cs typeface="Times New Roman"/>
              </a:rPr>
              <a:t>er</a:t>
            </a:r>
            <a:r>
              <a:rPr sz="1700" b="1" spc="-2" dirty="0">
                <a:latin typeface="Times New Roman"/>
                <a:cs typeface="Times New Roman"/>
              </a:rPr>
              <a:t>al</a:t>
            </a:r>
            <a:r>
              <a:rPr sz="1700" b="1" dirty="0">
                <a:latin typeface="Times New Roman"/>
                <a:cs typeface="Times New Roman"/>
              </a:rPr>
              <a:t> </a:t>
            </a:r>
            <a:r>
              <a:rPr sz="1700" b="1" spc="-2" dirty="0">
                <a:latin typeface="Times New Roman"/>
                <a:cs typeface="Times New Roman"/>
              </a:rPr>
              <a:t>Devic</a:t>
            </a:r>
            <a:r>
              <a:rPr sz="1700" b="1" spc="-7" dirty="0">
                <a:latin typeface="Times New Roman"/>
                <a:cs typeface="Times New Roman"/>
              </a:rPr>
              <a:t>e</a:t>
            </a:r>
            <a:r>
              <a:rPr sz="1700" b="1" dirty="0">
                <a:latin typeface="Times New Roman"/>
                <a:cs typeface="Times New Roman"/>
              </a:rPr>
              <a:t>s</a:t>
            </a:r>
            <a:endParaRPr sz="1700" dirty="0">
              <a:latin typeface="Times New Roman"/>
              <a:cs typeface="Times New Roman"/>
            </a:endParaRPr>
          </a:p>
          <a:p>
            <a:pPr marL="6109" algn="just">
              <a:spcBef>
                <a:spcPts val="356"/>
              </a:spcBef>
            </a:pPr>
            <a:endParaRPr lang="en-US" sz="1700" spc="-10" dirty="0">
              <a:latin typeface="Times New Roman"/>
              <a:cs typeface="Times New Roman"/>
            </a:endParaRPr>
          </a:p>
          <a:p>
            <a:pPr marL="6109" algn="just">
              <a:spcBef>
                <a:spcPts val="356"/>
              </a:spcBef>
            </a:pPr>
            <a:r>
              <a:rPr sz="1700" spc="-10" dirty="0">
                <a:latin typeface="Times New Roman"/>
                <a:cs typeface="Times New Roman"/>
              </a:rPr>
              <a:t>I</a:t>
            </a:r>
            <a:r>
              <a:rPr sz="1700" spc="-5" dirty="0">
                <a:latin typeface="Times New Roman"/>
                <a:cs typeface="Times New Roman"/>
              </a:rPr>
              <a:t>nput</a:t>
            </a:r>
            <a:r>
              <a:rPr sz="1700" dirty="0">
                <a:latin typeface="Times New Roman"/>
                <a:cs typeface="Times New Roman"/>
              </a:rPr>
              <a:t> or </a:t>
            </a:r>
            <a:r>
              <a:rPr sz="1700" spc="-5" dirty="0">
                <a:latin typeface="Times New Roman"/>
                <a:cs typeface="Times New Roman"/>
              </a:rPr>
              <a:t>output</a:t>
            </a:r>
            <a:r>
              <a:rPr sz="1700"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5" dirty="0">
                <a:latin typeface="Times New Roman"/>
                <a:cs typeface="Times New Roman"/>
              </a:rPr>
              <a:t>v</a:t>
            </a:r>
            <a:r>
              <a:rPr sz="1700" dirty="0">
                <a:latin typeface="Times New Roman"/>
                <a:cs typeface="Times New Roman"/>
              </a:rPr>
              <a:t>i</a:t>
            </a:r>
            <a:r>
              <a:rPr sz="1700" spc="-7" dirty="0">
                <a:latin typeface="Times New Roman"/>
                <a:cs typeface="Times New Roman"/>
              </a:rPr>
              <a:t>ce</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t</a:t>
            </a:r>
            <a:r>
              <a:rPr sz="1700" spc="-2" dirty="0">
                <a:latin typeface="Times New Roman"/>
                <a:cs typeface="Times New Roman"/>
              </a:rPr>
              <a:t>ta</a:t>
            </a:r>
            <a:r>
              <a:rPr sz="1700" spc="-10" dirty="0">
                <a:latin typeface="Times New Roman"/>
                <a:cs typeface="Times New Roman"/>
              </a:rPr>
              <a:t>c</a:t>
            </a:r>
            <a:r>
              <a:rPr sz="1700" spc="-5" dirty="0">
                <a:latin typeface="Times New Roman"/>
                <a:cs typeface="Times New Roman"/>
              </a:rPr>
              <a:t>h</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to the </a:t>
            </a:r>
            <a:r>
              <a:rPr sz="1700" spc="-7" dirty="0">
                <a:latin typeface="Times New Roman"/>
                <a:cs typeface="Times New Roman"/>
              </a:rPr>
              <a:t>c</a:t>
            </a:r>
            <a:r>
              <a:rPr sz="1700" spc="-5" dirty="0">
                <a:latin typeface="Times New Roman"/>
                <a:cs typeface="Times New Roman"/>
              </a:rPr>
              <a:t>omput</a:t>
            </a:r>
            <a:r>
              <a:rPr sz="1700" spc="-2" dirty="0">
                <a:latin typeface="Times New Roman"/>
                <a:cs typeface="Times New Roman"/>
              </a:rPr>
              <a:t>e</a:t>
            </a:r>
            <a:r>
              <a:rPr sz="1700" dirty="0">
                <a:latin typeface="Times New Roman"/>
                <a:cs typeface="Times New Roman"/>
              </a:rPr>
              <a:t>r </a:t>
            </a:r>
            <a:r>
              <a:rPr sz="1700" spc="-10"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lso </a:t>
            </a:r>
            <a:r>
              <a:rPr sz="1700" spc="-5" dirty="0">
                <a:latin typeface="Times New Roman"/>
                <a:cs typeface="Times New Roman"/>
              </a:rPr>
              <a:t>c</a:t>
            </a:r>
            <a:r>
              <a:rPr sz="1700" spc="-10" dirty="0">
                <a:latin typeface="Times New Roman"/>
                <a:cs typeface="Times New Roman"/>
              </a:rPr>
              <a:t>a</a:t>
            </a:r>
            <a:r>
              <a:rPr sz="1700" spc="-2" dirty="0">
                <a:latin typeface="Times New Roman"/>
                <a:cs typeface="Times New Roman"/>
              </a:rPr>
              <a:t>ll</a:t>
            </a:r>
            <a:r>
              <a:rPr sz="1700" spc="-7" dirty="0">
                <a:latin typeface="Times New Roman"/>
                <a:cs typeface="Times New Roman"/>
              </a:rPr>
              <a:t>e</a:t>
            </a:r>
            <a:r>
              <a:rPr sz="1700" dirty="0">
                <a:latin typeface="Times New Roman"/>
                <a:cs typeface="Times New Roman"/>
              </a:rPr>
              <a:t>d </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riph</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ls.</a:t>
            </a:r>
            <a:endParaRPr sz="1700" dirty="0">
              <a:latin typeface="Times New Roman"/>
              <a:cs typeface="Times New Roman"/>
            </a:endParaRPr>
          </a:p>
          <a:p>
            <a:pPr marL="225716" marR="4276" indent="-109651" algn="just">
              <a:spcBef>
                <a:spcPts val="421"/>
              </a:spcBef>
              <a:buFont typeface="Symbol"/>
              <a:buChar char=""/>
              <a:tabLst>
                <a:tab pos="226022" algn="l"/>
              </a:tabLst>
            </a:pPr>
            <a:r>
              <a:rPr sz="1700" spc="-5" dirty="0">
                <a:latin typeface="Times New Roman"/>
                <a:cs typeface="Times New Roman"/>
              </a:rPr>
              <a:t>The</a:t>
            </a:r>
            <a:r>
              <a:rPr sz="1700" dirty="0">
                <a:latin typeface="Times New Roman"/>
                <a:cs typeface="Times New Roman"/>
              </a:rPr>
              <a:t> </a:t>
            </a:r>
            <a:r>
              <a:rPr sz="1700" spc="-22" dirty="0">
                <a:latin typeface="Times New Roman"/>
                <a:cs typeface="Times New Roman"/>
              </a:rPr>
              <a:t> </a:t>
            </a:r>
            <a:r>
              <a:rPr sz="1700" spc="-2" dirty="0">
                <a:latin typeface="Times New Roman"/>
                <a:cs typeface="Times New Roman"/>
              </a:rPr>
              <a:t>disp</a:t>
            </a:r>
            <a:r>
              <a:rPr sz="1700" dirty="0">
                <a:latin typeface="Times New Roman"/>
                <a:cs typeface="Times New Roman"/>
              </a:rPr>
              <a:t>l</a:t>
            </a:r>
            <a:r>
              <a:rPr sz="1700" spc="-7" dirty="0">
                <a:latin typeface="Times New Roman"/>
                <a:cs typeface="Times New Roman"/>
              </a:rPr>
              <a:t>a</a:t>
            </a:r>
            <a:r>
              <a:rPr sz="1700" dirty="0">
                <a:latin typeface="Times New Roman"/>
                <a:cs typeface="Times New Roman"/>
              </a:rPr>
              <a:t>y </a:t>
            </a:r>
            <a:r>
              <a:rPr sz="1700" spc="-19" dirty="0">
                <a:latin typeface="Times New Roman"/>
                <a:cs typeface="Times New Roman"/>
              </a:rPr>
              <a:t> </a:t>
            </a:r>
            <a:r>
              <a:rPr sz="1700" spc="-2" dirty="0">
                <a:latin typeface="Times New Roman"/>
                <a:cs typeface="Times New Roman"/>
              </a:rPr>
              <a:t>te</a:t>
            </a:r>
            <a:r>
              <a:rPr sz="1700" spc="-7" dirty="0">
                <a:latin typeface="Times New Roman"/>
                <a:cs typeface="Times New Roman"/>
              </a:rPr>
              <a:t>r</a:t>
            </a:r>
            <a:r>
              <a:rPr sz="1700" spc="-5" dirty="0">
                <a:latin typeface="Times New Roman"/>
                <a:cs typeface="Times New Roman"/>
              </a:rPr>
              <a:t>min</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17" dirty="0">
                <a:latin typeface="Times New Roman"/>
                <a:cs typeface="Times New Roman"/>
              </a:rPr>
              <a:t> </a:t>
            </a:r>
            <a:r>
              <a:rPr sz="1700" spc="-2" dirty="0">
                <a:latin typeface="Times New Roman"/>
                <a:cs typeface="Times New Roman"/>
              </a:rPr>
              <a:t>ca</a:t>
            </a:r>
            <a:r>
              <a:rPr sz="1700" dirty="0">
                <a:latin typeface="Times New Roman"/>
                <a:cs typeface="Times New Roman"/>
              </a:rPr>
              <a:t>n </a:t>
            </a:r>
            <a:r>
              <a:rPr sz="1700" spc="-19"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te</a:t>
            </a:r>
            <a:r>
              <a:rPr sz="1700" dirty="0">
                <a:latin typeface="Times New Roman"/>
                <a:cs typeface="Times New Roman"/>
              </a:rPr>
              <a:t> </a:t>
            </a:r>
            <a:r>
              <a:rPr sz="1700" spc="-19"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12"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22" dirty="0">
                <a:latin typeface="Times New Roman"/>
                <a:cs typeface="Times New Roman"/>
              </a:rPr>
              <a:t> </a:t>
            </a:r>
            <a:r>
              <a:rPr sz="1700" spc="-5" dirty="0">
                <a:latin typeface="Times New Roman"/>
                <a:cs typeface="Times New Roman"/>
              </a:rPr>
              <a:t>sing</a:t>
            </a:r>
            <a:r>
              <a:rPr sz="1700" dirty="0">
                <a:latin typeface="Times New Roman"/>
                <a:cs typeface="Times New Roman"/>
              </a:rPr>
              <a:t>le</a:t>
            </a:r>
            <a:r>
              <a:rPr sz="1700" spc="-2" dirty="0">
                <a:latin typeface="Times New Roman"/>
                <a:cs typeface="Times New Roman"/>
              </a:rPr>
              <a:t>-</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a</a:t>
            </a:r>
            <a:r>
              <a:rPr sz="1700" spc="-2" dirty="0">
                <a:latin typeface="Times New Roman"/>
                <a:cs typeface="Times New Roman"/>
              </a:rPr>
              <a:t>r</a:t>
            </a:r>
            <a:r>
              <a:rPr sz="1700" spc="-10" dirty="0">
                <a:latin typeface="Times New Roman"/>
                <a:cs typeface="Times New Roman"/>
              </a:rPr>
              <a:t>a</a:t>
            </a:r>
            <a:r>
              <a:rPr sz="1700" spc="-7" dirty="0">
                <a:latin typeface="Times New Roman"/>
                <a:cs typeface="Times New Roman"/>
              </a:rPr>
              <a:t>c</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 </a:t>
            </a:r>
            <a:r>
              <a:rPr sz="1700" spc="-22" dirty="0">
                <a:latin typeface="Times New Roman"/>
                <a:cs typeface="Times New Roman"/>
              </a:rPr>
              <a:t> </a:t>
            </a:r>
            <a:r>
              <a:rPr sz="1700" spc="-5" dirty="0">
                <a:latin typeface="Times New Roman"/>
                <a:cs typeface="Times New Roman"/>
              </a:rPr>
              <a:t>mode</a:t>
            </a:r>
            <a:r>
              <a:rPr sz="1700" dirty="0">
                <a:latin typeface="Times New Roman"/>
                <a:cs typeface="Times New Roman"/>
              </a:rPr>
              <a:t> </a:t>
            </a:r>
            <a:r>
              <a:rPr sz="1700" spc="-14"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spc="2" dirty="0">
                <a:latin typeface="Times New Roman"/>
                <a:cs typeface="Times New Roman"/>
              </a:rPr>
              <a:t>r</a:t>
            </a:r>
            <a:r>
              <a:rPr sz="1700" spc="-5" dirty="0">
                <a:latin typeface="Times New Roman"/>
                <a:cs typeface="Times New Roman"/>
              </a:rPr>
              <a:t>e</a:t>
            </a:r>
            <a:r>
              <a:rPr sz="1700" dirty="0">
                <a:latin typeface="Times New Roman"/>
                <a:cs typeface="Times New Roman"/>
              </a:rPr>
              <a:t> </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dirty="0">
                <a:latin typeface="Times New Roman"/>
                <a:cs typeface="Times New Roman"/>
              </a:rPr>
              <a:t> </a:t>
            </a:r>
            <a:r>
              <a:rPr sz="1700" spc="-12" dirty="0">
                <a:latin typeface="Times New Roman"/>
                <a:cs typeface="Times New Roman"/>
              </a:rPr>
              <a:t> </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a</a:t>
            </a:r>
            <a:r>
              <a:rPr sz="1700" spc="2" dirty="0">
                <a:latin typeface="Times New Roman"/>
                <a:cs typeface="Times New Roman"/>
              </a:rPr>
              <a:t>r</a:t>
            </a:r>
            <a:r>
              <a:rPr sz="1700" spc="-7" dirty="0">
                <a:latin typeface="Times New Roman"/>
                <a:cs typeface="Times New Roman"/>
              </a:rPr>
              <a:t>ac</a:t>
            </a:r>
            <a:r>
              <a:rPr sz="1700" spc="-2" dirty="0">
                <a:latin typeface="Times New Roman"/>
                <a:cs typeface="Times New Roman"/>
              </a:rPr>
              <a:t>te</a:t>
            </a:r>
            <a:r>
              <a:rPr sz="1700" spc="-7" dirty="0">
                <a:latin typeface="Times New Roman"/>
                <a:cs typeface="Times New Roman"/>
              </a:rPr>
              <a:t>r</a:t>
            </a:r>
            <a:r>
              <a:rPr sz="1700" dirty="0">
                <a:latin typeface="Times New Roman"/>
                <a:cs typeface="Times New Roman"/>
              </a:rPr>
              <a:t>s </a:t>
            </a:r>
            <a:r>
              <a:rPr sz="1700" spc="-7" dirty="0">
                <a:latin typeface="Times New Roman"/>
                <a:cs typeface="Times New Roman"/>
              </a:rPr>
              <a:t>e</a:t>
            </a:r>
            <a:r>
              <a:rPr sz="1700" spc="-2" dirty="0">
                <a:latin typeface="Times New Roman"/>
                <a:cs typeface="Times New Roman"/>
              </a:rPr>
              <a:t>nte</a:t>
            </a:r>
            <a:r>
              <a:rPr sz="1700" spc="-7" dirty="0">
                <a:latin typeface="Times New Roman"/>
                <a:cs typeface="Times New Roman"/>
              </a:rPr>
              <a:t>re</a:t>
            </a:r>
            <a:r>
              <a:rPr sz="1700" dirty="0">
                <a:latin typeface="Times New Roman"/>
                <a:cs typeface="Times New Roman"/>
              </a:rPr>
              <a:t>d  </a:t>
            </a:r>
            <a:r>
              <a:rPr sz="1700" spc="-48" dirty="0">
                <a:latin typeface="Times New Roman"/>
                <a:cs typeface="Times New Roman"/>
              </a:rPr>
              <a:t> </a:t>
            </a:r>
            <a:r>
              <a:rPr sz="1700" dirty="0">
                <a:latin typeface="Times New Roman"/>
                <a:cs typeface="Times New Roman"/>
              </a:rPr>
              <a:t>on  </a:t>
            </a:r>
            <a:r>
              <a:rPr sz="1700" spc="-48"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8" dirty="0">
                <a:latin typeface="Times New Roman"/>
                <a:cs typeface="Times New Roman"/>
              </a:rPr>
              <a:t> </a:t>
            </a:r>
            <a:r>
              <a:rPr sz="1700" spc="-2" dirty="0">
                <a:latin typeface="Times New Roman"/>
                <a:cs typeface="Times New Roman"/>
              </a:rPr>
              <a:t>sc</a:t>
            </a:r>
            <a:r>
              <a:rPr sz="1700" spc="2" dirty="0">
                <a:latin typeface="Times New Roman"/>
                <a:cs typeface="Times New Roman"/>
              </a:rPr>
              <a:t>r</a:t>
            </a:r>
            <a:r>
              <a:rPr sz="1700" spc="-7" dirty="0">
                <a:latin typeface="Times New Roman"/>
                <a:cs typeface="Times New Roman"/>
              </a:rPr>
              <a:t>ee</a:t>
            </a:r>
            <a:r>
              <a:rPr sz="1700" dirty="0">
                <a:latin typeface="Times New Roman"/>
                <a:cs typeface="Times New Roman"/>
              </a:rPr>
              <a:t>n  </a:t>
            </a:r>
            <a:r>
              <a:rPr sz="1700" spc="-43" dirty="0">
                <a:latin typeface="Times New Roman"/>
                <a:cs typeface="Times New Roman"/>
              </a:rPr>
              <a:t> </a:t>
            </a:r>
            <a:r>
              <a:rPr sz="1700" spc="-5" dirty="0">
                <a:latin typeface="Times New Roman"/>
                <a:cs typeface="Times New Roman"/>
              </a:rPr>
              <a:t>through</a:t>
            </a:r>
            <a:r>
              <a:rPr sz="1700" dirty="0">
                <a:latin typeface="Times New Roman"/>
                <a:cs typeface="Times New Roman"/>
              </a:rPr>
              <a:t>  </a:t>
            </a:r>
            <a:r>
              <a:rPr sz="1700" spc="-51"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8" dirty="0">
                <a:latin typeface="Times New Roman"/>
                <a:cs typeface="Times New Roman"/>
              </a:rPr>
              <a:t> </a:t>
            </a:r>
            <a:r>
              <a:rPr sz="1700" spc="-5" dirty="0">
                <a:latin typeface="Times New Roman"/>
                <a:cs typeface="Times New Roman"/>
              </a:rPr>
              <a:t>k</a:t>
            </a:r>
            <a:r>
              <a:rPr sz="1700" spc="-7" dirty="0">
                <a:latin typeface="Times New Roman"/>
                <a:cs typeface="Times New Roman"/>
              </a:rPr>
              <a:t>e</a:t>
            </a:r>
            <a:r>
              <a:rPr sz="1700" spc="-5" dirty="0">
                <a:latin typeface="Times New Roman"/>
                <a:cs typeface="Times New Roman"/>
              </a:rPr>
              <a:t>ybo</a:t>
            </a:r>
            <a:r>
              <a:rPr sz="1700" spc="-7" dirty="0">
                <a:latin typeface="Times New Roman"/>
                <a:cs typeface="Times New Roman"/>
              </a:rPr>
              <a:t>a</a:t>
            </a:r>
            <a:r>
              <a:rPr sz="1700" dirty="0">
                <a:latin typeface="Times New Roman"/>
                <a:cs typeface="Times New Roman"/>
              </a:rPr>
              <a:t>rd  </a:t>
            </a:r>
            <a:r>
              <a:rPr sz="1700" spc="-43"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53"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spc="-5" dirty="0">
                <a:latin typeface="Times New Roman"/>
                <a:cs typeface="Times New Roman"/>
              </a:rPr>
              <a:t>nsm</a:t>
            </a:r>
            <a:r>
              <a:rPr sz="1700" dirty="0">
                <a:latin typeface="Times New Roman"/>
                <a:cs typeface="Times New Roman"/>
              </a:rPr>
              <a:t>i</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d  </a:t>
            </a:r>
            <a:r>
              <a:rPr sz="1700" spc="-48"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8"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si</a:t>
            </a:r>
            <a:r>
              <a:rPr sz="1700" spc="-2" dirty="0">
                <a:latin typeface="Times New Roman"/>
                <a:cs typeface="Times New Roman"/>
              </a:rPr>
              <a:t>mult</a:t>
            </a:r>
            <a:r>
              <a:rPr sz="1700" spc="-7" dirty="0">
                <a:latin typeface="Times New Roman"/>
                <a:cs typeface="Times New Roman"/>
              </a:rPr>
              <a:t>a</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ousl</a:t>
            </a:r>
            <a:r>
              <a:rPr sz="1700" dirty="0">
                <a:latin typeface="Times New Roman"/>
                <a:cs typeface="Times New Roman"/>
              </a:rPr>
              <a:t>y.</a:t>
            </a:r>
            <a:r>
              <a:rPr sz="1700" spc="67" dirty="0">
                <a:latin typeface="Times New Roman"/>
                <a:cs typeface="Times New Roman"/>
              </a:rPr>
              <a:t> </a:t>
            </a:r>
            <a:r>
              <a:rPr sz="1700" spc="-10" dirty="0">
                <a:latin typeface="Times New Roman"/>
                <a:cs typeface="Times New Roman"/>
              </a:rPr>
              <a:t>I</a:t>
            </a:r>
            <a:r>
              <a:rPr sz="1700" dirty="0">
                <a:latin typeface="Times New Roman"/>
                <a:cs typeface="Times New Roman"/>
              </a:rPr>
              <a:t>n</a:t>
            </a:r>
            <a:r>
              <a:rPr sz="1700" spc="67" dirty="0">
                <a:latin typeface="Times New Roman"/>
                <a:cs typeface="Times New Roman"/>
              </a:rPr>
              <a:t> </a:t>
            </a:r>
            <a:r>
              <a:rPr sz="1700" spc="-2" dirty="0">
                <a:latin typeface="Times New Roman"/>
                <a:cs typeface="Times New Roman"/>
              </a:rPr>
              <a:t>the</a:t>
            </a:r>
            <a:r>
              <a:rPr sz="1700" spc="67" dirty="0">
                <a:latin typeface="Times New Roman"/>
                <a:cs typeface="Times New Roman"/>
              </a:rPr>
              <a:t> </a:t>
            </a:r>
            <a:r>
              <a:rPr sz="1700" spc="5" dirty="0">
                <a:latin typeface="Times New Roman"/>
                <a:cs typeface="Times New Roman"/>
              </a:rPr>
              <a:t>b</a:t>
            </a:r>
            <a:r>
              <a:rPr sz="1700" spc="-5" dirty="0">
                <a:latin typeface="Times New Roman"/>
                <a:cs typeface="Times New Roman"/>
              </a:rPr>
              <a:t>lock</a:t>
            </a:r>
            <a:r>
              <a:rPr sz="1700" spc="65" dirty="0">
                <a:latin typeface="Times New Roman"/>
                <a:cs typeface="Times New Roman"/>
              </a:rPr>
              <a:t> </a:t>
            </a:r>
            <a:r>
              <a:rPr sz="1700" spc="-5" dirty="0">
                <a:latin typeface="Times New Roman"/>
                <a:cs typeface="Times New Roman"/>
              </a:rPr>
              <a:t>mode,</a:t>
            </a:r>
            <a:r>
              <a:rPr sz="1700" spc="65" dirty="0">
                <a:latin typeface="Times New Roman"/>
                <a:cs typeface="Times New Roman"/>
              </a:rPr>
              <a:t> </a:t>
            </a:r>
            <a:r>
              <a:rPr sz="1700" spc="-2" dirty="0">
                <a:latin typeface="Times New Roman"/>
                <a:cs typeface="Times New Roman"/>
              </a:rPr>
              <a:t>the</a:t>
            </a:r>
            <a:r>
              <a:rPr sz="1700" spc="67" dirty="0">
                <a:latin typeface="Times New Roman"/>
                <a:cs typeface="Times New Roman"/>
              </a:rPr>
              <a:t> </a:t>
            </a:r>
            <a:r>
              <a:rPr sz="1700" spc="-7" dirty="0">
                <a:latin typeface="Times New Roman"/>
                <a:cs typeface="Times New Roman"/>
              </a:rPr>
              <a:t>e</a:t>
            </a:r>
            <a:r>
              <a:rPr sz="1700" spc="-2" dirty="0">
                <a:latin typeface="Times New Roman"/>
                <a:cs typeface="Times New Roman"/>
              </a:rPr>
              <a:t>dit</a:t>
            </a:r>
            <a:r>
              <a:rPr sz="1700" spc="-7" dirty="0">
                <a:latin typeface="Times New Roman"/>
                <a:cs typeface="Times New Roman"/>
              </a:rPr>
              <a:t>e</a:t>
            </a:r>
            <a:r>
              <a:rPr sz="1700" dirty="0">
                <a:latin typeface="Times New Roman"/>
                <a:cs typeface="Times New Roman"/>
              </a:rPr>
              <a:t>d</a:t>
            </a:r>
            <a:r>
              <a:rPr sz="1700" spc="67" dirty="0">
                <a:latin typeface="Times New Roman"/>
                <a:cs typeface="Times New Roman"/>
              </a:rPr>
              <a:t> </a:t>
            </a:r>
            <a:r>
              <a:rPr sz="1700" spc="-2" dirty="0">
                <a:latin typeface="Times New Roman"/>
                <a:cs typeface="Times New Roman"/>
              </a:rPr>
              <a:t>text</a:t>
            </a:r>
            <a:r>
              <a:rPr sz="1700" spc="70" dirty="0">
                <a:latin typeface="Times New Roman"/>
                <a:cs typeface="Times New Roman"/>
              </a:rPr>
              <a:t> </a:t>
            </a:r>
            <a:r>
              <a:rPr sz="1700" spc="-2" dirty="0">
                <a:latin typeface="Times New Roman"/>
                <a:cs typeface="Times New Roman"/>
              </a:rPr>
              <a:t>is</a:t>
            </a:r>
            <a:r>
              <a:rPr sz="1700" spc="70" dirty="0">
                <a:latin typeface="Times New Roman"/>
                <a:cs typeface="Times New Roman"/>
              </a:rPr>
              <a:t> </a:t>
            </a:r>
            <a:r>
              <a:rPr sz="1700" spc="-2" dirty="0">
                <a:latin typeface="Times New Roman"/>
                <a:cs typeface="Times New Roman"/>
              </a:rPr>
              <a:t>fi</a:t>
            </a:r>
            <a:r>
              <a:rPr sz="1700" spc="-5" dirty="0">
                <a:latin typeface="Times New Roman"/>
                <a:cs typeface="Times New Roman"/>
              </a:rPr>
              <a:t>rs</a:t>
            </a:r>
            <a:r>
              <a:rPr sz="1700" spc="-2" dirty="0">
                <a:latin typeface="Times New Roman"/>
                <a:cs typeface="Times New Roman"/>
              </a:rPr>
              <a:t>t</a:t>
            </a:r>
            <a:r>
              <a:rPr sz="1700" spc="70" dirty="0">
                <a:latin typeface="Times New Roman"/>
                <a:cs typeface="Times New Roman"/>
              </a:rPr>
              <a:t> </a:t>
            </a:r>
            <a:r>
              <a:rPr sz="1700" spc="-5" dirty="0">
                <a:latin typeface="Times New Roman"/>
                <a:cs typeface="Times New Roman"/>
              </a:rPr>
              <a:t>store</a:t>
            </a:r>
            <a:r>
              <a:rPr sz="1700" dirty="0">
                <a:latin typeface="Times New Roman"/>
                <a:cs typeface="Times New Roman"/>
              </a:rPr>
              <a:t>d</a:t>
            </a:r>
            <a:r>
              <a:rPr sz="1700" spc="67" dirty="0">
                <a:latin typeface="Times New Roman"/>
                <a:cs typeface="Times New Roman"/>
              </a:rPr>
              <a:t> </a:t>
            </a:r>
            <a:r>
              <a:rPr sz="1700" spc="-2" dirty="0">
                <a:latin typeface="Times New Roman"/>
                <a:cs typeface="Times New Roman"/>
              </a:rPr>
              <a:t>in</a:t>
            </a:r>
            <a:r>
              <a:rPr sz="1700" spc="70" dirty="0">
                <a:latin typeface="Times New Roman"/>
                <a:cs typeface="Times New Roman"/>
              </a:rPr>
              <a:t> </a:t>
            </a:r>
            <a:r>
              <a:rPr sz="1700" spc="-5" dirty="0">
                <a:latin typeface="Times New Roman"/>
                <a:cs typeface="Times New Roman"/>
              </a:rPr>
              <a:t>a</a:t>
            </a:r>
            <a:r>
              <a:rPr sz="1700" spc="65" dirty="0">
                <a:latin typeface="Times New Roman"/>
                <a:cs typeface="Times New Roman"/>
              </a:rPr>
              <a:t> </a:t>
            </a:r>
            <a:r>
              <a:rPr sz="1700" spc="-2" dirty="0">
                <a:latin typeface="Times New Roman"/>
                <a:cs typeface="Times New Roman"/>
              </a:rPr>
              <a:t>loc</a:t>
            </a:r>
            <a:r>
              <a:rPr sz="1700" spc="-10" dirty="0">
                <a:latin typeface="Times New Roman"/>
                <a:cs typeface="Times New Roman"/>
              </a:rPr>
              <a:t>a</a:t>
            </a:r>
            <a:r>
              <a:rPr sz="1700" spc="-2" dirty="0">
                <a:latin typeface="Times New Roman"/>
                <a:cs typeface="Times New Roman"/>
              </a:rPr>
              <a:t>l</a:t>
            </a:r>
            <a:r>
              <a:rPr sz="1700" spc="70" dirty="0">
                <a:latin typeface="Times New Roman"/>
                <a:cs typeface="Times New Roman"/>
              </a:rPr>
              <a:t> </a:t>
            </a:r>
            <a:r>
              <a:rPr sz="1700" spc="-5" dirty="0">
                <a:latin typeface="Times New Roman"/>
                <a:cs typeface="Times New Roman"/>
              </a:rPr>
              <a:t>memor</a:t>
            </a:r>
            <a:r>
              <a:rPr sz="1700" dirty="0">
                <a:latin typeface="Times New Roman"/>
                <a:cs typeface="Times New Roman"/>
              </a:rPr>
              <a:t>y </a:t>
            </a:r>
            <a:r>
              <a:rPr sz="1700" spc="-2" dirty="0">
                <a:latin typeface="Times New Roman"/>
                <a:cs typeface="Times New Roman"/>
              </a:rPr>
              <a:t>inside the t</a:t>
            </a:r>
            <a:r>
              <a:rPr sz="1700" spc="-7" dirty="0">
                <a:latin typeface="Times New Roman"/>
                <a:cs typeface="Times New Roman"/>
              </a:rPr>
              <a:t>e</a:t>
            </a:r>
            <a:r>
              <a:rPr sz="1700" spc="-5" dirty="0">
                <a:latin typeface="Times New Roman"/>
                <a:cs typeface="Times New Roman"/>
              </a:rPr>
              <a:t>rmin</a:t>
            </a:r>
            <a:r>
              <a:rPr sz="1700" spc="-7" dirty="0">
                <a:latin typeface="Times New Roman"/>
                <a:cs typeface="Times New Roman"/>
              </a:rPr>
              <a:t>a</a:t>
            </a:r>
            <a:r>
              <a:rPr sz="1700" spc="-2" dirty="0">
                <a:latin typeface="Times New Roman"/>
                <a:cs typeface="Times New Roman"/>
              </a:rPr>
              <a:t>l. </a:t>
            </a:r>
            <a:r>
              <a:rPr sz="1700" spc="-5" dirty="0">
                <a:latin typeface="Times New Roman"/>
                <a:cs typeface="Times New Roman"/>
              </a:rPr>
              <a:t>The</a:t>
            </a:r>
            <a:r>
              <a:rPr sz="1700" spc="-2" dirty="0">
                <a:latin typeface="Times New Roman"/>
                <a:cs typeface="Times New Roman"/>
              </a:rPr>
              <a:t> </a:t>
            </a:r>
            <a:r>
              <a:rPr sz="1700" dirty="0">
                <a:latin typeface="Times New Roman"/>
                <a:cs typeface="Times New Roman"/>
              </a:rPr>
              <a:t>t</a:t>
            </a:r>
            <a:r>
              <a:rPr sz="1700" spc="-7" dirty="0">
                <a:latin typeface="Times New Roman"/>
                <a:cs typeface="Times New Roman"/>
              </a:rPr>
              <a:t>e</a:t>
            </a:r>
            <a:r>
              <a:rPr sz="1700" spc="-2" dirty="0">
                <a:latin typeface="Times New Roman"/>
                <a:cs typeface="Times New Roman"/>
              </a:rPr>
              <a:t>xt</a:t>
            </a:r>
            <a:r>
              <a:rPr sz="1700" dirty="0">
                <a:latin typeface="Times New Roman"/>
                <a:cs typeface="Times New Roman"/>
              </a:rPr>
              <a:t> </a:t>
            </a:r>
            <a:r>
              <a:rPr sz="1700" spc="-2" dirty="0">
                <a:latin typeface="Times New Roman"/>
                <a:cs typeface="Times New Roman"/>
              </a:rPr>
              <a:t>i</a:t>
            </a:r>
            <a:r>
              <a:rPr sz="1700" dirty="0">
                <a:latin typeface="Times New Roman"/>
                <a:cs typeface="Times New Roman"/>
              </a:rPr>
              <a:t>s</a:t>
            </a:r>
            <a:r>
              <a:rPr sz="1700" spc="-2" dirty="0">
                <a:latin typeface="Times New Roman"/>
                <a:cs typeface="Times New Roman"/>
              </a:rPr>
              <a:t> tr</a:t>
            </a:r>
            <a:r>
              <a:rPr sz="1700" spc="-7" dirty="0">
                <a:latin typeface="Times New Roman"/>
                <a:cs typeface="Times New Roman"/>
              </a:rPr>
              <a:t>a</a:t>
            </a:r>
            <a:r>
              <a:rPr sz="1700" dirty="0">
                <a:latin typeface="Times New Roman"/>
                <a:cs typeface="Times New Roman"/>
              </a:rPr>
              <a:t>nsf</a:t>
            </a:r>
            <a:r>
              <a:rPr sz="1700" spc="-5" dirty="0">
                <a:latin typeface="Times New Roman"/>
                <a:cs typeface="Times New Roman"/>
              </a:rPr>
              <a:t>e</a:t>
            </a:r>
            <a:r>
              <a:rPr sz="1700" spc="2" dirty="0">
                <a:latin typeface="Times New Roman"/>
                <a:cs typeface="Times New Roman"/>
              </a:rPr>
              <a:t>r</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d </a:t>
            </a:r>
            <a:r>
              <a:rPr sz="1700" spc="-2" dirty="0">
                <a:latin typeface="Times New Roman"/>
                <a:cs typeface="Times New Roman"/>
              </a:rPr>
              <a:t>to the 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 </a:t>
            </a:r>
            <a:r>
              <a:rPr sz="1700" spc="-10" dirty="0">
                <a:latin typeface="Times New Roman"/>
                <a:cs typeface="Times New Roman"/>
              </a:rPr>
              <a:t>a</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block</a:t>
            </a:r>
            <a:r>
              <a:rPr sz="1700" dirty="0">
                <a:latin typeface="Times New Roman"/>
                <a:cs typeface="Times New Roman"/>
              </a:rPr>
              <a:t> of</a:t>
            </a:r>
            <a:r>
              <a:rPr sz="1700" spc="-5"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t</a:t>
            </a:r>
            <a:r>
              <a:rPr sz="1700" spc="-7" dirty="0">
                <a:latin typeface="Times New Roman"/>
                <a:cs typeface="Times New Roman"/>
              </a:rPr>
              <a:t>a</a:t>
            </a:r>
            <a:r>
              <a:rPr sz="1700" dirty="0">
                <a:latin typeface="Times New Roman"/>
                <a:cs typeface="Times New Roman"/>
              </a:rPr>
              <a:t>.</a:t>
            </a:r>
          </a:p>
          <a:p>
            <a:pPr marL="225716" indent="-109651">
              <a:spcBef>
                <a:spcPts val="12"/>
              </a:spcBef>
              <a:buFont typeface="Symbol"/>
              <a:buChar char=""/>
              <a:tabLst>
                <a:tab pos="226022" algn="l"/>
              </a:tabLst>
            </a:pPr>
            <a:r>
              <a:rPr sz="1700" dirty="0">
                <a:latin typeface="Times New Roman"/>
                <a:cs typeface="Times New Roman"/>
              </a:rPr>
              <a:t>P</a:t>
            </a:r>
            <a:r>
              <a:rPr sz="1700" spc="-2" dirty="0">
                <a:latin typeface="Times New Roman"/>
                <a:cs typeface="Times New Roman"/>
              </a:rPr>
              <a:t>rint</a:t>
            </a:r>
            <a:r>
              <a:rPr sz="1700" spc="-7" dirty="0">
                <a:latin typeface="Times New Roman"/>
                <a:cs typeface="Times New Roman"/>
              </a:rPr>
              <a:t>e</a:t>
            </a:r>
            <a:r>
              <a:rPr sz="1700" dirty="0">
                <a:latin typeface="Times New Roman"/>
                <a:cs typeface="Times New Roman"/>
              </a:rPr>
              <a:t>rs</a:t>
            </a:r>
            <a:r>
              <a:rPr sz="1700" spc="-2" dirty="0">
                <a:latin typeface="Times New Roman"/>
                <a:cs typeface="Times New Roman"/>
              </a:rPr>
              <a:t> </a:t>
            </a:r>
            <a:r>
              <a:rPr sz="1700" dirty="0">
                <a:latin typeface="Times New Roman"/>
                <a:cs typeface="Times New Roman"/>
              </a:rPr>
              <a:t>p</a:t>
            </a:r>
            <a:r>
              <a:rPr sz="1700" spc="-5" dirty="0">
                <a:latin typeface="Times New Roman"/>
                <a:cs typeface="Times New Roman"/>
              </a:rPr>
              <a:t>rovide</a:t>
            </a:r>
            <a:r>
              <a:rPr sz="1700" dirty="0">
                <a:latin typeface="Times New Roman"/>
                <a:cs typeface="Times New Roman"/>
              </a:rPr>
              <a:t> </a:t>
            </a:r>
            <a:r>
              <a:rPr sz="1700" spc="-5" dirty="0">
                <a:latin typeface="Times New Roman"/>
                <a:cs typeface="Times New Roman"/>
              </a:rPr>
              <a:t>a p</a:t>
            </a:r>
            <a:r>
              <a:rPr sz="1700" spc="-2" dirty="0">
                <a:latin typeface="Times New Roman"/>
                <a:cs typeface="Times New Roman"/>
              </a:rPr>
              <a:t>e</a:t>
            </a:r>
            <a:r>
              <a:rPr sz="1700" spc="-5" dirty="0">
                <a:latin typeface="Times New Roman"/>
                <a:cs typeface="Times New Roman"/>
              </a:rPr>
              <a:t>rm</a:t>
            </a:r>
            <a:r>
              <a:rPr sz="1700" spc="-2" dirty="0">
                <a:latin typeface="Times New Roman"/>
                <a:cs typeface="Times New Roman"/>
              </a:rPr>
              <a:t>a</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nt</a:t>
            </a:r>
            <a:r>
              <a:rPr sz="170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c</a:t>
            </a:r>
            <a:r>
              <a:rPr sz="1700" spc="5" dirty="0">
                <a:latin typeface="Times New Roman"/>
                <a:cs typeface="Times New Roman"/>
              </a:rPr>
              <a:t>o</a:t>
            </a:r>
            <a:r>
              <a:rPr sz="1700" dirty="0">
                <a:latin typeface="Times New Roman"/>
                <a:cs typeface="Times New Roman"/>
              </a:rPr>
              <a:t>rd on</a:t>
            </a:r>
            <a:r>
              <a:rPr sz="1700" spc="-2" dirty="0">
                <a:latin typeface="Times New Roman"/>
                <a:cs typeface="Times New Roman"/>
              </a:rPr>
              <a:t> </a:t>
            </a:r>
            <a:r>
              <a:rPr sz="1700" spc="-5" dirty="0">
                <a:latin typeface="Times New Roman"/>
                <a:cs typeface="Times New Roman"/>
              </a:rPr>
              <a:t>p</a:t>
            </a:r>
            <a:r>
              <a:rPr sz="1700" spc="-7" dirty="0">
                <a:latin typeface="Times New Roman"/>
                <a:cs typeface="Times New Roman"/>
              </a:rPr>
              <a:t>a</a:t>
            </a:r>
            <a:r>
              <a:rPr sz="1700" spc="-5" dirty="0">
                <a:latin typeface="Times New Roman"/>
                <a:cs typeface="Times New Roman"/>
              </a:rPr>
              <a:t>p</a:t>
            </a:r>
            <a:r>
              <a:rPr sz="1700" spc="-2" dirty="0">
                <a:latin typeface="Times New Roman"/>
                <a:cs typeface="Times New Roman"/>
              </a:rPr>
              <a:t>e</a:t>
            </a:r>
            <a:r>
              <a:rPr sz="1700" dirty="0">
                <a:latin typeface="Times New Roman"/>
                <a:cs typeface="Times New Roman"/>
              </a:rPr>
              <a:t>r of</a:t>
            </a:r>
            <a:r>
              <a:rPr sz="1700" spc="-5" dirty="0">
                <a:latin typeface="Times New Roman"/>
                <a:cs typeface="Times New Roman"/>
              </a:rPr>
              <a:t> </a:t>
            </a:r>
            <a:r>
              <a:rPr sz="1700" spc="-2"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output</a:t>
            </a:r>
            <a:r>
              <a:rPr sz="170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endParaRPr sz="1700" dirty="0">
              <a:latin typeface="Times New Roman"/>
              <a:cs typeface="Times New Roman"/>
            </a:endParaRPr>
          </a:p>
          <a:p>
            <a:pPr marL="225716" indent="-109651">
              <a:spcBef>
                <a:spcPts val="17"/>
              </a:spcBef>
              <a:buFont typeface="Symbol"/>
              <a:buChar char=""/>
              <a:tabLst>
                <a:tab pos="226022" algn="l"/>
              </a:tabLst>
            </a:pPr>
            <a:r>
              <a:rPr sz="1700" spc="-2" dirty="0">
                <a:latin typeface="Times New Roman"/>
                <a:cs typeface="Times New Roman"/>
              </a:rPr>
              <a:t>Ma</a:t>
            </a:r>
            <a:r>
              <a:rPr sz="1700" spc="-5" dirty="0">
                <a:latin typeface="Times New Roman"/>
                <a:cs typeface="Times New Roman"/>
              </a:rPr>
              <a:t>gn</a:t>
            </a:r>
            <a:r>
              <a:rPr sz="1700" spc="-7" dirty="0">
                <a:latin typeface="Times New Roman"/>
                <a:cs typeface="Times New Roman"/>
              </a:rPr>
              <a:t>e</a:t>
            </a:r>
            <a:r>
              <a:rPr sz="1700" spc="-2" dirty="0">
                <a:latin typeface="Times New Roman"/>
                <a:cs typeface="Times New Roman"/>
              </a:rPr>
              <a:t>tic tap</a:t>
            </a:r>
            <a:r>
              <a:rPr sz="1700" spc="-10"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dirty="0">
                <a:latin typeface="Times New Roman"/>
                <a:cs typeface="Times New Roman"/>
              </a:rPr>
              <a:t>u</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 </a:t>
            </a:r>
            <a:r>
              <a:rPr sz="1700" spc="-5" dirty="0">
                <a:latin typeface="Times New Roman"/>
                <a:cs typeface="Times New Roman"/>
              </a:rPr>
              <a:t>mostly</a:t>
            </a:r>
            <a:r>
              <a:rPr sz="1700" spc="-2" dirty="0">
                <a:latin typeface="Times New Roman"/>
                <a:cs typeface="Times New Roman"/>
              </a:rPr>
              <a:t> </a:t>
            </a:r>
            <a:r>
              <a:rPr sz="1700" dirty="0">
                <a:latin typeface="Times New Roman"/>
                <a:cs typeface="Times New Roman"/>
              </a:rPr>
              <a:t>for</a:t>
            </a:r>
            <a:r>
              <a:rPr sz="1700" spc="-2" dirty="0">
                <a:latin typeface="Times New Roman"/>
                <a:cs typeface="Times New Roman"/>
              </a:rPr>
              <a:t> </a:t>
            </a:r>
            <a:r>
              <a:rPr sz="1700" spc="-5" dirty="0">
                <a:latin typeface="Times New Roman"/>
                <a:cs typeface="Times New Roman"/>
              </a:rPr>
              <a:t>storing</a:t>
            </a:r>
            <a:r>
              <a:rPr sz="1700" dirty="0">
                <a:latin typeface="Times New Roman"/>
                <a:cs typeface="Times New Roman"/>
              </a:rPr>
              <a:t> </a:t>
            </a:r>
            <a:r>
              <a:rPr sz="1700" spc="-2" dirty="0">
                <a:latin typeface="Times New Roman"/>
                <a:cs typeface="Times New Roman"/>
              </a:rPr>
              <a:t>fil</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dirty="0">
                <a:latin typeface="Times New Roman"/>
                <a:cs typeface="Times New Roman"/>
              </a:rPr>
              <a:t>of </a:t>
            </a:r>
            <a:r>
              <a:rPr sz="1700" spc="-5" dirty="0">
                <a:latin typeface="Times New Roman"/>
                <a:cs typeface="Times New Roman"/>
              </a:rPr>
              <a:t>d</a:t>
            </a:r>
            <a:r>
              <a:rPr sz="1700" spc="-10" dirty="0">
                <a:latin typeface="Times New Roman"/>
                <a:cs typeface="Times New Roman"/>
              </a:rPr>
              <a:t>a</a:t>
            </a:r>
            <a:r>
              <a:rPr sz="1700" spc="-2" dirty="0">
                <a:latin typeface="Times New Roman"/>
                <a:cs typeface="Times New Roman"/>
              </a:rPr>
              <a:t>ta.</a:t>
            </a:r>
            <a:endParaRPr sz="1700" dirty="0">
              <a:latin typeface="Times New Roman"/>
              <a:cs typeface="Times New Roman"/>
            </a:endParaRPr>
          </a:p>
          <a:p>
            <a:pPr marL="225716" indent="-109651">
              <a:spcBef>
                <a:spcPts val="17"/>
              </a:spcBef>
              <a:buFont typeface="Symbol"/>
              <a:buChar char=""/>
              <a:tabLst>
                <a:tab pos="226022" algn="l"/>
              </a:tabLst>
            </a:pPr>
            <a:r>
              <a:rPr sz="1700" spc="-2" dirty="0">
                <a:latin typeface="Times New Roman"/>
                <a:cs typeface="Times New Roman"/>
              </a:rPr>
              <a:t>Ma</a:t>
            </a:r>
            <a:r>
              <a:rPr sz="1700" spc="-5" dirty="0">
                <a:latin typeface="Times New Roman"/>
                <a:cs typeface="Times New Roman"/>
              </a:rPr>
              <a:t>gn</a:t>
            </a:r>
            <a:r>
              <a:rPr sz="1700" spc="-7" dirty="0">
                <a:latin typeface="Times New Roman"/>
                <a:cs typeface="Times New Roman"/>
              </a:rPr>
              <a:t>e</a:t>
            </a:r>
            <a:r>
              <a:rPr sz="1700" spc="-2" dirty="0">
                <a:latin typeface="Times New Roman"/>
                <a:cs typeface="Times New Roman"/>
              </a:rPr>
              <a:t>tic </a:t>
            </a:r>
            <a:r>
              <a:rPr sz="1700" dirty="0">
                <a:latin typeface="Times New Roman"/>
                <a:cs typeface="Times New Roman"/>
              </a:rPr>
              <a:t>disks </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ve</a:t>
            </a:r>
            <a:r>
              <a:rPr sz="1700" spc="-2" dirty="0">
                <a:latin typeface="Times New Roman"/>
                <a:cs typeface="Times New Roman"/>
              </a:rPr>
              <a:t> hi</a:t>
            </a:r>
            <a:r>
              <a:rPr sz="1700" dirty="0">
                <a:latin typeface="Times New Roman"/>
                <a:cs typeface="Times New Roman"/>
              </a:rPr>
              <a:t>g</a:t>
            </a:r>
            <a:r>
              <a:rPr sz="1700" spc="2" dirty="0">
                <a:latin typeface="Times New Roman"/>
                <a:cs typeface="Times New Roman"/>
              </a:rPr>
              <a:t>h</a:t>
            </a:r>
            <a:r>
              <a:rPr sz="1700" spc="-2" dirty="0">
                <a:latin typeface="Times New Roman"/>
                <a:cs typeface="Times New Roman"/>
              </a:rPr>
              <a:t>-spe</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rot</a:t>
            </a:r>
            <a:r>
              <a:rPr sz="1700" spc="-10" dirty="0">
                <a:latin typeface="Times New Roman"/>
                <a:cs typeface="Times New Roman"/>
              </a:rPr>
              <a:t>a</a:t>
            </a:r>
            <a:r>
              <a:rPr sz="1700" spc="-2" dirty="0">
                <a:latin typeface="Times New Roman"/>
                <a:cs typeface="Times New Roman"/>
              </a:rPr>
              <a:t>tion</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su</a:t>
            </a:r>
            <a:r>
              <a:rPr sz="1700" spc="5" dirty="0">
                <a:latin typeface="Times New Roman"/>
                <a:cs typeface="Times New Roman"/>
              </a:rPr>
              <a:t>r</a:t>
            </a:r>
            <a:r>
              <a:rPr sz="1700" spc="-2" dirty="0">
                <a:latin typeface="Times New Roman"/>
                <a:cs typeface="Times New Roman"/>
              </a:rPr>
              <a:t>fac</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a:t>
            </a:r>
            <a:r>
              <a:rPr sz="1700" spc="-7" dirty="0">
                <a:latin typeface="Times New Roman"/>
                <a:cs typeface="Times New Roman"/>
              </a:rPr>
              <a:t>c</a:t>
            </a:r>
            <a:r>
              <a:rPr sz="1700" spc="-5" dirty="0">
                <a:latin typeface="Times New Roman"/>
                <a:cs typeface="Times New Roman"/>
              </a:rPr>
              <a:t>o</a:t>
            </a:r>
            <a:r>
              <a:rPr sz="1700" spc="-7" dirty="0">
                <a:latin typeface="Times New Roman"/>
                <a:cs typeface="Times New Roman"/>
              </a:rPr>
              <a:t>a</a:t>
            </a:r>
            <a:r>
              <a:rPr sz="1700" spc="-2" dirty="0">
                <a:latin typeface="Times New Roman"/>
                <a:cs typeface="Times New Roman"/>
              </a:rPr>
              <a:t>ted wit</a:t>
            </a:r>
            <a:r>
              <a:rPr sz="1700" dirty="0">
                <a:latin typeface="Times New Roman"/>
                <a:cs typeface="Times New Roman"/>
              </a:rPr>
              <a:t>h </a:t>
            </a:r>
            <a:r>
              <a:rPr sz="1700" spc="-5" dirty="0">
                <a:latin typeface="Times New Roman"/>
                <a:cs typeface="Times New Roman"/>
              </a:rPr>
              <a:t>mag</a:t>
            </a:r>
            <a:r>
              <a:rPr sz="1700" spc="-2" dirty="0">
                <a:latin typeface="Times New Roman"/>
                <a:cs typeface="Times New Roman"/>
              </a:rPr>
              <a:t>n</a:t>
            </a:r>
            <a:r>
              <a:rPr sz="1700" spc="-7" dirty="0">
                <a:latin typeface="Times New Roman"/>
                <a:cs typeface="Times New Roman"/>
              </a:rPr>
              <a:t>e</a:t>
            </a:r>
            <a:r>
              <a:rPr sz="1700" spc="-2" dirty="0">
                <a:latin typeface="Times New Roman"/>
                <a:cs typeface="Times New Roman"/>
              </a:rPr>
              <a:t>tic</a:t>
            </a:r>
            <a:r>
              <a:rPr sz="1700" spc="2" dirty="0">
                <a:latin typeface="Times New Roman"/>
                <a:cs typeface="Times New Roman"/>
              </a:rPr>
              <a:t> </a:t>
            </a:r>
            <a:r>
              <a:rPr sz="1700" spc="-5" dirty="0">
                <a:latin typeface="Times New Roman"/>
                <a:cs typeface="Times New Roman"/>
              </a:rPr>
              <a:t>mat</a:t>
            </a:r>
            <a:r>
              <a:rPr sz="1700" spc="-7" dirty="0">
                <a:latin typeface="Times New Roman"/>
                <a:cs typeface="Times New Roman"/>
              </a:rPr>
              <a:t>e</a:t>
            </a:r>
            <a:r>
              <a:rPr sz="1700" spc="-2" dirty="0">
                <a:latin typeface="Times New Roman"/>
                <a:cs typeface="Times New Roman"/>
              </a:rPr>
              <a:t>ri</a:t>
            </a:r>
            <a:r>
              <a:rPr sz="1700" spc="-10" dirty="0">
                <a:latin typeface="Times New Roman"/>
                <a:cs typeface="Times New Roman"/>
              </a:rPr>
              <a:t>a</a:t>
            </a:r>
            <a:r>
              <a:rPr sz="1700" spc="-2" dirty="0">
                <a:latin typeface="Times New Roman"/>
                <a:cs typeface="Times New Roman"/>
              </a:rPr>
              <a:t>l.</a:t>
            </a:r>
            <a:endParaRPr sz="1700" dirty="0">
              <a:latin typeface="Times New Roman"/>
              <a:cs typeface="Times New Roman"/>
            </a:endParaRPr>
          </a:p>
        </p:txBody>
      </p:sp>
    </p:spTree>
    <p:extLst>
      <p:ext uri="{BB962C8B-B14F-4D97-AF65-F5344CB8AC3E}">
        <p14:creationId xmlns:p14="http://schemas.microsoft.com/office/powerpoint/2010/main" val="3334581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FF75E-9F0A-D348-06F9-310ED97152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C28E79-3E07-AC1A-4E1D-5287BF199C87}"/>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1EA5FD31-CAB0-C091-22E6-45D7DFA983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608F453E-0C05-95A7-E70A-B11BA1BE1AB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320E9167-E0B5-6F93-D1CE-1D1A9095A9C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10FA30AF-F551-25B8-C5AA-55E32ADAE693}"/>
              </a:ext>
            </a:extLst>
          </p:cNvPr>
          <p:cNvSpPr txBox="1"/>
          <p:nvPr/>
        </p:nvSpPr>
        <p:spPr>
          <a:xfrm>
            <a:off x="1143000" y="819150"/>
            <a:ext cx="6858000" cy="3606115"/>
          </a:xfrm>
          <a:prstGeom prst="rect">
            <a:avLst/>
          </a:prstGeom>
        </p:spPr>
        <p:txBody>
          <a:bodyPr vert="horz" wrap="square" lIns="0" tIns="0" rIns="0" bIns="0" rtlCol="0">
            <a:spAutoFit/>
          </a:bodyPr>
          <a:lstStyle/>
          <a:p>
            <a:pPr marL="6109" algn="ctr">
              <a:spcBef>
                <a:spcPts val="351"/>
              </a:spcBef>
            </a:pPr>
            <a:r>
              <a:rPr sz="1700" b="1" spc="-2" dirty="0">
                <a:latin typeface="Times New Roman"/>
                <a:cs typeface="Times New Roman"/>
              </a:rPr>
              <a:t>I</a:t>
            </a:r>
            <a:r>
              <a:rPr sz="1700" b="1" dirty="0">
                <a:latin typeface="Times New Roman"/>
                <a:cs typeface="Times New Roman"/>
              </a:rPr>
              <a:t>npu</a:t>
            </a:r>
            <a:r>
              <a:rPr sz="1700" b="1" spc="-2" dirty="0">
                <a:latin typeface="Times New Roman"/>
                <a:cs typeface="Times New Roman"/>
              </a:rPr>
              <a:t>t-</a:t>
            </a:r>
            <a:r>
              <a:rPr sz="1700" b="1" spc="-5" dirty="0">
                <a:latin typeface="Times New Roman"/>
                <a:cs typeface="Times New Roman"/>
              </a:rPr>
              <a:t>O</a:t>
            </a:r>
            <a:r>
              <a:rPr sz="1700" b="1" spc="-2" dirty="0">
                <a:latin typeface="Times New Roman"/>
                <a:cs typeface="Times New Roman"/>
              </a:rPr>
              <a:t>u</a:t>
            </a:r>
            <a:r>
              <a:rPr sz="1700" b="1" dirty="0">
                <a:latin typeface="Times New Roman"/>
                <a:cs typeface="Times New Roman"/>
              </a:rPr>
              <a:t>t</a:t>
            </a:r>
            <a:r>
              <a:rPr sz="1700" b="1" spc="-7" dirty="0">
                <a:latin typeface="Times New Roman"/>
                <a:cs typeface="Times New Roman"/>
              </a:rPr>
              <a:t>p</a:t>
            </a:r>
            <a:r>
              <a:rPr sz="1700" b="1" dirty="0">
                <a:latin typeface="Times New Roman"/>
                <a:cs typeface="Times New Roman"/>
              </a:rPr>
              <a:t>ut </a:t>
            </a:r>
            <a:r>
              <a:rPr sz="1700" b="1" spc="-2" dirty="0">
                <a:latin typeface="Times New Roman"/>
                <a:cs typeface="Times New Roman"/>
              </a:rPr>
              <a:t>Int</a:t>
            </a:r>
            <a:r>
              <a:rPr sz="1700" b="1" spc="-5" dirty="0">
                <a:latin typeface="Times New Roman"/>
                <a:cs typeface="Times New Roman"/>
              </a:rPr>
              <a:t>e</a:t>
            </a:r>
            <a:r>
              <a:rPr sz="1700" b="1" spc="-7" dirty="0">
                <a:latin typeface="Times New Roman"/>
                <a:cs typeface="Times New Roman"/>
              </a:rPr>
              <a:t>r</a:t>
            </a:r>
            <a:r>
              <a:rPr sz="1700" b="1" spc="-2" dirty="0">
                <a:latin typeface="Times New Roman"/>
                <a:cs typeface="Times New Roman"/>
              </a:rPr>
              <a:t>fa</a:t>
            </a:r>
            <a:r>
              <a:rPr sz="1700" b="1" spc="-10" dirty="0">
                <a:latin typeface="Times New Roman"/>
                <a:cs typeface="Times New Roman"/>
              </a:rPr>
              <a:t>c</a:t>
            </a:r>
            <a:r>
              <a:rPr sz="1700" b="1" spc="-5" dirty="0">
                <a:latin typeface="Times New Roman"/>
                <a:cs typeface="Times New Roman"/>
              </a:rPr>
              <a:t>e</a:t>
            </a:r>
            <a:endParaRPr sz="1700" dirty="0">
              <a:latin typeface="Times New Roman"/>
              <a:cs typeface="Times New Roman"/>
            </a:endParaRPr>
          </a:p>
          <a:p>
            <a:pPr marL="6109" marR="4276" algn="just">
              <a:spcBef>
                <a:spcPts val="397"/>
              </a:spcBef>
            </a:pPr>
            <a:endParaRPr lang="en-US" sz="1700" spc="-10" dirty="0">
              <a:latin typeface="Times New Roman"/>
              <a:cs typeface="Times New Roman"/>
            </a:endParaRPr>
          </a:p>
          <a:p>
            <a:pPr marL="6109" marR="4276" algn="just">
              <a:spcBef>
                <a:spcPts val="397"/>
              </a:spcBef>
            </a:pPr>
            <a:r>
              <a:rPr sz="1700" spc="-10" dirty="0">
                <a:latin typeface="Times New Roman"/>
                <a:cs typeface="Times New Roman"/>
              </a:rPr>
              <a:t>I</a:t>
            </a:r>
            <a:r>
              <a:rPr sz="1700" spc="-5" dirty="0">
                <a:latin typeface="Times New Roman"/>
                <a:cs typeface="Times New Roman"/>
              </a:rPr>
              <a:t>nput</a:t>
            </a:r>
            <a:r>
              <a:rPr sz="1700" spc="-2" dirty="0">
                <a:latin typeface="Times New Roman"/>
                <a:cs typeface="Times New Roman"/>
              </a:rPr>
              <a:t>-</a:t>
            </a:r>
            <a:r>
              <a:rPr sz="1700" spc="-5" dirty="0">
                <a:latin typeface="Times New Roman"/>
                <a:cs typeface="Times New Roman"/>
              </a:rPr>
              <a:t>output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r</a:t>
            </a:r>
            <a:r>
              <a:rPr sz="1700" spc="-2" dirty="0">
                <a:latin typeface="Times New Roman"/>
                <a:cs typeface="Times New Roman"/>
              </a:rPr>
              <a:t>f</a:t>
            </a:r>
            <a:r>
              <a:rPr sz="1700" spc="-10" dirty="0">
                <a:latin typeface="Times New Roman"/>
                <a:cs typeface="Times New Roman"/>
              </a:rPr>
              <a:t>a</a:t>
            </a:r>
            <a:r>
              <a:rPr sz="1700" spc="-2" dirty="0">
                <a:latin typeface="Times New Roman"/>
                <a:cs typeface="Times New Roman"/>
              </a:rPr>
              <a:t>c</a:t>
            </a:r>
            <a:r>
              <a:rPr sz="1700" spc="-5" dirty="0">
                <a:latin typeface="Times New Roman"/>
                <a:cs typeface="Times New Roman"/>
              </a:rPr>
              <a:t>e</a:t>
            </a:r>
            <a:r>
              <a:rPr sz="1700" spc="-10" dirty="0">
                <a:latin typeface="Times New Roman"/>
                <a:cs typeface="Times New Roman"/>
              </a:rPr>
              <a:t> </a:t>
            </a:r>
            <a:r>
              <a:rPr sz="1700" dirty="0">
                <a:latin typeface="Times New Roman"/>
                <a:cs typeface="Times New Roman"/>
              </a:rPr>
              <a:t>p</a:t>
            </a:r>
            <a:r>
              <a:rPr sz="1700" spc="2" dirty="0">
                <a:latin typeface="Times New Roman"/>
                <a:cs typeface="Times New Roman"/>
              </a:rPr>
              <a:t>r</a:t>
            </a:r>
            <a:r>
              <a:rPr sz="1700" spc="-5" dirty="0">
                <a:latin typeface="Times New Roman"/>
                <a:cs typeface="Times New Roman"/>
              </a:rPr>
              <a:t>ovides</a:t>
            </a:r>
            <a:r>
              <a:rPr sz="1700" spc="-7" dirty="0">
                <a:latin typeface="Times New Roman"/>
                <a:cs typeface="Times New Roman"/>
              </a:rPr>
              <a:t> </a:t>
            </a:r>
            <a:r>
              <a:rPr sz="1700" spc="-5" dirty="0">
                <a:latin typeface="Times New Roman"/>
                <a:cs typeface="Times New Roman"/>
              </a:rPr>
              <a:t>a</a:t>
            </a:r>
            <a:r>
              <a:rPr sz="1700" spc="-10" dirty="0">
                <a:latin typeface="Times New Roman"/>
                <a:cs typeface="Times New Roman"/>
              </a:rPr>
              <a:t> </a:t>
            </a:r>
            <a:r>
              <a:rPr sz="1700" spc="-5" dirty="0">
                <a:latin typeface="Times New Roman"/>
                <a:cs typeface="Times New Roman"/>
              </a:rPr>
              <a:t>method</a:t>
            </a:r>
            <a:r>
              <a:rPr sz="1700" spc="-7" dirty="0">
                <a:latin typeface="Times New Roman"/>
                <a:cs typeface="Times New Roman"/>
              </a:rPr>
              <a:t> </a:t>
            </a:r>
            <a:r>
              <a:rPr sz="1700" dirty="0">
                <a:latin typeface="Times New Roman"/>
                <a:cs typeface="Times New Roman"/>
              </a:rPr>
              <a:t>for</a:t>
            </a:r>
            <a:r>
              <a:rPr sz="1700" spc="-10" dirty="0">
                <a:latin typeface="Times New Roman"/>
                <a:cs typeface="Times New Roman"/>
              </a:rPr>
              <a:t> </a:t>
            </a:r>
            <a:r>
              <a:rPr sz="1700" spc="-2" dirty="0">
                <a:latin typeface="Times New Roman"/>
                <a:cs typeface="Times New Roman"/>
              </a:rPr>
              <a:t>t</a:t>
            </a:r>
            <a:r>
              <a:rPr sz="1700" dirty="0">
                <a:latin typeface="Times New Roman"/>
                <a:cs typeface="Times New Roman"/>
              </a:rPr>
              <a:t>r</a:t>
            </a:r>
            <a:r>
              <a:rPr sz="1700" spc="-7" dirty="0">
                <a:latin typeface="Times New Roman"/>
                <a:cs typeface="Times New Roman"/>
              </a:rPr>
              <a:t>a</a:t>
            </a:r>
            <a:r>
              <a:rPr sz="1700" dirty="0">
                <a:latin typeface="Times New Roman"/>
                <a:cs typeface="Times New Roman"/>
              </a:rPr>
              <a:t>nsf</a:t>
            </a:r>
            <a:r>
              <a:rPr sz="1700" spc="-5" dirty="0">
                <a:latin typeface="Times New Roman"/>
                <a:cs typeface="Times New Roman"/>
              </a:rPr>
              <a:t>e</a:t>
            </a:r>
            <a:r>
              <a:rPr sz="1700" dirty="0">
                <a:latin typeface="Times New Roman"/>
                <a:cs typeface="Times New Roman"/>
              </a:rPr>
              <a:t>r</a:t>
            </a:r>
            <a:r>
              <a:rPr sz="1700" spc="-5" dirty="0">
                <a:latin typeface="Times New Roman"/>
                <a:cs typeface="Times New Roman"/>
              </a:rPr>
              <a:t>ring</a:t>
            </a:r>
            <a:r>
              <a:rPr sz="1700" spc="-7"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dirty="0">
                <a:latin typeface="Times New Roman"/>
                <a:cs typeface="Times New Roman"/>
              </a:rPr>
              <a:t>m</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7"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t</a:t>
            </a:r>
            <a:r>
              <a:rPr sz="1700" spc="5" dirty="0">
                <a:latin typeface="Times New Roman"/>
                <a:cs typeface="Times New Roman"/>
              </a:rPr>
              <a:t>w</a:t>
            </a:r>
            <a:r>
              <a:rPr sz="1700" spc="-7" dirty="0">
                <a:latin typeface="Times New Roman"/>
                <a:cs typeface="Times New Roman"/>
              </a:rPr>
              <a:t>ee</a:t>
            </a:r>
            <a:r>
              <a:rPr sz="1700" dirty="0">
                <a:latin typeface="Times New Roman"/>
                <a:cs typeface="Times New Roman"/>
              </a:rPr>
              <a:t>n</a:t>
            </a:r>
            <a:r>
              <a:rPr sz="1700" spc="-7"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rn</a:t>
            </a:r>
            <a:r>
              <a:rPr sz="1700" spc="-10" dirty="0">
                <a:latin typeface="Times New Roman"/>
                <a:cs typeface="Times New Roman"/>
              </a:rPr>
              <a:t>a</a:t>
            </a:r>
            <a:r>
              <a:rPr sz="1700" spc="-2" dirty="0">
                <a:latin typeface="Times New Roman"/>
                <a:cs typeface="Times New Roman"/>
              </a:rPr>
              <a:t>l</a:t>
            </a:r>
            <a:r>
              <a:rPr sz="1700" spc="-5" dirty="0">
                <a:latin typeface="Times New Roman"/>
                <a:cs typeface="Times New Roman"/>
              </a:rPr>
              <a:t> </a:t>
            </a:r>
            <a:r>
              <a:rPr sz="1700" spc="-2" dirty="0">
                <a:latin typeface="Times New Roman"/>
                <a:cs typeface="Times New Roman"/>
              </a:rPr>
              <a:t>sto</a:t>
            </a:r>
            <a:r>
              <a:rPr sz="1700" spc="5" dirty="0">
                <a:latin typeface="Times New Roman"/>
                <a:cs typeface="Times New Roman"/>
              </a:rPr>
              <a:t>r</a:t>
            </a:r>
            <a:r>
              <a:rPr sz="1700" spc="-7" dirty="0">
                <a:latin typeface="Times New Roman"/>
                <a:cs typeface="Times New Roman"/>
              </a:rPr>
              <a:t>a</a:t>
            </a:r>
            <a:r>
              <a:rPr sz="1700" spc="-5" dirty="0">
                <a:latin typeface="Times New Roman"/>
                <a:cs typeface="Times New Roman"/>
              </a:rPr>
              <a:t>ge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63" dirty="0">
                <a:latin typeface="Times New Roman"/>
                <a:cs typeface="Times New Roman"/>
              </a:rPr>
              <a:t> </a:t>
            </a:r>
            <a:r>
              <a:rPr sz="1700" spc="-7" dirty="0">
                <a:latin typeface="Times New Roman"/>
                <a:cs typeface="Times New Roman"/>
              </a:rPr>
              <a:t>e</a:t>
            </a:r>
            <a:r>
              <a:rPr sz="1700" spc="-2" dirty="0">
                <a:latin typeface="Times New Roman"/>
                <a:cs typeface="Times New Roman"/>
              </a:rPr>
              <a:t>xte</a:t>
            </a:r>
            <a:r>
              <a:rPr sz="1700" spc="-7" dirty="0">
                <a:latin typeface="Times New Roman"/>
                <a:cs typeface="Times New Roman"/>
              </a:rPr>
              <a:t>r</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l</a:t>
            </a:r>
            <a:r>
              <a:rPr sz="1700" spc="70" dirty="0">
                <a:latin typeface="Times New Roman"/>
                <a:cs typeface="Times New Roman"/>
              </a:rPr>
              <a:t> </a:t>
            </a:r>
            <a:r>
              <a:rPr sz="1700" spc="-10" dirty="0">
                <a:latin typeface="Times New Roman"/>
                <a:cs typeface="Times New Roman"/>
              </a:rPr>
              <a:t>I</a:t>
            </a:r>
            <a:r>
              <a:rPr sz="1700" dirty="0">
                <a:latin typeface="Times New Roman"/>
                <a:cs typeface="Times New Roman"/>
              </a:rPr>
              <a:t>/O</a:t>
            </a:r>
            <a:r>
              <a:rPr sz="1700" spc="63"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7" dirty="0">
                <a:latin typeface="Times New Roman"/>
                <a:cs typeface="Times New Roman"/>
              </a:rPr>
              <a:t>e</a:t>
            </a:r>
            <a:r>
              <a:rPr sz="1700" spc="5" dirty="0">
                <a:latin typeface="Times New Roman"/>
                <a:cs typeface="Times New Roman"/>
              </a:rPr>
              <a:t>s</a:t>
            </a:r>
            <a:r>
              <a:rPr sz="1700" dirty="0">
                <a:latin typeface="Times New Roman"/>
                <a:cs typeface="Times New Roman"/>
              </a:rPr>
              <a:t>.</a:t>
            </a:r>
            <a:r>
              <a:rPr sz="1700" spc="63" dirty="0">
                <a:latin typeface="Times New Roman"/>
                <a:cs typeface="Times New Roman"/>
              </a:rPr>
              <a:t> </a:t>
            </a:r>
            <a:r>
              <a:rPr sz="1700" dirty="0">
                <a:latin typeface="Times New Roman"/>
                <a:cs typeface="Times New Roman"/>
              </a:rPr>
              <a:t>P</a:t>
            </a:r>
            <a:r>
              <a:rPr sz="1700" spc="-7" dirty="0">
                <a:latin typeface="Times New Roman"/>
                <a:cs typeface="Times New Roman"/>
              </a:rPr>
              <a:t>e</a:t>
            </a:r>
            <a:r>
              <a:rPr sz="1700" spc="-2" dirty="0">
                <a:latin typeface="Times New Roman"/>
                <a:cs typeface="Times New Roman"/>
              </a:rPr>
              <a:t>riph</a:t>
            </a:r>
            <a:r>
              <a:rPr sz="1700" spc="-10"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ls</a:t>
            </a:r>
            <a:r>
              <a:rPr sz="1700" spc="63" dirty="0">
                <a:latin typeface="Times New Roman"/>
                <a:cs typeface="Times New Roman"/>
              </a:rPr>
              <a:t> </a:t>
            </a:r>
            <a:r>
              <a:rPr sz="1700" spc="-7" dirty="0">
                <a:latin typeface="Times New Roman"/>
                <a:cs typeface="Times New Roman"/>
              </a:rPr>
              <a:t>c</a:t>
            </a:r>
            <a:r>
              <a:rPr sz="1700" spc="-5" dirty="0">
                <a:latin typeface="Times New Roman"/>
                <a:cs typeface="Times New Roman"/>
              </a:rPr>
              <a:t>onn</a:t>
            </a:r>
            <a:r>
              <a:rPr sz="1700" spc="-7" dirty="0">
                <a:latin typeface="Times New Roman"/>
                <a:cs typeface="Times New Roman"/>
              </a:rPr>
              <a:t>ec</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d</a:t>
            </a:r>
            <a:r>
              <a:rPr sz="1700" spc="63" dirty="0">
                <a:latin typeface="Times New Roman"/>
                <a:cs typeface="Times New Roman"/>
              </a:rPr>
              <a:t> </a:t>
            </a:r>
            <a:r>
              <a:rPr sz="1700" spc="-2" dirty="0">
                <a:latin typeface="Times New Roman"/>
                <a:cs typeface="Times New Roman"/>
              </a:rPr>
              <a:t>to</a:t>
            </a:r>
            <a:r>
              <a:rPr sz="1700" spc="63" dirty="0">
                <a:latin typeface="Times New Roman"/>
                <a:cs typeface="Times New Roman"/>
              </a:rPr>
              <a:t> </a:t>
            </a:r>
            <a:r>
              <a:rPr sz="1700" spc="-5" dirty="0">
                <a:latin typeface="Times New Roman"/>
                <a:cs typeface="Times New Roman"/>
              </a:rPr>
              <a:t>a</a:t>
            </a:r>
            <a:r>
              <a:rPr sz="1700" spc="60"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60" dirty="0">
                <a:latin typeface="Times New Roman"/>
                <a:cs typeface="Times New Roman"/>
              </a:rPr>
              <a:t> </a:t>
            </a:r>
            <a:r>
              <a:rPr sz="1700" spc="-5" dirty="0">
                <a:latin typeface="Times New Roman"/>
                <a:cs typeface="Times New Roman"/>
              </a:rPr>
              <a:t>n</a:t>
            </a:r>
            <a:r>
              <a:rPr sz="1700" spc="-7" dirty="0">
                <a:latin typeface="Times New Roman"/>
                <a:cs typeface="Times New Roman"/>
              </a:rPr>
              <a:t>ee</a:t>
            </a:r>
            <a:r>
              <a:rPr sz="1700" dirty="0">
                <a:latin typeface="Times New Roman"/>
                <a:cs typeface="Times New Roman"/>
              </a:rPr>
              <a:t>d</a:t>
            </a:r>
            <a:r>
              <a:rPr sz="1700" spc="63" dirty="0">
                <a:latin typeface="Times New Roman"/>
                <a:cs typeface="Times New Roman"/>
              </a:rPr>
              <a:t> </a:t>
            </a:r>
            <a:r>
              <a:rPr sz="1700" spc="-2" dirty="0">
                <a:latin typeface="Times New Roman"/>
                <a:cs typeface="Times New Roman"/>
              </a:rPr>
              <a:t>spe</a:t>
            </a:r>
            <a:r>
              <a:rPr sz="1700" spc="-7" dirty="0">
                <a:latin typeface="Times New Roman"/>
                <a:cs typeface="Times New Roman"/>
              </a:rPr>
              <a:t>c</a:t>
            </a:r>
            <a:r>
              <a:rPr sz="1700" dirty="0">
                <a:latin typeface="Times New Roman"/>
                <a:cs typeface="Times New Roman"/>
              </a:rPr>
              <a:t>i</a:t>
            </a:r>
            <a:r>
              <a:rPr sz="1700" spc="-7" dirty="0">
                <a:latin typeface="Times New Roman"/>
                <a:cs typeface="Times New Roman"/>
              </a:rPr>
              <a:t>a</a:t>
            </a:r>
            <a:r>
              <a:rPr sz="1700" spc="-2" dirty="0">
                <a:latin typeface="Times New Roman"/>
                <a:cs typeface="Times New Roman"/>
              </a:rPr>
              <a:t>l</a:t>
            </a:r>
            <a:r>
              <a:rPr sz="1700" spc="63" dirty="0">
                <a:latin typeface="Times New Roman"/>
                <a:cs typeface="Times New Roman"/>
              </a:rPr>
              <a:t> </a:t>
            </a:r>
            <a:r>
              <a:rPr sz="1700" spc="-7" dirty="0">
                <a:latin typeface="Times New Roman"/>
                <a:cs typeface="Times New Roman"/>
              </a:rPr>
              <a:t>c</a:t>
            </a:r>
            <a:r>
              <a:rPr sz="1700" spc="-5" dirty="0">
                <a:latin typeface="Times New Roman"/>
                <a:cs typeface="Times New Roman"/>
              </a:rPr>
              <a:t>ommunic</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2" dirty="0">
                <a:latin typeface="Times New Roman"/>
                <a:cs typeface="Times New Roman"/>
              </a:rPr>
              <a:t>li</a:t>
            </a:r>
            <a:r>
              <a:rPr sz="1700" dirty="0">
                <a:latin typeface="Times New Roman"/>
                <a:cs typeface="Times New Roman"/>
              </a:rPr>
              <a:t>nks</a:t>
            </a:r>
            <a:r>
              <a:rPr sz="1700" spc="-2" dirty="0">
                <a:latin typeface="Times New Roman"/>
                <a:cs typeface="Times New Roman"/>
              </a:rPr>
              <a:t> </a:t>
            </a:r>
            <a:r>
              <a:rPr sz="1700" dirty="0">
                <a:latin typeface="Times New Roman"/>
                <a:cs typeface="Times New Roman"/>
              </a:rPr>
              <a:t>for</a:t>
            </a:r>
            <a:r>
              <a:rPr sz="1700" spc="-5"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f</a:t>
            </a:r>
            <a:r>
              <a:rPr sz="1700" spc="-7" dirty="0">
                <a:latin typeface="Times New Roman"/>
                <a:cs typeface="Times New Roman"/>
              </a:rPr>
              <a:t>ac</a:t>
            </a:r>
            <a:r>
              <a:rPr sz="1700" spc="-5" dirty="0">
                <a:latin typeface="Times New Roman"/>
                <a:cs typeface="Times New Roman"/>
              </a:rPr>
              <a:t>ing</a:t>
            </a:r>
            <a:r>
              <a:rPr sz="1700" spc="-2" dirty="0">
                <a:latin typeface="Times New Roman"/>
                <a:cs typeface="Times New Roman"/>
              </a:rPr>
              <a:t> th</a:t>
            </a:r>
            <a:r>
              <a:rPr sz="1700" spc="-7" dirty="0">
                <a:latin typeface="Times New Roman"/>
                <a:cs typeface="Times New Roman"/>
              </a:rPr>
              <a:t>e</a:t>
            </a:r>
            <a:r>
              <a:rPr sz="1700" spc="-5" dirty="0">
                <a:latin typeface="Times New Roman"/>
                <a:cs typeface="Times New Roman"/>
              </a:rPr>
              <a:t>m</a:t>
            </a:r>
            <a:r>
              <a:rPr sz="1700" spc="5"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dirty="0">
                <a:latin typeface="Times New Roman"/>
                <a:cs typeface="Times New Roman"/>
              </a:rPr>
              <a:t> </a:t>
            </a:r>
            <a:r>
              <a:rPr sz="1700" spc="-2" dirty="0">
                <a:latin typeface="Times New Roman"/>
                <a:cs typeface="Times New Roman"/>
              </a:rPr>
              <a:t>the </a:t>
            </a:r>
            <a:r>
              <a:rPr sz="1700" spc="-7" dirty="0">
                <a:latin typeface="Times New Roman"/>
                <a:cs typeface="Times New Roman"/>
              </a:rPr>
              <a:t>ce</a:t>
            </a:r>
            <a:r>
              <a:rPr sz="1700" spc="-2" dirty="0">
                <a:latin typeface="Times New Roman"/>
                <a:cs typeface="Times New Roman"/>
              </a:rPr>
              <a:t>ntr</a:t>
            </a:r>
            <a:r>
              <a:rPr sz="1700" spc="-10" dirty="0">
                <a:latin typeface="Times New Roman"/>
                <a:cs typeface="Times New Roman"/>
              </a:rPr>
              <a:t>a</a:t>
            </a:r>
            <a:r>
              <a:rPr sz="1700" spc="-2" dirty="0">
                <a:latin typeface="Times New Roman"/>
                <a:cs typeface="Times New Roman"/>
              </a:rPr>
              <a:t>l</a:t>
            </a:r>
            <a:r>
              <a:rPr sz="1700" dirty="0">
                <a:latin typeface="Times New Roman"/>
                <a:cs typeface="Times New Roman"/>
              </a:rPr>
              <a:t> pr</a:t>
            </a:r>
            <a:r>
              <a:rPr sz="1700" spc="2" dirty="0">
                <a:latin typeface="Times New Roman"/>
                <a:cs typeface="Times New Roman"/>
              </a:rPr>
              <a:t>o</a:t>
            </a:r>
            <a:r>
              <a:rPr sz="1700" spc="-7" dirty="0">
                <a:latin typeface="Times New Roman"/>
                <a:cs typeface="Times New Roman"/>
              </a:rPr>
              <a:t>ce</a:t>
            </a:r>
            <a:r>
              <a:rPr sz="1700" spc="-2" dirty="0">
                <a:latin typeface="Times New Roman"/>
                <a:cs typeface="Times New Roman"/>
              </a:rPr>
              <a:t>ss</a:t>
            </a:r>
            <a:r>
              <a:rPr sz="1700" spc="7" dirty="0">
                <a:latin typeface="Times New Roman"/>
                <a:cs typeface="Times New Roman"/>
              </a:rPr>
              <a:t>i</a:t>
            </a:r>
            <a:r>
              <a:rPr sz="1700" dirty="0">
                <a:latin typeface="Times New Roman"/>
                <a:cs typeface="Times New Roman"/>
              </a:rPr>
              <a:t>ng </a:t>
            </a:r>
            <a:r>
              <a:rPr sz="1700" spc="-2" dirty="0">
                <a:latin typeface="Times New Roman"/>
                <a:cs typeface="Times New Roman"/>
              </a:rPr>
              <a:t>unit</a:t>
            </a:r>
            <a:r>
              <a:rPr sz="1700" dirty="0">
                <a:latin typeface="Times New Roman"/>
                <a:cs typeface="Times New Roman"/>
              </a:rPr>
              <a:t>. </a:t>
            </a:r>
            <a:r>
              <a:rPr sz="1700" spc="-5" dirty="0">
                <a:latin typeface="Times New Roman"/>
                <a:cs typeface="Times New Roman"/>
              </a:rPr>
              <a:t>The major</a:t>
            </a:r>
            <a:r>
              <a:rPr sz="1700" spc="-2" dirty="0">
                <a:latin typeface="Times New Roman"/>
                <a:cs typeface="Times New Roman"/>
              </a:rPr>
              <a:t> dif</a:t>
            </a:r>
            <a:r>
              <a:rPr sz="1700" spc="-5" dirty="0">
                <a:latin typeface="Times New Roman"/>
                <a:cs typeface="Times New Roman"/>
              </a:rPr>
              <a:t>fe</a:t>
            </a:r>
            <a:r>
              <a:rPr sz="1700" spc="2" dirty="0">
                <a:latin typeface="Times New Roman"/>
                <a:cs typeface="Times New Roman"/>
              </a:rPr>
              <a:t>r</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ce</a:t>
            </a:r>
            <a:r>
              <a:rPr sz="1700" dirty="0">
                <a:latin typeface="Times New Roman"/>
                <a:cs typeface="Times New Roman"/>
              </a:rPr>
              <a:t>s</a:t>
            </a:r>
            <a:r>
              <a:rPr sz="1700" spc="-2" dirty="0">
                <a:latin typeface="Times New Roman"/>
                <a:cs typeface="Times New Roman"/>
              </a:rPr>
              <a:t> ar</a:t>
            </a:r>
            <a:r>
              <a:rPr sz="1700" spc="-10" dirty="0">
                <a:latin typeface="Times New Roman"/>
                <a:cs typeface="Times New Roman"/>
              </a:rPr>
              <a:t>e</a:t>
            </a:r>
            <a:r>
              <a:rPr sz="1700" spc="-2" dirty="0">
                <a:latin typeface="Times New Roman"/>
                <a:cs typeface="Times New Roman"/>
              </a:rPr>
              <a:t>:</a:t>
            </a:r>
            <a:endParaRPr lang="en-US" sz="1700" spc="-2" dirty="0">
              <a:latin typeface="Times New Roman"/>
              <a:cs typeface="Times New Roman"/>
            </a:endParaRPr>
          </a:p>
          <a:p>
            <a:pPr marL="6109" marR="4276" algn="just">
              <a:spcBef>
                <a:spcPts val="397"/>
              </a:spcBef>
            </a:pPr>
            <a:endParaRPr sz="1700" dirty="0">
              <a:latin typeface="Times New Roman"/>
              <a:cs typeface="Times New Roman"/>
            </a:endParaRPr>
          </a:p>
          <a:p>
            <a:pPr marL="225716" marR="4276" indent="-109651" algn="just">
              <a:spcBef>
                <a:spcPts val="368"/>
              </a:spcBef>
              <a:buFont typeface="Times New Roman"/>
              <a:buAutoNum type="arabicPeriod"/>
              <a:tabLst>
                <a:tab pos="226022" algn="l"/>
              </a:tabLst>
            </a:pPr>
            <a:r>
              <a:rPr sz="1700" dirty="0">
                <a:latin typeface="Times New Roman"/>
                <a:cs typeface="Times New Roman"/>
              </a:rPr>
              <a:t>P</a:t>
            </a:r>
            <a:r>
              <a:rPr sz="1700" spc="-7" dirty="0">
                <a:latin typeface="Times New Roman"/>
                <a:cs typeface="Times New Roman"/>
              </a:rPr>
              <a:t>e</a:t>
            </a:r>
            <a:r>
              <a:rPr sz="1700" spc="-2" dirty="0">
                <a:latin typeface="Times New Roman"/>
                <a:cs typeface="Times New Roman"/>
              </a:rPr>
              <a:t>riph</a:t>
            </a:r>
            <a:r>
              <a:rPr sz="1700" spc="-10"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ls</a:t>
            </a:r>
            <a:r>
              <a:rPr sz="1700" dirty="0">
                <a:latin typeface="Times New Roman"/>
                <a:cs typeface="Times New Roman"/>
              </a:rPr>
              <a:t> </a:t>
            </a:r>
            <a:r>
              <a:rPr sz="1700" spc="-53"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dirty="0">
                <a:latin typeface="Times New Roman"/>
                <a:cs typeface="Times New Roman"/>
              </a:rPr>
              <a:t> </a:t>
            </a:r>
            <a:r>
              <a:rPr sz="1700" spc="-55" dirty="0">
                <a:latin typeface="Times New Roman"/>
                <a:cs typeface="Times New Roman"/>
              </a:rPr>
              <a:t> </a:t>
            </a:r>
            <a:r>
              <a:rPr sz="1700" spc="-7" dirty="0">
                <a:latin typeface="Times New Roman"/>
                <a:cs typeface="Times New Roman"/>
              </a:rPr>
              <a:t>e</a:t>
            </a:r>
            <a:r>
              <a:rPr sz="1700" spc="-2" dirty="0">
                <a:latin typeface="Times New Roman"/>
                <a:cs typeface="Times New Roman"/>
              </a:rPr>
              <a:t>le</a:t>
            </a:r>
            <a:r>
              <a:rPr sz="1700" spc="-7" dirty="0">
                <a:latin typeface="Times New Roman"/>
                <a:cs typeface="Times New Roman"/>
              </a:rPr>
              <a:t>c</a:t>
            </a:r>
            <a:r>
              <a:rPr sz="1700" spc="-2" dirty="0">
                <a:latin typeface="Times New Roman"/>
                <a:cs typeface="Times New Roman"/>
              </a:rPr>
              <a:t>tro</a:t>
            </a:r>
            <a:r>
              <a:rPr sz="1700" dirty="0">
                <a:latin typeface="Times New Roman"/>
                <a:cs typeface="Times New Roman"/>
              </a:rPr>
              <a:t>m</a:t>
            </a:r>
            <a:r>
              <a:rPr sz="1700" spc="-7" dirty="0">
                <a:latin typeface="Times New Roman"/>
                <a:cs typeface="Times New Roman"/>
              </a:rPr>
              <a:t>ec</a:t>
            </a:r>
            <a:r>
              <a:rPr sz="1700" spc="-5" dirty="0">
                <a:latin typeface="Times New Roman"/>
                <a:cs typeface="Times New Roman"/>
              </a:rPr>
              <a:t>h</a:t>
            </a:r>
            <a:r>
              <a:rPr sz="1700" spc="-7" dirty="0">
                <a:latin typeface="Times New Roman"/>
                <a:cs typeface="Times New Roman"/>
              </a:rPr>
              <a:t>a</a:t>
            </a:r>
            <a:r>
              <a:rPr sz="1700" spc="-2" dirty="0">
                <a:latin typeface="Times New Roman"/>
                <a:cs typeface="Times New Roman"/>
              </a:rPr>
              <a:t>nic</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53"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53" dirty="0">
                <a:latin typeface="Times New Roman"/>
                <a:cs typeface="Times New Roman"/>
              </a:rPr>
              <a:t> </a:t>
            </a:r>
            <a:r>
              <a:rPr sz="1700" spc="-7" dirty="0">
                <a:latin typeface="Times New Roman"/>
                <a:cs typeface="Times New Roman"/>
              </a:rPr>
              <a:t>e</a:t>
            </a:r>
            <a:r>
              <a:rPr sz="1700" spc="-2" dirty="0">
                <a:latin typeface="Times New Roman"/>
                <a:cs typeface="Times New Roman"/>
              </a:rPr>
              <a:t>le</a:t>
            </a:r>
            <a:r>
              <a:rPr sz="1700" spc="-7" dirty="0">
                <a:latin typeface="Times New Roman"/>
                <a:cs typeface="Times New Roman"/>
              </a:rPr>
              <a:t>c</a:t>
            </a:r>
            <a:r>
              <a:rPr sz="1700" spc="-5" dirty="0">
                <a:latin typeface="Times New Roman"/>
                <a:cs typeface="Times New Roman"/>
              </a:rPr>
              <a:t>trom</a:t>
            </a:r>
            <a:r>
              <a:rPr sz="1700" spc="-2" dirty="0">
                <a:latin typeface="Times New Roman"/>
                <a:cs typeface="Times New Roman"/>
              </a:rPr>
              <a:t>a</a:t>
            </a:r>
            <a:r>
              <a:rPr sz="1700" spc="-5" dirty="0">
                <a:latin typeface="Times New Roman"/>
                <a:cs typeface="Times New Roman"/>
              </a:rPr>
              <a:t>gn</a:t>
            </a:r>
            <a:r>
              <a:rPr sz="1700" spc="-7" dirty="0">
                <a:latin typeface="Times New Roman"/>
                <a:cs typeface="Times New Roman"/>
              </a:rPr>
              <a:t>e</a:t>
            </a:r>
            <a:r>
              <a:rPr sz="1700" spc="-2" dirty="0">
                <a:latin typeface="Times New Roman"/>
                <a:cs typeface="Times New Roman"/>
              </a:rPr>
              <a:t>tic</a:t>
            </a:r>
            <a:r>
              <a:rPr sz="1700" dirty="0">
                <a:latin typeface="Times New Roman"/>
                <a:cs typeface="Times New Roman"/>
              </a:rPr>
              <a:t> </a:t>
            </a:r>
            <a:r>
              <a:rPr sz="1700" spc="-55"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s </a:t>
            </a:r>
            <a:r>
              <a:rPr sz="1700" spc="-53"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53"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7" dirty="0">
                <a:latin typeface="Times New Roman"/>
                <a:cs typeface="Times New Roman"/>
              </a:rPr>
              <a:t>e</a:t>
            </a:r>
            <a:r>
              <a:rPr sz="1700" spc="-2" dirty="0">
                <a:latin typeface="Times New Roman"/>
                <a:cs typeface="Times New Roman"/>
              </a:rPr>
              <a:t>ir</a:t>
            </a:r>
            <a:r>
              <a:rPr sz="1700" dirty="0">
                <a:latin typeface="Times New Roman"/>
                <a:cs typeface="Times New Roman"/>
              </a:rPr>
              <a:t> </a:t>
            </a:r>
            <a:r>
              <a:rPr sz="1700" spc="-48" dirty="0">
                <a:latin typeface="Times New Roman"/>
                <a:cs typeface="Times New Roman"/>
              </a:rPr>
              <a:t> </a:t>
            </a:r>
            <a:r>
              <a:rPr sz="1700" spc="-5" dirty="0">
                <a:latin typeface="Times New Roman"/>
                <a:cs typeface="Times New Roman"/>
              </a:rPr>
              <a:t>mann</a:t>
            </a:r>
            <a:r>
              <a:rPr sz="1700" spc="-10" dirty="0">
                <a:latin typeface="Times New Roman"/>
                <a:cs typeface="Times New Roman"/>
              </a:rPr>
              <a:t>e</a:t>
            </a:r>
            <a:r>
              <a:rPr sz="1700" dirty="0">
                <a:latin typeface="Times New Roman"/>
                <a:cs typeface="Times New Roman"/>
              </a:rPr>
              <a:t>r </a:t>
            </a:r>
            <a:r>
              <a:rPr sz="1700" spc="-55" dirty="0">
                <a:latin typeface="Times New Roman"/>
                <a:cs typeface="Times New Roman"/>
              </a:rPr>
              <a:t> </a:t>
            </a:r>
            <a:r>
              <a:rPr sz="1700" dirty="0">
                <a:latin typeface="Times New Roman"/>
                <a:cs typeface="Times New Roman"/>
              </a:rPr>
              <a:t>of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7"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spc="-2" dirty="0">
                <a:latin typeface="Times New Roman"/>
                <a:cs typeface="Times New Roman"/>
              </a:rPr>
              <a:t>dif</a:t>
            </a:r>
            <a:r>
              <a:rPr sz="1700" dirty="0">
                <a:latin typeface="Times New Roman"/>
                <a:cs typeface="Times New Roman"/>
              </a:rPr>
              <a:t>f</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nt</a:t>
            </a:r>
            <a:r>
              <a:rPr sz="1700" dirty="0">
                <a:latin typeface="Times New Roman"/>
                <a:cs typeface="Times New Roman"/>
              </a:rPr>
              <a:t> f</a:t>
            </a:r>
            <a:r>
              <a:rPr sz="1700" spc="-2" dirty="0">
                <a:latin typeface="Times New Roman"/>
                <a:cs typeface="Times New Roman"/>
              </a:rPr>
              <a:t>r</a:t>
            </a:r>
            <a:r>
              <a:rPr sz="1700" spc="5" dirty="0">
                <a:latin typeface="Times New Roman"/>
                <a:cs typeface="Times New Roman"/>
              </a:rPr>
              <a:t>o</a:t>
            </a:r>
            <a:r>
              <a:rPr sz="1700" spc="-5" dirty="0">
                <a:latin typeface="Times New Roman"/>
                <a:cs typeface="Times New Roman"/>
              </a:rPr>
              <a:t>m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op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7" dirty="0">
                <a:latin typeface="Times New Roman"/>
                <a:cs typeface="Times New Roman"/>
              </a:rPr>
              <a:t> </a:t>
            </a:r>
            <a:r>
              <a:rPr sz="1700" spc="5" dirty="0">
                <a:latin typeface="Times New Roman"/>
                <a:cs typeface="Times New Roman"/>
              </a:rPr>
              <a:t>o</a:t>
            </a:r>
            <a:r>
              <a:rPr sz="1700" dirty="0">
                <a:latin typeface="Times New Roman"/>
                <a:cs typeface="Times New Roman"/>
              </a:rPr>
              <a:t>f</a:t>
            </a:r>
            <a:r>
              <a:rPr sz="1700" spc="-10"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dirty="0">
                <a:latin typeface="Times New Roman"/>
                <a:cs typeface="Times New Roman"/>
              </a:rPr>
              <a:t>CPU</a:t>
            </a:r>
            <a:r>
              <a:rPr sz="1700" spc="-7" dirty="0">
                <a:latin typeface="Times New Roman"/>
                <a:cs typeface="Times New Roman"/>
              </a:rPr>
              <a:t> a</a:t>
            </a:r>
            <a:r>
              <a:rPr sz="1700" dirty="0">
                <a:latin typeface="Times New Roman"/>
                <a:cs typeface="Times New Roman"/>
              </a:rPr>
              <a:t>nd</a:t>
            </a:r>
            <a:r>
              <a:rPr sz="1700" spc="-7"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7" dirty="0">
                <a:latin typeface="Times New Roman"/>
                <a:cs typeface="Times New Roman"/>
              </a:rPr>
              <a:t> </a:t>
            </a:r>
            <a:r>
              <a:rPr sz="1700" spc="-2" dirty="0">
                <a:latin typeface="Times New Roman"/>
                <a:cs typeface="Times New Roman"/>
              </a:rPr>
              <a:t>wh</a:t>
            </a:r>
            <a:r>
              <a:rPr sz="1700" spc="5" dirty="0">
                <a:latin typeface="Times New Roman"/>
                <a:cs typeface="Times New Roman"/>
              </a:rPr>
              <a:t>i</a:t>
            </a:r>
            <a:r>
              <a:rPr sz="1700" spc="-7" dirty="0">
                <a:latin typeface="Times New Roman"/>
                <a:cs typeface="Times New Roman"/>
              </a:rPr>
              <a:t>c</a:t>
            </a:r>
            <a:r>
              <a:rPr sz="1700" dirty="0">
                <a:latin typeface="Times New Roman"/>
                <a:cs typeface="Times New Roman"/>
              </a:rPr>
              <a:t>h</a:t>
            </a:r>
            <a:r>
              <a:rPr sz="1700" spc="-7" dirty="0">
                <a:latin typeface="Times New Roman"/>
                <a:cs typeface="Times New Roman"/>
              </a:rPr>
              <a:t> </a:t>
            </a:r>
            <a:r>
              <a:rPr sz="1700" spc="-2" dirty="0">
                <a:latin typeface="Times New Roman"/>
                <a:cs typeface="Times New Roman"/>
              </a:rPr>
              <a:t>are</a:t>
            </a:r>
            <a:r>
              <a:rPr sz="1700" spc="-12" dirty="0">
                <a:latin typeface="Times New Roman"/>
                <a:cs typeface="Times New Roman"/>
              </a:rPr>
              <a:t> </a:t>
            </a:r>
            <a:r>
              <a:rPr sz="1700" spc="-7" dirty="0">
                <a:latin typeface="Times New Roman"/>
                <a:cs typeface="Times New Roman"/>
              </a:rPr>
              <a:t>e</a:t>
            </a:r>
            <a:r>
              <a:rPr sz="1700" spc="-2" dirty="0">
                <a:latin typeface="Times New Roman"/>
                <a:cs typeface="Times New Roman"/>
              </a:rPr>
              <a:t>le</a:t>
            </a:r>
            <a:r>
              <a:rPr sz="1700" spc="-7" dirty="0">
                <a:latin typeface="Times New Roman"/>
                <a:cs typeface="Times New Roman"/>
              </a:rPr>
              <a:t>c</a:t>
            </a:r>
            <a:r>
              <a:rPr sz="1700" spc="-2" dirty="0">
                <a:latin typeface="Times New Roman"/>
                <a:cs typeface="Times New Roman"/>
              </a:rPr>
              <a:t>tronic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 </a:t>
            </a:r>
            <a:r>
              <a:rPr sz="1700" spc="-5" dirty="0">
                <a:latin typeface="Times New Roman"/>
                <a:cs typeface="Times New Roman"/>
              </a:rPr>
              <a:t>Th</a:t>
            </a:r>
            <a:r>
              <a:rPr sz="1700" spc="-2" dirty="0">
                <a:latin typeface="Times New Roman"/>
                <a:cs typeface="Times New Roman"/>
              </a:rPr>
              <a:t>er</a:t>
            </a:r>
            <a:r>
              <a:rPr sz="1700" spc="-10" dirty="0">
                <a:latin typeface="Times New Roman"/>
                <a:cs typeface="Times New Roman"/>
              </a:rPr>
              <a:t>e</a:t>
            </a:r>
            <a:r>
              <a:rPr sz="1700" dirty="0">
                <a:latin typeface="Times New Roman"/>
                <a:cs typeface="Times New Roman"/>
              </a:rPr>
              <a:t>f</a:t>
            </a:r>
            <a:r>
              <a:rPr sz="1700" spc="2" dirty="0">
                <a:latin typeface="Times New Roman"/>
                <a:cs typeface="Times New Roman"/>
              </a:rPr>
              <a:t>o</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7" dirty="0">
                <a:latin typeface="Times New Roman"/>
                <a:cs typeface="Times New Roman"/>
              </a:rPr>
              <a:t>c</a:t>
            </a:r>
            <a:r>
              <a:rPr sz="1700" dirty="0">
                <a:latin typeface="Times New Roman"/>
                <a:cs typeface="Times New Roman"/>
              </a:rPr>
              <a:t>o</a:t>
            </a:r>
            <a:r>
              <a:rPr sz="1700" spc="5" dirty="0">
                <a:latin typeface="Times New Roman"/>
                <a:cs typeface="Times New Roman"/>
              </a:rPr>
              <a:t>n</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rsion of</a:t>
            </a:r>
            <a:r>
              <a:rPr sz="1700" spc="-2" dirty="0">
                <a:latin typeface="Times New Roman"/>
                <a:cs typeface="Times New Roman"/>
              </a:rPr>
              <a:t> </a:t>
            </a:r>
            <a:r>
              <a:rPr sz="1700" spc="-5" dirty="0">
                <a:latin typeface="Times New Roman"/>
                <a:cs typeface="Times New Roman"/>
              </a:rPr>
              <a:t>signa</a:t>
            </a:r>
            <a:r>
              <a:rPr sz="1700" spc="-2" dirty="0">
                <a:latin typeface="Times New Roman"/>
                <a:cs typeface="Times New Roman"/>
              </a:rPr>
              <a:t>l</a:t>
            </a:r>
            <a:r>
              <a:rPr sz="1700"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lues</a:t>
            </a:r>
            <a:r>
              <a:rPr sz="1700" spc="2" dirty="0">
                <a:latin typeface="Times New Roman"/>
                <a:cs typeface="Times New Roman"/>
              </a:rPr>
              <a:t> </a:t>
            </a:r>
            <a:r>
              <a:rPr sz="1700" spc="-5" dirty="0">
                <a:latin typeface="Times New Roman"/>
                <a:cs typeface="Times New Roman"/>
              </a:rPr>
              <a:t>may</a:t>
            </a:r>
            <a:r>
              <a:rPr sz="1700" spc="-2" dirty="0">
                <a:latin typeface="Times New Roman"/>
                <a:cs typeface="Times New Roman"/>
              </a:rPr>
              <a:t> </a:t>
            </a:r>
            <a:r>
              <a:rPr sz="1700" spc="-5" dirty="0">
                <a:latin typeface="Times New Roman"/>
                <a:cs typeface="Times New Roman"/>
              </a:rPr>
              <a:t>be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qui</a:t>
            </a:r>
            <a:r>
              <a:rPr sz="1700" dirty="0">
                <a:latin typeface="Times New Roman"/>
                <a:cs typeface="Times New Roman"/>
              </a:rPr>
              <a:t>r</a:t>
            </a:r>
            <a:r>
              <a:rPr sz="1700" spc="-7" dirty="0">
                <a:latin typeface="Times New Roman"/>
                <a:cs typeface="Times New Roman"/>
              </a:rPr>
              <a:t>e</a:t>
            </a:r>
            <a:r>
              <a:rPr sz="1700" dirty="0">
                <a:latin typeface="Times New Roman"/>
                <a:cs typeface="Times New Roman"/>
              </a:rPr>
              <a:t>d.</a:t>
            </a:r>
          </a:p>
          <a:p>
            <a:pPr marL="225716" marR="4276" indent="-109651" algn="just">
              <a:spcBef>
                <a:spcPts val="17"/>
              </a:spcBef>
              <a:buFont typeface="Times New Roman"/>
              <a:buAutoNum type="arabicPeriod"/>
              <a:tabLst>
                <a:tab pos="226022" algn="l"/>
              </a:tabLst>
            </a:pPr>
            <a:r>
              <a:rPr sz="1700" spc="-5" dirty="0">
                <a:latin typeface="Times New Roman"/>
                <a:cs typeface="Times New Roman"/>
              </a:rPr>
              <a:t>The</a:t>
            </a:r>
            <a:r>
              <a:rPr sz="1700" spc="-1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7"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a:t>
            </a:r>
            <a:r>
              <a:rPr sz="1700" spc="5" dirty="0">
                <a:latin typeface="Times New Roman"/>
                <a:cs typeface="Times New Roman"/>
              </a:rPr>
              <a:t>s</a:t>
            </a:r>
            <a:r>
              <a:rPr sz="1700" spc="-2" dirty="0">
                <a:latin typeface="Times New Roman"/>
                <a:cs typeface="Times New Roman"/>
              </a:rPr>
              <a:t>f</a:t>
            </a:r>
            <a:r>
              <a:rPr sz="1700" spc="-10" dirty="0">
                <a:latin typeface="Times New Roman"/>
                <a:cs typeface="Times New Roman"/>
              </a:rPr>
              <a:t>e</a:t>
            </a:r>
            <a:r>
              <a:rPr sz="1700" dirty="0">
                <a:latin typeface="Times New Roman"/>
                <a:cs typeface="Times New Roman"/>
              </a:rPr>
              <a:t>r </a:t>
            </a:r>
            <a:r>
              <a:rPr sz="1700" spc="-5" dirty="0">
                <a:latin typeface="Times New Roman"/>
                <a:cs typeface="Times New Roman"/>
              </a:rPr>
              <a:t>r</a:t>
            </a:r>
            <a:r>
              <a:rPr sz="1700" spc="-7" dirty="0">
                <a:latin typeface="Times New Roman"/>
                <a:cs typeface="Times New Roman"/>
              </a:rPr>
              <a:t>a</a:t>
            </a:r>
            <a:r>
              <a:rPr sz="1700" spc="-2" dirty="0">
                <a:latin typeface="Times New Roman"/>
                <a:cs typeface="Times New Roman"/>
              </a:rPr>
              <a:t>te</a:t>
            </a:r>
            <a:r>
              <a:rPr sz="1700" spc="-7" dirty="0">
                <a:latin typeface="Times New Roman"/>
                <a:cs typeface="Times New Roman"/>
              </a:rPr>
              <a:t> </a:t>
            </a:r>
            <a:r>
              <a:rPr sz="1700" dirty="0">
                <a:latin typeface="Times New Roman"/>
                <a:cs typeface="Times New Roman"/>
              </a:rPr>
              <a:t>of </a:t>
            </a:r>
            <a:r>
              <a:rPr sz="1700" spc="-5" dirty="0">
                <a:latin typeface="Times New Roman"/>
                <a:cs typeface="Times New Roman"/>
              </a:rPr>
              <a:t>p</a:t>
            </a:r>
            <a:r>
              <a:rPr sz="1700" spc="-10" dirty="0">
                <a:latin typeface="Times New Roman"/>
                <a:cs typeface="Times New Roman"/>
              </a:rPr>
              <a:t>e</a:t>
            </a:r>
            <a:r>
              <a:rPr sz="1700" spc="-2" dirty="0">
                <a:latin typeface="Times New Roman"/>
                <a:cs typeface="Times New Roman"/>
              </a:rPr>
              <a:t>riph</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ls</a:t>
            </a:r>
            <a:r>
              <a:rPr sz="1700" spc="-5"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dirty="0">
                <a:latin typeface="Times New Roman"/>
                <a:cs typeface="Times New Roman"/>
              </a:rPr>
              <a:t>usu</a:t>
            </a:r>
            <a:r>
              <a:rPr sz="1700" spc="-2" dirty="0">
                <a:latin typeface="Times New Roman"/>
                <a:cs typeface="Times New Roman"/>
              </a:rPr>
              <a:t>all</a:t>
            </a:r>
            <a:r>
              <a:rPr sz="1700" dirty="0">
                <a:latin typeface="Times New Roman"/>
                <a:cs typeface="Times New Roman"/>
              </a:rPr>
              <a:t>y</a:t>
            </a:r>
            <a:r>
              <a:rPr sz="1700" spc="-7" dirty="0">
                <a:latin typeface="Times New Roman"/>
                <a:cs typeface="Times New Roman"/>
              </a:rPr>
              <a:t> </a:t>
            </a:r>
            <a:r>
              <a:rPr sz="1700" spc="-5" dirty="0">
                <a:latin typeface="Times New Roman"/>
                <a:cs typeface="Times New Roman"/>
              </a:rPr>
              <a:t>sl</a:t>
            </a:r>
            <a:r>
              <a:rPr sz="1700" spc="-10" dirty="0">
                <a:latin typeface="Times New Roman"/>
                <a:cs typeface="Times New Roman"/>
              </a:rPr>
              <a:t>o</a:t>
            </a:r>
            <a:r>
              <a:rPr sz="1700" spc="-2" dirty="0">
                <a:latin typeface="Times New Roman"/>
                <a:cs typeface="Times New Roman"/>
              </a:rPr>
              <a:t>w</a:t>
            </a:r>
            <a:r>
              <a:rPr sz="1700" spc="-5" dirty="0">
                <a:latin typeface="Times New Roman"/>
                <a:cs typeface="Times New Roman"/>
              </a:rPr>
              <a:t>e</a:t>
            </a:r>
            <a:r>
              <a:rPr sz="1700" dirty="0">
                <a:latin typeface="Times New Roman"/>
                <a:cs typeface="Times New Roman"/>
              </a:rPr>
              <a:t>r</a:t>
            </a:r>
            <a:r>
              <a:rPr sz="1700" spc="-10" dirty="0">
                <a:latin typeface="Times New Roman"/>
                <a:cs typeface="Times New Roman"/>
              </a:rPr>
              <a:t> </a:t>
            </a:r>
            <a:r>
              <a:rPr sz="1700" spc="-5" dirty="0">
                <a:latin typeface="Times New Roman"/>
                <a:cs typeface="Times New Roman"/>
              </a:rPr>
              <a:t>than</a:t>
            </a:r>
            <a:r>
              <a:rPr sz="1700" spc="-10"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2" dirty="0">
                <a:latin typeface="Times New Roman"/>
                <a:cs typeface="Times New Roman"/>
              </a:rPr>
              <a:t>t</a:t>
            </a:r>
            <a:r>
              <a:rPr sz="1700" dirty="0">
                <a:latin typeface="Times New Roman"/>
                <a:cs typeface="Times New Roman"/>
              </a:rPr>
              <a:t>r</a:t>
            </a:r>
            <a:r>
              <a:rPr sz="1700" spc="-7" dirty="0">
                <a:latin typeface="Times New Roman"/>
                <a:cs typeface="Times New Roman"/>
              </a:rPr>
              <a:t>a</a:t>
            </a:r>
            <a:r>
              <a:rPr sz="1700" dirty="0">
                <a:latin typeface="Times New Roman"/>
                <a:cs typeface="Times New Roman"/>
              </a:rPr>
              <a:t>nsfer</a:t>
            </a:r>
            <a:r>
              <a:rPr sz="1700" spc="-10" dirty="0">
                <a:latin typeface="Times New Roman"/>
                <a:cs typeface="Times New Roman"/>
              </a:rPr>
              <a:t> </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te</a:t>
            </a:r>
            <a:r>
              <a:rPr sz="1700" dirty="0">
                <a:latin typeface="Times New Roman"/>
                <a:cs typeface="Times New Roman"/>
              </a:rPr>
              <a:t> of</a:t>
            </a:r>
            <a:r>
              <a:rPr sz="1700" spc="-10"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C</a:t>
            </a:r>
            <a:r>
              <a:rPr sz="1700" dirty="0">
                <a:latin typeface="Times New Roman"/>
                <a:cs typeface="Times New Roman"/>
              </a:rPr>
              <a:t>P</a:t>
            </a:r>
            <a:r>
              <a:rPr sz="1700" spc="-2" dirty="0">
                <a:latin typeface="Times New Roman"/>
                <a:cs typeface="Times New Roman"/>
              </a:rPr>
              <a:t>U, </a:t>
            </a:r>
            <a:r>
              <a:rPr sz="1700" spc="-7" dirty="0">
                <a:latin typeface="Times New Roman"/>
                <a:cs typeface="Times New Roman"/>
              </a:rPr>
              <a:t>a</a:t>
            </a:r>
            <a:r>
              <a:rPr sz="1700" dirty="0">
                <a:latin typeface="Times New Roman"/>
                <a:cs typeface="Times New Roman"/>
              </a:rPr>
              <a:t>nd </a:t>
            </a:r>
            <a:r>
              <a:rPr sz="1700" spc="-7" dirty="0">
                <a:latin typeface="Times New Roman"/>
                <a:cs typeface="Times New Roman"/>
              </a:rPr>
              <a:t>c</a:t>
            </a:r>
            <a:r>
              <a:rPr sz="1700" dirty="0">
                <a:latin typeface="Times New Roman"/>
                <a:cs typeface="Times New Roman"/>
              </a:rPr>
              <a:t>ons</a:t>
            </a:r>
            <a:r>
              <a:rPr sz="1700" spc="-2" dirty="0">
                <a:latin typeface="Times New Roman"/>
                <a:cs typeface="Times New Roman"/>
              </a:rPr>
              <a:t>e</a:t>
            </a:r>
            <a:r>
              <a:rPr sz="1700" spc="-5" dirty="0">
                <a:latin typeface="Times New Roman"/>
                <a:cs typeface="Times New Roman"/>
              </a:rPr>
              <a:t>qu</a:t>
            </a:r>
            <a:r>
              <a:rPr sz="1700" spc="-2" dirty="0">
                <a:latin typeface="Times New Roman"/>
                <a:cs typeface="Times New Roman"/>
              </a:rPr>
              <a:t>entl</a:t>
            </a:r>
            <a:r>
              <a:rPr sz="1700" dirty="0">
                <a:latin typeface="Times New Roman"/>
                <a:cs typeface="Times New Roman"/>
              </a:rPr>
              <a:t>y, </a:t>
            </a:r>
            <a:r>
              <a:rPr sz="1700" spc="-5" dirty="0">
                <a:latin typeface="Times New Roman"/>
                <a:cs typeface="Times New Roman"/>
              </a:rPr>
              <a:t>a</a:t>
            </a:r>
            <a:r>
              <a:rPr sz="1700" spc="-2" dirty="0">
                <a:latin typeface="Times New Roman"/>
                <a:cs typeface="Times New Roman"/>
              </a:rPr>
              <a:t> syn</a:t>
            </a:r>
            <a:r>
              <a:rPr sz="1700" spc="2" dirty="0">
                <a:latin typeface="Times New Roman"/>
                <a:cs typeface="Times New Roman"/>
              </a:rPr>
              <a:t>c</a:t>
            </a:r>
            <a:r>
              <a:rPr sz="1700" spc="-2" dirty="0">
                <a:latin typeface="Times New Roman"/>
                <a:cs typeface="Times New Roman"/>
              </a:rPr>
              <a:t>hroni</a:t>
            </a:r>
            <a:r>
              <a:rPr sz="1700" spc="-10" dirty="0">
                <a:latin typeface="Times New Roman"/>
                <a:cs typeface="Times New Roman"/>
              </a:rPr>
              <a:t>z</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5" dirty="0">
                <a:latin typeface="Times New Roman"/>
                <a:cs typeface="Times New Roman"/>
              </a:rPr>
              <a:t>me</a:t>
            </a:r>
            <a:r>
              <a:rPr sz="1700" spc="-10" dirty="0">
                <a:latin typeface="Times New Roman"/>
                <a:cs typeface="Times New Roman"/>
              </a:rPr>
              <a:t>c</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nism</a:t>
            </a:r>
            <a:r>
              <a:rPr sz="1700" spc="7" dirty="0">
                <a:latin typeface="Times New Roman"/>
                <a:cs typeface="Times New Roman"/>
              </a:rPr>
              <a:t> </a:t>
            </a:r>
            <a:r>
              <a:rPr sz="1700" spc="-5" dirty="0">
                <a:latin typeface="Times New Roman"/>
                <a:cs typeface="Times New Roman"/>
              </a:rPr>
              <a:t>may</a:t>
            </a:r>
            <a:r>
              <a:rPr sz="1700" spc="-2" dirty="0">
                <a:latin typeface="Times New Roman"/>
                <a:cs typeface="Times New Roman"/>
              </a:rPr>
              <a:t> </a:t>
            </a:r>
            <a:r>
              <a:rPr sz="1700" spc="-5" dirty="0">
                <a:latin typeface="Times New Roman"/>
                <a:cs typeface="Times New Roman"/>
              </a:rPr>
              <a:t>be n</a:t>
            </a:r>
            <a:r>
              <a:rPr sz="1700" spc="-7" dirty="0">
                <a:latin typeface="Times New Roman"/>
                <a:cs typeface="Times New Roman"/>
              </a:rPr>
              <a:t>ee</a:t>
            </a:r>
            <a:r>
              <a:rPr sz="1700" spc="5" dirty="0">
                <a:latin typeface="Times New Roman"/>
                <a:cs typeface="Times New Roman"/>
              </a:rPr>
              <a:t>d</a:t>
            </a:r>
            <a:r>
              <a:rPr sz="1700" spc="-7" dirty="0">
                <a:latin typeface="Times New Roman"/>
                <a:cs typeface="Times New Roman"/>
              </a:rPr>
              <a:t>e</a:t>
            </a:r>
            <a:r>
              <a:rPr sz="1700" dirty="0">
                <a:latin typeface="Times New Roman"/>
                <a:cs typeface="Times New Roman"/>
              </a:rPr>
              <a:t>d.</a:t>
            </a:r>
          </a:p>
        </p:txBody>
      </p:sp>
    </p:spTree>
    <p:extLst>
      <p:ext uri="{BB962C8B-B14F-4D97-AF65-F5344CB8AC3E}">
        <p14:creationId xmlns:p14="http://schemas.microsoft.com/office/powerpoint/2010/main" val="2493672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48D0-A5C7-C589-3871-AA8FCDA4711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4C825C4-C75A-0F2B-EB18-EF0A1282FCF6}"/>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6F824B7B-0061-C2A3-43B4-7DCF85EF82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84D5E1C6-5955-8745-B3A9-CE13DCCC6BB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5BFA8DF8-5406-3C78-C625-39538F4D9E9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AF90ACA1-493D-9042-87CE-1B95D488B2ED}"/>
              </a:ext>
            </a:extLst>
          </p:cNvPr>
          <p:cNvSpPr txBox="1"/>
          <p:nvPr/>
        </p:nvSpPr>
        <p:spPr>
          <a:xfrm>
            <a:off x="1143000" y="819150"/>
            <a:ext cx="6858000" cy="2144177"/>
          </a:xfrm>
          <a:prstGeom prst="rect">
            <a:avLst/>
          </a:prstGeom>
        </p:spPr>
        <p:txBody>
          <a:bodyPr vert="horz" wrap="square" lIns="0" tIns="0" rIns="0" bIns="0" rtlCol="0">
            <a:spAutoFit/>
          </a:bodyPr>
          <a:lstStyle/>
          <a:p>
            <a:pPr marL="116065" marR="5498" algn="just">
              <a:tabLst>
                <a:tab pos="226022" algn="l"/>
              </a:tabLst>
            </a:pPr>
            <a:r>
              <a:rPr lang="en-US" sz="1700" spc="-2" dirty="0">
                <a:latin typeface="Times New Roman"/>
                <a:cs typeface="Times New Roman"/>
              </a:rPr>
              <a:t>3. </a:t>
            </a:r>
            <a:r>
              <a:rPr sz="1700" spc="-2" dirty="0">
                <a:latin typeface="Times New Roman"/>
                <a:cs typeface="Times New Roman"/>
              </a:rPr>
              <a:t>D</a:t>
            </a:r>
            <a:r>
              <a:rPr sz="1700" spc="-5"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72" dirty="0">
                <a:latin typeface="Times New Roman"/>
                <a:cs typeface="Times New Roman"/>
              </a:rPr>
              <a:t> </a:t>
            </a:r>
            <a:r>
              <a:rPr sz="1700" spc="-7" dirty="0">
                <a:latin typeface="Times New Roman"/>
                <a:cs typeface="Times New Roman"/>
              </a:rPr>
              <a:t>c</a:t>
            </a:r>
            <a:r>
              <a:rPr sz="1700" spc="-5" dirty="0">
                <a:latin typeface="Times New Roman"/>
                <a:cs typeface="Times New Roman"/>
              </a:rPr>
              <a:t>od</a:t>
            </a:r>
            <a:r>
              <a:rPr sz="1700" spc="-7" dirty="0">
                <a:latin typeface="Times New Roman"/>
                <a:cs typeface="Times New Roman"/>
              </a:rPr>
              <a:t>e</a:t>
            </a:r>
            <a:r>
              <a:rPr sz="1700" dirty="0">
                <a:latin typeface="Times New Roman"/>
                <a:cs typeface="Times New Roman"/>
              </a:rPr>
              <a:t>s </a:t>
            </a:r>
            <a:r>
              <a:rPr sz="1700" spc="-70"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67" dirty="0">
                <a:latin typeface="Times New Roman"/>
                <a:cs typeface="Times New Roman"/>
              </a:rPr>
              <a:t> </a:t>
            </a:r>
            <a:r>
              <a:rPr sz="1700" dirty="0">
                <a:latin typeface="Times New Roman"/>
                <a:cs typeface="Times New Roman"/>
              </a:rPr>
              <a:t>f</a:t>
            </a:r>
            <a:r>
              <a:rPr sz="1700" spc="2" dirty="0">
                <a:latin typeface="Times New Roman"/>
                <a:cs typeface="Times New Roman"/>
              </a:rPr>
              <a:t>o</a:t>
            </a:r>
            <a:r>
              <a:rPr sz="1700" spc="-5" dirty="0">
                <a:latin typeface="Times New Roman"/>
                <a:cs typeface="Times New Roman"/>
              </a:rPr>
              <a:t>rm</a:t>
            </a:r>
            <a:r>
              <a:rPr sz="1700" spc="-10" dirty="0">
                <a:latin typeface="Times New Roman"/>
                <a:cs typeface="Times New Roman"/>
              </a:rPr>
              <a:t>a</a:t>
            </a:r>
            <a:r>
              <a:rPr sz="1700" spc="-2" dirty="0">
                <a:latin typeface="Times New Roman"/>
                <a:cs typeface="Times New Roman"/>
              </a:rPr>
              <a:t>ts</a:t>
            </a:r>
            <a:r>
              <a:rPr sz="1700" dirty="0">
                <a:latin typeface="Times New Roman"/>
                <a:cs typeface="Times New Roman"/>
              </a:rPr>
              <a:t> </a:t>
            </a:r>
            <a:r>
              <a:rPr sz="1700" spc="-70" dirty="0">
                <a:latin typeface="Times New Roman"/>
                <a:cs typeface="Times New Roman"/>
              </a:rPr>
              <a:t> </a:t>
            </a:r>
            <a:r>
              <a:rPr sz="1700" spc="-2" dirty="0">
                <a:latin typeface="Times New Roman"/>
                <a:cs typeface="Times New Roman"/>
              </a:rPr>
              <a:t>in</a:t>
            </a:r>
            <a:r>
              <a:rPr sz="1700" spc="70"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riph</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ls</a:t>
            </a:r>
            <a:r>
              <a:rPr sz="1700" spc="70" dirty="0">
                <a:latin typeface="Times New Roman"/>
                <a:cs typeface="Times New Roman"/>
              </a:rPr>
              <a:t> </a:t>
            </a:r>
            <a:r>
              <a:rPr sz="1700" spc="-2" dirty="0">
                <a:latin typeface="Times New Roman"/>
                <a:cs typeface="Times New Roman"/>
              </a:rPr>
              <a:t>dif</a:t>
            </a:r>
            <a:r>
              <a:rPr sz="1700" dirty="0">
                <a:latin typeface="Times New Roman"/>
                <a:cs typeface="Times New Roman"/>
              </a:rPr>
              <a:t>f</a:t>
            </a:r>
            <a:r>
              <a:rPr sz="1700" spc="-7" dirty="0">
                <a:latin typeface="Times New Roman"/>
                <a:cs typeface="Times New Roman"/>
              </a:rPr>
              <a:t>e</a:t>
            </a:r>
            <a:r>
              <a:rPr sz="1700" dirty="0">
                <a:latin typeface="Times New Roman"/>
                <a:cs typeface="Times New Roman"/>
              </a:rPr>
              <a:t>r </a:t>
            </a:r>
            <a:r>
              <a:rPr sz="1700" spc="-72" dirty="0">
                <a:latin typeface="Times New Roman"/>
                <a:cs typeface="Times New Roman"/>
              </a:rPr>
              <a:t> </a:t>
            </a:r>
            <a:r>
              <a:rPr sz="1700" dirty="0">
                <a:latin typeface="Times New Roman"/>
                <a:cs typeface="Times New Roman"/>
              </a:rPr>
              <a:t>f</a:t>
            </a:r>
            <a:r>
              <a:rPr sz="1700" spc="-5" dirty="0">
                <a:latin typeface="Times New Roman"/>
                <a:cs typeface="Times New Roman"/>
              </a:rPr>
              <a:t>r</a:t>
            </a:r>
            <a:r>
              <a:rPr sz="1700" spc="5" dirty="0">
                <a:latin typeface="Times New Roman"/>
                <a:cs typeface="Times New Roman"/>
              </a:rPr>
              <a:t>o</a:t>
            </a:r>
            <a:r>
              <a:rPr sz="1700" spc="-5" dirty="0">
                <a:latin typeface="Times New Roman"/>
                <a:cs typeface="Times New Roman"/>
              </a:rPr>
              <a:t>m</a:t>
            </a:r>
            <a:r>
              <a:rPr sz="1700" spc="70" dirty="0">
                <a:latin typeface="Times New Roman"/>
                <a:cs typeface="Times New Roman"/>
              </a:rPr>
              <a:t> </a:t>
            </a:r>
            <a:r>
              <a:rPr sz="1700" spc="-2" dirty="0">
                <a:latin typeface="Times New Roman"/>
                <a:cs typeface="Times New Roman"/>
              </a:rPr>
              <a:t>the</a:t>
            </a:r>
            <a:r>
              <a:rPr sz="1700" spc="67"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 </a:t>
            </a:r>
            <a:r>
              <a:rPr sz="1700" spc="-72" dirty="0">
                <a:latin typeface="Times New Roman"/>
                <a:cs typeface="Times New Roman"/>
              </a:rPr>
              <a:t> </a:t>
            </a:r>
            <a:r>
              <a:rPr sz="1700" dirty="0">
                <a:latin typeface="Times New Roman"/>
                <a:cs typeface="Times New Roman"/>
              </a:rPr>
              <a:t>fo</a:t>
            </a:r>
            <a:r>
              <a:rPr sz="1700" spc="-5" dirty="0">
                <a:latin typeface="Times New Roman"/>
                <a:cs typeface="Times New Roman"/>
              </a:rPr>
              <a:t>rmat</a:t>
            </a:r>
            <a:r>
              <a:rPr sz="1700" spc="67"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70" dirty="0">
                <a:latin typeface="Times New Roman"/>
                <a:cs typeface="Times New Roman"/>
              </a:rPr>
              <a:t> </a:t>
            </a:r>
            <a:r>
              <a:rPr sz="1700" spc="-2" dirty="0">
                <a:latin typeface="Times New Roman"/>
                <a:cs typeface="Times New Roman"/>
              </a:rPr>
              <a:t>the</a:t>
            </a:r>
            <a:r>
              <a:rPr sz="1700" spc="67"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67"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5" dirty="0">
                <a:latin typeface="Times New Roman"/>
                <a:cs typeface="Times New Roman"/>
              </a:rPr>
              <a:t>memor</a:t>
            </a:r>
            <a:r>
              <a:rPr sz="1700" dirty="0">
                <a:latin typeface="Times New Roman"/>
                <a:cs typeface="Times New Roman"/>
              </a:rPr>
              <a:t>y.</a:t>
            </a:r>
            <a:endParaRPr lang="en-US" sz="1700" dirty="0">
              <a:latin typeface="Times New Roman"/>
              <a:cs typeface="Times New Roman"/>
            </a:endParaRPr>
          </a:p>
          <a:p>
            <a:pPr marL="116065" marR="5498" algn="just">
              <a:tabLst>
                <a:tab pos="226022" algn="l"/>
              </a:tabLst>
            </a:pPr>
            <a:r>
              <a:rPr lang="en-US" sz="1700" spc="-5" dirty="0">
                <a:latin typeface="Times New Roman"/>
                <a:cs typeface="Times New Roman"/>
              </a:rPr>
              <a:t>4. </a:t>
            </a:r>
            <a:r>
              <a:rPr sz="1700" spc="-5" dirty="0">
                <a:latin typeface="Times New Roman"/>
                <a:cs typeface="Times New Roman"/>
              </a:rPr>
              <a:t>The</a:t>
            </a:r>
            <a:r>
              <a:rPr sz="1700" spc="58" dirty="0">
                <a:latin typeface="Times New Roman"/>
                <a:cs typeface="Times New Roman"/>
              </a:rPr>
              <a:t> </a:t>
            </a:r>
            <a:r>
              <a:rPr sz="1700" spc="-5" dirty="0">
                <a:latin typeface="Times New Roman"/>
                <a:cs typeface="Times New Roman"/>
              </a:rPr>
              <a:t>op</a:t>
            </a:r>
            <a:r>
              <a:rPr sz="1700" spc="-2" dirty="0">
                <a:latin typeface="Times New Roman"/>
                <a:cs typeface="Times New Roman"/>
              </a:rPr>
              <a:t>er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ng</a:t>
            </a:r>
            <a:r>
              <a:rPr sz="1700" spc="63" dirty="0">
                <a:latin typeface="Times New Roman"/>
                <a:cs typeface="Times New Roman"/>
              </a:rPr>
              <a:t> </a:t>
            </a:r>
            <a:r>
              <a:rPr sz="1700" spc="-5" dirty="0">
                <a:latin typeface="Times New Roman"/>
                <a:cs typeface="Times New Roman"/>
              </a:rPr>
              <a:t>modes</a:t>
            </a:r>
            <a:r>
              <a:rPr sz="1700" spc="65" dirty="0">
                <a:latin typeface="Times New Roman"/>
                <a:cs typeface="Times New Roman"/>
              </a:rPr>
              <a:t> </a:t>
            </a:r>
            <a:r>
              <a:rPr sz="1700" dirty="0">
                <a:latin typeface="Times New Roman"/>
                <a:cs typeface="Times New Roman"/>
              </a:rPr>
              <a:t>of</a:t>
            </a:r>
            <a:r>
              <a:rPr sz="1700" spc="65"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riph</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ls</a:t>
            </a:r>
            <a:r>
              <a:rPr sz="1700" spc="63" dirty="0">
                <a:latin typeface="Times New Roman"/>
                <a:cs typeface="Times New Roman"/>
              </a:rPr>
              <a:t> </a:t>
            </a:r>
            <a:r>
              <a:rPr sz="1700" spc="-7" dirty="0">
                <a:latin typeface="Times New Roman"/>
                <a:cs typeface="Times New Roman"/>
              </a:rPr>
              <a:t>a</a:t>
            </a:r>
            <a:r>
              <a:rPr sz="1700" spc="2" dirty="0">
                <a:latin typeface="Times New Roman"/>
                <a:cs typeface="Times New Roman"/>
              </a:rPr>
              <a:t>r</a:t>
            </a:r>
            <a:r>
              <a:rPr sz="1700" spc="-5" dirty="0">
                <a:latin typeface="Times New Roman"/>
                <a:cs typeface="Times New Roman"/>
              </a:rPr>
              <a:t>e</a:t>
            </a:r>
            <a:r>
              <a:rPr sz="1700" spc="60" dirty="0">
                <a:latin typeface="Times New Roman"/>
                <a:cs typeface="Times New Roman"/>
              </a:rPr>
              <a:t> </a:t>
            </a:r>
            <a:r>
              <a:rPr sz="1700" spc="-2" dirty="0">
                <a:latin typeface="Times New Roman"/>
                <a:cs typeface="Times New Roman"/>
              </a:rPr>
              <a:t>di</a:t>
            </a:r>
            <a:r>
              <a:rPr sz="1700" dirty="0">
                <a:latin typeface="Times New Roman"/>
                <a:cs typeface="Times New Roman"/>
              </a:rPr>
              <a:t>f</a:t>
            </a:r>
            <a:r>
              <a:rPr sz="1700" spc="-2" dirty="0">
                <a:latin typeface="Times New Roman"/>
                <a:cs typeface="Times New Roman"/>
              </a:rPr>
              <a:t>f</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nt</a:t>
            </a:r>
            <a:r>
              <a:rPr sz="1700" spc="70"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63" dirty="0">
                <a:latin typeface="Times New Roman"/>
                <a:cs typeface="Times New Roman"/>
              </a:rPr>
              <a:t> </a:t>
            </a:r>
            <a:r>
              <a:rPr sz="1700" spc="-2" dirty="0">
                <a:latin typeface="Times New Roman"/>
                <a:cs typeface="Times New Roman"/>
              </a:rPr>
              <a:t>e</a:t>
            </a:r>
            <a:r>
              <a:rPr sz="1700" spc="-7" dirty="0">
                <a:latin typeface="Times New Roman"/>
                <a:cs typeface="Times New Roman"/>
              </a:rPr>
              <a:t>ac</a:t>
            </a:r>
            <a:r>
              <a:rPr sz="1700" dirty="0">
                <a:latin typeface="Times New Roman"/>
                <a:cs typeface="Times New Roman"/>
              </a:rPr>
              <a:t>h</a:t>
            </a:r>
            <a:r>
              <a:rPr sz="1700" spc="63" dirty="0">
                <a:latin typeface="Times New Roman"/>
                <a:cs typeface="Times New Roman"/>
              </a:rPr>
              <a:t> </a:t>
            </a:r>
            <a:r>
              <a:rPr sz="1700" spc="-2" dirty="0">
                <a:latin typeface="Times New Roman"/>
                <a:cs typeface="Times New Roman"/>
              </a:rPr>
              <a:t>ot</a:t>
            </a:r>
            <a:r>
              <a:rPr sz="1700" spc="12" dirty="0">
                <a:latin typeface="Times New Roman"/>
                <a:cs typeface="Times New Roman"/>
              </a:rPr>
              <a:t>h</a:t>
            </a:r>
            <a:r>
              <a:rPr sz="1700" spc="-7" dirty="0">
                <a:latin typeface="Times New Roman"/>
                <a:cs typeface="Times New Roman"/>
              </a:rPr>
              <a:t>e</a:t>
            </a:r>
            <a:r>
              <a:rPr sz="1700" dirty="0">
                <a:latin typeface="Times New Roman"/>
                <a:cs typeface="Times New Roman"/>
              </a:rPr>
              <a:t>r</a:t>
            </a:r>
            <a:r>
              <a:rPr sz="1700" spc="67"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67" dirty="0">
                <a:latin typeface="Times New Roman"/>
                <a:cs typeface="Times New Roman"/>
              </a:rPr>
              <a:t> </a:t>
            </a:r>
            <a:r>
              <a:rPr sz="1700" spc="-7" dirty="0">
                <a:latin typeface="Times New Roman"/>
                <a:cs typeface="Times New Roman"/>
              </a:rPr>
              <a:t>ea</a:t>
            </a:r>
            <a:r>
              <a:rPr sz="1700" spc="-2" dirty="0">
                <a:latin typeface="Times New Roman"/>
                <a:cs typeface="Times New Roman"/>
              </a:rPr>
              <a:t>c</a:t>
            </a:r>
            <a:r>
              <a:rPr sz="1700" dirty="0">
                <a:latin typeface="Times New Roman"/>
                <a:cs typeface="Times New Roman"/>
              </a:rPr>
              <a:t>h</a:t>
            </a:r>
            <a:r>
              <a:rPr sz="1700" spc="63" dirty="0">
                <a:latin typeface="Times New Roman"/>
                <a:cs typeface="Times New Roman"/>
              </a:rPr>
              <a:t> </a:t>
            </a:r>
            <a:r>
              <a:rPr sz="1700" spc="-5" dirty="0">
                <a:latin typeface="Times New Roman"/>
                <a:cs typeface="Times New Roman"/>
              </a:rPr>
              <a:t>must</a:t>
            </a:r>
            <a:r>
              <a:rPr sz="1700" spc="65" dirty="0">
                <a:latin typeface="Times New Roman"/>
                <a:cs typeface="Times New Roman"/>
              </a:rPr>
              <a:t> </a:t>
            </a:r>
            <a:r>
              <a:rPr sz="1700" spc="-5" dirty="0">
                <a:latin typeface="Times New Roman"/>
                <a:cs typeface="Times New Roman"/>
              </a:rPr>
              <a:t>be</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ontroll</a:t>
            </a:r>
            <a:r>
              <a:rPr sz="1700" spc="-7" dirty="0">
                <a:latin typeface="Times New Roman"/>
                <a:cs typeface="Times New Roman"/>
              </a:rPr>
              <a:t>e</a:t>
            </a:r>
            <a:r>
              <a:rPr sz="1700" dirty="0">
                <a:latin typeface="Times New Roman"/>
                <a:cs typeface="Times New Roman"/>
              </a:rPr>
              <a:t>d</a:t>
            </a:r>
            <a:r>
              <a:rPr sz="1700" spc="-7" dirty="0">
                <a:latin typeface="Times New Roman"/>
                <a:cs typeface="Times New Roman"/>
              </a:rPr>
              <a:t> </a:t>
            </a:r>
            <a:r>
              <a:rPr sz="1700" spc="-2" dirty="0">
                <a:latin typeface="Times New Roman"/>
                <a:cs typeface="Times New Roman"/>
              </a:rPr>
              <a:t>s</a:t>
            </a:r>
            <a:r>
              <a:rPr sz="1700" dirty="0">
                <a:latin typeface="Times New Roman"/>
                <a:cs typeface="Times New Roman"/>
              </a:rPr>
              <a:t>o </a:t>
            </a:r>
            <a:r>
              <a:rPr sz="1700" spc="-7" dirty="0">
                <a:latin typeface="Times New Roman"/>
                <a:cs typeface="Times New Roman"/>
              </a:rPr>
              <a:t>a</a:t>
            </a:r>
            <a:r>
              <a:rPr sz="1700" dirty="0">
                <a:latin typeface="Times New Roman"/>
                <a:cs typeface="Times New Roman"/>
              </a:rPr>
              <a:t>s</a:t>
            </a:r>
            <a:r>
              <a:rPr sz="1700" spc="-7" dirty="0">
                <a:latin typeface="Times New Roman"/>
                <a:cs typeface="Times New Roman"/>
              </a:rPr>
              <a:t> </a:t>
            </a:r>
            <a:r>
              <a:rPr sz="1700" spc="-5" dirty="0">
                <a:latin typeface="Times New Roman"/>
                <a:cs typeface="Times New Roman"/>
              </a:rPr>
              <a:t>not </a:t>
            </a:r>
            <a:r>
              <a:rPr sz="1700" spc="-2" dirty="0">
                <a:latin typeface="Times New Roman"/>
                <a:cs typeface="Times New Roman"/>
              </a:rPr>
              <a:t>to</a:t>
            </a:r>
            <a:r>
              <a:rPr sz="1700" dirty="0">
                <a:latin typeface="Times New Roman"/>
                <a:cs typeface="Times New Roman"/>
              </a:rPr>
              <a:t> </a:t>
            </a:r>
            <a:r>
              <a:rPr sz="1700" spc="-2" dirty="0">
                <a:latin typeface="Times New Roman"/>
                <a:cs typeface="Times New Roman"/>
              </a:rPr>
              <a:t>dis</a:t>
            </a:r>
            <a:r>
              <a:rPr sz="1700" dirty="0">
                <a:latin typeface="Times New Roman"/>
                <a:cs typeface="Times New Roman"/>
              </a:rPr>
              <a:t>turb</a:t>
            </a:r>
            <a:r>
              <a:rPr sz="1700" spc="-10"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dirty="0">
                <a:latin typeface="Times New Roman"/>
                <a:cs typeface="Times New Roman"/>
              </a:rPr>
              <a:t>o</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7" dirty="0">
                <a:latin typeface="Times New Roman"/>
                <a:cs typeface="Times New Roman"/>
              </a:rPr>
              <a:t> </a:t>
            </a:r>
            <a:r>
              <a:rPr sz="1700" spc="5" dirty="0">
                <a:latin typeface="Times New Roman"/>
                <a:cs typeface="Times New Roman"/>
              </a:rPr>
              <a:t>o</a:t>
            </a:r>
            <a:r>
              <a:rPr sz="1700" dirty="0">
                <a:latin typeface="Times New Roman"/>
                <a:cs typeface="Times New Roman"/>
              </a:rPr>
              <a:t>f</a:t>
            </a:r>
            <a:r>
              <a:rPr sz="1700" spc="-10" dirty="0">
                <a:latin typeface="Times New Roman"/>
                <a:cs typeface="Times New Roman"/>
              </a:rPr>
              <a:t> </a:t>
            </a:r>
            <a:r>
              <a:rPr sz="1700" spc="-5" dirty="0">
                <a:latin typeface="Times New Roman"/>
                <a:cs typeface="Times New Roman"/>
              </a:rPr>
              <a:t>oth</a:t>
            </a:r>
            <a:r>
              <a:rPr sz="1700" spc="-2" dirty="0">
                <a:latin typeface="Times New Roman"/>
                <a:cs typeface="Times New Roman"/>
              </a:rPr>
              <a:t>e</a:t>
            </a:r>
            <a:r>
              <a:rPr sz="1700" dirty="0">
                <a:latin typeface="Times New Roman"/>
                <a:cs typeface="Times New Roman"/>
              </a:rPr>
              <a:t>r</a:t>
            </a:r>
            <a:r>
              <a:rPr sz="1700" spc="-10"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riph</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ls </a:t>
            </a:r>
            <a:r>
              <a:rPr sz="1700" spc="-5" dirty="0">
                <a:latin typeface="Times New Roman"/>
                <a:cs typeface="Times New Roman"/>
              </a:rPr>
              <a:t>conne</a:t>
            </a:r>
            <a:r>
              <a:rPr sz="1700" spc="-7" dirty="0">
                <a:latin typeface="Times New Roman"/>
                <a:cs typeface="Times New Roman"/>
              </a:rPr>
              <a:t>c</a:t>
            </a:r>
            <a:r>
              <a:rPr sz="1700" spc="-2" dirty="0">
                <a:latin typeface="Times New Roman"/>
                <a:cs typeface="Times New Roman"/>
              </a:rPr>
              <a:t>ted</a:t>
            </a:r>
            <a:r>
              <a:rPr sz="1700" spc="-7" dirty="0">
                <a:latin typeface="Times New Roman"/>
                <a:cs typeface="Times New Roman"/>
              </a:rPr>
              <a:t> </a:t>
            </a:r>
            <a:r>
              <a:rPr sz="1700" dirty="0">
                <a:latin typeface="Times New Roman"/>
                <a:cs typeface="Times New Roman"/>
              </a:rPr>
              <a:t>to</a:t>
            </a:r>
            <a:r>
              <a:rPr sz="1700" spc="-7"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C</a:t>
            </a:r>
            <a:r>
              <a:rPr sz="1700" dirty="0">
                <a:latin typeface="Times New Roman"/>
                <a:cs typeface="Times New Roman"/>
              </a:rPr>
              <a:t>P</a:t>
            </a:r>
            <a:r>
              <a:rPr sz="1700" spc="-2" dirty="0">
                <a:latin typeface="Times New Roman"/>
                <a:cs typeface="Times New Roman"/>
              </a:rPr>
              <a:t>U.</a:t>
            </a:r>
            <a:endParaRPr lang="en-US" sz="1700" spc="-2" dirty="0">
              <a:latin typeface="Times New Roman"/>
              <a:cs typeface="Times New Roman"/>
            </a:endParaRPr>
          </a:p>
          <a:p>
            <a:pPr marL="116065" marR="5498" algn="just">
              <a:tabLst>
                <a:tab pos="226022" algn="l"/>
              </a:tabLst>
            </a:pPr>
            <a:endParaRPr sz="1700" dirty="0">
              <a:latin typeface="Times New Roman"/>
              <a:cs typeface="Times New Roman"/>
            </a:endParaRPr>
          </a:p>
          <a:p>
            <a:pPr marL="6109" marR="2443" algn="just">
              <a:spcBef>
                <a:spcPts val="380"/>
              </a:spcBef>
            </a:pPr>
            <a:r>
              <a:rPr sz="1700" dirty="0">
                <a:latin typeface="Times New Roman"/>
                <a:cs typeface="Times New Roman"/>
              </a:rPr>
              <a:t>A</a:t>
            </a:r>
            <a:r>
              <a:rPr sz="1700" spc="31" dirty="0">
                <a:latin typeface="Times New Roman"/>
                <a:cs typeface="Times New Roman"/>
              </a:rPr>
              <a:t> </a:t>
            </a:r>
            <a:r>
              <a:rPr sz="1700" spc="-2" dirty="0">
                <a:latin typeface="Times New Roman"/>
                <a:cs typeface="Times New Roman"/>
              </a:rPr>
              <a:t>typi</a:t>
            </a:r>
            <a:r>
              <a:rPr sz="1700" spc="-7" dirty="0">
                <a:latin typeface="Times New Roman"/>
                <a:cs typeface="Times New Roman"/>
              </a:rPr>
              <a:t>ca</a:t>
            </a:r>
            <a:r>
              <a:rPr sz="1700" spc="-2" dirty="0">
                <a:latin typeface="Times New Roman"/>
                <a:cs typeface="Times New Roman"/>
              </a:rPr>
              <a:t>l</a:t>
            </a:r>
            <a:r>
              <a:rPr sz="1700" spc="34" dirty="0">
                <a:latin typeface="Times New Roman"/>
                <a:cs typeface="Times New Roman"/>
              </a:rPr>
              <a:t> </a:t>
            </a:r>
            <a:r>
              <a:rPr sz="1700" spc="-7" dirty="0">
                <a:latin typeface="Times New Roman"/>
                <a:cs typeface="Times New Roman"/>
              </a:rPr>
              <a:t>c</a:t>
            </a:r>
            <a:r>
              <a:rPr sz="1700" spc="-5" dirty="0">
                <a:latin typeface="Times New Roman"/>
                <a:cs typeface="Times New Roman"/>
              </a:rPr>
              <a:t>ommunic</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34" dirty="0">
                <a:latin typeface="Times New Roman"/>
                <a:cs typeface="Times New Roman"/>
              </a:rPr>
              <a:t> </a:t>
            </a:r>
            <a:r>
              <a:rPr sz="1700" spc="-2" dirty="0">
                <a:latin typeface="Times New Roman"/>
                <a:cs typeface="Times New Roman"/>
              </a:rPr>
              <a:t>li</a:t>
            </a:r>
            <a:r>
              <a:rPr sz="1700" dirty="0">
                <a:latin typeface="Times New Roman"/>
                <a:cs typeface="Times New Roman"/>
              </a:rPr>
              <a:t>nk</a:t>
            </a:r>
            <a:r>
              <a:rPr sz="1700" spc="34"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7" dirty="0">
                <a:latin typeface="Times New Roman"/>
                <a:cs typeface="Times New Roman"/>
              </a:rPr>
              <a:t>ee</a:t>
            </a:r>
            <a:r>
              <a:rPr sz="1700" dirty="0">
                <a:latin typeface="Times New Roman"/>
                <a:cs typeface="Times New Roman"/>
              </a:rPr>
              <a:t>n</a:t>
            </a:r>
            <a:r>
              <a:rPr sz="1700" spc="34"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5" dirty="0">
                <a:latin typeface="Times New Roman"/>
                <a:cs typeface="Times New Roman"/>
              </a:rPr>
              <a:t>pro</a:t>
            </a:r>
            <a:r>
              <a:rPr sz="1700" spc="-10" dirty="0">
                <a:latin typeface="Times New Roman"/>
                <a:cs typeface="Times New Roman"/>
              </a:rPr>
              <a:t>c</a:t>
            </a:r>
            <a:r>
              <a:rPr sz="1700" spc="-2" dirty="0">
                <a:latin typeface="Times New Roman"/>
                <a:cs typeface="Times New Roman"/>
              </a:rPr>
              <a:t>esso</a:t>
            </a:r>
            <a:r>
              <a:rPr sz="1700" dirty="0">
                <a:latin typeface="Times New Roman"/>
                <a:cs typeface="Times New Roman"/>
              </a:rPr>
              <a:t>r</a:t>
            </a:r>
            <a:r>
              <a:rPr sz="1700" spc="3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34" dirty="0">
                <a:latin typeface="Times New Roman"/>
                <a:cs typeface="Times New Roman"/>
              </a:rPr>
              <a:t> </a:t>
            </a:r>
            <a:r>
              <a:rPr sz="1700" spc="-2" dirty="0">
                <a:latin typeface="Times New Roman"/>
                <a:cs typeface="Times New Roman"/>
              </a:rPr>
              <a:t>se</a:t>
            </a:r>
            <a:r>
              <a:rPr sz="1700" spc="-5" dirty="0">
                <a:latin typeface="Times New Roman"/>
                <a:cs typeface="Times New Roman"/>
              </a:rPr>
              <a:t>v</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l</a:t>
            </a:r>
            <a:r>
              <a:rPr sz="1700" spc="34" dirty="0">
                <a:latin typeface="Times New Roman"/>
                <a:cs typeface="Times New Roman"/>
              </a:rPr>
              <a:t> </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riph</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ls</a:t>
            </a:r>
            <a:r>
              <a:rPr sz="1700" spc="34" dirty="0">
                <a:latin typeface="Times New Roman"/>
                <a:cs typeface="Times New Roman"/>
              </a:rPr>
              <a:t> </a:t>
            </a:r>
            <a:r>
              <a:rPr sz="1700" spc="-2" dirty="0">
                <a:latin typeface="Times New Roman"/>
                <a:cs typeface="Times New Roman"/>
              </a:rPr>
              <a:t>is</a:t>
            </a:r>
            <a:r>
              <a:rPr sz="1700" spc="34" dirty="0">
                <a:latin typeface="Times New Roman"/>
                <a:cs typeface="Times New Roman"/>
              </a:rPr>
              <a:t> </a:t>
            </a:r>
            <a:r>
              <a:rPr sz="1700" spc="-2" dirty="0">
                <a:latin typeface="Times New Roman"/>
                <a:cs typeface="Times New Roman"/>
              </a:rPr>
              <a:t>show</a:t>
            </a:r>
            <a:r>
              <a:rPr sz="1700" dirty="0">
                <a:latin typeface="Times New Roman"/>
                <a:cs typeface="Times New Roman"/>
              </a:rPr>
              <a:t>n</a:t>
            </a:r>
            <a:r>
              <a:rPr sz="1700" spc="34" dirty="0">
                <a:latin typeface="Times New Roman"/>
                <a:cs typeface="Times New Roman"/>
              </a:rPr>
              <a:t> </a:t>
            </a:r>
            <a:r>
              <a:rPr sz="1700" spc="-2" dirty="0">
                <a:latin typeface="Times New Roman"/>
                <a:cs typeface="Times New Roman"/>
              </a:rPr>
              <a:t>in</a:t>
            </a:r>
            <a:r>
              <a:rPr sz="1700" spc="51" dirty="0">
                <a:latin typeface="Times New Roman"/>
                <a:cs typeface="Times New Roman"/>
              </a:rPr>
              <a:t> </a:t>
            </a:r>
            <a:r>
              <a:rPr sz="1700" spc="-2" dirty="0">
                <a:latin typeface="Times New Roman"/>
                <a:cs typeface="Times New Roman"/>
              </a:rPr>
              <a:t>the figu</a:t>
            </a:r>
            <a:r>
              <a:rPr sz="1700" spc="-5" dirty="0">
                <a:latin typeface="Times New Roman"/>
                <a:cs typeface="Times New Roman"/>
              </a:rPr>
              <a:t>re</a:t>
            </a:r>
            <a:r>
              <a:rPr sz="1700" spc="-2"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lo</a:t>
            </a:r>
            <a:r>
              <a:rPr sz="1700" spc="-2" dirty="0">
                <a:latin typeface="Times New Roman"/>
                <a:cs typeface="Times New Roman"/>
              </a:rPr>
              <a:t>w</a:t>
            </a:r>
            <a:r>
              <a:rPr sz="1700" dirty="0">
                <a:latin typeface="Times New Roman"/>
                <a:cs typeface="Times New Roman"/>
              </a:rPr>
              <a:t>.</a:t>
            </a:r>
          </a:p>
        </p:txBody>
      </p:sp>
    </p:spTree>
    <p:extLst>
      <p:ext uri="{BB962C8B-B14F-4D97-AF65-F5344CB8AC3E}">
        <p14:creationId xmlns:p14="http://schemas.microsoft.com/office/powerpoint/2010/main" val="2136607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197AD-1900-1DF8-1E7C-555D791A860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B3A605-BCDC-0176-1836-7D88D790CC3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9963D7DB-060D-B79A-F45B-3CEC1D9FA2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F0CC198-45DC-4A83-CED0-497130A321D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B5B83B6-E170-B88F-B6DF-996C2CBB83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4"/>
          <p:cNvSpPr/>
          <p:nvPr/>
        </p:nvSpPr>
        <p:spPr>
          <a:xfrm>
            <a:off x="1981200" y="923000"/>
            <a:ext cx="4492813" cy="2105950"/>
          </a:xfrm>
          <a:prstGeom prst="rect">
            <a:avLst/>
          </a:prstGeom>
          <a:blipFill>
            <a:blip r:embed="rId6" cstate="print"/>
            <a:stretch>
              <a:fillRect/>
            </a:stretch>
          </a:blipFill>
        </p:spPr>
        <p:txBody>
          <a:bodyPr wrap="square" lIns="0" tIns="0" rIns="0" bIns="0" rtlCol="0"/>
          <a:lstStyle/>
          <a:p>
            <a:r>
              <a:rPr lang="en-US" sz="866" dirty="0"/>
              <a:t>v</a:t>
            </a:r>
            <a:endParaRPr sz="866" dirty="0"/>
          </a:p>
        </p:txBody>
      </p:sp>
      <p:sp>
        <p:nvSpPr>
          <p:cNvPr id="2" name="object 3"/>
          <p:cNvSpPr txBox="1"/>
          <p:nvPr/>
        </p:nvSpPr>
        <p:spPr>
          <a:xfrm>
            <a:off x="1066800" y="3105150"/>
            <a:ext cx="7010399" cy="1579920"/>
          </a:xfrm>
          <a:prstGeom prst="rect">
            <a:avLst/>
          </a:prstGeom>
        </p:spPr>
        <p:txBody>
          <a:bodyPr vert="horz" wrap="square" lIns="0" tIns="0" rIns="0" bIns="0" rtlCol="0">
            <a:spAutoFit/>
          </a:bodyPr>
          <a:lstStyle/>
          <a:p>
            <a:pPr marL="305" algn="ctr"/>
            <a:r>
              <a:rPr sz="1100" i="1" spc="-2" dirty="0">
                <a:latin typeface="Times New Roman"/>
                <a:cs typeface="Times New Roman"/>
              </a:rPr>
              <a:t>C</a:t>
            </a:r>
            <a:r>
              <a:rPr sz="1100" i="1" dirty="0">
                <a:latin typeface="Times New Roman"/>
                <a:cs typeface="Times New Roman"/>
              </a:rPr>
              <a:t>onnec</a:t>
            </a:r>
            <a:r>
              <a:rPr sz="1100" i="1" spc="-5" dirty="0">
                <a:latin typeface="Times New Roman"/>
                <a:cs typeface="Times New Roman"/>
              </a:rPr>
              <a:t>t</a:t>
            </a:r>
            <a:r>
              <a:rPr sz="1100" i="1" dirty="0">
                <a:latin typeface="Times New Roman"/>
                <a:cs typeface="Times New Roman"/>
              </a:rPr>
              <a:t>ion</a:t>
            </a:r>
            <a:r>
              <a:rPr sz="1100" i="1" spc="-7" dirty="0">
                <a:latin typeface="Times New Roman"/>
                <a:cs typeface="Times New Roman"/>
              </a:rPr>
              <a:t> </a:t>
            </a:r>
            <a:r>
              <a:rPr sz="1100" i="1" dirty="0">
                <a:latin typeface="Times New Roman"/>
                <a:cs typeface="Times New Roman"/>
              </a:rPr>
              <a:t>of</a:t>
            </a:r>
            <a:r>
              <a:rPr sz="1100" i="1" spc="-5" dirty="0">
                <a:latin typeface="Times New Roman"/>
                <a:cs typeface="Times New Roman"/>
              </a:rPr>
              <a:t> </a:t>
            </a:r>
            <a:r>
              <a:rPr sz="1100" i="1" dirty="0">
                <a:latin typeface="Times New Roman"/>
                <a:cs typeface="Times New Roman"/>
              </a:rPr>
              <a:t>I/O</a:t>
            </a:r>
            <a:r>
              <a:rPr sz="1100" i="1" spc="-2" dirty="0">
                <a:latin typeface="Times New Roman"/>
                <a:cs typeface="Times New Roman"/>
              </a:rPr>
              <a:t> </a:t>
            </a:r>
            <a:r>
              <a:rPr sz="1100" i="1" dirty="0">
                <a:latin typeface="Times New Roman"/>
                <a:cs typeface="Times New Roman"/>
              </a:rPr>
              <a:t>b</a:t>
            </a:r>
            <a:r>
              <a:rPr sz="1100" i="1" spc="-7" dirty="0">
                <a:latin typeface="Times New Roman"/>
                <a:cs typeface="Times New Roman"/>
              </a:rPr>
              <a:t>u</a:t>
            </a:r>
            <a:r>
              <a:rPr sz="1100" i="1" dirty="0">
                <a:latin typeface="Times New Roman"/>
                <a:cs typeface="Times New Roman"/>
              </a:rPr>
              <a:t>s </a:t>
            </a:r>
            <a:r>
              <a:rPr sz="1100" i="1" spc="-2" dirty="0">
                <a:latin typeface="Times New Roman"/>
                <a:cs typeface="Times New Roman"/>
              </a:rPr>
              <a:t>t</a:t>
            </a:r>
            <a:r>
              <a:rPr sz="1100" i="1" dirty="0">
                <a:latin typeface="Times New Roman"/>
                <a:cs typeface="Times New Roman"/>
              </a:rPr>
              <a:t>o i</a:t>
            </a:r>
            <a:r>
              <a:rPr sz="1100" i="1" spc="-7" dirty="0">
                <a:latin typeface="Times New Roman"/>
                <a:cs typeface="Times New Roman"/>
              </a:rPr>
              <a:t>n</a:t>
            </a:r>
            <a:r>
              <a:rPr sz="1100" i="1" dirty="0">
                <a:latin typeface="Times New Roman"/>
                <a:cs typeface="Times New Roman"/>
              </a:rPr>
              <a:t>pu</a:t>
            </a:r>
            <a:r>
              <a:rPr sz="1100" i="1" spc="5" dirty="0">
                <a:latin typeface="Times New Roman"/>
                <a:cs typeface="Times New Roman"/>
              </a:rPr>
              <a:t>t</a:t>
            </a:r>
            <a:r>
              <a:rPr sz="1100" i="1" dirty="0">
                <a:latin typeface="Times New Roman"/>
                <a:cs typeface="Times New Roman"/>
              </a:rPr>
              <a:t>-</a:t>
            </a:r>
            <a:r>
              <a:rPr sz="1100" i="1" spc="-7" dirty="0">
                <a:latin typeface="Times New Roman"/>
                <a:cs typeface="Times New Roman"/>
              </a:rPr>
              <a:t>o</a:t>
            </a:r>
            <a:r>
              <a:rPr sz="1100" i="1" dirty="0">
                <a:latin typeface="Times New Roman"/>
                <a:cs typeface="Times New Roman"/>
              </a:rPr>
              <a:t>ut</a:t>
            </a:r>
            <a:r>
              <a:rPr sz="1100" i="1" spc="-7" dirty="0">
                <a:latin typeface="Times New Roman"/>
                <a:cs typeface="Times New Roman"/>
              </a:rPr>
              <a:t>p</a:t>
            </a:r>
            <a:r>
              <a:rPr sz="1100" i="1" dirty="0">
                <a:latin typeface="Times New Roman"/>
                <a:cs typeface="Times New Roman"/>
              </a:rPr>
              <a:t>ut</a:t>
            </a:r>
            <a:r>
              <a:rPr sz="1100" i="1" spc="2" dirty="0">
                <a:latin typeface="Times New Roman"/>
                <a:cs typeface="Times New Roman"/>
              </a:rPr>
              <a:t> </a:t>
            </a:r>
            <a:r>
              <a:rPr sz="1100" i="1" spc="-7" dirty="0">
                <a:latin typeface="Times New Roman"/>
                <a:cs typeface="Times New Roman"/>
              </a:rPr>
              <a:t>d</a:t>
            </a:r>
            <a:r>
              <a:rPr sz="1100" i="1" dirty="0">
                <a:latin typeface="Times New Roman"/>
                <a:cs typeface="Times New Roman"/>
              </a:rPr>
              <a:t>ev</a:t>
            </a:r>
            <a:r>
              <a:rPr sz="1100" i="1" spc="-5" dirty="0">
                <a:latin typeface="Times New Roman"/>
                <a:cs typeface="Times New Roman"/>
              </a:rPr>
              <a:t>i</a:t>
            </a:r>
            <a:r>
              <a:rPr sz="1100" i="1" dirty="0">
                <a:latin typeface="Times New Roman"/>
                <a:cs typeface="Times New Roman"/>
              </a:rPr>
              <a:t>ces</a:t>
            </a:r>
            <a:endParaRPr sz="1100" dirty="0">
              <a:latin typeface="Times New Roman"/>
              <a:cs typeface="Times New Roman"/>
            </a:endParaRPr>
          </a:p>
          <a:p>
            <a:pPr marL="6109" marR="2443" indent="-1833" algn="just">
              <a:spcBef>
                <a:spcPts val="397"/>
              </a:spcBef>
            </a:pPr>
            <a:endParaRPr lang="en-US" sz="1700" spc="-5" dirty="0">
              <a:latin typeface="Times New Roman"/>
              <a:cs typeface="Times New Roman"/>
            </a:endParaRPr>
          </a:p>
          <a:p>
            <a:pPr marL="6109" marR="2443" indent="-1833" algn="just">
              <a:spcBef>
                <a:spcPts val="397"/>
              </a:spcBef>
            </a:pPr>
            <a:r>
              <a:rPr sz="1700" spc="-5" dirty="0">
                <a:latin typeface="Times New Roman"/>
                <a:cs typeface="Times New Roman"/>
              </a:rPr>
              <a:t>The</a:t>
            </a:r>
            <a:r>
              <a:rPr sz="1700" spc="7" dirty="0">
                <a:latin typeface="Times New Roman"/>
                <a:cs typeface="Times New Roman"/>
              </a:rPr>
              <a:t> </a:t>
            </a:r>
            <a:r>
              <a:rPr sz="1700" spc="-10" dirty="0">
                <a:latin typeface="Times New Roman"/>
                <a:cs typeface="Times New Roman"/>
              </a:rPr>
              <a:t>I</a:t>
            </a:r>
            <a:r>
              <a:rPr sz="1700" dirty="0">
                <a:latin typeface="Times New Roman"/>
                <a:cs typeface="Times New Roman"/>
              </a:rPr>
              <a:t>/O</a:t>
            </a:r>
            <a:r>
              <a:rPr sz="1700" spc="5" dirty="0">
                <a:latin typeface="Times New Roman"/>
                <a:cs typeface="Times New Roman"/>
              </a:rPr>
              <a:t> </a:t>
            </a:r>
            <a:r>
              <a:rPr sz="1700" dirty="0">
                <a:latin typeface="Times New Roman"/>
                <a:cs typeface="Times New Roman"/>
              </a:rPr>
              <a:t>bus</a:t>
            </a:r>
            <a:r>
              <a:rPr sz="1700" spc="10" dirty="0">
                <a:latin typeface="Times New Roman"/>
                <a:cs typeface="Times New Roman"/>
              </a:rPr>
              <a:t> </a:t>
            </a:r>
            <a:r>
              <a:rPr sz="1700" spc="-7" dirty="0">
                <a:latin typeface="Times New Roman"/>
                <a:cs typeface="Times New Roman"/>
              </a:rPr>
              <a:t>c</a:t>
            </a:r>
            <a:r>
              <a:rPr sz="1700" spc="-2" dirty="0">
                <a:latin typeface="Times New Roman"/>
                <a:cs typeface="Times New Roman"/>
              </a:rPr>
              <a:t>onsist</a:t>
            </a:r>
            <a:r>
              <a:rPr sz="1700" dirty="0">
                <a:latin typeface="Times New Roman"/>
                <a:cs typeface="Times New Roman"/>
              </a:rPr>
              <a:t>s</a:t>
            </a:r>
            <a:r>
              <a:rPr sz="1700" spc="5"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2"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dd</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5" dirty="0">
                <a:latin typeface="Times New Roman"/>
                <a:cs typeface="Times New Roman"/>
              </a:rPr>
              <a:t> </a:t>
            </a:r>
            <a:r>
              <a:rPr sz="1700" spc="-2"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a:t>
            </a:r>
            <a:r>
              <a:rPr sz="1700" spc="5"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5" dirty="0">
                <a:latin typeface="Times New Roman"/>
                <a:cs typeface="Times New Roman"/>
              </a:rPr>
              <a:t> </a:t>
            </a:r>
            <a:r>
              <a:rPr sz="1700" spc="-5" dirty="0">
                <a:latin typeface="Times New Roman"/>
                <a:cs typeface="Times New Roman"/>
              </a:rPr>
              <a:t>The</a:t>
            </a:r>
            <a:r>
              <a:rPr sz="1700" dirty="0">
                <a:latin typeface="Times New Roman"/>
                <a:cs typeface="Times New Roman"/>
              </a:rPr>
              <a:t> </a:t>
            </a:r>
            <a:r>
              <a:rPr sz="1700" spc="-5" dirty="0">
                <a:latin typeface="Times New Roman"/>
                <a:cs typeface="Times New Roman"/>
              </a:rPr>
              <a:t>m</a:t>
            </a:r>
            <a:r>
              <a:rPr sz="1700" spc="-2" dirty="0">
                <a:latin typeface="Times New Roman"/>
                <a:cs typeface="Times New Roman"/>
              </a:rPr>
              <a:t>a</a:t>
            </a:r>
            <a:r>
              <a:rPr sz="1700" spc="-5" dirty="0">
                <a:latin typeface="Times New Roman"/>
                <a:cs typeface="Times New Roman"/>
              </a:rPr>
              <a:t>gn</a:t>
            </a:r>
            <a:r>
              <a:rPr sz="1700" spc="-7" dirty="0">
                <a:latin typeface="Times New Roman"/>
                <a:cs typeface="Times New Roman"/>
              </a:rPr>
              <a:t>e</a:t>
            </a:r>
            <a:r>
              <a:rPr sz="1700" spc="-2" dirty="0">
                <a:latin typeface="Times New Roman"/>
                <a:cs typeface="Times New Roman"/>
              </a:rPr>
              <a:t>tic</a:t>
            </a:r>
            <a:r>
              <a:rPr sz="1700" spc="2" dirty="0">
                <a:latin typeface="Times New Roman"/>
                <a:cs typeface="Times New Roman"/>
              </a:rPr>
              <a:t> </a:t>
            </a:r>
            <a:r>
              <a:rPr sz="1700" spc="-2" dirty="0">
                <a:latin typeface="Times New Roman"/>
                <a:cs typeface="Times New Roman"/>
              </a:rPr>
              <a:t>disk,</a:t>
            </a:r>
            <a:r>
              <a:rPr sz="1700" spc="5" dirty="0">
                <a:latin typeface="Times New Roman"/>
                <a:cs typeface="Times New Roman"/>
              </a:rPr>
              <a:t> </a:t>
            </a:r>
            <a:r>
              <a:rPr sz="1700" spc="-2" dirty="0">
                <a:latin typeface="Times New Roman"/>
                <a:cs typeface="Times New Roman"/>
              </a:rPr>
              <a:t>print</a:t>
            </a:r>
            <a:r>
              <a:rPr sz="1700" spc="-7" dirty="0">
                <a:latin typeface="Times New Roman"/>
                <a:cs typeface="Times New Roman"/>
              </a:rPr>
              <a:t>e</a:t>
            </a:r>
            <a:r>
              <a:rPr sz="1700" dirty="0">
                <a:latin typeface="Times New Roman"/>
                <a:cs typeface="Times New Roman"/>
              </a:rPr>
              <a:t>r, </a:t>
            </a:r>
            <a:r>
              <a:rPr sz="1700" spc="-7" dirty="0">
                <a:latin typeface="Times New Roman"/>
                <a:cs typeface="Times New Roman"/>
              </a:rPr>
              <a:t>a</a:t>
            </a:r>
            <a:r>
              <a:rPr sz="1700" dirty="0">
                <a:latin typeface="Times New Roman"/>
                <a:cs typeface="Times New Roman"/>
              </a:rPr>
              <a:t>nd</a:t>
            </a:r>
            <a:r>
              <a:rPr sz="1700" spc="-12" dirty="0">
                <a:latin typeface="Times New Roman"/>
                <a:cs typeface="Times New Roman"/>
              </a:rPr>
              <a:t> </a:t>
            </a:r>
            <a:r>
              <a:rPr sz="1700" spc="-2" dirty="0">
                <a:latin typeface="Times New Roman"/>
                <a:cs typeface="Times New Roman"/>
              </a:rPr>
              <a:t>te</a:t>
            </a:r>
            <a:r>
              <a:rPr sz="1700" spc="-7" dirty="0">
                <a:latin typeface="Times New Roman"/>
                <a:cs typeface="Times New Roman"/>
              </a:rPr>
              <a:t>r</a:t>
            </a:r>
            <a:r>
              <a:rPr sz="1700" spc="-5" dirty="0">
                <a:latin typeface="Times New Roman"/>
                <a:cs typeface="Times New Roman"/>
              </a:rPr>
              <a:t>min</a:t>
            </a:r>
            <a:r>
              <a:rPr sz="1700" spc="-7" dirty="0">
                <a:latin typeface="Times New Roman"/>
                <a:cs typeface="Times New Roman"/>
              </a:rPr>
              <a:t>a</a:t>
            </a:r>
            <a:r>
              <a:rPr sz="1700" spc="-2" dirty="0">
                <a:latin typeface="Times New Roman"/>
                <a:cs typeface="Times New Roman"/>
              </a:rPr>
              <a:t>l</a:t>
            </a:r>
            <a:r>
              <a:rPr sz="1700" spc="-1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17" dirty="0">
                <a:latin typeface="Times New Roman"/>
                <a:cs typeface="Times New Roman"/>
              </a:rPr>
              <a:t> </a:t>
            </a:r>
            <a:r>
              <a:rPr sz="1700" spc="-7" dirty="0">
                <a:latin typeface="Times New Roman"/>
                <a:cs typeface="Times New Roman"/>
              </a:rPr>
              <a:t>e</a:t>
            </a:r>
            <a:r>
              <a:rPr sz="1700" spc="-5" dirty="0">
                <a:latin typeface="Times New Roman"/>
                <a:cs typeface="Times New Roman"/>
              </a:rPr>
              <a:t>mploy</a:t>
            </a:r>
            <a:r>
              <a:rPr sz="1700" spc="-2" dirty="0">
                <a:latin typeface="Times New Roman"/>
                <a:cs typeface="Times New Roman"/>
              </a:rPr>
              <a:t>e</a:t>
            </a:r>
            <a:r>
              <a:rPr sz="1700" dirty="0">
                <a:latin typeface="Times New Roman"/>
                <a:cs typeface="Times New Roman"/>
              </a:rPr>
              <a:t>d</a:t>
            </a:r>
            <a:r>
              <a:rPr sz="1700" spc="-12" dirty="0">
                <a:latin typeface="Times New Roman"/>
                <a:cs typeface="Times New Roman"/>
              </a:rPr>
              <a:t> </a:t>
            </a:r>
            <a:r>
              <a:rPr sz="1700" spc="-2" dirty="0">
                <a:latin typeface="Times New Roman"/>
                <a:cs typeface="Times New Roman"/>
              </a:rPr>
              <a:t>in</a:t>
            </a:r>
            <a:r>
              <a:rPr sz="1700" spc="-12" dirty="0">
                <a:latin typeface="Times New Roman"/>
                <a:cs typeface="Times New Roman"/>
              </a:rPr>
              <a:t> </a:t>
            </a:r>
            <a:r>
              <a:rPr sz="1700" spc="-2" dirty="0">
                <a:latin typeface="Times New Roman"/>
                <a:cs typeface="Times New Roman"/>
              </a:rPr>
              <a:t>pr</a:t>
            </a:r>
            <a:r>
              <a:rPr sz="1700" spc="-10" dirty="0">
                <a:latin typeface="Times New Roman"/>
                <a:cs typeface="Times New Roman"/>
              </a:rPr>
              <a:t>a</a:t>
            </a:r>
            <a:r>
              <a:rPr sz="1700" spc="-7" dirty="0">
                <a:latin typeface="Times New Roman"/>
                <a:cs typeface="Times New Roman"/>
              </a:rPr>
              <a:t>c</a:t>
            </a:r>
            <a:r>
              <a:rPr sz="1700" spc="-2" dirty="0">
                <a:latin typeface="Times New Roman"/>
                <a:cs typeface="Times New Roman"/>
              </a:rPr>
              <a:t>ti</a:t>
            </a:r>
            <a:r>
              <a:rPr sz="1700" spc="-7" dirty="0">
                <a:latin typeface="Times New Roman"/>
                <a:cs typeface="Times New Roman"/>
              </a:rPr>
              <a:t>ca</a:t>
            </a:r>
            <a:r>
              <a:rPr sz="1700" spc="-2" dirty="0">
                <a:latin typeface="Times New Roman"/>
                <a:cs typeface="Times New Roman"/>
              </a:rPr>
              <a:t>ll</a:t>
            </a:r>
            <a:r>
              <a:rPr sz="1700" dirty="0">
                <a:latin typeface="Times New Roman"/>
                <a:cs typeface="Times New Roman"/>
              </a:rPr>
              <a:t>y</a:t>
            </a:r>
            <a:r>
              <a:rPr sz="1700" spc="-12" dirty="0">
                <a:latin typeface="Times New Roman"/>
                <a:cs typeface="Times New Roman"/>
              </a:rPr>
              <a:t> </a:t>
            </a:r>
            <a:r>
              <a:rPr sz="1700" spc="-7" dirty="0">
                <a:latin typeface="Times New Roman"/>
                <a:cs typeface="Times New Roman"/>
              </a:rPr>
              <a:t>a</a:t>
            </a:r>
            <a:r>
              <a:rPr sz="1700" dirty="0">
                <a:latin typeface="Times New Roman"/>
                <a:cs typeface="Times New Roman"/>
              </a:rPr>
              <a:t>ny</a:t>
            </a:r>
            <a:r>
              <a:rPr sz="1700" spc="-12" dirty="0">
                <a:latin typeface="Times New Roman"/>
                <a:cs typeface="Times New Roman"/>
              </a:rPr>
              <a:t> </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dirty="0">
                <a:latin typeface="Times New Roman"/>
                <a:cs typeface="Times New Roman"/>
              </a:rPr>
              <a:t>l</a:t>
            </a:r>
            <a:r>
              <a:rPr sz="1700" spc="-2" dirty="0">
                <a:latin typeface="Times New Roman"/>
                <a:cs typeface="Times New Roman"/>
              </a:rPr>
              <a:t>-</a:t>
            </a:r>
            <a:r>
              <a:rPr sz="1700" dirty="0">
                <a:latin typeface="Times New Roman"/>
                <a:cs typeface="Times New Roman"/>
              </a:rPr>
              <a:t>purp</a:t>
            </a:r>
            <a:r>
              <a:rPr sz="1700" spc="-2" dirty="0">
                <a:latin typeface="Times New Roman"/>
                <a:cs typeface="Times New Roman"/>
              </a:rPr>
              <a:t>os</a:t>
            </a:r>
            <a:r>
              <a:rPr sz="1700" dirty="0">
                <a:latin typeface="Times New Roman"/>
                <a:cs typeface="Times New Roman"/>
              </a:rPr>
              <a:t>e</a:t>
            </a:r>
            <a:r>
              <a:rPr sz="1700" spc="-14"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14" dirty="0">
                <a:latin typeface="Times New Roman"/>
                <a:cs typeface="Times New Roman"/>
              </a:rPr>
              <a:t> </a:t>
            </a:r>
            <a:r>
              <a:rPr sz="1700" spc="-5" dirty="0">
                <a:latin typeface="Times New Roman"/>
                <a:cs typeface="Times New Roman"/>
              </a:rPr>
              <a:t>T</a:t>
            </a:r>
            <a:r>
              <a:rPr sz="1700" spc="-2" dirty="0">
                <a:latin typeface="Times New Roman"/>
                <a:cs typeface="Times New Roman"/>
              </a:rPr>
              <a:t>h</a:t>
            </a:r>
            <a:r>
              <a:rPr sz="1700" spc="-5" dirty="0">
                <a:latin typeface="Times New Roman"/>
                <a:cs typeface="Times New Roman"/>
              </a:rPr>
              <a:t>e</a:t>
            </a:r>
            <a:r>
              <a:rPr sz="1700" spc="-14"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dirty="0">
                <a:latin typeface="Times New Roman"/>
                <a:cs typeface="Times New Roman"/>
              </a:rPr>
              <a:t>r</a:t>
            </a:r>
            <a:r>
              <a:rPr sz="1700" spc="-5" dirty="0">
                <a:latin typeface="Times New Roman"/>
                <a:cs typeface="Times New Roman"/>
              </a:rPr>
              <a:t>f</a:t>
            </a:r>
            <a:r>
              <a:rPr sz="1700" spc="-7" dirty="0">
                <a:latin typeface="Times New Roman"/>
                <a:cs typeface="Times New Roman"/>
              </a:rPr>
              <a:t>a</a:t>
            </a:r>
            <a:r>
              <a:rPr sz="1700" spc="-2" dirty="0">
                <a:latin typeface="Times New Roman"/>
                <a:cs typeface="Times New Roman"/>
              </a:rPr>
              <a:t>c</a:t>
            </a:r>
            <a:r>
              <a:rPr sz="1700" spc="-5" dirty="0">
                <a:latin typeface="Times New Roman"/>
                <a:cs typeface="Times New Roman"/>
              </a:rPr>
              <a:t>e</a:t>
            </a:r>
            <a:r>
              <a:rPr sz="1700" spc="-14" dirty="0">
                <a:latin typeface="Times New Roman"/>
                <a:cs typeface="Times New Roman"/>
              </a:rPr>
              <a:t> </a:t>
            </a:r>
            <a:r>
              <a:rPr sz="1700" spc="-2" dirty="0">
                <a:latin typeface="Times New Roman"/>
                <a:cs typeface="Times New Roman"/>
              </a:rPr>
              <a:t>sele</a:t>
            </a:r>
            <a:r>
              <a:rPr sz="1700" spc="-10" dirty="0">
                <a:latin typeface="Times New Roman"/>
                <a:cs typeface="Times New Roman"/>
              </a:rPr>
              <a:t>c</a:t>
            </a:r>
            <a:r>
              <a:rPr sz="1700" spc="-2" dirty="0">
                <a:latin typeface="Times New Roman"/>
                <a:cs typeface="Times New Roman"/>
              </a:rPr>
              <a:t>ted</a:t>
            </a:r>
            <a:r>
              <a:rPr lang="en-US" sz="1700" spc="-2" dirty="0">
                <a:latin typeface="Times New Roman"/>
                <a:cs typeface="Times New Roman"/>
              </a:rPr>
              <a:t> r</a:t>
            </a:r>
            <a:r>
              <a:rPr lang="en-US" sz="1700" spc="-10" dirty="0">
                <a:latin typeface="Times New Roman"/>
                <a:cs typeface="Times New Roman"/>
              </a:rPr>
              <a:t>e</a:t>
            </a:r>
            <a:r>
              <a:rPr lang="en-US" sz="1700" spc="-2" dirty="0">
                <a:latin typeface="Times New Roman"/>
                <a:cs typeface="Times New Roman"/>
              </a:rPr>
              <a:t>spond</a:t>
            </a:r>
            <a:r>
              <a:rPr lang="en-US" sz="1700" dirty="0">
                <a:latin typeface="Times New Roman"/>
                <a:cs typeface="Times New Roman"/>
              </a:rPr>
              <a:t>s</a:t>
            </a:r>
            <a:r>
              <a:rPr lang="en-US" sz="1700" spc="-5" dirty="0">
                <a:latin typeface="Times New Roman"/>
                <a:cs typeface="Times New Roman"/>
              </a:rPr>
              <a:t> </a:t>
            </a:r>
            <a:r>
              <a:rPr lang="en-US" sz="1700" spc="-2" dirty="0">
                <a:latin typeface="Times New Roman"/>
                <a:cs typeface="Times New Roman"/>
              </a:rPr>
              <a:t>to</a:t>
            </a:r>
            <a:r>
              <a:rPr lang="en-US" sz="1700" spc="-5" dirty="0">
                <a:latin typeface="Times New Roman"/>
                <a:cs typeface="Times New Roman"/>
              </a:rPr>
              <a:t> </a:t>
            </a:r>
            <a:r>
              <a:rPr lang="en-US" sz="1700" spc="-2" dirty="0">
                <a:latin typeface="Times New Roman"/>
                <a:cs typeface="Times New Roman"/>
              </a:rPr>
              <a:t>the</a:t>
            </a:r>
            <a:r>
              <a:rPr lang="en-US" sz="1700" spc="-7" dirty="0">
                <a:latin typeface="Times New Roman"/>
                <a:cs typeface="Times New Roman"/>
              </a:rPr>
              <a:t> </a:t>
            </a:r>
            <a:r>
              <a:rPr lang="en-US" sz="1700" spc="-5" dirty="0">
                <a:latin typeface="Times New Roman"/>
                <a:cs typeface="Times New Roman"/>
              </a:rPr>
              <a:t>fun</a:t>
            </a:r>
            <a:r>
              <a:rPr lang="en-US" sz="1700" spc="-10" dirty="0">
                <a:latin typeface="Times New Roman"/>
                <a:cs typeface="Times New Roman"/>
              </a:rPr>
              <a:t>c</a:t>
            </a:r>
            <a:r>
              <a:rPr lang="en-US" sz="1700" spc="-2" dirty="0">
                <a:latin typeface="Times New Roman"/>
                <a:cs typeface="Times New Roman"/>
              </a:rPr>
              <a:t>ti</a:t>
            </a:r>
            <a:r>
              <a:rPr lang="en-US" sz="1700" dirty="0">
                <a:latin typeface="Times New Roman"/>
                <a:cs typeface="Times New Roman"/>
              </a:rPr>
              <a:t>on</a:t>
            </a:r>
            <a:r>
              <a:rPr lang="en-US" sz="1700" spc="-7" dirty="0">
                <a:latin typeface="Times New Roman"/>
                <a:cs typeface="Times New Roman"/>
              </a:rPr>
              <a:t> c</a:t>
            </a:r>
            <a:r>
              <a:rPr lang="en-US" sz="1700" spc="-5" dirty="0">
                <a:latin typeface="Times New Roman"/>
                <a:cs typeface="Times New Roman"/>
              </a:rPr>
              <a:t>ode</a:t>
            </a:r>
            <a:r>
              <a:rPr lang="en-US" sz="1700" spc="-10"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a:t>
            </a:r>
            <a:r>
              <a:rPr lang="en-US" sz="1700" spc="-7" dirty="0">
                <a:latin typeface="Times New Roman"/>
                <a:cs typeface="Times New Roman"/>
              </a:rPr>
              <a:t> </a:t>
            </a:r>
            <a:r>
              <a:rPr lang="en-US" sz="1700" spc="-5" dirty="0">
                <a:latin typeface="Times New Roman"/>
                <a:cs typeface="Times New Roman"/>
              </a:rPr>
              <a:t>proc</a:t>
            </a:r>
            <a:r>
              <a:rPr lang="en-US" sz="1700" spc="-7" dirty="0">
                <a:latin typeface="Times New Roman"/>
                <a:cs typeface="Times New Roman"/>
              </a:rPr>
              <a:t>ee</a:t>
            </a:r>
            <a:r>
              <a:rPr lang="en-US" sz="1700" dirty="0">
                <a:latin typeface="Times New Roman"/>
                <a:cs typeface="Times New Roman"/>
              </a:rPr>
              <a:t>ds</a:t>
            </a:r>
            <a:r>
              <a:rPr lang="en-US" sz="1700" spc="-7" dirty="0">
                <a:latin typeface="Times New Roman"/>
                <a:cs typeface="Times New Roman"/>
              </a:rPr>
              <a:t> </a:t>
            </a:r>
            <a:r>
              <a:rPr lang="en-US" sz="1700" spc="-2" dirty="0">
                <a:latin typeface="Times New Roman"/>
                <a:cs typeface="Times New Roman"/>
              </a:rPr>
              <a:t>to</a:t>
            </a:r>
            <a:r>
              <a:rPr lang="en-US" sz="1700" spc="-5" dirty="0">
                <a:latin typeface="Times New Roman"/>
                <a:cs typeface="Times New Roman"/>
              </a:rPr>
              <a:t> </a:t>
            </a:r>
            <a:r>
              <a:rPr lang="en-US" sz="1700" spc="-7" dirty="0">
                <a:latin typeface="Times New Roman"/>
                <a:cs typeface="Times New Roman"/>
              </a:rPr>
              <a:t>e</a:t>
            </a:r>
            <a:r>
              <a:rPr lang="en-US" sz="1700" spc="-5" dirty="0">
                <a:latin typeface="Times New Roman"/>
                <a:cs typeface="Times New Roman"/>
              </a:rPr>
              <a:t>x</a:t>
            </a:r>
            <a:r>
              <a:rPr lang="en-US" sz="1700" spc="-2" dirty="0">
                <a:latin typeface="Times New Roman"/>
                <a:cs typeface="Times New Roman"/>
              </a:rPr>
              <a:t>e</a:t>
            </a:r>
            <a:r>
              <a:rPr lang="en-US" sz="1700" spc="-7" dirty="0">
                <a:latin typeface="Times New Roman"/>
                <a:cs typeface="Times New Roman"/>
              </a:rPr>
              <a:t>c</a:t>
            </a:r>
            <a:r>
              <a:rPr lang="en-US" sz="1700" spc="-2" dirty="0">
                <a:latin typeface="Times New Roman"/>
                <a:cs typeface="Times New Roman"/>
              </a:rPr>
              <a:t>ute</a:t>
            </a:r>
            <a:r>
              <a:rPr lang="en-US" sz="1700" spc="-7" dirty="0">
                <a:latin typeface="Times New Roman"/>
                <a:cs typeface="Times New Roman"/>
              </a:rPr>
              <a:t> </a:t>
            </a:r>
            <a:r>
              <a:rPr lang="en-US" sz="1700" spc="-2" dirty="0">
                <a:latin typeface="Times New Roman"/>
                <a:cs typeface="Times New Roman"/>
              </a:rPr>
              <a:t>it</a:t>
            </a:r>
            <a:r>
              <a:rPr lang="en-US" sz="1700" dirty="0">
                <a:latin typeface="Times New Roman"/>
                <a:cs typeface="Times New Roman"/>
              </a:rPr>
              <a:t>.</a:t>
            </a:r>
            <a:endParaRPr sz="1700" dirty="0">
              <a:latin typeface="Times New Roman"/>
              <a:cs typeface="Times New Roman"/>
            </a:endParaRPr>
          </a:p>
        </p:txBody>
      </p:sp>
    </p:spTree>
    <p:extLst>
      <p:ext uri="{BB962C8B-B14F-4D97-AF65-F5344CB8AC3E}">
        <p14:creationId xmlns:p14="http://schemas.microsoft.com/office/powerpoint/2010/main" val="1658393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197AD-1900-1DF8-1E7C-555D791A860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B3A605-BCDC-0176-1836-7D88D790CC3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9963D7DB-060D-B79A-F45B-3CEC1D9FA2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F0CC198-45DC-4A83-CED0-497130A321D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7B5B83B6-E170-B88F-B6DF-996C2CBB83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2">
            <a:extLst>
              <a:ext uri="{FF2B5EF4-FFF2-40B4-BE49-F238E27FC236}">
                <a16:creationId xmlns:a16="http://schemas.microsoft.com/office/drawing/2014/main" id="{8ED1EC2C-512C-5071-B656-71D0344B8D5D}"/>
              </a:ext>
            </a:extLst>
          </p:cNvPr>
          <p:cNvSpPr txBox="1"/>
          <p:nvPr/>
        </p:nvSpPr>
        <p:spPr>
          <a:xfrm>
            <a:off x="1040097" y="1047750"/>
            <a:ext cx="7063806" cy="2795637"/>
          </a:xfrm>
          <a:prstGeom prst="rect">
            <a:avLst/>
          </a:prstGeom>
        </p:spPr>
        <p:txBody>
          <a:bodyPr vert="horz" wrap="square" lIns="0" tIns="0" rIns="0" bIns="0" rtlCol="0">
            <a:spAutoFit/>
          </a:bodyPr>
          <a:lstStyle/>
          <a:p>
            <a:pPr marL="6109" marR="3971" algn="just"/>
            <a:r>
              <a:rPr sz="1700" spc="-5" dirty="0">
                <a:latin typeface="Times New Roman"/>
                <a:cs typeface="Times New Roman"/>
              </a:rPr>
              <a:t>The</a:t>
            </a:r>
            <a:r>
              <a:rPr sz="1700" spc="-10" dirty="0">
                <a:latin typeface="Times New Roman"/>
                <a:cs typeface="Times New Roman"/>
              </a:rPr>
              <a:t> </a:t>
            </a:r>
            <a:r>
              <a:rPr sz="1700" spc="-5" dirty="0">
                <a:latin typeface="Times New Roman"/>
                <a:cs typeface="Times New Roman"/>
              </a:rPr>
              <a:t>fun</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a:t>
            </a:r>
            <a:r>
              <a:rPr sz="1700" spc="-7" dirty="0">
                <a:latin typeface="Times New Roman"/>
                <a:cs typeface="Times New Roman"/>
              </a:rPr>
              <a:t> c</a:t>
            </a:r>
            <a:r>
              <a:rPr sz="1700" spc="-5" dirty="0">
                <a:latin typeface="Times New Roman"/>
                <a:cs typeface="Times New Roman"/>
              </a:rPr>
              <a:t>ode </a:t>
            </a:r>
            <a:r>
              <a:rPr sz="1700" spc="-2" dirty="0">
                <a:latin typeface="Times New Roman"/>
                <a:cs typeface="Times New Roman"/>
              </a:rPr>
              <a:t>is</a:t>
            </a:r>
            <a:r>
              <a:rPr sz="1700" spc="-5"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f</a:t>
            </a:r>
            <a:r>
              <a:rPr sz="1700" spc="-10" dirty="0">
                <a:latin typeface="Times New Roman"/>
                <a:cs typeface="Times New Roman"/>
              </a:rPr>
              <a:t>e</a:t>
            </a:r>
            <a:r>
              <a:rPr sz="1700" dirty="0">
                <a:latin typeface="Times New Roman"/>
                <a:cs typeface="Times New Roman"/>
              </a:rPr>
              <a:t>rr</a:t>
            </a:r>
            <a:r>
              <a:rPr sz="1700" spc="-7" dirty="0">
                <a:latin typeface="Times New Roman"/>
                <a:cs typeface="Times New Roman"/>
              </a:rPr>
              <a:t>e</a:t>
            </a:r>
            <a:r>
              <a:rPr sz="1700" dirty="0">
                <a:latin typeface="Times New Roman"/>
                <a:cs typeface="Times New Roman"/>
              </a:rPr>
              <a:t>d</a:t>
            </a:r>
            <a:r>
              <a:rPr sz="1700" spc="-7" dirty="0">
                <a:latin typeface="Times New Roman"/>
                <a:cs typeface="Times New Roman"/>
              </a:rPr>
              <a:t> </a:t>
            </a:r>
            <a:r>
              <a:rPr sz="1700" spc="-2" dirty="0">
                <a:latin typeface="Times New Roman"/>
                <a:cs typeface="Times New Roman"/>
              </a:rPr>
              <a:t>to</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7" dirty="0">
                <a:latin typeface="Times New Roman"/>
                <a:cs typeface="Times New Roman"/>
              </a:rPr>
              <a:t> a</a:t>
            </a:r>
            <a:r>
              <a:rPr sz="1700" dirty="0">
                <a:latin typeface="Times New Roman"/>
                <a:cs typeface="Times New Roman"/>
              </a:rPr>
              <a:t>n </a:t>
            </a:r>
            <a:r>
              <a:rPr sz="1700" spc="-10" dirty="0">
                <a:latin typeface="Times New Roman"/>
                <a:cs typeface="Times New Roman"/>
              </a:rPr>
              <a:t>I</a:t>
            </a:r>
            <a:r>
              <a:rPr sz="1700" dirty="0">
                <a:latin typeface="Times New Roman"/>
                <a:cs typeface="Times New Roman"/>
              </a:rPr>
              <a:t>/O</a:t>
            </a:r>
            <a:r>
              <a:rPr sz="1700" spc="10" dirty="0">
                <a:latin typeface="Times New Roman"/>
                <a:cs typeface="Times New Roman"/>
              </a:rPr>
              <a:t> </a:t>
            </a:r>
            <a:r>
              <a:rPr sz="1700" spc="-7" dirty="0">
                <a:latin typeface="Times New Roman"/>
                <a:cs typeface="Times New Roman"/>
              </a:rPr>
              <a:t>c</a:t>
            </a:r>
            <a:r>
              <a:rPr sz="1700" spc="-5" dirty="0">
                <a:latin typeface="Times New Roman"/>
                <a:cs typeface="Times New Roman"/>
              </a:rPr>
              <a:t>omm</a:t>
            </a:r>
            <a:r>
              <a:rPr sz="1700" spc="-7" dirty="0">
                <a:latin typeface="Times New Roman"/>
                <a:cs typeface="Times New Roman"/>
              </a:rPr>
              <a:t>a</a:t>
            </a:r>
            <a:r>
              <a:rPr sz="1700" dirty="0">
                <a:latin typeface="Times New Roman"/>
                <a:cs typeface="Times New Roman"/>
              </a:rPr>
              <a:t>nd</a:t>
            </a:r>
            <a:r>
              <a:rPr sz="1700" spc="10"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2" dirty="0">
                <a:latin typeface="Times New Roman"/>
                <a:cs typeface="Times New Roman"/>
              </a:rPr>
              <a:t>is</a:t>
            </a:r>
            <a:r>
              <a:rPr sz="1700" spc="12" dirty="0">
                <a:latin typeface="Times New Roman"/>
                <a:cs typeface="Times New Roman"/>
              </a:rPr>
              <a:t> </a:t>
            </a:r>
            <a:r>
              <a:rPr sz="1700" spc="-2" dirty="0">
                <a:latin typeface="Times New Roman"/>
                <a:cs typeface="Times New Roman"/>
              </a:rPr>
              <a:t>in</a:t>
            </a:r>
            <a:r>
              <a:rPr sz="1700" spc="5" dirty="0">
                <a:latin typeface="Times New Roman"/>
                <a:cs typeface="Times New Roman"/>
              </a:rPr>
              <a:t> </a:t>
            </a:r>
            <a:r>
              <a:rPr sz="1700" spc="-2" dirty="0">
                <a:latin typeface="Times New Roman"/>
                <a:cs typeface="Times New Roman"/>
              </a:rPr>
              <a:t>essen</a:t>
            </a:r>
            <a:r>
              <a:rPr sz="1700" spc="-5" dirty="0">
                <a:latin typeface="Times New Roman"/>
                <a:cs typeface="Times New Roman"/>
              </a:rPr>
              <a:t>ce</a:t>
            </a:r>
            <a:r>
              <a:rPr sz="1700" spc="7" dirty="0">
                <a:latin typeface="Times New Roman"/>
                <a:cs typeface="Times New Roman"/>
              </a:rPr>
              <a:t> </a:t>
            </a:r>
            <a:r>
              <a:rPr sz="1700" spc="-7" dirty="0">
                <a:latin typeface="Times New Roman"/>
                <a:cs typeface="Times New Roman"/>
              </a:rPr>
              <a:t>a</a:t>
            </a:r>
            <a:r>
              <a:rPr sz="1700" dirty="0">
                <a:latin typeface="Times New Roman"/>
                <a:cs typeface="Times New Roman"/>
              </a:rPr>
              <a:t>n</a:t>
            </a:r>
            <a:r>
              <a:rPr sz="1700" spc="5" dirty="0">
                <a:latin typeface="Times New Roman"/>
                <a:cs typeface="Times New Roman"/>
              </a:rPr>
              <a:t> </a:t>
            </a:r>
            <a:r>
              <a:rPr sz="1700" spc="-2" dirty="0">
                <a:latin typeface="Times New Roman"/>
                <a:cs typeface="Times New Roman"/>
              </a:rPr>
              <a:t>instru</a:t>
            </a:r>
            <a:r>
              <a:rPr sz="1700" spc="-10" dirty="0">
                <a:latin typeface="Times New Roman"/>
                <a:cs typeface="Times New Roman"/>
              </a:rPr>
              <a:t>c</a:t>
            </a:r>
            <a:r>
              <a:rPr sz="1700" spc="-2" dirty="0">
                <a:latin typeface="Times New Roman"/>
                <a:cs typeface="Times New Roman"/>
              </a:rPr>
              <a:t>ti</a:t>
            </a:r>
            <a:r>
              <a:rPr sz="1700" dirty="0">
                <a:latin typeface="Times New Roman"/>
                <a:cs typeface="Times New Roman"/>
              </a:rPr>
              <a:t>on</a:t>
            </a:r>
            <a:r>
              <a:rPr sz="1700" spc="10" dirty="0">
                <a:latin typeface="Times New Roman"/>
                <a:cs typeface="Times New Roman"/>
              </a:rPr>
              <a:t> </a:t>
            </a:r>
            <a:r>
              <a:rPr sz="1700" spc="-2" dirty="0">
                <a:latin typeface="Times New Roman"/>
                <a:cs typeface="Times New Roman"/>
              </a:rPr>
              <a:t>that</a:t>
            </a:r>
            <a:r>
              <a:rPr sz="1700" spc="5" dirty="0">
                <a:latin typeface="Times New Roman"/>
                <a:cs typeface="Times New Roman"/>
              </a:rPr>
              <a:t> </a:t>
            </a:r>
            <a:r>
              <a:rPr sz="1700" spc="-2" dirty="0">
                <a:latin typeface="Times New Roman"/>
                <a:cs typeface="Times New Roman"/>
              </a:rPr>
              <a:t>is</a:t>
            </a:r>
            <a:r>
              <a:rPr sz="1700" spc="5"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2" dirty="0">
                <a:latin typeface="Times New Roman"/>
                <a:cs typeface="Times New Roman"/>
              </a:rPr>
              <a:t>e</a:t>
            </a:r>
            <a:r>
              <a:rPr sz="1700" spc="-7" dirty="0">
                <a:latin typeface="Times New Roman"/>
                <a:cs typeface="Times New Roman"/>
              </a:rPr>
              <a:t>c</a:t>
            </a:r>
            <a:r>
              <a:rPr sz="1700" spc="-5" dirty="0">
                <a:latin typeface="Times New Roman"/>
                <a:cs typeface="Times New Roman"/>
              </a:rPr>
              <a:t>uted</a:t>
            </a:r>
            <a:r>
              <a:rPr sz="1700" spc="2" dirty="0">
                <a:latin typeface="Times New Roman"/>
                <a:cs typeface="Times New Roman"/>
              </a:rPr>
              <a:t> </a:t>
            </a:r>
            <a:r>
              <a:rPr sz="1700" spc="-2" dirty="0">
                <a:latin typeface="Times New Roman"/>
                <a:cs typeface="Times New Roman"/>
              </a:rPr>
              <a:t>in</a:t>
            </a:r>
            <a:r>
              <a:rPr sz="1700" spc="10"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2" dirty="0">
                <a:latin typeface="Times New Roman"/>
                <a:cs typeface="Times New Roman"/>
              </a:rPr>
              <a:t>inte</a:t>
            </a:r>
            <a:r>
              <a:rPr sz="1700" dirty="0">
                <a:latin typeface="Times New Roman"/>
                <a:cs typeface="Times New Roman"/>
              </a:rPr>
              <a:t>r</a:t>
            </a:r>
            <a:r>
              <a:rPr sz="1700" spc="-5" dirty="0">
                <a:latin typeface="Times New Roman"/>
                <a:cs typeface="Times New Roman"/>
              </a:rPr>
              <a:t>f</a:t>
            </a:r>
            <a:r>
              <a:rPr sz="1700" spc="-2" dirty="0">
                <a:latin typeface="Times New Roman"/>
                <a:cs typeface="Times New Roman"/>
              </a:rPr>
              <a:t>a</a:t>
            </a:r>
            <a:r>
              <a:rPr sz="1700" spc="-7" dirty="0">
                <a:latin typeface="Times New Roman"/>
                <a:cs typeface="Times New Roman"/>
              </a:rPr>
              <a:t>c</a:t>
            </a:r>
            <a:r>
              <a:rPr sz="1700" spc="-5" dirty="0">
                <a:latin typeface="Times New Roman"/>
                <a:cs typeface="Times New Roman"/>
              </a:rPr>
              <a:t>e</a:t>
            </a:r>
            <a:r>
              <a:rPr sz="1700" spc="7"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2" dirty="0">
                <a:latin typeface="Times New Roman"/>
                <a:cs typeface="Times New Roman"/>
              </a:rPr>
              <a:t>it</a:t>
            </a:r>
            <a:r>
              <a:rPr sz="1700" dirty="0">
                <a:latin typeface="Times New Roman"/>
                <a:cs typeface="Times New Roman"/>
              </a:rPr>
              <a:t>s</a:t>
            </a:r>
            <a:r>
              <a:rPr sz="1700" spc="5" dirty="0">
                <a:latin typeface="Times New Roman"/>
                <a:cs typeface="Times New Roman"/>
              </a:rPr>
              <a:t> </a:t>
            </a:r>
            <a:r>
              <a:rPr sz="1700" spc="-7" dirty="0">
                <a:latin typeface="Times New Roman"/>
                <a:cs typeface="Times New Roman"/>
              </a:rPr>
              <a:t>a</a:t>
            </a:r>
            <a:r>
              <a:rPr sz="1700" spc="-2" dirty="0">
                <a:latin typeface="Times New Roman"/>
                <a:cs typeface="Times New Roman"/>
              </a:rPr>
              <a:t>tta</a:t>
            </a:r>
            <a:r>
              <a:rPr sz="1700" spc="-7" dirty="0">
                <a:latin typeface="Times New Roman"/>
                <a:cs typeface="Times New Roman"/>
              </a:rPr>
              <a:t>c</a:t>
            </a:r>
            <a:r>
              <a:rPr sz="1700" spc="-5" dirty="0">
                <a:latin typeface="Times New Roman"/>
                <a:cs typeface="Times New Roman"/>
              </a:rPr>
              <a:t>h</a:t>
            </a:r>
            <a:r>
              <a:rPr sz="1700" spc="-2" dirty="0">
                <a:latin typeface="Times New Roman"/>
                <a:cs typeface="Times New Roman"/>
              </a:rPr>
              <a:t>e</a:t>
            </a:r>
            <a:r>
              <a:rPr sz="1700" dirty="0">
                <a:latin typeface="Times New Roman"/>
                <a:cs typeface="Times New Roman"/>
              </a:rPr>
              <a:t>d </a:t>
            </a:r>
            <a:r>
              <a:rPr sz="1700" spc="-5" dirty="0">
                <a:latin typeface="Times New Roman"/>
                <a:cs typeface="Times New Roman"/>
              </a:rPr>
              <a:t>p</a:t>
            </a:r>
            <a:r>
              <a:rPr sz="1700" spc="-7" dirty="0">
                <a:latin typeface="Times New Roman"/>
                <a:cs typeface="Times New Roman"/>
              </a:rPr>
              <a:t>e</a:t>
            </a:r>
            <a:r>
              <a:rPr sz="1700" spc="-2" dirty="0">
                <a:latin typeface="Times New Roman"/>
                <a:cs typeface="Times New Roman"/>
              </a:rPr>
              <a:t>riph</a:t>
            </a:r>
            <a:r>
              <a:rPr sz="1700" spc="-10"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unit.</a:t>
            </a:r>
            <a:endParaRPr sz="1700" dirty="0">
              <a:latin typeface="Times New Roman"/>
              <a:cs typeface="Times New Roman"/>
            </a:endParaRPr>
          </a:p>
          <a:p>
            <a:pPr marL="6109" algn="just">
              <a:spcBef>
                <a:spcPts val="339"/>
              </a:spcBef>
            </a:pPr>
            <a:endParaRPr lang="en-US" sz="1700" spc="-5" dirty="0">
              <a:latin typeface="Times New Roman"/>
              <a:cs typeface="Times New Roman"/>
            </a:endParaRPr>
          </a:p>
          <a:p>
            <a:pPr marL="6109" algn="just">
              <a:spcBef>
                <a:spcPts val="339"/>
              </a:spcBef>
            </a:pPr>
            <a:r>
              <a:rPr sz="1700" spc="-5" dirty="0">
                <a:latin typeface="Times New Roman"/>
                <a:cs typeface="Times New Roman"/>
              </a:rPr>
              <a:t>Th</a:t>
            </a:r>
            <a:r>
              <a:rPr sz="1700" spc="-10" dirty="0">
                <a:latin typeface="Times New Roman"/>
                <a:cs typeface="Times New Roman"/>
              </a:rPr>
              <a:t>e</a:t>
            </a:r>
            <a:r>
              <a:rPr sz="1700" spc="-2" dirty="0">
                <a:latin typeface="Times New Roman"/>
                <a:cs typeface="Times New Roman"/>
              </a:rPr>
              <a:t>re</a:t>
            </a:r>
            <a:r>
              <a:rPr sz="1700" spc="5" dirty="0">
                <a:latin typeface="Times New Roman"/>
                <a:cs typeface="Times New Roman"/>
              </a:rPr>
              <a:t> </a:t>
            </a:r>
            <a:r>
              <a:rPr sz="1700" spc="-2" dirty="0">
                <a:latin typeface="Times New Roman"/>
                <a:cs typeface="Times New Roman"/>
              </a:rPr>
              <a:t>are</a:t>
            </a:r>
            <a:r>
              <a:rPr sz="1700" spc="5" dirty="0">
                <a:latin typeface="Times New Roman"/>
                <a:cs typeface="Times New Roman"/>
              </a:rPr>
              <a:t> </a:t>
            </a:r>
            <a:r>
              <a:rPr sz="1700" spc="-2" dirty="0">
                <a:latin typeface="Times New Roman"/>
                <a:cs typeface="Times New Roman"/>
              </a:rPr>
              <a:t>three</a:t>
            </a:r>
            <a:r>
              <a:rPr sz="1700" spc="7" dirty="0">
                <a:latin typeface="Times New Roman"/>
                <a:cs typeface="Times New Roman"/>
              </a:rPr>
              <a:t> </a:t>
            </a:r>
            <a:r>
              <a:rPr sz="1700" spc="-2" dirty="0">
                <a:latin typeface="Times New Roman"/>
                <a:cs typeface="Times New Roman"/>
              </a:rPr>
              <a:t>w</a:t>
            </a:r>
            <a:r>
              <a:rPr sz="1700" spc="-5" dirty="0">
                <a:latin typeface="Times New Roman"/>
                <a:cs typeface="Times New Roman"/>
              </a:rPr>
              <a:t>a</a:t>
            </a:r>
            <a:r>
              <a:rPr sz="1700" dirty="0">
                <a:latin typeface="Times New Roman"/>
                <a:cs typeface="Times New Roman"/>
              </a:rPr>
              <a:t>ys</a:t>
            </a:r>
            <a:r>
              <a:rPr sz="1700" spc="10" dirty="0">
                <a:latin typeface="Times New Roman"/>
                <a:cs typeface="Times New Roman"/>
              </a:rPr>
              <a:t> </a:t>
            </a:r>
            <a:r>
              <a:rPr sz="1700" spc="-2" dirty="0">
                <a:latin typeface="Times New Roman"/>
                <a:cs typeface="Times New Roman"/>
              </a:rPr>
              <a:t>that</a:t>
            </a:r>
            <a:r>
              <a:rPr sz="1700" spc="14"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a:t>
            </a:r>
            <a:r>
              <a:rPr sz="1700" spc="7" dirty="0">
                <a:latin typeface="Times New Roman"/>
                <a:cs typeface="Times New Roman"/>
              </a:rPr>
              <a:t> </a:t>
            </a:r>
            <a:r>
              <a:rPr sz="1700" dirty="0">
                <a:latin typeface="Times New Roman"/>
                <a:cs typeface="Times New Roman"/>
              </a:rPr>
              <a:t>bus</a:t>
            </a:r>
            <a:r>
              <a:rPr sz="1700" spc="-2" dirty="0">
                <a:latin typeface="Times New Roman"/>
                <a:cs typeface="Times New Roman"/>
              </a:rPr>
              <a:t>e</a:t>
            </a:r>
            <a:r>
              <a:rPr sz="1700" dirty="0">
                <a:latin typeface="Times New Roman"/>
                <a:cs typeface="Times New Roman"/>
              </a:rPr>
              <a:t>s</a:t>
            </a:r>
            <a:r>
              <a:rPr sz="1700" spc="10" dirty="0">
                <a:latin typeface="Times New Roman"/>
                <a:cs typeface="Times New Roman"/>
              </a:rPr>
              <a:t> </a:t>
            </a:r>
            <a:r>
              <a:rPr sz="1700" spc="-7" dirty="0">
                <a:latin typeface="Times New Roman"/>
                <a:cs typeface="Times New Roman"/>
              </a:rPr>
              <a:t>ca</a:t>
            </a:r>
            <a:r>
              <a:rPr sz="1700" dirty="0">
                <a:latin typeface="Times New Roman"/>
                <a:cs typeface="Times New Roman"/>
              </a:rPr>
              <a:t>n</a:t>
            </a:r>
            <a:r>
              <a:rPr sz="1700" spc="10" dirty="0">
                <a:latin typeface="Times New Roman"/>
                <a:cs typeface="Times New Roman"/>
              </a:rPr>
              <a:t> </a:t>
            </a:r>
            <a:r>
              <a:rPr sz="1700" spc="-5" dirty="0">
                <a:latin typeface="Times New Roman"/>
                <a:cs typeface="Times New Roman"/>
              </a:rPr>
              <a:t>be</a:t>
            </a:r>
            <a:r>
              <a:rPr sz="1700" spc="7" dirty="0">
                <a:latin typeface="Times New Roman"/>
                <a:cs typeface="Times New Roman"/>
              </a:rPr>
              <a:t> </a:t>
            </a:r>
            <a:r>
              <a:rPr sz="1700" spc="5" dirty="0">
                <a:latin typeface="Times New Roman"/>
                <a:cs typeface="Times New Roman"/>
              </a:rPr>
              <a:t>u</a:t>
            </a:r>
            <a:r>
              <a:rPr sz="1700" spc="-2" dirty="0">
                <a:latin typeface="Times New Roman"/>
                <a:cs typeface="Times New Roman"/>
              </a:rPr>
              <a:t>se</a:t>
            </a:r>
            <a:r>
              <a:rPr sz="1700" dirty="0">
                <a:latin typeface="Times New Roman"/>
                <a:cs typeface="Times New Roman"/>
              </a:rPr>
              <a:t>d</a:t>
            </a:r>
            <a:r>
              <a:rPr sz="1700" spc="10"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7" dirty="0">
                <a:latin typeface="Times New Roman"/>
                <a:cs typeface="Times New Roman"/>
              </a:rPr>
              <a:t>c</a:t>
            </a:r>
            <a:r>
              <a:rPr sz="1700" spc="-5" dirty="0">
                <a:latin typeface="Times New Roman"/>
                <a:cs typeface="Times New Roman"/>
              </a:rPr>
              <a:t>ommunic</a:t>
            </a:r>
            <a:r>
              <a:rPr sz="1700" spc="-10" dirty="0">
                <a:latin typeface="Times New Roman"/>
                <a:cs typeface="Times New Roman"/>
              </a:rPr>
              <a:t>a</a:t>
            </a:r>
            <a:r>
              <a:rPr sz="1700" spc="-2" dirty="0">
                <a:latin typeface="Times New Roman"/>
                <a:cs typeface="Times New Roman"/>
              </a:rPr>
              <a:t>te</a:t>
            </a:r>
            <a:r>
              <a:rPr sz="1700" spc="10"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spc="12"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0"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0" dirty="0">
                <a:latin typeface="Times New Roman"/>
                <a:cs typeface="Times New Roman"/>
              </a:rPr>
              <a:t> </a:t>
            </a:r>
            <a:r>
              <a:rPr sz="1700" spc="-10" dirty="0">
                <a:latin typeface="Times New Roman"/>
                <a:cs typeface="Times New Roman"/>
              </a:rPr>
              <a:t>I</a:t>
            </a:r>
            <a:r>
              <a:rPr sz="1700" spc="-5" dirty="0">
                <a:latin typeface="Times New Roman"/>
                <a:cs typeface="Times New Roman"/>
              </a:rPr>
              <a:t>/O:</a:t>
            </a:r>
            <a:endParaRPr sz="1700" dirty="0">
              <a:latin typeface="Times New Roman"/>
              <a:cs typeface="Times New Roman"/>
            </a:endParaRPr>
          </a:p>
          <a:p>
            <a:pPr marL="79413" indent="-73304" algn="just">
              <a:buFont typeface="Times New Roman"/>
              <a:buAutoNum type="arabicPeriod"/>
              <a:tabLst>
                <a:tab pos="79413" algn="l"/>
              </a:tabLst>
            </a:pPr>
            <a:endParaRPr lang="en-US" sz="1700" spc="-2" dirty="0">
              <a:latin typeface="Times New Roman"/>
              <a:cs typeface="Times New Roman"/>
            </a:endParaRPr>
          </a:p>
          <a:p>
            <a:pPr marL="79413" indent="-73304" algn="just">
              <a:buFont typeface="Times New Roman"/>
              <a:buAutoNum type="arabicPeriod"/>
              <a:tabLst>
                <a:tab pos="79413" algn="l"/>
              </a:tabLst>
            </a:pPr>
            <a:r>
              <a:rPr sz="1700" spc="-2" dirty="0">
                <a:latin typeface="Times New Roman"/>
                <a:cs typeface="Times New Roman"/>
              </a:rPr>
              <a:t>Us</a:t>
            </a:r>
            <a:r>
              <a:rPr sz="1700" dirty="0">
                <a:latin typeface="Times New Roman"/>
                <a:cs typeface="Times New Roman"/>
              </a:rPr>
              <a:t>e</a:t>
            </a:r>
            <a:r>
              <a:rPr sz="1700" spc="-5" dirty="0">
                <a:latin typeface="Times New Roman"/>
                <a:cs typeface="Times New Roman"/>
              </a:rPr>
              <a:t> </a:t>
            </a:r>
            <a:r>
              <a:rPr sz="1700" dirty="0">
                <a:latin typeface="Times New Roman"/>
                <a:cs typeface="Times New Roman"/>
              </a:rPr>
              <a:t>two</a:t>
            </a:r>
            <a:r>
              <a:rPr sz="1700" spc="-2" dirty="0">
                <a:latin typeface="Times New Roman"/>
                <a:cs typeface="Times New Roman"/>
              </a:rPr>
              <a:t> se</a:t>
            </a:r>
            <a:r>
              <a:rPr sz="1700" spc="-5" dirty="0">
                <a:latin typeface="Times New Roman"/>
                <a:cs typeface="Times New Roman"/>
              </a:rPr>
              <a:t>p</a:t>
            </a:r>
            <a:r>
              <a:rPr sz="1700" spc="-2" dirty="0">
                <a:latin typeface="Times New Roman"/>
                <a:cs typeface="Times New Roman"/>
              </a:rPr>
              <a:t>ar</a:t>
            </a:r>
            <a:r>
              <a:rPr sz="1700" spc="-10" dirty="0">
                <a:latin typeface="Times New Roman"/>
                <a:cs typeface="Times New Roman"/>
              </a:rPr>
              <a:t>a</a:t>
            </a:r>
            <a:r>
              <a:rPr sz="1700" spc="-2" dirty="0">
                <a:latin typeface="Times New Roman"/>
                <a:cs typeface="Times New Roman"/>
              </a:rPr>
              <a:t>te</a:t>
            </a:r>
            <a:r>
              <a:rPr sz="1700" dirty="0">
                <a:latin typeface="Times New Roman"/>
                <a:cs typeface="Times New Roman"/>
              </a:rPr>
              <a:t> buse</a:t>
            </a:r>
            <a:r>
              <a:rPr sz="1700" spc="-2" dirty="0">
                <a:latin typeface="Times New Roman"/>
                <a:cs typeface="Times New Roman"/>
              </a:rPr>
              <a:t>s</a:t>
            </a:r>
            <a:r>
              <a:rPr sz="1700" dirty="0">
                <a:latin typeface="Times New Roman"/>
                <a:cs typeface="Times New Roman"/>
              </a:rPr>
              <a:t>, </a:t>
            </a:r>
            <a:r>
              <a:rPr sz="1700" spc="-5" dirty="0">
                <a:latin typeface="Times New Roman"/>
                <a:cs typeface="Times New Roman"/>
              </a:rPr>
              <a:t>one</a:t>
            </a:r>
            <a:r>
              <a:rPr sz="1700" spc="-2" dirty="0">
                <a:latin typeface="Times New Roman"/>
                <a:cs typeface="Times New Roman"/>
              </a:rPr>
              <a:t> </a:t>
            </a:r>
            <a:r>
              <a:rPr sz="1700" dirty="0">
                <a:latin typeface="Times New Roman"/>
                <a:cs typeface="Times New Roman"/>
              </a:rPr>
              <a:t>for</a:t>
            </a:r>
            <a:r>
              <a:rPr sz="1700" spc="-5" dirty="0">
                <a:latin typeface="Times New Roman"/>
                <a:cs typeface="Times New Roman"/>
              </a:rPr>
              <a:t> memor</a:t>
            </a:r>
            <a:r>
              <a:rPr sz="1700" dirty="0">
                <a:latin typeface="Times New Roman"/>
                <a:cs typeface="Times New Roman"/>
              </a:rPr>
              <a:t>y</a:t>
            </a:r>
            <a:r>
              <a:rPr sz="1700" spc="5"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the </a:t>
            </a:r>
            <a:r>
              <a:rPr sz="1700" spc="-5" dirty="0">
                <a:latin typeface="Times New Roman"/>
                <a:cs typeface="Times New Roman"/>
              </a:rPr>
              <a:t>oth</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f</a:t>
            </a:r>
            <a:r>
              <a:rPr sz="1700" dirty="0">
                <a:latin typeface="Times New Roman"/>
                <a:cs typeface="Times New Roman"/>
              </a:rPr>
              <a:t>or</a:t>
            </a:r>
            <a:r>
              <a:rPr sz="1700" spc="2" dirty="0">
                <a:latin typeface="Times New Roman"/>
                <a:cs typeface="Times New Roman"/>
              </a:rPr>
              <a:t> </a:t>
            </a:r>
            <a:r>
              <a:rPr sz="1700" dirty="0">
                <a:latin typeface="Times New Roman"/>
                <a:cs typeface="Times New Roman"/>
              </a:rPr>
              <a:t>I/</a:t>
            </a:r>
            <a:r>
              <a:rPr sz="1700" spc="-2" dirty="0">
                <a:latin typeface="Times New Roman"/>
                <a:cs typeface="Times New Roman"/>
              </a:rPr>
              <a:t>O</a:t>
            </a:r>
            <a:r>
              <a:rPr sz="1700" dirty="0">
                <a:latin typeface="Times New Roman"/>
                <a:cs typeface="Times New Roman"/>
              </a:rPr>
              <a:t>.</a:t>
            </a:r>
          </a:p>
          <a:p>
            <a:pPr marL="79413" indent="-73304" algn="just">
              <a:spcBef>
                <a:spcPts val="351"/>
              </a:spcBef>
              <a:buFont typeface="Times New Roman"/>
              <a:buAutoNum type="arabicPeriod"/>
              <a:tabLst>
                <a:tab pos="79413" algn="l"/>
              </a:tabLst>
            </a:pPr>
            <a:r>
              <a:rPr sz="1700" spc="-2" dirty="0">
                <a:latin typeface="Times New Roman"/>
                <a:cs typeface="Times New Roman"/>
              </a:rPr>
              <a:t>Us</a:t>
            </a:r>
            <a:r>
              <a:rPr sz="1700" dirty="0">
                <a:latin typeface="Times New Roman"/>
                <a:cs typeface="Times New Roman"/>
              </a:rPr>
              <a:t>e</a:t>
            </a:r>
            <a:r>
              <a:rPr sz="1700" spc="-5" dirty="0">
                <a:latin typeface="Times New Roman"/>
                <a:cs typeface="Times New Roman"/>
              </a:rPr>
              <a:t> one</a:t>
            </a:r>
            <a:r>
              <a:rPr sz="1700" spc="-2" dirty="0">
                <a:latin typeface="Times New Roman"/>
                <a:cs typeface="Times New Roman"/>
              </a:rPr>
              <a:t> </a:t>
            </a:r>
            <a:r>
              <a:rPr sz="1700" spc="-7" dirty="0">
                <a:latin typeface="Times New Roman"/>
                <a:cs typeface="Times New Roman"/>
              </a:rPr>
              <a:t>c</a:t>
            </a:r>
            <a:r>
              <a:rPr sz="1700" spc="-5" dirty="0">
                <a:latin typeface="Times New Roman"/>
                <a:cs typeface="Times New Roman"/>
              </a:rPr>
              <a:t>omm</a:t>
            </a:r>
            <a:r>
              <a:rPr sz="1700" dirty="0">
                <a:latin typeface="Times New Roman"/>
                <a:cs typeface="Times New Roman"/>
              </a:rPr>
              <a:t>on bus</a:t>
            </a:r>
            <a:r>
              <a:rPr sz="1700" spc="-2" dirty="0">
                <a:latin typeface="Times New Roman"/>
                <a:cs typeface="Times New Roman"/>
              </a:rPr>
              <a:t> </a:t>
            </a:r>
            <a:r>
              <a:rPr sz="1700" spc="2" dirty="0">
                <a:latin typeface="Times New Roman"/>
                <a:cs typeface="Times New Roman"/>
              </a:rPr>
              <a:t>f</a:t>
            </a:r>
            <a:r>
              <a:rPr sz="1700" dirty="0">
                <a:latin typeface="Times New Roman"/>
                <a:cs typeface="Times New Roman"/>
              </a:rPr>
              <a:t>or b</a:t>
            </a:r>
            <a:r>
              <a:rPr sz="1700" spc="-2" dirty="0">
                <a:latin typeface="Times New Roman"/>
                <a:cs typeface="Times New Roman"/>
              </a:rPr>
              <a:t>oth </a:t>
            </a:r>
            <a:r>
              <a:rPr sz="1700" spc="-5" dirty="0">
                <a:latin typeface="Times New Roman"/>
                <a:cs typeface="Times New Roman"/>
              </a:rPr>
              <a:t>m</a:t>
            </a:r>
            <a:r>
              <a:rPr sz="1700" spc="-7"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spc="-10"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10" dirty="0">
                <a:latin typeface="Times New Roman"/>
                <a:cs typeface="Times New Roman"/>
              </a:rPr>
              <a:t>I</a:t>
            </a:r>
            <a:r>
              <a:rPr sz="1700" dirty="0">
                <a:latin typeface="Times New Roman"/>
                <a:cs typeface="Times New Roman"/>
              </a:rPr>
              <a:t>/O</a:t>
            </a:r>
            <a:r>
              <a:rPr sz="1700" spc="5" dirty="0">
                <a:latin typeface="Times New Roman"/>
                <a:cs typeface="Times New Roman"/>
              </a:rPr>
              <a:t> </a:t>
            </a:r>
            <a:r>
              <a:rPr sz="1700" spc="-5" dirty="0">
                <a:latin typeface="Times New Roman"/>
                <a:cs typeface="Times New Roman"/>
              </a:rPr>
              <a:t>but</a:t>
            </a:r>
            <a:r>
              <a:rPr sz="1700" dirty="0">
                <a:latin typeface="Times New Roman"/>
                <a:cs typeface="Times New Roman"/>
              </a:rPr>
              <a:t> </a:t>
            </a:r>
            <a:r>
              <a:rPr sz="1700" spc="-5" dirty="0">
                <a:latin typeface="Times New Roman"/>
                <a:cs typeface="Times New Roman"/>
              </a:rPr>
              <a:t>have </a:t>
            </a:r>
            <a:r>
              <a:rPr sz="1700" spc="-2" dirty="0">
                <a:latin typeface="Times New Roman"/>
                <a:cs typeface="Times New Roman"/>
              </a:rPr>
              <a:t>se</a:t>
            </a:r>
            <a:r>
              <a:rPr sz="1700" spc="-5" dirty="0">
                <a:latin typeface="Times New Roman"/>
                <a:cs typeface="Times New Roman"/>
              </a:rPr>
              <a:t>p</a:t>
            </a:r>
            <a:r>
              <a:rPr sz="1700" spc="-2" dirty="0">
                <a:latin typeface="Times New Roman"/>
                <a:cs typeface="Times New Roman"/>
              </a:rPr>
              <a:t>ar</a:t>
            </a:r>
            <a:r>
              <a:rPr sz="1700" spc="-10" dirty="0">
                <a:latin typeface="Times New Roman"/>
                <a:cs typeface="Times New Roman"/>
              </a:rPr>
              <a:t>a</a:t>
            </a:r>
            <a:r>
              <a:rPr sz="1700" spc="-2" dirty="0">
                <a:latin typeface="Times New Roman"/>
                <a:cs typeface="Times New Roman"/>
              </a:rPr>
              <a:t>te</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a:t>
            </a:r>
            <a:r>
              <a:rPr sz="1700" dirty="0">
                <a:latin typeface="Times New Roman"/>
                <a:cs typeface="Times New Roman"/>
              </a:rPr>
              <a:t> </a:t>
            </a:r>
            <a:r>
              <a:rPr sz="1700" spc="-2" dirty="0">
                <a:latin typeface="Times New Roman"/>
                <a:cs typeface="Times New Roman"/>
              </a:rPr>
              <a:t>lines f</a:t>
            </a:r>
            <a:r>
              <a:rPr sz="1700" dirty="0">
                <a:latin typeface="Times New Roman"/>
                <a:cs typeface="Times New Roman"/>
              </a:rPr>
              <a:t>or </a:t>
            </a:r>
            <a:r>
              <a:rPr sz="1700" spc="-10" dirty="0">
                <a:latin typeface="Times New Roman"/>
                <a:cs typeface="Times New Roman"/>
              </a:rPr>
              <a:t>e</a:t>
            </a:r>
            <a:r>
              <a:rPr sz="1700" spc="-2" dirty="0">
                <a:latin typeface="Times New Roman"/>
                <a:cs typeface="Times New Roman"/>
              </a:rPr>
              <a:t>a</a:t>
            </a:r>
            <a:r>
              <a:rPr sz="1700" spc="-7" dirty="0">
                <a:latin typeface="Times New Roman"/>
                <a:cs typeface="Times New Roman"/>
              </a:rPr>
              <a:t>c</a:t>
            </a:r>
            <a:r>
              <a:rPr sz="1700" dirty="0">
                <a:latin typeface="Times New Roman"/>
                <a:cs typeface="Times New Roman"/>
              </a:rPr>
              <a:t>h.</a:t>
            </a:r>
          </a:p>
          <a:p>
            <a:pPr marL="79413" indent="-73304" algn="just">
              <a:spcBef>
                <a:spcPts val="358"/>
              </a:spcBef>
              <a:buFont typeface="Times New Roman"/>
              <a:buAutoNum type="arabicPeriod"/>
              <a:tabLst>
                <a:tab pos="79413" algn="l"/>
              </a:tabLst>
            </a:pPr>
            <a:r>
              <a:rPr sz="1700" spc="-2" dirty="0">
                <a:latin typeface="Times New Roman"/>
                <a:cs typeface="Times New Roman"/>
              </a:rPr>
              <a:t>Us</a:t>
            </a:r>
            <a:r>
              <a:rPr sz="1700" dirty="0">
                <a:latin typeface="Times New Roman"/>
                <a:cs typeface="Times New Roman"/>
              </a:rPr>
              <a:t>e</a:t>
            </a:r>
            <a:r>
              <a:rPr sz="1700" spc="-5" dirty="0">
                <a:latin typeface="Times New Roman"/>
                <a:cs typeface="Times New Roman"/>
              </a:rPr>
              <a:t> one</a:t>
            </a:r>
            <a:r>
              <a:rPr sz="1700" spc="-2" dirty="0">
                <a:latin typeface="Times New Roman"/>
                <a:cs typeface="Times New Roman"/>
              </a:rPr>
              <a:t> </a:t>
            </a:r>
            <a:r>
              <a:rPr sz="1700" spc="-7" dirty="0">
                <a:latin typeface="Times New Roman"/>
                <a:cs typeface="Times New Roman"/>
              </a:rPr>
              <a:t>c</a:t>
            </a:r>
            <a:r>
              <a:rPr sz="1700" spc="-5" dirty="0">
                <a:latin typeface="Times New Roman"/>
                <a:cs typeface="Times New Roman"/>
              </a:rPr>
              <a:t>omm</a:t>
            </a:r>
            <a:r>
              <a:rPr sz="1700" dirty="0">
                <a:latin typeface="Times New Roman"/>
                <a:cs typeface="Times New Roman"/>
              </a:rPr>
              <a:t>on bus</a:t>
            </a:r>
            <a:r>
              <a:rPr sz="1700" spc="-2" dirty="0">
                <a:latin typeface="Times New Roman"/>
                <a:cs typeface="Times New Roman"/>
              </a:rPr>
              <a:t> </a:t>
            </a:r>
            <a:r>
              <a:rPr sz="1700" spc="2" dirty="0">
                <a:latin typeface="Times New Roman"/>
                <a:cs typeface="Times New Roman"/>
              </a:rPr>
              <a:t>f</a:t>
            </a:r>
            <a:r>
              <a:rPr sz="1700" dirty="0">
                <a:latin typeface="Times New Roman"/>
                <a:cs typeface="Times New Roman"/>
              </a:rPr>
              <a:t>or </a:t>
            </a:r>
            <a:r>
              <a:rPr sz="1700" spc="-5" dirty="0">
                <a:latin typeface="Times New Roman"/>
                <a:cs typeface="Times New Roman"/>
              </a:rPr>
              <a:t>m</a:t>
            </a:r>
            <a:r>
              <a:rPr sz="1700" spc="-10" dirty="0">
                <a:latin typeface="Times New Roman"/>
                <a:cs typeface="Times New Roman"/>
              </a:rPr>
              <a:t>e</a:t>
            </a:r>
            <a:r>
              <a:rPr sz="1700" spc="-5" dirty="0">
                <a:latin typeface="Times New Roman"/>
                <a:cs typeface="Times New Roman"/>
              </a:rPr>
              <a:t>mory</a:t>
            </a:r>
            <a:r>
              <a:rPr sz="1700" spc="-2" dirty="0">
                <a:latin typeface="Times New Roman"/>
                <a:cs typeface="Times New Roman"/>
              </a:rPr>
              <a:t> </a:t>
            </a:r>
            <a:r>
              <a:rPr sz="1700" spc="-10" dirty="0">
                <a:latin typeface="Times New Roman"/>
                <a:cs typeface="Times New Roman"/>
              </a:rPr>
              <a:t>a</a:t>
            </a:r>
            <a:r>
              <a:rPr sz="1700" dirty="0">
                <a:latin typeface="Times New Roman"/>
                <a:cs typeface="Times New Roman"/>
              </a:rPr>
              <a:t>nd</a:t>
            </a:r>
            <a:r>
              <a:rPr sz="1700" spc="5" dirty="0">
                <a:latin typeface="Times New Roman"/>
                <a:cs typeface="Times New Roman"/>
              </a:rPr>
              <a:t> </a:t>
            </a:r>
            <a:r>
              <a:rPr sz="1700" spc="-10" dirty="0">
                <a:latin typeface="Times New Roman"/>
                <a:cs typeface="Times New Roman"/>
              </a:rPr>
              <a:t>I</a:t>
            </a:r>
            <a:r>
              <a:rPr sz="1700" dirty="0">
                <a:latin typeface="Times New Roman"/>
                <a:cs typeface="Times New Roman"/>
              </a:rPr>
              <a:t>/O</a:t>
            </a:r>
            <a:r>
              <a:rPr sz="1700" spc="5"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dirty="0">
                <a:latin typeface="Times New Roman"/>
                <a:cs typeface="Times New Roman"/>
              </a:rPr>
              <a:t> </a:t>
            </a:r>
            <a:r>
              <a:rPr sz="1700" spc="-5" dirty="0">
                <a:latin typeface="Times New Roman"/>
                <a:cs typeface="Times New Roman"/>
              </a:rPr>
              <a:t>common</a:t>
            </a:r>
            <a:r>
              <a:rPr sz="1700" spc="-2" dirty="0">
                <a:latin typeface="Times New Roman"/>
                <a:cs typeface="Times New Roman"/>
              </a:rPr>
              <a:t> </a:t>
            </a:r>
            <a:r>
              <a:rPr sz="1700" spc="-5" dirty="0">
                <a:latin typeface="Times New Roman"/>
                <a:cs typeface="Times New Roman"/>
              </a:rPr>
              <a:t>contr</a:t>
            </a:r>
            <a:r>
              <a:rPr sz="1700" spc="-2" dirty="0">
                <a:latin typeface="Times New Roman"/>
                <a:cs typeface="Times New Roman"/>
              </a:rPr>
              <a:t>ol</a:t>
            </a:r>
            <a:r>
              <a:rPr sz="1700" dirty="0">
                <a:latin typeface="Times New Roman"/>
                <a:cs typeface="Times New Roman"/>
              </a:rPr>
              <a:t> </a:t>
            </a:r>
            <a:r>
              <a:rPr sz="1700" spc="-2" dirty="0">
                <a:latin typeface="Times New Roman"/>
                <a:cs typeface="Times New Roman"/>
              </a:rPr>
              <a:t>lines.</a:t>
            </a:r>
            <a:endParaRPr sz="1700" dirty="0">
              <a:latin typeface="Times New Roman"/>
              <a:cs typeface="Times New Roman"/>
            </a:endParaRPr>
          </a:p>
        </p:txBody>
      </p:sp>
    </p:spTree>
    <p:extLst>
      <p:ext uri="{BB962C8B-B14F-4D97-AF65-F5344CB8AC3E}">
        <p14:creationId xmlns:p14="http://schemas.microsoft.com/office/powerpoint/2010/main" val="3884528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6C818-FEE9-958D-526F-11FA28B2FE3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CBD1E1B-BE3E-33D4-1A31-1C6BF843DFBF}"/>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2690CDA-22FE-ECA5-86BB-A907E746D5E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7E8FE390-09E5-879E-9312-32DA6392844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01CA49DE-25DE-681C-1C64-971DEDD0C9E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2">
            <a:extLst>
              <a:ext uri="{FF2B5EF4-FFF2-40B4-BE49-F238E27FC236}">
                <a16:creationId xmlns:a16="http://schemas.microsoft.com/office/drawing/2014/main" id="{631B719D-1337-79B0-BB05-3412AE53BEC7}"/>
              </a:ext>
            </a:extLst>
          </p:cNvPr>
          <p:cNvSpPr txBox="1"/>
          <p:nvPr/>
        </p:nvSpPr>
        <p:spPr>
          <a:xfrm>
            <a:off x="1013394" y="819150"/>
            <a:ext cx="7063806" cy="3554819"/>
          </a:xfrm>
          <a:prstGeom prst="rect">
            <a:avLst/>
          </a:prstGeom>
        </p:spPr>
        <p:txBody>
          <a:bodyPr vert="horz" wrap="square" lIns="0" tIns="0" rIns="0" bIns="0" rtlCol="0">
            <a:spAutoFit/>
          </a:bodyPr>
          <a:lstStyle/>
          <a:p>
            <a:pPr marL="6109" algn="ctr"/>
            <a:r>
              <a:rPr sz="1700" b="1" spc="-2" dirty="0">
                <a:latin typeface="Times New Roman"/>
                <a:cs typeface="Times New Roman"/>
              </a:rPr>
              <a:t>Asynchrono</a:t>
            </a:r>
            <a:r>
              <a:rPr sz="1700" b="1" spc="2" dirty="0">
                <a:latin typeface="Times New Roman"/>
                <a:cs typeface="Times New Roman"/>
              </a:rPr>
              <a:t>u</a:t>
            </a:r>
            <a:r>
              <a:rPr sz="1700" b="1" dirty="0">
                <a:latin typeface="Times New Roman"/>
                <a:cs typeface="Times New Roman"/>
              </a:rPr>
              <a:t>s</a:t>
            </a:r>
            <a:r>
              <a:rPr sz="1700" b="1" spc="-2" dirty="0">
                <a:latin typeface="Times New Roman"/>
                <a:cs typeface="Times New Roman"/>
              </a:rPr>
              <a:t> Dat</a:t>
            </a:r>
            <a:r>
              <a:rPr sz="1700" b="1" dirty="0">
                <a:latin typeface="Times New Roman"/>
                <a:cs typeface="Times New Roman"/>
              </a:rPr>
              <a:t>a </a:t>
            </a:r>
            <a:r>
              <a:rPr sz="1700" b="1" spc="-5" dirty="0">
                <a:latin typeface="Times New Roman"/>
                <a:cs typeface="Times New Roman"/>
              </a:rPr>
              <a:t>T</a:t>
            </a:r>
            <a:r>
              <a:rPr sz="1700" b="1" spc="-7" dirty="0">
                <a:latin typeface="Times New Roman"/>
                <a:cs typeface="Times New Roman"/>
              </a:rPr>
              <a:t>r</a:t>
            </a:r>
            <a:r>
              <a:rPr sz="1700" b="1" dirty="0">
                <a:latin typeface="Times New Roman"/>
                <a:cs typeface="Times New Roman"/>
              </a:rPr>
              <a:t>an</a:t>
            </a:r>
            <a:r>
              <a:rPr sz="1700" b="1" spc="-2" dirty="0">
                <a:latin typeface="Times New Roman"/>
                <a:cs typeface="Times New Roman"/>
              </a:rPr>
              <a:t>sf</a:t>
            </a:r>
            <a:r>
              <a:rPr sz="1700" b="1" spc="-5" dirty="0">
                <a:latin typeface="Times New Roman"/>
                <a:cs typeface="Times New Roman"/>
              </a:rPr>
              <a:t>er</a:t>
            </a:r>
            <a:endParaRPr sz="1700" dirty="0">
              <a:latin typeface="Times New Roman"/>
              <a:cs typeface="Times New Roman"/>
            </a:endParaRPr>
          </a:p>
          <a:p>
            <a:pPr marL="6109" marR="5192" algn="just">
              <a:spcBef>
                <a:spcPts val="385"/>
              </a:spcBef>
            </a:pPr>
            <a:endParaRPr lang="en-US" sz="1700" spc="-5" dirty="0">
              <a:latin typeface="Times New Roman"/>
              <a:cs typeface="Times New Roman"/>
            </a:endParaRPr>
          </a:p>
          <a:p>
            <a:pPr marL="6109" marR="5192" algn="just">
              <a:spcBef>
                <a:spcPts val="385"/>
              </a:spcBef>
            </a:pPr>
            <a:r>
              <a:rPr sz="1700" spc="-5" dirty="0">
                <a:latin typeface="Times New Roman"/>
                <a:cs typeface="Times New Roman"/>
              </a:rPr>
              <a:t>The</a:t>
            </a:r>
            <a:r>
              <a:rPr sz="1700" spc="-14"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dirty="0">
                <a:latin typeface="Times New Roman"/>
                <a:cs typeface="Times New Roman"/>
              </a:rPr>
              <a:t>r</a:t>
            </a:r>
            <a:r>
              <a:rPr sz="1700" spc="2" dirty="0">
                <a:latin typeface="Times New Roman"/>
                <a:cs typeface="Times New Roman"/>
              </a:rPr>
              <a:t>n</a:t>
            </a:r>
            <a:r>
              <a:rPr sz="1700" spc="-7" dirty="0">
                <a:latin typeface="Times New Roman"/>
                <a:cs typeface="Times New Roman"/>
              </a:rPr>
              <a:t>a</a:t>
            </a:r>
            <a:r>
              <a:rPr sz="1700" spc="-2" dirty="0">
                <a:latin typeface="Times New Roman"/>
                <a:cs typeface="Times New Roman"/>
              </a:rPr>
              <a:t>l</a:t>
            </a:r>
            <a:r>
              <a:rPr sz="1700" spc="-10" dirty="0">
                <a:latin typeface="Times New Roman"/>
                <a:cs typeface="Times New Roman"/>
              </a:rPr>
              <a:t> </a:t>
            </a:r>
            <a:r>
              <a:rPr sz="1700" spc="-5" dirty="0">
                <a:latin typeface="Times New Roman"/>
                <a:cs typeface="Times New Roman"/>
              </a:rPr>
              <a:t>op</a:t>
            </a:r>
            <a:r>
              <a:rPr sz="1700" spc="-2" dirty="0">
                <a:latin typeface="Times New Roman"/>
                <a:cs typeface="Times New Roman"/>
              </a:rPr>
              <a:t>er</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ons</a:t>
            </a:r>
            <a:r>
              <a:rPr sz="1700" spc="-12" dirty="0">
                <a:latin typeface="Times New Roman"/>
                <a:cs typeface="Times New Roman"/>
              </a:rPr>
              <a:t> </a:t>
            </a:r>
            <a:r>
              <a:rPr sz="1700" dirty="0">
                <a:latin typeface="Times New Roman"/>
                <a:cs typeface="Times New Roman"/>
              </a:rPr>
              <a:t>in</a:t>
            </a:r>
            <a:r>
              <a:rPr sz="1700" spc="-12"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2" dirty="0">
                <a:latin typeface="Times New Roman"/>
                <a:cs typeface="Times New Roman"/>
              </a:rPr>
              <a:t>digital</a:t>
            </a:r>
            <a:r>
              <a:rPr sz="1700" spc="-12"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a:t>
            </a:r>
            <a:r>
              <a:rPr sz="1700" spc="-7" dirty="0">
                <a:latin typeface="Times New Roman"/>
                <a:cs typeface="Times New Roman"/>
              </a:rPr>
              <a:t> a</a:t>
            </a:r>
            <a:r>
              <a:rPr sz="1700" spc="2" dirty="0">
                <a:latin typeface="Times New Roman"/>
                <a:cs typeface="Times New Roman"/>
              </a:rPr>
              <a:t>r</a:t>
            </a:r>
            <a:r>
              <a:rPr sz="1700" spc="-5" dirty="0">
                <a:latin typeface="Times New Roman"/>
                <a:cs typeface="Times New Roman"/>
              </a:rPr>
              <a:t>e</a:t>
            </a:r>
            <a:r>
              <a:rPr sz="1700" spc="-14" dirty="0">
                <a:latin typeface="Times New Roman"/>
                <a:cs typeface="Times New Roman"/>
              </a:rPr>
              <a:t> </a:t>
            </a:r>
            <a:r>
              <a:rPr sz="1700" spc="-2" dirty="0">
                <a:latin typeface="Times New Roman"/>
                <a:cs typeface="Times New Roman"/>
              </a:rPr>
              <a:t>sy</a:t>
            </a:r>
            <a:r>
              <a:rPr sz="1700" spc="5" dirty="0">
                <a:latin typeface="Times New Roman"/>
                <a:cs typeface="Times New Roman"/>
              </a:rPr>
              <a:t>n</a:t>
            </a:r>
            <a:r>
              <a:rPr sz="1700" spc="-7" dirty="0">
                <a:latin typeface="Times New Roman"/>
                <a:cs typeface="Times New Roman"/>
              </a:rPr>
              <a:t>c</a:t>
            </a:r>
            <a:r>
              <a:rPr sz="1700" spc="-2" dirty="0">
                <a:latin typeface="Times New Roman"/>
                <a:cs typeface="Times New Roman"/>
              </a:rPr>
              <a:t>hroni</a:t>
            </a:r>
            <a:r>
              <a:rPr sz="1700" spc="-10" dirty="0">
                <a:latin typeface="Times New Roman"/>
                <a:cs typeface="Times New Roman"/>
              </a:rPr>
              <a:t>z</a:t>
            </a:r>
            <a:r>
              <a:rPr sz="1700" spc="-7" dirty="0">
                <a:latin typeface="Times New Roman"/>
                <a:cs typeface="Times New Roman"/>
              </a:rPr>
              <a:t>e</a:t>
            </a:r>
            <a:r>
              <a:rPr sz="1700" dirty="0">
                <a:latin typeface="Times New Roman"/>
                <a:cs typeface="Times New Roman"/>
              </a:rPr>
              <a:t>d</a:t>
            </a:r>
            <a:r>
              <a:rPr sz="1700" spc="-7" dirty="0">
                <a:latin typeface="Times New Roman"/>
                <a:cs typeface="Times New Roman"/>
              </a:rPr>
              <a:t> </a:t>
            </a:r>
            <a:r>
              <a:rPr sz="1700" dirty="0">
                <a:latin typeface="Times New Roman"/>
                <a:cs typeface="Times New Roman"/>
              </a:rPr>
              <a:t>by</a:t>
            </a:r>
            <a:r>
              <a:rPr sz="1700" spc="-12" dirty="0">
                <a:latin typeface="Times New Roman"/>
                <a:cs typeface="Times New Roman"/>
              </a:rPr>
              <a:t> </a:t>
            </a:r>
            <a:r>
              <a:rPr sz="1700" spc="-5" dirty="0">
                <a:latin typeface="Times New Roman"/>
                <a:cs typeface="Times New Roman"/>
              </a:rPr>
              <a:t>m</a:t>
            </a:r>
            <a:r>
              <a:rPr sz="1700" spc="-2" dirty="0">
                <a:latin typeface="Times New Roman"/>
                <a:cs typeface="Times New Roman"/>
              </a:rPr>
              <a:t>e</a:t>
            </a:r>
            <a:r>
              <a:rPr sz="1700" spc="-7" dirty="0">
                <a:latin typeface="Times New Roman"/>
                <a:cs typeface="Times New Roman"/>
              </a:rPr>
              <a:t>a</a:t>
            </a:r>
            <a:r>
              <a:rPr sz="1700" dirty="0">
                <a:latin typeface="Times New Roman"/>
                <a:cs typeface="Times New Roman"/>
              </a:rPr>
              <a:t>ns</a:t>
            </a:r>
            <a:r>
              <a:rPr sz="1700" spc="-12" dirty="0">
                <a:latin typeface="Times New Roman"/>
                <a:cs typeface="Times New Roman"/>
              </a:rPr>
              <a:t> </a:t>
            </a:r>
            <a:r>
              <a:rPr sz="1700" dirty="0">
                <a:latin typeface="Times New Roman"/>
                <a:cs typeface="Times New Roman"/>
              </a:rPr>
              <a:t>of</a:t>
            </a:r>
            <a:r>
              <a:rPr sz="1700" spc="-10" dirty="0">
                <a:latin typeface="Times New Roman"/>
                <a:cs typeface="Times New Roman"/>
              </a:rPr>
              <a:t> </a:t>
            </a:r>
            <a:r>
              <a:rPr sz="1700" spc="-7" dirty="0">
                <a:latin typeface="Times New Roman"/>
                <a:cs typeface="Times New Roman"/>
              </a:rPr>
              <a:t>c</a:t>
            </a:r>
            <a:r>
              <a:rPr sz="1700" dirty="0">
                <a:latin typeface="Times New Roman"/>
                <a:cs typeface="Times New Roman"/>
              </a:rPr>
              <a:t>l</a:t>
            </a:r>
            <a:r>
              <a:rPr sz="1700" spc="-5" dirty="0">
                <a:latin typeface="Times New Roman"/>
                <a:cs typeface="Times New Roman"/>
              </a:rPr>
              <a:t>o</a:t>
            </a:r>
            <a:r>
              <a:rPr sz="1700" spc="-7" dirty="0">
                <a:latin typeface="Times New Roman"/>
                <a:cs typeface="Times New Roman"/>
              </a:rPr>
              <a:t>c</a:t>
            </a:r>
            <a:r>
              <a:rPr sz="1700" dirty="0">
                <a:latin typeface="Times New Roman"/>
                <a:cs typeface="Times New Roman"/>
              </a:rPr>
              <a:t>k</a:t>
            </a:r>
            <a:r>
              <a:rPr sz="1700" spc="-12" dirty="0">
                <a:latin typeface="Times New Roman"/>
                <a:cs typeface="Times New Roman"/>
              </a:rPr>
              <a:t> </a:t>
            </a:r>
            <a:r>
              <a:rPr sz="1700" dirty="0">
                <a:latin typeface="Times New Roman"/>
                <a:cs typeface="Times New Roman"/>
              </a:rPr>
              <a:t>pulses</a:t>
            </a:r>
            <a:r>
              <a:rPr sz="1700" spc="-12" dirty="0">
                <a:latin typeface="Times New Roman"/>
                <a:cs typeface="Times New Roman"/>
              </a:rPr>
              <a:t> </a:t>
            </a:r>
            <a:r>
              <a:rPr sz="1700" spc="-7" dirty="0">
                <a:latin typeface="Times New Roman"/>
                <a:cs typeface="Times New Roman"/>
              </a:rPr>
              <a:t>supp</a:t>
            </a:r>
            <a:r>
              <a:rPr sz="1700" spc="-2" dirty="0">
                <a:latin typeface="Times New Roman"/>
                <a:cs typeface="Times New Roman"/>
              </a:rPr>
              <a:t>lied </a:t>
            </a:r>
            <a:r>
              <a:rPr sz="1700" dirty="0">
                <a:latin typeface="Times New Roman"/>
                <a:cs typeface="Times New Roman"/>
              </a:rPr>
              <a:t>by</a:t>
            </a:r>
            <a:r>
              <a:rPr sz="1700" spc="14" dirty="0">
                <a:latin typeface="Times New Roman"/>
                <a:cs typeface="Times New Roman"/>
              </a:rPr>
              <a:t> </a:t>
            </a:r>
            <a:r>
              <a:rPr sz="1700" spc="-5" dirty="0">
                <a:latin typeface="Times New Roman"/>
                <a:cs typeface="Times New Roman"/>
              </a:rPr>
              <a:t>a</a:t>
            </a:r>
            <a:r>
              <a:rPr sz="1700" spc="19" dirty="0">
                <a:latin typeface="Times New Roman"/>
                <a:cs typeface="Times New Roman"/>
              </a:rPr>
              <a:t> </a:t>
            </a:r>
            <a:r>
              <a:rPr sz="1700" spc="-7" dirty="0">
                <a:latin typeface="Times New Roman"/>
                <a:cs typeface="Times New Roman"/>
              </a:rPr>
              <a:t>c</a:t>
            </a:r>
            <a:r>
              <a:rPr sz="1700" spc="-5" dirty="0">
                <a:latin typeface="Times New Roman"/>
                <a:cs typeface="Times New Roman"/>
              </a:rPr>
              <a:t>omm</a:t>
            </a:r>
            <a:r>
              <a:rPr sz="1700" dirty="0">
                <a:latin typeface="Times New Roman"/>
                <a:cs typeface="Times New Roman"/>
              </a:rPr>
              <a:t>on</a:t>
            </a:r>
            <a:r>
              <a:rPr sz="1700" spc="14" dirty="0">
                <a:latin typeface="Times New Roman"/>
                <a:cs typeface="Times New Roman"/>
              </a:rPr>
              <a:t> </a:t>
            </a:r>
            <a:r>
              <a:rPr sz="1700" spc="-2" dirty="0">
                <a:latin typeface="Times New Roman"/>
                <a:cs typeface="Times New Roman"/>
              </a:rPr>
              <a:t>pulse</a:t>
            </a:r>
            <a:r>
              <a:rPr sz="1700" spc="14" dirty="0">
                <a:latin typeface="Times New Roman"/>
                <a:cs typeface="Times New Roman"/>
              </a:rPr>
              <a:t> </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n</a:t>
            </a:r>
            <a:r>
              <a:rPr sz="1700" spc="-2" dirty="0">
                <a:latin typeface="Times New Roman"/>
                <a:cs typeface="Times New Roman"/>
              </a:rPr>
              <a:t>er</a:t>
            </a:r>
            <a:r>
              <a:rPr sz="1700" spc="-10" dirty="0">
                <a:latin typeface="Times New Roman"/>
                <a:cs typeface="Times New Roman"/>
              </a:rPr>
              <a:t>a</a:t>
            </a:r>
            <a:r>
              <a:rPr sz="1700" spc="-2" dirty="0">
                <a:latin typeface="Times New Roman"/>
                <a:cs typeface="Times New Roman"/>
              </a:rPr>
              <a:t>tor.</a:t>
            </a:r>
            <a:r>
              <a:rPr sz="1700" spc="19" dirty="0">
                <a:latin typeface="Times New Roman"/>
                <a:cs typeface="Times New Roman"/>
              </a:rPr>
              <a:t> </a:t>
            </a:r>
            <a:r>
              <a:rPr sz="1700" dirty="0">
                <a:latin typeface="Times New Roman"/>
                <a:cs typeface="Times New Roman"/>
              </a:rPr>
              <a:t>If</a:t>
            </a:r>
            <a:r>
              <a:rPr sz="1700" spc="12"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ters</a:t>
            </a:r>
            <a:r>
              <a:rPr sz="1700" spc="14" dirty="0">
                <a:latin typeface="Times New Roman"/>
                <a:cs typeface="Times New Roman"/>
              </a:rPr>
              <a:t> </a:t>
            </a:r>
            <a:r>
              <a:rPr sz="1700" spc="-2" dirty="0">
                <a:latin typeface="Times New Roman"/>
                <a:cs typeface="Times New Roman"/>
              </a:rPr>
              <a:t>in</a:t>
            </a:r>
            <a:r>
              <a:rPr sz="1700" spc="17" dirty="0">
                <a:latin typeface="Times New Roman"/>
                <a:cs typeface="Times New Roman"/>
              </a:rPr>
              <a:t> </a:t>
            </a:r>
            <a:r>
              <a:rPr sz="1700" dirty="0">
                <a:latin typeface="Times New Roman"/>
                <a:cs typeface="Times New Roman"/>
              </a:rPr>
              <a:t>t</a:t>
            </a:r>
            <a:r>
              <a:rPr sz="1700" spc="-5" dirty="0">
                <a:latin typeface="Times New Roman"/>
                <a:cs typeface="Times New Roman"/>
              </a:rPr>
              <a:t>he</a:t>
            </a:r>
            <a:r>
              <a:rPr sz="1700" spc="14"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dirty="0">
                <a:latin typeface="Times New Roman"/>
                <a:cs typeface="Times New Roman"/>
              </a:rPr>
              <a:t>rf</a:t>
            </a:r>
            <a:r>
              <a:rPr sz="1700" spc="-7" dirty="0">
                <a:latin typeface="Times New Roman"/>
                <a:cs typeface="Times New Roman"/>
              </a:rPr>
              <a:t>ac</a:t>
            </a:r>
            <a:r>
              <a:rPr sz="1700" spc="-5" dirty="0">
                <a:latin typeface="Times New Roman"/>
                <a:cs typeface="Times New Roman"/>
              </a:rPr>
              <a:t>e</a:t>
            </a:r>
            <a:r>
              <a:rPr sz="1700" spc="19" dirty="0">
                <a:latin typeface="Times New Roman"/>
                <a:cs typeface="Times New Roman"/>
              </a:rPr>
              <a:t> </a:t>
            </a:r>
            <a:r>
              <a:rPr sz="1700" spc="-2" dirty="0">
                <a:latin typeface="Times New Roman"/>
                <a:cs typeface="Times New Roman"/>
              </a:rPr>
              <a:t>sha</a:t>
            </a:r>
            <a:r>
              <a:rPr sz="1700" spc="2" dirty="0">
                <a:latin typeface="Times New Roman"/>
                <a:cs typeface="Times New Roman"/>
              </a:rPr>
              <a:t>r</a:t>
            </a:r>
            <a:r>
              <a:rPr sz="1700" spc="-5" dirty="0">
                <a:latin typeface="Times New Roman"/>
                <a:cs typeface="Times New Roman"/>
              </a:rPr>
              <a:t>e</a:t>
            </a:r>
            <a:r>
              <a:rPr sz="1700" spc="19"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7" dirty="0">
                <a:latin typeface="Times New Roman"/>
                <a:cs typeface="Times New Roman"/>
              </a:rPr>
              <a:t>c</a:t>
            </a:r>
            <a:r>
              <a:rPr sz="1700" spc="-5" dirty="0">
                <a:latin typeface="Times New Roman"/>
                <a:cs typeface="Times New Roman"/>
              </a:rPr>
              <a:t>o</a:t>
            </a:r>
            <a:r>
              <a:rPr sz="1700" dirty="0">
                <a:latin typeface="Times New Roman"/>
                <a:cs typeface="Times New Roman"/>
              </a:rPr>
              <a:t>m</a:t>
            </a:r>
            <a:r>
              <a:rPr sz="1700" spc="-5" dirty="0">
                <a:latin typeface="Times New Roman"/>
                <a:cs typeface="Times New Roman"/>
              </a:rPr>
              <a:t>mon</a:t>
            </a:r>
            <a:r>
              <a:rPr sz="1700" spc="17" dirty="0">
                <a:latin typeface="Times New Roman"/>
                <a:cs typeface="Times New Roman"/>
              </a:rPr>
              <a:t> </a:t>
            </a:r>
            <a:r>
              <a:rPr sz="1700" spc="-7" dirty="0">
                <a:latin typeface="Times New Roman"/>
                <a:cs typeface="Times New Roman"/>
              </a:rPr>
              <a:t>c</a:t>
            </a:r>
            <a:r>
              <a:rPr sz="1700" spc="-5" dirty="0">
                <a:latin typeface="Times New Roman"/>
                <a:cs typeface="Times New Roman"/>
              </a:rPr>
              <a:t>lock</a:t>
            </a:r>
            <a:r>
              <a:rPr sz="1700" spc="14"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spc="17" dirty="0">
                <a:latin typeface="Times New Roman"/>
                <a:cs typeface="Times New Roman"/>
              </a:rPr>
              <a:t> </a:t>
            </a:r>
            <a:r>
              <a:rPr sz="1700" spc="-2" dirty="0">
                <a:latin typeface="Times New Roman"/>
                <a:cs typeface="Times New Roman"/>
              </a:rPr>
              <a:t>the </a:t>
            </a:r>
            <a:r>
              <a:rPr sz="1700" spc="-5" dirty="0">
                <a:latin typeface="Times New Roman"/>
                <a:cs typeface="Times New Roman"/>
              </a:rPr>
              <a:t>C</a:t>
            </a:r>
            <a:r>
              <a:rPr sz="1700" dirty="0">
                <a:latin typeface="Times New Roman"/>
                <a:cs typeface="Times New Roman"/>
              </a:rPr>
              <a:t>PU</a:t>
            </a:r>
            <a:r>
              <a:rPr sz="1700" spc="-2" dirty="0">
                <a:latin typeface="Times New Roman"/>
                <a:cs typeface="Times New Roman"/>
              </a:rPr>
              <a:t> </a:t>
            </a:r>
            <a:r>
              <a:rPr sz="1700" spc="-5" dirty="0">
                <a:latin typeface="Times New Roman"/>
                <a:cs typeface="Times New Roman"/>
              </a:rPr>
              <a:t>r</a:t>
            </a:r>
            <a:r>
              <a:rPr sz="1700" spc="-7"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rs,</a:t>
            </a:r>
            <a:r>
              <a:rPr sz="1700" spc="-2" dirty="0">
                <a:latin typeface="Times New Roman"/>
                <a:cs typeface="Times New Roman"/>
              </a:rPr>
              <a:t> the tr</a:t>
            </a:r>
            <a:r>
              <a:rPr sz="1700" spc="-10" dirty="0">
                <a:latin typeface="Times New Roman"/>
                <a:cs typeface="Times New Roman"/>
              </a:rPr>
              <a:t>a</a:t>
            </a:r>
            <a:r>
              <a:rPr sz="1700" dirty="0">
                <a:latin typeface="Times New Roman"/>
                <a:cs typeface="Times New Roman"/>
              </a:rPr>
              <a:t>ns</a:t>
            </a:r>
            <a:r>
              <a:rPr sz="1700" spc="2" dirty="0">
                <a:latin typeface="Times New Roman"/>
                <a:cs typeface="Times New Roman"/>
              </a:rPr>
              <a:t>f</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b</a:t>
            </a:r>
            <a:r>
              <a:rPr sz="1700" spc="-10" dirty="0">
                <a:latin typeface="Times New Roman"/>
                <a:cs typeface="Times New Roman"/>
              </a:rPr>
              <a:t>e</a:t>
            </a:r>
            <a:r>
              <a:rPr sz="1700" spc="-5" dirty="0">
                <a:latin typeface="Times New Roman"/>
                <a:cs typeface="Times New Roman"/>
              </a:rPr>
              <a:t>tw</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n </a:t>
            </a:r>
            <a:r>
              <a:rPr sz="1700" spc="-2" dirty="0">
                <a:latin typeface="Times New Roman"/>
                <a:cs typeface="Times New Roman"/>
              </a:rPr>
              <a:t>the </a:t>
            </a:r>
            <a:r>
              <a:rPr sz="1700" dirty="0">
                <a:latin typeface="Times New Roman"/>
                <a:cs typeface="Times New Roman"/>
              </a:rPr>
              <a:t>two</a:t>
            </a:r>
            <a:r>
              <a:rPr sz="1700" spc="-2" dirty="0">
                <a:latin typeface="Times New Roman"/>
                <a:cs typeface="Times New Roman"/>
              </a:rPr>
              <a:t> units</a:t>
            </a:r>
            <a:r>
              <a:rPr sz="1700" spc="5" dirty="0">
                <a:latin typeface="Times New Roman"/>
                <a:cs typeface="Times New Roman"/>
              </a:rPr>
              <a:t> </a:t>
            </a:r>
            <a:r>
              <a:rPr sz="1700" spc="-2" dirty="0">
                <a:latin typeface="Times New Roman"/>
                <a:cs typeface="Times New Roman"/>
              </a:rPr>
              <a:t>is </a:t>
            </a:r>
            <a:r>
              <a:rPr sz="1700" dirty="0">
                <a:latin typeface="Times New Roman"/>
                <a:cs typeface="Times New Roman"/>
              </a:rPr>
              <a:t>s</a:t>
            </a:r>
            <a:r>
              <a:rPr sz="1700" spc="-7" dirty="0">
                <a:latin typeface="Times New Roman"/>
                <a:cs typeface="Times New Roman"/>
              </a:rPr>
              <a:t>a</a:t>
            </a:r>
            <a:r>
              <a:rPr sz="1700" spc="-2" dirty="0">
                <a:latin typeface="Times New Roman"/>
                <a:cs typeface="Times New Roman"/>
              </a:rPr>
              <a:t>id t</a:t>
            </a:r>
            <a:r>
              <a:rPr sz="1700" dirty="0">
                <a:latin typeface="Times New Roman"/>
                <a:cs typeface="Times New Roman"/>
              </a:rPr>
              <a:t>o </a:t>
            </a:r>
            <a:r>
              <a:rPr sz="1700" spc="-5" dirty="0">
                <a:latin typeface="Times New Roman"/>
                <a:cs typeface="Times New Roman"/>
              </a:rPr>
              <a:t>be</a:t>
            </a:r>
            <a:r>
              <a:rPr sz="1700" spc="-2" dirty="0">
                <a:latin typeface="Times New Roman"/>
                <a:cs typeface="Times New Roman"/>
              </a:rPr>
              <a:t> sync</a:t>
            </a:r>
            <a:r>
              <a:rPr sz="1700" dirty="0">
                <a:latin typeface="Times New Roman"/>
                <a:cs typeface="Times New Roman"/>
              </a:rPr>
              <a:t>hron</a:t>
            </a:r>
            <a:r>
              <a:rPr sz="1700" spc="-2" dirty="0">
                <a:latin typeface="Times New Roman"/>
                <a:cs typeface="Times New Roman"/>
              </a:rPr>
              <a:t>o</a:t>
            </a:r>
            <a:r>
              <a:rPr sz="1700" dirty="0">
                <a:latin typeface="Times New Roman"/>
                <a:cs typeface="Times New Roman"/>
              </a:rPr>
              <a:t>u</a:t>
            </a:r>
            <a:r>
              <a:rPr sz="1700" spc="5" dirty="0">
                <a:latin typeface="Times New Roman"/>
                <a:cs typeface="Times New Roman"/>
              </a:rPr>
              <a:t>s</a:t>
            </a:r>
            <a:r>
              <a:rPr sz="1700" dirty="0">
                <a:latin typeface="Times New Roman"/>
                <a:cs typeface="Times New Roman"/>
              </a:rPr>
              <a:t>.</a:t>
            </a:r>
          </a:p>
          <a:p>
            <a:pPr marL="6109" marR="3360" algn="just">
              <a:spcBef>
                <a:spcPts val="404"/>
              </a:spcBef>
            </a:pPr>
            <a:r>
              <a:rPr sz="1700" spc="-10" dirty="0">
                <a:latin typeface="Times New Roman"/>
                <a:cs typeface="Times New Roman"/>
              </a:rPr>
              <a:t>I</a:t>
            </a:r>
            <a:r>
              <a:rPr sz="1700" dirty="0">
                <a:latin typeface="Times New Roman"/>
                <a:cs typeface="Times New Roman"/>
              </a:rPr>
              <a:t>n</a:t>
            </a:r>
            <a:r>
              <a:rPr sz="1700" spc="22" dirty="0">
                <a:latin typeface="Times New Roman"/>
                <a:cs typeface="Times New Roman"/>
              </a:rPr>
              <a:t> </a:t>
            </a:r>
            <a:r>
              <a:rPr sz="1700" spc="-5" dirty="0">
                <a:latin typeface="Times New Roman"/>
                <a:cs typeface="Times New Roman"/>
              </a:rPr>
              <a:t>most</a:t>
            </a:r>
            <a:r>
              <a:rPr sz="1700" spc="17" dirty="0">
                <a:latin typeface="Times New Roman"/>
                <a:cs typeface="Times New Roman"/>
              </a:rPr>
              <a:t> </a:t>
            </a:r>
            <a:r>
              <a:rPr sz="1700" spc="-7" dirty="0">
                <a:latin typeface="Times New Roman"/>
                <a:cs typeface="Times New Roman"/>
              </a:rPr>
              <a:t>ca</a:t>
            </a:r>
            <a:r>
              <a:rPr sz="1700" spc="5" dirty="0">
                <a:latin typeface="Times New Roman"/>
                <a:cs typeface="Times New Roman"/>
              </a:rPr>
              <a:t>s</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a:t>
            </a:r>
            <a:r>
              <a:rPr sz="1700" spc="17"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2" dirty="0">
                <a:latin typeface="Times New Roman"/>
                <a:cs typeface="Times New Roman"/>
              </a:rPr>
              <a:t>inte</a:t>
            </a:r>
            <a:r>
              <a:rPr sz="1700" dirty="0">
                <a:latin typeface="Times New Roman"/>
                <a:cs typeface="Times New Roman"/>
              </a:rPr>
              <a:t>r</a:t>
            </a:r>
            <a:r>
              <a:rPr sz="1700" spc="2" dirty="0">
                <a:latin typeface="Times New Roman"/>
                <a:cs typeface="Times New Roman"/>
              </a:rPr>
              <a:t>n</a:t>
            </a:r>
            <a:r>
              <a:rPr sz="1700" spc="-7" dirty="0">
                <a:latin typeface="Times New Roman"/>
                <a:cs typeface="Times New Roman"/>
              </a:rPr>
              <a:t>a</a:t>
            </a:r>
            <a:r>
              <a:rPr sz="1700" spc="-2" dirty="0">
                <a:latin typeface="Times New Roman"/>
                <a:cs typeface="Times New Roman"/>
              </a:rPr>
              <a:t>l</a:t>
            </a:r>
            <a:r>
              <a:rPr sz="1700" spc="17" dirty="0">
                <a:latin typeface="Times New Roman"/>
                <a:cs typeface="Times New Roman"/>
              </a:rPr>
              <a:t> </a:t>
            </a:r>
            <a:r>
              <a:rPr sz="1700" spc="-2" dirty="0">
                <a:latin typeface="Times New Roman"/>
                <a:cs typeface="Times New Roman"/>
              </a:rPr>
              <a:t>timi</a:t>
            </a:r>
            <a:r>
              <a:rPr sz="1700" dirty="0">
                <a:latin typeface="Times New Roman"/>
                <a:cs typeface="Times New Roman"/>
              </a:rPr>
              <a:t>ng</a:t>
            </a:r>
            <a:r>
              <a:rPr sz="1700" spc="14" dirty="0">
                <a:latin typeface="Times New Roman"/>
                <a:cs typeface="Times New Roman"/>
              </a:rPr>
              <a:t> </a:t>
            </a:r>
            <a:r>
              <a:rPr sz="1700" spc="-2" dirty="0">
                <a:latin typeface="Times New Roman"/>
                <a:cs typeface="Times New Roman"/>
              </a:rPr>
              <a:t>in</a:t>
            </a:r>
            <a:r>
              <a:rPr sz="1700" spc="17" dirty="0">
                <a:latin typeface="Times New Roman"/>
                <a:cs typeface="Times New Roman"/>
              </a:rPr>
              <a:t> </a:t>
            </a:r>
            <a:r>
              <a:rPr sz="1700" spc="-7" dirty="0">
                <a:latin typeface="Times New Roman"/>
                <a:cs typeface="Times New Roman"/>
              </a:rPr>
              <a:t>eac</a:t>
            </a:r>
            <a:r>
              <a:rPr sz="1700" dirty="0">
                <a:latin typeface="Times New Roman"/>
                <a:cs typeface="Times New Roman"/>
              </a:rPr>
              <a:t>h</a:t>
            </a:r>
            <a:r>
              <a:rPr sz="1700" spc="22" dirty="0">
                <a:latin typeface="Times New Roman"/>
                <a:cs typeface="Times New Roman"/>
              </a:rPr>
              <a:t> </a:t>
            </a:r>
            <a:r>
              <a:rPr sz="1700" spc="-2" dirty="0">
                <a:latin typeface="Times New Roman"/>
                <a:cs typeface="Times New Roman"/>
              </a:rPr>
              <a:t>unit</a:t>
            </a:r>
            <a:r>
              <a:rPr sz="1700" spc="17" dirty="0">
                <a:latin typeface="Times New Roman"/>
                <a:cs typeface="Times New Roman"/>
              </a:rPr>
              <a:t> </a:t>
            </a:r>
            <a:r>
              <a:rPr sz="1700" spc="-2" dirty="0">
                <a:latin typeface="Times New Roman"/>
                <a:cs typeface="Times New Roman"/>
              </a:rPr>
              <a:t>is</a:t>
            </a:r>
            <a:r>
              <a:rPr sz="1700" spc="17" dirty="0">
                <a:latin typeface="Times New Roman"/>
                <a:cs typeface="Times New Roman"/>
              </a:rPr>
              <a:t> </a:t>
            </a:r>
            <a:r>
              <a:rPr sz="1700" spc="-5" dirty="0">
                <a:latin typeface="Times New Roman"/>
                <a:cs typeface="Times New Roman"/>
              </a:rPr>
              <a:t>indep</a:t>
            </a:r>
            <a:r>
              <a:rPr sz="1700" spc="-10" dirty="0">
                <a:latin typeface="Times New Roman"/>
                <a:cs typeface="Times New Roman"/>
              </a:rPr>
              <a:t>e</a:t>
            </a:r>
            <a:r>
              <a:rPr sz="1700" spc="-5" dirty="0">
                <a:latin typeface="Times New Roman"/>
                <a:cs typeface="Times New Roman"/>
              </a:rPr>
              <a:t>nd</a:t>
            </a:r>
            <a:r>
              <a:rPr sz="1700" spc="-7" dirty="0">
                <a:latin typeface="Times New Roman"/>
                <a:cs typeface="Times New Roman"/>
              </a:rPr>
              <a:t>e</a:t>
            </a:r>
            <a:r>
              <a:rPr sz="1700" spc="-2" dirty="0">
                <a:latin typeface="Times New Roman"/>
                <a:cs typeface="Times New Roman"/>
              </a:rPr>
              <a:t>nt</a:t>
            </a:r>
            <a:r>
              <a:rPr sz="1700" spc="22"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17"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2" dirty="0">
                <a:latin typeface="Times New Roman"/>
                <a:cs typeface="Times New Roman"/>
              </a:rPr>
              <a:t>ot</a:t>
            </a:r>
            <a:r>
              <a:rPr sz="1700" dirty="0">
                <a:latin typeface="Times New Roman"/>
                <a:cs typeface="Times New Roman"/>
              </a:rPr>
              <a:t>h</a:t>
            </a:r>
            <a:r>
              <a:rPr sz="1700" spc="-7" dirty="0">
                <a:latin typeface="Times New Roman"/>
                <a:cs typeface="Times New Roman"/>
              </a:rPr>
              <a:t>e</a:t>
            </a:r>
            <a:r>
              <a:rPr sz="1700" dirty="0">
                <a:latin typeface="Times New Roman"/>
                <a:cs typeface="Times New Roman"/>
              </a:rPr>
              <a:t>r</a:t>
            </a:r>
            <a:r>
              <a:rPr sz="1700" spc="14" dirty="0">
                <a:latin typeface="Times New Roman"/>
                <a:cs typeface="Times New Roman"/>
              </a:rPr>
              <a:t> </a:t>
            </a:r>
            <a:r>
              <a:rPr sz="1700" spc="-2" dirty="0">
                <a:latin typeface="Times New Roman"/>
                <a:cs typeface="Times New Roman"/>
              </a:rPr>
              <a:t>in</a:t>
            </a:r>
            <a:r>
              <a:rPr sz="1700" spc="17" dirty="0">
                <a:latin typeface="Times New Roman"/>
                <a:cs typeface="Times New Roman"/>
              </a:rPr>
              <a:t> </a:t>
            </a:r>
            <a:r>
              <a:rPr sz="1700" spc="-2" dirty="0">
                <a:latin typeface="Times New Roman"/>
                <a:cs typeface="Times New Roman"/>
              </a:rPr>
              <a:t>that</a:t>
            </a:r>
            <a:r>
              <a:rPr sz="1700" spc="22" dirty="0">
                <a:latin typeface="Times New Roman"/>
                <a:cs typeface="Times New Roman"/>
              </a:rPr>
              <a:t> </a:t>
            </a:r>
            <a:r>
              <a:rPr sz="1700" spc="-7" dirty="0">
                <a:latin typeface="Times New Roman"/>
                <a:cs typeface="Times New Roman"/>
              </a:rPr>
              <a:t>e</a:t>
            </a:r>
            <a:r>
              <a:rPr sz="1700" spc="-2" dirty="0">
                <a:latin typeface="Times New Roman"/>
                <a:cs typeface="Times New Roman"/>
              </a:rPr>
              <a:t>a</a:t>
            </a:r>
            <a:r>
              <a:rPr sz="1700" spc="-7" dirty="0">
                <a:latin typeface="Times New Roman"/>
                <a:cs typeface="Times New Roman"/>
              </a:rPr>
              <a:t>c</a:t>
            </a:r>
            <a:r>
              <a:rPr sz="1700" dirty="0">
                <a:latin typeface="Times New Roman"/>
                <a:cs typeface="Times New Roman"/>
              </a:rPr>
              <a:t>h</a:t>
            </a:r>
            <a:r>
              <a:rPr sz="1700" spc="14"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s </a:t>
            </a:r>
            <a:r>
              <a:rPr sz="1700" spc="-2" dirty="0">
                <a:latin typeface="Times New Roman"/>
                <a:cs typeface="Times New Roman"/>
              </a:rPr>
              <a:t>it</a:t>
            </a:r>
            <a:r>
              <a:rPr sz="1700" dirty="0">
                <a:latin typeface="Times New Roman"/>
                <a:cs typeface="Times New Roman"/>
              </a:rPr>
              <a:t>s </a:t>
            </a:r>
            <a:r>
              <a:rPr sz="1700" spc="22" dirty="0">
                <a:latin typeface="Times New Roman"/>
                <a:cs typeface="Times New Roman"/>
              </a:rPr>
              <a:t> </a:t>
            </a:r>
            <a:r>
              <a:rPr sz="1700" dirty="0">
                <a:latin typeface="Times New Roman"/>
                <a:cs typeface="Times New Roman"/>
              </a:rPr>
              <a:t>own </a:t>
            </a:r>
            <a:r>
              <a:rPr sz="1700" spc="19" dirty="0">
                <a:latin typeface="Times New Roman"/>
                <a:cs typeface="Times New Roman"/>
              </a:rPr>
              <a:t> </a:t>
            </a:r>
            <a:r>
              <a:rPr sz="1700" spc="-2" dirty="0">
                <a:latin typeface="Times New Roman"/>
                <a:cs typeface="Times New Roman"/>
              </a:rPr>
              <a:t>priv</a:t>
            </a:r>
            <a:r>
              <a:rPr sz="1700" spc="-10" dirty="0">
                <a:latin typeface="Times New Roman"/>
                <a:cs typeface="Times New Roman"/>
              </a:rPr>
              <a:t>a</a:t>
            </a:r>
            <a:r>
              <a:rPr sz="1700" spc="-2" dirty="0">
                <a:latin typeface="Times New Roman"/>
                <a:cs typeface="Times New Roman"/>
              </a:rPr>
              <a:t>te</a:t>
            </a:r>
            <a:r>
              <a:rPr sz="1700" dirty="0">
                <a:latin typeface="Times New Roman"/>
                <a:cs typeface="Times New Roman"/>
              </a:rPr>
              <a:t> </a:t>
            </a:r>
            <a:r>
              <a:rPr sz="1700" spc="22" dirty="0">
                <a:latin typeface="Times New Roman"/>
                <a:cs typeface="Times New Roman"/>
              </a:rPr>
              <a:t> </a:t>
            </a:r>
            <a:r>
              <a:rPr sz="1700" spc="-7" dirty="0">
                <a:latin typeface="Times New Roman"/>
                <a:cs typeface="Times New Roman"/>
              </a:rPr>
              <a:t>c</a:t>
            </a:r>
            <a:r>
              <a:rPr sz="1700" spc="-5" dirty="0">
                <a:latin typeface="Times New Roman"/>
                <a:cs typeface="Times New Roman"/>
              </a:rPr>
              <a:t>lock</a:t>
            </a:r>
            <a:r>
              <a:rPr sz="1700" dirty="0">
                <a:latin typeface="Times New Roman"/>
                <a:cs typeface="Times New Roman"/>
              </a:rPr>
              <a:t> </a:t>
            </a:r>
            <a:r>
              <a:rPr sz="1700" spc="19" dirty="0">
                <a:latin typeface="Times New Roman"/>
                <a:cs typeface="Times New Roman"/>
              </a:rPr>
              <a:t> </a:t>
            </a:r>
            <a:r>
              <a:rPr sz="1700" spc="2" dirty="0">
                <a:latin typeface="Times New Roman"/>
                <a:cs typeface="Times New Roman"/>
              </a:rPr>
              <a:t>f</a:t>
            </a:r>
            <a:r>
              <a:rPr sz="1700" dirty="0">
                <a:latin typeface="Times New Roman"/>
                <a:cs typeface="Times New Roman"/>
              </a:rPr>
              <a:t>or </a:t>
            </a:r>
            <a:r>
              <a:rPr sz="1700" spc="19" dirty="0">
                <a:latin typeface="Times New Roman"/>
                <a:cs typeface="Times New Roman"/>
              </a:rPr>
              <a:t> </a:t>
            </a:r>
            <a:r>
              <a:rPr sz="1700" spc="-2" dirty="0">
                <a:latin typeface="Times New Roman"/>
                <a:cs typeface="Times New Roman"/>
              </a:rPr>
              <a:t>int</a:t>
            </a:r>
            <a:r>
              <a:rPr sz="1700" spc="-7" dirty="0">
                <a:latin typeface="Times New Roman"/>
                <a:cs typeface="Times New Roman"/>
              </a:rPr>
              <a:t>e</a:t>
            </a:r>
            <a:r>
              <a:rPr sz="1700" spc="-2" dirty="0">
                <a:latin typeface="Times New Roman"/>
                <a:cs typeface="Times New Roman"/>
              </a:rPr>
              <a:t>rn</a:t>
            </a:r>
            <a:r>
              <a:rPr sz="1700" spc="-10"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rs. </a:t>
            </a:r>
            <a:r>
              <a:rPr sz="1700" spc="26" dirty="0">
                <a:latin typeface="Times New Roman"/>
                <a:cs typeface="Times New Roman"/>
              </a:rPr>
              <a:t> </a:t>
            </a:r>
            <a:r>
              <a:rPr sz="1700" spc="-10" dirty="0">
                <a:latin typeface="Times New Roman"/>
                <a:cs typeface="Times New Roman"/>
              </a:rPr>
              <a:t>I</a:t>
            </a:r>
            <a:r>
              <a:rPr sz="1700" dirty="0">
                <a:latin typeface="Times New Roman"/>
                <a:cs typeface="Times New Roman"/>
              </a:rPr>
              <a:t>n </a:t>
            </a:r>
            <a:r>
              <a:rPr sz="1700" spc="26"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22" dirty="0">
                <a:latin typeface="Times New Roman"/>
                <a:cs typeface="Times New Roman"/>
              </a:rPr>
              <a:t> </a:t>
            </a:r>
            <a:r>
              <a:rPr sz="1700" spc="-7" dirty="0">
                <a:latin typeface="Times New Roman"/>
                <a:cs typeface="Times New Roman"/>
              </a:rPr>
              <a:t>ca</a:t>
            </a:r>
            <a:r>
              <a:rPr sz="1700" spc="-2" dirty="0">
                <a:latin typeface="Times New Roman"/>
                <a:cs typeface="Times New Roman"/>
              </a:rPr>
              <a:t>se</a:t>
            </a:r>
            <a:r>
              <a:rPr sz="1700" dirty="0">
                <a:latin typeface="Times New Roman"/>
                <a:cs typeface="Times New Roman"/>
              </a:rPr>
              <a:t>, </a:t>
            </a:r>
            <a:r>
              <a:rPr sz="1700" spc="22"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19" dirty="0">
                <a:latin typeface="Times New Roman"/>
                <a:cs typeface="Times New Roman"/>
              </a:rPr>
              <a:t> </a:t>
            </a:r>
            <a:r>
              <a:rPr sz="1700" dirty="0">
                <a:latin typeface="Times New Roman"/>
                <a:cs typeface="Times New Roman"/>
              </a:rPr>
              <a:t>two </a:t>
            </a:r>
            <a:r>
              <a:rPr sz="1700" spc="22" dirty="0">
                <a:latin typeface="Times New Roman"/>
                <a:cs typeface="Times New Roman"/>
              </a:rPr>
              <a:t> </a:t>
            </a:r>
            <a:r>
              <a:rPr sz="1700" spc="-2" dirty="0">
                <a:latin typeface="Times New Roman"/>
                <a:cs typeface="Times New Roman"/>
              </a:rPr>
              <a:t>unit</a:t>
            </a:r>
            <a:r>
              <a:rPr sz="1700" dirty="0">
                <a:latin typeface="Times New Roman"/>
                <a:cs typeface="Times New Roman"/>
              </a:rPr>
              <a:t>s </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17" dirty="0">
                <a:latin typeface="Times New Roman"/>
                <a:cs typeface="Times New Roman"/>
              </a:rPr>
              <a:t> </a:t>
            </a:r>
            <a:r>
              <a:rPr sz="1700" spc="-2" dirty="0">
                <a:latin typeface="Times New Roman"/>
                <a:cs typeface="Times New Roman"/>
              </a:rPr>
              <a:t>said</a:t>
            </a:r>
            <a:r>
              <a:rPr sz="1700" dirty="0">
                <a:latin typeface="Times New Roman"/>
                <a:cs typeface="Times New Roman"/>
              </a:rPr>
              <a:t> </a:t>
            </a:r>
            <a:r>
              <a:rPr sz="1700" spc="22"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22" dirty="0">
                <a:latin typeface="Times New Roman"/>
                <a:cs typeface="Times New Roman"/>
              </a:rPr>
              <a:t> </a:t>
            </a:r>
            <a:r>
              <a:rPr sz="1700" spc="-5" dirty="0">
                <a:latin typeface="Times New Roman"/>
                <a:cs typeface="Times New Roman"/>
              </a:rPr>
              <a:t>be</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sync</a:t>
            </a:r>
            <a:r>
              <a:rPr sz="1700" dirty="0">
                <a:latin typeface="Times New Roman"/>
                <a:cs typeface="Times New Roman"/>
              </a:rPr>
              <a:t>hron</a:t>
            </a:r>
            <a:r>
              <a:rPr sz="1700" spc="-2" dirty="0">
                <a:latin typeface="Times New Roman"/>
                <a:cs typeface="Times New Roman"/>
              </a:rPr>
              <a:t>o</a:t>
            </a:r>
            <a:r>
              <a:rPr sz="1700" dirty="0">
                <a:latin typeface="Times New Roman"/>
                <a:cs typeface="Times New Roman"/>
              </a:rPr>
              <a:t>us </a:t>
            </a:r>
            <a:r>
              <a:rPr sz="1700" spc="26"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29" dirty="0">
                <a:latin typeface="Times New Roman"/>
                <a:cs typeface="Times New Roman"/>
              </a:rPr>
              <a:t> </a:t>
            </a:r>
            <a:r>
              <a:rPr sz="1700" spc="-2" dirty="0">
                <a:latin typeface="Times New Roman"/>
                <a:cs typeface="Times New Roman"/>
              </a:rPr>
              <a:t>e</a:t>
            </a:r>
            <a:r>
              <a:rPr sz="1700" spc="-7" dirty="0">
                <a:latin typeface="Times New Roman"/>
                <a:cs typeface="Times New Roman"/>
              </a:rPr>
              <a:t>ac</a:t>
            </a:r>
            <a:r>
              <a:rPr sz="1700" dirty="0">
                <a:latin typeface="Times New Roman"/>
                <a:cs typeface="Times New Roman"/>
              </a:rPr>
              <a:t>h </a:t>
            </a:r>
            <a:r>
              <a:rPr sz="1700" spc="36" dirty="0">
                <a:latin typeface="Times New Roman"/>
                <a:cs typeface="Times New Roman"/>
              </a:rPr>
              <a:t> </a:t>
            </a:r>
            <a:r>
              <a:rPr sz="1700" spc="-5" dirty="0">
                <a:latin typeface="Times New Roman"/>
                <a:cs typeface="Times New Roman"/>
              </a:rPr>
              <a:t>othe</a:t>
            </a:r>
            <a:r>
              <a:rPr sz="1700" spc="-7" dirty="0">
                <a:latin typeface="Times New Roman"/>
                <a:cs typeface="Times New Roman"/>
              </a:rPr>
              <a:t>r</a:t>
            </a:r>
            <a:r>
              <a:rPr sz="1700" dirty="0">
                <a:latin typeface="Times New Roman"/>
                <a:cs typeface="Times New Roman"/>
              </a:rPr>
              <a:t>. </a:t>
            </a:r>
            <a:r>
              <a:rPr sz="1700" spc="26" dirty="0">
                <a:latin typeface="Times New Roman"/>
                <a:cs typeface="Times New Roman"/>
              </a:rPr>
              <a:t> </a:t>
            </a:r>
            <a:r>
              <a:rPr sz="1700" spc="-5" dirty="0">
                <a:latin typeface="Times New Roman"/>
                <a:cs typeface="Times New Roman"/>
              </a:rPr>
              <a:t>This</a:t>
            </a:r>
            <a:r>
              <a:rPr sz="1700" dirty="0">
                <a:latin typeface="Times New Roman"/>
                <a:cs typeface="Times New Roman"/>
              </a:rPr>
              <a:t> </a:t>
            </a:r>
            <a:r>
              <a:rPr sz="1700" spc="29" dirty="0">
                <a:latin typeface="Times New Roman"/>
                <a:cs typeface="Times New Roman"/>
              </a:rPr>
              <a:t> </a:t>
            </a:r>
            <a:r>
              <a:rPr sz="1700" spc="-7" dirty="0">
                <a:latin typeface="Times New Roman"/>
                <a:cs typeface="Times New Roman"/>
              </a:rPr>
              <a:t>a</a:t>
            </a:r>
            <a:r>
              <a:rPr sz="1700" dirty="0">
                <a:latin typeface="Times New Roman"/>
                <a:cs typeface="Times New Roman"/>
              </a:rPr>
              <a:t>ppr</a:t>
            </a:r>
            <a:r>
              <a:rPr sz="1700" spc="2" dirty="0">
                <a:latin typeface="Times New Roman"/>
                <a:cs typeface="Times New Roman"/>
              </a:rPr>
              <a:t>o</a:t>
            </a:r>
            <a:r>
              <a:rPr sz="1700" spc="-7" dirty="0">
                <a:latin typeface="Times New Roman"/>
                <a:cs typeface="Times New Roman"/>
              </a:rPr>
              <a:t>ac</a:t>
            </a:r>
            <a:r>
              <a:rPr sz="1700" dirty="0">
                <a:latin typeface="Times New Roman"/>
                <a:cs typeface="Times New Roman"/>
              </a:rPr>
              <a:t>h </a:t>
            </a:r>
            <a:r>
              <a:rPr sz="1700" spc="26"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34" dirty="0">
                <a:latin typeface="Times New Roman"/>
                <a:cs typeface="Times New Roman"/>
              </a:rPr>
              <a:t> </a:t>
            </a:r>
            <a:r>
              <a:rPr sz="1700" spc="-7" dirty="0">
                <a:latin typeface="Times New Roman"/>
                <a:cs typeface="Times New Roman"/>
              </a:rPr>
              <a:t>wide</a:t>
            </a:r>
            <a:r>
              <a:rPr sz="1700" spc="-2" dirty="0">
                <a:latin typeface="Times New Roman"/>
                <a:cs typeface="Times New Roman"/>
              </a:rPr>
              <a:t>ly</a:t>
            </a:r>
            <a:r>
              <a:rPr sz="1700" dirty="0">
                <a:latin typeface="Times New Roman"/>
                <a:cs typeface="Times New Roman"/>
              </a:rPr>
              <a:t> </a:t>
            </a:r>
            <a:r>
              <a:rPr sz="1700" spc="29"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d </a:t>
            </a:r>
            <a:r>
              <a:rPr sz="1700" spc="26"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29" dirty="0">
                <a:latin typeface="Times New Roman"/>
                <a:cs typeface="Times New Roman"/>
              </a:rPr>
              <a:t> </a:t>
            </a:r>
            <a:r>
              <a:rPr sz="1700" spc="-5" dirty="0">
                <a:latin typeface="Times New Roman"/>
                <a:cs typeface="Times New Roman"/>
              </a:rPr>
              <a:t>most</a:t>
            </a:r>
            <a:r>
              <a:rPr sz="1700" dirty="0">
                <a:latin typeface="Times New Roman"/>
                <a:cs typeface="Times New Roman"/>
              </a:rPr>
              <a:t> </a:t>
            </a:r>
            <a:r>
              <a:rPr sz="1700" spc="29" dirty="0">
                <a:latin typeface="Times New Roman"/>
                <a:cs typeface="Times New Roman"/>
              </a:rPr>
              <a:t> </a:t>
            </a:r>
            <a:r>
              <a:rPr sz="1700" spc="-7"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 </a:t>
            </a:r>
            <a:r>
              <a:rPr sz="1700" spc="26" dirty="0">
                <a:latin typeface="Times New Roman"/>
                <a:cs typeface="Times New Roman"/>
              </a:rPr>
              <a:t> </a:t>
            </a:r>
            <a:r>
              <a:rPr sz="1700" spc="-2" dirty="0">
                <a:latin typeface="Times New Roman"/>
                <a:cs typeface="Times New Roman"/>
              </a:rPr>
              <a:t>sys</a:t>
            </a:r>
            <a:r>
              <a:rPr sz="1700" dirty="0">
                <a:latin typeface="Times New Roman"/>
                <a:cs typeface="Times New Roman"/>
              </a:rPr>
              <a:t>t</a:t>
            </a:r>
            <a:r>
              <a:rPr sz="1700" spc="-7" dirty="0">
                <a:latin typeface="Times New Roman"/>
                <a:cs typeface="Times New Roman"/>
              </a:rPr>
              <a:t>e</a:t>
            </a:r>
            <a:r>
              <a:rPr sz="1700" spc="-5" dirty="0">
                <a:latin typeface="Times New Roman"/>
                <a:cs typeface="Times New Roman"/>
              </a:rPr>
              <a:t>ms.</a:t>
            </a:r>
            <a:r>
              <a:rPr sz="1700" spc="-2" dirty="0">
                <a:latin typeface="Times New Roman"/>
                <a:cs typeface="Times New Roman"/>
              </a:rPr>
              <a:t> Asyn</a:t>
            </a:r>
            <a:r>
              <a:rPr sz="1700" spc="-5" dirty="0">
                <a:latin typeface="Times New Roman"/>
                <a:cs typeface="Times New Roman"/>
              </a:rPr>
              <a:t>c</a:t>
            </a:r>
            <a:r>
              <a:rPr sz="1700" dirty="0">
                <a:latin typeface="Times New Roman"/>
                <a:cs typeface="Times New Roman"/>
              </a:rPr>
              <a:t>hron</a:t>
            </a:r>
            <a:r>
              <a:rPr sz="1700" spc="-2" dirty="0">
                <a:latin typeface="Times New Roman"/>
                <a:cs typeface="Times New Roman"/>
              </a:rPr>
              <a:t>o</a:t>
            </a:r>
            <a:r>
              <a:rPr sz="1700" dirty="0">
                <a:latin typeface="Times New Roman"/>
                <a:cs typeface="Times New Roman"/>
              </a:rPr>
              <a:t>us </a:t>
            </a:r>
            <a:r>
              <a:rPr sz="1700" spc="-7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72" dirty="0">
                <a:latin typeface="Times New Roman"/>
                <a:cs typeface="Times New Roman"/>
              </a:rPr>
              <a:t> </a:t>
            </a:r>
            <a:r>
              <a:rPr sz="1700" spc="-2" dirty="0">
                <a:latin typeface="Times New Roman"/>
                <a:cs typeface="Times New Roman"/>
              </a:rPr>
              <a:t>t</a:t>
            </a:r>
            <a:r>
              <a:rPr sz="1700" dirty="0">
                <a:latin typeface="Times New Roman"/>
                <a:cs typeface="Times New Roman"/>
              </a:rPr>
              <a:t>r</a:t>
            </a:r>
            <a:r>
              <a:rPr sz="1700" spc="-7" dirty="0">
                <a:latin typeface="Times New Roman"/>
                <a:cs typeface="Times New Roman"/>
              </a:rPr>
              <a:t>a</a:t>
            </a:r>
            <a:r>
              <a:rPr sz="1700" dirty="0">
                <a:latin typeface="Times New Roman"/>
                <a:cs typeface="Times New Roman"/>
              </a:rPr>
              <a:t>n</a:t>
            </a:r>
            <a:r>
              <a:rPr sz="1700" spc="5" dirty="0">
                <a:latin typeface="Times New Roman"/>
                <a:cs typeface="Times New Roman"/>
              </a:rPr>
              <a:t>s</a:t>
            </a:r>
            <a:r>
              <a:rPr sz="1700" spc="-2" dirty="0">
                <a:latin typeface="Times New Roman"/>
                <a:cs typeface="Times New Roman"/>
              </a:rPr>
              <a:t>f</a:t>
            </a:r>
            <a:r>
              <a:rPr sz="1700" spc="-10" dirty="0">
                <a:latin typeface="Times New Roman"/>
                <a:cs typeface="Times New Roman"/>
              </a:rPr>
              <a:t>e</a:t>
            </a:r>
            <a:r>
              <a:rPr sz="1700" dirty="0">
                <a:latin typeface="Times New Roman"/>
                <a:cs typeface="Times New Roman"/>
              </a:rPr>
              <a:t>r </a:t>
            </a:r>
            <a:r>
              <a:rPr sz="1700" spc="-70"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t</a:t>
            </a:r>
            <a:r>
              <a:rPr sz="1700" spc="5" dirty="0">
                <a:latin typeface="Times New Roman"/>
                <a:cs typeface="Times New Roman"/>
              </a:rPr>
              <a:t>w</a:t>
            </a:r>
            <a:r>
              <a:rPr sz="1700" spc="-7" dirty="0">
                <a:latin typeface="Times New Roman"/>
                <a:cs typeface="Times New Roman"/>
              </a:rPr>
              <a:t>ee</a:t>
            </a:r>
            <a:r>
              <a:rPr sz="1700" dirty="0">
                <a:latin typeface="Times New Roman"/>
                <a:cs typeface="Times New Roman"/>
              </a:rPr>
              <a:t>n </a:t>
            </a:r>
            <a:r>
              <a:rPr sz="1700" spc="-72" dirty="0">
                <a:latin typeface="Times New Roman"/>
                <a:cs typeface="Times New Roman"/>
              </a:rPr>
              <a:t> </a:t>
            </a:r>
            <a:r>
              <a:rPr sz="1700" dirty="0">
                <a:latin typeface="Times New Roman"/>
                <a:cs typeface="Times New Roman"/>
              </a:rPr>
              <a:t>two </a:t>
            </a:r>
            <a:r>
              <a:rPr sz="1700" spc="-72" dirty="0">
                <a:latin typeface="Times New Roman"/>
                <a:cs typeface="Times New Roman"/>
              </a:rPr>
              <a:t> </a:t>
            </a:r>
            <a:r>
              <a:rPr sz="1700" spc="-5" dirty="0">
                <a:latin typeface="Times New Roman"/>
                <a:cs typeface="Times New Roman"/>
              </a:rPr>
              <a:t>inde</a:t>
            </a:r>
            <a:r>
              <a:rPr sz="1700" spc="-2" dirty="0">
                <a:latin typeface="Times New Roman"/>
                <a:cs typeface="Times New Roman"/>
              </a:rPr>
              <a:t>pe</a:t>
            </a:r>
            <a:r>
              <a:rPr sz="1700" spc="-5" dirty="0">
                <a:latin typeface="Times New Roman"/>
                <a:cs typeface="Times New Roman"/>
              </a:rPr>
              <a:t>nd</a:t>
            </a:r>
            <a:r>
              <a:rPr sz="1700" spc="-7" dirty="0">
                <a:latin typeface="Times New Roman"/>
                <a:cs typeface="Times New Roman"/>
              </a:rPr>
              <a:t>e</a:t>
            </a:r>
            <a:r>
              <a:rPr sz="1700" spc="-2" dirty="0">
                <a:latin typeface="Times New Roman"/>
                <a:cs typeface="Times New Roman"/>
              </a:rPr>
              <a:t>nt</a:t>
            </a:r>
            <a:r>
              <a:rPr sz="1700" dirty="0">
                <a:latin typeface="Times New Roman"/>
                <a:cs typeface="Times New Roman"/>
              </a:rPr>
              <a:t> </a:t>
            </a:r>
            <a:r>
              <a:rPr sz="1700" spc="-70" dirty="0">
                <a:latin typeface="Times New Roman"/>
                <a:cs typeface="Times New Roman"/>
              </a:rPr>
              <a:t> </a:t>
            </a:r>
            <a:r>
              <a:rPr sz="1700" spc="-2" dirty="0">
                <a:latin typeface="Times New Roman"/>
                <a:cs typeface="Times New Roman"/>
              </a:rPr>
              <a:t>unit</a:t>
            </a:r>
            <a:r>
              <a:rPr sz="1700" dirty="0">
                <a:latin typeface="Times New Roman"/>
                <a:cs typeface="Times New Roman"/>
              </a:rPr>
              <a:t>s </a:t>
            </a:r>
            <a:r>
              <a:rPr sz="1700" spc="-7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quir</a:t>
            </a:r>
            <a:r>
              <a:rPr sz="1700" spc="-10" dirty="0">
                <a:latin typeface="Times New Roman"/>
                <a:cs typeface="Times New Roman"/>
              </a:rPr>
              <a:t>e</a:t>
            </a:r>
            <a:r>
              <a:rPr sz="1700" dirty="0">
                <a:latin typeface="Times New Roman"/>
                <a:cs typeface="Times New Roman"/>
              </a:rPr>
              <a:t>s </a:t>
            </a:r>
            <a:r>
              <a:rPr sz="1700" spc="-70"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65"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a:t>
            </a:r>
            <a:r>
              <a:rPr sz="1700" dirty="0">
                <a:latin typeface="Times New Roman"/>
                <a:cs typeface="Times New Roman"/>
              </a:rPr>
              <a:t> </a:t>
            </a:r>
            <a:r>
              <a:rPr sz="1700" spc="-70" dirty="0">
                <a:latin typeface="Times New Roman"/>
                <a:cs typeface="Times New Roman"/>
              </a:rPr>
              <a:t> </a:t>
            </a:r>
            <a:r>
              <a:rPr sz="1700" spc="-5" dirty="0">
                <a:latin typeface="Times New Roman"/>
                <a:cs typeface="Times New Roman"/>
              </a:rPr>
              <a:t>signal</a:t>
            </a:r>
            <a:r>
              <a:rPr sz="1700" spc="-2" dirty="0">
                <a:latin typeface="Times New Roman"/>
                <a:cs typeface="Times New Roman"/>
              </a:rPr>
              <a:t>s</a:t>
            </a:r>
            <a:r>
              <a:rPr sz="1700" dirty="0">
                <a:latin typeface="Times New Roman"/>
                <a:cs typeface="Times New Roman"/>
              </a:rPr>
              <a:t> </a:t>
            </a:r>
            <a:r>
              <a:rPr sz="1700" spc="-70" dirty="0">
                <a:latin typeface="Times New Roman"/>
                <a:cs typeface="Times New Roman"/>
              </a:rPr>
              <a:t> </a:t>
            </a:r>
            <a:r>
              <a:rPr sz="1700" spc="-5" dirty="0">
                <a:latin typeface="Times New Roman"/>
                <a:cs typeface="Times New Roman"/>
              </a:rPr>
              <a:t>be</a:t>
            </a:r>
            <a:r>
              <a:rPr sz="1700" spc="-2" dirty="0">
                <a:latin typeface="Times New Roman"/>
                <a:cs typeface="Times New Roman"/>
              </a:rPr>
              <a:t> tr</a:t>
            </a:r>
            <a:r>
              <a:rPr sz="1700" spc="-10" dirty="0">
                <a:latin typeface="Times New Roman"/>
                <a:cs typeface="Times New Roman"/>
              </a:rPr>
              <a:t>a</a:t>
            </a:r>
            <a:r>
              <a:rPr sz="1700" spc="-5" dirty="0">
                <a:latin typeface="Times New Roman"/>
                <a:cs typeface="Times New Roman"/>
              </a:rPr>
              <a:t>nsm</a:t>
            </a:r>
            <a:r>
              <a:rPr sz="1700" dirty="0">
                <a:latin typeface="Times New Roman"/>
                <a:cs typeface="Times New Roman"/>
              </a:rPr>
              <a:t>i</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d </a:t>
            </a:r>
            <a:r>
              <a:rPr sz="1700" spc="-36"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7" dirty="0">
                <a:latin typeface="Times New Roman"/>
                <a:cs typeface="Times New Roman"/>
              </a:rPr>
              <a:t>ee</a:t>
            </a:r>
            <a:r>
              <a:rPr sz="1700" dirty="0">
                <a:latin typeface="Times New Roman"/>
                <a:cs typeface="Times New Roman"/>
              </a:rPr>
              <a:t>n </a:t>
            </a:r>
            <a:r>
              <a:rPr sz="1700" spc="-36"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26" dirty="0">
                <a:latin typeface="Times New Roman"/>
                <a:cs typeface="Times New Roman"/>
              </a:rPr>
              <a:t> </a:t>
            </a:r>
            <a:r>
              <a:rPr sz="1700" spc="-7" dirty="0">
                <a:latin typeface="Times New Roman"/>
                <a:cs typeface="Times New Roman"/>
              </a:rPr>
              <a:t>c</a:t>
            </a:r>
            <a:r>
              <a:rPr sz="1700" spc="-5" dirty="0">
                <a:latin typeface="Times New Roman"/>
                <a:cs typeface="Times New Roman"/>
              </a:rPr>
              <a:t>ommunic</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ng </a:t>
            </a:r>
            <a:r>
              <a:rPr sz="1700" spc="-36" dirty="0">
                <a:latin typeface="Times New Roman"/>
                <a:cs typeface="Times New Roman"/>
              </a:rPr>
              <a:t> </a:t>
            </a:r>
            <a:r>
              <a:rPr sz="1700" spc="-2" dirty="0">
                <a:latin typeface="Times New Roman"/>
                <a:cs typeface="Times New Roman"/>
              </a:rPr>
              <a:t>unit</a:t>
            </a:r>
            <a:r>
              <a:rPr sz="1700" dirty="0">
                <a:latin typeface="Times New Roman"/>
                <a:cs typeface="Times New Roman"/>
              </a:rPr>
              <a:t>s </a:t>
            </a:r>
            <a:r>
              <a:rPr sz="1700" spc="-36"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36" dirty="0">
                <a:latin typeface="Times New Roman"/>
                <a:cs typeface="Times New Roman"/>
              </a:rPr>
              <a:t> </a:t>
            </a:r>
            <a:r>
              <a:rPr sz="1700" spc="-2" dirty="0">
                <a:latin typeface="Times New Roman"/>
                <a:cs typeface="Times New Roman"/>
              </a:rPr>
              <a:t>indi</a:t>
            </a:r>
            <a:r>
              <a:rPr sz="1700" spc="-7" dirty="0">
                <a:latin typeface="Times New Roman"/>
                <a:cs typeface="Times New Roman"/>
              </a:rPr>
              <a:t>ca</a:t>
            </a:r>
            <a:r>
              <a:rPr sz="1700" spc="-2" dirty="0">
                <a:latin typeface="Times New Roman"/>
                <a:cs typeface="Times New Roman"/>
              </a:rPr>
              <a:t>te</a:t>
            </a:r>
            <a:r>
              <a:rPr sz="1700" dirty="0">
                <a:latin typeface="Times New Roman"/>
                <a:cs typeface="Times New Roman"/>
              </a:rPr>
              <a:t> </a:t>
            </a:r>
            <a:r>
              <a:rPr sz="1700" spc="-38"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38" dirty="0">
                <a:latin typeface="Times New Roman"/>
                <a:cs typeface="Times New Roman"/>
              </a:rPr>
              <a:t> </a:t>
            </a:r>
            <a:r>
              <a:rPr sz="1700" spc="-5" dirty="0">
                <a:latin typeface="Times New Roman"/>
                <a:cs typeface="Times New Roman"/>
              </a:rPr>
              <a:t>time</a:t>
            </a:r>
            <a:r>
              <a:rPr sz="1700" dirty="0">
                <a:latin typeface="Times New Roman"/>
                <a:cs typeface="Times New Roman"/>
              </a:rPr>
              <a:t> </a:t>
            </a:r>
            <a:r>
              <a:rPr sz="1700" spc="-38"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29" dirty="0">
                <a:latin typeface="Times New Roman"/>
                <a:cs typeface="Times New Roman"/>
              </a:rPr>
              <a:t> </a:t>
            </a:r>
            <a:r>
              <a:rPr sz="1700" spc="-7" dirty="0">
                <a:latin typeface="Times New Roman"/>
                <a:cs typeface="Times New Roman"/>
              </a:rPr>
              <a:t>whic</a:t>
            </a:r>
            <a:r>
              <a:rPr sz="1700" dirty="0">
                <a:latin typeface="Times New Roman"/>
                <a:cs typeface="Times New Roman"/>
              </a:rPr>
              <a:t>h </a:t>
            </a:r>
            <a:r>
              <a:rPr sz="1700" spc="-36"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38"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34"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ing</a:t>
            </a:r>
            <a:r>
              <a:rPr sz="1700" spc="-2" dirty="0">
                <a:latin typeface="Times New Roman"/>
                <a:cs typeface="Times New Roman"/>
              </a:rPr>
              <a:t> tr</a:t>
            </a:r>
            <a:r>
              <a:rPr sz="1700" spc="-10" dirty="0">
                <a:latin typeface="Times New Roman"/>
                <a:cs typeface="Times New Roman"/>
              </a:rPr>
              <a:t>a</a:t>
            </a:r>
            <a:r>
              <a:rPr sz="1700" spc="-5" dirty="0">
                <a:latin typeface="Times New Roman"/>
                <a:cs typeface="Times New Roman"/>
              </a:rPr>
              <a:t>nsm</a:t>
            </a:r>
            <a:r>
              <a:rPr sz="1700" dirty="0">
                <a:latin typeface="Times New Roman"/>
                <a:cs typeface="Times New Roman"/>
              </a:rPr>
              <a:t>i</a:t>
            </a:r>
            <a:r>
              <a:rPr sz="1700" spc="-2" dirty="0">
                <a:latin typeface="Times New Roman"/>
                <a:cs typeface="Times New Roman"/>
              </a:rPr>
              <a:t>tt</a:t>
            </a:r>
            <a:r>
              <a:rPr sz="1700" spc="-7" dirty="0">
                <a:latin typeface="Times New Roman"/>
                <a:cs typeface="Times New Roman"/>
              </a:rPr>
              <a:t>e</a:t>
            </a:r>
            <a:r>
              <a:rPr sz="1700" dirty="0">
                <a:latin typeface="Times New Roman"/>
                <a:cs typeface="Times New Roman"/>
              </a:rPr>
              <a:t>d.</a:t>
            </a:r>
          </a:p>
        </p:txBody>
      </p:sp>
    </p:spTree>
    <p:extLst>
      <p:ext uri="{BB962C8B-B14F-4D97-AF65-F5344CB8AC3E}">
        <p14:creationId xmlns:p14="http://schemas.microsoft.com/office/powerpoint/2010/main" val="3399291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051ED-8016-3E2E-B8EB-1B9A6498E5F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FCCA8AE-0FE8-80E6-5DD0-798762737EDE}"/>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23D2BA71-FDE6-5205-046A-D36897224B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67558B15-5524-250B-ABF8-177B7F6A949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8AAB550C-7BC8-9AB5-D088-16C589841CB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2">
            <a:extLst>
              <a:ext uri="{FF2B5EF4-FFF2-40B4-BE49-F238E27FC236}">
                <a16:creationId xmlns:a16="http://schemas.microsoft.com/office/drawing/2014/main" id="{C36EB2E8-337E-230E-DF64-DEBF36F5EB85}"/>
              </a:ext>
            </a:extLst>
          </p:cNvPr>
          <p:cNvSpPr txBox="1"/>
          <p:nvPr/>
        </p:nvSpPr>
        <p:spPr>
          <a:xfrm>
            <a:off x="1040097" y="1047750"/>
            <a:ext cx="7063806" cy="1933863"/>
          </a:xfrm>
          <a:prstGeom prst="rect">
            <a:avLst/>
          </a:prstGeom>
        </p:spPr>
        <p:txBody>
          <a:bodyPr vert="horz" wrap="square" lIns="0" tIns="0" rIns="0" bIns="0" rtlCol="0">
            <a:spAutoFit/>
          </a:bodyPr>
          <a:lstStyle/>
          <a:p>
            <a:pPr marL="6109" algn="just"/>
            <a:r>
              <a:rPr sz="1700" spc="-5" dirty="0">
                <a:latin typeface="Times New Roman"/>
                <a:cs typeface="Times New Roman"/>
              </a:rPr>
              <a:t>Th</a:t>
            </a:r>
            <a:r>
              <a:rPr sz="1700" spc="-7" dirty="0">
                <a:latin typeface="Times New Roman"/>
                <a:cs typeface="Times New Roman"/>
              </a:rPr>
              <a:t>e</a:t>
            </a:r>
            <a:r>
              <a:rPr sz="1700" spc="-2" dirty="0">
                <a:latin typeface="Times New Roman"/>
                <a:cs typeface="Times New Roman"/>
              </a:rPr>
              <a:t>re</a:t>
            </a:r>
            <a:r>
              <a:rPr sz="1700"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a:t>
            </a:r>
            <a:r>
              <a:rPr sz="1700" dirty="0">
                <a:latin typeface="Times New Roman"/>
                <a:cs typeface="Times New Roman"/>
              </a:rPr>
              <a:t>t</a:t>
            </a:r>
            <a:r>
              <a:rPr sz="1700" spc="2" dirty="0">
                <a:latin typeface="Times New Roman"/>
                <a:cs typeface="Times New Roman"/>
              </a:rPr>
              <a:t>w</a:t>
            </a:r>
            <a:r>
              <a:rPr sz="1700" dirty="0">
                <a:latin typeface="Times New Roman"/>
                <a:cs typeface="Times New Roman"/>
              </a:rPr>
              <a:t>o </a:t>
            </a:r>
            <a:r>
              <a:rPr sz="1700" spc="-2" dirty="0">
                <a:latin typeface="Times New Roman"/>
                <a:cs typeface="Times New Roman"/>
              </a:rPr>
              <a:t>w</a:t>
            </a:r>
            <a:r>
              <a:rPr sz="1700" spc="-5" dirty="0">
                <a:latin typeface="Times New Roman"/>
                <a:cs typeface="Times New Roman"/>
              </a:rPr>
              <a:t>a</a:t>
            </a:r>
            <a:r>
              <a:rPr sz="1700" dirty="0">
                <a:latin typeface="Times New Roman"/>
                <a:cs typeface="Times New Roman"/>
              </a:rPr>
              <a:t>ys of</a:t>
            </a:r>
            <a:r>
              <a:rPr sz="1700" spc="-2" dirty="0">
                <a:latin typeface="Times New Roman"/>
                <a:cs typeface="Times New Roman"/>
              </a:rPr>
              <a:t> a</a:t>
            </a:r>
            <a:r>
              <a:rPr sz="1700" spc="-7" dirty="0">
                <a:latin typeface="Times New Roman"/>
                <a:cs typeface="Times New Roman"/>
              </a:rPr>
              <a:t>c</a:t>
            </a:r>
            <a:r>
              <a:rPr sz="1700" spc="-5" dirty="0">
                <a:latin typeface="Times New Roman"/>
                <a:cs typeface="Times New Roman"/>
              </a:rPr>
              <a:t>hieving</a:t>
            </a:r>
            <a:r>
              <a:rPr sz="1700" dirty="0">
                <a:latin typeface="Times New Roman"/>
                <a:cs typeface="Times New Roman"/>
              </a:rPr>
              <a:t> </a:t>
            </a:r>
            <a:r>
              <a:rPr sz="1700" spc="-2" dirty="0">
                <a:latin typeface="Times New Roman"/>
                <a:cs typeface="Times New Roman"/>
              </a:rPr>
              <a:t>thi</a:t>
            </a:r>
            <a:r>
              <a:rPr sz="1700" dirty="0">
                <a:latin typeface="Times New Roman"/>
                <a:cs typeface="Times New Roman"/>
              </a:rPr>
              <a:t>s</a:t>
            </a:r>
            <a:r>
              <a:rPr sz="1700" spc="2" dirty="0">
                <a:latin typeface="Times New Roman"/>
                <a:cs typeface="Times New Roman"/>
              </a:rPr>
              <a:t> </a:t>
            </a:r>
            <a:r>
              <a:rPr sz="1700" spc="-5" dirty="0">
                <a:latin typeface="Times New Roman"/>
                <a:cs typeface="Times New Roman"/>
              </a:rPr>
              <a:t>mentioned</a:t>
            </a:r>
            <a:r>
              <a:rPr sz="1700" spc="-2" dirty="0">
                <a:latin typeface="Times New Roman"/>
                <a:cs typeface="Times New Roman"/>
              </a:rPr>
              <a:t> </a:t>
            </a:r>
            <a:r>
              <a:rPr sz="1700" spc="-5" dirty="0">
                <a:latin typeface="Times New Roman"/>
                <a:cs typeface="Times New Roman"/>
              </a:rPr>
              <a:t>b</a:t>
            </a:r>
            <a:r>
              <a:rPr sz="1700" spc="-10" dirty="0">
                <a:latin typeface="Times New Roman"/>
                <a:cs typeface="Times New Roman"/>
              </a:rPr>
              <a:t>e</a:t>
            </a:r>
            <a:r>
              <a:rPr sz="1700" dirty="0">
                <a:latin typeface="Times New Roman"/>
                <a:cs typeface="Times New Roman"/>
              </a:rPr>
              <a:t>low</a:t>
            </a:r>
            <a:r>
              <a:rPr sz="1700" spc="-2" dirty="0">
                <a:latin typeface="Times New Roman"/>
                <a:cs typeface="Times New Roman"/>
              </a:rPr>
              <a:t>:</a:t>
            </a:r>
            <a:endParaRPr lang="en-US" sz="1700" spc="-2" dirty="0">
              <a:latin typeface="Times New Roman"/>
              <a:cs typeface="Times New Roman"/>
            </a:endParaRPr>
          </a:p>
          <a:p>
            <a:pPr marL="6109" algn="just"/>
            <a:endParaRPr sz="1700" dirty="0">
              <a:latin typeface="Times New Roman"/>
              <a:cs typeface="Times New Roman"/>
            </a:endParaRPr>
          </a:p>
          <a:p>
            <a:pPr marL="225716" marR="4582" lvl="1" indent="-109651" algn="just">
              <a:spcBef>
                <a:spcPts val="421"/>
              </a:spcBef>
              <a:buFont typeface="Symbol"/>
              <a:buChar char=""/>
              <a:tabLst>
                <a:tab pos="226022" algn="l"/>
              </a:tabLst>
            </a:pPr>
            <a:r>
              <a:rPr sz="1700" b="1" dirty="0">
                <a:latin typeface="Times New Roman"/>
                <a:cs typeface="Times New Roman"/>
              </a:rPr>
              <a:t>S</a:t>
            </a:r>
            <a:r>
              <a:rPr sz="1700" b="1" spc="-2" dirty="0">
                <a:latin typeface="Times New Roman"/>
                <a:cs typeface="Times New Roman"/>
              </a:rPr>
              <a:t>t</a:t>
            </a:r>
            <a:r>
              <a:rPr sz="1700" b="1" spc="-10" dirty="0">
                <a:latin typeface="Times New Roman"/>
                <a:cs typeface="Times New Roman"/>
              </a:rPr>
              <a:t>r</a:t>
            </a:r>
            <a:r>
              <a:rPr sz="1700" b="1" dirty="0">
                <a:latin typeface="Times New Roman"/>
                <a:cs typeface="Times New Roman"/>
              </a:rPr>
              <a:t>ob</a:t>
            </a:r>
            <a:r>
              <a:rPr sz="1700" b="1" spc="-5" dirty="0">
                <a:latin typeface="Times New Roman"/>
                <a:cs typeface="Times New Roman"/>
              </a:rPr>
              <a:t>e</a:t>
            </a:r>
            <a:r>
              <a:rPr sz="1700" b="1" spc="26" dirty="0">
                <a:latin typeface="Times New Roman"/>
                <a:cs typeface="Times New Roman"/>
              </a:rPr>
              <a:t> </a:t>
            </a:r>
            <a:r>
              <a:rPr sz="1700" b="1" spc="-2" dirty="0">
                <a:latin typeface="Times New Roman"/>
                <a:cs typeface="Times New Roman"/>
              </a:rPr>
              <a:t>Cont</a:t>
            </a:r>
            <a:r>
              <a:rPr sz="1700" b="1" spc="-5" dirty="0">
                <a:latin typeface="Times New Roman"/>
                <a:cs typeface="Times New Roman"/>
              </a:rPr>
              <a:t>ro</a:t>
            </a:r>
            <a:r>
              <a:rPr sz="1700" b="1" dirty="0">
                <a:latin typeface="Times New Roman"/>
                <a:cs typeface="Times New Roman"/>
              </a:rPr>
              <a:t>l:</a:t>
            </a:r>
            <a:r>
              <a:rPr sz="1700" b="1" spc="26" dirty="0">
                <a:latin typeface="Times New Roman"/>
                <a:cs typeface="Times New Roman"/>
              </a:rPr>
              <a:t> </a:t>
            </a:r>
            <a:r>
              <a:rPr sz="1700" spc="-2" dirty="0">
                <a:latin typeface="Times New Roman"/>
                <a:cs typeface="Times New Roman"/>
              </a:rPr>
              <a:t>pulse</a:t>
            </a:r>
            <a:r>
              <a:rPr sz="1700" spc="26" dirty="0">
                <a:latin typeface="Times New Roman"/>
                <a:cs typeface="Times New Roman"/>
              </a:rPr>
              <a:t> </a:t>
            </a:r>
            <a:r>
              <a:rPr sz="1700" spc="-7" dirty="0">
                <a:latin typeface="Times New Roman"/>
                <a:cs typeface="Times New Roman"/>
              </a:rPr>
              <a:t>supp</a:t>
            </a:r>
            <a:r>
              <a:rPr sz="1700" spc="-2" dirty="0">
                <a:latin typeface="Times New Roman"/>
                <a:cs typeface="Times New Roman"/>
              </a:rPr>
              <a:t>lied</a:t>
            </a:r>
            <a:r>
              <a:rPr sz="1700" spc="26" dirty="0">
                <a:latin typeface="Times New Roman"/>
                <a:cs typeface="Times New Roman"/>
              </a:rPr>
              <a:t> </a:t>
            </a:r>
            <a:r>
              <a:rPr sz="1700" dirty="0">
                <a:latin typeface="Times New Roman"/>
                <a:cs typeface="Times New Roman"/>
              </a:rPr>
              <a:t>by</a:t>
            </a:r>
            <a:r>
              <a:rPr sz="1700" spc="26" dirty="0">
                <a:latin typeface="Times New Roman"/>
                <a:cs typeface="Times New Roman"/>
              </a:rPr>
              <a:t> </a:t>
            </a:r>
            <a:r>
              <a:rPr sz="1700" spc="-5" dirty="0">
                <a:latin typeface="Times New Roman"/>
                <a:cs typeface="Times New Roman"/>
              </a:rPr>
              <a:t>one</a:t>
            </a:r>
            <a:r>
              <a:rPr sz="1700" spc="24" dirty="0">
                <a:latin typeface="Times New Roman"/>
                <a:cs typeface="Times New Roman"/>
              </a:rPr>
              <a:t> </a:t>
            </a:r>
            <a:r>
              <a:rPr sz="1700" dirty="0">
                <a:latin typeface="Times New Roman"/>
                <a:cs typeface="Times New Roman"/>
              </a:rPr>
              <a:t>of</a:t>
            </a:r>
            <a:r>
              <a:rPr sz="1700" spc="26"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dirty="0">
                <a:latin typeface="Times New Roman"/>
                <a:cs typeface="Times New Roman"/>
              </a:rPr>
              <a:t>u</a:t>
            </a:r>
            <a:r>
              <a:rPr sz="1700" spc="-7" dirty="0">
                <a:latin typeface="Times New Roman"/>
                <a:cs typeface="Times New Roman"/>
              </a:rPr>
              <a:t>n</a:t>
            </a:r>
            <a:r>
              <a:rPr sz="1700" spc="-2" dirty="0">
                <a:latin typeface="Times New Roman"/>
                <a:cs typeface="Times New Roman"/>
              </a:rPr>
              <a:t>it</a:t>
            </a:r>
            <a:r>
              <a:rPr sz="1700" dirty="0">
                <a:latin typeface="Times New Roman"/>
                <a:cs typeface="Times New Roman"/>
              </a:rPr>
              <a:t>s</a:t>
            </a:r>
            <a:r>
              <a:rPr sz="1700" spc="26" dirty="0">
                <a:latin typeface="Times New Roman"/>
                <a:cs typeface="Times New Roman"/>
              </a:rPr>
              <a:t> </a:t>
            </a:r>
            <a:r>
              <a:rPr sz="1700" spc="-2" dirty="0">
                <a:latin typeface="Times New Roman"/>
                <a:cs typeface="Times New Roman"/>
              </a:rPr>
              <a:t>to</a:t>
            </a:r>
            <a:r>
              <a:rPr sz="1700" spc="22" dirty="0">
                <a:latin typeface="Times New Roman"/>
                <a:cs typeface="Times New Roman"/>
              </a:rPr>
              <a:t> </a:t>
            </a:r>
            <a:r>
              <a:rPr sz="1700" spc="-2" dirty="0">
                <a:latin typeface="Times New Roman"/>
                <a:cs typeface="Times New Roman"/>
              </a:rPr>
              <a:t>indi</a:t>
            </a:r>
            <a:r>
              <a:rPr sz="1700" spc="-7" dirty="0">
                <a:latin typeface="Times New Roman"/>
                <a:cs typeface="Times New Roman"/>
              </a:rPr>
              <a:t>ca</a:t>
            </a:r>
            <a:r>
              <a:rPr sz="1700" spc="-2" dirty="0">
                <a:latin typeface="Times New Roman"/>
                <a:cs typeface="Times New Roman"/>
              </a:rPr>
              <a:t>te</a:t>
            </a:r>
            <a:r>
              <a:rPr sz="1700" spc="26" dirty="0">
                <a:latin typeface="Times New Roman"/>
                <a:cs typeface="Times New Roman"/>
              </a:rPr>
              <a:t> </a:t>
            </a:r>
            <a:r>
              <a:rPr sz="1700" spc="-2" dirty="0">
                <a:latin typeface="Times New Roman"/>
                <a:cs typeface="Times New Roman"/>
              </a:rPr>
              <a:t>to</a:t>
            </a:r>
            <a:r>
              <a:rPr sz="1700" spc="29"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oth</a:t>
            </a:r>
            <a:r>
              <a:rPr sz="1700" spc="-12" dirty="0">
                <a:latin typeface="Times New Roman"/>
                <a:cs typeface="Times New Roman"/>
              </a:rPr>
              <a:t>e</a:t>
            </a:r>
            <a:r>
              <a:rPr sz="1700" dirty="0">
                <a:latin typeface="Times New Roman"/>
                <a:cs typeface="Times New Roman"/>
              </a:rPr>
              <a:t>r</a:t>
            </a:r>
            <a:r>
              <a:rPr sz="1700" spc="26" dirty="0">
                <a:latin typeface="Times New Roman"/>
                <a:cs typeface="Times New Roman"/>
              </a:rPr>
              <a:t> </a:t>
            </a:r>
            <a:r>
              <a:rPr sz="1700" spc="-2" dirty="0">
                <a:latin typeface="Times New Roman"/>
                <a:cs typeface="Times New Roman"/>
              </a:rPr>
              <a:t>unit</a:t>
            </a:r>
            <a:r>
              <a:rPr sz="1700" spc="29"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dirty="0">
                <a:latin typeface="Times New Roman"/>
                <a:cs typeface="Times New Roman"/>
              </a:rPr>
              <a:t>n </a:t>
            </a:r>
            <a:r>
              <a:rPr sz="1700" spc="-2" dirty="0">
                <a:latin typeface="Times New Roman"/>
                <a:cs typeface="Times New Roman"/>
              </a:rPr>
              <a:t>the tr</a:t>
            </a:r>
            <a:r>
              <a:rPr sz="1700" spc="-10" dirty="0">
                <a:latin typeface="Times New Roman"/>
                <a:cs typeface="Times New Roman"/>
              </a:rPr>
              <a:t>a</a:t>
            </a:r>
            <a:r>
              <a:rPr sz="1700" dirty="0">
                <a:latin typeface="Times New Roman"/>
                <a:cs typeface="Times New Roman"/>
              </a:rPr>
              <a:t>nsfer </a:t>
            </a:r>
            <a:r>
              <a:rPr sz="1700" spc="-5" dirty="0">
                <a:latin typeface="Times New Roman"/>
                <a:cs typeface="Times New Roman"/>
              </a:rPr>
              <a:t>h</a:t>
            </a:r>
            <a:r>
              <a:rPr sz="1700" spc="-10" dirty="0">
                <a:latin typeface="Times New Roman"/>
                <a:cs typeface="Times New Roman"/>
              </a:rPr>
              <a:t>a</a:t>
            </a:r>
            <a:r>
              <a:rPr sz="1700" dirty="0">
                <a:latin typeface="Times New Roman"/>
                <a:cs typeface="Times New Roman"/>
              </a:rPr>
              <a:t>s</a:t>
            </a:r>
            <a:r>
              <a:rPr sz="1700" spc="-2" dirty="0">
                <a:latin typeface="Times New Roman"/>
                <a:cs typeface="Times New Roman"/>
              </a:rPr>
              <a:t> to </a:t>
            </a:r>
            <a:r>
              <a:rPr sz="1700" dirty="0">
                <a:latin typeface="Times New Roman"/>
                <a:cs typeface="Times New Roman"/>
              </a:rPr>
              <a:t>o</a:t>
            </a:r>
            <a:r>
              <a:rPr sz="1700" spc="-7" dirty="0">
                <a:latin typeface="Times New Roman"/>
                <a:cs typeface="Times New Roman"/>
              </a:rPr>
              <a:t>cc</a:t>
            </a:r>
            <a:r>
              <a:rPr sz="1700" spc="5" dirty="0">
                <a:latin typeface="Times New Roman"/>
                <a:cs typeface="Times New Roman"/>
              </a:rPr>
              <a:t>u</a:t>
            </a:r>
            <a:r>
              <a:rPr sz="1700" dirty="0">
                <a:latin typeface="Times New Roman"/>
                <a:cs typeface="Times New Roman"/>
              </a:rPr>
              <a:t>r.</a:t>
            </a:r>
            <a:endParaRPr lang="en-US" sz="1700" dirty="0">
              <a:latin typeface="Times New Roman"/>
              <a:cs typeface="Times New Roman"/>
            </a:endParaRPr>
          </a:p>
          <a:p>
            <a:pPr marL="225716" marR="4582" lvl="1" indent="-109651" algn="just">
              <a:spcBef>
                <a:spcPts val="421"/>
              </a:spcBef>
              <a:buFont typeface="Symbol"/>
              <a:buChar char=""/>
              <a:tabLst>
                <a:tab pos="226022" algn="l"/>
              </a:tabLst>
            </a:pPr>
            <a:endParaRPr sz="1700" dirty="0">
              <a:latin typeface="Times New Roman"/>
              <a:cs typeface="Times New Roman"/>
            </a:endParaRPr>
          </a:p>
          <a:p>
            <a:pPr marL="225716" marR="2443" lvl="1" indent="-109651" algn="just">
              <a:spcBef>
                <a:spcPts val="38"/>
              </a:spcBef>
              <a:buFont typeface="Symbol"/>
              <a:buChar char=""/>
              <a:tabLst>
                <a:tab pos="226022" algn="l"/>
              </a:tabLst>
            </a:pPr>
            <a:r>
              <a:rPr sz="1700" b="1" spc="-5" dirty="0">
                <a:latin typeface="Times New Roman"/>
                <a:cs typeface="Times New Roman"/>
              </a:rPr>
              <a:t>H</a:t>
            </a:r>
            <a:r>
              <a:rPr sz="1700" b="1" dirty="0">
                <a:latin typeface="Times New Roman"/>
                <a:cs typeface="Times New Roman"/>
              </a:rPr>
              <a:t>and</a:t>
            </a:r>
            <a:r>
              <a:rPr sz="1700" b="1" spc="-2" dirty="0">
                <a:latin typeface="Times New Roman"/>
                <a:cs typeface="Times New Roman"/>
              </a:rPr>
              <a:t>s</a:t>
            </a:r>
            <a:r>
              <a:rPr sz="1700" b="1" dirty="0">
                <a:latin typeface="Times New Roman"/>
                <a:cs typeface="Times New Roman"/>
              </a:rPr>
              <a:t>h</a:t>
            </a:r>
            <a:r>
              <a:rPr sz="1700" b="1" spc="-7" dirty="0">
                <a:latin typeface="Times New Roman"/>
                <a:cs typeface="Times New Roman"/>
              </a:rPr>
              <a:t>a</a:t>
            </a:r>
            <a:r>
              <a:rPr sz="1700" b="1" dirty="0">
                <a:latin typeface="Times New Roman"/>
                <a:cs typeface="Times New Roman"/>
              </a:rPr>
              <a:t>k</a:t>
            </a:r>
            <a:r>
              <a:rPr sz="1700" b="1" spc="-2" dirty="0">
                <a:latin typeface="Times New Roman"/>
                <a:cs typeface="Times New Roman"/>
              </a:rPr>
              <a:t>in</a:t>
            </a:r>
            <a:r>
              <a:rPr sz="1700" b="1" dirty="0">
                <a:latin typeface="Times New Roman"/>
                <a:cs typeface="Times New Roman"/>
              </a:rPr>
              <a:t>g:</a:t>
            </a:r>
            <a:r>
              <a:rPr sz="1700" b="1" spc="-10" dirty="0">
                <a:latin typeface="Times New Roman"/>
                <a:cs typeface="Times New Roman"/>
              </a:rPr>
              <a:t> </a:t>
            </a:r>
            <a:r>
              <a:rPr sz="1700" spc="-5" dirty="0">
                <a:latin typeface="Times New Roman"/>
                <a:cs typeface="Times New Roman"/>
              </a:rPr>
              <a:t>The</a:t>
            </a:r>
            <a:r>
              <a:rPr sz="1700" spc="-14" dirty="0">
                <a:latin typeface="Times New Roman"/>
                <a:cs typeface="Times New Roman"/>
              </a:rPr>
              <a:t> </a:t>
            </a:r>
            <a:r>
              <a:rPr sz="1700" spc="-5" dirty="0">
                <a:latin typeface="Times New Roman"/>
                <a:cs typeface="Times New Roman"/>
              </a:rPr>
              <a:t>un</a:t>
            </a:r>
            <a:r>
              <a:rPr sz="1700" spc="-7" dirty="0">
                <a:latin typeface="Times New Roman"/>
                <a:cs typeface="Times New Roman"/>
              </a:rPr>
              <a:t>i</a:t>
            </a:r>
            <a:r>
              <a:rPr sz="1700" spc="-2" dirty="0">
                <a:latin typeface="Times New Roman"/>
                <a:cs typeface="Times New Roman"/>
              </a:rPr>
              <a:t>t</a:t>
            </a:r>
            <a:r>
              <a:rPr sz="1700" spc="-12" dirty="0">
                <a:latin typeface="Times New Roman"/>
                <a:cs typeface="Times New Roman"/>
              </a:rPr>
              <a:t> </a:t>
            </a:r>
            <a:r>
              <a:rPr sz="1700" spc="-10" dirty="0">
                <a:latin typeface="Times New Roman"/>
                <a:cs typeface="Times New Roman"/>
              </a:rPr>
              <a:t>r</a:t>
            </a:r>
            <a:r>
              <a:rPr sz="1700" spc="-7" dirty="0">
                <a:latin typeface="Times New Roman"/>
                <a:cs typeface="Times New Roman"/>
              </a:rPr>
              <a:t>ece</a:t>
            </a:r>
            <a:r>
              <a:rPr sz="1700" spc="-2" dirty="0">
                <a:latin typeface="Times New Roman"/>
                <a:cs typeface="Times New Roman"/>
              </a:rPr>
              <a:t>ivi</a:t>
            </a:r>
            <a:r>
              <a:rPr sz="1700" dirty="0">
                <a:latin typeface="Times New Roman"/>
                <a:cs typeface="Times New Roman"/>
              </a:rPr>
              <a:t>ng</a:t>
            </a:r>
            <a:r>
              <a:rPr sz="1700" spc="-12"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4"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a:t>
            </a:r>
            <a:r>
              <a:rPr sz="1700" spc="-1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s</a:t>
            </a:r>
            <a:r>
              <a:rPr sz="1700" dirty="0">
                <a:latin typeface="Times New Roman"/>
                <a:cs typeface="Times New Roman"/>
              </a:rPr>
              <a:t>ponds</a:t>
            </a:r>
            <a:r>
              <a:rPr sz="1700" spc="-12"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spc="-12" dirty="0">
                <a:latin typeface="Times New Roman"/>
                <a:cs typeface="Times New Roman"/>
              </a:rPr>
              <a:t> </a:t>
            </a:r>
            <a:r>
              <a:rPr sz="1700" spc="-7" dirty="0">
                <a:latin typeface="Times New Roman"/>
                <a:cs typeface="Times New Roman"/>
              </a:rPr>
              <a:t>a</a:t>
            </a:r>
            <a:r>
              <a:rPr sz="1700" spc="-5" dirty="0">
                <a:latin typeface="Times New Roman"/>
                <a:cs typeface="Times New Roman"/>
              </a:rPr>
              <a:t>nother</a:t>
            </a:r>
            <a:r>
              <a:rPr sz="1700" spc="-14"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a:t>
            </a:r>
            <a:r>
              <a:rPr sz="1700" spc="-12" dirty="0">
                <a:latin typeface="Times New Roman"/>
                <a:cs typeface="Times New Roman"/>
              </a:rPr>
              <a:t> </a:t>
            </a:r>
            <a:r>
              <a:rPr sz="1700" spc="-5" dirty="0">
                <a:latin typeface="Times New Roman"/>
                <a:cs typeface="Times New Roman"/>
              </a:rPr>
              <a:t>signa</a:t>
            </a:r>
            <a:r>
              <a:rPr sz="1700" spc="-2" dirty="0">
                <a:latin typeface="Times New Roman"/>
                <a:cs typeface="Times New Roman"/>
              </a:rPr>
              <a:t>l</a:t>
            </a:r>
            <a:r>
              <a:rPr sz="1700" spc="-7" dirty="0">
                <a:latin typeface="Times New Roman"/>
                <a:cs typeface="Times New Roman"/>
              </a:rPr>
              <a:t> </a:t>
            </a:r>
            <a:r>
              <a:rPr sz="1700" spc="-2" dirty="0">
                <a:latin typeface="Times New Roman"/>
                <a:cs typeface="Times New Roman"/>
              </a:rPr>
              <a:t>to </a:t>
            </a:r>
            <a:r>
              <a:rPr sz="1700" spc="-7" dirty="0">
                <a:latin typeface="Times New Roman"/>
                <a:cs typeface="Times New Roman"/>
              </a:rPr>
              <a:t>ac</a:t>
            </a:r>
            <a:r>
              <a:rPr sz="1700" spc="-5" dirty="0">
                <a:latin typeface="Times New Roman"/>
                <a:cs typeface="Times New Roman"/>
              </a:rPr>
              <a:t>knowl</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g</a:t>
            </a:r>
            <a:r>
              <a:rPr sz="1700" spc="-5" dirty="0">
                <a:latin typeface="Times New Roman"/>
                <a:cs typeface="Times New Roman"/>
              </a:rPr>
              <a:t>e</a:t>
            </a:r>
            <a:r>
              <a:rPr sz="1700" spc="-2" dirty="0">
                <a:latin typeface="Times New Roman"/>
                <a:cs typeface="Times New Roman"/>
              </a:rPr>
              <a:t> re</a:t>
            </a:r>
            <a:r>
              <a:rPr sz="1700" spc="-7" dirty="0">
                <a:latin typeface="Times New Roman"/>
                <a:cs typeface="Times New Roman"/>
              </a:rPr>
              <a:t>ce</a:t>
            </a:r>
            <a:r>
              <a:rPr sz="1700" spc="-2" dirty="0">
                <a:latin typeface="Times New Roman"/>
                <a:cs typeface="Times New Roman"/>
              </a:rPr>
              <a:t>ipt</a:t>
            </a:r>
            <a:r>
              <a:rPr sz="1700" dirty="0">
                <a:latin typeface="Times New Roman"/>
                <a:cs typeface="Times New Roman"/>
              </a:rPr>
              <a:t> of t</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endParaRPr sz="1700" dirty="0">
              <a:latin typeface="Times New Roman"/>
              <a:cs typeface="Times New Roman"/>
            </a:endParaRPr>
          </a:p>
        </p:txBody>
      </p:sp>
    </p:spTree>
    <p:extLst>
      <p:ext uri="{BB962C8B-B14F-4D97-AF65-F5344CB8AC3E}">
        <p14:creationId xmlns:p14="http://schemas.microsoft.com/office/powerpoint/2010/main" val="164121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A8509-DF4A-12BD-D7FC-1AED0338F8C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19D1646-74FB-A608-5151-9F7623F4361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0CC83876-3E9E-D790-EF2B-7A9253F111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518B265E-5B80-3894-1505-9AAA46E8E64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71F3B46-34B4-C9F7-ED19-CD09B1E830D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2">
            <a:extLst>
              <a:ext uri="{FF2B5EF4-FFF2-40B4-BE49-F238E27FC236}">
                <a16:creationId xmlns:a16="http://schemas.microsoft.com/office/drawing/2014/main" id="{FFAD774F-34CC-FACA-6687-F57BE0665408}"/>
              </a:ext>
            </a:extLst>
          </p:cNvPr>
          <p:cNvSpPr txBox="1"/>
          <p:nvPr/>
        </p:nvSpPr>
        <p:spPr>
          <a:xfrm>
            <a:off x="1013394" y="819150"/>
            <a:ext cx="7063806" cy="2195473"/>
          </a:xfrm>
          <a:prstGeom prst="rect">
            <a:avLst/>
          </a:prstGeom>
        </p:spPr>
        <p:txBody>
          <a:bodyPr vert="horz" wrap="square" lIns="0" tIns="0" rIns="0" bIns="0" rtlCol="0">
            <a:spAutoFit/>
          </a:bodyPr>
          <a:lstStyle/>
          <a:p>
            <a:pPr marL="79413" indent="-73304" algn="just">
              <a:buFont typeface="Times New Roman"/>
              <a:buAutoNum type="arabicPeriod"/>
              <a:tabLst>
                <a:tab pos="79413" algn="l"/>
              </a:tabLst>
            </a:pPr>
            <a:r>
              <a:rPr lang="en-US" sz="1700" b="1" dirty="0">
                <a:latin typeface="Times New Roman"/>
                <a:cs typeface="Times New Roman"/>
              </a:rPr>
              <a:t> </a:t>
            </a:r>
            <a:r>
              <a:rPr sz="1700" b="1" dirty="0">
                <a:latin typeface="Times New Roman"/>
                <a:cs typeface="Times New Roman"/>
              </a:rPr>
              <a:t>S</a:t>
            </a:r>
            <a:r>
              <a:rPr sz="1700" b="1" spc="-2" dirty="0">
                <a:latin typeface="Times New Roman"/>
                <a:cs typeface="Times New Roman"/>
              </a:rPr>
              <a:t>t</a:t>
            </a:r>
            <a:r>
              <a:rPr sz="1700" b="1" spc="-10" dirty="0">
                <a:latin typeface="Times New Roman"/>
                <a:cs typeface="Times New Roman"/>
              </a:rPr>
              <a:t>r</a:t>
            </a:r>
            <a:r>
              <a:rPr sz="1700" b="1" dirty="0">
                <a:latin typeface="Times New Roman"/>
                <a:cs typeface="Times New Roman"/>
              </a:rPr>
              <a:t>ob</a:t>
            </a:r>
            <a:r>
              <a:rPr sz="1700" b="1" spc="-5" dirty="0">
                <a:latin typeface="Times New Roman"/>
                <a:cs typeface="Times New Roman"/>
              </a:rPr>
              <a:t>e</a:t>
            </a:r>
            <a:r>
              <a:rPr sz="1700" b="1" spc="-2" dirty="0">
                <a:latin typeface="Times New Roman"/>
                <a:cs typeface="Times New Roman"/>
              </a:rPr>
              <a:t> Cont</a:t>
            </a:r>
            <a:r>
              <a:rPr sz="1700" b="1" spc="-5" dirty="0">
                <a:latin typeface="Times New Roman"/>
                <a:cs typeface="Times New Roman"/>
              </a:rPr>
              <a:t>r</a:t>
            </a:r>
            <a:r>
              <a:rPr sz="1700" b="1" spc="-2" dirty="0">
                <a:latin typeface="Times New Roman"/>
                <a:cs typeface="Times New Roman"/>
              </a:rPr>
              <a:t>ol</a:t>
            </a:r>
            <a:r>
              <a:rPr sz="1700" b="1" dirty="0">
                <a:latin typeface="Times New Roman"/>
                <a:cs typeface="Times New Roman"/>
              </a:rPr>
              <a:t> </a:t>
            </a:r>
            <a:r>
              <a:rPr sz="1700" b="1" spc="-5" dirty="0">
                <a:latin typeface="Times New Roman"/>
                <a:cs typeface="Times New Roman"/>
              </a:rPr>
              <a:t>Me</a:t>
            </a:r>
            <a:r>
              <a:rPr sz="1700" b="1" dirty="0">
                <a:latin typeface="Times New Roman"/>
                <a:cs typeface="Times New Roman"/>
              </a:rPr>
              <a:t>thod</a:t>
            </a:r>
            <a:endParaRPr sz="1700" dirty="0">
              <a:latin typeface="Times New Roman"/>
              <a:cs typeface="Times New Roman"/>
            </a:endParaRPr>
          </a:p>
          <a:p>
            <a:pPr marL="6109" marR="3971" algn="just">
              <a:spcBef>
                <a:spcPts val="397"/>
              </a:spcBef>
            </a:pPr>
            <a:r>
              <a:rPr sz="1700" spc="-5" dirty="0">
                <a:latin typeface="Times New Roman"/>
                <a:cs typeface="Times New Roman"/>
              </a:rPr>
              <a:t>The</a:t>
            </a:r>
            <a:r>
              <a:rPr sz="1700" spc="-14" dirty="0">
                <a:latin typeface="Times New Roman"/>
                <a:cs typeface="Times New Roman"/>
              </a:rPr>
              <a:t> </a:t>
            </a:r>
            <a:r>
              <a:rPr sz="1700" dirty="0">
                <a:latin typeface="Times New Roman"/>
                <a:cs typeface="Times New Roman"/>
              </a:rPr>
              <a:t>S</a:t>
            </a:r>
            <a:r>
              <a:rPr sz="1700" spc="-2" dirty="0">
                <a:latin typeface="Times New Roman"/>
                <a:cs typeface="Times New Roman"/>
              </a:rPr>
              <a:t>trobe</a:t>
            </a:r>
            <a:r>
              <a:rPr sz="1700" spc="-17" dirty="0">
                <a:latin typeface="Times New Roman"/>
                <a:cs typeface="Times New Roman"/>
              </a:rPr>
              <a:t> </a:t>
            </a:r>
            <a:r>
              <a:rPr sz="1700" spc="-5" dirty="0">
                <a:latin typeface="Times New Roman"/>
                <a:cs typeface="Times New Roman"/>
              </a:rPr>
              <a:t>Control</a:t>
            </a:r>
            <a:r>
              <a:rPr sz="1700" spc="-12" dirty="0">
                <a:latin typeface="Times New Roman"/>
                <a:cs typeface="Times New Roman"/>
              </a:rPr>
              <a:t> </a:t>
            </a:r>
            <a:r>
              <a:rPr sz="1700" spc="-5" dirty="0">
                <a:latin typeface="Times New Roman"/>
                <a:cs typeface="Times New Roman"/>
              </a:rPr>
              <a:t>method</a:t>
            </a:r>
            <a:r>
              <a:rPr sz="1700" spc="-14"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7" dirty="0">
                <a:latin typeface="Times New Roman"/>
                <a:cs typeface="Times New Roman"/>
              </a:rPr>
              <a:t>a</a:t>
            </a:r>
            <a:r>
              <a:rPr sz="1700" spc="-2" dirty="0">
                <a:latin typeface="Times New Roman"/>
                <a:cs typeface="Times New Roman"/>
              </a:rPr>
              <a:t>sync</a:t>
            </a:r>
            <a:r>
              <a:rPr sz="1700" dirty="0">
                <a:latin typeface="Times New Roman"/>
                <a:cs typeface="Times New Roman"/>
              </a:rPr>
              <a:t>hron</a:t>
            </a:r>
            <a:r>
              <a:rPr sz="1700" spc="-2" dirty="0">
                <a:latin typeface="Times New Roman"/>
                <a:cs typeface="Times New Roman"/>
              </a:rPr>
              <a:t>o</a:t>
            </a:r>
            <a:r>
              <a:rPr sz="1700" dirty="0">
                <a:latin typeface="Times New Roman"/>
                <a:cs typeface="Times New Roman"/>
              </a:rPr>
              <a:t>us</a:t>
            </a:r>
            <a:r>
              <a:rPr sz="1700" spc="-1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4" dirty="0">
                <a:latin typeface="Times New Roman"/>
                <a:cs typeface="Times New Roman"/>
              </a:rPr>
              <a:t> </a:t>
            </a:r>
            <a:r>
              <a:rPr sz="1700" dirty="0">
                <a:latin typeface="Times New Roman"/>
                <a:cs typeface="Times New Roman"/>
              </a:rPr>
              <a:t>t</a:t>
            </a:r>
            <a:r>
              <a:rPr sz="1700" spc="-2" dirty="0">
                <a:latin typeface="Times New Roman"/>
                <a:cs typeface="Times New Roman"/>
              </a:rPr>
              <a:t>r</a:t>
            </a:r>
            <a:r>
              <a:rPr sz="1700" spc="-10" dirty="0">
                <a:latin typeface="Times New Roman"/>
                <a:cs typeface="Times New Roman"/>
              </a:rPr>
              <a:t>a</a:t>
            </a:r>
            <a:r>
              <a:rPr sz="1700" dirty="0">
                <a:latin typeface="Times New Roman"/>
                <a:cs typeface="Times New Roman"/>
              </a:rPr>
              <a:t>nsfer</a:t>
            </a:r>
            <a:r>
              <a:rPr sz="1700" spc="-14" dirty="0">
                <a:latin typeface="Times New Roman"/>
                <a:cs typeface="Times New Roman"/>
              </a:rPr>
              <a:t> </a:t>
            </a:r>
            <a:r>
              <a:rPr sz="1700" spc="-7" dirty="0">
                <a:latin typeface="Times New Roman"/>
                <a:cs typeface="Times New Roman"/>
              </a:rPr>
              <a:t>e</a:t>
            </a:r>
            <a:r>
              <a:rPr sz="1700" spc="-5" dirty="0">
                <a:latin typeface="Times New Roman"/>
                <a:cs typeface="Times New Roman"/>
              </a:rPr>
              <a:t>mpl</a:t>
            </a:r>
            <a:r>
              <a:rPr sz="1700" dirty="0">
                <a:latin typeface="Times New Roman"/>
                <a:cs typeface="Times New Roman"/>
              </a:rPr>
              <a:t>oys</a:t>
            </a:r>
            <a:r>
              <a:rPr sz="1700" spc="-12" dirty="0">
                <a:latin typeface="Times New Roman"/>
                <a:cs typeface="Times New Roman"/>
              </a:rPr>
              <a:t> </a:t>
            </a:r>
            <a:r>
              <a:rPr sz="1700" spc="-5" dirty="0">
                <a:latin typeface="Times New Roman"/>
                <a:cs typeface="Times New Roman"/>
              </a:rPr>
              <a:t>a</a:t>
            </a:r>
            <a:r>
              <a:rPr sz="1700" spc="-14" dirty="0">
                <a:latin typeface="Times New Roman"/>
                <a:cs typeface="Times New Roman"/>
              </a:rPr>
              <a:t> </a:t>
            </a:r>
            <a:r>
              <a:rPr sz="1700" spc="-5" dirty="0">
                <a:latin typeface="Times New Roman"/>
                <a:cs typeface="Times New Roman"/>
              </a:rPr>
              <a:t>sing</a:t>
            </a:r>
            <a:r>
              <a:rPr sz="1700" dirty="0">
                <a:latin typeface="Times New Roman"/>
                <a:cs typeface="Times New Roman"/>
              </a:rPr>
              <a:t>l</a:t>
            </a:r>
            <a:r>
              <a:rPr sz="1700" spc="-5" dirty="0">
                <a:latin typeface="Times New Roman"/>
                <a:cs typeface="Times New Roman"/>
              </a:rPr>
              <a:t>e</a:t>
            </a:r>
            <a:r>
              <a:rPr sz="1700" spc="-10"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a:t>
            </a:r>
            <a:r>
              <a:rPr sz="1700" spc="-12" dirty="0">
                <a:latin typeface="Times New Roman"/>
                <a:cs typeface="Times New Roman"/>
              </a:rPr>
              <a:t> </a:t>
            </a:r>
            <a:r>
              <a:rPr sz="1700" spc="-2" dirty="0">
                <a:latin typeface="Times New Roman"/>
                <a:cs typeface="Times New Roman"/>
              </a:rPr>
              <a:t>line</a:t>
            </a:r>
            <a:r>
              <a:rPr sz="1700" spc="-14" dirty="0">
                <a:latin typeface="Times New Roman"/>
                <a:cs typeface="Times New Roman"/>
              </a:rPr>
              <a:t> </a:t>
            </a:r>
            <a:r>
              <a:rPr sz="1700" spc="-2" dirty="0">
                <a:latin typeface="Times New Roman"/>
                <a:cs typeface="Times New Roman"/>
              </a:rPr>
              <a:t>to</a:t>
            </a:r>
            <a:r>
              <a:rPr sz="1700" spc="-12" dirty="0">
                <a:latin typeface="Times New Roman"/>
                <a:cs typeface="Times New Roman"/>
              </a:rPr>
              <a:t> </a:t>
            </a:r>
            <a:r>
              <a:rPr sz="1700" spc="-5" dirty="0">
                <a:latin typeface="Times New Roman"/>
                <a:cs typeface="Times New Roman"/>
              </a:rPr>
              <a:t>time</a:t>
            </a:r>
            <a:r>
              <a:rPr sz="1700" spc="-2" dirty="0">
                <a:latin typeface="Times New Roman"/>
                <a:cs typeface="Times New Roman"/>
              </a:rPr>
              <a:t> </a:t>
            </a:r>
            <a:r>
              <a:rPr sz="1700" spc="-7" dirty="0">
                <a:latin typeface="Times New Roman"/>
                <a:cs typeface="Times New Roman"/>
              </a:rPr>
              <a:t>eac</a:t>
            </a:r>
            <a:r>
              <a:rPr sz="1700" dirty="0">
                <a:latin typeface="Times New Roman"/>
                <a:cs typeface="Times New Roman"/>
              </a:rPr>
              <a:t>h</a:t>
            </a:r>
            <a:r>
              <a:rPr sz="1700" spc="55"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a:t>
            </a:r>
            <a:r>
              <a:rPr sz="1700" spc="5" dirty="0">
                <a:latin typeface="Times New Roman"/>
                <a:cs typeface="Times New Roman"/>
              </a:rPr>
              <a:t>s</a:t>
            </a:r>
            <a:r>
              <a:rPr sz="1700" spc="-2" dirty="0">
                <a:latin typeface="Times New Roman"/>
                <a:cs typeface="Times New Roman"/>
              </a:rPr>
              <a:t>f</a:t>
            </a:r>
            <a:r>
              <a:rPr sz="1700" spc="-10" dirty="0">
                <a:latin typeface="Times New Roman"/>
                <a:cs typeface="Times New Roman"/>
              </a:rPr>
              <a:t>e</a:t>
            </a:r>
            <a:r>
              <a:rPr sz="1700" dirty="0">
                <a:latin typeface="Times New Roman"/>
                <a:cs typeface="Times New Roman"/>
              </a:rPr>
              <a:t>r.</a:t>
            </a:r>
            <a:r>
              <a:rPr sz="1700" spc="55" dirty="0">
                <a:latin typeface="Times New Roman"/>
                <a:cs typeface="Times New Roman"/>
              </a:rPr>
              <a:t> </a:t>
            </a:r>
            <a:r>
              <a:rPr sz="1700" spc="-5" dirty="0">
                <a:latin typeface="Times New Roman"/>
                <a:cs typeface="Times New Roman"/>
              </a:rPr>
              <a:t>This</a:t>
            </a:r>
            <a:r>
              <a:rPr sz="1700" spc="58" dirty="0">
                <a:latin typeface="Times New Roman"/>
                <a:cs typeface="Times New Roman"/>
              </a:rPr>
              <a:t> </a:t>
            </a:r>
            <a:r>
              <a:rPr sz="1700" spc="-7" dirty="0">
                <a:latin typeface="Times New Roman"/>
                <a:cs typeface="Times New Roman"/>
              </a:rPr>
              <a:t>c</a:t>
            </a:r>
            <a:r>
              <a:rPr sz="1700" spc="-5" dirty="0">
                <a:latin typeface="Times New Roman"/>
                <a:cs typeface="Times New Roman"/>
              </a:rPr>
              <a:t>ont</a:t>
            </a:r>
            <a:r>
              <a:rPr sz="1700" dirty="0">
                <a:latin typeface="Times New Roman"/>
                <a:cs typeface="Times New Roman"/>
              </a:rPr>
              <a:t>r</a:t>
            </a:r>
            <a:r>
              <a:rPr sz="1700" spc="-2" dirty="0">
                <a:latin typeface="Times New Roman"/>
                <a:cs typeface="Times New Roman"/>
              </a:rPr>
              <a:t>ol</a:t>
            </a:r>
            <a:r>
              <a:rPr sz="1700" spc="58" dirty="0">
                <a:latin typeface="Times New Roman"/>
                <a:cs typeface="Times New Roman"/>
              </a:rPr>
              <a:t> </a:t>
            </a:r>
            <a:r>
              <a:rPr sz="1700" spc="-2" dirty="0">
                <a:latin typeface="Times New Roman"/>
                <a:cs typeface="Times New Roman"/>
              </a:rPr>
              <a:t>line</a:t>
            </a:r>
            <a:r>
              <a:rPr sz="1700" spc="53" dirty="0">
                <a:latin typeface="Times New Roman"/>
                <a:cs typeface="Times New Roman"/>
              </a:rPr>
              <a:t> </a:t>
            </a:r>
            <a:r>
              <a:rPr sz="1700" spc="-2" dirty="0">
                <a:latin typeface="Times New Roman"/>
                <a:cs typeface="Times New Roman"/>
              </a:rPr>
              <a:t>is</a:t>
            </a:r>
            <a:r>
              <a:rPr sz="1700" spc="58"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spc="53" dirty="0">
                <a:latin typeface="Times New Roman"/>
                <a:cs typeface="Times New Roman"/>
              </a:rPr>
              <a:t> </a:t>
            </a:r>
            <a:r>
              <a:rPr sz="1700" dirty="0">
                <a:latin typeface="Times New Roman"/>
                <a:cs typeface="Times New Roman"/>
              </a:rPr>
              <a:t>known</a:t>
            </a:r>
            <a:r>
              <a:rPr sz="1700" spc="55"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51" dirty="0">
                <a:latin typeface="Times New Roman"/>
                <a:cs typeface="Times New Roman"/>
              </a:rPr>
              <a:t> </a:t>
            </a:r>
            <a:r>
              <a:rPr sz="1700" spc="-5" dirty="0">
                <a:latin typeface="Times New Roman"/>
                <a:cs typeface="Times New Roman"/>
              </a:rPr>
              <a:t>a</a:t>
            </a:r>
            <a:r>
              <a:rPr sz="1700" spc="53" dirty="0">
                <a:latin typeface="Times New Roman"/>
                <a:cs typeface="Times New Roman"/>
              </a:rPr>
              <a:t> </a:t>
            </a:r>
            <a:r>
              <a:rPr sz="1700" spc="-5" dirty="0">
                <a:latin typeface="Times New Roman"/>
                <a:cs typeface="Times New Roman"/>
              </a:rPr>
              <a:t>strobe</a:t>
            </a:r>
            <a:r>
              <a:rPr sz="1700" dirty="0">
                <a:latin typeface="Times New Roman"/>
                <a:cs typeface="Times New Roman"/>
              </a:rPr>
              <a:t>,</a:t>
            </a:r>
            <a:r>
              <a:rPr sz="1700" spc="55"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5" dirty="0">
                <a:latin typeface="Times New Roman"/>
                <a:cs typeface="Times New Roman"/>
              </a:rPr>
              <a:t> </a:t>
            </a:r>
            <a:r>
              <a:rPr sz="1700" spc="-2" dirty="0">
                <a:latin typeface="Times New Roman"/>
                <a:cs typeface="Times New Roman"/>
              </a:rPr>
              <a:t>it</a:t>
            </a:r>
            <a:r>
              <a:rPr sz="1700" spc="58" dirty="0">
                <a:latin typeface="Times New Roman"/>
                <a:cs typeface="Times New Roman"/>
              </a:rPr>
              <a:t> </a:t>
            </a:r>
            <a:r>
              <a:rPr sz="1700" spc="-5" dirty="0">
                <a:latin typeface="Times New Roman"/>
                <a:cs typeface="Times New Roman"/>
              </a:rPr>
              <a:t>may</a:t>
            </a:r>
            <a:r>
              <a:rPr sz="1700" spc="55" dirty="0">
                <a:latin typeface="Times New Roman"/>
                <a:cs typeface="Times New Roman"/>
              </a:rPr>
              <a:t> </a:t>
            </a:r>
            <a:r>
              <a:rPr sz="1700" spc="-5" dirty="0">
                <a:latin typeface="Times New Roman"/>
                <a:cs typeface="Times New Roman"/>
              </a:rPr>
              <a:t>be</a:t>
            </a:r>
            <a:r>
              <a:rPr sz="1700" spc="53" dirty="0">
                <a:latin typeface="Times New Roman"/>
                <a:cs typeface="Times New Roman"/>
              </a:rPr>
              <a:t> </a:t>
            </a:r>
            <a:r>
              <a:rPr sz="1700" spc="-7" dirty="0">
                <a:latin typeface="Times New Roman"/>
                <a:cs typeface="Times New Roman"/>
              </a:rPr>
              <a:t>ac</a:t>
            </a:r>
            <a:r>
              <a:rPr sz="1700" spc="-5" dirty="0">
                <a:latin typeface="Times New Roman"/>
                <a:cs typeface="Times New Roman"/>
              </a:rPr>
              <a:t>hiev</a:t>
            </a:r>
            <a:r>
              <a:rPr sz="1700" spc="-10" dirty="0">
                <a:latin typeface="Times New Roman"/>
                <a:cs typeface="Times New Roman"/>
              </a:rPr>
              <a:t>e</a:t>
            </a:r>
            <a:r>
              <a:rPr sz="1700" dirty="0">
                <a:latin typeface="Times New Roman"/>
                <a:cs typeface="Times New Roman"/>
              </a:rPr>
              <a:t>d</a:t>
            </a:r>
            <a:r>
              <a:rPr sz="1700" spc="55" dirty="0">
                <a:latin typeface="Times New Roman"/>
                <a:cs typeface="Times New Roman"/>
              </a:rPr>
              <a:t> </a:t>
            </a:r>
            <a:r>
              <a:rPr sz="1700" spc="-7" dirty="0">
                <a:latin typeface="Times New Roman"/>
                <a:cs typeface="Times New Roman"/>
              </a:rPr>
              <a:t>e</a:t>
            </a:r>
            <a:r>
              <a:rPr sz="1700" spc="-2" dirty="0">
                <a:latin typeface="Times New Roman"/>
                <a:cs typeface="Times New Roman"/>
              </a:rPr>
              <a:t>ithe</a:t>
            </a:r>
            <a:r>
              <a:rPr sz="1700" dirty="0">
                <a:latin typeface="Times New Roman"/>
                <a:cs typeface="Times New Roman"/>
              </a:rPr>
              <a:t>r</a:t>
            </a:r>
            <a:r>
              <a:rPr sz="1700" spc="55" dirty="0">
                <a:latin typeface="Times New Roman"/>
                <a:cs typeface="Times New Roman"/>
              </a:rPr>
              <a:t> </a:t>
            </a:r>
            <a:r>
              <a:rPr sz="1700" dirty="0">
                <a:latin typeface="Times New Roman"/>
                <a:cs typeface="Times New Roman"/>
              </a:rPr>
              <a:t>by </a:t>
            </a:r>
            <a:r>
              <a:rPr sz="1700" spc="-2" dirty="0">
                <a:latin typeface="Times New Roman"/>
                <a:cs typeface="Times New Roman"/>
              </a:rPr>
              <a:t>sour</a:t>
            </a:r>
            <a:r>
              <a:rPr sz="1700" spc="-5" dirty="0">
                <a:latin typeface="Times New Roman"/>
                <a:cs typeface="Times New Roman"/>
              </a:rPr>
              <a:t>ce</a:t>
            </a:r>
            <a:r>
              <a:rPr sz="1700" spc="-2" dirty="0">
                <a:latin typeface="Times New Roman"/>
                <a:cs typeface="Times New Roman"/>
              </a:rPr>
              <a:t> </a:t>
            </a:r>
            <a:r>
              <a:rPr sz="1700" dirty="0">
                <a:latin typeface="Times New Roman"/>
                <a:cs typeface="Times New Roman"/>
              </a:rPr>
              <a:t>or </a:t>
            </a:r>
            <a:r>
              <a:rPr sz="1700" spc="2" dirty="0">
                <a:latin typeface="Times New Roman"/>
                <a:cs typeface="Times New Roman"/>
              </a:rPr>
              <a:t>d</a:t>
            </a:r>
            <a:r>
              <a:rPr sz="1700" spc="-5" dirty="0">
                <a:latin typeface="Times New Roman"/>
                <a:cs typeface="Times New Roman"/>
              </a:rPr>
              <a:t>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5" dirty="0">
                <a:latin typeface="Times New Roman"/>
                <a:cs typeface="Times New Roman"/>
              </a:rPr>
              <a:t>d</a:t>
            </a:r>
            <a:r>
              <a:rPr sz="1700" spc="-2" dirty="0">
                <a:latin typeface="Times New Roman"/>
                <a:cs typeface="Times New Roman"/>
              </a:rPr>
              <a:t>e</a:t>
            </a:r>
            <a:r>
              <a:rPr sz="1700" spc="-5" dirty="0">
                <a:latin typeface="Times New Roman"/>
                <a:cs typeface="Times New Roman"/>
              </a:rPr>
              <a:t>p</a:t>
            </a:r>
            <a:r>
              <a:rPr sz="1700" spc="-7" dirty="0">
                <a:latin typeface="Times New Roman"/>
                <a:cs typeface="Times New Roman"/>
              </a:rPr>
              <a:t>e</a:t>
            </a:r>
            <a:r>
              <a:rPr sz="1700" spc="-5" dirty="0">
                <a:latin typeface="Times New Roman"/>
                <a:cs typeface="Times New Roman"/>
              </a:rPr>
              <a:t>nding</a:t>
            </a:r>
            <a:r>
              <a:rPr sz="1700" dirty="0">
                <a:latin typeface="Times New Roman"/>
                <a:cs typeface="Times New Roman"/>
              </a:rPr>
              <a:t> on </a:t>
            </a:r>
            <a:r>
              <a:rPr sz="1700" spc="-7" dirty="0">
                <a:latin typeface="Times New Roman"/>
                <a:cs typeface="Times New Roman"/>
              </a:rPr>
              <a:t>whic</a:t>
            </a:r>
            <a:r>
              <a:rPr sz="1700" spc="-5" dirty="0">
                <a:latin typeface="Times New Roman"/>
                <a:cs typeface="Times New Roman"/>
              </a:rPr>
              <a:t>h</a:t>
            </a:r>
            <a:r>
              <a:rPr sz="1700" dirty="0">
                <a:latin typeface="Times New Roman"/>
                <a:cs typeface="Times New Roman"/>
              </a:rPr>
              <a:t> </a:t>
            </a:r>
            <a:r>
              <a:rPr sz="1700" spc="-2" dirty="0">
                <a:latin typeface="Times New Roman"/>
                <a:cs typeface="Times New Roman"/>
              </a:rPr>
              <a:t>initiate the t</a:t>
            </a:r>
            <a:r>
              <a:rPr sz="1700" spc="-5" dirty="0">
                <a:latin typeface="Times New Roman"/>
                <a:cs typeface="Times New Roman"/>
              </a:rPr>
              <a:t>ra</a:t>
            </a:r>
            <a:r>
              <a:rPr sz="1700" dirty="0">
                <a:latin typeface="Times New Roman"/>
                <a:cs typeface="Times New Roman"/>
              </a:rPr>
              <a:t>nsfer.</a:t>
            </a:r>
          </a:p>
          <a:p>
            <a:pPr marL="225716" marR="3360" lvl="1" indent="-109651" algn="just">
              <a:spcBef>
                <a:spcPts val="426"/>
              </a:spcBef>
              <a:buFont typeface="Symbol"/>
              <a:buChar char=""/>
              <a:tabLst>
                <a:tab pos="226022" algn="l"/>
              </a:tabLst>
            </a:pPr>
            <a:r>
              <a:rPr sz="1700" b="1" dirty="0">
                <a:latin typeface="Times New Roman"/>
                <a:cs typeface="Times New Roman"/>
              </a:rPr>
              <a:t>Sou</a:t>
            </a:r>
            <a:r>
              <a:rPr sz="1700" b="1" spc="-7" dirty="0">
                <a:latin typeface="Times New Roman"/>
                <a:cs typeface="Times New Roman"/>
              </a:rPr>
              <a:t>rc</a:t>
            </a:r>
            <a:r>
              <a:rPr sz="1700" b="1" spc="-5" dirty="0">
                <a:latin typeface="Times New Roman"/>
                <a:cs typeface="Times New Roman"/>
              </a:rPr>
              <a:t>e</a:t>
            </a:r>
            <a:r>
              <a:rPr sz="1700" b="1" spc="-31" dirty="0">
                <a:latin typeface="Times New Roman"/>
                <a:cs typeface="Times New Roman"/>
              </a:rPr>
              <a:t> </a:t>
            </a:r>
            <a:r>
              <a:rPr sz="1700" b="1" spc="-2" dirty="0">
                <a:latin typeface="Times New Roman"/>
                <a:cs typeface="Times New Roman"/>
              </a:rPr>
              <a:t>initiat</a:t>
            </a:r>
            <a:r>
              <a:rPr sz="1700" b="1" spc="-10" dirty="0">
                <a:latin typeface="Times New Roman"/>
                <a:cs typeface="Times New Roman"/>
              </a:rPr>
              <a:t>e</a:t>
            </a:r>
            <a:r>
              <a:rPr sz="1700" b="1" dirty="0">
                <a:latin typeface="Times New Roman"/>
                <a:cs typeface="Times New Roman"/>
              </a:rPr>
              <a:t>d</a:t>
            </a:r>
            <a:r>
              <a:rPr sz="1700" b="1" spc="-29" dirty="0">
                <a:latin typeface="Times New Roman"/>
                <a:cs typeface="Times New Roman"/>
              </a:rPr>
              <a:t> </a:t>
            </a:r>
            <a:r>
              <a:rPr sz="1700" b="1" spc="-2" dirty="0">
                <a:latin typeface="Times New Roman"/>
                <a:cs typeface="Times New Roman"/>
              </a:rPr>
              <a:t>st</a:t>
            </a:r>
            <a:r>
              <a:rPr sz="1700" b="1" spc="-5" dirty="0">
                <a:latin typeface="Times New Roman"/>
                <a:cs typeface="Times New Roman"/>
              </a:rPr>
              <a:t>r</a:t>
            </a:r>
            <a:r>
              <a:rPr sz="1700" b="1" dirty="0">
                <a:latin typeface="Times New Roman"/>
                <a:cs typeface="Times New Roman"/>
              </a:rPr>
              <a:t>ob</a:t>
            </a:r>
            <a:r>
              <a:rPr sz="1700" b="1" spc="-7" dirty="0">
                <a:latin typeface="Times New Roman"/>
                <a:cs typeface="Times New Roman"/>
              </a:rPr>
              <a:t>e</a:t>
            </a:r>
            <a:r>
              <a:rPr sz="1700" b="1" dirty="0">
                <a:latin typeface="Times New Roman"/>
                <a:cs typeface="Times New Roman"/>
              </a:rPr>
              <a:t>:</a:t>
            </a:r>
            <a:r>
              <a:rPr sz="1700" b="1" spc="2" dirty="0">
                <a:latin typeface="Times New Roman"/>
                <a:cs typeface="Times New Roman"/>
              </a:rPr>
              <a:t> </a:t>
            </a:r>
            <a:r>
              <a:rPr sz="1700" spc="-10" dirty="0">
                <a:latin typeface="Times New Roman"/>
                <a:cs typeface="Times New Roman"/>
              </a:rPr>
              <a:t>I</a:t>
            </a:r>
            <a:r>
              <a:rPr sz="1700" dirty="0">
                <a:latin typeface="Times New Roman"/>
                <a:cs typeface="Times New Roman"/>
              </a:rPr>
              <a:t>n</a:t>
            </a:r>
            <a:r>
              <a:rPr sz="1700" spc="-29"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low</a:t>
            </a:r>
            <a:r>
              <a:rPr sz="1700" spc="-31" dirty="0">
                <a:latin typeface="Times New Roman"/>
                <a:cs typeface="Times New Roman"/>
              </a:rPr>
              <a:t> </a:t>
            </a:r>
            <a:r>
              <a:rPr sz="1700" spc="-5" dirty="0">
                <a:latin typeface="Times New Roman"/>
                <a:cs typeface="Times New Roman"/>
              </a:rPr>
              <a:t>block</a:t>
            </a:r>
            <a:r>
              <a:rPr sz="1700" spc="-31" dirty="0">
                <a:latin typeface="Times New Roman"/>
                <a:cs typeface="Times New Roman"/>
              </a:rPr>
              <a:t> </a:t>
            </a:r>
            <a:r>
              <a:rPr sz="1700" spc="-5" dirty="0">
                <a:latin typeface="Times New Roman"/>
                <a:cs typeface="Times New Roman"/>
              </a:rPr>
              <a:t>diag</a:t>
            </a:r>
            <a:r>
              <a:rPr sz="1700" dirty="0">
                <a:latin typeface="Times New Roman"/>
                <a:cs typeface="Times New Roman"/>
              </a:rPr>
              <a:t>r</a:t>
            </a:r>
            <a:r>
              <a:rPr sz="1700" spc="-2" dirty="0">
                <a:latin typeface="Times New Roman"/>
                <a:cs typeface="Times New Roman"/>
              </a:rPr>
              <a:t>a</a:t>
            </a:r>
            <a:r>
              <a:rPr sz="1700" spc="-5" dirty="0">
                <a:latin typeface="Times New Roman"/>
                <a:cs typeface="Times New Roman"/>
              </a:rPr>
              <a:t>m,</a:t>
            </a:r>
            <a:r>
              <a:rPr sz="1700" spc="-29" dirty="0">
                <a:latin typeface="Times New Roman"/>
                <a:cs typeface="Times New Roman"/>
              </a:rPr>
              <a:t> </a:t>
            </a:r>
            <a:r>
              <a:rPr sz="1700" dirty="0">
                <a:latin typeface="Times New Roman"/>
                <a:cs typeface="Times New Roman"/>
              </a:rPr>
              <a:t>you</a:t>
            </a:r>
            <a:r>
              <a:rPr sz="1700" spc="-29" dirty="0">
                <a:latin typeface="Times New Roman"/>
                <a:cs typeface="Times New Roman"/>
              </a:rPr>
              <a:t> </a:t>
            </a:r>
            <a:r>
              <a:rPr sz="1700" spc="-7" dirty="0">
                <a:latin typeface="Times New Roman"/>
                <a:cs typeface="Times New Roman"/>
              </a:rPr>
              <a:t>ca</a:t>
            </a:r>
            <a:r>
              <a:rPr sz="1700" dirty="0">
                <a:latin typeface="Times New Roman"/>
                <a:cs typeface="Times New Roman"/>
              </a:rPr>
              <a:t>n</a:t>
            </a:r>
            <a:r>
              <a:rPr sz="1700" spc="-29" dirty="0">
                <a:latin typeface="Times New Roman"/>
                <a:cs typeface="Times New Roman"/>
              </a:rPr>
              <a:t> </a:t>
            </a:r>
            <a:r>
              <a:rPr sz="1700" spc="-2" dirty="0">
                <a:latin typeface="Times New Roman"/>
                <a:cs typeface="Times New Roman"/>
              </a:rPr>
              <a:t>se</a:t>
            </a:r>
            <a:r>
              <a:rPr sz="1700" spc="-5" dirty="0">
                <a:latin typeface="Times New Roman"/>
                <a:cs typeface="Times New Roman"/>
              </a:rPr>
              <a:t>e</a:t>
            </a:r>
            <a:r>
              <a:rPr sz="1700" spc="-31" dirty="0">
                <a:latin typeface="Times New Roman"/>
                <a:cs typeface="Times New Roman"/>
              </a:rPr>
              <a:t> </a:t>
            </a:r>
            <a:r>
              <a:rPr sz="1700" spc="-2" dirty="0">
                <a:latin typeface="Times New Roman"/>
                <a:cs typeface="Times New Roman"/>
              </a:rPr>
              <a:t>that</a:t>
            </a:r>
            <a:r>
              <a:rPr sz="1700" spc="-31" dirty="0">
                <a:latin typeface="Times New Roman"/>
                <a:cs typeface="Times New Roman"/>
              </a:rPr>
              <a:t> </a:t>
            </a:r>
            <a:r>
              <a:rPr sz="1700" spc="-5" dirty="0">
                <a:latin typeface="Times New Roman"/>
                <a:cs typeface="Times New Roman"/>
              </a:rPr>
              <a:t>strobe</a:t>
            </a:r>
            <a:r>
              <a:rPr sz="1700" spc="-31"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spc="-2" dirty="0">
                <a:latin typeface="Times New Roman"/>
                <a:cs typeface="Times New Roman"/>
              </a:rPr>
              <a:t>in</a:t>
            </a:r>
            <a:r>
              <a:rPr sz="1700" spc="-7" dirty="0">
                <a:latin typeface="Times New Roman"/>
                <a:cs typeface="Times New Roman"/>
              </a:rPr>
              <a:t>i</a:t>
            </a:r>
            <a:r>
              <a:rPr sz="1700" spc="-2" dirty="0">
                <a:latin typeface="Times New Roman"/>
                <a:cs typeface="Times New Roman"/>
              </a:rPr>
              <a:t>ti</a:t>
            </a:r>
            <a:r>
              <a:rPr sz="1700" spc="-7" dirty="0">
                <a:latin typeface="Times New Roman"/>
                <a:cs typeface="Times New Roman"/>
              </a:rPr>
              <a:t>a</a:t>
            </a:r>
            <a:r>
              <a:rPr sz="1700" spc="-2" dirty="0">
                <a:latin typeface="Times New Roman"/>
                <a:cs typeface="Times New Roman"/>
              </a:rPr>
              <a:t>ted </a:t>
            </a:r>
            <a:r>
              <a:rPr sz="1700" dirty="0">
                <a:latin typeface="Times New Roman"/>
                <a:cs typeface="Times New Roman"/>
              </a:rPr>
              <a:t>by</a:t>
            </a:r>
            <a:r>
              <a:rPr sz="1700" spc="10" dirty="0">
                <a:latin typeface="Times New Roman"/>
                <a:cs typeface="Times New Roman"/>
              </a:rPr>
              <a:t> </a:t>
            </a:r>
            <a:r>
              <a:rPr sz="1700" spc="-2" dirty="0">
                <a:latin typeface="Times New Roman"/>
                <a:cs typeface="Times New Roman"/>
              </a:rPr>
              <a:t>sour</a:t>
            </a:r>
            <a:r>
              <a:rPr sz="1700" spc="-5" dirty="0">
                <a:latin typeface="Times New Roman"/>
                <a:cs typeface="Times New Roman"/>
              </a:rPr>
              <a:t>c</a:t>
            </a:r>
            <a:r>
              <a:rPr sz="1700" spc="-7" dirty="0">
                <a:latin typeface="Times New Roman"/>
                <a:cs typeface="Times New Roman"/>
              </a:rPr>
              <a:t>e</a:t>
            </a:r>
            <a:r>
              <a:rPr sz="1700" dirty="0">
                <a:latin typeface="Times New Roman"/>
                <a:cs typeface="Times New Roman"/>
              </a:rPr>
              <a:t>,</a:t>
            </a:r>
            <a:r>
              <a:rPr sz="1700" spc="1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0"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10" dirty="0">
                <a:latin typeface="Times New Roman"/>
                <a:cs typeface="Times New Roman"/>
              </a:rPr>
              <a:t> </a:t>
            </a:r>
            <a:r>
              <a:rPr sz="1700" spc="-2" dirty="0">
                <a:latin typeface="Times New Roman"/>
                <a:cs typeface="Times New Roman"/>
              </a:rPr>
              <a:t>show</a:t>
            </a:r>
            <a:r>
              <a:rPr sz="1700" dirty="0">
                <a:latin typeface="Times New Roman"/>
                <a:cs typeface="Times New Roman"/>
              </a:rPr>
              <a:t>n</a:t>
            </a:r>
            <a:r>
              <a:rPr sz="1700" spc="14" dirty="0">
                <a:latin typeface="Times New Roman"/>
                <a:cs typeface="Times New Roman"/>
              </a:rPr>
              <a:t> </a:t>
            </a:r>
            <a:r>
              <a:rPr sz="1700" spc="-2" dirty="0">
                <a:latin typeface="Times New Roman"/>
                <a:cs typeface="Times New Roman"/>
              </a:rPr>
              <a:t>in</a:t>
            </a:r>
            <a:r>
              <a:rPr sz="1700" spc="12"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timi</a:t>
            </a:r>
            <a:r>
              <a:rPr sz="1700" dirty="0">
                <a:latin typeface="Times New Roman"/>
                <a:cs typeface="Times New Roman"/>
              </a:rPr>
              <a:t>ng</a:t>
            </a:r>
            <a:r>
              <a:rPr sz="1700" spc="10" dirty="0">
                <a:latin typeface="Times New Roman"/>
                <a:cs typeface="Times New Roman"/>
              </a:rPr>
              <a:t> </a:t>
            </a:r>
            <a:r>
              <a:rPr sz="1700" spc="-5" dirty="0">
                <a:latin typeface="Times New Roman"/>
                <a:cs typeface="Times New Roman"/>
              </a:rPr>
              <a:t>diag</a:t>
            </a:r>
            <a:r>
              <a:rPr sz="1700" spc="-7" dirty="0">
                <a:latin typeface="Times New Roman"/>
                <a:cs typeface="Times New Roman"/>
              </a:rPr>
              <a:t>ra</a:t>
            </a:r>
            <a:r>
              <a:rPr sz="1700" spc="-5" dirty="0">
                <a:latin typeface="Times New Roman"/>
                <a:cs typeface="Times New Roman"/>
              </a:rPr>
              <a:t>m,</a:t>
            </a:r>
            <a:r>
              <a:rPr sz="1700" spc="12"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sour</a:t>
            </a:r>
            <a:r>
              <a:rPr sz="1700" dirty="0">
                <a:latin typeface="Times New Roman"/>
                <a:cs typeface="Times New Roman"/>
              </a:rPr>
              <a:t>c</a:t>
            </a:r>
            <a:r>
              <a:rPr sz="1700" spc="-5" dirty="0">
                <a:latin typeface="Times New Roman"/>
                <a:cs typeface="Times New Roman"/>
              </a:rPr>
              <a:t>e</a:t>
            </a:r>
            <a:r>
              <a:rPr sz="1700" spc="7" dirty="0">
                <a:latin typeface="Times New Roman"/>
                <a:cs typeface="Times New Roman"/>
              </a:rPr>
              <a:t> </a:t>
            </a:r>
            <a:r>
              <a:rPr sz="1700" spc="-2" dirty="0">
                <a:latin typeface="Times New Roman"/>
                <a:cs typeface="Times New Roman"/>
              </a:rPr>
              <a:t>unit</a:t>
            </a:r>
            <a:r>
              <a:rPr sz="1700" spc="12" dirty="0">
                <a:latin typeface="Times New Roman"/>
                <a:cs typeface="Times New Roman"/>
              </a:rPr>
              <a:t> </a:t>
            </a:r>
            <a:r>
              <a:rPr sz="1700" spc="-2" dirty="0">
                <a:latin typeface="Times New Roman"/>
                <a:cs typeface="Times New Roman"/>
              </a:rPr>
              <a:t>fi</a:t>
            </a:r>
            <a:r>
              <a:rPr sz="1700" spc="-5" dirty="0">
                <a:latin typeface="Times New Roman"/>
                <a:cs typeface="Times New Roman"/>
              </a:rPr>
              <a:t>rs</a:t>
            </a:r>
            <a:r>
              <a:rPr sz="1700" spc="-2" dirty="0">
                <a:latin typeface="Times New Roman"/>
                <a:cs typeface="Times New Roman"/>
              </a:rPr>
              <a:t>t</a:t>
            </a:r>
            <a:r>
              <a:rPr sz="1700" spc="12" dirty="0">
                <a:latin typeface="Times New Roman"/>
                <a:cs typeface="Times New Roman"/>
              </a:rPr>
              <a:t> </a:t>
            </a:r>
            <a:r>
              <a:rPr sz="1700" spc="-2" dirty="0">
                <a:latin typeface="Times New Roman"/>
                <a:cs typeface="Times New Roman"/>
              </a:rPr>
              <a:t>plac</a:t>
            </a:r>
            <a:r>
              <a:rPr sz="1700" spc="-7" dirty="0">
                <a:latin typeface="Times New Roman"/>
                <a:cs typeface="Times New Roman"/>
              </a:rPr>
              <a:t>e</a:t>
            </a:r>
            <a:r>
              <a:rPr sz="1700" dirty="0">
                <a:latin typeface="Times New Roman"/>
                <a:cs typeface="Times New Roman"/>
              </a:rPr>
              <a:t>s</a:t>
            </a:r>
            <a:r>
              <a:rPr sz="1700" spc="17"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0" dirty="0">
                <a:latin typeface="Times New Roman"/>
                <a:cs typeface="Times New Roman"/>
              </a:rPr>
              <a:t> </a:t>
            </a:r>
            <a:r>
              <a:rPr sz="1700" dirty="0">
                <a:latin typeface="Times New Roman"/>
                <a:cs typeface="Times New Roman"/>
              </a:rPr>
              <a:t>on </a:t>
            </a:r>
            <a:r>
              <a:rPr sz="1700" spc="-2" dirty="0">
                <a:latin typeface="Times New Roman"/>
                <a:cs typeface="Times New Roman"/>
              </a:rPr>
              <a:t>the </a:t>
            </a:r>
            <a:r>
              <a:rPr sz="1700" spc="-5" dirty="0">
                <a:latin typeface="Times New Roman"/>
                <a:cs typeface="Times New Roman"/>
              </a:rPr>
              <a:t>d</a:t>
            </a:r>
            <a:r>
              <a:rPr sz="1700" spc="-10" dirty="0">
                <a:latin typeface="Times New Roman"/>
                <a:cs typeface="Times New Roman"/>
              </a:rPr>
              <a:t>a</a:t>
            </a:r>
            <a:r>
              <a:rPr sz="1700" spc="-2" dirty="0">
                <a:latin typeface="Times New Roman"/>
                <a:cs typeface="Times New Roman"/>
              </a:rPr>
              <a:t>ta</a:t>
            </a:r>
            <a:r>
              <a:rPr sz="1700" dirty="0">
                <a:latin typeface="Times New Roman"/>
                <a:cs typeface="Times New Roman"/>
              </a:rPr>
              <a:t> bus.</a:t>
            </a:r>
          </a:p>
        </p:txBody>
      </p:sp>
      <p:sp>
        <p:nvSpPr>
          <p:cNvPr id="5" name="object 4"/>
          <p:cNvSpPr/>
          <p:nvPr/>
        </p:nvSpPr>
        <p:spPr>
          <a:xfrm>
            <a:off x="4038600" y="2800350"/>
            <a:ext cx="3810000" cy="1828800"/>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2201019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74976-CA9B-669C-BD51-C226D22F485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6F3F0A1-623D-DCE3-19C5-DC0CE98E499D}"/>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6F9A8B40-F8FB-F85D-A476-F1892EA2A9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CF8F9700-E078-5DEE-592A-9AF808409CD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732DCFC-7271-BF09-C4F4-980A9D1CEB8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11505" y="742950"/>
            <a:ext cx="7165695" cy="3139321"/>
          </a:xfrm>
          <a:prstGeom prst="rect">
            <a:avLst/>
          </a:prstGeom>
        </p:spPr>
        <p:txBody>
          <a:bodyPr vert="horz" wrap="square" lIns="0" tIns="0" rIns="0" bIns="0" rtlCol="0">
            <a:spAutoFit/>
          </a:bodyPr>
          <a:lstStyle/>
          <a:p>
            <a:pPr marL="115760" marR="2443" algn="just">
              <a:tabLst>
                <a:tab pos="929744" algn="l"/>
                <a:tab pos="1613613" algn="l"/>
                <a:tab pos="2476467" algn="l"/>
              </a:tabLst>
            </a:pPr>
            <a:r>
              <a:rPr sz="1700" spc="-2" dirty="0">
                <a:latin typeface="Times New Roman"/>
                <a:cs typeface="Times New Roman"/>
              </a:rPr>
              <a:t>A</a:t>
            </a:r>
            <a:r>
              <a:rPr sz="1700" spc="-5" dirty="0">
                <a:latin typeface="Times New Roman"/>
                <a:cs typeface="Times New Roman"/>
              </a:rPr>
              <a:t>f</a:t>
            </a:r>
            <a:r>
              <a:rPr sz="1700" spc="-2" dirty="0">
                <a:latin typeface="Times New Roman"/>
                <a:cs typeface="Times New Roman"/>
              </a:rPr>
              <a:t>ter</a:t>
            </a:r>
            <a:r>
              <a:rPr sz="1700" dirty="0">
                <a:latin typeface="Times New Roman"/>
                <a:cs typeface="Times New Roman"/>
              </a:rPr>
              <a:t> </a:t>
            </a:r>
            <a:r>
              <a:rPr sz="1700" spc="-5" dirty="0">
                <a:latin typeface="Times New Roman"/>
                <a:cs typeface="Times New Roman"/>
              </a:rPr>
              <a:t>a</a:t>
            </a:r>
            <a:r>
              <a:rPr sz="1700" spc="-2" dirty="0">
                <a:latin typeface="Times New Roman"/>
                <a:cs typeface="Times New Roman"/>
              </a:rPr>
              <a:t> brie</a:t>
            </a:r>
            <a:r>
              <a:rPr sz="1700" dirty="0">
                <a:latin typeface="Times New Roman"/>
                <a:cs typeface="Times New Roman"/>
              </a:rPr>
              <a:t>f </a:t>
            </a:r>
            <a:r>
              <a:rPr sz="1700" spc="-5" dirty="0">
                <a:latin typeface="Times New Roman"/>
                <a:cs typeface="Times New Roman"/>
              </a:rPr>
              <a:t>d</a:t>
            </a:r>
            <a:r>
              <a:rPr sz="1700" spc="-10" dirty="0">
                <a:latin typeface="Times New Roman"/>
                <a:cs typeface="Times New Roman"/>
              </a:rPr>
              <a:t>e</a:t>
            </a:r>
            <a:r>
              <a:rPr sz="1700" spc="-2" dirty="0">
                <a:latin typeface="Times New Roman"/>
                <a:cs typeface="Times New Roman"/>
              </a:rPr>
              <a:t>lay</a:t>
            </a:r>
            <a:r>
              <a:rPr sz="1700" spc="2" dirty="0">
                <a:latin typeface="Times New Roman"/>
                <a:cs typeface="Times New Roman"/>
              </a:rPr>
              <a:t> </a:t>
            </a:r>
            <a:r>
              <a:rPr sz="1700" spc="-2" dirty="0">
                <a:latin typeface="Times New Roman"/>
                <a:cs typeface="Times New Roman"/>
              </a:rPr>
              <a:t>to </a:t>
            </a:r>
            <a:r>
              <a:rPr sz="1700" dirty="0">
                <a:latin typeface="Times New Roman"/>
                <a:cs typeface="Times New Roman"/>
              </a:rPr>
              <a:t>en</a:t>
            </a:r>
            <a:r>
              <a:rPr sz="1700" spc="2" dirty="0">
                <a:latin typeface="Times New Roman"/>
                <a:cs typeface="Times New Roman"/>
              </a:rPr>
              <a:t>s</a:t>
            </a:r>
            <a:r>
              <a:rPr sz="1700" spc="-5" dirty="0">
                <a:latin typeface="Times New Roman"/>
                <a:cs typeface="Times New Roman"/>
              </a:rPr>
              <a:t>ure </a:t>
            </a:r>
            <a:r>
              <a:rPr sz="1700" spc="-2" dirty="0">
                <a:latin typeface="Times New Roman"/>
                <a:cs typeface="Times New Roman"/>
              </a:rPr>
              <a:t>that the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2"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solve</a:t>
            </a:r>
            <a:r>
              <a:rPr sz="1700" dirty="0">
                <a:latin typeface="Times New Roman"/>
                <a:cs typeface="Times New Roman"/>
              </a:rPr>
              <a:t> to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stable</a:t>
            </a:r>
            <a:r>
              <a:rPr sz="1700" spc="-2"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lue, the</a:t>
            </a:r>
            <a:r>
              <a:rPr sz="1700" spc="2" dirty="0">
                <a:latin typeface="Times New Roman"/>
                <a:cs typeface="Times New Roman"/>
              </a:rPr>
              <a:t> </a:t>
            </a:r>
            <a:r>
              <a:rPr sz="1700" spc="-2" dirty="0">
                <a:latin typeface="Times New Roman"/>
                <a:cs typeface="Times New Roman"/>
              </a:rPr>
              <a:t>sou</a:t>
            </a:r>
            <a:r>
              <a:rPr sz="1700" spc="2" dirty="0">
                <a:latin typeface="Times New Roman"/>
                <a:cs typeface="Times New Roman"/>
              </a:rPr>
              <a:t>r</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a</a:t>
            </a:r>
            <a:r>
              <a:rPr sz="1700" spc="-7" dirty="0">
                <a:latin typeface="Times New Roman"/>
                <a:cs typeface="Times New Roman"/>
              </a:rPr>
              <a:t>c</a:t>
            </a:r>
            <a:r>
              <a:rPr sz="1700" spc="-2" dirty="0">
                <a:latin typeface="Times New Roman"/>
                <a:cs typeface="Times New Roman"/>
              </a:rPr>
              <a:t>tiv</a:t>
            </a:r>
            <a:r>
              <a:rPr sz="1700" spc="-7" dirty="0">
                <a:latin typeface="Times New Roman"/>
                <a:cs typeface="Times New Roman"/>
              </a:rPr>
              <a:t>a</a:t>
            </a:r>
            <a:r>
              <a:rPr sz="1700" spc="-2" dirty="0">
                <a:latin typeface="Times New Roman"/>
                <a:cs typeface="Times New Roman"/>
              </a:rPr>
              <a:t>tes </a:t>
            </a:r>
            <a:r>
              <a:rPr sz="1700" spc="-5" dirty="0">
                <a:latin typeface="Times New Roman"/>
                <a:cs typeface="Times New Roman"/>
              </a:rPr>
              <a:t>a</a:t>
            </a:r>
            <a:r>
              <a:rPr sz="1700" spc="-10" dirty="0">
                <a:latin typeface="Times New Roman"/>
                <a:cs typeface="Times New Roman"/>
              </a:rPr>
              <a:t> </a:t>
            </a:r>
            <a:r>
              <a:rPr sz="1700" spc="-5" dirty="0">
                <a:latin typeface="Times New Roman"/>
                <a:cs typeface="Times New Roman"/>
              </a:rPr>
              <a:t>strobe</a:t>
            </a:r>
            <a:r>
              <a:rPr sz="1700" spc="-10" dirty="0">
                <a:latin typeface="Times New Roman"/>
                <a:cs typeface="Times New Roman"/>
              </a:rPr>
              <a:t> </a:t>
            </a:r>
            <a:r>
              <a:rPr sz="1700" spc="-2" dirty="0">
                <a:latin typeface="Times New Roman"/>
                <a:cs typeface="Times New Roman"/>
              </a:rPr>
              <a:t>pulse.</a:t>
            </a:r>
            <a:endParaRPr lang="en-US" sz="1700" spc="-7" dirty="0">
              <a:latin typeface="Times New Roman"/>
              <a:cs typeface="Times New Roman"/>
            </a:endParaRPr>
          </a:p>
          <a:p>
            <a:pPr marL="115760" marR="2443" algn="just">
              <a:tabLst>
                <a:tab pos="929744" algn="l"/>
                <a:tab pos="1613613" algn="l"/>
                <a:tab pos="2476467" algn="l"/>
              </a:tabLst>
            </a:pPr>
            <a:r>
              <a:rPr sz="1700" spc="-5" dirty="0">
                <a:latin typeface="Times New Roman"/>
                <a:cs typeface="Times New Roman"/>
              </a:rPr>
              <a:t>The</a:t>
            </a:r>
            <a:r>
              <a:rPr sz="1700" spc="-10"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mation</a:t>
            </a:r>
            <a:r>
              <a:rPr sz="1700" spc="-7" dirty="0">
                <a:latin typeface="Times New Roman"/>
                <a:cs typeface="Times New Roman"/>
              </a:rPr>
              <a:t> </a:t>
            </a:r>
            <a:r>
              <a:rPr sz="1700" dirty="0">
                <a:latin typeface="Times New Roman"/>
                <a:cs typeface="Times New Roman"/>
              </a:rPr>
              <a:t>on</a:t>
            </a:r>
            <a:r>
              <a:rPr sz="1700" spc="-7"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7" dirty="0">
                <a:latin typeface="Times New Roman"/>
                <a:cs typeface="Times New Roman"/>
              </a:rPr>
              <a:t> </a:t>
            </a:r>
            <a:r>
              <a:rPr sz="1700" dirty="0">
                <a:latin typeface="Times New Roman"/>
                <a:cs typeface="Times New Roman"/>
              </a:rPr>
              <a:t>bus</a:t>
            </a:r>
            <a:r>
              <a:rPr sz="1700" spc="-1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7" dirty="0">
                <a:latin typeface="Times New Roman"/>
                <a:cs typeface="Times New Roman"/>
              </a:rPr>
              <a:t> </a:t>
            </a:r>
            <a:r>
              <a:rPr sz="1700" spc="-5" dirty="0">
                <a:latin typeface="Times New Roman"/>
                <a:cs typeface="Times New Roman"/>
              </a:rPr>
              <a:t>strobe</a:t>
            </a:r>
            <a:r>
              <a:rPr sz="1700" spc="-10"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a:t>
            </a:r>
            <a:r>
              <a:rPr sz="1700" spc="-7" dirty="0">
                <a:latin typeface="Times New Roman"/>
                <a:cs typeface="Times New Roman"/>
              </a:rPr>
              <a:t> </a:t>
            </a:r>
            <a:r>
              <a:rPr sz="1700" spc="-5" dirty="0">
                <a:latin typeface="Times New Roman"/>
                <a:cs typeface="Times New Roman"/>
              </a:rPr>
              <a:t>signa</a:t>
            </a:r>
            <a:r>
              <a:rPr sz="1700" spc="-2" dirty="0">
                <a:latin typeface="Times New Roman"/>
                <a:cs typeface="Times New Roman"/>
              </a:rPr>
              <a:t>l</a:t>
            </a:r>
            <a:r>
              <a:rPr sz="1700" spc="-5" dirty="0">
                <a:latin typeface="Times New Roman"/>
                <a:cs typeface="Times New Roman"/>
              </a:rPr>
              <a:t> </a:t>
            </a:r>
            <a:r>
              <a:rPr sz="1700" spc="-2" dirty="0">
                <a:latin typeface="Times New Roman"/>
                <a:cs typeface="Times New Roman"/>
              </a:rPr>
              <a:t>r</a:t>
            </a:r>
            <a:r>
              <a:rPr sz="1700" spc="-17" dirty="0">
                <a:latin typeface="Times New Roman"/>
                <a:cs typeface="Times New Roman"/>
              </a:rPr>
              <a:t>e</a:t>
            </a:r>
            <a:r>
              <a:rPr sz="1700" spc="-5" dirty="0">
                <a:latin typeface="Times New Roman"/>
                <a:cs typeface="Times New Roman"/>
              </a:rPr>
              <a:t>mains</a:t>
            </a:r>
            <a:r>
              <a:rPr sz="1700" spc="-7" dirty="0">
                <a:latin typeface="Times New Roman"/>
                <a:cs typeface="Times New Roman"/>
              </a:rPr>
              <a:t> </a:t>
            </a:r>
            <a:r>
              <a:rPr sz="1700" spc="-2" dirty="0">
                <a:latin typeface="Times New Roman"/>
                <a:cs typeface="Times New Roman"/>
              </a:rPr>
              <a:t>in</a:t>
            </a:r>
            <a:r>
              <a:rPr sz="1700" spc="-5" dirty="0">
                <a:latin typeface="Times New Roman"/>
                <a:cs typeface="Times New Roman"/>
              </a:rPr>
              <a:t> </a:t>
            </a:r>
            <a:r>
              <a:rPr sz="1700" spc="-2" dirty="0">
                <a:latin typeface="Times New Roman"/>
                <a:cs typeface="Times New Roman"/>
              </a:rPr>
              <a:t>the </a:t>
            </a:r>
            <a:r>
              <a:rPr sz="1700" spc="-7" dirty="0">
                <a:latin typeface="Times New Roman"/>
                <a:cs typeface="Times New Roman"/>
              </a:rPr>
              <a:t>ac</a:t>
            </a:r>
            <a:r>
              <a:rPr sz="1700" spc="-2" dirty="0">
                <a:latin typeface="Times New Roman"/>
                <a:cs typeface="Times New Roman"/>
              </a:rPr>
              <a:t>tive</a:t>
            </a:r>
            <a:r>
              <a:rPr sz="1700" dirty="0">
                <a:latin typeface="Times New Roman"/>
                <a:cs typeface="Times New Roman"/>
              </a:rPr>
              <a:t> </a:t>
            </a:r>
            <a:r>
              <a:rPr sz="1700" spc="-34" dirty="0">
                <a:latin typeface="Times New Roman"/>
                <a:cs typeface="Times New Roman"/>
              </a:rPr>
              <a:t> </a:t>
            </a:r>
            <a:r>
              <a:rPr sz="1700" spc="-5" dirty="0">
                <a:latin typeface="Times New Roman"/>
                <a:cs typeface="Times New Roman"/>
              </a:rPr>
              <a:t>state</a:t>
            </a:r>
            <a:r>
              <a:rPr sz="1700" dirty="0">
                <a:latin typeface="Times New Roman"/>
                <a:cs typeface="Times New Roman"/>
              </a:rPr>
              <a:t> </a:t>
            </a:r>
            <a:r>
              <a:rPr sz="1700" spc="-31" dirty="0">
                <a:latin typeface="Times New Roman"/>
                <a:cs typeface="Times New Roman"/>
              </a:rPr>
              <a:t> </a:t>
            </a:r>
            <a:r>
              <a:rPr sz="1700" dirty="0">
                <a:latin typeface="Times New Roman"/>
                <a:cs typeface="Times New Roman"/>
              </a:rPr>
              <a:t>for </a:t>
            </a:r>
            <a:r>
              <a:rPr sz="1700" spc="-34"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34" dirty="0">
                <a:latin typeface="Times New Roman"/>
                <a:cs typeface="Times New Roman"/>
              </a:rPr>
              <a:t> </a:t>
            </a:r>
            <a:r>
              <a:rPr sz="1700" spc="-2" dirty="0">
                <a:latin typeface="Times New Roman"/>
                <a:cs typeface="Times New Roman"/>
              </a:rPr>
              <a:t>suf</a:t>
            </a:r>
            <a:r>
              <a:rPr sz="1700" spc="-5" dirty="0">
                <a:latin typeface="Times New Roman"/>
                <a:cs typeface="Times New Roman"/>
              </a:rPr>
              <a:t>f</a:t>
            </a:r>
            <a:r>
              <a:rPr sz="1700" dirty="0">
                <a:latin typeface="Times New Roman"/>
                <a:cs typeface="Times New Roman"/>
              </a:rPr>
              <a:t>i</a:t>
            </a:r>
            <a:r>
              <a:rPr sz="1700" spc="-7" dirty="0">
                <a:latin typeface="Times New Roman"/>
                <a:cs typeface="Times New Roman"/>
              </a:rPr>
              <a:t>c</a:t>
            </a:r>
            <a:r>
              <a:rPr sz="1700" spc="-2" dirty="0">
                <a:latin typeface="Times New Roman"/>
                <a:cs typeface="Times New Roman"/>
              </a:rPr>
              <a:t>ient</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time</a:t>
            </a:r>
            <a:r>
              <a:rPr sz="1700" dirty="0">
                <a:latin typeface="Times New Roman"/>
                <a:cs typeface="Times New Roman"/>
              </a:rPr>
              <a:t> </a:t>
            </a:r>
            <a:r>
              <a:rPr sz="1700" spc="-31"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29" dirty="0">
                <a:latin typeface="Times New Roman"/>
                <a:cs typeface="Times New Roman"/>
              </a:rPr>
              <a:t> </a:t>
            </a:r>
            <a:r>
              <a:rPr sz="1700" spc="-7" dirty="0">
                <a:latin typeface="Times New Roman"/>
                <a:cs typeface="Times New Roman"/>
              </a:rPr>
              <a:t>a</a:t>
            </a:r>
            <a:r>
              <a:rPr sz="1700" spc="-2" dirty="0">
                <a:latin typeface="Times New Roman"/>
                <a:cs typeface="Times New Roman"/>
              </a:rPr>
              <a:t>ll</a:t>
            </a:r>
            <a:r>
              <a:rPr sz="1700" dirty="0">
                <a:latin typeface="Times New Roman"/>
                <a:cs typeface="Times New Roman"/>
              </a:rPr>
              <a:t>ow </a:t>
            </a:r>
            <a:r>
              <a:rPr sz="1700" spc="-31"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31" dirty="0">
                <a:latin typeface="Times New Roman"/>
                <a:cs typeface="Times New Roman"/>
              </a:rPr>
              <a:t> </a:t>
            </a:r>
            <a:r>
              <a:rPr sz="1700" spc="-7" dirty="0">
                <a:latin typeface="Times New Roman"/>
                <a:cs typeface="Times New Roman"/>
              </a:rPr>
              <a:t>d</a:t>
            </a:r>
            <a:r>
              <a:rPr sz="1700" spc="-5" dirty="0">
                <a:latin typeface="Times New Roman"/>
                <a:cs typeface="Times New Roman"/>
              </a:rPr>
              <a:t>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31" dirty="0">
                <a:latin typeface="Times New Roman"/>
                <a:cs typeface="Times New Roman"/>
              </a:rPr>
              <a:t> </a:t>
            </a:r>
            <a:r>
              <a:rPr sz="1700" spc="-2" dirty="0">
                <a:latin typeface="Times New Roman"/>
                <a:cs typeface="Times New Roman"/>
              </a:rPr>
              <a:t>unit</a:t>
            </a:r>
            <a:r>
              <a:rPr sz="1700" dirty="0">
                <a:latin typeface="Times New Roman"/>
                <a:cs typeface="Times New Roman"/>
              </a:rPr>
              <a:t> </a:t>
            </a:r>
            <a:r>
              <a:rPr sz="1700" spc="-29"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36"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ce</a:t>
            </a:r>
            <a:r>
              <a:rPr sz="1700" spc="-2" dirty="0">
                <a:latin typeface="Times New Roman"/>
                <a:cs typeface="Times New Roman"/>
              </a:rPr>
              <a:t>i</a:t>
            </a:r>
            <a:r>
              <a:rPr sz="1700" dirty="0">
                <a:latin typeface="Times New Roman"/>
                <a:cs typeface="Times New Roman"/>
              </a:rPr>
              <a:t>v</a:t>
            </a:r>
            <a:r>
              <a:rPr sz="1700" spc="-5" dirty="0">
                <a:latin typeface="Times New Roman"/>
                <a:cs typeface="Times New Roman"/>
              </a:rPr>
              <a:t>e</a:t>
            </a:r>
            <a:r>
              <a:rPr sz="1700" dirty="0">
                <a:latin typeface="Times New Roman"/>
                <a:cs typeface="Times New Roman"/>
              </a:rPr>
              <a:t> </a:t>
            </a:r>
            <a:r>
              <a:rPr sz="1700" spc="-17"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31"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 </a:t>
            </a:r>
            <a:endParaRPr lang="en-US" sz="1700" spc="-2" dirty="0">
              <a:latin typeface="Times New Roman"/>
              <a:cs typeface="Times New Roman"/>
            </a:endParaRPr>
          </a:p>
          <a:p>
            <a:pPr marL="115760" marR="2443" algn="just">
              <a:tabLst>
                <a:tab pos="929744" algn="l"/>
                <a:tab pos="1613613" algn="l"/>
                <a:tab pos="2476467" algn="l"/>
              </a:tabLst>
            </a:pPr>
            <a:r>
              <a:rPr sz="1700" spc="-5" dirty="0">
                <a:latin typeface="Times New Roman"/>
                <a:cs typeface="Times New Roman"/>
              </a:rPr>
              <a:t>The</a:t>
            </a:r>
            <a:r>
              <a:rPr sz="1700" spc="29"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34" dirty="0">
                <a:latin typeface="Times New Roman"/>
                <a:cs typeface="Times New Roman"/>
              </a:rPr>
              <a:t> </a:t>
            </a:r>
            <a:r>
              <a:rPr sz="1700" spc="-2" dirty="0">
                <a:latin typeface="Times New Roman"/>
                <a:cs typeface="Times New Roman"/>
              </a:rPr>
              <a:t>unit</a:t>
            </a:r>
            <a:r>
              <a:rPr sz="1700" spc="34"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s</a:t>
            </a:r>
            <a:r>
              <a:rPr sz="1700" spc="38" dirty="0">
                <a:latin typeface="Times New Roman"/>
                <a:cs typeface="Times New Roman"/>
              </a:rPr>
              <a:t> </a:t>
            </a:r>
            <a:r>
              <a:rPr sz="1700" spc="-5" dirty="0">
                <a:latin typeface="Times New Roman"/>
                <a:cs typeface="Times New Roman"/>
              </a:rPr>
              <a:t>a</a:t>
            </a:r>
            <a:r>
              <a:rPr sz="1700" spc="31" dirty="0">
                <a:latin typeface="Times New Roman"/>
                <a:cs typeface="Times New Roman"/>
              </a:rPr>
              <a:t> </a:t>
            </a:r>
            <a:r>
              <a:rPr sz="1700" spc="-2" dirty="0">
                <a:latin typeface="Times New Roman"/>
                <a:cs typeface="Times New Roman"/>
              </a:rPr>
              <a:t>f</a:t>
            </a:r>
            <a:r>
              <a:rPr sz="1700" spc="-10" dirty="0">
                <a:latin typeface="Times New Roman"/>
                <a:cs typeface="Times New Roman"/>
              </a:rPr>
              <a:t>a</a:t>
            </a:r>
            <a:r>
              <a:rPr sz="1700" spc="-2" dirty="0">
                <a:latin typeface="Times New Roman"/>
                <a:cs typeface="Times New Roman"/>
              </a:rPr>
              <a:t>lling</a:t>
            </a:r>
            <a:r>
              <a:rPr sz="1700" spc="34" dirty="0">
                <a:latin typeface="Times New Roman"/>
                <a:cs typeface="Times New Roman"/>
              </a:rPr>
              <a:t> </a:t>
            </a:r>
            <a:r>
              <a:rPr sz="1700" spc="-7" dirty="0">
                <a:latin typeface="Times New Roman"/>
                <a:cs typeface="Times New Roman"/>
              </a:rPr>
              <a:t>e</a:t>
            </a:r>
            <a:r>
              <a:rPr sz="1700" dirty="0">
                <a:latin typeface="Times New Roman"/>
                <a:cs typeface="Times New Roman"/>
              </a:rPr>
              <a:t>d</a:t>
            </a:r>
            <a:r>
              <a:rPr sz="1700" spc="5" dirty="0">
                <a:latin typeface="Times New Roman"/>
                <a:cs typeface="Times New Roman"/>
              </a:rPr>
              <a:t>g</a:t>
            </a:r>
            <a:r>
              <a:rPr sz="1700" spc="-5" dirty="0">
                <a:latin typeface="Times New Roman"/>
                <a:cs typeface="Times New Roman"/>
              </a:rPr>
              <a:t>e</a:t>
            </a:r>
            <a:r>
              <a:rPr sz="1700" spc="31" dirty="0">
                <a:latin typeface="Times New Roman"/>
                <a:cs typeface="Times New Roman"/>
              </a:rPr>
              <a:t> </a:t>
            </a:r>
            <a:r>
              <a:rPr sz="1700" dirty="0">
                <a:latin typeface="Times New Roman"/>
                <a:cs typeface="Times New Roman"/>
              </a:rPr>
              <a:t>of</a:t>
            </a:r>
            <a:r>
              <a:rPr sz="1700" spc="31" dirty="0">
                <a:latin typeface="Times New Roman"/>
                <a:cs typeface="Times New Roman"/>
              </a:rPr>
              <a:t> </a:t>
            </a:r>
            <a:r>
              <a:rPr sz="1700" spc="-2" dirty="0">
                <a:latin typeface="Times New Roman"/>
                <a:cs typeface="Times New Roman"/>
              </a:rPr>
              <a:t>stro</a:t>
            </a:r>
            <a:r>
              <a:rPr sz="1700" spc="5" dirty="0">
                <a:latin typeface="Times New Roman"/>
                <a:cs typeface="Times New Roman"/>
              </a:rPr>
              <a:t>b</a:t>
            </a:r>
            <a:r>
              <a:rPr sz="1700" spc="-5" dirty="0">
                <a:latin typeface="Times New Roman"/>
                <a:cs typeface="Times New Roman"/>
              </a:rPr>
              <a:t>e</a:t>
            </a:r>
            <a:r>
              <a:rPr sz="1700" spc="36"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a:t>
            </a:r>
            <a:r>
              <a:rPr sz="1700" spc="34" dirty="0">
                <a:latin typeface="Times New Roman"/>
                <a:cs typeface="Times New Roman"/>
              </a:rPr>
              <a:t> </a:t>
            </a:r>
            <a:r>
              <a:rPr sz="1700" spc="-2" dirty="0">
                <a:latin typeface="Times New Roman"/>
                <a:cs typeface="Times New Roman"/>
              </a:rPr>
              <a:t>to</a:t>
            </a:r>
            <a:r>
              <a:rPr sz="1700" spc="34"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nsfer</a:t>
            </a:r>
            <a:r>
              <a:rPr sz="1700" spc="31"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7" dirty="0">
                <a:latin typeface="Times New Roman"/>
                <a:cs typeface="Times New Roman"/>
              </a:rPr>
              <a:t>c</a:t>
            </a:r>
            <a:r>
              <a:rPr sz="1700" spc="5" dirty="0">
                <a:latin typeface="Times New Roman"/>
                <a:cs typeface="Times New Roman"/>
              </a:rPr>
              <a:t>o</a:t>
            </a:r>
            <a:r>
              <a:rPr sz="1700" spc="-2" dirty="0">
                <a:latin typeface="Times New Roman"/>
                <a:cs typeface="Times New Roman"/>
              </a:rPr>
              <a:t>ntents</a:t>
            </a:r>
            <a:r>
              <a:rPr sz="1700" spc="34" dirty="0">
                <a:latin typeface="Times New Roman"/>
                <a:cs typeface="Times New Roman"/>
              </a:rPr>
              <a:t> </a:t>
            </a:r>
            <a:r>
              <a:rPr sz="1700" dirty="0">
                <a:latin typeface="Times New Roman"/>
                <a:cs typeface="Times New Roman"/>
              </a:rPr>
              <a:t>of</a:t>
            </a:r>
            <a:r>
              <a:rPr sz="1700" spc="31"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2" dirty="0">
                <a:latin typeface="Times New Roman"/>
                <a:cs typeface="Times New Roman"/>
              </a:rPr>
              <a:t> </a:t>
            </a:r>
            <a:r>
              <a:rPr sz="1700" dirty="0">
                <a:latin typeface="Times New Roman"/>
                <a:cs typeface="Times New Roman"/>
              </a:rPr>
              <a:t>bus</a:t>
            </a:r>
            <a:r>
              <a:rPr sz="1700" spc="5" dirty="0">
                <a:latin typeface="Times New Roman"/>
                <a:cs typeface="Times New Roman"/>
              </a:rPr>
              <a:t> </a:t>
            </a:r>
            <a:r>
              <a:rPr sz="1700" spc="-2" dirty="0">
                <a:latin typeface="Times New Roman"/>
                <a:cs typeface="Times New Roman"/>
              </a:rPr>
              <a:t>to</a:t>
            </a:r>
            <a:r>
              <a:rPr sz="1700" spc="5" dirty="0">
                <a:latin typeface="Times New Roman"/>
                <a:cs typeface="Times New Roman"/>
              </a:rPr>
              <a:t> </a:t>
            </a:r>
            <a:r>
              <a:rPr sz="1700" spc="-5" dirty="0">
                <a:latin typeface="Times New Roman"/>
                <a:cs typeface="Times New Roman"/>
              </a:rPr>
              <a:t>one</a:t>
            </a:r>
            <a:r>
              <a:rPr sz="1700" spc="7" dirty="0">
                <a:latin typeface="Times New Roman"/>
                <a:cs typeface="Times New Roman"/>
              </a:rPr>
              <a:t> </a:t>
            </a:r>
            <a:r>
              <a:rPr sz="1700" dirty="0">
                <a:latin typeface="Times New Roman"/>
                <a:cs typeface="Times New Roman"/>
              </a:rPr>
              <a:t>of</a:t>
            </a:r>
            <a:r>
              <a:rPr sz="1700" spc="2" dirty="0">
                <a:latin typeface="Times New Roman"/>
                <a:cs typeface="Times New Roman"/>
              </a:rPr>
              <a:t> </a:t>
            </a:r>
            <a:r>
              <a:rPr sz="1700" spc="-2" dirty="0">
                <a:latin typeface="Times New Roman"/>
                <a:cs typeface="Times New Roman"/>
              </a:rPr>
              <a:t>it</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intern</a:t>
            </a:r>
            <a:r>
              <a:rPr sz="1700" spc="-10" dirty="0">
                <a:latin typeface="Times New Roman"/>
                <a:cs typeface="Times New Roman"/>
              </a:rPr>
              <a:t>a</a:t>
            </a:r>
            <a:r>
              <a:rPr sz="1700" spc="-2" dirty="0">
                <a:latin typeface="Times New Roman"/>
                <a:cs typeface="Times New Roman"/>
              </a:rPr>
              <a:t>l</a:t>
            </a:r>
            <a:r>
              <a:rPr sz="1700" spc="5"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gis</a:t>
            </a:r>
            <a:r>
              <a:rPr sz="1700" dirty="0">
                <a:latin typeface="Times New Roman"/>
                <a:cs typeface="Times New Roman"/>
              </a:rPr>
              <a:t>ters.</a:t>
            </a:r>
            <a:endParaRPr lang="en-US" sz="1700" spc="2" dirty="0">
              <a:latin typeface="Times New Roman"/>
              <a:cs typeface="Times New Roman"/>
            </a:endParaRPr>
          </a:p>
          <a:p>
            <a:pPr marL="115760" marR="2443" algn="just">
              <a:tabLst>
                <a:tab pos="929744" algn="l"/>
                <a:tab pos="1613613" algn="l"/>
                <a:tab pos="2476467" algn="l"/>
              </a:tabLst>
            </a:pPr>
            <a:r>
              <a:rPr sz="1700" spc="-5" dirty="0">
                <a:latin typeface="Times New Roman"/>
                <a:cs typeface="Times New Roman"/>
              </a:rPr>
              <a:t>The</a:t>
            </a:r>
            <a:r>
              <a:rPr sz="1700" spc="7" dirty="0">
                <a:latin typeface="Times New Roman"/>
                <a:cs typeface="Times New Roman"/>
              </a:rPr>
              <a:t> </a:t>
            </a:r>
            <a:r>
              <a:rPr sz="1700" spc="-2" dirty="0">
                <a:latin typeface="Times New Roman"/>
                <a:cs typeface="Times New Roman"/>
              </a:rPr>
              <a:t>sour</a:t>
            </a:r>
            <a:r>
              <a:rPr sz="1700" dirty="0">
                <a:latin typeface="Times New Roman"/>
                <a:cs typeface="Times New Roman"/>
              </a:rPr>
              <a:t>c</a:t>
            </a:r>
            <a:r>
              <a:rPr sz="1700" spc="-5" dirty="0">
                <a:latin typeface="Times New Roman"/>
                <a:cs typeface="Times New Roman"/>
              </a:rPr>
              <a:t>e</a:t>
            </a:r>
            <a:r>
              <a:rPr sz="1700" spc="7"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moves</a:t>
            </a:r>
            <a:r>
              <a:rPr sz="1700" spc="2"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7"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5" dirty="0">
                <a:latin typeface="Times New Roman"/>
                <a:cs typeface="Times New Roman"/>
              </a:rPr>
              <a:t> </a:t>
            </a:r>
            <a:r>
              <a:rPr sz="1700" dirty="0">
                <a:latin typeface="Times New Roman"/>
                <a:cs typeface="Times New Roman"/>
              </a:rPr>
              <a:t>t</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2" dirty="0">
                <a:latin typeface="Times New Roman"/>
                <a:cs typeface="Times New Roman"/>
              </a:rPr>
              <a:t> </a:t>
            </a:r>
            <a:r>
              <a:rPr sz="1700" spc="5" dirty="0">
                <a:latin typeface="Times New Roman"/>
                <a:cs typeface="Times New Roman"/>
              </a:rPr>
              <a:t>b</a:t>
            </a:r>
            <a:r>
              <a:rPr sz="1700" dirty="0">
                <a:latin typeface="Times New Roman"/>
                <a:cs typeface="Times New Roman"/>
              </a:rPr>
              <a:t>us </a:t>
            </a:r>
            <a:r>
              <a:rPr sz="1700" spc="-7" dirty="0">
                <a:latin typeface="Times New Roman"/>
                <a:cs typeface="Times New Roman"/>
              </a:rPr>
              <a:t>a</a:t>
            </a:r>
            <a:r>
              <a:rPr sz="1700" spc="-2" dirty="0">
                <a:latin typeface="Times New Roman"/>
                <a:cs typeface="Times New Roman"/>
              </a:rPr>
              <a:t>ft</a:t>
            </a:r>
            <a:r>
              <a:rPr sz="1700" spc="-10" dirty="0">
                <a:latin typeface="Times New Roman"/>
                <a:cs typeface="Times New Roman"/>
              </a:rPr>
              <a:t>e</a:t>
            </a:r>
            <a:r>
              <a:rPr sz="1700" dirty="0">
                <a:latin typeface="Times New Roman"/>
                <a:cs typeface="Times New Roman"/>
              </a:rPr>
              <a:t>r</a:t>
            </a:r>
            <a:r>
              <a:rPr sz="1700" spc="36" dirty="0">
                <a:latin typeface="Times New Roman"/>
                <a:cs typeface="Times New Roman"/>
              </a:rPr>
              <a:t> </a:t>
            </a:r>
            <a:r>
              <a:rPr sz="1700" spc="-2" dirty="0">
                <a:latin typeface="Times New Roman"/>
                <a:cs typeface="Times New Roman"/>
              </a:rPr>
              <a:t>it</a:t>
            </a:r>
            <a:r>
              <a:rPr sz="1700" spc="41" dirty="0">
                <a:latin typeface="Times New Roman"/>
                <a:cs typeface="Times New Roman"/>
              </a:rPr>
              <a:t> </a:t>
            </a:r>
            <a:r>
              <a:rPr sz="1700" spc="-2" dirty="0">
                <a:latin typeface="Times New Roman"/>
                <a:cs typeface="Times New Roman"/>
              </a:rPr>
              <a:t>disabl</a:t>
            </a:r>
            <a:r>
              <a:rPr sz="1700" spc="-7" dirty="0">
                <a:latin typeface="Times New Roman"/>
                <a:cs typeface="Times New Roman"/>
              </a:rPr>
              <a:t>e</a:t>
            </a:r>
            <a:r>
              <a:rPr sz="1700" dirty="0">
                <a:latin typeface="Times New Roman"/>
                <a:cs typeface="Times New Roman"/>
              </a:rPr>
              <a:t>s</a:t>
            </a:r>
            <a:r>
              <a:rPr sz="1700" spc="38" dirty="0">
                <a:latin typeface="Times New Roman"/>
                <a:cs typeface="Times New Roman"/>
              </a:rPr>
              <a:t> </a:t>
            </a:r>
            <a:r>
              <a:rPr sz="1700" spc="-2" dirty="0">
                <a:latin typeface="Times New Roman"/>
                <a:cs typeface="Times New Roman"/>
              </a:rPr>
              <a:t>it</a:t>
            </a:r>
            <a:r>
              <a:rPr sz="1700" dirty="0">
                <a:latin typeface="Times New Roman"/>
                <a:cs typeface="Times New Roman"/>
              </a:rPr>
              <a:t>s</a:t>
            </a:r>
            <a:r>
              <a:rPr sz="1700" spc="34" dirty="0">
                <a:latin typeface="Times New Roman"/>
                <a:cs typeface="Times New Roman"/>
              </a:rPr>
              <a:t> </a:t>
            </a:r>
            <a:r>
              <a:rPr sz="1700" spc="-5" dirty="0">
                <a:latin typeface="Times New Roman"/>
                <a:cs typeface="Times New Roman"/>
              </a:rPr>
              <a:t>strobe</a:t>
            </a:r>
            <a:r>
              <a:rPr sz="1700" spc="36" dirty="0">
                <a:latin typeface="Times New Roman"/>
                <a:cs typeface="Times New Roman"/>
              </a:rPr>
              <a:t> </a:t>
            </a:r>
            <a:r>
              <a:rPr sz="1700" spc="-2" dirty="0">
                <a:latin typeface="Times New Roman"/>
                <a:cs typeface="Times New Roman"/>
              </a:rPr>
              <a:t>pulse.</a:t>
            </a:r>
            <a:r>
              <a:rPr sz="1700" spc="38" dirty="0">
                <a:latin typeface="Times New Roman"/>
                <a:cs typeface="Times New Roman"/>
              </a:rPr>
              <a:t> </a:t>
            </a:r>
            <a:r>
              <a:rPr sz="1700" dirty="0">
                <a:latin typeface="Times New Roman"/>
                <a:cs typeface="Times New Roman"/>
              </a:rPr>
              <a:t>Thus,</a:t>
            </a:r>
            <a:r>
              <a:rPr sz="1700" spc="38" dirty="0">
                <a:latin typeface="Times New Roman"/>
                <a:cs typeface="Times New Roman"/>
              </a:rPr>
              <a:t> </a:t>
            </a:r>
            <a:r>
              <a:rPr sz="1700" spc="-5" dirty="0">
                <a:latin typeface="Times New Roman"/>
                <a:cs typeface="Times New Roman"/>
              </a:rPr>
              <a:t>n</a:t>
            </a:r>
            <a:r>
              <a:rPr sz="1700" spc="-7" dirty="0">
                <a:latin typeface="Times New Roman"/>
                <a:cs typeface="Times New Roman"/>
              </a:rPr>
              <a:t>e</a:t>
            </a:r>
            <a:r>
              <a:rPr sz="1700" dirty="0">
                <a:latin typeface="Times New Roman"/>
                <a:cs typeface="Times New Roman"/>
              </a:rPr>
              <a:t>w</a:t>
            </a:r>
            <a:r>
              <a:rPr sz="1700" spc="38"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li</a:t>
            </a:r>
            <a:r>
              <a:rPr sz="1700" dirty="0">
                <a:latin typeface="Times New Roman"/>
                <a:cs typeface="Times New Roman"/>
              </a:rPr>
              <a:t>d</a:t>
            </a:r>
            <a:r>
              <a:rPr sz="1700" spc="3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38" dirty="0">
                <a:latin typeface="Times New Roman"/>
                <a:cs typeface="Times New Roman"/>
              </a:rPr>
              <a:t> </a:t>
            </a:r>
            <a:r>
              <a:rPr sz="1700" spc="-7" dirty="0">
                <a:latin typeface="Times New Roman"/>
                <a:cs typeface="Times New Roman"/>
              </a:rPr>
              <a:t>wil</a:t>
            </a:r>
            <a:r>
              <a:rPr sz="1700" spc="-2" dirty="0">
                <a:latin typeface="Times New Roman"/>
                <a:cs typeface="Times New Roman"/>
              </a:rPr>
              <a:t>l</a:t>
            </a:r>
            <a:r>
              <a:rPr sz="1700" spc="41" dirty="0">
                <a:latin typeface="Times New Roman"/>
                <a:cs typeface="Times New Roman"/>
              </a:rPr>
              <a:t> </a:t>
            </a:r>
            <a:r>
              <a:rPr sz="1700" spc="-5" dirty="0">
                <a:latin typeface="Times New Roman"/>
                <a:cs typeface="Times New Roman"/>
              </a:rPr>
              <a:t>be</a:t>
            </a:r>
            <a:r>
              <a:rPr sz="1700" spc="36" dirty="0">
                <a:latin typeface="Times New Roman"/>
                <a:cs typeface="Times New Roman"/>
              </a:rPr>
              <a:t> </a:t>
            </a:r>
            <a:r>
              <a:rPr sz="1700" spc="-7" dirty="0">
                <a:latin typeface="Times New Roman"/>
                <a:cs typeface="Times New Roman"/>
              </a:rPr>
              <a:t>a</a:t>
            </a:r>
            <a:r>
              <a:rPr sz="1700" spc="12" dirty="0">
                <a:latin typeface="Times New Roman"/>
                <a:cs typeface="Times New Roman"/>
              </a:rPr>
              <a:t>v</a:t>
            </a:r>
            <a:r>
              <a:rPr sz="1700" spc="-7" dirty="0">
                <a:latin typeface="Times New Roman"/>
                <a:cs typeface="Times New Roman"/>
              </a:rPr>
              <a:t>a</a:t>
            </a:r>
            <a:r>
              <a:rPr sz="1700" spc="-2" dirty="0">
                <a:latin typeface="Times New Roman"/>
                <a:cs typeface="Times New Roman"/>
              </a:rPr>
              <a:t>il</a:t>
            </a:r>
            <a:r>
              <a:rPr sz="1700" spc="-7" dirty="0">
                <a:latin typeface="Times New Roman"/>
                <a:cs typeface="Times New Roman"/>
              </a:rPr>
              <a:t>a</a:t>
            </a:r>
            <a:r>
              <a:rPr sz="1700" spc="-2" dirty="0">
                <a:latin typeface="Times New Roman"/>
                <a:cs typeface="Times New Roman"/>
              </a:rPr>
              <a:t>ble</a:t>
            </a:r>
            <a:r>
              <a:rPr sz="1700" spc="38" dirty="0">
                <a:latin typeface="Times New Roman"/>
                <a:cs typeface="Times New Roman"/>
              </a:rPr>
              <a:t> </a:t>
            </a:r>
            <a:r>
              <a:rPr sz="1700" spc="-7" dirty="0">
                <a:latin typeface="Times New Roman"/>
                <a:cs typeface="Times New Roman"/>
              </a:rPr>
              <a:t>o</a:t>
            </a:r>
            <a:r>
              <a:rPr sz="1700" spc="-5" dirty="0">
                <a:latin typeface="Times New Roman"/>
                <a:cs typeface="Times New Roman"/>
              </a:rPr>
              <a:t>nly</a:t>
            </a:r>
            <a:r>
              <a:rPr sz="1700" spc="41" dirty="0">
                <a:latin typeface="Times New Roman"/>
                <a:cs typeface="Times New Roman"/>
              </a:rPr>
              <a:t> </a:t>
            </a:r>
            <a:r>
              <a:rPr sz="1700" spc="-7" dirty="0">
                <a:latin typeface="Times New Roman"/>
                <a:cs typeface="Times New Roman"/>
              </a:rPr>
              <a:t>a</a:t>
            </a:r>
            <a:r>
              <a:rPr sz="1700" spc="-2" dirty="0">
                <a:latin typeface="Times New Roman"/>
                <a:cs typeface="Times New Roman"/>
              </a:rPr>
              <a:t>ft</a:t>
            </a:r>
            <a:r>
              <a:rPr sz="1700" spc="-10" dirty="0">
                <a:latin typeface="Times New Roman"/>
                <a:cs typeface="Times New Roman"/>
              </a:rPr>
              <a:t>e</a:t>
            </a:r>
            <a:r>
              <a:rPr sz="1700" dirty="0">
                <a:latin typeface="Times New Roman"/>
                <a:cs typeface="Times New Roman"/>
              </a:rPr>
              <a:t>r</a:t>
            </a:r>
            <a:r>
              <a:rPr sz="1700" spc="36" dirty="0">
                <a:latin typeface="Times New Roman"/>
                <a:cs typeface="Times New Roman"/>
              </a:rPr>
              <a:t> </a:t>
            </a:r>
            <a:r>
              <a:rPr sz="1700" spc="-2" dirty="0">
                <a:latin typeface="Times New Roman"/>
                <a:cs typeface="Times New Roman"/>
              </a:rPr>
              <a:t>the </a:t>
            </a:r>
            <a:r>
              <a:rPr sz="1700" spc="-5" dirty="0">
                <a:latin typeface="Times New Roman"/>
                <a:cs typeface="Times New Roman"/>
              </a:rPr>
              <a:t>strobe</a:t>
            </a:r>
            <a:r>
              <a:rPr sz="1700" dirty="0">
                <a:latin typeface="Times New Roman"/>
                <a:cs typeface="Times New Roman"/>
              </a:rPr>
              <a:t>	</a:t>
            </a:r>
            <a:r>
              <a:rPr sz="1700" spc="-2" dirty="0">
                <a:latin typeface="Times New Roman"/>
                <a:cs typeface="Times New Roman"/>
              </a:rPr>
              <a:t>is</a:t>
            </a:r>
            <a:r>
              <a:rPr sz="1700" dirty="0">
                <a:latin typeface="Times New Roman"/>
                <a:cs typeface="Times New Roman"/>
              </a:rPr>
              <a:t>	</a:t>
            </a:r>
            <a:r>
              <a:rPr sz="1700" spc="-7" dirty="0">
                <a:latin typeface="Times New Roman"/>
                <a:cs typeface="Times New Roman"/>
              </a:rPr>
              <a:t>e</a:t>
            </a:r>
            <a:r>
              <a:rPr sz="1700" spc="-5" dirty="0">
                <a:latin typeface="Times New Roman"/>
                <a:cs typeface="Times New Roman"/>
              </a:rPr>
              <a:t>n</a:t>
            </a:r>
            <a:r>
              <a:rPr sz="1700" spc="-2" dirty="0">
                <a:latin typeface="Times New Roman"/>
                <a:cs typeface="Times New Roman"/>
              </a:rPr>
              <a:t>a</a:t>
            </a:r>
            <a:r>
              <a:rPr sz="1700" spc="-5" dirty="0">
                <a:latin typeface="Times New Roman"/>
                <a:cs typeface="Times New Roman"/>
              </a:rPr>
              <a:t>bled</a:t>
            </a:r>
            <a:r>
              <a:rPr lang="en-US" sz="1700" spc="-5" dirty="0">
                <a:latin typeface="Times New Roman"/>
                <a:cs typeface="Times New Roman"/>
              </a:rPr>
              <a:t> </a:t>
            </a:r>
            <a:r>
              <a:rPr sz="1700" spc="-7" dirty="0">
                <a:latin typeface="Times New Roman"/>
                <a:cs typeface="Times New Roman"/>
              </a:rPr>
              <a:t>a</a:t>
            </a:r>
            <a:r>
              <a:rPr sz="1700" spc="-5" dirty="0">
                <a:latin typeface="Times New Roman"/>
                <a:cs typeface="Times New Roman"/>
              </a:rPr>
              <a:t>g</a:t>
            </a:r>
            <a:r>
              <a:rPr sz="1700" spc="-2" dirty="0">
                <a:latin typeface="Times New Roman"/>
                <a:cs typeface="Times New Roman"/>
              </a:rPr>
              <a:t>ain.</a:t>
            </a:r>
            <a:endParaRPr lang="en-US" sz="1700" spc="-2" dirty="0">
              <a:latin typeface="Times New Roman"/>
              <a:cs typeface="Times New Roman"/>
            </a:endParaRPr>
          </a:p>
          <a:p>
            <a:pPr marL="115760" marR="2443" algn="just">
              <a:tabLst>
                <a:tab pos="929744" algn="l"/>
                <a:tab pos="1613613" algn="l"/>
                <a:tab pos="2476467" algn="l"/>
              </a:tabLst>
            </a:pPr>
            <a:r>
              <a:rPr sz="1700" spc="-10" dirty="0">
                <a:latin typeface="Times New Roman"/>
                <a:cs typeface="Times New Roman"/>
              </a:rPr>
              <a:t>I</a:t>
            </a:r>
            <a:r>
              <a:rPr sz="1700" dirty="0">
                <a:latin typeface="Times New Roman"/>
                <a:cs typeface="Times New Roman"/>
              </a:rPr>
              <a:t>n </a:t>
            </a:r>
            <a:r>
              <a:rPr sz="1700" spc="-48" dirty="0">
                <a:latin typeface="Times New Roman"/>
                <a:cs typeface="Times New Roman"/>
              </a:rPr>
              <a:t> </a:t>
            </a:r>
            <a:r>
              <a:rPr sz="1700" spc="-2" dirty="0">
                <a:latin typeface="Times New Roman"/>
                <a:cs typeface="Times New Roman"/>
              </a:rPr>
              <a:t>thi</a:t>
            </a:r>
            <a:r>
              <a:rPr sz="1700" dirty="0">
                <a:latin typeface="Times New Roman"/>
                <a:cs typeface="Times New Roman"/>
              </a:rPr>
              <a:t>s </a:t>
            </a:r>
            <a:r>
              <a:rPr sz="1700" spc="-48"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spc="-2" dirty="0">
                <a:latin typeface="Times New Roman"/>
                <a:cs typeface="Times New Roman"/>
              </a:rPr>
              <a:t>se</a:t>
            </a:r>
            <a:r>
              <a:rPr sz="1700" dirty="0">
                <a:latin typeface="Times New Roman"/>
                <a:cs typeface="Times New Roman"/>
              </a:rPr>
              <a:t>, </a:t>
            </a:r>
            <a:r>
              <a:rPr sz="1700" spc="-48"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8" dirty="0">
                <a:latin typeface="Times New Roman"/>
                <a:cs typeface="Times New Roman"/>
              </a:rPr>
              <a:t> </a:t>
            </a:r>
            <a:r>
              <a:rPr sz="1700" spc="-2" dirty="0">
                <a:latin typeface="Times New Roman"/>
                <a:cs typeface="Times New Roman"/>
              </a:rPr>
              <a:t>stro</a:t>
            </a:r>
            <a:r>
              <a:rPr sz="1700" spc="5" dirty="0">
                <a:latin typeface="Times New Roman"/>
                <a:cs typeface="Times New Roman"/>
              </a:rPr>
              <a:t>b</a:t>
            </a:r>
            <a:r>
              <a:rPr sz="1700" spc="-5" dirty="0">
                <a:latin typeface="Times New Roman"/>
                <a:cs typeface="Times New Roman"/>
              </a:rPr>
              <a:t>e</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may</a:t>
            </a:r>
            <a:r>
              <a:rPr sz="1700" dirty="0">
                <a:latin typeface="Times New Roman"/>
                <a:cs typeface="Times New Roman"/>
              </a:rPr>
              <a:t> </a:t>
            </a:r>
            <a:r>
              <a:rPr sz="1700" spc="-48" dirty="0">
                <a:latin typeface="Times New Roman"/>
                <a:cs typeface="Times New Roman"/>
              </a:rPr>
              <a:t> </a:t>
            </a:r>
            <a:r>
              <a:rPr sz="1700" spc="-5" dirty="0">
                <a:latin typeface="Times New Roman"/>
                <a:cs typeface="Times New Roman"/>
              </a:rPr>
              <a:t>be</a:t>
            </a:r>
            <a:r>
              <a:rPr sz="1700" dirty="0">
                <a:latin typeface="Times New Roman"/>
                <a:cs typeface="Times New Roman"/>
              </a:rPr>
              <a:t> </a:t>
            </a:r>
            <a:r>
              <a:rPr sz="1700" spc="-51"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51" dirty="0">
                <a:latin typeface="Times New Roman"/>
                <a:cs typeface="Times New Roman"/>
              </a:rPr>
              <a:t> </a:t>
            </a:r>
            <a:r>
              <a:rPr sz="1700" spc="-5" dirty="0">
                <a:latin typeface="Times New Roman"/>
                <a:cs typeface="Times New Roman"/>
              </a:rPr>
              <a:t>memor</a:t>
            </a:r>
            <a:r>
              <a:rPr sz="1700" spc="14" dirty="0">
                <a:latin typeface="Times New Roman"/>
                <a:cs typeface="Times New Roman"/>
              </a:rPr>
              <a:t>y</a:t>
            </a:r>
            <a:r>
              <a:rPr sz="1700" spc="-2" dirty="0">
                <a:latin typeface="Times New Roman"/>
                <a:cs typeface="Times New Roman"/>
              </a:rPr>
              <a:t>-w</a:t>
            </a:r>
            <a:r>
              <a:rPr sz="1700" spc="-5" dirty="0">
                <a:latin typeface="Times New Roman"/>
                <a:cs typeface="Times New Roman"/>
              </a:rPr>
              <a:t>r</a:t>
            </a:r>
            <a:r>
              <a:rPr sz="1700" spc="-2" dirty="0">
                <a:latin typeface="Times New Roman"/>
                <a:cs typeface="Times New Roman"/>
              </a:rPr>
              <a:t>ite</a:t>
            </a:r>
            <a:r>
              <a:rPr sz="1700" dirty="0">
                <a:latin typeface="Times New Roman"/>
                <a:cs typeface="Times New Roman"/>
              </a:rPr>
              <a:t> </a:t>
            </a:r>
            <a:r>
              <a:rPr sz="1700" spc="-46"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a:t>
            </a:r>
            <a:r>
              <a:rPr sz="1700" dirty="0">
                <a:latin typeface="Times New Roman"/>
                <a:cs typeface="Times New Roman"/>
              </a:rPr>
              <a:t> </a:t>
            </a:r>
            <a:r>
              <a:rPr sz="1700" spc="-48" dirty="0">
                <a:latin typeface="Times New Roman"/>
                <a:cs typeface="Times New Roman"/>
              </a:rPr>
              <a:t> </a:t>
            </a:r>
            <a:r>
              <a:rPr sz="1700" spc="-5" dirty="0">
                <a:latin typeface="Times New Roman"/>
                <a:cs typeface="Times New Roman"/>
              </a:rPr>
              <a:t>signa</a:t>
            </a:r>
            <a:r>
              <a:rPr sz="1700" spc="-2" dirty="0">
                <a:latin typeface="Times New Roman"/>
                <a:cs typeface="Times New Roman"/>
              </a:rPr>
              <a:t>l</a:t>
            </a:r>
            <a:r>
              <a:rPr sz="1700" dirty="0">
                <a:latin typeface="Times New Roman"/>
                <a:cs typeface="Times New Roman"/>
              </a:rPr>
              <a:t> </a:t>
            </a:r>
            <a:r>
              <a:rPr sz="1700" spc="-46"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dirty="0">
                <a:latin typeface="Times New Roman"/>
                <a:cs typeface="Times New Roman"/>
              </a:rPr>
              <a:t> </a:t>
            </a:r>
            <a:r>
              <a:rPr sz="1700" spc="-46"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C</a:t>
            </a:r>
            <a:r>
              <a:rPr sz="1700" dirty="0">
                <a:latin typeface="Times New Roman"/>
                <a:cs typeface="Times New Roman"/>
              </a:rPr>
              <a:t>PU </a:t>
            </a:r>
            <a:r>
              <a:rPr sz="1700" spc="-48"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46" dirty="0">
                <a:latin typeface="Times New Roman"/>
                <a:cs typeface="Times New Roman"/>
              </a:rPr>
              <a:t> </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0" dirty="0">
                <a:latin typeface="Times New Roman"/>
                <a:cs typeface="Times New Roman"/>
              </a:rPr>
              <a:t> </a:t>
            </a:r>
            <a:r>
              <a:rPr sz="1700" spc="-2" dirty="0">
                <a:latin typeface="Times New Roman"/>
                <a:cs typeface="Times New Roman"/>
              </a:rPr>
              <a:t>unit</a:t>
            </a:r>
            <a:r>
              <a:rPr sz="1700" dirty="0">
                <a:latin typeface="Times New Roman"/>
                <a:cs typeface="Times New Roman"/>
              </a:rPr>
              <a:t>.</a:t>
            </a:r>
            <a:r>
              <a:rPr sz="1700" spc="10" dirty="0">
                <a:latin typeface="Times New Roman"/>
                <a:cs typeface="Times New Roman"/>
              </a:rPr>
              <a:t> </a:t>
            </a:r>
            <a:r>
              <a:rPr sz="1700" spc="-5" dirty="0">
                <a:latin typeface="Times New Roman"/>
                <a:cs typeface="Times New Roman"/>
              </a:rPr>
              <a:t>The</a:t>
            </a:r>
            <a:r>
              <a:rPr sz="1700" spc="7" dirty="0">
                <a:latin typeface="Times New Roman"/>
                <a:cs typeface="Times New Roman"/>
              </a:rPr>
              <a:t> </a:t>
            </a:r>
            <a:r>
              <a:rPr sz="1700" spc="-5" dirty="0">
                <a:latin typeface="Times New Roman"/>
                <a:cs typeface="Times New Roman"/>
              </a:rPr>
              <a:t>C</a:t>
            </a:r>
            <a:r>
              <a:rPr sz="1700" dirty="0">
                <a:latin typeface="Times New Roman"/>
                <a:cs typeface="Times New Roman"/>
              </a:rPr>
              <a:t>PU</a:t>
            </a:r>
            <a:r>
              <a:rPr sz="1700" spc="10" dirty="0">
                <a:latin typeface="Times New Roman"/>
                <a:cs typeface="Times New Roman"/>
              </a:rPr>
              <a:t> </a:t>
            </a:r>
            <a:r>
              <a:rPr sz="1700" spc="-7" dirty="0">
                <a:latin typeface="Times New Roman"/>
                <a:cs typeface="Times New Roman"/>
              </a:rPr>
              <a:t>p</a:t>
            </a:r>
            <a:r>
              <a:rPr sz="1700" spc="-2" dirty="0">
                <a:latin typeface="Times New Roman"/>
                <a:cs typeface="Times New Roman"/>
              </a:rPr>
              <a:t>la</a:t>
            </a:r>
            <a:r>
              <a:rPr sz="1700" spc="-10" dirty="0">
                <a:latin typeface="Times New Roman"/>
                <a:cs typeface="Times New Roman"/>
              </a:rPr>
              <a:t>c</a:t>
            </a:r>
            <a:r>
              <a:rPr sz="1700" spc="-7" dirty="0">
                <a:latin typeface="Times New Roman"/>
                <a:cs typeface="Times New Roman"/>
              </a:rPr>
              <a:t>e</a:t>
            </a:r>
            <a:r>
              <a:rPr sz="1700" dirty="0">
                <a:latin typeface="Times New Roman"/>
                <a:cs typeface="Times New Roman"/>
              </a:rPr>
              <a:t>s</a:t>
            </a:r>
            <a:r>
              <a:rPr sz="1700" spc="10"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2" dirty="0">
                <a:latin typeface="Times New Roman"/>
                <a:cs typeface="Times New Roman"/>
              </a:rPr>
              <a:t>wo</a:t>
            </a:r>
            <a:r>
              <a:rPr sz="1700" spc="-5" dirty="0">
                <a:latin typeface="Times New Roman"/>
                <a:cs typeface="Times New Roman"/>
              </a:rPr>
              <a:t>r</a:t>
            </a:r>
            <a:r>
              <a:rPr sz="1700" dirty="0">
                <a:latin typeface="Times New Roman"/>
                <a:cs typeface="Times New Roman"/>
              </a:rPr>
              <a:t>d</a:t>
            </a:r>
            <a:r>
              <a:rPr sz="1700" spc="10" dirty="0">
                <a:latin typeface="Times New Roman"/>
                <a:cs typeface="Times New Roman"/>
              </a:rPr>
              <a:t> </a:t>
            </a:r>
            <a:r>
              <a:rPr sz="1700" dirty="0">
                <a:latin typeface="Times New Roman"/>
                <a:cs typeface="Times New Roman"/>
              </a:rPr>
              <a:t>on</a:t>
            </a:r>
            <a:r>
              <a:rPr sz="1700" spc="10"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10" dirty="0">
                <a:latin typeface="Times New Roman"/>
                <a:cs typeface="Times New Roman"/>
              </a:rPr>
              <a:t> </a:t>
            </a:r>
            <a:r>
              <a:rPr sz="1700" dirty="0">
                <a:latin typeface="Times New Roman"/>
                <a:cs typeface="Times New Roman"/>
              </a:rPr>
              <a:t>bus</a:t>
            </a:r>
            <a:r>
              <a:rPr sz="1700" spc="10"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0"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ms</a:t>
            </a:r>
            <a:r>
              <a:rPr sz="1700" spc="12" dirty="0">
                <a:latin typeface="Times New Roman"/>
                <a:cs typeface="Times New Roman"/>
              </a:rPr>
              <a:t> </a:t>
            </a:r>
            <a:r>
              <a:rPr sz="1700" spc="-2" dirty="0">
                <a:latin typeface="Times New Roman"/>
                <a:cs typeface="Times New Roman"/>
              </a:rPr>
              <a:t>the</a:t>
            </a:r>
            <a:r>
              <a:rPr sz="1700" spc="10" dirty="0">
                <a:latin typeface="Times New Roman"/>
                <a:cs typeface="Times New Roman"/>
              </a:rPr>
              <a:t> </a:t>
            </a:r>
            <a:r>
              <a:rPr sz="1700" spc="-5" dirty="0">
                <a:latin typeface="Times New Roman"/>
                <a:cs typeface="Times New Roman"/>
              </a:rPr>
              <a:t>memor</a:t>
            </a:r>
            <a:r>
              <a:rPr sz="1700" dirty="0">
                <a:latin typeface="Times New Roman"/>
                <a:cs typeface="Times New Roman"/>
              </a:rPr>
              <a:t>y</a:t>
            </a:r>
            <a:r>
              <a:rPr sz="1700" spc="10" dirty="0">
                <a:latin typeface="Times New Roman"/>
                <a:cs typeface="Times New Roman"/>
              </a:rPr>
              <a:t> </a:t>
            </a:r>
            <a:r>
              <a:rPr sz="1700" spc="-2" dirty="0">
                <a:latin typeface="Times New Roman"/>
                <a:cs typeface="Times New Roman"/>
              </a:rPr>
              <a:t>unit</a:t>
            </a:r>
            <a:r>
              <a:rPr sz="1700" dirty="0">
                <a:latin typeface="Times New Roman"/>
                <a:cs typeface="Times New Roman"/>
              </a:rPr>
              <a:t>, </a:t>
            </a:r>
            <a:r>
              <a:rPr sz="1700" spc="-7" dirty="0">
                <a:latin typeface="Times New Roman"/>
                <a:cs typeface="Times New Roman"/>
              </a:rPr>
              <a:t>whic</a:t>
            </a:r>
            <a:r>
              <a:rPr sz="1700" dirty="0">
                <a:latin typeface="Times New Roman"/>
                <a:cs typeface="Times New Roman"/>
              </a:rPr>
              <a:t>h </a:t>
            </a:r>
            <a:r>
              <a:rPr sz="1700" spc="-2" dirty="0">
                <a:latin typeface="Times New Roman"/>
                <a:cs typeface="Times New Roman"/>
              </a:rPr>
              <a:t>is </a:t>
            </a:r>
            <a:r>
              <a:rPr sz="1700" dirty="0">
                <a:latin typeface="Times New Roman"/>
                <a:cs typeface="Times New Roman"/>
              </a:rPr>
              <a:t>t</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p:txBody>
      </p:sp>
    </p:spTree>
    <p:extLst>
      <p:ext uri="{BB962C8B-B14F-4D97-AF65-F5344CB8AC3E}">
        <p14:creationId xmlns:p14="http://schemas.microsoft.com/office/powerpoint/2010/main" val="2258326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9CA3C-1846-9772-20A9-BCF55C7F026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B3F1CA8-120A-BFF5-20F0-E150C0B6B9F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BD6A2352-C0BD-52C5-D8EB-CA273293FB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A7029E83-45BD-6E52-63FD-1587D914496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32945D3C-AF67-93AB-6DF5-F3240F219AE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E56A77D3-726C-31F1-58C6-FD8BA3491D60}"/>
              </a:ext>
            </a:extLst>
          </p:cNvPr>
          <p:cNvSpPr txBox="1"/>
          <p:nvPr/>
        </p:nvSpPr>
        <p:spPr>
          <a:xfrm>
            <a:off x="914400" y="1072450"/>
            <a:ext cx="7165695" cy="784830"/>
          </a:xfrm>
          <a:prstGeom prst="rect">
            <a:avLst/>
          </a:prstGeom>
        </p:spPr>
        <p:txBody>
          <a:bodyPr vert="horz" wrap="square" lIns="0" tIns="0" rIns="0" bIns="0" rtlCol="0">
            <a:spAutoFit/>
          </a:bodyPr>
          <a:lstStyle/>
          <a:p>
            <a:pPr marL="115760" marR="3665" indent="-109651" algn="just">
              <a:spcBef>
                <a:spcPts val="404"/>
              </a:spcBef>
              <a:buFont typeface="Symbol"/>
              <a:buChar char=""/>
              <a:tabLst>
                <a:tab pos="116065" algn="l"/>
              </a:tabLst>
            </a:pPr>
            <a:r>
              <a:rPr lang="en-US" sz="1700" b="1" spc="-2" dirty="0">
                <a:latin typeface="Times New Roman"/>
                <a:cs typeface="Times New Roman"/>
              </a:rPr>
              <a:t> </a:t>
            </a:r>
            <a:r>
              <a:rPr sz="1700" b="1" spc="-2" dirty="0">
                <a:latin typeface="Times New Roman"/>
                <a:cs typeface="Times New Roman"/>
              </a:rPr>
              <a:t>D</a:t>
            </a:r>
            <a:r>
              <a:rPr sz="1700" b="1" spc="-5" dirty="0">
                <a:latin typeface="Times New Roman"/>
                <a:cs typeface="Times New Roman"/>
              </a:rPr>
              <a:t>e</a:t>
            </a:r>
            <a:r>
              <a:rPr sz="1700" b="1" spc="-2" dirty="0">
                <a:latin typeface="Times New Roman"/>
                <a:cs typeface="Times New Roman"/>
              </a:rPr>
              <a:t>sti</a:t>
            </a:r>
            <a:r>
              <a:rPr sz="1700" b="1" dirty="0">
                <a:latin typeface="Times New Roman"/>
                <a:cs typeface="Times New Roman"/>
              </a:rPr>
              <a:t>n</a:t>
            </a:r>
            <a:r>
              <a:rPr sz="1700" b="1" spc="-5" dirty="0">
                <a:latin typeface="Times New Roman"/>
                <a:cs typeface="Times New Roman"/>
              </a:rPr>
              <a:t>ation</a:t>
            </a:r>
            <a:r>
              <a:rPr sz="1700" b="1" dirty="0">
                <a:latin typeface="Times New Roman"/>
                <a:cs typeface="Times New Roman"/>
              </a:rPr>
              <a:t> </a:t>
            </a:r>
            <a:r>
              <a:rPr sz="1700" b="1" spc="-41" dirty="0">
                <a:latin typeface="Times New Roman"/>
                <a:cs typeface="Times New Roman"/>
              </a:rPr>
              <a:t> </a:t>
            </a:r>
            <a:r>
              <a:rPr sz="1700" b="1" spc="-2" dirty="0">
                <a:latin typeface="Times New Roman"/>
                <a:cs typeface="Times New Roman"/>
              </a:rPr>
              <a:t>initiat</a:t>
            </a:r>
            <a:r>
              <a:rPr sz="1700" b="1" spc="-10" dirty="0">
                <a:latin typeface="Times New Roman"/>
                <a:cs typeface="Times New Roman"/>
              </a:rPr>
              <a:t>e</a:t>
            </a:r>
            <a:r>
              <a:rPr sz="1700" b="1" dirty="0">
                <a:latin typeface="Times New Roman"/>
                <a:cs typeface="Times New Roman"/>
              </a:rPr>
              <a:t>d </a:t>
            </a:r>
            <a:r>
              <a:rPr sz="1700" b="1" spc="-41" dirty="0">
                <a:latin typeface="Times New Roman"/>
                <a:cs typeface="Times New Roman"/>
              </a:rPr>
              <a:t> </a:t>
            </a:r>
            <a:r>
              <a:rPr sz="1700" b="1" spc="-2" dirty="0">
                <a:latin typeface="Times New Roman"/>
                <a:cs typeface="Times New Roman"/>
              </a:rPr>
              <a:t>st</a:t>
            </a:r>
            <a:r>
              <a:rPr sz="1700" b="1" spc="-5" dirty="0">
                <a:latin typeface="Times New Roman"/>
                <a:cs typeface="Times New Roman"/>
              </a:rPr>
              <a:t>r</a:t>
            </a:r>
            <a:r>
              <a:rPr sz="1700" b="1" dirty="0">
                <a:latin typeface="Times New Roman"/>
                <a:cs typeface="Times New Roman"/>
              </a:rPr>
              <a:t>ob</a:t>
            </a:r>
            <a:r>
              <a:rPr sz="1700" b="1" spc="-7" dirty="0">
                <a:latin typeface="Times New Roman"/>
                <a:cs typeface="Times New Roman"/>
              </a:rPr>
              <a:t>e</a:t>
            </a:r>
            <a:r>
              <a:rPr sz="1700" b="1" dirty="0">
                <a:latin typeface="Times New Roman"/>
                <a:cs typeface="Times New Roman"/>
              </a:rPr>
              <a:t>:</a:t>
            </a:r>
            <a:r>
              <a:rPr sz="1700" b="1" spc="10" dirty="0">
                <a:latin typeface="Times New Roman"/>
                <a:cs typeface="Times New Roman"/>
              </a:rPr>
              <a:t> </a:t>
            </a:r>
            <a:r>
              <a:rPr sz="1700" spc="-10" dirty="0">
                <a:latin typeface="Times New Roman"/>
                <a:cs typeface="Times New Roman"/>
              </a:rPr>
              <a:t>I</a:t>
            </a:r>
            <a:r>
              <a:rPr sz="1700" dirty="0">
                <a:latin typeface="Times New Roman"/>
                <a:cs typeface="Times New Roman"/>
              </a:rPr>
              <a:t>n </a:t>
            </a:r>
            <a:r>
              <a:rPr sz="1700" spc="-43"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low </a:t>
            </a:r>
            <a:r>
              <a:rPr sz="1700" spc="-43" dirty="0">
                <a:latin typeface="Times New Roman"/>
                <a:cs typeface="Times New Roman"/>
              </a:rPr>
              <a:t> </a:t>
            </a:r>
            <a:r>
              <a:rPr sz="1700" spc="-5" dirty="0">
                <a:latin typeface="Times New Roman"/>
                <a:cs typeface="Times New Roman"/>
              </a:rPr>
              <a:t>blo</a:t>
            </a:r>
            <a:r>
              <a:rPr sz="1700" spc="-2" dirty="0">
                <a:latin typeface="Times New Roman"/>
                <a:cs typeface="Times New Roman"/>
              </a:rPr>
              <a:t>c</a:t>
            </a:r>
            <a:r>
              <a:rPr sz="1700" dirty="0">
                <a:latin typeface="Times New Roman"/>
                <a:cs typeface="Times New Roman"/>
              </a:rPr>
              <a:t>k </a:t>
            </a:r>
            <a:r>
              <a:rPr sz="1700" spc="-43" dirty="0">
                <a:latin typeface="Times New Roman"/>
                <a:cs typeface="Times New Roman"/>
              </a:rPr>
              <a:t> </a:t>
            </a:r>
            <a:r>
              <a:rPr sz="1700" spc="-5" dirty="0">
                <a:latin typeface="Times New Roman"/>
                <a:cs typeface="Times New Roman"/>
              </a:rPr>
              <a:t>diag</a:t>
            </a:r>
            <a:r>
              <a:rPr sz="1700" spc="-7" dirty="0">
                <a:latin typeface="Times New Roman"/>
                <a:cs typeface="Times New Roman"/>
              </a:rPr>
              <a:t>ra</a:t>
            </a:r>
            <a:r>
              <a:rPr sz="1700" spc="-5" dirty="0">
                <a:latin typeface="Times New Roman"/>
                <a:cs typeface="Times New Roman"/>
              </a:rPr>
              <a:t>m,</a:t>
            </a:r>
            <a:r>
              <a:rPr sz="1700" dirty="0">
                <a:latin typeface="Times New Roman"/>
                <a:cs typeface="Times New Roman"/>
              </a:rPr>
              <a:t> </a:t>
            </a:r>
            <a:r>
              <a:rPr sz="1700" spc="-41" dirty="0">
                <a:latin typeface="Times New Roman"/>
                <a:cs typeface="Times New Roman"/>
              </a:rPr>
              <a:t> </a:t>
            </a:r>
            <a:r>
              <a:rPr sz="1700" dirty="0">
                <a:latin typeface="Times New Roman"/>
                <a:cs typeface="Times New Roman"/>
              </a:rPr>
              <a:t>you </a:t>
            </a:r>
            <a:r>
              <a:rPr sz="1700" spc="-43" dirty="0">
                <a:latin typeface="Times New Roman"/>
                <a:cs typeface="Times New Roman"/>
              </a:rPr>
              <a:t> </a:t>
            </a:r>
            <a:r>
              <a:rPr sz="1700" spc="-2" dirty="0">
                <a:latin typeface="Times New Roman"/>
                <a:cs typeface="Times New Roman"/>
              </a:rPr>
              <a:t>se</a:t>
            </a:r>
            <a:r>
              <a:rPr sz="1700" spc="-5" dirty="0">
                <a:latin typeface="Times New Roman"/>
                <a:cs typeface="Times New Roman"/>
              </a:rPr>
              <a:t>e</a:t>
            </a:r>
            <a:r>
              <a:rPr sz="1700" dirty="0">
                <a:latin typeface="Times New Roman"/>
                <a:cs typeface="Times New Roman"/>
              </a:rPr>
              <a:t> </a:t>
            </a:r>
            <a:r>
              <a:rPr sz="1700" spc="-43"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36"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43" dirty="0">
                <a:latin typeface="Times New Roman"/>
                <a:cs typeface="Times New Roman"/>
              </a:rPr>
              <a:t> </a:t>
            </a:r>
            <a:r>
              <a:rPr sz="1700" spc="-5" dirty="0">
                <a:latin typeface="Times New Roman"/>
                <a:cs typeface="Times New Roman"/>
              </a:rPr>
              <a:t>strobe </a:t>
            </a:r>
            <a:r>
              <a:rPr sz="1700" spc="-2" dirty="0">
                <a:latin typeface="Times New Roman"/>
                <a:cs typeface="Times New Roman"/>
              </a:rPr>
              <a:t>initi</a:t>
            </a:r>
            <a:r>
              <a:rPr sz="1700" spc="-7" dirty="0">
                <a:latin typeface="Times New Roman"/>
                <a:cs typeface="Times New Roman"/>
              </a:rPr>
              <a:t>a</a:t>
            </a:r>
            <a:r>
              <a:rPr sz="1700" spc="-2" dirty="0">
                <a:latin typeface="Times New Roman"/>
                <a:cs typeface="Times New Roman"/>
              </a:rPr>
              <a:t>ted</a:t>
            </a:r>
            <a:r>
              <a:rPr sz="1700" spc="38" dirty="0">
                <a:latin typeface="Times New Roman"/>
                <a:cs typeface="Times New Roman"/>
              </a:rPr>
              <a:t> </a:t>
            </a:r>
            <a:r>
              <a:rPr sz="1700" dirty="0">
                <a:latin typeface="Times New Roman"/>
                <a:cs typeface="Times New Roman"/>
              </a:rPr>
              <a:t>by</a:t>
            </a:r>
            <a:r>
              <a:rPr sz="1700" spc="38"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38"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38" dirty="0">
                <a:latin typeface="Times New Roman"/>
                <a:cs typeface="Times New Roman"/>
              </a:rPr>
              <a:t> </a:t>
            </a:r>
            <a:r>
              <a:rPr sz="1700" spc="-2" dirty="0">
                <a:latin typeface="Times New Roman"/>
                <a:cs typeface="Times New Roman"/>
              </a:rPr>
              <a:t>in</a:t>
            </a:r>
            <a:r>
              <a:rPr sz="1700" spc="41"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2" dirty="0">
                <a:latin typeface="Times New Roman"/>
                <a:cs typeface="Times New Roman"/>
              </a:rPr>
              <a:t>timi</a:t>
            </a:r>
            <a:r>
              <a:rPr sz="1700" dirty="0">
                <a:latin typeface="Times New Roman"/>
                <a:cs typeface="Times New Roman"/>
              </a:rPr>
              <a:t>ng</a:t>
            </a:r>
            <a:r>
              <a:rPr sz="1700" spc="38" dirty="0">
                <a:latin typeface="Times New Roman"/>
                <a:cs typeface="Times New Roman"/>
              </a:rPr>
              <a:t> </a:t>
            </a:r>
            <a:r>
              <a:rPr sz="1700" spc="-5" dirty="0">
                <a:latin typeface="Times New Roman"/>
                <a:cs typeface="Times New Roman"/>
              </a:rPr>
              <a:t>diag</a:t>
            </a:r>
            <a:r>
              <a:rPr sz="1700" spc="-7" dirty="0">
                <a:latin typeface="Times New Roman"/>
                <a:cs typeface="Times New Roman"/>
              </a:rPr>
              <a:t>ra</a:t>
            </a:r>
            <a:r>
              <a:rPr sz="1700" spc="-5" dirty="0">
                <a:latin typeface="Times New Roman"/>
                <a:cs typeface="Times New Roman"/>
              </a:rPr>
              <a:t>m,</a:t>
            </a:r>
            <a:r>
              <a:rPr sz="1700" spc="41"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38" dirty="0">
                <a:latin typeface="Times New Roman"/>
                <a:cs typeface="Times New Roman"/>
              </a:rPr>
              <a:t> </a:t>
            </a:r>
            <a:r>
              <a:rPr sz="1700" spc="-2" dirty="0">
                <a:latin typeface="Times New Roman"/>
                <a:cs typeface="Times New Roman"/>
              </a:rPr>
              <a:t>unit</a:t>
            </a:r>
            <a:r>
              <a:rPr sz="1700" spc="41" dirty="0">
                <a:latin typeface="Times New Roman"/>
                <a:cs typeface="Times New Roman"/>
              </a:rPr>
              <a:t> </a:t>
            </a:r>
            <a:r>
              <a:rPr sz="1700" spc="-2" dirty="0">
                <a:latin typeface="Times New Roman"/>
                <a:cs typeface="Times New Roman"/>
              </a:rPr>
              <a:t>f</a:t>
            </a:r>
            <a:r>
              <a:rPr sz="1700" spc="-10" dirty="0">
                <a:latin typeface="Times New Roman"/>
                <a:cs typeface="Times New Roman"/>
              </a:rPr>
              <a:t>i</a:t>
            </a:r>
            <a:r>
              <a:rPr sz="1700" dirty="0">
                <a:latin typeface="Times New Roman"/>
                <a:cs typeface="Times New Roman"/>
              </a:rPr>
              <a:t>rst</a:t>
            </a:r>
            <a:r>
              <a:rPr sz="1700" spc="38" dirty="0">
                <a:latin typeface="Times New Roman"/>
                <a:cs typeface="Times New Roman"/>
              </a:rPr>
              <a:t> </a:t>
            </a:r>
            <a:r>
              <a:rPr sz="1700" spc="-7" dirty="0">
                <a:latin typeface="Times New Roman"/>
                <a:cs typeface="Times New Roman"/>
              </a:rPr>
              <a:t>ac</a:t>
            </a:r>
            <a:r>
              <a:rPr sz="1700" spc="-2" dirty="0">
                <a:latin typeface="Times New Roman"/>
                <a:cs typeface="Times New Roman"/>
              </a:rPr>
              <a:t>tiv</a:t>
            </a:r>
            <a:r>
              <a:rPr sz="1700" spc="-7" dirty="0">
                <a:latin typeface="Times New Roman"/>
                <a:cs typeface="Times New Roman"/>
              </a:rPr>
              <a:t>a</a:t>
            </a:r>
            <a:r>
              <a:rPr sz="1700" spc="-2" dirty="0">
                <a:latin typeface="Times New Roman"/>
                <a:cs typeface="Times New Roman"/>
              </a:rPr>
              <a:t>tes the </a:t>
            </a:r>
            <a:r>
              <a:rPr sz="1700" spc="-5" dirty="0">
                <a:latin typeface="Times New Roman"/>
                <a:cs typeface="Times New Roman"/>
              </a:rPr>
              <a:t>strobe </a:t>
            </a:r>
            <a:r>
              <a:rPr sz="1700" spc="-2" dirty="0">
                <a:latin typeface="Times New Roman"/>
                <a:cs typeface="Times New Roman"/>
              </a:rPr>
              <a:t>pulse,</a:t>
            </a:r>
            <a:r>
              <a:rPr sz="1700"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
            </a:r>
            <a:r>
              <a:rPr sz="1700" spc="2" dirty="0">
                <a:latin typeface="Times New Roman"/>
                <a:cs typeface="Times New Roman"/>
              </a:rPr>
              <a:t>i</a:t>
            </a:r>
            <a:r>
              <a:rPr sz="1700" dirty="0">
                <a:latin typeface="Times New Roman"/>
                <a:cs typeface="Times New Roman"/>
              </a:rPr>
              <a:t>ng </a:t>
            </a:r>
            <a:r>
              <a:rPr sz="1700" spc="-2" dirty="0">
                <a:latin typeface="Times New Roman"/>
                <a:cs typeface="Times New Roman"/>
              </a:rPr>
              <a:t>the sour</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to </a:t>
            </a:r>
            <a:r>
              <a:rPr sz="1700" spc="-5" dirty="0">
                <a:latin typeface="Times New Roman"/>
                <a:cs typeface="Times New Roman"/>
              </a:rPr>
              <a:t>provide</a:t>
            </a:r>
            <a:r>
              <a:rPr sz="1700" spc="-2" dirty="0">
                <a:latin typeface="Times New Roman"/>
                <a:cs typeface="Times New Roman"/>
              </a:rPr>
              <a:t> </a:t>
            </a:r>
            <a:r>
              <a:rPr sz="1700" dirty="0">
                <a:latin typeface="Times New Roman"/>
                <a:cs typeface="Times New Roman"/>
              </a:rPr>
              <a:t>t</a:t>
            </a:r>
            <a:r>
              <a:rPr sz="1700" spc="-5" dirty="0">
                <a:latin typeface="Times New Roman"/>
                <a:cs typeface="Times New Roman"/>
              </a:rPr>
              <a:t>he</a:t>
            </a:r>
            <a:r>
              <a:rPr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endParaRPr lang="en-US" sz="1700" spc="-2" dirty="0">
              <a:latin typeface="Times New Roman"/>
              <a:cs typeface="Times New Roman"/>
            </a:endParaRPr>
          </a:p>
        </p:txBody>
      </p:sp>
      <p:sp>
        <p:nvSpPr>
          <p:cNvPr id="7" name="object 5">
            <a:extLst>
              <a:ext uri="{FF2B5EF4-FFF2-40B4-BE49-F238E27FC236}">
                <a16:creationId xmlns:a16="http://schemas.microsoft.com/office/drawing/2014/main" id="{7758FA90-0A0D-6759-BDD3-A1848CC61A40}"/>
              </a:ext>
            </a:extLst>
          </p:cNvPr>
          <p:cNvSpPr/>
          <p:nvPr/>
        </p:nvSpPr>
        <p:spPr>
          <a:xfrm>
            <a:off x="2819400" y="2114550"/>
            <a:ext cx="3820057" cy="2057400"/>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1401460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A06C0-6C84-6069-FA74-331AA69742D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564443D-44BD-F1FE-5FBD-C2AC73E69C59}"/>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6D2AA5EA-43F4-D1D4-06E4-F35E87D9991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226797B2-0731-CDA7-0970-7E884742DA0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DF87CF4D-603E-E6A1-16D1-5CEFEE4B7A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10" name="TextBox 9">
            <a:extLst>
              <a:ext uri="{FF2B5EF4-FFF2-40B4-BE49-F238E27FC236}">
                <a16:creationId xmlns:a16="http://schemas.microsoft.com/office/drawing/2014/main" id="{A30FBBDA-EFC6-B42F-7EA6-685B6FBA7259}"/>
              </a:ext>
            </a:extLst>
          </p:cNvPr>
          <p:cNvSpPr txBox="1"/>
          <p:nvPr/>
        </p:nvSpPr>
        <p:spPr>
          <a:xfrm>
            <a:off x="990600" y="911571"/>
            <a:ext cx="7162800" cy="2498120"/>
          </a:xfrm>
          <a:prstGeom prst="rect">
            <a:avLst/>
          </a:prstGeom>
          <a:noFill/>
        </p:spPr>
        <p:txBody>
          <a:bodyPr wrap="square">
            <a:spAutoFit/>
          </a:bodyPr>
          <a:lstStyle/>
          <a:p>
            <a:pPr marL="115760" marR="3665" indent="-109651" algn="just">
              <a:spcBef>
                <a:spcPts val="404"/>
              </a:spcBef>
              <a:buFont typeface="Symbol"/>
              <a:buChar char=""/>
              <a:tabLst>
                <a:tab pos="116065" algn="l"/>
              </a:tabLst>
            </a:pPr>
            <a:r>
              <a:rPr lang="en-US" sz="1700" dirty="0">
                <a:latin typeface="Times New Roman"/>
                <a:cs typeface="Times New Roman"/>
              </a:rPr>
              <a:t>The source unit responds by placing the requested binary information on the data bus. The data must be valid and remain on the bus long enough for the destination unit to accept	it.</a:t>
            </a:r>
          </a:p>
          <a:p>
            <a:pPr marL="115760" marR="3665" indent="-109651" algn="just">
              <a:spcBef>
                <a:spcPts val="404"/>
              </a:spcBef>
              <a:buFont typeface="Symbol"/>
              <a:buChar char=""/>
              <a:tabLst>
                <a:tab pos="116065" algn="l"/>
              </a:tabLst>
            </a:pPr>
            <a:r>
              <a:rPr lang="en-US" sz="1700" dirty="0">
                <a:latin typeface="Times New Roman"/>
                <a:cs typeface="Times New Roman"/>
              </a:rPr>
              <a:t>The falling edge of the strobe pulse can use again to trigger a destination register. The destination unit then disables the strobe. Finally, and source removes the data from the data bus	after	a determined time interval. In this case, the strobe may be a memory read control from the CPU to a memory unit. The CPU initiates the read operation to inform the memory, which is a source unit, to place the selected word into the data bus.</a:t>
            </a:r>
          </a:p>
        </p:txBody>
      </p:sp>
    </p:spTree>
    <p:extLst>
      <p:ext uri="{BB962C8B-B14F-4D97-AF65-F5344CB8AC3E}">
        <p14:creationId xmlns:p14="http://schemas.microsoft.com/office/powerpoint/2010/main" val="3071149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7EE5F-E483-A0C0-45F9-95A2D4C572A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72895B6-8044-26D9-58AD-9BBB1447A634}"/>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22C33E40-DE84-7035-A520-BF5F258AEE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A1146E6-1DEE-A410-D168-E910C426D86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2FE29C80-5747-7E97-D300-B51F4C9271B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1143000" y="971550"/>
            <a:ext cx="6858000" cy="2769989"/>
          </a:xfrm>
          <a:prstGeom prst="rect">
            <a:avLst/>
          </a:prstGeom>
        </p:spPr>
        <p:txBody>
          <a:bodyPr vert="horz" wrap="square" lIns="0" tIns="0" rIns="0" bIns="0" rtlCol="0">
            <a:spAutoFit/>
          </a:bodyPr>
          <a:lstStyle/>
          <a:p>
            <a:pPr marL="79413" indent="-73304" algn="just">
              <a:buFont typeface="Times New Roman"/>
              <a:buAutoNum type="arabicPeriod" startAt="2"/>
              <a:tabLst>
                <a:tab pos="79413" algn="l"/>
              </a:tabLst>
            </a:pPr>
            <a:r>
              <a:rPr lang="en-US" sz="1700" b="1" spc="-5" dirty="0">
                <a:latin typeface="Times New Roman"/>
                <a:cs typeface="Times New Roman"/>
              </a:rPr>
              <a:t> </a:t>
            </a:r>
            <a:r>
              <a:rPr sz="1700" b="1" spc="-5" dirty="0">
                <a:latin typeface="Times New Roman"/>
                <a:cs typeface="Times New Roman"/>
              </a:rPr>
              <a:t>Ha</a:t>
            </a:r>
            <a:r>
              <a:rPr sz="1700" b="1" spc="-2" dirty="0">
                <a:latin typeface="Times New Roman"/>
                <a:cs typeface="Times New Roman"/>
              </a:rPr>
              <a:t>n</a:t>
            </a:r>
            <a:r>
              <a:rPr sz="1700" b="1" dirty="0">
                <a:latin typeface="Times New Roman"/>
                <a:cs typeface="Times New Roman"/>
              </a:rPr>
              <a:t>d</a:t>
            </a:r>
            <a:r>
              <a:rPr sz="1700" b="1" spc="-2" dirty="0">
                <a:latin typeface="Times New Roman"/>
                <a:cs typeface="Times New Roman"/>
              </a:rPr>
              <a:t>s</a:t>
            </a:r>
            <a:r>
              <a:rPr sz="1700" b="1" dirty="0">
                <a:latin typeface="Times New Roman"/>
                <a:cs typeface="Times New Roman"/>
              </a:rPr>
              <a:t>h</a:t>
            </a:r>
            <a:r>
              <a:rPr sz="1700" b="1" spc="-7" dirty="0">
                <a:latin typeface="Times New Roman"/>
                <a:cs typeface="Times New Roman"/>
              </a:rPr>
              <a:t>a</a:t>
            </a:r>
            <a:r>
              <a:rPr sz="1700" b="1" dirty="0">
                <a:latin typeface="Times New Roman"/>
                <a:cs typeface="Times New Roman"/>
              </a:rPr>
              <a:t>k</a:t>
            </a:r>
            <a:r>
              <a:rPr sz="1700" b="1" spc="-2" dirty="0">
                <a:latin typeface="Times New Roman"/>
                <a:cs typeface="Times New Roman"/>
              </a:rPr>
              <a:t>in</a:t>
            </a:r>
            <a:r>
              <a:rPr sz="1700" b="1" dirty="0">
                <a:latin typeface="Times New Roman"/>
                <a:cs typeface="Times New Roman"/>
              </a:rPr>
              <a:t>g </a:t>
            </a:r>
            <a:r>
              <a:rPr sz="1700" b="1" spc="-10" dirty="0">
                <a:latin typeface="Times New Roman"/>
                <a:cs typeface="Times New Roman"/>
              </a:rPr>
              <a:t>M</a:t>
            </a:r>
            <a:r>
              <a:rPr sz="1700" b="1" spc="-7" dirty="0">
                <a:latin typeface="Times New Roman"/>
                <a:cs typeface="Times New Roman"/>
              </a:rPr>
              <a:t>e</a:t>
            </a:r>
            <a:r>
              <a:rPr sz="1700" b="1" dirty="0">
                <a:latin typeface="Times New Roman"/>
                <a:cs typeface="Times New Roman"/>
              </a:rPr>
              <a:t>th</a:t>
            </a:r>
            <a:r>
              <a:rPr sz="1700" b="1" spc="-7" dirty="0">
                <a:latin typeface="Times New Roman"/>
                <a:cs typeface="Times New Roman"/>
              </a:rPr>
              <a:t>o</a:t>
            </a:r>
            <a:r>
              <a:rPr sz="1700" b="1" dirty="0">
                <a:latin typeface="Times New Roman"/>
                <a:cs typeface="Times New Roman"/>
              </a:rPr>
              <a:t>d</a:t>
            </a:r>
            <a:endParaRPr sz="1700" dirty="0">
              <a:latin typeface="Times New Roman"/>
              <a:cs typeface="Times New Roman"/>
            </a:endParaRPr>
          </a:p>
          <a:p>
            <a:pPr marL="6109" marR="3360" algn="just">
              <a:spcBef>
                <a:spcPts val="404"/>
              </a:spcBef>
            </a:pPr>
            <a:endParaRPr lang="en-US" sz="1700" spc="-5" dirty="0">
              <a:latin typeface="Times New Roman"/>
              <a:cs typeface="Times New Roman"/>
            </a:endParaRPr>
          </a:p>
          <a:p>
            <a:pPr marL="6109" marR="3360" algn="just">
              <a:spcBef>
                <a:spcPts val="404"/>
              </a:spcBef>
            </a:pPr>
            <a:r>
              <a:rPr sz="1700" spc="-5" dirty="0">
                <a:latin typeface="Times New Roman"/>
                <a:cs typeface="Times New Roman"/>
              </a:rPr>
              <a:t>The</a:t>
            </a:r>
            <a:r>
              <a:rPr sz="1700" spc="29" dirty="0">
                <a:latin typeface="Times New Roman"/>
                <a:cs typeface="Times New Roman"/>
              </a:rPr>
              <a:t> </a:t>
            </a:r>
            <a:r>
              <a:rPr sz="1700" spc="-5" dirty="0">
                <a:latin typeface="Times New Roman"/>
                <a:cs typeface="Times New Roman"/>
              </a:rPr>
              <a:t>strobe</a:t>
            </a:r>
            <a:r>
              <a:rPr sz="1700" spc="31" dirty="0">
                <a:latin typeface="Times New Roman"/>
                <a:cs typeface="Times New Roman"/>
              </a:rPr>
              <a:t> </a:t>
            </a:r>
            <a:r>
              <a:rPr sz="1700" spc="-5" dirty="0">
                <a:latin typeface="Times New Roman"/>
                <a:cs typeface="Times New Roman"/>
              </a:rPr>
              <a:t>method</a:t>
            </a:r>
            <a:r>
              <a:rPr sz="1700" spc="31"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34" dirty="0">
                <a:latin typeface="Times New Roman"/>
                <a:cs typeface="Times New Roman"/>
              </a:rPr>
              <a:t> </a:t>
            </a:r>
            <a:r>
              <a:rPr sz="1700" dirty="0">
                <a:latin typeface="Times New Roman"/>
                <a:cs typeface="Times New Roman"/>
              </a:rPr>
              <a:t>t</a:t>
            </a:r>
            <a:r>
              <a:rPr sz="1700" spc="-5" dirty="0">
                <a:latin typeface="Times New Roman"/>
                <a:cs typeface="Times New Roman"/>
              </a:rPr>
              <a:t>he</a:t>
            </a:r>
            <a:r>
              <a:rPr sz="1700" spc="31" dirty="0">
                <a:latin typeface="Times New Roman"/>
                <a:cs typeface="Times New Roman"/>
              </a:rPr>
              <a:t> </a:t>
            </a:r>
            <a:r>
              <a:rPr sz="1700" spc="-5" dirty="0">
                <a:latin typeface="Times New Roman"/>
                <a:cs typeface="Times New Roman"/>
              </a:rPr>
              <a:t>disadv</a:t>
            </a:r>
            <a:r>
              <a:rPr sz="1700" spc="-10" dirty="0">
                <a:latin typeface="Times New Roman"/>
                <a:cs typeface="Times New Roman"/>
              </a:rPr>
              <a:t>a</a:t>
            </a:r>
            <a:r>
              <a:rPr sz="1700" spc="-2" dirty="0">
                <a:latin typeface="Times New Roman"/>
                <a:cs typeface="Times New Roman"/>
              </a:rPr>
              <a:t>ntag</a:t>
            </a:r>
            <a:r>
              <a:rPr sz="1700" spc="-5" dirty="0">
                <a:latin typeface="Times New Roman"/>
                <a:cs typeface="Times New Roman"/>
              </a:rPr>
              <a:t>e</a:t>
            </a:r>
            <a:r>
              <a:rPr sz="1700" spc="31" dirty="0">
                <a:latin typeface="Times New Roman"/>
                <a:cs typeface="Times New Roman"/>
              </a:rPr>
              <a:t> </a:t>
            </a:r>
            <a:r>
              <a:rPr sz="1700" spc="-2" dirty="0">
                <a:latin typeface="Times New Roman"/>
                <a:cs typeface="Times New Roman"/>
              </a:rPr>
              <a:t>that</a:t>
            </a:r>
            <a:r>
              <a:rPr sz="1700" spc="34"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2" dirty="0">
                <a:latin typeface="Times New Roman"/>
                <a:cs typeface="Times New Roman"/>
              </a:rPr>
              <a:t>sour</a:t>
            </a:r>
            <a:r>
              <a:rPr sz="1700" spc="-5" dirty="0">
                <a:latin typeface="Times New Roman"/>
                <a:cs typeface="Times New Roman"/>
              </a:rPr>
              <a:t>ce</a:t>
            </a:r>
            <a:r>
              <a:rPr sz="1700" spc="31" dirty="0">
                <a:latin typeface="Times New Roman"/>
                <a:cs typeface="Times New Roman"/>
              </a:rPr>
              <a:t> </a:t>
            </a:r>
            <a:r>
              <a:rPr sz="1700" spc="-2" dirty="0">
                <a:latin typeface="Times New Roman"/>
                <a:cs typeface="Times New Roman"/>
              </a:rPr>
              <a:t>unit</a:t>
            </a:r>
            <a:r>
              <a:rPr sz="1700" spc="34" dirty="0">
                <a:latin typeface="Times New Roman"/>
                <a:cs typeface="Times New Roman"/>
              </a:rPr>
              <a:t> </a:t>
            </a:r>
            <a:r>
              <a:rPr sz="1700" spc="-2" dirty="0">
                <a:latin typeface="Times New Roman"/>
                <a:cs typeface="Times New Roman"/>
              </a:rPr>
              <a:t>that</a:t>
            </a:r>
            <a:r>
              <a:rPr sz="1700" spc="34" dirty="0">
                <a:latin typeface="Times New Roman"/>
                <a:cs typeface="Times New Roman"/>
              </a:rPr>
              <a:t> </a:t>
            </a:r>
            <a:r>
              <a:rPr sz="1700" spc="-2" dirty="0">
                <a:latin typeface="Times New Roman"/>
                <a:cs typeface="Times New Roman"/>
              </a:rPr>
              <a:t>initi</a:t>
            </a:r>
            <a:r>
              <a:rPr sz="1700" spc="-7" dirty="0">
                <a:latin typeface="Times New Roman"/>
                <a:cs typeface="Times New Roman"/>
              </a:rPr>
              <a:t>a</a:t>
            </a:r>
            <a:r>
              <a:rPr sz="1700" spc="-2" dirty="0">
                <a:latin typeface="Times New Roman"/>
                <a:cs typeface="Times New Roman"/>
              </a:rPr>
              <a:t>tes</a:t>
            </a:r>
            <a:r>
              <a:rPr sz="1700" spc="38"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nsfer</a:t>
            </a:r>
            <a:r>
              <a:rPr sz="1700" spc="31"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34" dirty="0">
                <a:latin typeface="Times New Roman"/>
                <a:cs typeface="Times New Roman"/>
              </a:rPr>
              <a:t> </a:t>
            </a:r>
            <a:r>
              <a:rPr sz="1700" dirty="0">
                <a:latin typeface="Times New Roman"/>
                <a:cs typeface="Times New Roman"/>
              </a:rPr>
              <a:t>no </a:t>
            </a:r>
            <a:r>
              <a:rPr sz="1700" spc="-2" dirty="0">
                <a:latin typeface="Times New Roman"/>
                <a:cs typeface="Times New Roman"/>
              </a:rPr>
              <a:t>w</a:t>
            </a:r>
            <a:r>
              <a:rPr sz="1700" spc="-5" dirty="0">
                <a:latin typeface="Times New Roman"/>
                <a:cs typeface="Times New Roman"/>
              </a:rPr>
              <a:t>a</a:t>
            </a:r>
            <a:r>
              <a:rPr sz="1700" dirty="0">
                <a:latin typeface="Times New Roman"/>
                <a:cs typeface="Times New Roman"/>
              </a:rPr>
              <a:t>y </a:t>
            </a:r>
            <a:r>
              <a:rPr sz="1700" spc="-65" dirty="0">
                <a:latin typeface="Times New Roman"/>
                <a:cs typeface="Times New Roman"/>
              </a:rPr>
              <a:t> </a:t>
            </a:r>
            <a:r>
              <a:rPr sz="1700" dirty="0">
                <a:latin typeface="Times New Roman"/>
                <a:cs typeface="Times New Roman"/>
              </a:rPr>
              <a:t>of </a:t>
            </a:r>
            <a:r>
              <a:rPr sz="1700" spc="-67" dirty="0">
                <a:latin typeface="Times New Roman"/>
                <a:cs typeface="Times New Roman"/>
              </a:rPr>
              <a:t> </a:t>
            </a:r>
            <a:r>
              <a:rPr sz="1700" dirty="0">
                <a:latin typeface="Times New Roman"/>
                <a:cs typeface="Times New Roman"/>
              </a:rPr>
              <a:t>knowing </a:t>
            </a:r>
            <a:r>
              <a:rPr sz="1700" spc="-60"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spc="-2" dirty="0">
                <a:latin typeface="Times New Roman"/>
                <a:cs typeface="Times New Roman"/>
              </a:rPr>
              <a:t>the</a:t>
            </a:r>
            <a:r>
              <a:rPr sz="1700" dirty="0">
                <a:latin typeface="Times New Roman"/>
                <a:cs typeface="Times New Roman"/>
              </a:rPr>
              <a:t>r </a:t>
            </a:r>
            <a:r>
              <a:rPr sz="1700" spc="-67"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67"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65"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 </a:t>
            </a:r>
            <a:r>
              <a:rPr sz="1700" spc="-65" dirty="0">
                <a:latin typeface="Times New Roman"/>
                <a:cs typeface="Times New Roman"/>
              </a:rPr>
              <a:t> </a:t>
            </a:r>
            <a:r>
              <a:rPr sz="1700" spc="2" dirty="0">
                <a:latin typeface="Times New Roman"/>
                <a:cs typeface="Times New Roman"/>
              </a:rPr>
              <a:t>r</a:t>
            </a:r>
            <a:r>
              <a:rPr sz="1700" spc="-7" dirty="0">
                <a:latin typeface="Times New Roman"/>
                <a:cs typeface="Times New Roman"/>
              </a:rPr>
              <a:t>e</a:t>
            </a:r>
            <a:r>
              <a:rPr sz="1700" spc="-2" dirty="0">
                <a:latin typeface="Times New Roman"/>
                <a:cs typeface="Times New Roman"/>
              </a:rPr>
              <a:t>c</a:t>
            </a:r>
            <a:r>
              <a:rPr sz="1700" spc="-7" dirty="0">
                <a:latin typeface="Times New Roman"/>
                <a:cs typeface="Times New Roman"/>
              </a:rPr>
              <a:t>e</a:t>
            </a:r>
            <a:r>
              <a:rPr sz="1700" spc="-5" dirty="0">
                <a:latin typeface="Times New Roman"/>
                <a:cs typeface="Times New Roman"/>
              </a:rPr>
              <a:t>ived</a:t>
            </a:r>
            <a:r>
              <a:rPr sz="1700" dirty="0">
                <a:latin typeface="Times New Roman"/>
                <a:cs typeface="Times New Roman"/>
              </a:rPr>
              <a:t> </a:t>
            </a:r>
            <a:r>
              <a:rPr sz="1700" spc="-67"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67"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t</a:t>
            </a:r>
            <a:r>
              <a:rPr sz="1700" spc="-5" dirty="0">
                <a:latin typeface="Times New Roman"/>
                <a:cs typeface="Times New Roman"/>
              </a:rPr>
              <a:t>a</a:t>
            </a:r>
            <a:r>
              <a:rPr sz="1700" dirty="0">
                <a:latin typeface="Times New Roman"/>
                <a:cs typeface="Times New Roman"/>
              </a:rPr>
              <a:t> </a:t>
            </a:r>
            <a:r>
              <a:rPr sz="1700" spc="-67"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65" dirty="0">
                <a:latin typeface="Times New Roman"/>
                <a:cs typeface="Times New Roman"/>
              </a:rPr>
              <a:t> </a:t>
            </a:r>
            <a:r>
              <a:rPr sz="1700" spc="-2" dirty="0">
                <a:latin typeface="Times New Roman"/>
                <a:cs typeface="Times New Roman"/>
              </a:rPr>
              <a:t>w</a:t>
            </a:r>
            <a:r>
              <a:rPr sz="1700" spc="-5" dirty="0">
                <a:latin typeface="Times New Roman"/>
                <a:cs typeface="Times New Roman"/>
              </a:rPr>
              <a:t>a</a:t>
            </a:r>
            <a:r>
              <a:rPr sz="1700" dirty="0">
                <a:latin typeface="Times New Roman"/>
                <a:cs typeface="Times New Roman"/>
              </a:rPr>
              <a:t>s </a:t>
            </a:r>
            <a:r>
              <a:rPr sz="1700" spc="-60" dirty="0">
                <a:latin typeface="Times New Roman"/>
                <a:cs typeface="Times New Roman"/>
              </a:rPr>
              <a:t> </a:t>
            </a:r>
            <a:r>
              <a:rPr sz="1700" spc="-2" dirty="0">
                <a:latin typeface="Times New Roman"/>
                <a:cs typeface="Times New Roman"/>
              </a:rPr>
              <a:t>pla</a:t>
            </a:r>
            <a:r>
              <a:rPr sz="1700" spc="-10" dirty="0">
                <a:latin typeface="Times New Roman"/>
                <a:cs typeface="Times New Roman"/>
              </a:rPr>
              <a:t>c</a:t>
            </a:r>
            <a:r>
              <a:rPr sz="1700" spc="-7" dirty="0">
                <a:latin typeface="Times New Roman"/>
                <a:cs typeface="Times New Roman"/>
              </a:rPr>
              <a:t>e</a:t>
            </a:r>
            <a:r>
              <a:rPr sz="1700" dirty="0">
                <a:latin typeface="Times New Roman"/>
                <a:cs typeface="Times New Roman"/>
              </a:rPr>
              <a:t>d </a:t>
            </a:r>
            <a:r>
              <a:rPr sz="1700" spc="-65"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65"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67" dirty="0">
                <a:latin typeface="Times New Roman"/>
                <a:cs typeface="Times New Roman"/>
              </a:rPr>
              <a:t> </a:t>
            </a:r>
            <a:r>
              <a:rPr sz="1700" dirty="0">
                <a:latin typeface="Times New Roman"/>
                <a:cs typeface="Times New Roman"/>
              </a:rPr>
              <a:t>bu</a:t>
            </a:r>
            <a:r>
              <a:rPr sz="1700" spc="5" dirty="0">
                <a:latin typeface="Times New Roman"/>
                <a:cs typeface="Times New Roman"/>
              </a:rPr>
              <a:t>s</a:t>
            </a:r>
            <a:r>
              <a:rPr sz="1700" dirty="0">
                <a:latin typeface="Times New Roman"/>
                <a:cs typeface="Times New Roman"/>
              </a:rPr>
              <a:t>. S</a:t>
            </a:r>
            <a:r>
              <a:rPr sz="1700" spc="-2" dirty="0">
                <a:latin typeface="Times New Roman"/>
                <a:cs typeface="Times New Roman"/>
              </a:rPr>
              <a:t>imil</a:t>
            </a:r>
            <a:r>
              <a:rPr sz="1700" spc="-7" dirty="0">
                <a:latin typeface="Times New Roman"/>
                <a:cs typeface="Times New Roman"/>
              </a:rPr>
              <a:t>a</a:t>
            </a:r>
            <a:r>
              <a:rPr sz="1700" spc="-2" dirty="0">
                <a:latin typeface="Times New Roman"/>
                <a:cs typeface="Times New Roman"/>
              </a:rPr>
              <a:t>rly,</a:t>
            </a:r>
            <a:r>
              <a:rPr sz="1700" spc="-36" dirty="0">
                <a:latin typeface="Times New Roman"/>
                <a:cs typeface="Times New Roman"/>
              </a:rPr>
              <a:t> </a:t>
            </a:r>
            <a:r>
              <a:rPr sz="1700" spc="-5" dirty="0">
                <a:latin typeface="Times New Roman"/>
                <a:cs typeface="Times New Roman"/>
              </a:rPr>
              <a:t>a</a:t>
            </a:r>
            <a:r>
              <a:rPr sz="1700" spc="-38"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36" dirty="0">
                <a:latin typeface="Times New Roman"/>
                <a:cs typeface="Times New Roman"/>
              </a:rPr>
              <a:t> </a:t>
            </a:r>
            <a:r>
              <a:rPr sz="1700" spc="5" dirty="0">
                <a:latin typeface="Times New Roman"/>
                <a:cs typeface="Times New Roman"/>
              </a:rPr>
              <a:t>u</a:t>
            </a:r>
            <a:r>
              <a:rPr sz="1700" spc="-2" dirty="0">
                <a:latin typeface="Times New Roman"/>
                <a:cs typeface="Times New Roman"/>
              </a:rPr>
              <a:t>nit</a:t>
            </a:r>
            <a:r>
              <a:rPr sz="1700" spc="-34" dirty="0">
                <a:latin typeface="Times New Roman"/>
                <a:cs typeface="Times New Roman"/>
              </a:rPr>
              <a:t> </a:t>
            </a:r>
            <a:r>
              <a:rPr sz="1700" spc="-2" dirty="0">
                <a:latin typeface="Times New Roman"/>
                <a:cs typeface="Times New Roman"/>
              </a:rPr>
              <a:t>that</a:t>
            </a:r>
            <a:r>
              <a:rPr sz="1700" spc="-36" dirty="0">
                <a:latin typeface="Times New Roman"/>
                <a:cs typeface="Times New Roman"/>
              </a:rPr>
              <a:t> </a:t>
            </a:r>
            <a:r>
              <a:rPr sz="1700" spc="-2" dirty="0">
                <a:latin typeface="Times New Roman"/>
                <a:cs typeface="Times New Roman"/>
              </a:rPr>
              <a:t>initi</a:t>
            </a:r>
            <a:r>
              <a:rPr sz="1700" spc="-7" dirty="0">
                <a:latin typeface="Times New Roman"/>
                <a:cs typeface="Times New Roman"/>
              </a:rPr>
              <a:t>a</a:t>
            </a:r>
            <a:r>
              <a:rPr sz="1700" spc="-2" dirty="0">
                <a:latin typeface="Times New Roman"/>
                <a:cs typeface="Times New Roman"/>
              </a:rPr>
              <a:t>tes</a:t>
            </a:r>
            <a:r>
              <a:rPr sz="1700" spc="-36" dirty="0">
                <a:latin typeface="Times New Roman"/>
                <a:cs typeface="Times New Roman"/>
              </a:rPr>
              <a:t> </a:t>
            </a:r>
            <a:r>
              <a:rPr sz="1700" spc="-2" dirty="0">
                <a:latin typeface="Times New Roman"/>
                <a:cs typeface="Times New Roman"/>
              </a:rPr>
              <a:t>the</a:t>
            </a:r>
            <a:r>
              <a:rPr sz="1700" spc="-36" dirty="0">
                <a:latin typeface="Times New Roman"/>
                <a:cs typeface="Times New Roman"/>
              </a:rPr>
              <a:t> </a:t>
            </a:r>
            <a:r>
              <a:rPr sz="1700" spc="-2" dirty="0">
                <a:latin typeface="Times New Roman"/>
                <a:cs typeface="Times New Roman"/>
              </a:rPr>
              <a:t>t</a:t>
            </a:r>
            <a:r>
              <a:rPr sz="1700" dirty="0">
                <a:latin typeface="Times New Roman"/>
                <a:cs typeface="Times New Roman"/>
              </a:rPr>
              <a:t>r</a:t>
            </a:r>
            <a:r>
              <a:rPr sz="1700" spc="-7" dirty="0">
                <a:latin typeface="Times New Roman"/>
                <a:cs typeface="Times New Roman"/>
              </a:rPr>
              <a:t>a</a:t>
            </a:r>
            <a:r>
              <a:rPr sz="1700" dirty="0">
                <a:latin typeface="Times New Roman"/>
                <a:cs typeface="Times New Roman"/>
              </a:rPr>
              <a:t>ns</a:t>
            </a:r>
            <a:r>
              <a:rPr sz="1700" spc="2" dirty="0">
                <a:latin typeface="Times New Roman"/>
                <a:cs typeface="Times New Roman"/>
              </a:rPr>
              <a:t>f</a:t>
            </a:r>
            <a:r>
              <a:rPr sz="1700" spc="-7" dirty="0">
                <a:latin typeface="Times New Roman"/>
                <a:cs typeface="Times New Roman"/>
              </a:rPr>
              <a:t>e</a:t>
            </a:r>
            <a:r>
              <a:rPr sz="1700" dirty="0">
                <a:latin typeface="Times New Roman"/>
                <a:cs typeface="Times New Roman"/>
              </a:rPr>
              <a:t>r</a:t>
            </a:r>
            <a:r>
              <a:rPr sz="1700" spc="-38"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36" dirty="0">
                <a:latin typeface="Times New Roman"/>
                <a:cs typeface="Times New Roman"/>
              </a:rPr>
              <a:t> </a:t>
            </a:r>
            <a:r>
              <a:rPr sz="1700" dirty="0">
                <a:latin typeface="Times New Roman"/>
                <a:cs typeface="Times New Roman"/>
              </a:rPr>
              <a:t>no</a:t>
            </a:r>
            <a:r>
              <a:rPr sz="1700" spc="-29" dirty="0">
                <a:latin typeface="Times New Roman"/>
                <a:cs typeface="Times New Roman"/>
              </a:rPr>
              <a:t> </a:t>
            </a:r>
            <a:r>
              <a:rPr sz="1700" spc="-2" dirty="0">
                <a:latin typeface="Times New Roman"/>
                <a:cs typeface="Times New Roman"/>
              </a:rPr>
              <a:t>w</a:t>
            </a:r>
            <a:r>
              <a:rPr sz="1700" spc="-5" dirty="0">
                <a:latin typeface="Times New Roman"/>
                <a:cs typeface="Times New Roman"/>
              </a:rPr>
              <a:t>a</a:t>
            </a:r>
            <a:r>
              <a:rPr sz="1700" dirty="0">
                <a:latin typeface="Times New Roman"/>
                <a:cs typeface="Times New Roman"/>
              </a:rPr>
              <a:t>y</a:t>
            </a:r>
            <a:r>
              <a:rPr sz="1700" spc="-31" dirty="0">
                <a:latin typeface="Times New Roman"/>
                <a:cs typeface="Times New Roman"/>
              </a:rPr>
              <a:t> </a:t>
            </a:r>
            <a:r>
              <a:rPr sz="1700" dirty="0">
                <a:latin typeface="Times New Roman"/>
                <a:cs typeface="Times New Roman"/>
              </a:rPr>
              <a:t>of</a:t>
            </a:r>
            <a:r>
              <a:rPr sz="1700" spc="-26" dirty="0">
                <a:latin typeface="Times New Roman"/>
                <a:cs typeface="Times New Roman"/>
              </a:rPr>
              <a:t> </a:t>
            </a:r>
            <a:r>
              <a:rPr sz="1700" dirty="0">
                <a:latin typeface="Times New Roman"/>
                <a:cs typeface="Times New Roman"/>
              </a:rPr>
              <a:t>kn</a:t>
            </a:r>
            <a:r>
              <a:rPr sz="1700" spc="5" dirty="0">
                <a:latin typeface="Times New Roman"/>
                <a:cs typeface="Times New Roman"/>
              </a:rPr>
              <a:t>o</a:t>
            </a:r>
            <a:r>
              <a:rPr sz="1700" spc="-2" dirty="0">
                <a:latin typeface="Times New Roman"/>
                <a:cs typeface="Times New Roman"/>
              </a:rPr>
              <a:t>win</a:t>
            </a:r>
            <a:r>
              <a:rPr sz="1700" dirty="0">
                <a:latin typeface="Times New Roman"/>
                <a:cs typeface="Times New Roman"/>
              </a:rPr>
              <a:t>g</a:t>
            </a:r>
            <a:r>
              <a:rPr sz="1700" spc="-36"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spc="-2" dirty="0">
                <a:latin typeface="Times New Roman"/>
                <a:cs typeface="Times New Roman"/>
              </a:rPr>
              <a:t>the</a:t>
            </a:r>
            <a:r>
              <a:rPr sz="1700" dirty="0">
                <a:latin typeface="Times New Roman"/>
                <a:cs typeface="Times New Roman"/>
              </a:rPr>
              <a:t>r</a:t>
            </a:r>
            <a:r>
              <a:rPr sz="1700" spc="-38"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2" dirty="0">
                <a:latin typeface="Times New Roman"/>
                <a:cs typeface="Times New Roman"/>
              </a:rPr>
              <a:t>sour</a:t>
            </a:r>
            <a:r>
              <a:rPr sz="1700" dirty="0">
                <a:latin typeface="Times New Roman"/>
                <a:cs typeface="Times New Roman"/>
              </a:rPr>
              <a:t>c</a:t>
            </a:r>
            <a:r>
              <a:rPr sz="1700" spc="-5" dirty="0">
                <a:latin typeface="Times New Roman"/>
                <a:cs typeface="Times New Roman"/>
              </a:rPr>
              <a:t>e</a:t>
            </a:r>
            <a:r>
              <a:rPr sz="1700" spc="-2" dirty="0">
                <a:latin typeface="Times New Roman"/>
                <a:cs typeface="Times New Roman"/>
              </a:rPr>
              <a:t> unit</a:t>
            </a:r>
            <a:r>
              <a:rPr sz="1700"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2" dirty="0">
                <a:latin typeface="Times New Roman"/>
                <a:cs typeface="Times New Roman"/>
              </a:rPr>
              <a:t> pl</a:t>
            </a:r>
            <a:r>
              <a:rPr sz="1700" spc="-7" dirty="0">
                <a:latin typeface="Times New Roman"/>
                <a:cs typeface="Times New Roman"/>
              </a:rPr>
              <a:t>ace</a:t>
            </a:r>
            <a:r>
              <a:rPr sz="1700" dirty="0">
                <a:latin typeface="Times New Roman"/>
                <a:cs typeface="Times New Roman"/>
              </a:rPr>
              <a:t>d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on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dirty="0">
                <a:latin typeface="Times New Roman"/>
                <a:cs typeface="Times New Roman"/>
              </a:rPr>
              <a:t>bus.</a:t>
            </a:r>
          </a:p>
          <a:p>
            <a:pPr marL="6109" marR="4582" algn="just">
              <a:spcBef>
                <a:spcPts val="380"/>
              </a:spcBef>
            </a:pPr>
            <a:r>
              <a:rPr sz="1700" dirty="0">
                <a:latin typeface="Times New Roman"/>
                <a:cs typeface="Times New Roman"/>
              </a:rPr>
              <a:t>So</a:t>
            </a:r>
            <a:r>
              <a:rPr lang="en-US" sz="1700" dirty="0">
                <a:latin typeface="Times New Roman"/>
                <a:cs typeface="Times New Roman"/>
              </a:rPr>
              <a:t>,</a:t>
            </a:r>
            <a:r>
              <a:rPr sz="1700" spc="22" dirty="0">
                <a:latin typeface="Times New Roman"/>
                <a:cs typeface="Times New Roman"/>
              </a:rPr>
              <a:t> </a:t>
            </a:r>
            <a:r>
              <a:rPr sz="1700" spc="-2" dirty="0">
                <a:latin typeface="Times New Roman"/>
                <a:cs typeface="Times New Roman"/>
              </a:rPr>
              <a:t>thi</a:t>
            </a:r>
            <a:r>
              <a:rPr sz="1700" dirty="0">
                <a:latin typeface="Times New Roman"/>
                <a:cs typeface="Times New Roman"/>
              </a:rPr>
              <a:t>s</a:t>
            </a:r>
            <a:r>
              <a:rPr sz="1700" spc="22" dirty="0">
                <a:latin typeface="Times New Roman"/>
                <a:cs typeface="Times New Roman"/>
              </a:rPr>
              <a:t> </a:t>
            </a:r>
            <a:r>
              <a:rPr sz="1700" spc="-2" dirty="0">
                <a:latin typeface="Times New Roman"/>
                <a:cs typeface="Times New Roman"/>
              </a:rPr>
              <a:t>probl</a:t>
            </a:r>
            <a:r>
              <a:rPr sz="1700" spc="-10" dirty="0">
                <a:latin typeface="Times New Roman"/>
                <a:cs typeface="Times New Roman"/>
              </a:rPr>
              <a:t>e</a:t>
            </a:r>
            <a:r>
              <a:rPr sz="1700" spc="-5" dirty="0">
                <a:latin typeface="Times New Roman"/>
                <a:cs typeface="Times New Roman"/>
              </a:rPr>
              <a:t>m</a:t>
            </a:r>
            <a:r>
              <a:rPr sz="1700" spc="22" dirty="0">
                <a:latin typeface="Times New Roman"/>
                <a:cs typeface="Times New Roman"/>
              </a:rPr>
              <a:t> </a:t>
            </a:r>
            <a:r>
              <a:rPr sz="1700" spc="-2" dirty="0">
                <a:latin typeface="Times New Roman"/>
                <a:cs typeface="Times New Roman"/>
              </a:rPr>
              <a:t>is</a:t>
            </a:r>
            <a:r>
              <a:rPr sz="1700" spc="24" dirty="0">
                <a:latin typeface="Times New Roman"/>
                <a:cs typeface="Times New Roman"/>
              </a:rPr>
              <a:t> </a:t>
            </a:r>
            <a:r>
              <a:rPr sz="1700" spc="-2" dirty="0">
                <a:latin typeface="Times New Roman"/>
                <a:cs typeface="Times New Roman"/>
              </a:rPr>
              <a:t>s</a:t>
            </a:r>
            <a:r>
              <a:rPr sz="1700" spc="-7" dirty="0">
                <a:latin typeface="Times New Roman"/>
                <a:cs typeface="Times New Roman"/>
              </a:rPr>
              <a:t>o</a:t>
            </a:r>
            <a:r>
              <a:rPr sz="1700" spc="-5" dirty="0">
                <a:latin typeface="Times New Roman"/>
                <a:cs typeface="Times New Roman"/>
              </a:rPr>
              <a:t>lved</a:t>
            </a:r>
            <a:r>
              <a:rPr sz="1700" spc="19" dirty="0">
                <a:latin typeface="Times New Roman"/>
                <a:cs typeface="Times New Roman"/>
              </a:rPr>
              <a:t> </a:t>
            </a:r>
            <a:r>
              <a:rPr sz="1700" dirty="0">
                <a:latin typeface="Times New Roman"/>
                <a:cs typeface="Times New Roman"/>
              </a:rPr>
              <a:t>by</a:t>
            </a:r>
            <a:r>
              <a:rPr sz="1700" spc="22"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ndsh</a:t>
            </a:r>
            <a:r>
              <a:rPr sz="1700" spc="-2" dirty="0">
                <a:latin typeface="Times New Roman"/>
                <a:cs typeface="Times New Roman"/>
              </a:rPr>
              <a:t>a</a:t>
            </a:r>
            <a:r>
              <a:rPr sz="1700" spc="-5" dirty="0">
                <a:latin typeface="Times New Roman"/>
                <a:cs typeface="Times New Roman"/>
              </a:rPr>
              <a:t>king</a:t>
            </a:r>
            <a:r>
              <a:rPr sz="1700" spc="22" dirty="0">
                <a:latin typeface="Times New Roman"/>
                <a:cs typeface="Times New Roman"/>
              </a:rPr>
              <a:t> </a:t>
            </a:r>
            <a:r>
              <a:rPr sz="1700" spc="-5" dirty="0">
                <a:latin typeface="Times New Roman"/>
                <a:cs typeface="Times New Roman"/>
              </a:rPr>
              <a:t>method.</a:t>
            </a:r>
            <a:r>
              <a:rPr sz="1700" spc="22" dirty="0">
                <a:latin typeface="Times New Roman"/>
                <a:cs typeface="Times New Roman"/>
              </a:rPr>
              <a:t> </a:t>
            </a:r>
            <a:r>
              <a:rPr sz="1700" spc="-5" dirty="0">
                <a:latin typeface="Times New Roman"/>
                <a:cs typeface="Times New Roman"/>
              </a:rPr>
              <a:t>The</a:t>
            </a:r>
            <a:r>
              <a:rPr sz="1700" spc="19"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ndsh</a:t>
            </a:r>
            <a:r>
              <a:rPr sz="1700" spc="-2" dirty="0">
                <a:latin typeface="Times New Roman"/>
                <a:cs typeface="Times New Roman"/>
              </a:rPr>
              <a:t>a</a:t>
            </a:r>
            <a:r>
              <a:rPr sz="1700" spc="-5" dirty="0">
                <a:latin typeface="Times New Roman"/>
                <a:cs typeface="Times New Roman"/>
              </a:rPr>
              <a:t>king</a:t>
            </a:r>
            <a:r>
              <a:rPr sz="1700" spc="22" dirty="0">
                <a:latin typeface="Times New Roman"/>
                <a:cs typeface="Times New Roman"/>
              </a:rPr>
              <a:t> </a:t>
            </a:r>
            <a:r>
              <a:rPr sz="1700" spc="-5" dirty="0">
                <a:latin typeface="Times New Roman"/>
                <a:cs typeface="Times New Roman"/>
              </a:rPr>
              <a:t>method</a:t>
            </a:r>
            <a:r>
              <a:rPr sz="1700" spc="22" dirty="0">
                <a:latin typeface="Times New Roman"/>
                <a:cs typeface="Times New Roman"/>
              </a:rPr>
              <a:t> </a:t>
            </a:r>
            <a:r>
              <a:rPr sz="1700" spc="-2" dirty="0">
                <a:latin typeface="Times New Roman"/>
                <a:cs typeface="Times New Roman"/>
              </a:rPr>
              <a:t>introdu</a:t>
            </a:r>
            <a:r>
              <a:rPr sz="1700" spc="-10" dirty="0">
                <a:latin typeface="Times New Roman"/>
                <a:cs typeface="Times New Roman"/>
              </a:rPr>
              <a:t>c</a:t>
            </a:r>
            <a:r>
              <a:rPr sz="1700" spc="-7" dirty="0">
                <a:latin typeface="Times New Roman"/>
                <a:cs typeface="Times New Roman"/>
              </a:rPr>
              <a:t>e</a:t>
            </a:r>
            <a:r>
              <a:rPr sz="1700" dirty="0">
                <a:latin typeface="Times New Roman"/>
                <a:cs typeface="Times New Roman"/>
              </a:rPr>
              <a:t>s</a:t>
            </a:r>
            <a:r>
              <a:rPr sz="1700" spc="22" dirty="0">
                <a:latin typeface="Times New Roman"/>
                <a:cs typeface="Times New Roman"/>
              </a:rPr>
              <a:t> </a:t>
            </a:r>
            <a:r>
              <a:rPr sz="1700" spc="-5" dirty="0">
                <a:latin typeface="Times New Roman"/>
                <a:cs typeface="Times New Roman"/>
              </a:rPr>
              <a:t>a</a:t>
            </a:r>
            <a:r>
              <a:rPr sz="1700" spc="-2" dirty="0">
                <a:latin typeface="Times New Roman"/>
                <a:cs typeface="Times New Roman"/>
              </a:rPr>
              <a:t> se</a:t>
            </a:r>
            <a:r>
              <a:rPr sz="1700" spc="-7" dirty="0">
                <a:latin typeface="Times New Roman"/>
                <a:cs typeface="Times New Roman"/>
              </a:rPr>
              <a:t>c</a:t>
            </a:r>
            <a:r>
              <a:rPr sz="1700" dirty="0">
                <a:latin typeface="Times New Roman"/>
                <a:cs typeface="Times New Roman"/>
              </a:rPr>
              <a:t>ond </a:t>
            </a:r>
            <a:r>
              <a:rPr sz="1700" spc="-7" dirty="0">
                <a:latin typeface="Times New Roman"/>
                <a:cs typeface="Times New Roman"/>
              </a:rPr>
              <a:t>c</a:t>
            </a:r>
            <a:r>
              <a:rPr sz="1700" spc="-2" dirty="0">
                <a:latin typeface="Times New Roman"/>
                <a:cs typeface="Times New Roman"/>
              </a:rPr>
              <a:t>ontrol</a:t>
            </a:r>
            <a:r>
              <a:rPr sz="1700" dirty="0">
                <a:latin typeface="Times New Roman"/>
                <a:cs typeface="Times New Roman"/>
              </a:rPr>
              <a:t> </a:t>
            </a:r>
            <a:r>
              <a:rPr sz="1700" spc="-5" dirty="0">
                <a:latin typeface="Times New Roman"/>
                <a:cs typeface="Times New Roman"/>
              </a:rPr>
              <a:t>sign</a:t>
            </a:r>
            <a:r>
              <a:rPr sz="1700" spc="-7" dirty="0">
                <a:latin typeface="Times New Roman"/>
                <a:cs typeface="Times New Roman"/>
              </a:rPr>
              <a:t>a</a:t>
            </a:r>
            <a:r>
              <a:rPr sz="1700" spc="-2" dirty="0">
                <a:latin typeface="Times New Roman"/>
                <a:cs typeface="Times New Roman"/>
              </a:rPr>
              <a:t>l</a:t>
            </a:r>
            <a:r>
              <a:rPr sz="1700" dirty="0">
                <a:latin typeface="Times New Roman"/>
                <a:cs typeface="Times New Roman"/>
              </a:rPr>
              <a:t> </a:t>
            </a:r>
            <a:r>
              <a:rPr sz="1700" spc="-2" dirty="0">
                <a:latin typeface="Times New Roman"/>
                <a:cs typeface="Times New Roman"/>
              </a:rPr>
              <a:t>line th</a:t>
            </a:r>
            <a:r>
              <a:rPr sz="1700" spc="-7" dirty="0">
                <a:latin typeface="Times New Roman"/>
                <a:cs typeface="Times New Roman"/>
              </a:rPr>
              <a:t>a</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plays</a:t>
            </a:r>
            <a:r>
              <a:rPr sz="1700" dirty="0">
                <a:latin typeface="Times New Roman"/>
                <a:cs typeface="Times New Roman"/>
              </a:rPr>
              <a:t> </a:t>
            </a:r>
            <a:r>
              <a:rPr sz="1700" spc="-2" dirty="0">
                <a:latin typeface="Times New Roman"/>
                <a:cs typeface="Times New Roman"/>
              </a:rPr>
              <a:t>the unit</a:t>
            </a:r>
            <a:r>
              <a:rPr sz="1700"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2" dirty="0">
                <a:latin typeface="Times New Roman"/>
                <a:cs typeface="Times New Roman"/>
              </a:rPr>
              <a:t>initiat</a:t>
            </a:r>
            <a:r>
              <a:rPr sz="1700" spc="-7" dirty="0">
                <a:latin typeface="Times New Roman"/>
                <a:cs typeface="Times New Roman"/>
              </a:rPr>
              <a:t>e</a:t>
            </a:r>
            <a:r>
              <a:rPr sz="1700" dirty="0">
                <a:latin typeface="Times New Roman"/>
                <a:cs typeface="Times New Roman"/>
              </a:rPr>
              <a:t>s</a:t>
            </a:r>
            <a:r>
              <a:rPr sz="1700" spc="-2" dirty="0">
                <a:latin typeface="Times New Roman"/>
                <a:cs typeface="Times New Roman"/>
              </a:rPr>
              <a:t> the tr</a:t>
            </a:r>
            <a:r>
              <a:rPr sz="1700" spc="-10" dirty="0">
                <a:latin typeface="Times New Roman"/>
                <a:cs typeface="Times New Roman"/>
              </a:rPr>
              <a:t>a</a:t>
            </a:r>
            <a:r>
              <a:rPr sz="1700" dirty="0">
                <a:latin typeface="Times New Roman"/>
                <a:cs typeface="Times New Roman"/>
              </a:rPr>
              <a:t>nsf</a:t>
            </a:r>
            <a:r>
              <a:rPr sz="1700" spc="-5" dirty="0">
                <a:latin typeface="Times New Roman"/>
                <a:cs typeface="Times New Roman"/>
              </a:rPr>
              <a:t>e</a:t>
            </a:r>
            <a:r>
              <a:rPr sz="1700" dirty="0">
                <a:latin typeface="Times New Roman"/>
                <a:cs typeface="Times New Roman"/>
              </a:rPr>
              <a:t>r.</a:t>
            </a:r>
          </a:p>
        </p:txBody>
      </p:sp>
    </p:spTree>
    <p:extLst>
      <p:ext uri="{BB962C8B-B14F-4D97-AF65-F5344CB8AC3E}">
        <p14:creationId xmlns:p14="http://schemas.microsoft.com/office/powerpoint/2010/main" val="138394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9CBE8-5296-5171-6187-C81544E267B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2A9202D-ACBD-1E30-044A-0B5CB7ADAAB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88488496-9BF8-3975-FE46-BAA4DF7396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3D25E2BA-B09D-9A49-20A7-CBCDB5AB2B8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9EDD1833-A1FF-00BA-5E00-31742241C95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9BEB30F0-F252-6B42-647E-D32FA20F70C1}"/>
              </a:ext>
            </a:extLst>
          </p:cNvPr>
          <p:cNvSpPr txBox="1"/>
          <p:nvPr/>
        </p:nvSpPr>
        <p:spPr>
          <a:xfrm>
            <a:off x="1143000" y="1047750"/>
            <a:ext cx="6858000" cy="2769989"/>
          </a:xfrm>
          <a:prstGeom prst="rect">
            <a:avLst/>
          </a:prstGeom>
        </p:spPr>
        <p:txBody>
          <a:bodyPr vert="horz" wrap="square" lIns="0" tIns="0" rIns="0" bIns="0" rtlCol="0">
            <a:spAutoFit/>
          </a:bodyPr>
          <a:lstStyle/>
          <a:p>
            <a:pPr marL="6109" marR="5192" algn="just">
              <a:spcBef>
                <a:spcPts val="387"/>
              </a:spcBef>
            </a:pPr>
            <a:r>
              <a:rPr sz="1700" spc="-10" dirty="0">
                <a:latin typeface="Times New Roman"/>
                <a:cs typeface="Times New Roman"/>
              </a:rPr>
              <a:t>I</a:t>
            </a:r>
            <a:r>
              <a:rPr sz="1700" dirty="0">
                <a:latin typeface="Times New Roman"/>
                <a:cs typeface="Times New Roman"/>
              </a:rPr>
              <a:t>n</a:t>
            </a:r>
            <a:r>
              <a:rPr sz="1700" spc="34" dirty="0">
                <a:latin typeface="Times New Roman"/>
                <a:cs typeface="Times New Roman"/>
              </a:rPr>
              <a:t> </a:t>
            </a:r>
            <a:r>
              <a:rPr sz="1700" spc="-2" dirty="0">
                <a:latin typeface="Times New Roman"/>
                <a:cs typeface="Times New Roman"/>
              </a:rPr>
              <a:t>thi</a:t>
            </a:r>
            <a:r>
              <a:rPr sz="1700" dirty="0">
                <a:latin typeface="Times New Roman"/>
                <a:cs typeface="Times New Roman"/>
              </a:rPr>
              <a:t>s</a:t>
            </a:r>
            <a:r>
              <a:rPr sz="1700" spc="34" dirty="0">
                <a:latin typeface="Times New Roman"/>
                <a:cs typeface="Times New Roman"/>
              </a:rPr>
              <a:t> </a:t>
            </a:r>
            <a:r>
              <a:rPr sz="1700" spc="-5" dirty="0">
                <a:latin typeface="Times New Roman"/>
                <a:cs typeface="Times New Roman"/>
              </a:rPr>
              <a:t>method,</a:t>
            </a:r>
            <a:r>
              <a:rPr sz="1700" spc="31" dirty="0">
                <a:latin typeface="Times New Roman"/>
                <a:cs typeface="Times New Roman"/>
              </a:rPr>
              <a:t> </a:t>
            </a:r>
            <a:r>
              <a:rPr sz="1700" dirty="0">
                <a:latin typeface="Times New Roman"/>
                <a:cs typeface="Times New Roman"/>
              </a:rPr>
              <a:t>o</a:t>
            </a:r>
            <a:r>
              <a:rPr sz="1700" spc="5" dirty="0">
                <a:latin typeface="Times New Roman"/>
                <a:cs typeface="Times New Roman"/>
              </a:rPr>
              <a:t>n</a:t>
            </a:r>
            <a:r>
              <a:rPr sz="1700" spc="-5" dirty="0">
                <a:latin typeface="Times New Roman"/>
                <a:cs typeface="Times New Roman"/>
              </a:rPr>
              <a:t>e</a:t>
            </a:r>
            <a:r>
              <a:rPr sz="1700" spc="31" dirty="0">
                <a:latin typeface="Times New Roman"/>
                <a:cs typeface="Times New Roman"/>
              </a:rPr>
              <a:t> </a:t>
            </a:r>
            <a:r>
              <a:rPr sz="1700" spc="-7" dirty="0">
                <a:latin typeface="Times New Roman"/>
                <a:cs typeface="Times New Roman"/>
              </a:rPr>
              <a:t>c</a:t>
            </a:r>
            <a:r>
              <a:rPr sz="1700" spc="-5" dirty="0">
                <a:latin typeface="Times New Roman"/>
                <a:cs typeface="Times New Roman"/>
              </a:rPr>
              <a:t>on</a:t>
            </a:r>
            <a:r>
              <a:rPr sz="1700" dirty="0">
                <a:latin typeface="Times New Roman"/>
                <a:cs typeface="Times New Roman"/>
              </a:rPr>
              <a:t>t</a:t>
            </a:r>
            <a:r>
              <a:rPr sz="1700" spc="-2" dirty="0">
                <a:latin typeface="Times New Roman"/>
                <a:cs typeface="Times New Roman"/>
              </a:rPr>
              <a:t>rol</a:t>
            </a:r>
            <a:r>
              <a:rPr sz="1700" spc="31" dirty="0">
                <a:latin typeface="Times New Roman"/>
                <a:cs typeface="Times New Roman"/>
              </a:rPr>
              <a:t> </a:t>
            </a:r>
            <a:r>
              <a:rPr sz="1700" spc="-2" dirty="0">
                <a:latin typeface="Times New Roman"/>
                <a:cs typeface="Times New Roman"/>
              </a:rPr>
              <a:t>line</a:t>
            </a:r>
            <a:r>
              <a:rPr sz="1700" spc="31" dirty="0">
                <a:latin typeface="Times New Roman"/>
                <a:cs typeface="Times New Roman"/>
              </a:rPr>
              <a:t> </a:t>
            </a:r>
            <a:r>
              <a:rPr sz="1700" spc="-2" dirty="0">
                <a:latin typeface="Times New Roman"/>
                <a:cs typeface="Times New Roman"/>
              </a:rPr>
              <a:t>is</a:t>
            </a:r>
            <a:r>
              <a:rPr sz="1700" spc="34" dirty="0">
                <a:latin typeface="Times New Roman"/>
                <a:cs typeface="Times New Roman"/>
              </a:rPr>
              <a:t> </a:t>
            </a:r>
            <a:r>
              <a:rPr sz="1700" spc="-2" dirty="0">
                <a:latin typeface="Times New Roman"/>
                <a:cs typeface="Times New Roman"/>
              </a:rPr>
              <a:t>in</a:t>
            </a:r>
            <a:r>
              <a:rPr sz="1700" spc="34"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2" dirty="0">
                <a:latin typeface="Times New Roman"/>
                <a:cs typeface="Times New Roman"/>
              </a:rPr>
              <a:t>sa</a:t>
            </a:r>
            <a:r>
              <a:rPr sz="1700" spc="-5" dirty="0">
                <a:latin typeface="Times New Roman"/>
                <a:cs typeface="Times New Roman"/>
              </a:rPr>
              <a:t>me</a:t>
            </a:r>
            <a:r>
              <a:rPr sz="1700" spc="31" dirty="0">
                <a:latin typeface="Times New Roman"/>
                <a:cs typeface="Times New Roman"/>
              </a:rPr>
              <a:t> </a:t>
            </a:r>
            <a:r>
              <a:rPr sz="1700" spc="-5" dirty="0">
                <a:latin typeface="Times New Roman"/>
                <a:cs typeface="Times New Roman"/>
              </a:rPr>
              <a:t>d</a:t>
            </a:r>
            <a:r>
              <a:rPr sz="1700" dirty="0">
                <a:latin typeface="Times New Roman"/>
                <a:cs typeface="Times New Roman"/>
              </a:rPr>
              <a:t>i</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ti</a:t>
            </a:r>
            <a:r>
              <a:rPr sz="1700" dirty="0">
                <a:latin typeface="Times New Roman"/>
                <a:cs typeface="Times New Roman"/>
              </a:rPr>
              <a:t>on</a:t>
            </a:r>
            <a:r>
              <a:rPr sz="1700" spc="34" dirty="0">
                <a:latin typeface="Times New Roman"/>
                <a:cs typeface="Times New Roman"/>
              </a:rPr>
              <a:t> </a:t>
            </a:r>
            <a:r>
              <a:rPr sz="1700" spc="-7" dirty="0">
                <a:latin typeface="Times New Roman"/>
                <a:cs typeface="Times New Roman"/>
              </a:rPr>
              <a:t>a</a:t>
            </a:r>
            <a:r>
              <a:rPr sz="1700" dirty="0">
                <a:latin typeface="Times New Roman"/>
                <a:cs typeface="Times New Roman"/>
              </a:rPr>
              <a:t>s</a:t>
            </a:r>
            <a:r>
              <a:rPr sz="1700" spc="34" dirty="0">
                <a:latin typeface="Times New Roman"/>
                <a:cs typeface="Times New Roman"/>
              </a:rPr>
              <a:t> </a:t>
            </a:r>
            <a:r>
              <a:rPr sz="1700" spc="-2" dirty="0">
                <a:latin typeface="Times New Roman"/>
                <a:cs typeface="Times New Roman"/>
              </a:rPr>
              <a:t>the</a:t>
            </a:r>
            <a:r>
              <a:rPr sz="1700" spc="36"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38" dirty="0">
                <a:latin typeface="Times New Roman"/>
                <a:cs typeface="Times New Roman"/>
              </a:rPr>
              <a:t> </a:t>
            </a:r>
            <a:r>
              <a:rPr sz="1700" dirty="0">
                <a:latin typeface="Times New Roman"/>
                <a:cs typeface="Times New Roman"/>
              </a:rPr>
              <a:t>flow</a:t>
            </a:r>
            <a:r>
              <a:rPr sz="1700" spc="31" dirty="0">
                <a:latin typeface="Times New Roman"/>
                <a:cs typeface="Times New Roman"/>
              </a:rPr>
              <a:t> </a:t>
            </a:r>
            <a:r>
              <a:rPr sz="1700" dirty="0">
                <a:latin typeface="Times New Roman"/>
                <a:cs typeface="Times New Roman"/>
              </a:rPr>
              <a:t>in</a:t>
            </a:r>
            <a:r>
              <a:rPr sz="1700" spc="34"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dirty="0">
                <a:latin typeface="Times New Roman"/>
                <a:cs typeface="Times New Roman"/>
              </a:rPr>
              <a:t>bus</a:t>
            </a:r>
            <a:r>
              <a:rPr sz="1700" spc="34"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34" dirty="0">
                <a:latin typeface="Times New Roman"/>
                <a:cs typeface="Times New Roman"/>
              </a:rPr>
              <a:t> </a:t>
            </a:r>
            <a:r>
              <a:rPr sz="1700" spc="-2" dirty="0">
                <a:latin typeface="Times New Roman"/>
                <a:cs typeface="Times New Roman"/>
              </a:rPr>
              <a:t>the sour</a:t>
            </a:r>
            <a:r>
              <a:rPr sz="1700" spc="-5" dirty="0">
                <a:latin typeface="Times New Roman"/>
                <a:cs typeface="Times New Roman"/>
              </a:rPr>
              <a:t>ce</a:t>
            </a:r>
            <a:r>
              <a:rPr sz="1700" spc="24" dirty="0">
                <a:latin typeface="Times New Roman"/>
                <a:cs typeface="Times New Roman"/>
              </a:rPr>
              <a:t> </a:t>
            </a:r>
            <a:r>
              <a:rPr sz="1700" spc="-2" dirty="0">
                <a:latin typeface="Times New Roman"/>
                <a:cs typeface="Times New Roman"/>
              </a:rPr>
              <a:t>to</a:t>
            </a:r>
            <a:r>
              <a:rPr sz="1700" spc="29"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26" dirty="0">
                <a:latin typeface="Times New Roman"/>
                <a:cs typeface="Times New Roman"/>
              </a:rPr>
              <a:t> </a:t>
            </a:r>
            <a:r>
              <a:rPr sz="1700" spc="-5" dirty="0">
                <a:latin typeface="Times New Roman"/>
                <a:cs typeface="Times New Roman"/>
              </a:rPr>
              <a:t>The</a:t>
            </a:r>
            <a:r>
              <a:rPr sz="1700" spc="24" dirty="0">
                <a:latin typeface="Times New Roman"/>
                <a:cs typeface="Times New Roman"/>
              </a:rPr>
              <a:t> </a:t>
            </a:r>
            <a:r>
              <a:rPr sz="1700" spc="-2" dirty="0">
                <a:latin typeface="Times New Roman"/>
                <a:cs typeface="Times New Roman"/>
              </a:rPr>
              <a:t>sour</a:t>
            </a:r>
            <a:r>
              <a:rPr sz="1700" spc="-5" dirty="0">
                <a:latin typeface="Times New Roman"/>
                <a:cs typeface="Times New Roman"/>
              </a:rPr>
              <a:t>ce</a:t>
            </a:r>
            <a:r>
              <a:rPr sz="1700" spc="24" dirty="0">
                <a:latin typeface="Times New Roman"/>
                <a:cs typeface="Times New Roman"/>
              </a:rPr>
              <a:t> </a:t>
            </a:r>
            <a:r>
              <a:rPr sz="1700" spc="-2" dirty="0">
                <a:latin typeface="Times New Roman"/>
                <a:cs typeface="Times New Roman"/>
              </a:rPr>
              <a:t>unit</a:t>
            </a:r>
            <a:r>
              <a:rPr sz="1700" spc="29"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s</a:t>
            </a:r>
            <a:r>
              <a:rPr sz="1700" spc="26" dirty="0">
                <a:latin typeface="Times New Roman"/>
                <a:cs typeface="Times New Roman"/>
              </a:rPr>
              <a:t> </a:t>
            </a:r>
            <a:r>
              <a:rPr sz="1700" spc="-2" dirty="0">
                <a:latin typeface="Times New Roman"/>
                <a:cs typeface="Times New Roman"/>
              </a:rPr>
              <a:t>it</a:t>
            </a:r>
            <a:r>
              <a:rPr sz="1700" spc="29" dirty="0">
                <a:latin typeface="Times New Roman"/>
                <a:cs typeface="Times New Roman"/>
              </a:rPr>
              <a:t> </a:t>
            </a:r>
            <a:r>
              <a:rPr sz="1700" spc="-2" dirty="0">
                <a:latin typeface="Times New Roman"/>
                <a:cs typeface="Times New Roman"/>
              </a:rPr>
              <a:t>to</a:t>
            </a:r>
            <a:r>
              <a:rPr sz="1700" spc="29"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
            </a:r>
            <a:r>
              <a:rPr sz="1700" spc="29"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26" dirty="0">
                <a:latin typeface="Times New Roman"/>
                <a:cs typeface="Times New Roman"/>
              </a:rPr>
              <a:t> </a:t>
            </a:r>
            <a:r>
              <a:rPr sz="1700" spc="-2" dirty="0">
                <a:latin typeface="Times New Roman"/>
                <a:cs typeface="Times New Roman"/>
              </a:rPr>
              <a:t>unit</a:t>
            </a:r>
            <a:r>
              <a:rPr sz="1700" spc="29" dirty="0">
                <a:latin typeface="Times New Roman"/>
                <a:cs typeface="Times New Roman"/>
              </a:rPr>
              <a:t> </a:t>
            </a:r>
            <a:r>
              <a:rPr sz="1700" spc="-2" dirty="0">
                <a:latin typeface="Times New Roman"/>
                <a:cs typeface="Times New Roman"/>
              </a:rPr>
              <a:t>wh</a:t>
            </a:r>
            <a:r>
              <a:rPr sz="1700" spc="-5" dirty="0">
                <a:latin typeface="Times New Roman"/>
                <a:cs typeface="Times New Roman"/>
              </a:rPr>
              <a:t>e</a:t>
            </a:r>
            <a:r>
              <a:rPr sz="1700" spc="-2" dirty="0">
                <a:latin typeface="Times New Roman"/>
                <a:cs typeface="Times New Roman"/>
              </a:rPr>
              <a:t>ther</a:t>
            </a:r>
            <a:r>
              <a:rPr sz="1700" spc="24" dirty="0">
                <a:latin typeface="Times New Roman"/>
                <a:cs typeface="Times New Roman"/>
              </a:rPr>
              <a:t> </a:t>
            </a:r>
            <a:r>
              <a:rPr sz="1700" spc="-2" dirty="0">
                <a:latin typeface="Times New Roman"/>
                <a:cs typeface="Times New Roman"/>
              </a:rPr>
              <a:t>the</a:t>
            </a:r>
            <a:r>
              <a:rPr sz="1700" spc="-7"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5" dirty="0">
                <a:latin typeface="Times New Roman"/>
                <a:cs typeface="Times New Roman"/>
              </a:rPr>
              <a:t> v</a:t>
            </a:r>
            <a:r>
              <a:rPr sz="1700" spc="-7" dirty="0">
                <a:latin typeface="Times New Roman"/>
                <a:cs typeface="Times New Roman"/>
              </a:rPr>
              <a:t>a</a:t>
            </a:r>
            <a:r>
              <a:rPr sz="1700" spc="-2" dirty="0">
                <a:latin typeface="Times New Roman"/>
                <a:cs typeface="Times New Roman"/>
              </a:rPr>
              <a:t>li</a:t>
            </a:r>
            <a:r>
              <a:rPr sz="1700" dirty="0">
                <a:latin typeface="Times New Roman"/>
                <a:cs typeface="Times New Roman"/>
              </a:rPr>
              <a:t>d </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t</a:t>
            </a:r>
            <a:r>
              <a:rPr sz="1700" spc="-5" dirty="0">
                <a:latin typeface="Times New Roman"/>
                <a:cs typeface="Times New Roman"/>
              </a:rPr>
              <a:t>a</a:t>
            </a:r>
            <a:r>
              <a:rPr sz="1700" spc="-2" dirty="0">
                <a:latin typeface="Times New Roman"/>
                <a:cs typeface="Times New Roman"/>
              </a:rPr>
              <a:t> in the </a:t>
            </a:r>
            <a:r>
              <a:rPr sz="1700" dirty="0">
                <a:latin typeface="Times New Roman"/>
                <a:cs typeface="Times New Roman"/>
              </a:rPr>
              <a:t>bus.</a:t>
            </a:r>
          </a:p>
          <a:p>
            <a:pPr marL="6109" marR="3054" algn="just">
              <a:spcBef>
                <a:spcPts val="368"/>
              </a:spcBef>
            </a:pPr>
            <a:endParaRPr lang="en-US" sz="1700" spc="-5" dirty="0">
              <a:latin typeface="Times New Roman"/>
              <a:cs typeface="Times New Roman"/>
            </a:endParaRPr>
          </a:p>
          <a:p>
            <a:pPr marL="6109" marR="3054" algn="just">
              <a:spcBef>
                <a:spcPts val="368"/>
              </a:spcBef>
            </a:pPr>
            <a:r>
              <a:rPr sz="1700" spc="-5" dirty="0">
                <a:latin typeface="Times New Roman"/>
                <a:cs typeface="Times New Roman"/>
              </a:rPr>
              <a:t>The</a:t>
            </a:r>
            <a:r>
              <a:rPr sz="1700" spc="-34" dirty="0">
                <a:latin typeface="Times New Roman"/>
                <a:cs typeface="Times New Roman"/>
              </a:rPr>
              <a:t> </a:t>
            </a:r>
            <a:r>
              <a:rPr sz="1700" spc="-2" dirty="0">
                <a:latin typeface="Times New Roman"/>
                <a:cs typeface="Times New Roman"/>
              </a:rPr>
              <a:t>other</a:t>
            </a:r>
            <a:r>
              <a:rPr sz="1700" spc="-34"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a:t>
            </a:r>
            <a:r>
              <a:rPr sz="1700" spc="-29" dirty="0">
                <a:latin typeface="Times New Roman"/>
                <a:cs typeface="Times New Roman"/>
              </a:rPr>
              <a:t> </a:t>
            </a:r>
            <a:r>
              <a:rPr sz="1700" spc="-2" dirty="0">
                <a:latin typeface="Times New Roman"/>
                <a:cs typeface="Times New Roman"/>
              </a:rPr>
              <a:t>line</a:t>
            </a:r>
            <a:r>
              <a:rPr sz="1700" spc="-31"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spc="-2" dirty="0">
                <a:latin typeface="Times New Roman"/>
                <a:cs typeface="Times New Roman"/>
              </a:rPr>
              <a:t>in</a:t>
            </a:r>
            <a:r>
              <a:rPr sz="1700" spc="-29"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2" dirty="0">
                <a:latin typeface="Times New Roman"/>
                <a:cs typeface="Times New Roman"/>
              </a:rPr>
              <a:t>other</a:t>
            </a:r>
            <a:r>
              <a:rPr sz="1700" spc="-34" dirty="0">
                <a:latin typeface="Times New Roman"/>
                <a:cs typeface="Times New Roman"/>
              </a:rPr>
              <a:t> </a:t>
            </a:r>
            <a:r>
              <a:rPr sz="1700" spc="-2" dirty="0">
                <a:latin typeface="Times New Roman"/>
                <a:cs typeface="Times New Roman"/>
              </a:rPr>
              <a:t>dir</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ti</a:t>
            </a:r>
            <a:r>
              <a:rPr sz="1700" dirty="0">
                <a:latin typeface="Times New Roman"/>
                <a:cs typeface="Times New Roman"/>
              </a:rPr>
              <a:t>on</a:t>
            </a:r>
            <a:r>
              <a:rPr sz="1700" spc="-29"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spc="-24"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29" dirty="0">
                <a:latin typeface="Times New Roman"/>
                <a:cs typeface="Times New Roman"/>
              </a:rPr>
              <a:t> </a:t>
            </a:r>
            <a:r>
              <a:rPr sz="1700" spc="-2" dirty="0">
                <a:latin typeface="Times New Roman"/>
                <a:cs typeface="Times New Roman"/>
              </a:rPr>
              <a:t>to</a:t>
            </a:r>
            <a:r>
              <a:rPr sz="1700" spc="-29"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2" dirty="0">
                <a:latin typeface="Times New Roman"/>
                <a:cs typeface="Times New Roman"/>
              </a:rPr>
              <a:t>so</a:t>
            </a:r>
            <a:r>
              <a:rPr sz="1700" spc="-7" dirty="0">
                <a:latin typeface="Times New Roman"/>
                <a:cs typeface="Times New Roman"/>
              </a:rPr>
              <a:t>u</a:t>
            </a:r>
            <a:r>
              <a:rPr sz="1700" spc="-2" dirty="0">
                <a:latin typeface="Times New Roman"/>
                <a:cs typeface="Times New Roman"/>
              </a:rPr>
              <a:t>r</a:t>
            </a:r>
            <a:r>
              <a:rPr sz="1700" spc="-10" dirty="0">
                <a:latin typeface="Times New Roman"/>
                <a:cs typeface="Times New Roman"/>
              </a:rPr>
              <a:t>c</a:t>
            </a:r>
            <a:r>
              <a:rPr sz="1700" spc="-7" dirty="0">
                <a:latin typeface="Times New Roman"/>
                <a:cs typeface="Times New Roman"/>
              </a:rPr>
              <a:t>e</a:t>
            </a:r>
            <a:r>
              <a:rPr sz="1700" dirty="0">
                <a:latin typeface="Times New Roman"/>
                <a:cs typeface="Times New Roman"/>
              </a:rPr>
              <a:t>.</a:t>
            </a:r>
            <a:r>
              <a:rPr sz="1700" spc="-29" dirty="0">
                <a:latin typeface="Times New Roman"/>
                <a:cs typeface="Times New Roman"/>
              </a:rPr>
              <a:t> </a:t>
            </a:r>
            <a:r>
              <a:rPr sz="1700" spc="-5" dirty="0">
                <a:latin typeface="Times New Roman"/>
                <a:cs typeface="Times New Roman"/>
              </a:rPr>
              <a:t>This</a:t>
            </a:r>
            <a:r>
              <a:rPr sz="1700" spc="-29" dirty="0">
                <a:latin typeface="Times New Roman"/>
                <a:cs typeface="Times New Roman"/>
              </a:rPr>
              <a:t> </a:t>
            </a:r>
            <a:r>
              <a:rPr sz="1700" spc="-2" dirty="0">
                <a:latin typeface="Times New Roman"/>
                <a:cs typeface="Times New Roman"/>
              </a:rPr>
              <a:t>is</a:t>
            </a:r>
            <a:r>
              <a:rPr sz="1700" spc="-29" dirty="0">
                <a:latin typeface="Times New Roman"/>
                <a:cs typeface="Times New Roman"/>
              </a:rPr>
              <a:t> </a:t>
            </a:r>
            <a:r>
              <a:rPr sz="1700" spc="-5" dirty="0">
                <a:latin typeface="Times New Roman"/>
                <a:cs typeface="Times New Roman"/>
              </a:rPr>
              <a:t>b</a:t>
            </a:r>
            <a:r>
              <a:rPr sz="1700" spc="-7" dirty="0">
                <a:latin typeface="Times New Roman"/>
                <a:cs typeface="Times New Roman"/>
              </a:rPr>
              <a:t>eca</a:t>
            </a:r>
            <a:r>
              <a:rPr sz="1700" dirty="0">
                <a:latin typeface="Times New Roman"/>
                <a:cs typeface="Times New Roman"/>
              </a:rPr>
              <a:t>u</a:t>
            </a:r>
            <a:r>
              <a:rPr sz="1700" spc="5" dirty="0">
                <a:latin typeface="Times New Roman"/>
                <a:cs typeface="Times New Roman"/>
              </a:rPr>
              <a:t>s</a:t>
            </a:r>
            <a:r>
              <a:rPr sz="1700" spc="-5" dirty="0">
                <a:latin typeface="Times New Roman"/>
                <a:cs typeface="Times New Roman"/>
              </a:rPr>
              <a:t>e</a:t>
            </a:r>
            <a:r>
              <a:rPr sz="1700" spc="-2" dirty="0">
                <a:latin typeface="Times New Roman"/>
                <a:cs typeface="Times New Roman"/>
              </a:rPr>
              <a:t> the</a:t>
            </a:r>
            <a:r>
              <a:rPr sz="1700" spc="14"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14" dirty="0">
                <a:latin typeface="Times New Roman"/>
                <a:cs typeface="Times New Roman"/>
              </a:rPr>
              <a:t> </a:t>
            </a:r>
            <a:r>
              <a:rPr sz="1700" spc="-2" dirty="0">
                <a:latin typeface="Times New Roman"/>
                <a:cs typeface="Times New Roman"/>
              </a:rPr>
              <a:t>unit</a:t>
            </a:r>
            <a:r>
              <a:rPr sz="1700" spc="17" dirty="0">
                <a:latin typeface="Times New Roman"/>
                <a:cs typeface="Times New Roman"/>
              </a:rPr>
              <a:t> </a:t>
            </a:r>
            <a:r>
              <a:rPr sz="1700" dirty="0">
                <a:latin typeface="Times New Roman"/>
                <a:cs typeface="Times New Roman"/>
              </a:rPr>
              <a:t>us</a:t>
            </a:r>
            <a:r>
              <a:rPr sz="1700" spc="-2" dirty="0">
                <a:latin typeface="Times New Roman"/>
                <a:cs typeface="Times New Roman"/>
              </a:rPr>
              <a:t>e</a:t>
            </a:r>
            <a:r>
              <a:rPr sz="1700" dirty="0">
                <a:latin typeface="Times New Roman"/>
                <a:cs typeface="Times New Roman"/>
              </a:rPr>
              <a:t>s</a:t>
            </a:r>
            <a:r>
              <a:rPr sz="1700" spc="17" dirty="0">
                <a:latin typeface="Times New Roman"/>
                <a:cs typeface="Times New Roman"/>
              </a:rPr>
              <a:t> </a:t>
            </a:r>
            <a:r>
              <a:rPr sz="1700" spc="-2" dirty="0">
                <a:latin typeface="Times New Roman"/>
                <a:cs typeface="Times New Roman"/>
              </a:rPr>
              <a:t>it</a:t>
            </a:r>
            <a:r>
              <a:rPr sz="1700" spc="17" dirty="0">
                <a:latin typeface="Times New Roman"/>
                <a:cs typeface="Times New Roman"/>
              </a:rPr>
              <a:t> </a:t>
            </a:r>
            <a:r>
              <a:rPr sz="1700" spc="-2" dirty="0">
                <a:latin typeface="Times New Roman"/>
                <a:cs typeface="Times New Roman"/>
              </a:rPr>
              <a:t>to</a:t>
            </a:r>
            <a:r>
              <a:rPr sz="1700" spc="17" dirty="0">
                <a:latin typeface="Times New Roman"/>
                <a:cs typeface="Times New Roman"/>
              </a:rPr>
              <a:t> </a:t>
            </a:r>
            <a:r>
              <a:rPr sz="1700" spc="-2" dirty="0">
                <a:latin typeface="Times New Roman"/>
                <a:cs typeface="Times New Roman"/>
              </a:rPr>
              <a:t>info</a:t>
            </a:r>
            <a:r>
              <a:rPr sz="1700" spc="-7" dirty="0">
                <a:latin typeface="Times New Roman"/>
                <a:cs typeface="Times New Roman"/>
              </a:rPr>
              <a:t>r</a:t>
            </a:r>
            <a:r>
              <a:rPr sz="1700" spc="-5" dirty="0">
                <a:latin typeface="Times New Roman"/>
                <a:cs typeface="Times New Roman"/>
              </a:rPr>
              <a:t>m</a:t>
            </a:r>
            <a:r>
              <a:rPr sz="1700" spc="17"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2" dirty="0">
                <a:latin typeface="Times New Roman"/>
                <a:cs typeface="Times New Roman"/>
              </a:rPr>
              <a:t>sour</a:t>
            </a:r>
            <a:r>
              <a:rPr sz="1700" spc="-5" dirty="0">
                <a:latin typeface="Times New Roman"/>
                <a:cs typeface="Times New Roman"/>
              </a:rPr>
              <a:t>ce</a:t>
            </a:r>
            <a:r>
              <a:rPr sz="1700" spc="19" dirty="0">
                <a:latin typeface="Times New Roman"/>
                <a:cs typeface="Times New Roman"/>
              </a:rPr>
              <a:t> </a:t>
            </a:r>
            <a:r>
              <a:rPr sz="1700" spc="2" dirty="0">
                <a:latin typeface="Times New Roman"/>
                <a:cs typeface="Times New Roman"/>
              </a:rPr>
              <a:t>w</a:t>
            </a:r>
            <a:r>
              <a:rPr sz="1700" spc="-5" dirty="0">
                <a:latin typeface="Times New Roman"/>
                <a:cs typeface="Times New Roman"/>
              </a:rPr>
              <a:t>h</a:t>
            </a:r>
            <a:r>
              <a:rPr sz="1700" spc="-7" dirty="0">
                <a:latin typeface="Times New Roman"/>
                <a:cs typeface="Times New Roman"/>
              </a:rPr>
              <a:t>e</a:t>
            </a:r>
            <a:r>
              <a:rPr sz="1700" spc="-2" dirty="0">
                <a:latin typeface="Times New Roman"/>
                <a:cs typeface="Times New Roman"/>
              </a:rPr>
              <a:t>ther</a:t>
            </a:r>
            <a:r>
              <a:rPr sz="1700" spc="12" dirty="0">
                <a:latin typeface="Times New Roman"/>
                <a:cs typeface="Times New Roman"/>
              </a:rPr>
              <a:t> </a:t>
            </a:r>
            <a:r>
              <a:rPr sz="1700" spc="-2" dirty="0">
                <a:latin typeface="Times New Roman"/>
                <a:cs typeface="Times New Roman"/>
              </a:rPr>
              <a:t>it</a:t>
            </a:r>
            <a:r>
              <a:rPr sz="1700" spc="17" dirty="0">
                <a:latin typeface="Times New Roman"/>
                <a:cs typeface="Times New Roman"/>
              </a:rPr>
              <a:t> </a:t>
            </a:r>
            <a:r>
              <a:rPr sz="1700" spc="-7" dirty="0">
                <a:latin typeface="Times New Roman"/>
                <a:cs typeface="Times New Roman"/>
              </a:rPr>
              <a:t>ca</a:t>
            </a:r>
            <a:r>
              <a:rPr sz="1700" dirty="0">
                <a:latin typeface="Times New Roman"/>
                <a:cs typeface="Times New Roman"/>
              </a:rPr>
              <a:t>n</a:t>
            </a:r>
            <a:r>
              <a:rPr sz="1700" spc="22" dirty="0">
                <a:latin typeface="Times New Roman"/>
                <a:cs typeface="Times New Roman"/>
              </a:rPr>
              <a:t> </a:t>
            </a:r>
            <a:r>
              <a:rPr sz="1700" spc="-7" dirty="0">
                <a:latin typeface="Times New Roman"/>
                <a:cs typeface="Times New Roman"/>
              </a:rPr>
              <a:t>a</a:t>
            </a:r>
            <a:r>
              <a:rPr sz="1700" spc="-2" dirty="0">
                <a:latin typeface="Times New Roman"/>
                <a:cs typeface="Times New Roman"/>
              </a:rPr>
              <a:t>c</a:t>
            </a:r>
            <a:r>
              <a:rPr sz="1700" spc="-7" dirty="0">
                <a:latin typeface="Times New Roman"/>
                <a:cs typeface="Times New Roman"/>
              </a:rPr>
              <a:t>ce</a:t>
            </a:r>
            <a:r>
              <a:rPr sz="1700" spc="-2" dirty="0">
                <a:latin typeface="Times New Roman"/>
                <a:cs typeface="Times New Roman"/>
              </a:rPr>
              <a:t>pt</a:t>
            </a:r>
            <a:r>
              <a:rPr sz="1700" spc="17"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dirty="0">
                <a:latin typeface="Times New Roman"/>
                <a:cs typeface="Times New Roman"/>
              </a:rPr>
              <a:t>t</a:t>
            </a:r>
            <a:r>
              <a:rPr sz="1700" spc="-7" dirty="0">
                <a:latin typeface="Times New Roman"/>
                <a:cs typeface="Times New Roman"/>
              </a:rPr>
              <a:t>a</a:t>
            </a:r>
            <a:r>
              <a:rPr sz="1700" dirty="0">
                <a:latin typeface="Times New Roman"/>
                <a:cs typeface="Times New Roman"/>
              </a:rPr>
              <a:t>.</a:t>
            </a:r>
            <a:r>
              <a:rPr sz="1700" spc="22" dirty="0">
                <a:latin typeface="Times New Roman"/>
                <a:cs typeface="Times New Roman"/>
              </a:rPr>
              <a:t> </a:t>
            </a:r>
            <a:r>
              <a:rPr sz="1700" spc="-2" dirty="0">
                <a:latin typeface="Times New Roman"/>
                <a:cs typeface="Times New Roman"/>
              </a:rPr>
              <a:t>An</a:t>
            </a:r>
            <a:r>
              <a:rPr sz="1700" dirty="0">
                <a:latin typeface="Times New Roman"/>
                <a:cs typeface="Times New Roman"/>
              </a:rPr>
              <a:t>d</a:t>
            </a:r>
            <a:r>
              <a:rPr sz="1700" spc="14" dirty="0">
                <a:latin typeface="Times New Roman"/>
                <a:cs typeface="Times New Roman"/>
              </a:rPr>
              <a:t> </a:t>
            </a:r>
            <a:r>
              <a:rPr sz="1700" spc="-2" dirty="0">
                <a:latin typeface="Times New Roman"/>
                <a:cs typeface="Times New Roman"/>
              </a:rPr>
              <a:t>in</a:t>
            </a:r>
            <a:r>
              <a:rPr sz="1700" spc="17" dirty="0">
                <a:latin typeface="Times New Roman"/>
                <a:cs typeface="Times New Roman"/>
              </a:rPr>
              <a:t> </a:t>
            </a:r>
            <a:r>
              <a:rPr sz="1700" spc="-2" dirty="0">
                <a:latin typeface="Times New Roman"/>
                <a:cs typeface="Times New Roman"/>
              </a:rPr>
              <a:t>it</a:t>
            </a:r>
            <a:r>
              <a:rPr sz="1700" spc="17"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spc="17" dirty="0">
                <a:latin typeface="Times New Roman"/>
                <a:cs typeface="Times New Roman"/>
              </a:rPr>
              <a:t> </a:t>
            </a:r>
            <a:r>
              <a:rPr sz="1700" spc="-2" dirty="0">
                <a:latin typeface="Times New Roman"/>
                <a:cs typeface="Times New Roman"/>
              </a:rPr>
              <a:t>the se</a:t>
            </a:r>
            <a:r>
              <a:rPr sz="1700" spc="-5" dirty="0">
                <a:latin typeface="Times New Roman"/>
                <a:cs typeface="Times New Roman"/>
              </a:rPr>
              <a:t>qu</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o</a:t>
            </a:r>
            <a:r>
              <a:rPr sz="1700" dirty="0">
                <a:latin typeface="Times New Roman"/>
                <a:cs typeface="Times New Roman"/>
              </a:rPr>
              <a:t>f</a:t>
            </a:r>
            <a:r>
              <a:rPr sz="1700" spc="2" dirty="0">
                <a:latin typeface="Times New Roman"/>
                <a:cs typeface="Times New Roman"/>
              </a:rPr>
              <a:t> </a:t>
            </a:r>
            <a:r>
              <a:rPr sz="1700" spc="-7" dirty="0">
                <a:latin typeface="Times New Roman"/>
                <a:cs typeface="Times New Roman"/>
              </a:rPr>
              <a:t>c</a:t>
            </a:r>
            <a:r>
              <a:rPr sz="1700" spc="-2" dirty="0">
                <a:latin typeface="Times New Roman"/>
                <a:cs typeface="Times New Roman"/>
              </a:rPr>
              <a:t>ontrol</a:t>
            </a:r>
            <a:r>
              <a:rPr sz="1700" spc="5"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5" dirty="0">
                <a:latin typeface="Times New Roman"/>
                <a:cs typeface="Times New Roman"/>
              </a:rPr>
              <a:t>p</a:t>
            </a:r>
            <a:r>
              <a:rPr sz="1700" spc="-2" dirty="0">
                <a:latin typeface="Times New Roman"/>
                <a:cs typeface="Times New Roman"/>
              </a:rPr>
              <a:t>e</a:t>
            </a:r>
            <a:r>
              <a:rPr sz="1700" dirty="0">
                <a:latin typeface="Times New Roman"/>
                <a:cs typeface="Times New Roman"/>
              </a:rPr>
              <a:t>nds</a:t>
            </a:r>
            <a:r>
              <a:rPr sz="1700" spc="5" dirty="0">
                <a:latin typeface="Times New Roman"/>
                <a:cs typeface="Times New Roman"/>
              </a:rPr>
              <a:t> </a:t>
            </a:r>
            <a:r>
              <a:rPr sz="1700" dirty="0">
                <a:latin typeface="Times New Roman"/>
                <a:cs typeface="Times New Roman"/>
              </a:rPr>
              <a:t>on</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2" dirty="0">
                <a:latin typeface="Times New Roman"/>
                <a:cs typeface="Times New Roman"/>
              </a:rPr>
              <a:t>unit</a:t>
            </a:r>
            <a:r>
              <a:rPr sz="1700" spc="5" dirty="0">
                <a:latin typeface="Times New Roman"/>
                <a:cs typeface="Times New Roman"/>
              </a:rPr>
              <a:t> </a:t>
            </a:r>
            <a:r>
              <a:rPr sz="1700" spc="-2" dirty="0">
                <a:latin typeface="Times New Roman"/>
                <a:cs typeface="Times New Roman"/>
              </a:rPr>
              <a:t>that</a:t>
            </a:r>
            <a:r>
              <a:rPr sz="1700" spc="5" dirty="0">
                <a:latin typeface="Times New Roman"/>
                <a:cs typeface="Times New Roman"/>
              </a:rPr>
              <a:t> </a:t>
            </a:r>
            <a:r>
              <a:rPr sz="1700" spc="-2" dirty="0">
                <a:latin typeface="Times New Roman"/>
                <a:cs typeface="Times New Roman"/>
              </a:rPr>
              <a:t>ini</a:t>
            </a:r>
            <a:r>
              <a:rPr sz="1700" spc="-7" dirty="0">
                <a:latin typeface="Times New Roman"/>
                <a:cs typeface="Times New Roman"/>
              </a:rPr>
              <a:t>t</a:t>
            </a:r>
            <a:r>
              <a:rPr sz="1700" spc="-2" dirty="0">
                <a:latin typeface="Times New Roman"/>
                <a:cs typeface="Times New Roman"/>
              </a:rPr>
              <a:t>iat</a:t>
            </a:r>
            <a:r>
              <a:rPr sz="1700" spc="-7" dirty="0">
                <a:latin typeface="Times New Roman"/>
                <a:cs typeface="Times New Roman"/>
              </a:rPr>
              <a:t>e</a:t>
            </a:r>
            <a:r>
              <a:rPr sz="1700" dirty="0">
                <a:latin typeface="Times New Roman"/>
                <a:cs typeface="Times New Roman"/>
              </a:rPr>
              <a:t>s</a:t>
            </a:r>
            <a:r>
              <a:rPr sz="1700" spc="5" dirty="0">
                <a:latin typeface="Times New Roman"/>
                <a:cs typeface="Times New Roman"/>
              </a:rPr>
              <a:t> </a:t>
            </a:r>
            <a:r>
              <a:rPr sz="1700" spc="-2" dirty="0">
                <a:latin typeface="Times New Roman"/>
                <a:cs typeface="Times New Roman"/>
              </a:rPr>
              <a:t>t</a:t>
            </a:r>
            <a:r>
              <a:rPr sz="1700" spc="2" dirty="0">
                <a:latin typeface="Times New Roman"/>
                <a:cs typeface="Times New Roman"/>
              </a:rPr>
              <a:t>h</a:t>
            </a:r>
            <a:r>
              <a:rPr sz="1700" spc="-5" dirty="0">
                <a:latin typeface="Times New Roman"/>
                <a:cs typeface="Times New Roman"/>
              </a:rPr>
              <a:t>e</a:t>
            </a:r>
            <a:r>
              <a:rPr sz="1700" spc="2"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nsfer.</a:t>
            </a:r>
            <a:endParaRPr lang="en-US" sz="1700" spc="2" dirty="0">
              <a:latin typeface="Times New Roman"/>
              <a:cs typeface="Times New Roman"/>
            </a:endParaRPr>
          </a:p>
          <a:p>
            <a:pPr marL="6109" marR="3054" algn="just">
              <a:spcBef>
                <a:spcPts val="368"/>
              </a:spcBef>
            </a:pPr>
            <a:r>
              <a:rPr sz="1700" dirty="0">
                <a:latin typeface="Times New Roman"/>
                <a:cs typeface="Times New Roman"/>
              </a:rPr>
              <a:t>So</a:t>
            </a:r>
            <a:r>
              <a:rPr lang="en-US" sz="1700" dirty="0">
                <a:latin typeface="Times New Roman"/>
                <a:cs typeface="Times New Roman"/>
              </a:rPr>
              <a:t>,</a:t>
            </a:r>
            <a:r>
              <a:rPr sz="1700" spc="5" dirty="0">
                <a:latin typeface="Times New Roman"/>
                <a:cs typeface="Times New Roman"/>
              </a:rPr>
              <a:t> </a:t>
            </a:r>
            <a:r>
              <a:rPr sz="1700" spc="-2" dirty="0">
                <a:latin typeface="Times New Roman"/>
                <a:cs typeface="Times New Roman"/>
              </a:rPr>
              <a:t>it</a:t>
            </a:r>
            <a:r>
              <a:rPr sz="1700" spc="5" dirty="0">
                <a:latin typeface="Times New Roman"/>
                <a:cs typeface="Times New Roman"/>
              </a:rPr>
              <a:t> </a:t>
            </a:r>
            <a:r>
              <a:rPr sz="1700" spc="-5" dirty="0">
                <a:latin typeface="Times New Roman"/>
                <a:cs typeface="Times New Roman"/>
              </a:rPr>
              <a:t>me</a:t>
            </a:r>
            <a:r>
              <a:rPr sz="1700" spc="-10" dirty="0">
                <a:latin typeface="Times New Roman"/>
                <a:cs typeface="Times New Roman"/>
              </a:rPr>
              <a:t>a</a:t>
            </a:r>
            <a:r>
              <a:rPr sz="1700" dirty="0">
                <a:latin typeface="Times New Roman"/>
                <a:cs typeface="Times New Roman"/>
              </a:rPr>
              <a:t>ns</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2" dirty="0">
                <a:latin typeface="Times New Roman"/>
                <a:cs typeface="Times New Roman"/>
              </a:rPr>
              <a:t>se</a:t>
            </a:r>
            <a:r>
              <a:rPr sz="1700" spc="-5" dirty="0">
                <a:latin typeface="Times New Roman"/>
                <a:cs typeface="Times New Roman"/>
              </a:rPr>
              <a:t>qu</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2" dirty="0">
                <a:latin typeface="Times New Roman"/>
                <a:cs typeface="Times New Roman"/>
              </a:rPr>
              <a:t> </a:t>
            </a:r>
            <a:r>
              <a:rPr sz="1700" spc="5" dirty="0">
                <a:latin typeface="Times New Roman"/>
                <a:cs typeface="Times New Roman"/>
              </a:rPr>
              <a:t>o</a:t>
            </a:r>
            <a:r>
              <a:rPr sz="1700" dirty="0">
                <a:latin typeface="Times New Roman"/>
                <a:cs typeface="Times New Roman"/>
              </a:rPr>
              <a:t>f </a:t>
            </a:r>
            <a:r>
              <a:rPr sz="1700" spc="-7" dirty="0">
                <a:latin typeface="Times New Roman"/>
                <a:cs typeface="Times New Roman"/>
              </a:rPr>
              <a:t>c</a:t>
            </a:r>
            <a:r>
              <a:rPr sz="1700" spc="-2" dirty="0">
                <a:latin typeface="Times New Roman"/>
                <a:cs typeface="Times New Roman"/>
              </a:rPr>
              <a:t>ontrol</a:t>
            </a:r>
            <a:r>
              <a:rPr sz="1700" dirty="0">
                <a:latin typeface="Times New Roman"/>
                <a:cs typeface="Times New Roman"/>
              </a:rPr>
              <a:t> </a:t>
            </a:r>
            <a:r>
              <a:rPr sz="1700" spc="-5" dirty="0">
                <a:latin typeface="Times New Roman"/>
                <a:cs typeface="Times New Roman"/>
              </a:rPr>
              <a:t>de</a:t>
            </a:r>
            <a:r>
              <a:rPr sz="1700" spc="-7" dirty="0">
                <a:latin typeface="Times New Roman"/>
                <a:cs typeface="Times New Roman"/>
              </a:rPr>
              <a:t>pe</a:t>
            </a:r>
            <a:r>
              <a:rPr sz="1700" dirty="0">
                <a:latin typeface="Times New Roman"/>
                <a:cs typeface="Times New Roman"/>
              </a:rPr>
              <a:t>nds</a:t>
            </a:r>
            <a:r>
              <a:rPr sz="1700" spc="-2" dirty="0">
                <a:latin typeface="Times New Roman"/>
                <a:cs typeface="Times New Roman"/>
              </a:rPr>
              <a:t> </a:t>
            </a:r>
            <a:r>
              <a:rPr sz="1700" dirty="0">
                <a:latin typeface="Times New Roman"/>
                <a:cs typeface="Times New Roman"/>
              </a:rPr>
              <a:t>on </a:t>
            </a:r>
            <a:r>
              <a:rPr sz="1700" spc="-2" dirty="0">
                <a:latin typeface="Times New Roman"/>
                <a:cs typeface="Times New Roman"/>
              </a:rPr>
              <a:t>w</a:t>
            </a:r>
            <a:r>
              <a:rPr sz="1700" spc="2" dirty="0">
                <a:latin typeface="Times New Roman"/>
                <a:cs typeface="Times New Roman"/>
              </a:rPr>
              <a:t>h</a:t>
            </a:r>
            <a:r>
              <a:rPr sz="1700" spc="-7" dirty="0">
                <a:latin typeface="Times New Roman"/>
                <a:cs typeface="Times New Roman"/>
              </a:rPr>
              <a:t>e</a:t>
            </a:r>
            <a:r>
              <a:rPr sz="1700" spc="-2" dirty="0">
                <a:latin typeface="Times New Roman"/>
                <a:cs typeface="Times New Roman"/>
              </a:rPr>
              <a:t>ther</a:t>
            </a:r>
            <a:r>
              <a:rPr sz="1700" spc="-5" dirty="0">
                <a:latin typeface="Times New Roman"/>
                <a:cs typeface="Times New Roman"/>
              </a:rPr>
              <a:t> </a:t>
            </a:r>
            <a:r>
              <a:rPr sz="1700" spc="-2" dirty="0">
                <a:latin typeface="Times New Roman"/>
                <a:cs typeface="Times New Roman"/>
              </a:rPr>
              <a:t>the t</a:t>
            </a:r>
            <a:r>
              <a:rPr sz="1700" spc="-5" dirty="0">
                <a:latin typeface="Times New Roman"/>
                <a:cs typeface="Times New Roman"/>
              </a:rPr>
              <a:t>ra</a:t>
            </a:r>
            <a:r>
              <a:rPr sz="1700" dirty="0">
                <a:latin typeface="Times New Roman"/>
                <a:cs typeface="Times New Roman"/>
              </a:rPr>
              <a:t>n</a:t>
            </a:r>
            <a:r>
              <a:rPr sz="1700" spc="5" dirty="0">
                <a:latin typeface="Times New Roman"/>
                <a:cs typeface="Times New Roman"/>
              </a:rPr>
              <a:t>s</a:t>
            </a:r>
            <a:r>
              <a:rPr sz="1700" spc="-2" dirty="0">
                <a:latin typeface="Times New Roman"/>
                <a:cs typeface="Times New Roman"/>
              </a:rPr>
              <a:t>f</a:t>
            </a:r>
            <a:r>
              <a:rPr sz="1700" spc="-10" dirty="0">
                <a:latin typeface="Times New Roman"/>
                <a:cs typeface="Times New Roman"/>
              </a:rPr>
              <a:t>e</a:t>
            </a:r>
            <a:r>
              <a:rPr sz="1700" dirty="0">
                <a:latin typeface="Times New Roman"/>
                <a:cs typeface="Times New Roman"/>
              </a:rPr>
              <a:t>r </a:t>
            </a:r>
            <a:r>
              <a:rPr sz="1700" spc="-2" dirty="0">
                <a:latin typeface="Times New Roman"/>
                <a:cs typeface="Times New Roman"/>
              </a:rPr>
              <a:t>is initi</a:t>
            </a:r>
            <a:r>
              <a:rPr sz="1700" spc="-7" dirty="0">
                <a:latin typeface="Times New Roman"/>
                <a:cs typeface="Times New Roman"/>
              </a:rPr>
              <a:t>a</a:t>
            </a:r>
            <a:r>
              <a:rPr sz="1700" spc="-2" dirty="0">
                <a:latin typeface="Times New Roman"/>
                <a:cs typeface="Times New Roman"/>
              </a:rPr>
              <a:t>te</a:t>
            </a:r>
            <a:r>
              <a:rPr sz="1700" dirty="0">
                <a:latin typeface="Times New Roman"/>
                <a:cs typeface="Times New Roman"/>
              </a:rPr>
              <a:t>d by </a:t>
            </a:r>
            <a:r>
              <a:rPr sz="1700" spc="-2" dirty="0">
                <a:latin typeface="Times New Roman"/>
                <a:cs typeface="Times New Roman"/>
              </a:rPr>
              <a:t>sour</a:t>
            </a:r>
            <a:r>
              <a:rPr sz="1700" spc="-5" dirty="0">
                <a:latin typeface="Times New Roman"/>
                <a:cs typeface="Times New Roman"/>
              </a:rPr>
              <a:t>ce</a:t>
            </a:r>
            <a:r>
              <a:rPr sz="1700" spc="-2" dirty="0">
                <a:latin typeface="Times New Roman"/>
                <a:cs typeface="Times New Roman"/>
              </a:rPr>
              <a:t> </a:t>
            </a:r>
            <a:r>
              <a:rPr sz="1700" spc="-7" dirty="0">
                <a:latin typeface="Times New Roman"/>
                <a:cs typeface="Times New Roman"/>
              </a:rPr>
              <a:t>a</a:t>
            </a:r>
            <a:r>
              <a:rPr sz="1700" dirty="0">
                <a:latin typeface="Times New Roman"/>
                <a:cs typeface="Times New Roman"/>
              </a:rPr>
              <a:t>nd </a:t>
            </a:r>
            <a:r>
              <a:rPr sz="1700" spc="5" dirty="0">
                <a:latin typeface="Times New Roman"/>
                <a:cs typeface="Times New Roman"/>
              </a:rPr>
              <a:t>d</a:t>
            </a:r>
            <a:r>
              <a:rPr sz="1700" spc="-5" dirty="0">
                <a:latin typeface="Times New Roman"/>
                <a:cs typeface="Times New Roman"/>
              </a:rPr>
              <a:t>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p>
        </p:txBody>
      </p:sp>
    </p:spTree>
    <p:extLst>
      <p:ext uri="{BB962C8B-B14F-4D97-AF65-F5344CB8AC3E}">
        <p14:creationId xmlns:p14="http://schemas.microsoft.com/office/powerpoint/2010/main" val="1681572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382A3-1A38-F6CF-E426-B5F3732F02D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69FFB00-0FE9-5CA7-3E04-3E3BB272FBAB}"/>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01F08725-1A3D-9532-A035-1C8AA89B78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E9BEC16-56AE-3E02-4022-713545F768A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45FBAFD-0664-2838-FEEA-58878EDF6DD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a:extLst>
              <a:ext uri="{FF2B5EF4-FFF2-40B4-BE49-F238E27FC236}">
                <a16:creationId xmlns:a16="http://schemas.microsoft.com/office/drawing/2014/main" id="{E0FC5EC8-5EF1-D44F-3DE2-665AA3EECE12}"/>
              </a:ext>
            </a:extLst>
          </p:cNvPr>
          <p:cNvSpPr txBox="1"/>
          <p:nvPr/>
        </p:nvSpPr>
        <p:spPr>
          <a:xfrm>
            <a:off x="1143000" y="819150"/>
            <a:ext cx="6858000" cy="784830"/>
          </a:xfrm>
          <a:prstGeom prst="rect">
            <a:avLst/>
          </a:prstGeom>
        </p:spPr>
        <p:txBody>
          <a:bodyPr vert="horz" wrap="square" lIns="0" tIns="0" rIns="0" bIns="0" rtlCol="0">
            <a:spAutoFit/>
          </a:bodyPr>
          <a:lstStyle/>
          <a:p>
            <a:pPr marL="225716" marR="2443" lvl="1" indent="-109651" algn="just">
              <a:spcBef>
                <a:spcPts val="438"/>
              </a:spcBef>
              <a:buFont typeface="Symbol"/>
              <a:buChar char=""/>
              <a:tabLst>
                <a:tab pos="226022" algn="l"/>
              </a:tabLst>
            </a:pPr>
            <a:r>
              <a:rPr lang="en-US" sz="1700" b="1" dirty="0">
                <a:latin typeface="Times New Roman"/>
                <a:cs typeface="Times New Roman"/>
              </a:rPr>
              <a:t> </a:t>
            </a:r>
            <a:r>
              <a:rPr sz="1700" b="1" dirty="0">
                <a:latin typeface="Times New Roman"/>
                <a:cs typeface="Times New Roman"/>
              </a:rPr>
              <a:t>Sou</a:t>
            </a:r>
            <a:r>
              <a:rPr sz="1700" b="1" spc="-7" dirty="0">
                <a:latin typeface="Times New Roman"/>
                <a:cs typeface="Times New Roman"/>
              </a:rPr>
              <a:t>rc</a:t>
            </a:r>
            <a:r>
              <a:rPr sz="1700" b="1" spc="-5" dirty="0">
                <a:latin typeface="Times New Roman"/>
                <a:cs typeface="Times New Roman"/>
              </a:rPr>
              <a:t>e</a:t>
            </a:r>
            <a:r>
              <a:rPr sz="1700" b="1" dirty="0">
                <a:latin typeface="Times New Roman"/>
                <a:cs typeface="Times New Roman"/>
              </a:rPr>
              <a:t> </a:t>
            </a:r>
            <a:r>
              <a:rPr sz="1700" b="1" spc="-51" dirty="0">
                <a:latin typeface="Times New Roman"/>
                <a:cs typeface="Times New Roman"/>
              </a:rPr>
              <a:t> </a:t>
            </a:r>
            <a:r>
              <a:rPr sz="1700" b="1" spc="-2" dirty="0">
                <a:latin typeface="Times New Roman"/>
                <a:cs typeface="Times New Roman"/>
              </a:rPr>
              <a:t>initiat</a:t>
            </a:r>
            <a:r>
              <a:rPr sz="1700" b="1" spc="-10" dirty="0">
                <a:latin typeface="Times New Roman"/>
                <a:cs typeface="Times New Roman"/>
              </a:rPr>
              <a:t>e</a:t>
            </a:r>
            <a:r>
              <a:rPr sz="1700" b="1" dirty="0">
                <a:latin typeface="Times New Roman"/>
                <a:cs typeface="Times New Roman"/>
              </a:rPr>
              <a:t>d </a:t>
            </a:r>
            <a:r>
              <a:rPr sz="1700" b="1" spc="-46" dirty="0">
                <a:latin typeface="Times New Roman"/>
                <a:cs typeface="Times New Roman"/>
              </a:rPr>
              <a:t> </a:t>
            </a:r>
            <a:r>
              <a:rPr sz="1700" b="1" dirty="0">
                <a:latin typeface="Times New Roman"/>
                <a:cs typeface="Times New Roman"/>
              </a:rPr>
              <a:t>hand</a:t>
            </a:r>
            <a:r>
              <a:rPr sz="1700" b="1" spc="-7" dirty="0">
                <a:latin typeface="Times New Roman"/>
                <a:cs typeface="Times New Roman"/>
              </a:rPr>
              <a:t>s</a:t>
            </a:r>
            <a:r>
              <a:rPr sz="1700" b="1" dirty="0">
                <a:latin typeface="Times New Roman"/>
                <a:cs typeface="Times New Roman"/>
              </a:rPr>
              <a:t>hak</a:t>
            </a:r>
            <a:r>
              <a:rPr sz="1700" b="1" spc="-2" dirty="0">
                <a:latin typeface="Times New Roman"/>
                <a:cs typeface="Times New Roman"/>
              </a:rPr>
              <a:t>in</a:t>
            </a:r>
            <a:r>
              <a:rPr sz="1700" b="1" dirty="0">
                <a:latin typeface="Times New Roman"/>
                <a:cs typeface="Times New Roman"/>
              </a:rPr>
              <a:t>g:</a:t>
            </a:r>
            <a:r>
              <a:rPr sz="1700" b="1" spc="7" dirty="0">
                <a:latin typeface="Times New Roman"/>
                <a:cs typeface="Times New Roman"/>
              </a:rPr>
              <a:t> </a:t>
            </a:r>
            <a:r>
              <a:rPr sz="1700" spc="-10" dirty="0">
                <a:latin typeface="Times New Roman"/>
                <a:cs typeface="Times New Roman"/>
              </a:rPr>
              <a:t>I</a:t>
            </a:r>
            <a:r>
              <a:rPr sz="1700" dirty="0">
                <a:latin typeface="Times New Roman"/>
                <a:cs typeface="Times New Roman"/>
              </a:rPr>
              <a:t>n </a:t>
            </a:r>
            <a:r>
              <a:rPr sz="1700" spc="-2" dirty="0">
                <a:latin typeface="Times New Roman"/>
                <a:cs typeface="Times New Roman"/>
              </a:rPr>
              <a:t>the</a:t>
            </a:r>
            <a:r>
              <a:rPr sz="1700"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low </a:t>
            </a:r>
            <a:r>
              <a:rPr sz="1700" spc="-5" dirty="0">
                <a:latin typeface="Times New Roman"/>
                <a:cs typeface="Times New Roman"/>
              </a:rPr>
              <a:t>block</a:t>
            </a:r>
            <a:r>
              <a:rPr sz="1700" spc="-48" dirty="0">
                <a:latin typeface="Times New Roman"/>
                <a:cs typeface="Times New Roman"/>
              </a:rPr>
              <a:t> </a:t>
            </a:r>
            <a:r>
              <a:rPr sz="1700" spc="-5" dirty="0">
                <a:latin typeface="Times New Roman"/>
                <a:cs typeface="Times New Roman"/>
              </a:rPr>
              <a:t>diag</a:t>
            </a:r>
            <a:r>
              <a:rPr sz="1700" spc="-7" dirty="0">
                <a:latin typeface="Times New Roman"/>
                <a:cs typeface="Times New Roman"/>
              </a:rPr>
              <a:t>ra</a:t>
            </a:r>
            <a:r>
              <a:rPr sz="1700" spc="-5" dirty="0">
                <a:latin typeface="Times New Roman"/>
                <a:cs typeface="Times New Roman"/>
              </a:rPr>
              <a:t>m,</a:t>
            </a:r>
            <a:r>
              <a:rPr sz="1700" dirty="0">
                <a:latin typeface="Times New Roman"/>
                <a:cs typeface="Times New Roman"/>
              </a:rPr>
              <a:t> you </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n </a:t>
            </a:r>
            <a:r>
              <a:rPr sz="1700" spc="-2" dirty="0">
                <a:latin typeface="Times New Roman"/>
                <a:cs typeface="Times New Roman"/>
              </a:rPr>
              <a:t>se</a:t>
            </a:r>
            <a:r>
              <a:rPr sz="1700" spc="-5" dirty="0">
                <a:latin typeface="Times New Roman"/>
                <a:cs typeface="Times New Roman"/>
              </a:rPr>
              <a:t>e</a:t>
            </a:r>
            <a:r>
              <a:rPr sz="1700" dirty="0">
                <a:latin typeface="Times New Roman"/>
                <a:cs typeface="Times New Roman"/>
              </a:rPr>
              <a:t> </a:t>
            </a:r>
            <a:r>
              <a:rPr sz="1700" spc="-51" dirty="0">
                <a:latin typeface="Times New Roman"/>
                <a:cs typeface="Times New Roman"/>
              </a:rPr>
              <a:t> </a:t>
            </a:r>
            <a:r>
              <a:rPr sz="1700" spc="-2" dirty="0">
                <a:latin typeface="Times New Roman"/>
                <a:cs typeface="Times New Roman"/>
              </a:rPr>
              <a:t>that</a:t>
            </a:r>
            <a:r>
              <a:rPr sz="1700" dirty="0">
                <a:latin typeface="Times New Roman"/>
                <a:cs typeface="Times New Roman"/>
              </a:rPr>
              <a:t> two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ndsh</a:t>
            </a:r>
            <a:r>
              <a:rPr sz="1700" spc="-2" dirty="0">
                <a:latin typeface="Times New Roman"/>
                <a:cs typeface="Times New Roman"/>
              </a:rPr>
              <a:t>a</a:t>
            </a:r>
            <a:r>
              <a:rPr sz="1700" spc="-5" dirty="0">
                <a:latin typeface="Times New Roman"/>
                <a:cs typeface="Times New Roman"/>
              </a:rPr>
              <a:t>king</a:t>
            </a:r>
            <a:r>
              <a:rPr sz="1700" spc="34"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dirty="0">
                <a:latin typeface="Times New Roman"/>
                <a:cs typeface="Times New Roman"/>
              </a:rPr>
              <a:t>s</a:t>
            </a:r>
            <a:r>
              <a:rPr sz="1700" spc="34"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29" dirty="0">
                <a:latin typeface="Times New Roman"/>
                <a:cs typeface="Times New Roman"/>
              </a:rPr>
              <a:t> </a:t>
            </a:r>
            <a:r>
              <a:rPr sz="1700" spc="5" dirty="0">
                <a:latin typeface="Times New Roman"/>
                <a:cs typeface="Times New Roman"/>
              </a:rPr>
              <a:t>"</a:t>
            </a:r>
            <a:r>
              <a:rPr sz="1700" b="1" dirty="0">
                <a:latin typeface="Times New Roman"/>
                <a:cs typeface="Times New Roman"/>
              </a:rPr>
              <a:t>data</a:t>
            </a:r>
            <a:r>
              <a:rPr sz="1700" b="1" spc="31" dirty="0">
                <a:latin typeface="Times New Roman"/>
                <a:cs typeface="Times New Roman"/>
              </a:rPr>
              <a:t> </a:t>
            </a:r>
            <a:r>
              <a:rPr sz="1700" b="1" spc="-2" dirty="0">
                <a:latin typeface="Times New Roman"/>
                <a:cs typeface="Times New Roman"/>
              </a:rPr>
              <a:t>vali</a:t>
            </a:r>
            <a:r>
              <a:rPr sz="1700" b="1" spc="5" dirty="0">
                <a:latin typeface="Times New Roman"/>
                <a:cs typeface="Times New Roman"/>
              </a:rPr>
              <a:t>d</a:t>
            </a:r>
            <a:r>
              <a:rPr sz="1700" spc="-2" dirty="0">
                <a:latin typeface="Times New Roman"/>
                <a:cs typeface="Times New Roman"/>
              </a:rPr>
              <a:t>"</a:t>
            </a:r>
            <a:r>
              <a:rPr sz="1700" dirty="0">
                <a:latin typeface="Times New Roman"/>
                <a:cs typeface="Times New Roman"/>
              </a:rPr>
              <a:t>,</a:t>
            </a:r>
            <a:r>
              <a:rPr sz="1700" spc="34"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34" dirty="0">
                <a:latin typeface="Times New Roman"/>
                <a:cs typeface="Times New Roman"/>
              </a:rPr>
              <a:t> </a:t>
            </a:r>
            <a:r>
              <a:rPr sz="1700" spc="-2" dirty="0">
                <a:latin typeface="Times New Roman"/>
                <a:cs typeface="Times New Roman"/>
              </a:rPr>
              <a:t>is</a:t>
            </a:r>
            <a:r>
              <a:rPr sz="1700" spc="34" dirty="0">
                <a:latin typeface="Times New Roman"/>
                <a:cs typeface="Times New Roman"/>
              </a:rPr>
              <a:t> </a:t>
            </a:r>
            <a:r>
              <a:rPr sz="1700" spc="-5" dirty="0">
                <a:latin typeface="Times New Roman"/>
                <a:cs typeface="Times New Roman"/>
              </a:rPr>
              <a:t>g</a:t>
            </a:r>
            <a:r>
              <a:rPr sz="1700" spc="-7" dirty="0">
                <a:latin typeface="Times New Roman"/>
                <a:cs typeface="Times New Roman"/>
              </a:rPr>
              <a:t>ene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ted</a:t>
            </a:r>
            <a:r>
              <a:rPr sz="1700" spc="31" dirty="0">
                <a:latin typeface="Times New Roman"/>
                <a:cs typeface="Times New Roman"/>
              </a:rPr>
              <a:t> </a:t>
            </a:r>
            <a:r>
              <a:rPr sz="1700" dirty="0">
                <a:latin typeface="Times New Roman"/>
                <a:cs typeface="Times New Roman"/>
              </a:rPr>
              <a:t>by</a:t>
            </a:r>
            <a:r>
              <a:rPr sz="1700" spc="34"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2" dirty="0">
                <a:latin typeface="Times New Roman"/>
                <a:cs typeface="Times New Roman"/>
              </a:rPr>
              <a:t>sour</a:t>
            </a:r>
            <a:r>
              <a:rPr sz="1700" dirty="0">
                <a:latin typeface="Times New Roman"/>
                <a:cs typeface="Times New Roman"/>
              </a:rPr>
              <a:t>c</a:t>
            </a:r>
            <a:r>
              <a:rPr sz="1700" spc="-5" dirty="0">
                <a:latin typeface="Times New Roman"/>
                <a:cs typeface="Times New Roman"/>
              </a:rPr>
              <a:t>e</a:t>
            </a:r>
            <a:r>
              <a:rPr sz="1700" spc="31" dirty="0">
                <a:latin typeface="Times New Roman"/>
                <a:cs typeface="Times New Roman"/>
              </a:rPr>
              <a:t> </a:t>
            </a:r>
            <a:r>
              <a:rPr sz="1700" spc="-2" dirty="0">
                <a:latin typeface="Times New Roman"/>
                <a:cs typeface="Times New Roman"/>
              </a:rPr>
              <a:t>unit</a:t>
            </a:r>
            <a:r>
              <a:rPr sz="1700" dirty="0">
                <a:latin typeface="Times New Roman"/>
                <a:cs typeface="Times New Roman"/>
              </a:rPr>
              <a:t>,</a:t>
            </a:r>
            <a:r>
              <a:rPr sz="1700" spc="34"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34" dirty="0">
                <a:latin typeface="Times New Roman"/>
                <a:cs typeface="Times New Roman"/>
              </a:rPr>
              <a:t> </a:t>
            </a:r>
            <a:r>
              <a:rPr sz="1700" spc="10" dirty="0">
                <a:latin typeface="Times New Roman"/>
                <a:cs typeface="Times New Roman"/>
              </a:rPr>
              <a:t>"</a:t>
            </a:r>
            <a:r>
              <a:rPr sz="1700" b="1" dirty="0">
                <a:latin typeface="Times New Roman"/>
                <a:cs typeface="Times New Roman"/>
              </a:rPr>
              <a:t>data </a:t>
            </a:r>
            <a:r>
              <a:rPr sz="1700" b="1" spc="-5" dirty="0">
                <a:latin typeface="Times New Roman"/>
                <a:cs typeface="Times New Roman"/>
              </a:rPr>
              <a:t>a</a:t>
            </a:r>
            <a:r>
              <a:rPr sz="1700" b="1" spc="-7" dirty="0">
                <a:latin typeface="Times New Roman"/>
                <a:cs typeface="Times New Roman"/>
              </a:rPr>
              <a:t>cce</a:t>
            </a:r>
            <a:r>
              <a:rPr sz="1700" b="1" dirty="0">
                <a:latin typeface="Times New Roman"/>
                <a:cs typeface="Times New Roman"/>
              </a:rPr>
              <a:t>p</a:t>
            </a:r>
            <a:r>
              <a:rPr sz="1700" b="1" spc="-2" dirty="0">
                <a:latin typeface="Times New Roman"/>
                <a:cs typeface="Times New Roman"/>
              </a:rPr>
              <a:t>t</a:t>
            </a:r>
            <a:r>
              <a:rPr sz="1700" b="1" spc="-10" dirty="0">
                <a:latin typeface="Times New Roman"/>
                <a:cs typeface="Times New Roman"/>
              </a:rPr>
              <a:t>e</a:t>
            </a:r>
            <a:r>
              <a:rPr sz="1700" b="1" spc="2" dirty="0">
                <a:latin typeface="Times New Roman"/>
                <a:cs typeface="Times New Roman"/>
              </a:rPr>
              <a:t>d</a:t>
            </a:r>
            <a:r>
              <a:rPr sz="1700" spc="-2" dirty="0">
                <a:latin typeface="Times New Roman"/>
                <a:cs typeface="Times New Roman"/>
              </a:rPr>
              <a:t>"</a:t>
            </a:r>
            <a:r>
              <a:rPr sz="1700" dirty="0">
                <a:latin typeface="Times New Roman"/>
                <a:cs typeface="Times New Roman"/>
              </a:rPr>
              <a:t>, </a:t>
            </a:r>
            <a:r>
              <a:rPr sz="1700" spc="-5" dirty="0">
                <a:latin typeface="Times New Roman"/>
                <a:cs typeface="Times New Roman"/>
              </a:rPr>
              <a:t>ge</a:t>
            </a:r>
            <a:r>
              <a:rPr sz="1700" spc="-2" dirty="0">
                <a:latin typeface="Times New Roman"/>
                <a:cs typeface="Times New Roman"/>
              </a:rPr>
              <a:t>n</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d by</a:t>
            </a:r>
            <a:r>
              <a:rPr sz="1700" spc="5" dirty="0">
                <a:latin typeface="Times New Roman"/>
                <a:cs typeface="Times New Roman"/>
              </a:rPr>
              <a:t> </a:t>
            </a:r>
            <a:r>
              <a:rPr sz="1700" spc="-2" dirty="0">
                <a:latin typeface="Times New Roman"/>
                <a:cs typeface="Times New Roman"/>
              </a:rPr>
              <a:t>the </a:t>
            </a:r>
            <a:r>
              <a:rPr sz="1700" spc="-5" dirty="0">
                <a:latin typeface="Times New Roman"/>
                <a:cs typeface="Times New Roman"/>
              </a:rPr>
              <a:t>d</a:t>
            </a:r>
            <a:r>
              <a:rPr sz="1700" spc="-10" dirty="0">
                <a:latin typeface="Times New Roman"/>
                <a:cs typeface="Times New Roman"/>
              </a:rPr>
              <a:t>e</a:t>
            </a:r>
            <a:r>
              <a:rPr sz="1700" spc="-5" dirty="0">
                <a:latin typeface="Times New Roman"/>
                <a:cs typeface="Times New Roman"/>
              </a:rPr>
              <a:t>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2" dirty="0">
                <a:latin typeface="Times New Roman"/>
                <a:cs typeface="Times New Roman"/>
              </a:rPr>
              <a:t>unit</a:t>
            </a:r>
            <a:r>
              <a:rPr sz="1700" dirty="0">
                <a:latin typeface="Times New Roman"/>
                <a:cs typeface="Times New Roman"/>
              </a:rPr>
              <a:t>.</a:t>
            </a:r>
          </a:p>
        </p:txBody>
      </p:sp>
      <p:sp>
        <p:nvSpPr>
          <p:cNvPr id="5" name="object 4">
            <a:extLst>
              <a:ext uri="{FF2B5EF4-FFF2-40B4-BE49-F238E27FC236}">
                <a16:creationId xmlns:a16="http://schemas.microsoft.com/office/drawing/2014/main" id="{422E91FD-99DE-9C0A-43F0-7662F08E8336}"/>
              </a:ext>
            </a:extLst>
          </p:cNvPr>
          <p:cNvSpPr/>
          <p:nvPr/>
        </p:nvSpPr>
        <p:spPr>
          <a:xfrm>
            <a:off x="2438400" y="1830588"/>
            <a:ext cx="4479330" cy="2722362"/>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2895404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5C8E6-EC10-FC9E-6B99-7C18102DF6B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9B9BFAA-80FC-77F6-F7FE-ACD744189AFD}"/>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A4602529-824C-EA28-8BA2-AD4CDC0483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D211942C-D94E-79FA-92DD-0660B7F924AE}"/>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38805C4D-DB0E-8B18-CCB3-3848D06FFE5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a:extLst>
              <a:ext uri="{FF2B5EF4-FFF2-40B4-BE49-F238E27FC236}">
                <a16:creationId xmlns:a16="http://schemas.microsoft.com/office/drawing/2014/main" id="{95B6BDFB-9FF9-43C0-98BF-6B3F11B478FF}"/>
              </a:ext>
            </a:extLst>
          </p:cNvPr>
          <p:cNvSpPr txBox="1"/>
          <p:nvPr/>
        </p:nvSpPr>
        <p:spPr>
          <a:xfrm>
            <a:off x="990600" y="819150"/>
            <a:ext cx="7086600" cy="3662541"/>
          </a:xfrm>
          <a:prstGeom prst="rect">
            <a:avLst/>
          </a:prstGeom>
        </p:spPr>
        <p:txBody>
          <a:bodyPr vert="horz" wrap="square" lIns="0" tIns="0" rIns="0" bIns="0" rtlCol="0">
            <a:spAutoFit/>
          </a:bodyPr>
          <a:lstStyle/>
          <a:p>
            <a:pPr marL="6109" marR="2443" algn="just">
              <a:tabLst>
                <a:tab pos="573301" algn="l"/>
                <a:tab pos="1014655" algn="l"/>
                <a:tab pos="1488385" algn="l"/>
                <a:tab pos="1982579" algn="l"/>
                <a:tab pos="2423932" algn="l"/>
              </a:tabLst>
            </a:pPr>
            <a:r>
              <a:rPr sz="1700" spc="-5" dirty="0">
                <a:latin typeface="Times New Roman"/>
                <a:cs typeface="Times New Roman"/>
              </a:rPr>
              <a:t>The</a:t>
            </a:r>
            <a:r>
              <a:rPr sz="1700" spc="12" dirty="0">
                <a:latin typeface="Times New Roman"/>
                <a:cs typeface="Times New Roman"/>
              </a:rPr>
              <a:t> </a:t>
            </a:r>
            <a:r>
              <a:rPr sz="1700" spc="-2" dirty="0">
                <a:latin typeface="Times New Roman"/>
                <a:cs typeface="Times New Roman"/>
              </a:rPr>
              <a:t>timi</a:t>
            </a:r>
            <a:r>
              <a:rPr sz="1700" dirty="0">
                <a:latin typeface="Times New Roman"/>
                <a:cs typeface="Times New Roman"/>
              </a:rPr>
              <a:t>ng</a:t>
            </a:r>
            <a:r>
              <a:rPr sz="1700" spc="14" dirty="0">
                <a:latin typeface="Times New Roman"/>
                <a:cs typeface="Times New Roman"/>
              </a:rPr>
              <a:t> </a:t>
            </a:r>
            <a:r>
              <a:rPr sz="1700" spc="-5" dirty="0">
                <a:latin typeface="Times New Roman"/>
                <a:cs typeface="Times New Roman"/>
              </a:rPr>
              <a:t>diag</a:t>
            </a:r>
            <a:r>
              <a:rPr sz="1700" spc="-7" dirty="0">
                <a:latin typeface="Times New Roman"/>
                <a:cs typeface="Times New Roman"/>
              </a:rPr>
              <a:t>ra</a:t>
            </a:r>
            <a:r>
              <a:rPr sz="1700" spc="-5" dirty="0">
                <a:latin typeface="Times New Roman"/>
                <a:cs typeface="Times New Roman"/>
              </a:rPr>
              <a:t>m</a:t>
            </a:r>
            <a:r>
              <a:rPr sz="1700" spc="17" dirty="0">
                <a:latin typeface="Times New Roman"/>
                <a:cs typeface="Times New Roman"/>
              </a:rPr>
              <a:t> </a:t>
            </a:r>
            <a:r>
              <a:rPr sz="1700" spc="-2" dirty="0">
                <a:latin typeface="Times New Roman"/>
                <a:cs typeface="Times New Roman"/>
              </a:rPr>
              <a:t>show</a:t>
            </a:r>
            <a:r>
              <a:rPr sz="1700" dirty="0">
                <a:latin typeface="Times New Roman"/>
                <a:cs typeface="Times New Roman"/>
              </a:rPr>
              <a:t>s</a:t>
            </a:r>
            <a:r>
              <a:rPr sz="1700" spc="17"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2" dirty="0">
                <a:latin typeface="Times New Roman"/>
                <a:cs typeface="Times New Roman"/>
              </a:rPr>
              <a:t>timi</a:t>
            </a:r>
            <a:r>
              <a:rPr sz="1700" dirty="0">
                <a:latin typeface="Times New Roman"/>
                <a:cs typeface="Times New Roman"/>
              </a:rPr>
              <a:t>ng</a:t>
            </a:r>
            <a:r>
              <a:rPr sz="1700" spc="1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lationsh</a:t>
            </a:r>
            <a:r>
              <a:rPr sz="1700" spc="-7" dirty="0">
                <a:latin typeface="Times New Roman"/>
                <a:cs typeface="Times New Roman"/>
              </a:rPr>
              <a:t>i</a:t>
            </a:r>
            <a:r>
              <a:rPr sz="1700" dirty="0">
                <a:latin typeface="Times New Roman"/>
                <a:cs typeface="Times New Roman"/>
              </a:rPr>
              <a:t>p</a:t>
            </a:r>
            <a:r>
              <a:rPr sz="1700" spc="14"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2" dirty="0">
                <a:latin typeface="Times New Roman"/>
                <a:cs typeface="Times New Roman"/>
              </a:rPr>
              <a:t>the</a:t>
            </a:r>
            <a:r>
              <a:rPr sz="1700" spc="14"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n</a:t>
            </a:r>
            <a:r>
              <a:rPr sz="1700" spc="5" dirty="0">
                <a:latin typeface="Times New Roman"/>
                <a:cs typeface="Times New Roman"/>
              </a:rPr>
              <a:t>g</a:t>
            </a:r>
            <a:r>
              <a:rPr sz="1700" spc="-5" dirty="0">
                <a:latin typeface="Times New Roman"/>
                <a:cs typeface="Times New Roman"/>
              </a:rPr>
              <a:t>e</a:t>
            </a:r>
            <a:r>
              <a:rPr sz="1700" spc="14" dirty="0">
                <a:latin typeface="Times New Roman"/>
                <a:cs typeface="Times New Roman"/>
              </a:rPr>
              <a:t> </a:t>
            </a:r>
            <a:r>
              <a:rPr sz="1700" dirty="0">
                <a:latin typeface="Times New Roman"/>
                <a:cs typeface="Times New Roman"/>
              </a:rPr>
              <a:t>of</a:t>
            </a:r>
            <a:r>
              <a:rPr sz="1700" spc="14" dirty="0">
                <a:latin typeface="Times New Roman"/>
                <a:cs typeface="Times New Roman"/>
              </a:rPr>
              <a:t> </a:t>
            </a:r>
            <a:r>
              <a:rPr sz="1700" spc="-5" dirty="0">
                <a:latin typeface="Times New Roman"/>
                <a:cs typeface="Times New Roman"/>
              </a:rPr>
              <a:t>signal</a:t>
            </a:r>
            <a:r>
              <a:rPr sz="1700" spc="-2" dirty="0">
                <a:latin typeface="Times New Roman"/>
                <a:cs typeface="Times New Roman"/>
              </a:rPr>
              <a:t>s</a:t>
            </a:r>
            <a:r>
              <a:rPr sz="1700" spc="17"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7" dirty="0">
                <a:latin typeface="Times New Roman"/>
                <a:cs typeface="Times New Roman"/>
              </a:rPr>
              <a:t>ee</a:t>
            </a:r>
            <a:r>
              <a:rPr sz="1700" dirty="0">
                <a:latin typeface="Times New Roman"/>
                <a:cs typeface="Times New Roman"/>
              </a:rPr>
              <a:t>n </a:t>
            </a:r>
            <a:r>
              <a:rPr sz="1700" spc="-2" dirty="0">
                <a:latin typeface="Times New Roman"/>
                <a:cs typeface="Times New Roman"/>
              </a:rPr>
              <a:t>the</a:t>
            </a:r>
            <a:r>
              <a:rPr sz="1700" spc="-7" dirty="0">
                <a:latin typeface="Times New Roman"/>
                <a:cs typeface="Times New Roman"/>
              </a:rPr>
              <a:t> </a:t>
            </a:r>
            <a:r>
              <a:rPr sz="1700" dirty="0">
                <a:latin typeface="Times New Roman"/>
                <a:cs typeface="Times New Roman"/>
              </a:rPr>
              <a:t>two</a:t>
            </a:r>
            <a:r>
              <a:rPr sz="1700" spc="-7" dirty="0">
                <a:latin typeface="Times New Roman"/>
                <a:cs typeface="Times New Roman"/>
              </a:rPr>
              <a:t> </a:t>
            </a:r>
            <a:r>
              <a:rPr sz="1700" spc="-2" dirty="0">
                <a:latin typeface="Times New Roman"/>
                <a:cs typeface="Times New Roman"/>
              </a:rPr>
              <a:t>units</a:t>
            </a:r>
            <a:r>
              <a:rPr sz="1700" dirty="0">
                <a:latin typeface="Times New Roman"/>
                <a:cs typeface="Times New Roman"/>
              </a:rPr>
              <a:t>.</a:t>
            </a:r>
            <a:endParaRPr lang="en-US" sz="1700" dirty="0">
              <a:latin typeface="Times New Roman"/>
              <a:cs typeface="Times New Roman"/>
            </a:endParaRPr>
          </a:p>
          <a:p>
            <a:pPr marL="6109" marR="2443" algn="just">
              <a:tabLst>
                <a:tab pos="573301" algn="l"/>
                <a:tab pos="1014655" algn="l"/>
                <a:tab pos="1488385" algn="l"/>
                <a:tab pos="1982579" algn="l"/>
                <a:tab pos="2423932" algn="l"/>
              </a:tabLst>
            </a:pPr>
            <a:r>
              <a:rPr sz="1700" spc="-5" dirty="0">
                <a:latin typeface="Times New Roman"/>
                <a:cs typeface="Times New Roman"/>
              </a:rPr>
              <a:t>The</a:t>
            </a:r>
            <a:r>
              <a:rPr sz="1700" spc="-10" dirty="0">
                <a:latin typeface="Times New Roman"/>
                <a:cs typeface="Times New Roman"/>
              </a:rPr>
              <a:t> </a:t>
            </a:r>
            <a:r>
              <a:rPr sz="1700" spc="-2" dirty="0">
                <a:latin typeface="Times New Roman"/>
                <a:cs typeface="Times New Roman"/>
              </a:rPr>
              <a:t>sour</a:t>
            </a:r>
            <a:r>
              <a:rPr sz="1700" spc="-5" dirty="0">
                <a:latin typeface="Times New Roman"/>
                <a:cs typeface="Times New Roman"/>
              </a:rPr>
              <a:t>ce</a:t>
            </a:r>
            <a:r>
              <a:rPr sz="1700" spc="-10" dirty="0">
                <a:latin typeface="Times New Roman"/>
                <a:cs typeface="Times New Roman"/>
              </a:rPr>
              <a:t> </a:t>
            </a:r>
            <a:r>
              <a:rPr sz="1700" spc="-2" dirty="0">
                <a:latin typeface="Times New Roman"/>
                <a:cs typeface="Times New Roman"/>
              </a:rPr>
              <a:t>initi</a:t>
            </a:r>
            <a:r>
              <a:rPr sz="1700" spc="-7" dirty="0">
                <a:latin typeface="Times New Roman"/>
                <a:cs typeface="Times New Roman"/>
              </a:rPr>
              <a:t>a</a:t>
            </a:r>
            <a:r>
              <a:rPr sz="1700" spc="-2" dirty="0">
                <a:latin typeface="Times New Roman"/>
                <a:cs typeface="Times New Roman"/>
              </a:rPr>
              <a:t>tes</a:t>
            </a:r>
            <a:r>
              <a:rPr sz="1700" spc="-7" dirty="0">
                <a:latin typeface="Times New Roman"/>
                <a:cs typeface="Times New Roman"/>
              </a:rPr>
              <a:t> </a:t>
            </a:r>
            <a:r>
              <a:rPr sz="1700" spc="-5" dirty="0">
                <a:latin typeface="Times New Roman"/>
                <a:cs typeface="Times New Roman"/>
              </a:rPr>
              <a:t>a</a:t>
            </a:r>
            <a:r>
              <a:rPr sz="1700" spc="-10"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nsf</a:t>
            </a:r>
            <a:r>
              <a:rPr sz="1700" spc="-5" dirty="0">
                <a:latin typeface="Times New Roman"/>
                <a:cs typeface="Times New Roman"/>
              </a:rPr>
              <a:t>e</a:t>
            </a:r>
            <a:r>
              <a:rPr sz="1700" dirty="0">
                <a:latin typeface="Times New Roman"/>
                <a:cs typeface="Times New Roman"/>
              </a:rPr>
              <a:t>r</a:t>
            </a:r>
            <a:r>
              <a:rPr sz="1700" spc="-10" dirty="0">
                <a:latin typeface="Times New Roman"/>
                <a:cs typeface="Times New Roman"/>
              </a:rPr>
              <a:t> </a:t>
            </a:r>
            <a:r>
              <a:rPr sz="1700" dirty="0">
                <a:latin typeface="Times New Roman"/>
                <a:cs typeface="Times New Roman"/>
              </a:rPr>
              <a:t>by</a:t>
            </a:r>
            <a:r>
              <a:rPr sz="1700" spc="-7" dirty="0">
                <a:latin typeface="Times New Roman"/>
                <a:cs typeface="Times New Roman"/>
              </a:rPr>
              <a:t> </a:t>
            </a:r>
            <a:r>
              <a:rPr sz="1700" spc="-2" dirty="0">
                <a:latin typeface="Times New Roman"/>
                <a:cs typeface="Times New Roman"/>
              </a:rPr>
              <a:t>pla</a:t>
            </a:r>
            <a:r>
              <a:rPr sz="1700" spc="-7" dirty="0">
                <a:latin typeface="Times New Roman"/>
                <a:cs typeface="Times New Roman"/>
              </a:rPr>
              <a:t>c</a:t>
            </a:r>
            <a:r>
              <a:rPr sz="1700" spc="-5" dirty="0">
                <a:latin typeface="Times New Roman"/>
                <a:cs typeface="Times New Roman"/>
              </a:rPr>
              <a:t>ing</a:t>
            </a:r>
            <a:r>
              <a:rPr sz="1700" spc="-7"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7" dirty="0">
                <a:latin typeface="Times New Roman"/>
                <a:cs typeface="Times New Roman"/>
              </a:rPr>
              <a:t> </a:t>
            </a:r>
            <a:r>
              <a:rPr sz="1700" dirty="0">
                <a:latin typeface="Times New Roman"/>
                <a:cs typeface="Times New Roman"/>
              </a:rPr>
              <a:t>on</a:t>
            </a:r>
            <a:r>
              <a:rPr sz="1700" spc="-7" dirty="0">
                <a:latin typeface="Times New Roman"/>
                <a:cs typeface="Times New Roman"/>
              </a:rPr>
              <a:t> </a:t>
            </a:r>
            <a:r>
              <a:rPr sz="1700" spc="-2" dirty="0">
                <a:latin typeface="Times New Roman"/>
                <a:cs typeface="Times New Roman"/>
              </a:rPr>
              <a:t>the</a:t>
            </a:r>
            <a:r>
              <a:rPr sz="1700" spc="-7" dirty="0">
                <a:latin typeface="Times New Roman"/>
                <a:cs typeface="Times New Roman"/>
              </a:rPr>
              <a:t> </a:t>
            </a:r>
            <a:r>
              <a:rPr sz="1700" dirty="0">
                <a:latin typeface="Times New Roman"/>
                <a:cs typeface="Times New Roman"/>
              </a:rPr>
              <a:t>bus</a:t>
            </a:r>
            <a:r>
              <a:rPr sz="1700" spc="-7" dirty="0">
                <a:latin typeface="Times New Roman"/>
                <a:cs typeface="Times New Roman"/>
              </a:rPr>
              <a:t> a</a:t>
            </a:r>
            <a:r>
              <a:rPr sz="1700" dirty="0">
                <a:latin typeface="Times New Roman"/>
                <a:cs typeface="Times New Roman"/>
              </a:rPr>
              <a:t>nd</a:t>
            </a:r>
            <a:r>
              <a:rPr sz="1700" spc="-7" dirty="0">
                <a:latin typeface="Times New Roman"/>
                <a:cs typeface="Times New Roman"/>
              </a:rPr>
              <a:t> e</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bli</a:t>
            </a:r>
            <a:r>
              <a:rPr sz="1700" dirty="0">
                <a:latin typeface="Times New Roman"/>
                <a:cs typeface="Times New Roman"/>
              </a:rPr>
              <a:t>ng</a:t>
            </a:r>
            <a:r>
              <a:rPr sz="1700" spc="-7" dirty="0">
                <a:latin typeface="Times New Roman"/>
                <a:cs typeface="Times New Roman"/>
              </a:rPr>
              <a:t> </a:t>
            </a:r>
            <a:r>
              <a:rPr sz="1700" spc="-2" dirty="0">
                <a:latin typeface="Times New Roman"/>
                <a:cs typeface="Times New Roman"/>
              </a:rPr>
              <a:t>it</a:t>
            </a:r>
            <a:r>
              <a:rPr sz="1700" dirty="0">
                <a:latin typeface="Times New Roman"/>
                <a:cs typeface="Times New Roman"/>
              </a:rPr>
              <a:t>s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48"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li</a:t>
            </a:r>
            <a:r>
              <a:rPr sz="1700" dirty="0">
                <a:latin typeface="Times New Roman"/>
                <a:cs typeface="Times New Roman"/>
              </a:rPr>
              <a:t>d</a:t>
            </a:r>
            <a:r>
              <a:rPr sz="1700" spc="51" dirty="0">
                <a:latin typeface="Times New Roman"/>
                <a:cs typeface="Times New Roman"/>
              </a:rPr>
              <a:t> </a:t>
            </a:r>
            <a:r>
              <a:rPr sz="1700" spc="-5" dirty="0">
                <a:latin typeface="Times New Roman"/>
                <a:cs typeface="Times New Roman"/>
              </a:rPr>
              <a:t>signal</a:t>
            </a:r>
            <a:r>
              <a:rPr sz="1700" spc="-2" dirty="0">
                <a:latin typeface="Times New Roman"/>
                <a:cs typeface="Times New Roman"/>
              </a:rPr>
              <a:t>.</a:t>
            </a:r>
            <a:endParaRPr lang="en-US" sz="1700" spc="53" dirty="0">
              <a:latin typeface="Times New Roman"/>
              <a:cs typeface="Times New Roman"/>
            </a:endParaRPr>
          </a:p>
          <a:p>
            <a:pPr marL="6109" marR="2443" algn="just">
              <a:tabLst>
                <a:tab pos="573301" algn="l"/>
                <a:tab pos="1014655" algn="l"/>
                <a:tab pos="1488385" algn="l"/>
                <a:tab pos="1982579" algn="l"/>
                <a:tab pos="2423932" algn="l"/>
              </a:tabLst>
            </a:pPr>
            <a:r>
              <a:rPr sz="1700" spc="-5" dirty="0">
                <a:latin typeface="Times New Roman"/>
                <a:cs typeface="Times New Roman"/>
              </a:rPr>
              <a:t>The</a:t>
            </a:r>
            <a:r>
              <a:rPr sz="1700" spc="48" dirty="0">
                <a:latin typeface="Times New Roman"/>
                <a:cs typeface="Times New Roman"/>
              </a:rPr>
              <a:t> </a:t>
            </a:r>
            <a:r>
              <a:rPr sz="1700" spc="-5" dirty="0">
                <a:latin typeface="Times New Roman"/>
                <a:cs typeface="Times New Roman"/>
              </a:rPr>
              <a:t>d</a:t>
            </a:r>
            <a:r>
              <a:rPr sz="1700" spc="-2" dirty="0">
                <a:latin typeface="Times New Roman"/>
                <a:cs typeface="Times New Roman"/>
              </a:rPr>
              <a:t>e</a:t>
            </a:r>
            <a:r>
              <a:rPr sz="1700" spc="-5" dirty="0">
                <a:latin typeface="Times New Roman"/>
                <a:cs typeface="Times New Roman"/>
              </a:rPr>
              <a:t>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51" dirty="0">
                <a:latin typeface="Times New Roman"/>
                <a:cs typeface="Times New Roman"/>
              </a:rPr>
              <a:t> </a:t>
            </a:r>
            <a:r>
              <a:rPr sz="1700" spc="-2" dirty="0">
                <a:latin typeface="Times New Roman"/>
                <a:cs typeface="Times New Roman"/>
              </a:rPr>
              <a:t>unit</a:t>
            </a:r>
            <a:r>
              <a:rPr sz="1700" spc="53" dirty="0">
                <a:latin typeface="Times New Roman"/>
                <a:cs typeface="Times New Roman"/>
              </a:rPr>
              <a:t> </a:t>
            </a:r>
            <a:r>
              <a:rPr sz="1700" spc="-5" dirty="0">
                <a:latin typeface="Times New Roman"/>
                <a:cs typeface="Times New Roman"/>
              </a:rPr>
              <a:t>then</a:t>
            </a:r>
            <a:r>
              <a:rPr sz="1700" spc="48" dirty="0">
                <a:latin typeface="Times New Roman"/>
                <a:cs typeface="Times New Roman"/>
              </a:rPr>
              <a:t> </a:t>
            </a:r>
            <a:r>
              <a:rPr sz="1700" spc="-7" dirty="0">
                <a:latin typeface="Times New Roman"/>
                <a:cs typeface="Times New Roman"/>
              </a:rPr>
              <a:t>ac</a:t>
            </a:r>
            <a:r>
              <a:rPr sz="1700" spc="-2" dirty="0">
                <a:latin typeface="Times New Roman"/>
                <a:cs typeface="Times New Roman"/>
              </a:rPr>
              <a:t>tiv</a:t>
            </a:r>
            <a:r>
              <a:rPr sz="1700" spc="-7" dirty="0">
                <a:latin typeface="Times New Roman"/>
                <a:cs typeface="Times New Roman"/>
              </a:rPr>
              <a:t>a</a:t>
            </a:r>
            <a:r>
              <a:rPr sz="1700" spc="-2" dirty="0">
                <a:latin typeface="Times New Roman"/>
                <a:cs typeface="Times New Roman"/>
              </a:rPr>
              <a:t>tes</a:t>
            </a:r>
            <a:r>
              <a:rPr sz="1700" spc="51" dirty="0">
                <a:latin typeface="Times New Roman"/>
                <a:cs typeface="Times New Roman"/>
              </a:rPr>
              <a:t> </a:t>
            </a:r>
            <a:r>
              <a:rPr sz="1700" spc="-2" dirty="0">
                <a:latin typeface="Times New Roman"/>
                <a:cs typeface="Times New Roman"/>
              </a:rPr>
              <a:t>the</a:t>
            </a:r>
            <a:r>
              <a:rPr sz="1700" spc="48"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48" dirty="0">
                <a:latin typeface="Times New Roman"/>
                <a:cs typeface="Times New Roman"/>
              </a:rPr>
              <a:t> </a:t>
            </a:r>
            <a:r>
              <a:rPr sz="1700" spc="-2" dirty="0">
                <a:latin typeface="Times New Roman"/>
                <a:cs typeface="Times New Roman"/>
              </a:rPr>
              <a:t>a</a:t>
            </a:r>
            <a:r>
              <a:rPr sz="1700" spc="-7" dirty="0">
                <a:latin typeface="Times New Roman"/>
                <a:cs typeface="Times New Roman"/>
              </a:rPr>
              <a:t>c</a:t>
            </a:r>
            <a:r>
              <a:rPr sz="1700" spc="-2" dirty="0">
                <a:latin typeface="Times New Roman"/>
                <a:cs typeface="Times New Roman"/>
              </a:rPr>
              <a:t>c</a:t>
            </a:r>
            <a:r>
              <a:rPr sz="1700" spc="-7" dirty="0">
                <a:latin typeface="Times New Roman"/>
                <a:cs typeface="Times New Roman"/>
              </a:rPr>
              <a:t>e</a:t>
            </a:r>
            <a:r>
              <a:rPr sz="1700" spc="-5" dirty="0">
                <a:latin typeface="Times New Roman"/>
                <a:cs typeface="Times New Roman"/>
              </a:rPr>
              <a:t>pted</a:t>
            </a:r>
            <a:r>
              <a:rPr sz="1700" spc="48" dirty="0">
                <a:latin typeface="Times New Roman"/>
                <a:cs typeface="Times New Roman"/>
              </a:rPr>
              <a:t> </a:t>
            </a:r>
            <a:r>
              <a:rPr sz="1700" spc="-5" dirty="0">
                <a:latin typeface="Times New Roman"/>
                <a:cs typeface="Times New Roman"/>
              </a:rPr>
              <a:t>signa</a:t>
            </a:r>
            <a:r>
              <a:rPr sz="1700" spc="-2" dirty="0">
                <a:latin typeface="Times New Roman"/>
                <a:cs typeface="Times New Roman"/>
              </a:rPr>
              <a:t>l</a:t>
            </a:r>
            <a:r>
              <a:rPr sz="1700" spc="53" dirty="0">
                <a:latin typeface="Times New Roman"/>
                <a:cs typeface="Times New Roman"/>
              </a:rPr>
              <a:t> </a:t>
            </a:r>
            <a:r>
              <a:rPr sz="1700" spc="7" dirty="0">
                <a:latin typeface="Times New Roman"/>
                <a:cs typeface="Times New Roman"/>
              </a:rPr>
              <a:t>a</a:t>
            </a:r>
            <a:r>
              <a:rPr sz="1700" spc="-2" dirty="0">
                <a:latin typeface="Times New Roman"/>
                <a:cs typeface="Times New Roman"/>
              </a:rPr>
              <a:t>ft</a:t>
            </a:r>
            <a:r>
              <a:rPr sz="1700" spc="-10" dirty="0">
                <a:latin typeface="Times New Roman"/>
                <a:cs typeface="Times New Roman"/>
              </a:rPr>
              <a:t>e</a:t>
            </a:r>
            <a:r>
              <a:rPr sz="1700" dirty="0">
                <a:latin typeface="Times New Roman"/>
                <a:cs typeface="Times New Roman"/>
              </a:rPr>
              <a:t>r</a:t>
            </a:r>
            <a:r>
              <a:rPr sz="1700" spc="48" dirty="0">
                <a:latin typeface="Times New Roman"/>
                <a:cs typeface="Times New Roman"/>
              </a:rPr>
              <a:t> </a:t>
            </a:r>
            <a:r>
              <a:rPr sz="1700" dirty="0">
                <a:latin typeface="Times New Roman"/>
                <a:cs typeface="Times New Roman"/>
              </a:rPr>
              <a:t>i</a:t>
            </a:r>
            <a:r>
              <a:rPr sz="1700" spc="-2" dirty="0">
                <a:latin typeface="Times New Roman"/>
                <a:cs typeface="Times New Roman"/>
              </a:rPr>
              <a:t>t </a:t>
            </a:r>
            <a:r>
              <a:rPr sz="1700" spc="-7" dirty="0">
                <a:latin typeface="Times New Roman"/>
                <a:cs typeface="Times New Roman"/>
              </a:rPr>
              <a:t>ac</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pts</a:t>
            </a:r>
            <a:r>
              <a:rPr lang="en-US" sz="1700" spc="-2" dirty="0">
                <a:latin typeface="Times New Roman"/>
                <a:cs typeface="Times New Roman"/>
              </a:rPr>
              <a:t> </a:t>
            </a:r>
            <a:r>
              <a:rPr sz="1700" spc="-2" dirty="0">
                <a:latin typeface="Times New Roman"/>
                <a:cs typeface="Times New Roman"/>
              </a:rPr>
              <a:t>the</a:t>
            </a:r>
            <a:r>
              <a:rPr lang="en-US" sz="1700" spc="-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lang="en-US" sz="1700" spc="-2"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lang="en-US" sz="1700" spc="-5" dirty="0">
                <a:latin typeface="Times New Roman"/>
                <a:cs typeface="Times New Roman"/>
              </a:rPr>
              <a:t> </a:t>
            </a:r>
            <a:r>
              <a:rPr sz="1700" spc="-2" dirty="0">
                <a:latin typeface="Times New Roman"/>
                <a:cs typeface="Times New Roman"/>
              </a:rPr>
              <a:t>the</a:t>
            </a:r>
            <a:r>
              <a:rPr lang="en-US" sz="1700" spc="-2" dirty="0">
                <a:latin typeface="Times New Roman"/>
                <a:cs typeface="Times New Roman"/>
              </a:rPr>
              <a:t> </a:t>
            </a:r>
            <a:r>
              <a:rPr sz="1700" dirty="0">
                <a:latin typeface="Times New Roman"/>
                <a:cs typeface="Times New Roman"/>
              </a:rPr>
              <a:t>bus.</a:t>
            </a:r>
            <a:endParaRPr lang="en-US" sz="1700" dirty="0">
              <a:latin typeface="Times New Roman"/>
              <a:cs typeface="Times New Roman"/>
            </a:endParaRPr>
          </a:p>
          <a:p>
            <a:pPr marL="6109" marR="2443" algn="just">
              <a:tabLst>
                <a:tab pos="573301" algn="l"/>
                <a:tab pos="1014655" algn="l"/>
                <a:tab pos="1488385" algn="l"/>
                <a:tab pos="1982579" algn="l"/>
                <a:tab pos="2423932" algn="l"/>
              </a:tabLst>
            </a:pPr>
            <a:r>
              <a:rPr sz="1700" spc="-5" dirty="0">
                <a:latin typeface="Times New Roman"/>
                <a:cs typeface="Times New Roman"/>
              </a:rPr>
              <a:t>The</a:t>
            </a:r>
            <a:r>
              <a:rPr sz="1700" spc="-26" dirty="0">
                <a:latin typeface="Times New Roman"/>
                <a:cs typeface="Times New Roman"/>
              </a:rPr>
              <a:t> </a:t>
            </a:r>
            <a:r>
              <a:rPr sz="1700" spc="-2" dirty="0">
                <a:latin typeface="Times New Roman"/>
                <a:cs typeface="Times New Roman"/>
              </a:rPr>
              <a:t>sour</a:t>
            </a:r>
            <a:r>
              <a:rPr sz="1700" dirty="0">
                <a:latin typeface="Times New Roman"/>
                <a:cs typeface="Times New Roman"/>
              </a:rPr>
              <a:t>c</a:t>
            </a:r>
            <a:r>
              <a:rPr sz="1700" spc="-5" dirty="0">
                <a:latin typeface="Times New Roman"/>
                <a:cs typeface="Times New Roman"/>
              </a:rPr>
              <a:t>e</a:t>
            </a:r>
            <a:r>
              <a:rPr sz="1700" spc="-26" dirty="0">
                <a:latin typeface="Times New Roman"/>
                <a:cs typeface="Times New Roman"/>
              </a:rPr>
              <a:t> </a:t>
            </a:r>
            <a:r>
              <a:rPr sz="1700" spc="-2" dirty="0">
                <a:latin typeface="Times New Roman"/>
                <a:cs typeface="Times New Roman"/>
              </a:rPr>
              <a:t>unit</a:t>
            </a:r>
            <a:r>
              <a:rPr sz="1700" spc="-22" dirty="0">
                <a:latin typeface="Times New Roman"/>
                <a:cs typeface="Times New Roman"/>
              </a:rPr>
              <a:t> </a:t>
            </a:r>
            <a:r>
              <a:rPr sz="1700" spc="-5" dirty="0">
                <a:latin typeface="Times New Roman"/>
                <a:cs typeface="Times New Roman"/>
              </a:rPr>
              <a:t>then</a:t>
            </a:r>
            <a:r>
              <a:rPr sz="1700" spc="-26" dirty="0">
                <a:latin typeface="Times New Roman"/>
                <a:cs typeface="Times New Roman"/>
              </a:rPr>
              <a:t> </a:t>
            </a:r>
            <a:r>
              <a:rPr sz="1700" spc="-2" dirty="0">
                <a:latin typeface="Times New Roman"/>
                <a:cs typeface="Times New Roman"/>
              </a:rPr>
              <a:t>disables</a:t>
            </a:r>
            <a:r>
              <a:rPr sz="1700" spc="-24" dirty="0">
                <a:latin typeface="Times New Roman"/>
                <a:cs typeface="Times New Roman"/>
              </a:rPr>
              <a:t> </a:t>
            </a:r>
            <a:r>
              <a:rPr sz="1700" spc="-2" dirty="0">
                <a:latin typeface="Times New Roman"/>
                <a:cs typeface="Times New Roman"/>
              </a:rPr>
              <a:t>it</a:t>
            </a:r>
            <a:r>
              <a:rPr sz="1700" dirty="0">
                <a:latin typeface="Times New Roman"/>
                <a:cs typeface="Times New Roman"/>
              </a:rPr>
              <a:t>s</a:t>
            </a:r>
            <a:r>
              <a:rPr sz="1700" spc="-24" dirty="0">
                <a:latin typeface="Times New Roman"/>
                <a:cs typeface="Times New Roman"/>
              </a:rPr>
              <a:t> </a:t>
            </a:r>
            <a:r>
              <a:rPr sz="1700" spc="-5" dirty="0">
                <a:latin typeface="Times New Roman"/>
                <a:cs typeface="Times New Roman"/>
              </a:rPr>
              <a:t>v</a:t>
            </a:r>
            <a:r>
              <a:rPr sz="1700" spc="-7" dirty="0">
                <a:latin typeface="Times New Roman"/>
                <a:cs typeface="Times New Roman"/>
              </a:rPr>
              <a:t>a</a:t>
            </a:r>
            <a:r>
              <a:rPr sz="1700" spc="-2" dirty="0">
                <a:latin typeface="Times New Roman"/>
                <a:cs typeface="Times New Roman"/>
              </a:rPr>
              <a:t>li</a:t>
            </a:r>
            <a:r>
              <a:rPr sz="1700" dirty="0">
                <a:latin typeface="Times New Roman"/>
                <a:cs typeface="Times New Roman"/>
              </a:rPr>
              <a:t>d</a:t>
            </a:r>
            <a:r>
              <a:rPr sz="1700" spc="-2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26" dirty="0">
                <a:latin typeface="Times New Roman"/>
                <a:cs typeface="Times New Roman"/>
              </a:rPr>
              <a:t> </a:t>
            </a:r>
            <a:r>
              <a:rPr sz="1700" spc="-5" dirty="0">
                <a:latin typeface="Times New Roman"/>
                <a:cs typeface="Times New Roman"/>
              </a:rPr>
              <a:t>signal</a:t>
            </a:r>
            <a:r>
              <a:rPr sz="1700" spc="-2" dirty="0">
                <a:latin typeface="Times New Roman"/>
                <a:cs typeface="Times New Roman"/>
              </a:rPr>
              <a:t>,</a:t>
            </a:r>
            <a:r>
              <a:rPr sz="1700" spc="-17" dirty="0">
                <a:latin typeface="Times New Roman"/>
                <a:cs typeface="Times New Roman"/>
              </a:rPr>
              <a:t> </a:t>
            </a:r>
            <a:r>
              <a:rPr sz="1700" spc="-7" dirty="0">
                <a:latin typeface="Times New Roman"/>
                <a:cs typeface="Times New Roman"/>
              </a:rPr>
              <a:t>whic</a:t>
            </a:r>
            <a:r>
              <a:rPr sz="1700" dirty="0">
                <a:latin typeface="Times New Roman"/>
                <a:cs typeface="Times New Roman"/>
              </a:rPr>
              <a:t>h</a:t>
            </a:r>
            <a:r>
              <a:rPr sz="1700" spc="-24" dirty="0">
                <a:latin typeface="Times New Roman"/>
                <a:cs typeface="Times New Roman"/>
              </a:rPr>
              <a:t> </a:t>
            </a:r>
            <a:r>
              <a:rPr sz="1700" spc="-2" dirty="0">
                <a:latin typeface="Times New Roman"/>
                <a:cs typeface="Times New Roman"/>
              </a:rPr>
              <a:t>invalidat</a:t>
            </a:r>
            <a:r>
              <a:rPr sz="1700" spc="-10" dirty="0">
                <a:latin typeface="Times New Roman"/>
                <a:cs typeface="Times New Roman"/>
              </a:rPr>
              <a:t>e</a:t>
            </a:r>
            <a:r>
              <a:rPr sz="1700" dirty="0">
                <a:latin typeface="Times New Roman"/>
                <a:cs typeface="Times New Roman"/>
              </a:rPr>
              <a:t>s</a:t>
            </a:r>
            <a:r>
              <a:rPr sz="1700" spc="-24"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26" dirty="0">
                <a:latin typeface="Times New Roman"/>
                <a:cs typeface="Times New Roman"/>
              </a:rPr>
              <a:t> </a:t>
            </a:r>
            <a:r>
              <a:rPr sz="1700" dirty="0">
                <a:latin typeface="Times New Roman"/>
                <a:cs typeface="Times New Roman"/>
              </a:rPr>
              <a:t>on</a:t>
            </a:r>
            <a:r>
              <a:rPr sz="1700" spc="-24"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dirty="0">
                <a:latin typeface="Times New Roman"/>
                <a:cs typeface="Times New Roman"/>
              </a:rPr>
              <a:t>bus.</a:t>
            </a:r>
            <a:endParaRPr lang="en-US" sz="1700" dirty="0">
              <a:latin typeface="Times New Roman"/>
              <a:cs typeface="Times New Roman"/>
            </a:endParaRPr>
          </a:p>
          <a:p>
            <a:pPr marL="6109" marR="2443" algn="just">
              <a:tabLst>
                <a:tab pos="573301" algn="l"/>
                <a:tab pos="1014655" algn="l"/>
                <a:tab pos="1488385" algn="l"/>
                <a:tab pos="1982579" algn="l"/>
                <a:tab pos="2423932" algn="l"/>
              </a:tabLst>
            </a:pPr>
            <a:r>
              <a:rPr sz="1700" spc="-2" dirty="0">
                <a:latin typeface="Times New Roman"/>
                <a:cs typeface="Times New Roman"/>
              </a:rPr>
              <a:t>A</a:t>
            </a:r>
            <a:r>
              <a:rPr sz="1700" spc="-5" dirty="0">
                <a:latin typeface="Times New Roman"/>
                <a:cs typeface="Times New Roman"/>
              </a:rPr>
              <a:t>f</a:t>
            </a:r>
            <a:r>
              <a:rPr sz="1700" spc="-2" dirty="0">
                <a:latin typeface="Times New Roman"/>
                <a:cs typeface="Times New Roman"/>
              </a:rPr>
              <a:t>ter</a:t>
            </a:r>
            <a:r>
              <a:rPr sz="1700" spc="48" dirty="0">
                <a:latin typeface="Times New Roman"/>
                <a:cs typeface="Times New Roman"/>
              </a:rPr>
              <a:t> </a:t>
            </a:r>
            <a:r>
              <a:rPr sz="1700" spc="-2" dirty="0">
                <a:latin typeface="Times New Roman"/>
                <a:cs typeface="Times New Roman"/>
              </a:rPr>
              <a:t>this</a:t>
            </a:r>
            <a:r>
              <a:rPr sz="1700" dirty="0">
                <a:latin typeface="Times New Roman"/>
                <a:cs typeface="Times New Roman"/>
              </a:rPr>
              <a:t>,</a:t>
            </a:r>
            <a:r>
              <a:rPr sz="1700" spc="51" dirty="0">
                <a:latin typeface="Times New Roman"/>
                <a:cs typeface="Times New Roman"/>
              </a:rPr>
              <a:t> </a:t>
            </a:r>
            <a:r>
              <a:rPr sz="1700" spc="-2" dirty="0">
                <a:latin typeface="Times New Roman"/>
                <a:cs typeface="Times New Roman"/>
              </a:rPr>
              <a:t>the</a:t>
            </a:r>
            <a:r>
              <a:rPr sz="1700" spc="48"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51" dirty="0">
                <a:latin typeface="Times New Roman"/>
                <a:cs typeface="Times New Roman"/>
              </a:rPr>
              <a:t> </a:t>
            </a:r>
            <a:r>
              <a:rPr sz="1700" spc="-2" dirty="0">
                <a:latin typeface="Times New Roman"/>
                <a:cs typeface="Times New Roman"/>
              </a:rPr>
              <a:t>unit</a:t>
            </a:r>
            <a:r>
              <a:rPr sz="1700" spc="53" dirty="0">
                <a:latin typeface="Times New Roman"/>
                <a:cs typeface="Times New Roman"/>
              </a:rPr>
              <a:t> </a:t>
            </a:r>
            <a:r>
              <a:rPr sz="1700" spc="-2" dirty="0">
                <a:latin typeface="Times New Roman"/>
                <a:cs typeface="Times New Roman"/>
              </a:rPr>
              <a:t>disabl</a:t>
            </a:r>
            <a:r>
              <a:rPr sz="1700" spc="-7" dirty="0">
                <a:latin typeface="Times New Roman"/>
                <a:cs typeface="Times New Roman"/>
              </a:rPr>
              <a:t>e</a:t>
            </a:r>
            <a:r>
              <a:rPr sz="1700" dirty="0">
                <a:latin typeface="Times New Roman"/>
                <a:cs typeface="Times New Roman"/>
              </a:rPr>
              <a:t>s</a:t>
            </a:r>
            <a:r>
              <a:rPr sz="1700" spc="51" dirty="0">
                <a:latin typeface="Times New Roman"/>
                <a:cs typeface="Times New Roman"/>
              </a:rPr>
              <a:t> </a:t>
            </a:r>
            <a:r>
              <a:rPr sz="1700" spc="-2" dirty="0">
                <a:latin typeface="Times New Roman"/>
                <a:cs typeface="Times New Roman"/>
              </a:rPr>
              <a:t>it</a:t>
            </a:r>
            <a:r>
              <a:rPr sz="1700" dirty="0">
                <a:latin typeface="Times New Roman"/>
                <a:cs typeface="Times New Roman"/>
              </a:rPr>
              <a:t>s</a:t>
            </a:r>
            <a:r>
              <a:rPr sz="1700" spc="46"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48" dirty="0">
                <a:latin typeface="Times New Roman"/>
                <a:cs typeface="Times New Roman"/>
              </a:rPr>
              <a:t> </a:t>
            </a:r>
            <a:r>
              <a:rPr sz="1700" spc="-7" dirty="0">
                <a:latin typeface="Times New Roman"/>
                <a:cs typeface="Times New Roman"/>
              </a:rPr>
              <a:t>acce</a:t>
            </a:r>
            <a:r>
              <a:rPr sz="1700" spc="-5" dirty="0">
                <a:latin typeface="Times New Roman"/>
                <a:cs typeface="Times New Roman"/>
              </a:rPr>
              <a:t>pted</a:t>
            </a:r>
            <a:r>
              <a:rPr sz="1700" spc="48" dirty="0">
                <a:latin typeface="Times New Roman"/>
                <a:cs typeface="Times New Roman"/>
              </a:rPr>
              <a:t> </a:t>
            </a:r>
            <a:r>
              <a:rPr sz="1700" spc="-5" dirty="0">
                <a:latin typeface="Times New Roman"/>
                <a:cs typeface="Times New Roman"/>
              </a:rPr>
              <a:t>signal</a:t>
            </a:r>
            <a:r>
              <a:rPr sz="1700" spc="-2" dirty="0">
                <a:latin typeface="Times New Roman"/>
                <a:cs typeface="Times New Roman"/>
              </a:rPr>
              <a:t>,</a:t>
            </a:r>
            <a:r>
              <a:rPr sz="1700" spc="53"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51" dirty="0">
                <a:latin typeface="Times New Roman"/>
                <a:cs typeface="Times New Roman"/>
              </a:rPr>
              <a:t> </a:t>
            </a:r>
            <a:r>
              <a:rPr sz="1700" spc="-2" dirty="0">
                <a:latin typeface="Times New Roman"/>
                <a:cs typeface="Times New Roman"/>
              </a:rPr>
              <a:t>the</a:t>
            </a:r>
            <a:r>
              <a:rPr sz="1700" spc="48" dirty="0">
                <a:latin typeface="Times New Roman"/>
                <a:cs typeface="Times New Roman"/>
              </a:rPr>
              <a:t> </a:t>
            </a:r>
            <a:r>
              <a:rPr sz="1700" spc="5" dirty="0">
                <a:latin typeface="Times New Roman"/>
                <a:cs typeface="Times New Roman"/>
              </a:rPr>
              <a:t>s</a:t>
            </a:r>
            <a:r>
              <a:rPr sz="1700" spc="-5" dirty="0">
                <a:latin typeface="Times New Roman"/>
                <a:cs typeface="Times New Roman"/>
              </a:rPr>
              <a:t>ystem</a:t>
            </a:r>
            <a:r>
              <a:rPr sz="1700" spc="51" dirty="0">
                <a:latin typeface="Times New Roman"/>
                <a:cs typeface="Times New Roman"/>
              </a:rPr>
              <a:t> </a:t>
            </a:r>
            <a:r>
              <a:rPr sz="1700" spc="-5" dirty="0">
                <a:latin typeface="Times New Roman"/>
                <a:cs typeface="Times New Roman"/>
              </a:rPr>
              <a:t>go</a:t>
            </a:r>
            <a:r>
              <a:rPr sz="1700" spc="-7" dirty="0">
                <a:latin typeface="Times New Roman"/>
                <a:cs typeface="Times New Roman"/>
              </a:rPr>
              <a:t>e</a:t>
            </a:r>
            <a:r>
              <a:rPr sz="1700" dirty="0">
                <a:latin typeface="Times New Roman"/>
                <a:cs typeface="Times New Roman"/>
              </a:rPr>
              <a:t>s </a:t>
            </a:r>
            <a:r>
              <a:rPr sz="1700" spc="-2" dirty="0">
                <a:latin typeface="Times New Roman"/>
                <a:cs typeface="Times New Roman"/>
              </a:rPr>
              <a:t>int</a:t>
            </a:r>
            <a:r>
              <a:rPr sz="1700" dirty="0">
                <a:latin typeface="Times New Roman"/>
                <a:cs typeface="Times New Roman"/>
              </a:rPr>
              <a:t>o</a:t>
            </a:r>
            <a:r>
              <a:rPr sz="1700" spc="63" dirty="0">
                <a:latin typeface="Times New Roman"/>
                <a:cs typeface="Times New Roman"/>
              </a:rPr>
              <a:t> </a:t>
            </a:r>
            <a:r>
              <a:rPr sz="1700" spc="-2" dirty="0">
                <a:latin typeface="Times New Roman"/>
                <a:cs typeface="Times New Roman"/>
              </a:rPr>
              <a:t>it</a:t>
            </a:r>
            <a:r>
              <a:rPr sz="1700" dirty="0">
                <a:latin typeface="Times New Roman"/>
                <a:cs typeface="Times New Roman"/>
              </a:rPr>
              <a:t>s</a:t>
            </a:r>
            <a:r>
              <a:rPr sz="1700" spc="63" dirty="0">
                <a:latin typeface="Times New Roman"/>
                <a:cs typeface="Times New Roman"/>
              </a:rPr>
              <a:t> </a:t>
            </a:r>
            <a:r>
              <a:rPr sz="1700" spc="-2" dirty="0">
                <a:latin typeface="Times New Roman"/>
                <a:cs typeface="Times New Roman"/>
              </a:rPr>
              <a:t>in</a:t>
            </a:r>
            <a:r>
              <a:rPr sz="1700" spc="-7" dirty="0">
                <a:latin typeface="Times New Roman"/>
                <a:cs typeface="Times New Roman"/>
              </a:rPr>
              <a:t>i</a:t>
            </a:r>
            <a:r>
              <a:rPr sz="1700" spc="-2" dirty="0">
                <a:latin typeface="Times New Roman"/>
                <a:cs typeface="Times New Roman"/>
              </a:rPr>
              <a:t>ti</a:t>
            </a:r>
            <a:r>
              <a:rPr sz="1700" spc="-7" dirty="0">
                <a:latin typeface="Times New Roman"/>
                <a:cs typeface="Times New Roman"/>
              </a:rPr>
              <a:t>a</a:t>
            </a:r>
            <a:r>
              <a:rPr sz="1700" spc="-2" dirty="0">
                <a:latin typeface="Times New Roman"/>
                <a:cs typeface="Times New Roman"/>
              </a:rPr>
              <a:t>l</a:t>
            </a:r>
            <a:r>
              <a:rPr sz="1700" spc="63" dirty="0">
                <a:latin typeface="Times New Roman"/>
                <a:cs typeface="Times New Roman"/>
              </a:rPr>
              <a:t> </a:t>
            </a:r>
            <a:r>
              <a:rPr sz="1700" spc="-5" dirty="0">
                <a:latin typeface="Times New Roman"/>
                <a:cs typeface="Times New Roman"/>
              </a:rPr>
              <a:t>state</a:t>
            </a:r>
            <a:r>
              <a:rPr sz="1700" dirty="0">
                <a:latin typeface="Times New Roman"/>
                <a:cs typeface="Times New Roman"/>
              </a:rPr>
              <a:t>.</a:t>
            </a:r>
            <a:endParaRPr lang="en-US" sz="1700" spc="63" dirty="0">
              <a:latin typeface="Times New Roman"/>
              <a:cs typeface="Times New Roman"/>
            </a:endParaRPr>
          </a:p>
          <a:p>
            <a:pPr marL="6109" marR="2443" algn="just">
              <a:tabLst>
                <a:tab pos="573301" algn="l"/>
                <a:tab pos="1014655" algn="l"/>
                <a:tab pos="1488385" algn="l"/>
                <a:tab pos="1982579" algn="l"/>
                <a:tab pos="2423932" algn="l"/>
              </a:tabLst>
            </a:pPr>
            <a:r>
              <a:rPr sz="1700" spc="-5" dirty="0">
                <a:latin typeface="Times New Roman"/>
                <a:cs typeface="Times New Roman"/>
              </a:rPr>
              <a:t>The</a:t>
            </a:r>
            <a:r>
              <a:rPr sz="1700" spc="58" dirty="0">
                <a:latin typeface="Times New Roman"/>
                <a:cs typeface="Times New Roman"/>
              </a:rPr>
              <a:t> </a:t>
            </a:r>
            <a:r>
              <a:rPr sz="1700" spc="-2" dirty="0">
                <a:latin typeface="Times New Roman"/>
                <a:cs typeface="Times New Roman"/>
              </a:rPr>
              <a:t>sour</a:t>
            </a:r>
            <a:r>
              <a:rPr sz="1700" spc="-5" dirty="0">
                <a:latin typeface="Times New Roman"/>
                <a:cs typeface="Times New Roman"/>
              </a:rPr>
              <a:t>ce</a:t>
            </a:r>
            <a:r>
              <a:rPr sz="1700" spc="60" dirty="0">
                <a:latin typeface="Times New Roman"/>
                <a:cs typeface="Times New Roman"/>
              </a:rPr>
              <a:t> </a:t>
            </a:r>
            <a:r>
              <a:rPr sz="1700" dirty="0">
                <a:latin typeface="Times New Roman"/>
                <a:cs typeface="Times New Roman"/>
              </a:rPr>
              <a:t>u</a:t>
            </a:r>
            <a:r>
              <a:rPr sz="1700" spc="7" dirty="0">
                <a:latin typeface="Times New Roman"/>
                <a:cs typeface="Times New Roman"/>
              </a:rPr>
              <a:t>n</a:t>
            </a:r>
            <a:r>
              <a:rPr sz="1700" spc="-2" dirty="0">
                <a:latin typeface="Times New Roman"/>
                <a:cs typeface="Times New Roman"/>
              </a:rPr>
              <a:t>it</a:t>
            </a:r>
            <a:r>
              <a:rPr sz="1700" spc="63" dirty="0">
                <a:latin typeface="Times New Roman"/>
                <a:cs typeface="Times New Roman"/>
              </a:rPr>
              <a:t> </a:t>
            </a:r>
            <a:r>
              <a:rPr sz="1700" spc="-5" dirty="0">
                <a:latin typeface="Times New Roman"/>
                <a:cs typeface="Times New Roman"/>
              </a:rPr>
              <a:t>do</a:t>
            </a:r>
            <a:r>
              <a:rPr sz="1700" spc="-7" dirty="0">
                <a:latin typeface="Times New Roman"/>
                <a:cs typeface="Times New Roman"/>
              </a:rPr>
              <a:t>e</a:t>
            </a:r>
            <a:r>
              <a:rPr sz="1700" dirty="0">
                <a:latin typeface="Times New Roman"/>
                <a:cs typeface="Times New Roman"/>
              </a:rPr>
              <a:t>s</a:t>
            </a:r>
            <a:r>
              <a:rPr sz="1700" spc="63" dirty="0">
                <a:latin typeface="Times New Roman"/>
                <a:cs typeface="Times New Roman"/>
              </a:rPr>
              <a:t> </a:t>
            </a:r>
            <a:r>
              <a:rPr sz="1700" spc="-5" dirty="0">
                <a:latin typeface="Times New Roman"/>
                <a:cs typeface="Times New Roman"/>
              </a:rPr>
              <a:t>not</a:t>
            </a:r>
            <a:r>
              <a:rPr sz="1700" spc="63" dirty="0">
                <a:latin typeface="Times New Roman"/>
                <a:cs typeface="Times New Roman"/>
              </a:rPr>
              <a:t> </a:t>
            </a:r>
            <a:r>
              <a:rPr sz="1700" spc="-2" dirty="0">
                <a:latin typeface="Times New Roman"/>
                <a:cs typeface="Times New Roman"/>
              </a:rPr>
              <a:t>s</a:t>
            </a:r>
            <a:r>
              <a:rPr sz="1700" spc="2" dirty="0">
                <a:latin typeface="Times New Roman"/>
                <a:cs typeface="Times New Roman"/>
              </a:rPr>
              <a:t>e</a:t>
            </a:r>
            <a:r>
              <a:rPr sz="1700" dirty="0">
                <a:latin typeface="Times New Roman"/>
                <a:cs typeface="Times New Roman"/>
              </a:rPr>
              <a:t>nd</a:t>
            </a:r>
            <a:r>
              <a:rPr sz="1700" spc="63" dirty="0">
                <a:latin typeface="Times New Roman"/>
                <a:cs typeface="Times New Roman"/>
              </a:rPr>
              <a:t> </a:t>
            </a:r>
            <a:r>
              <a:rPr sz="1700" spc="-2" dirty="0">
                <a:latin typeface="Times New Roman"/>
                <a:cs typeface="Times New Roman"/>
              </a:rPr>
              <a:t>the</a:t>
            </a:r>
            <a:r>
              <a:rPr sz="1700" spc="60" dirty="0">
                <a:latin typeface="Times New Roman"/>
                <a:cs typeface="Times New Roman"/>
              </a:rPr>
              <a:t> </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xt</a:t>
            </a:r>
            <a:r>
              <a:rPr sz="1700" spc="63"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60" dirty="0">
                <a:latin typeface="Times New Roman"/>
                <a:cs typeface="Times New Roman"/>
              </a:rPr>
              <a:t> </a:t>
            </a:r>
            <a:r>
              <a:rPr sz="1700" spc="-2" dirty="0">
                <a:latin typeface="Times New Roman"/>
                <a:cs typeface="Times New Roman"/>
              </a:rPr>
              <a:t>it</a:t>
            </a:r>
            <a:r>
              <a:rPr sz="1700" spc="-7" dirty="0">
                <a:latin typeface="Times New Roman"/>
                <a:cs typeface="Times New Roman"/>
              </a:rPr>
              <a:t>e</a:t>
            </a:r>
            <a:r>
              <a:rPr sz="1700" spc="-5" dirty="0">
                <a:latin typeface="Times New Roman"/>
                <a:cs typeface="Times New Roman"/>
              </a:rPr>
              <a:t>m</a:t>
            </a:r>
            <a:r>
              <a:rPr sz="1700" spc="63" dirty="0">
                <a:latin typeface="Times New Roman"/>
                <a:cs typeface="Times New Roman"/>
              </a:rPr>
              <a:t> </a:t>
            </a:r>
            <a:r>
              <a:rPr sz="1700" dirty="0">
                <a:latin typeface="Times New Roman"/>
                <a:cs typeface="Times New Roman"/>
              </a:rPr>
              <a:t>u</a:t>
            </a:r>
            <a:r>
              <a:rPr sz="1700" spc="5" dirty="0">
                <a:latin typeface="Times New Roman"/>
                <a:cs typeface="Times New Roman"/>
              </a:rPr>
              <a:t>n</a:t>
            </a:r>
            <a:r>
              <a:rPr sz="1700" spc="-2" dirty="0">
                <a:latin typeface="Times New Roman"/>
                <a:cs typeface="Times New Roman"/>
              </a:rPr>
              <a:t>til</a:t>
            </a:r>
            <a:r>
              <a:rPr sz="1700" spc="63" dirty="0">
                <a:latin typeface="Times New Roman"/>
                <a:cs typeface="Times New Roman"/>
              </a:rPr>
              <a:t> </a:t>
            </a:r>
            <a:r>
              <a:rPr sz="1700" spc="-7" dirty="0">
                <a:latin typeface="Times New Roman"/>
                <a:cs typeface="Times New Roman"/>
              </a:rPr>
              <a:t>a</a:t>
            </a:r>
            <a:r>
              <a:rPr sz="1700" spc="-2" dirty="0">
                <a:latin typeface="Times New Roman"/>
                <a:cs typeface="Times New Roman"/>
              </a:rPr>
              <a:t>ft</a:t>
            </a:r>
            <a:r>
              <a:rPr sz="1700" spc="-10" dirty="0">
                <a:latin typeface="Times New Roman"/>
                <a:cs typeface="Times New Roman"/>
              </a:rPr>
              <a:t>e</a:t>
            </a:r>
            <a:r>
              <a:rPr sz="1700" dirty="0">
                <a:latin typeface="Times New Roman"/>
                <a:cs typeface="Times New Roman"/>
              </a:rPr>
              <a:t>r</a:t>
            </a:r>
            <a:r>
              <a:rPr sz="1700" spc="60" dirty="0">
                <a:latin typeface="Times New Roman"/>
                <a:cs typeface="Times New Roman"/>
              </a:rPr>
              <a:t> </a:t>
            </a:r>
            <a:r>
              <a:rPr sz="1700" spc="-2" dirty="0">
                <a:latin typeface="Times New Roman"/>
                <a:cs typeface="Times New Roman"/>
              </a:rPr>
              <a:t>the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65" dirty="0">
                <a:latin typeface="Times New Roman"/>
                <a:cs typeface="Times New Roman"/>
              </a:rPr>
              <a:t> </a:t>
            </a:r>
            <a:r>
              <a:rPr sz="1700" spc="-2" dirty="0">
                <a:latin typeface="Times New Roman"/>
                <a:cs typeface="Times New Roman"/>
              </a:rPr>
              <a:t>unit</a:t>
            </a:r>
            <a:r>
              <a:rPr sz="1700" dirty="0">
                <a:latin typeface="Times New Roman"/>
                <a:cs typeface="Times New Roman"/>
              </a:rPr>
              <a:t> </a:t>
            </a:r>
            <a:r>
              <a:rPr sz="1700" spc="-63" dirty="0">
                <a:latin typeface="Times New Roman"/>
                <a:cs typeface="Times New Roman"/>
              </a:rPr>
              <a:t> </a:t>
            </a:r>
            <a:r>
              <a:rPr sz="1700" spc="-2" dirty="0">
                <a:latin typeface="Times New Roman"/>
                <a:cs typeface="Times New Roman"/>
              </a:rPr>
              <a:t>show</a:t>
            </a:r>
            <a:r>
              <a:rPr sz="1700" dirty="0">
                <a:latin typeface="Times New Roman"/>
                <a:cs typeface="Times New Roman"/>
              </a:rPr>
              <a:t>s </a:t>
            </a:r>
            <a:r>
              <a:rPr sz="1700" spc="-65" dirty="0">
                <a:latin typeface="Times New Roman"/>
                <a:cs typeface="Times New Roman"/>
              </a:rPr>
              <a:t> </a:t>
            </a:r>
            <a:r>
              <a:rPr sz="1700" spc="2" dirty="0">
                <a:latin typeface="Times New Roman"/>
                <a:cs typeface="Times New Roman"/>
              </a:rPr>
              <a:t>r</a:t>
            </a:r>
            <a:r>
              <a:rPr sz="1700" spc="-7" dirty="0">
                <a:latin typeface="Times New Roman"/>
                <a:cs typeface="Times New Roman"/>
              </a:rPr>
              <a:t>ea</a:t>
            </a:r>
            <a:r>
              <a:rPr sz="1700" dirty="0">
                <a:latin typeface="Times New Roman"/>
                <a:cs typeface="Times New Roman"/>
              </a:rPr>
              <a:t>diness </a:t>
            </a:r>
            <a:r>
              <a:rPr sz="1700" spc="-65" dirty="0">
                <a:latin typeface="Times New Roman"/>
                <a:cs typeface="Times New Roman"/>
              </a:rPr>
              <a:t> </a:t>
            </a:r>
            <a:r>
              <a:rPr sz="1700" spc="-2" dirty="0">
                <a:latin typeface="Times New Roman"/>
                <a:cs typeface="Times New Roman"/>
              </a:rPr>
              <a:t>to</a:t>
            </a:r>
            <a:r>
              <a:rPr sz="1700" dirty="0">
                <a:latin typeface="Times New Roman"/>
                <a:cs typeface="Times New Roman"/>
              </a:rPr>
              <a:t> </a:t>
            </a:r>
            <a:r>
              <a:rPr sz="1700" spc="-58" dirty="0">
                <a:latin typeface="Times New Roman"/>
                <a:cs typeface="Times New Roman"/>
              </a:rPr>
              <a:t> </a:t>
            </a:r>
            <a:r>
              <a:rPr sz="1700" spc="-7" dirty="0">
                <a:latin typeface="Times New Roman"/>
                <a:cs typeface="Times New Roman"/>
              </a:rPr>
              <a:t>a</a:t>
            </a:r>
            <a:r>
              <a:rPr sz="1700" spc="-2" dirty="0">
                <a:latin typeface="Times New Roman"/>
                <a:cs typeface="Times New Roman"/>
              </a:rPr>
              <a:t>c</a:t>
            </a:r>
            <a:r>
              <a:rPr sz="1700" spc="-7" dirty="0">
                <a:latin typeface="Times New Roman"/>
                <a:cs typeface="Times New Roman"/>
              </a:rPr>
              <a:t>ce</a:t>
            </a:r>
            <a:r>
              <a:rPr sz="1700" spc="-2" dirty="0">
                <a:latin typeface="Times New Roman"/>
                <a:cs typeface="Times New Roman"/>
              </a:rPr>
              <a:t>pt</a:t>
            </a:r>
            <a:r>
              <a:rPr sz="1700" dirty="0">
                <a:latin typeface="Times New Roman"/>
                <a:cs typeface="Times New Roman"/>
              </a:rPr>
              <a:t> </a:t>
            </a:r>
            <a:r>
              <a:rPr sz="1700" spc="-65" dirty="0">
                <a:latin typeface="Times New Roman"/>
                <a:cs typeface="Times New Roman"/>
              </a:rPr>
              <a:t> </a:t>
            </a:r>
            <a:r>
              <a:rPr sz="1700" spc="5" dirty="0">
                <a:latin typeface="Times New Roman"/>
                <a:cs typeface="Times New Roman"/>
              </a:rPr>
              <a:t>n</a:t>
            </a:r>
            <a:r>
              <a:rPr sz="1700" spc="-7" dirty="0">
                <a:latin typeface="Times New Roman"/>
                <a:cs typeface="Times New Roman"/>
              </a:rPr>
              <a:t>e</a:t>
            </a:r>
            <a:r>
              <a:rPr sz="1700" dirty="0">
                <a:latin typeface="Times New Roman"/>
                <a:cs typeface="Times New Roman"/>
              </a:rPr>
              <a:t>w </a:t>
            </a:r>
            <a:r>
              <a:rPr sz="1700" spc="-60"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67" dirty="0">
                <a:latin typeface="Times New Roman"/>
                <a:cs typeface="Times New Roman"/>
              </a:rPr>
              <a:t> </a:t>
            </a:r>
            <a:r>
              <a:rPr sz="1700" dirty="0">
                <a:latin typeface="Times New Roman"/>
                <a:cs typeface="Times New Roman"/>
              </a:rPr>
              <a:t>by </a:t>
            </a:r>
            <a:r>
              <a:rPr sz="1700" spc="-65" dirty="0">
                <a:latin typeface="Times New Roman"/>
                <a:cs typeface="Times New Roman"/>
              </a:rPr>
              <a:t> </a:t>
            </a:r>
            <a:r>
              <a:rPr sz="1700" spc="-2" dirty="0">
                <a:latin typeface="Times New Roman"/>
                <a:cs typeface="Times New Roman"/>
              </a:rPr>
              <a:t>di</a:t>
            </a:r>
            <a:r>
              <a:rPr sz="1700" dirty="0">
                <a:latin typeface="Times New Roman"/>
                <a:cs typeface="Times New Roman"/>
              </a:rPr>
              <a:t>s</a:t>
            </a:r>
            <a:r>
              <a:rPr sz="1700" spc="-7" dirty="0">
                <a:latin typeface="Times New Roman"/>
                <a:cs typeface="Times New Roman"/>
              </a:rPr>
              <a:t>a</a:t>
            </a:r>
            <a:r>
              <a:rPr sz="1700" spc="-2" dirty="0">
                <a:latin typeface="Times New Roman"/>
                <a:cs typeface="Times New Roman"/>
              </a:rPr>
              <a:t>bli</a:t>
            </a:r>
            <a:r>
              <a:rPr sz="1700" dirty="0">
                <a:latin typeface="Times New Roman"/>
                <a:cs typeface="Times New Roman"/>
              </a:rPr>
              <a:t>ng </a:t>
            </a:r>
            <a:r>
              <a:rPr sz="1700" spc="-65"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67" dirty="0">
                <a:latin typeface="Times New Roman"/>
                <a:cs typeface="Times New Roman"/>
              </a:rPr>
              <a:t> </a:t>
            </a:r>
            <a:r>
              <a:rPr sz="1700" spc="-5" dirty="0">
                <a:latin typeface="Times New Roman"/>
                <a:cs typeface="Times New Roman"/>
              </a:rPr>
              <a:t>d</a:t>
            </a:r>
            <a:r>
              <a:rPr sz="1700" spc="-2" dirty="0">
                <a:latin typeface="Times New Roman"/>
                <a:cs typeface="Times New Roman"/>
              </a:rPr>
              <a:t>ata</a:t>
            </a:r>
            <a:r>
              <a:rPr sz="1700" dirty="0">
                <a:latin typeface="Times New Roman"/>
                <a:cs typeface="Times New Roman"/>
              </a:rPr>
              <a:t> </a:t>
            </a:r>
            <a:r>
              <a:rPr sz="1700" spc="-67" dirty="0">
                <a:latin typeface="Times New Roman"/>
                <a:cs typeface="Times New Roman"/>
              </a:rPr>
              <a:t> </a:t>
            </a:r>
            <a:r>
              <a:rPr sz="1700" spc="-7" dirty="0">
                <a:latin typeface="Times New Roman"/>
                <a:cs typeface="Times New Roman"/>
              </a:rPr>
              <a:t>a</a:t>
            </a:r>
            <a:r>
              <a:rPr sz="1700" spc="-2" dirty="0">
                <a:latin typeface="Times New Roman"/>
                <a:cs typeface="Times New Roman"/>
              </a:rPr>
              <a:t>c</a:t>
            </a:r>
            <a:r>
              <a:rPr sz="1700" spc="-7" dirty="0">
                <a:latin typeface="Times New Roman"/>
                <a:cs typeface="Times New Roman"/>
              </a:rPr>
              <a:t>ce</a:t>
            </a:r>
            <a:r>
              <a:rPr sz="1700" spc="-2" dirty="0">
                <a:latin typeface="Times New Roman"/>
                <a:cs typeface="Times New Roman"/>
              </a:rPr>
              <a:t>pte</a:t>
            </a:r>
            <a:r>
              <a:rPr sz="1700" dirty="0">
                <a:latin typeface="Times New Roman"/>
                <a:cs typeface="Times New Roman"/>
              </a:rPr>
              <a:t>d </a:t>
            </a:r>
            <a:r>
              <a:rPr sz="1700" spc="-5" dirty="0">
                <a:latin typeface="Times New Roman"/>
                <a:cs typeface="Times New Roman"/>
              </a:rPr>
              <a:t>signal.</a:t>
            </a:r>
            <a:endParaRPr lang="en-US" sz="1700" spc="-5" dirty="0">
              <a:latin typeface="Times New Roman"/>
              <a:cs typeface="Times New Roman"/>
            </a:endParaRPr>
          </a:p>
          <a:p>
            <a:pPr marL="6109" marR="2443" algn="just">
              <a:tabLst>
                <a:tab pos="573301" algn="l"/>
                <a:tab pos="1014655" algn="l"/>
                <a:tab pos="1488385" algn="l"/>
                <a:tab pos="1982579" algn="l"/>
                <a:tab pos="2423932" algn="l"/>
              </a:tabLst>
            </a:pPr>
            <a:r>
              <a:rPr lang="en-US" sz="1700" dirty="0">
                <a:latin typeface="Times New Roman"/>
                <a:cs typeface="Times New Roman"/>
              </a:rPr>
              <a:t>This sequence of events  described in its sequence diagram, which shows the above sequence in which the system is present at any given time.</a:t>
            </a:r>
          </a:p>
        </p:txBody>
      </p:sp>
    </p:spTree>
    <p:extLst>
      <p:ext uri="{BB962C8B-B14F-4D97-AF65-F5344CB8AC3E}">
        <p14:creationId xmlns:p14="http://schemas.microsoft.com/office/powerpoint/2010/main" val="3028911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7DEBE-E17D-B71D-88DF-3FEE70151A5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1036FD7-D1F9-6E37-4E69-EA29E378EEFD}"/>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27135018-7D17-F924-06CE-34116BB321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2C9A8B77-D88A-C9D0-F7F5-EE4A0466346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B3104F0A-EB50-901A-AE5E-7B274D089CB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2" name="object 2"/>
          <p:cNvSpPr txBox="1"/>
          <p:nvPr/>
        </p:nvSpPr>
        <p:spPr>
          <a:xfrm>
            <a:off x="914400" y="733359"/>
            <a:ext cx="3965624" cy="2616101"/>
          </a:xfrm>
          <a:prstGeom prst="rect">
            <a:avLst/>
          </a:prstGeom>
        </p:spPr>
        <p:txBody>
          <a:bodyPr vert="horz" wrap="square" lIns="0" tIns="0" rIns="0" bIns="0" rtlCol="0">
            <a:spAutoFit/>
          </a:bodyPr>
          <a:lstStyle/>
          <a:p>
            <a:pPr marL="115760" marR="2443" indent="-109651" algn="just">
              <a:buFont typeface="Symbol"/>
              <a:buChar char=""/>
              <a:tabLst>
                <a:tab pos="116065" algn="l"/>
                <a:tab pos="809403" algn="l"/>
                <a:tab pos="1291685" algn="l"/>
                <a:tab pos="1790765" algn="l"/>
                <a:tab pos="2521366" algn="l"/>
              </a:tabLst>
            </a:pPr>
            <a:r>
              <a:rPr sz="1700" b="1" spc="-2" dirty="0">
                <a:latin typeface="Times New Roman"/>
                <a:cs typeface="Times New Roman"/>
              </a:rPr>
              <a:t>D</a:t>
            </a:r>
            <a:r>
              <a:rPr sz="1700" b="1" spc="-5" dirty="0">
                <a:latin typeface="Times New Roman"/>
                <a:cs typeface="Times New Roman"/>
              </a:rPr>
              <a:t>e</a:t>
            </a:r>
            <a:r>
              <a:rPr sz="1700" b="1" spc="-2" dirty="0">
                <a:latin typeface="Times New Roman"/>
                <a:cs typeface="Times New Roman"/>
              </a:rPr>
              <a:t>sti</a:t>
            </a:r>
            <a:r>
              <a:rPr sz="1700" b="1" dirty="0">
                <a:latin typeface="Times New Roman"/>
                <a:cs typeface="Times New Roman"/>
              </a:rPr>
              <a:t>n</a:t>
            </a:r>
            <a:r>
              <a:rPr sz="1700" b="1" spc="-5" dirty="0">
                <a:latin typeface="Times New Roman"/>
                <a:cs typeface="Times New Roman"/>
              </a:rPr>
              <a:t>ation</a:t>
            </a:r>
            <a:r>
              <a:rPr sz="1700" b="1" spc="5" dirty="0">
                <a:latin typeface="Times New Roman"/>
                <a:cs typeface="Times New Roman"/>
              </a:rPr>
              <a:t> </a:t>
            </a:r>
            <a:r>
              <a:rPr sz="1700" b="1" spc="-2" dirty="0">
                <a:latin typeface="Times New Roman"/>
                <a:cs typeface="Times New Roman"/>
              </a:rPr>
              <a:t>initiat</a:t>
            </a:r>
            <a:r>
              <a:rPr sz="1700" b="1" spc="-10" dirty="0">
                <a:latin typeface="Times New Roman"/>
                <a:cs typeface="Times New Roman"/>
              </a:rPr>
              <a:t>e</a:t>
            </a:r>
            <a:r>
              <a:rPr sz="1700" b="1" dirty="0">
                <a:latin typeface="Times New Roman"/>
                <a:cs typeface="Times New Roman"/>
              </a:rPr>
              <a:t>d</a:t>
            </a:r>
            <a:r>
              <a:rPr sz="1700" b="1" spc="5" dirty="0">
                <a:latin typeface="Times New Roman"/>
                <a:cs typeface="Times New Roman"/>
              </a:rPr>
              <a:t> </a:t>
            </a:r>
            <a:r>
              <a:rPr sz="1700" b="1" dirty="0">
                <a:latin typeface="Times New Roman"/>
                <a:cs typeface="Times New Roman"/>
              </a:rPr>
              <a:t>h</a:t>
            </a:r>
            <a:r>
              <a:rPr sz="1700" b="1" spc="-7" dirty="0">
                <a:latin typeface="Times New Roman"/>
                <a:cs typeface="Times New Roman"/>
              </a:rPr>
              <a:t>a</a:t>
            </a:r>
            <a:r>
              <a:rPr sz="1700" b="1" dirty="0">
                <a:latin typeface="Times New Roman"/>
                <a:cs typeface="Times New Roman"/>
              </a:rPr>
              <a:t>nd</a:t>
            </a:r>
            <a:r>
              <a:rPr sz="1700" b="1" spc="-2" dirty="0">
                <a:latin typeface="Times New Roman"/>
                <a:cs typeface="Times New Roman"/>
              </a:rPr>
              <a:t>s</a:t>
            </a:r>
            <a:r>
              <a:rPr sz="1700" b="1" dirty="0">
                <a:latin typeface="Times New Roman"/>
                <a:cs typeface="Times New Roman"/>
              </a:rPr>
              <a:t>h</a:t>
            </a:r>
            <a:r>
              <a:rPr sz="1700" b="1" spc="-7" dirty="0">
                <a:latin typeface="Times New Roman"/>
                <a:cs typeface="Times New Roman"/>
              </a:rPr>
              <a:t>a</a:t>
            </a:r>
            <a:r>
              <a:rPr sz="1700" b="1" dirty="0">
                <a:latin typeface="Times New Roman"/>
                <a:cs typeface="Times New Roman"/>
              </a:rPr>
              <a:t>k</a:t>
            </a:r>
            <a:r>
              <a:rPr sz="1700" b="1" spc="-2" dirty="0">
                <a:latin typeface="Times New Roman"/>
                <a:cs typeface="Times New Roman"/>
              </a:rPr>
              <a:t>in</a:t>
            </a:r>
            <a:r>
              <a:rPr sz="1700" b="1" dirty="0">
                <a:latin typeface="Times New Roman"/>
                <a:cs typeface="Times New Roman"/>
              </a:rPr>
              <a:t>g:</a:t>
            </a:r>
            <a:endParaRPr lang="en-US" sz="1700" b="1" dirty="0">
              <a:latin typeface="Times New Roman"/>
              <a:cs typeface="Times New Roman"/>
            </a:endParaRPr>
          </a:p>
          <a:p>
            <a:pPr marL="6109" marR="2443" algn="just">
              <a:tabLst>
                <a:tab pos="116065" algn="l"/>
                <a:tab pos="809403" algn="l"/>
                <a:tab pos="1291685" algn="l"/>
                <a:tab pos="1790765" algn="l"/>
                <a:tab pos="2521366" algn="l"/>
              </a:tabLst>
            </a:pPr>
            <a:endParaRPr lang="en-US" sz="1700" b="1" spc="-10" dirty="0">
              <a:latin typeface="Times New Roman"/>
              <a:cs typeface="Times New Roman"/>
            </a:endParaRPr>
          </a:p>
          <a:p>
            <a:pPr marL="6109" marR="2443" algn="just">
              <a:tabLst>
                <a:tab pos="116065" algn="l"/>
                <a:tab pos="809403" algn="l"/>
                <a:tab pos="1291685" algn="l"/>
                <a:tab pos="1790765" algn="l"/>
                <a:tab pos="2521366" algn="l"/>
              </a:tabLst>
            </a:pPr>
            <a:r>
              <a:rPr sz="1700" spc="-10" dirty="0">
                <a:latin typeface="Times New Roman"/>
                <a:cs typeface="Times New Roman"/>
              </a:rPr>
              <a:t>I</a:t>
            </a:r>
            <a:r>
              <a:rPr sz="1700" dirty="0">
                <a:latin typeface="Times New Roman"/>
                <a:cs typeface="Times New Roman"/>
              </a:rPr>
              <a:t>n</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spc="-5" dirty="0">
                <a:latin typeface="Times New Roman"/>
                <a:cs typeface="Times New Roman"/>
              </a:rPr>
              <a:t>b</a:t>
            </a:r>
            <a:r>
              <a:rPr sz="1700" spc="-7" dirty="0">
                <a:latin typeface="Times New Roman"/>
                <a:cs typeface="Times New Roman"/>
              </a:rPr>
              <a:t>e</a:t>
            </a:r>
            <a:r>
              <a:rPr sz="1700" dirty="0">
                <a:latin typeface="Times New Roman"/>
                <a:cs typeface="Times New Roman"/>
              </a:rPr>
              <a:t>low</a:t>
            </a:r>
            <a:r>
              <a:rPr sz="1700" spc="5" dirty="0">
                <a:latin typeface="Times New Roman"/>
                <a:cs typeface="Times New Roman"/>
              </a:rPr>
              <a:t> </a:t>
            </a:r>
            <a:r>
              <a:rPr sz="1700" spc="-5" dirty="0">
                <a:latin typeface="Times New Roman"/>
                <a:cs typeface="Times New Roman"/>
              </a:rPr>
              <a:t>block</a:t>
            </a:r>
            <a:r>
              <a:rPr sz="1700" spc="2" dirty="0">
                <a:latin typeface="Times New Roman"/>
                <a:cs typeface="Times New Roman"/>
              </a:rPr>
              <a:t> </a:t>
            </a:r>
            <a:r>
              <a:rPr sz="1700" spc="-5" dirty="0">
                <a:latin typeface="Times New Roman"/>
                <a:cs typeface="Times New Roman"/>
              </a:rPr>
              <a:t>diag</a:t>
            </a:r>
            <a:r>
              <a:rPr sz="1700" spc="-7" dirty="0">
                <a:latin typeface="Times New Roman"/>
                <a:cs typeface="Times New Roman"/>
              </a:rPr>
              <a:t>ra</a:t>
            </a:r>
            <a:r>
              <a:rPr sz="1700" spc="-5" dirty="0">
                <a:latin typeface="Times New Roman"/>
                <a:cs typeface="Times New Roman"/>
              </a:rPr>
              <a:t>m,</a:t>
            </a:r>
            <a:r>
              <a:rPr sz="1700" spc="5" dirty="0">
                <a:latin typeface="Times New Roman"/>
                <a:cs typeface="Times New Roman"/>
              </a:rPr>
              <a:t> </a:t>
            </a:r>
            <a:r>
              <a:rPr sz="1700" dirty="0">
                <a:latin typeface="Times New Roman"/>
                <a:cs typeface="Times New Roman"/>
              </a:rPr>
              <a:t>you</a:t>
            </a:r>
            <a:r>
              <a:rPr sz="1700" spc="5" dirty="0">
                <a:latin typeface="Times New Roman"/>
                <a:cs typeface="Times New Roman"/>
              </a:rPr>
              <a:t> </a:t>
            </a:r>
            <a:r>
              <a:rPr sz="1700" spc="-2" dirty="0">
                <a:latin typeface="Times New Roman"/>
                <a:cs typeface="Times New Roman"/>
              </a:rPr>
              <a:t>se</a:t>
            </a:r>
            <a:r>
              <a:rPr sz="1700" spc="-5" dirty="0">
                <a:latin typeface="Times New Roman"/>
                <a:cs typeface="Times New Roman"/>
              </a:rPr>
              <a:t>e</a:t>
            </a:r>
            <a:r>
              <a:rPr sz="1700" spc="2" dirty="0">
                <a:latin typeface="Times New Roman"/>
                <a:cs typeface="Times New Roman"/>
              </a:rPr>
              <a:t> </a:t>
            </a:r>
            <a:r>
              <a:rPr sz="1700" spc="-2" dirty="0">
                <a:latin typeface="Times New Roman"/>
                <a:cs typeface="Times New Roman"/>
              </a:rPr>
              <a:t>that</a:t>
            </a:r>
            <a:r>
              <a:rPr sz="1700" spc="5" dirty="0">
                <a:latin typeface="Times New Roman"/>
                <a:cs typeface="Times New Roman"/>
              </a:rPr>
              <a:t> </a:t>
            </a:r>
            <a:r>
              <a:rPr sz="1700" spc="-2" dirty="0">
                <a:latin typeface="Times New Roman"/>
                <a:cs typeface="Times New Roman"/>
              </a:rPr>
              <a:t>the</a:t>
            </a:r>
            <a:r>
              <a:rPr sz="1700" spc="2" dirty="0">
                <a:latin typeface="Times New Roman"/>
                <a:cs typeface="Times New Roman"/>
              </a:rPr>
              <a:t> </a:t>
            </a:r>
            <a:r>
              <a:rPr sz="1700" dirty="0">
                <a:latin typeface="Times New Roman"/>
                <a:cs typeface="Times New Roman"/>
              </a:rPr>
              <a:t>two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ndsh</a:t>
            </a:r>
            <a:r>
              <a:rPr sz="1700" spc="-2" dirty="0">
                <a:latin typeface="Times New Roman"/>
                <a:cs typeface="Times New Roman"/>
              </a:rPr>
              <a:t>a</a:t>
            </a:r>
            <a:r>
              <a:rPr sz="1700" spc="-5" dirty="0">
                <a:latin typeface="Times New Roman"/>
                <a:cs typeface="Times New Roman"/>
              </a:rPr>
              <a:t>king</a:t>
            </a:r>
            <a:r>
              <a:rPr sz="1700" spc="-12" dirty="0">
                <a:latin typeface="Times New Roman"/>
                <a:cs typeface="Times New Roman"/>
              </a:rPr>
              <a:t> </a:t>
            </a:r>
            <a:r>
              <a:rPr sz="1700" spc="-2" dirty="0">
                <a:latin typeface="Times New Roman"/>
                <a:cs typeface="Times New Roman"/>
              </a:rPr>
              <a:t>lin</a:t>
            </a:r>
            <a:r>
              <a:rPr sz="1700" spc="-7" dirty="0">
                <a:latin typeface="Times New Roman"/>
                <a:cs typeface="Times New Roman"/>
              </a:rPr>
              <a:t>e</a:t>
            </a:r>
            <a:r>
              <a:rPr sz="1700" dirty="0">
                <a:latin typeface="Times New Roman"/>
                <a:cs typeface="Times New Roman"/>
              </a:rPr>
              <a:t>s</a:t>
            </a:r>
            <a:r>
              <a:rPr sz="1700" spc="-1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spc="-17" dirty="0">
                <a:latin typeface="Times New Roman"/>
                <a:cs typeface="Times New Roman"/>
              </a:rPr>
              <a:t> </a:t>
            </a:r>
            <a:r>
              <a:rPr sz="1700" spc="2" dirty="0">
                <a:latin typeface="Times New Roman"/>
                <a:cs typeface="Times New Roman"/>
              </a:rPr>
              <a:t>"</a:t>
            </a:r>
            <a:r>
              <a:rPr sz="1700" b="1" spc="7" dirty="0">
                <a:latin typeface="Times New Roman"/>
                <a:cs typeface="Times New Roman"/>
              </a:rPr>
              <a:t>d</a:t>
            </a:r>
            <a:r>
              <a:rPr sz="1700" b="1" dirty="0">
                <a:latin typeface="Times New Roman"/>
                <a:cs typeface="Times New Roman"/>
              </a:rPr>
              <a:t>ata</a:t>
            </a:r>
            <a:r>
              <a:rPr sz="1700" b="1" spc="-14" dirty="0">
                <a:latin typeface="Times New Roman"/>
                <a:cs typeface="Times New Roman"/>
              </a:rPr>
              <a:t> </a:t>
            </a:r>
            <a:r>
              <a:rPr sz="1700" b="1" spc="-2" dirty="0">
                <a:latin typeface="Times New Roman"/>
                <a:cs typeface="Times New Roman"/>
              </a:rPr>
              <a:t>vali</a:t>
            </a:r>
            <a:r>
              <a:rPr sz="1700" b="1" spc="2" dirty="0">
                <a:latin typeface="Times New Roman"/>
                <a:cs typeface="Times New Roman"/>
              </a:rPr>
              <a:t>d</a:t>
            </a:r>
            <a:r>
              <a:rPr sz="1700" spc="-2" dirty="0">
                <a:latin typeface="Times New Roman"/>
                <a:cs typeface="Times New Roman"/>
              </a:rPr>
              <a:t>"</a:t>
            </a:r>
            <a:r>
              <a:rPr sz="1700" dirty="0">
                <a:latin typeface="Times New Roman"/>
                <a:cs typeface="Times New Roman"/>
              </a:rPr>
              <a:t>,</a:t>
            </a:r>
            <a:r>
              <a:rPr sz="1700" spc="-12" dirty="0">
                <a:latin typeface="Times New Roman"/>
                <a:cs typeface="Times New Roman"/>
              </a:rPr>
              <a:t> </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spc="-2" dirty="0">
                <a:latin typeface="Times New Roman"/>
                <a:cs typeface="Times New Roman"/>
              </a:rPr>
              <a:t>ted</a:t>
            </a:r>
            <a:r>
              <a:rPr sz="1700" spc="-14" dirty="0">
                <a:latin typeface="Times New Roman"/>
                <a:cs typeface="Times New Roman"/>
              </a:rPr>
              <a:t> </a:t>
            </a:r>
            <a:r>
              <a:rPr sz="1700" dirty="0">
                <a:latin typeface="Times New Roman"/>
                <a:cs typeface="Times New Roman"/>
              </a:rPr>
              <a:t>by</a:t>
            </a:r>
            <a:r>
              <a:rPr sz="1700" spc="-12" dirty="0">
                <a:latin typeface="Times New Roman"/>
                <a:cs typeface="Times New Roman"/>
              </a:rPr>
              <a:t> </a:t>
            </a:r>
            <a:r>
              <a:rPr sz="1700" dirty="0">
                <a:latin typeface="Times New Roman"/>
                <a:cs typeface="Times New Roman"/>
              </a:rPr>
              <a:t>t</a:t>
            </a:r>
            <a:r>
              <a:rPr sz="1700" spc="-5" dirty="0">
                <a:latin typeface="Times New Roman"/>
                <a:cs typeface="Times New Roman"/>
              </a:rPr>
              <a:t>he</a:t>
            </a:r>
            <a:r>
              <a:rPr sz="1700" spc="-14" dirty="0">
                <a:latin typeface="Times New Roman"/>
                <a:cs typeface="Times New Roman"/>
              </a:rPr>
              <a:t> </a:t>
            </a:r>
            <a:r>
              <a:rPr sz="1700" spc="-2" dirty="0">
                <a:latin typeface="Times New Roman"/>
                <a:cs typeface="Times New Roman"/>
              </a:rPr>
              <a:t>sour</a:t>
            </a:r>
            <a:r>
              <a:rPr sz="1700" spc="-5" dirty="0">
                <a:latin typeface="Times New Roman"/>
                <a:cs typeface="Times New Roman"/>
              </a:rPr>
              <a:t>ce</a:t>
            </a:r>
            <a:r>
              <a:rPr sz="1700" spc="-14" dirty="0">
                <a:latin typeface="Times New Roman"/>
                <a:cs typeface="Times New Roman"/>
              </a:rPr>
              <a:t> </a:t>
            </a:r>
            <a:r>
              <a:rPr sz="1700" spc="-2" dirty="0">
                <a:latin typeface="Times New Roman"/>
                <a:cs typeface="Times New Roman"/>
              </a:rPr>
              <a:t>unit</a:t>
            </a:r>
            <a:r>
              <a:rPr sz="1700" dirty="0">
                <a:latin typeface="Times New Roman"/>
                <a:cs typeface="Times New Roman"/>
              </a:rPr>
              <a:t>,</a:t>
            </a:r>
            <a:r>
              <a:rPr sz="1700" spc="-1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12" dirty="0">
                <a:latin typeface="Times New Roman"/>
                <a:cs typeface="Times New Roman"/>
              </a:rPr>
              <a:t> </a:t>
            </a:r>
            <a:r>
              <a:rPr sz="1700" spc="2" dirty="0">
                <a:latin typeface="Times New Roman"/>
                <a:cs typeface="Times New Roman"/>
              </a:rPr>
              <a:t>"</a:t>
            </a:r>
            <a:r>
              <a:rPr sz="1700" b="1" spc="-2" dirty="0">
                <a:latin typeface="Times New Roman"/>
                <a:cs typeface="Times New Roman"/>
              </a:rPr>
              <a:t>r</a:t>
            </a:r>
            <a:r>
              <a:rPr sz="1700" b="1" spc="-7" dirty="0">
                <a:latin typeface="Times New Roman"/>
                <a:cs typeface="Times New Roman"/>
              </a:rPr>
              <a:t>e</a:t>
            </a:r>
            <a:r>
              <a:rPr sz="1700" b="1" dirty="0">
                <a:latin typeface="Times New Roman"/>
                <a:cs typeface="Times New Roman"/>
              </a:rPr>
              <a:t>ady</a:t>
            </a:r>
            <a:r>
              <a:rPr sz="1700" b="1" spc="-12" dirty="0">
                <a:latin typeface="Times New Roman"/>
                <a:cs typeface="Times New Roman"/>
              </a:rPr>
              <a:t> </a:t>
            </a:r>
            <a:r>
              <a:rPr sz="1700" b="1" spc="-5" dirty="0">
                <a:latin typeface="Times New Roman"/>
                <a:cs typeface="Times New Roman"/>
              </a:rPr>
              <a:t>for</a:t>
            </a:r>
            <a:r>
              <a:rPr sz="1700" b="1" spc="-17" dirty="0">
                <a:latin typeface="Times New Roman"/>
                <a:cs typeface="Times New Roman"/>
              </a:rPr>
              <a:t> </a:t>
            </a:r>
            <a:r>
              <a:rPr sz="1700" b="1" dirty="0">
                <a:latin typeface="Times New Roman"/>
                <a:cs typeface="Times New Roman"/>
              </a:rPr>
              <a:t>data</a:t>
            </a:r>
            <a:r>
              <a:rPr sz="1700" dirty="0">
                <a:latin typeface="Times New Roman"/>
                <a:cs typeface="Times New Roman"/>
              </a:rPr>
              <a:t>" </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r</a:t>
            </a:r>
            <a:r>
              <a:rPr sz="1700" spc="-10" dirty="0">
                <a:latin typeface="Times New Roman"/>
                <a:cs typeface="Times New Roman"/>
              </a:rPr>
              <a:t>a</a:t>
            </a:r>
            <a:r>
              <a:rPr sz="1700" dirty="0">
                <a:latin typeface="Times New Roman"/>
                <a:cs typeface="Times New Roman"/>
              </a:rPr>
              <a:t>t</a:t>
            </a:r>
            <a:r>
              <a:rPr sz="1700" spc="-7" dirty="0">
                <a:latin typeface="Times New Roman"/>
                <a:cs typeface="Times New Roman"/>
              </a:rPr>
              <a:t>e</a:t>
            </a:r>
            <a:r>
              <a:rPr sz="1700" dirty="0">
                <a:latin typeface="Times New Roman"/>
                <a:cs typeface="Times New Roman"/>
              </a:rPr>
              <a:t>d	by	</a:t>
            </a:r>
            <a:r>
              <a:rPr sz="1700" spc="-2" dirty="0">
                <a:latin typeface="Times New Roman"/>
                <a:cs typeface="Times New Roman"/>
              </a:rPr>
              <a:t>the</a:t>
            </a:r>
            <a:r>
              <a:rPr lang="en-US" sz="1700" spc="-2"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lang="en-US" sz="1700" dirty="0">
                <a:latin typeface="Times New Roman"/>
                <a:cs typeface="Times New Roman"/>
              </a:rPr>
              <a:t> </a:t>
            </a:r>
            <a:r>
              <a:rPr sz="1700" spc="-2" dirty="0">
                <a:latin typeface="Times New Roman"/>
                <a:cs typeface="Times New Roman"/>
              </a:rPr>
              <a:t>unit</a:t>
            </a:r>
            <a:r>
              <a:rPr sz="1700" dirty="0">
                <a:latin typeface="Times New Roman"/>
                <a:cs typeface="Times New Roman"/>
              </a:rPr>
              <a:t>. </a:t>
            </a:r>
            <a:r>
              <a:rPr sz="1700" spc="-7" dirty="0">
                <a:latin typeface="Times New Roman"/>
                <a:cs typeface="Times New Roman"/>
              </a:rPr>
              <a:t>Not</a:t>
            </a:r>
            <a:r>
              <a:rPr sz="1700" spc="-5" dirty="0">
                <a:latin typeface="Times New Roman"/>
                <a:cs typeface="Times New Roman"/>
              </a:rPr>
              <a:t>e</a:t>
            </a:r>
            <a:r>
              <a:rPr sz="1700" spc="19" dirty="0">
                <a:latin typeface="Times New Roman"/>
                <a:cs typeface="Times New Roman"/>
              </a:rPr>
              <a:t> </a:t>
            </a:r>
            <a:r>
              <a:rPr sz="1700" spc="-2" dirty="0">
                <a:latin typeface="Times New Roman"/>
                <a:cs typeface="Times New Roman"/>
              </a:rPr>
              <a:t>that</a:t>
            </a:r>
            <a:r>
              <a:rPr sz="1700" spc="22" dirty="0">
                <a:latin typeface="Times New Roman"/>
                <a:cs typeface="Times New Roman"/>
              </a:rPr>
              <a:t> </a:t>
            </a:r>
            <a:r>
              <a:rPr sz="1700" spc="-2" dirty="0">
                <a:latin typeface="Times New Roman"/>
                <a:cs typeface="Times New Roman"/>
              </a:rPr>
              <a:t>the</a:t>
            </a:r>
            <a:r>
              <a:rPr sz="1700" spc="26" dirty="0">
                <a:latin typeface="Times New Roman"/>
                <a:cs typeface="Times New Roman"/>
              </a:rPr>
              <a:t> </a:t>
            </a:r>
            <a:r>
              <a:rPr sz="1700" spc="-5" dirty="0">
                <a:latin typeface="Times New Roman"/>
                <a:cs typeface="Times New Roman"/>
              </a:rPr>
              <a:t>n</a:t>
            </a:r>
            <a:r>
              <a:rPr sz="1700" spc="-7" dirty="0">
                <a:latin typeface="Times New Roman"/>
                <a:cs typeface="Times New Roman"/>
              </a:rPr>
              <a:t>a</a:t>
            </a:r>
            <a:r>
              <a:rPr sz="1700" spc="-5" dirty="0">
                <a:latin typeface="Times New Roman"/>
                <a:cs typeface="Times New Roman"/>
              </a:rPr>
              <a:t>me</a:t>
            </a:r>
            <a:r>
              <a:rPr sz="1700" spc="26" dirty="0">
                <a:latin typeface="Times New Roman"/>
                <a:cs typeface="Times New Roman"/>
              </a:rPr>
              <a:t> </a:t>
            </a:r>
            <a:r>
              <a:rPr sz="1700" dirty="0">
                <a:latin typeface="Times New Roman"/>
                <a:cs typeface="Times New Roman"/>
              </a:rPr>
              <a:t>of</a:t>
            </a:r>
            <a:r>
              <a:rPr sz="1700" spc="24" dirty="0">
                <a:latin typeface="Times New Roman"/>
                <a:cs typeface="Times New Roman"/>
              </a:rPr>
              <a:t> </a:t>
            </a:r>
            <a:r>
              <a:rPr sz="1700" spc="-5" dirty="0">
                <a:latin typeface="Times New Roman"/>
                <a:cs typeface="Times New Roman"/>
              </a:rPr>
              <a:t>signa</a:t>
            </a:r>
            <a:r>
              <a:rPr sz="1700" spc="-2" dirty="0">
                <a:latin typeface="Times New Roman"/>
                <a:cs typeface="Times New Roman"/>
              </a:rPr>
              <a:t>l</a:t>
            </a:r>
            <a:r>
              <a:rPr sz="1700" spc="2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26" dirty="0">
                <a:latin typeface="Times New Roman"/>
                <a:cs typeface="Times New Roman"/>
              </a:rPr>
              <a:t> </a:t>
            </a:r>
            <a:r>
              <a:rPr sz="1700" spc="-7" dirty="0">
                <a:latin typeface="Times New Roman"/>
                <a:cs typeface="Times New Roman"/>
              </a:rPr>
              <a:t>a</a:t>
            </a:r>
            <a:r>
              <a:rPr sz="1700" spc="-2" dirty="0">
                <a:latin typeface="Times New Roman"/>
                <a:cs typeface="Times New Roman"/>
              </a:rPr>
              <a:t>c</a:t>
            </a:r>
            <a:r>
              <a:rPr sz="1700" spc="-7" dirty="0">
                <a:latin typeface="Times New Roman"/>
                <a:cs typeface="Times New Roman"/>
              </a:rPr>
              <a:t>ce</a:t>
            </a:r>
            <a:r>
              <a:rPr sz="1700" spc="-5" dirty="0">
                <a:latin typeface="Times New Roman"/>
                <a:cs typeface="Times New Roman"/>
              </a:rPr>
              <a:t>pted</a:t>
            </a:r>
            <a:r>
              <a:rPr sz="1700" spc="26" dirty="0">
                <a:latin typeface="Times New Roman"/>
                <a:cs typeface="Times New Roman"/>
              </a:rPr>
              <a:t> </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ted</a:t>
            </a:r>
            <a:r>
              <a:rPr sz="1700" spc="19" dirty="0">
                <a:latin typeface="Times New Roman"/>
                <a:cs typeface="Times New Roman"/>
              </a:rPr>
              <a:t> </a:t>
            </a:r>
            <a:r>
              <a:rPr sz="1700" dirty="0">
                <a:latin typeface="Times New Roman"/>
                <a:cs typeface="Times New Roman"/>
              </a:rPr>
              <a:t>by</a:t>
            </a:r>
            <a:r>
              <a:rPr sz="1700" spc="22" dirty="0">
                <a:latin typeface="Times New Roman"/>
                <a:cs typeface="Times New Roman"/>
              </a:rPr>
              <a:t> </a:t>
            </a:r>
            <a:r>
              <a:rPr sz="1700" spc="-2" dirty="0">
                <a:latin typeface="Times New Roman"/>
                <a:cs typeface="Times New Roman"/>
              </a:rPr>
              <a:t>t</a:t>
            </a:r>
            <a:r>
              <a:rPr sz="1700" dirty="0">
                <a:latin typeface="Times New Roman"/>
                <a:cs typeface="Times New Roman"/>
              </a:rPr>
              <a:t>h</a:t>
            </a:r>
            <a:r>
              <a:rPr sz="1700" spc="-5" dirty="0">
                <a:latin typeface="Times New Roman"/>
                <a:cs typeface="Times New Roman"/>
              </a:rPr>
              <a:t>e</a:t>
            </a:r>
            <a:r>
              <a:rPr sz="1700" spc="19"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22" dirty="0">
                <a:latin typeface="Times New Roman"/>
                <a:cs typeface="Times New Roman"/>
              </a:rPr>
              <a:t> </a:t>
            </a:r>
            <a:r>
              <a:rPr sz="1700" spc="5" dirty="0">
                <a:latin typeface="Times New Roman"/>
                <a:cs typeface="Times New Roman"/>
              </a:rPr>
              <a:t>u</a:t>
            </a:r>
            <a:r>
              <a:rPr sz="1700" spc="-2" dirty="0">
                <a:latin typeface="Times New Roman"/>
                <a:cs typeface="Times New Roman"/>
              </a:rPr>
              <a:t>nit</a:t>
            </a:r>
            <a:r>
              <a:rPr sz="1700" spc="24" dirty="0">
                <a:latin typeface="Times New Roman"/>
                <a:cs typeface="Times New Roman"/>
              </a:rPr>
              <a:t>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22" dirty="0">
                <a:latin typeface="Times New Roman"/>
                <a:cs typeface="Times New Roman"/>
              </a:rPr>
              <a:t> </a:t>
            </a:r>
            <a:r>
              <a:rPr sz="1700" spc="-5" dirty="0">
                <a:latin typeface="Times New Roman"/>
                <a:cs typeface="Times New Roman"/>
              </a:rPr>
              <a:t>b</a:t>
            </a:r>
            <a:r>
              <a:rPr sz="1700" spc="-2" dirty="0">
                <a:latin typeface="Times New Roman"/>
                <a:cs typeface="Times New Roman"/>
              </a:rPr>
              <a:t>e</a:t>
            </a:r>
            <a:r>
              <a:rPr sz="1700" spc="-7" dirty="0">
                <a:latin typeface="Times New Roman"/>
                <a:cs typeface="Times New Roman"/>
              </a:rPr>
              <a:t>e</a:t>
            </a:r>
            <a:r>
              <a:rPr sz="1700" dirty="0">
                <a:latin typeface="Times New Roman"/>
                <a:cs typeface="Times New Roman"/>
              </a:rPr>
              <a:t>n </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a</a:t>
            </a:r>
            <a:r>
              <a:rPr sz="1700" spc="-5" dirty="0">
                <a:latin typeface="Times New Roman"/>
                <a:cs typeface="Times New Roman"/>
              </a:rPr>
              <a:t>ng</a:t>
            </a:r>
            <a:r>
              <a:rPr sz="1700" spc="-7" dirty="0">
                <a:latin typeface="Times New Roman"/>
                <a:cs typeface="Times New Roman"/>
              </a:rPr>
              <a:t>e</a:t>
            </a:r>
            <a:r>
              <a:rPr sz="1700" dirty="0">
                <a:latin typeface="Times New Roman"/>
                <a:cs typeface="Times New Roman"/>
              </a:rPr>
              <a:t>d </a:t>
            </a:r>
            <a:r>
              <a:rPr sz="1700" spc="-2" dirty="0">
                <a:latin typeface="Times New Roman"/>
                <a:cs typeface="Times New Roman"/>
              </a:rPr>
              <a:t>to </a:t>
            </a:r>
            <a:r>
              <a:rPr sz="1700" spc="2" dirty="0">
                <a:latin typeface="Times New Roman"/>
                <a:cs typeface="Times New Roman"/>
              </a:rPr>
              <a:t>r</a:t>
            </a:r>
            <a:r>
              <a:rPr sz="1700" spc="-7" dirty="0">
                <a:latin typeface="Times New Roman"/>
                <a:cs typeface="Times New Roman"/>
              </a:rPr>
              <a:t>ea</a:t>
            </a:r>
            <a:r>
              <a:rPr sz="1700" dirty="0">
                <a:latin typeface="Times New Roman"/>
                <a:cs typeface="Times New Roman"/>
              </a:rPr>
              <a:t>dy f</a:t>
            </a:r>
            <a:r>
              <a:rPr sz="1700" spc="2" dirty="0">
                <a:latin typeface="Times New Roman"/>
                <a:cs typeface="Times New Roman"/>
              </a:rPr>
              <a:t>o</a:t>
            </a:r>
            <a:r>
              <a:rPr sz="1700" dirty="0">
                <a:latin typeface="Times New Roman"/>
                <a:cs typeface="Times New Roman"/>
              </a:rPr>
              <a:t>r </a:t>
            </a:r>
            <a:r>
              <a:rPr sz="1700" spc="-5" dirty="0">
                <a:latin typeface="Times New Roman"/>
                <a:cs typeface="Times New Roman"/>
              </a:rPr>
              <a:t>d</a:t>
            </a:r>
            <a:r>
              <a:rPr sz="1700" spc="-10" dirty="0">
                <a:latin typeface="Times New Roman"/>
                <a:cs typeface="Times New Roman"/>
              </a:rPr>
              <a:t>a</a:t>
            </a:r>
            <a:r>
              <a:rPr sz="1700" spc="-2" dirty="0">
                <a:latin typeface="Times New Roman"/>
                <a:cs typeface="Times New Roman"/>
              </a:rPr>
              <a:t>ta</a:t>
            </a:r>
            <a:r>
              <a:rPr sz="1700" spc="2" dirty="0">
                <a:latin typeface="Times New Roman"/>
                <a:cs typeface="Times New Roman"/>
              </a:rPr>
              <a:t> </a:t>
            </a:r>
            <a:r>
              <a:rPr sz="1700" spc="-2" dirty="0">
                <a:latin typeface="Times New Roman"/>
                <a:cs typeface="Times New Roman"/>
              </a:rPr>
              <a:t>to r</a:t>
            </a:r>
            <a:r>
              <a:rPr sz="1700" spc="-10" dirty="0">
                <a:latin typeface="Times New Roman"/>
                <a:cs typeface="Times New Roman"/>
              </a:rPr>
              <a:t>e</a:t>
            </a:r>
            <a:r>
              <a:rPr sz="1700" spc="-2" dirty="0">
                <a:latin typeface="Times New Roman"/>
                <a:cs typeface="Times New Roman"/>
              </a:rPr>
              <a:t>fl</a:t>
            </a:r>
            <a:r>
              <a:rPr sz="1700" spc="-10" dirty="0">
                <a:latin typeface="Times New Roman"/>
                <a:cs typeface="Times New Roman"/>
              </a:rPr>
              <a:t>e</a:t>
            </a:r>
            <a:r>
              <a:rPr sz="1700" spc="-7" dirty="0">
                <a:latin typeface="Times New Roman"/>
                <a:cs typeface="Times New Roman"/>
              </a:rPr>
              <a:t>c</a:t>
            </a:r>
            <a:r>
              <a:rPr sz="1700" spc="-2" dirty="0">
                <a:latin typeface="Times New Roman"/>
                <a:cs typeface="Times New Roman"/>
              </a:rPr>
              <a:t>t</a:t>
            </a:r>
            <a:r>
              <a:rPr sz="1700" dirty="0">
                <a:latin typeface="Times New Roman"/>
                <a:cs typeface="Times New Roman"/>
              </a:rPr>
              <a:t> </a:t>
            </a:r>
            <a:r>
              <a:rPr sz="1700" spc="-2" dirty="0">
                <a:latin typeface="Times New Roman"/>
                <a:cs typeface="Times New Roman"/>
              </a:rPr>
              <a:t>its </a:t>
            </a:r>
            <a:r>
              <a:rPr sz="1700" dirty="0">
                <a:latin typeface="Times New Roman"/>
                <a:cs typeface="Times New Roman"/>
              </a:rPr>
              <a:t>new</a:t>
            </a:r>
            <a:r>
              <a:rPr sz="1700" spc="-2" dirty="0">
                <a:latin typeface="Times New Roman"/>
                <a:cs typeface="Times New Roman"/>
              </a:rPr>
              <a:t> </a:t>
            </a:r>
            <a:r>
              <a:rPr sz="1700" spc="-5" dirty="0">
                <a:latin typeface="Times New Roman"/>
                <a:cs typeface="Times New Roman"/>
              </a:rPr>
              <a:t>m</a:t>
            </a:r>
            <a:r>
              <a:rPr sz="1700" spc="-2" dirty="0">
                <a:latin typeface="Times New Roman"/>
                <a:cs typeface="Times New Roman"/>
              </a:rPr>
              <a:t>e</a:t>
            </a:r>
            <a:r>
              <a:rPr sz="1700" spc="-7" dirty="0">
                <a:latin typeface="Times New Roman"/>
                <a:cs typeface="Times New Roman"/>
              </a:rPr>
              <a:t>a</a:t>
            </a:r>
            <a:r>
              <a:rPr sz="1700" spc="-2" dirty="0">
                <a:latin typeface="Times New Roman"/>
                <a:cs typeface="Times New Roman"/>
              </a:rPr>
              <a:t>ni</a:t>
            </a:r>
            <a:r>
              <a:rPr sz="1700" dirty="0">
                <a:latin typeface="Times New Roman"/>
                <a:cs typeface="Times New Roman"/>
              </a:rPr>
              <a:t>ng.</a:t>
            </a:r>
          </a:p>
        </p:txBody>
      </p:sp>
      <p:sp>
        <p:nvSpPr>
          <p:cNvPr id="5" name="object 4"/>
          <p:cNvSpPr/>
          <p:nvPr/>
        </p:nvSpPr>
        <p:spPr>
          <a:xfrm>
            <a:off x="5064233" y="733359"/>
            <a:ext cx="3965624" cy="3956598"/>
          </a:xfrm>
          <a:prstGeom prst="rect">
            <a:avLst/>
          </a:prstGeom>
          <a:blipFill>
            <a:blip r:embed="rId6" cstate="print"/>
            <a:stretch>
              <a:fillRect/>
            </a:stretch>
          </a:blipFill>
        </p:spPr>
        <p:txBody>
          <a:bodyPr wrap="square" lIns="0" tIns="0" rIns="0" bIns="0" rtlCol="0"/>
          <a:lstStyle/>
          <a:p>
            <a:endParaRPr sz="866"/>
          </a:p>
        </p:txBody>
      </p:sp>
    </p:spTree>
    <p:extLst>
      <p:ext uri="{BB962C8B-B14F-4D97-AF65-F5344CB8AC3E}">
        <p14:creationId xmlns:p14="http://schemas.microsoft.com/office/powerpoint/2010/main" val="3320105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B7758-CCEC-C264-020D-496B2702F89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E410876-C21F-7BD0-89F5-FDAB210B6102}"/>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AFCDD8D-B455-9EE6-42F8-7583294007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EE058DF5-4343-B032-3469-805E3115D4B2}"/>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3449697-7EA8-114C-54A9-079258DCE74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a:extLst>
              <a:ext uri="{FF2B5EF4-FFF2-40B4-BE49-F238E27FC236}">
                <a16:creationId xmlns:a16="http://schemas.microsoft.com/office/drawing/2014/main" id="{537CFA69-3823-7D32-C1D0-1C7062E9ADBF}"/>
              </a:ext>
            </a:extLst>
          </p:cNvPr>
          <p:cNvSpPr txBox="1"/>
          <p:nvPr/>
        </p:nvSpPr>
        <p:spPr>
          <a:xfrm>
            <a:off x="1028700" y="1002090"/>
            <a:ext cx="7086600" cy="1569660"/>
          </a:xfrm>
          <a:prstGeom prst="rect">
            <a:avLst/>
          </a:prstGeom>
        </p:spPr>
        <p:txBody>
          <a:bodyPr vert="horz" wrap="square" lIns="0" tIns="0" rIns="0" bIns="0" rtlCol="0">
            <a:spAutoFit/>
          </a:bodyPr>
          <a:lstStyle/>
          <a:p>
            <a:pPr marL="225716" marR="3054" algn="just"/>
            <a:r>
              <a:rPr sz="1700" spc="-5" dirty="0">
                <a:latin typeface="Times New Roman"/>
                <a:cs typeface="Times New Roman"/>
              </a:rPr>
              <a:t>The</a:t>
            </a:r>
            <a:r>
              <a:rPr sz="1700" spc="19"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a:t>
            </a:r>
            <a:r>
              <a:rPr sz="1700" spc="22"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ns</a:t>
            </a:r>
            <a:r>
              <a:rPr sz="1700" spc="2" dirty="0">
                <a:latin typeface="Times New Roman"/>
                <a:cs typeface="Times New Roman"/>
              </a:rPr>
              <a:t>f</a:t>
            </a:r>
            <a:r>
              <a:rPr sz="1700" spc="-7" dirty="0">
                <a:latin typeface="Times New Roman"/>
                <a:cs typeface="Times New Roman"/>
              </a:rPr>
              <a:t>e</a:t>
            </a:r>
            <a:r>
              <a:rPr sz="1700" dirty="0">
                <a:latin typeface="Times New Roman"/>
                <a:cs typeface="Times New Roman"/>
              </a:rPr>
              <a:t>r</a:t>
            </a:r>
            <a:r>
              <a:rPr sz="1700" spc="19" dirty="0">
                <a:latin typeface="Times New Roman"/>
                <a:cs typeface="Times New Roman"/>
              </a:rPr>
              <a:t> </a:t>
            </a:r>
            <a:r>
              <a:rPr sz="1700" dirty="0">
                <a:latin typeface="Times New Roman"/>
                <a:cs typeface="Times New Roman"/>
              </a:rPr>
              <a:t>is</a:t>
            </a:r>
            <a:r>
              <a:rPr sz="1700" spc="22" dirty="0">
                <a:latin typeface="Times New Roman"/>
                <a:cs typeface="Times New Roman"/>
              </a:rPr>
              <a:t> </a:t>
            </a:r>
            <a:r>
              <a:rPr sz="1700" spc="-2" dirty="0">
                <a:latin typeface="Times New Roman"/>
                <a:cs typeface="Times New Roman"/>
              </a:rPr>
              <a:t>initi</a:t>
            </a:r>
            <a:r>
              <a:rPr sz="1700" spc="-7" dirty="0">
                <a:latin typeface="Times New Roman"/>
                <a:cs typeface="Times New Roman"/>
              </a:rPr>
              <a:t>a</a:t>
            </a:r>
            <a:r>
              <a:rPr sz="1700" spc="-2" dirty="0">
                <a:latin typeface="Times New Roman"/>
                <a:cs typeface="Times New Roman"/>
              </a:rPr>
              <a:t>ted,</a:t>
            </a:r>
            <a:r>
              <a:rPr sz="1700" spc="19" dirty="0">
                <a:latin typeface="Times New Roman"/>
                <a:cs typeface="Times New Roman"/>
              </a:rPr>
              <a:t> </a:t>
            </a:r>
            <a:r>
              <a:rPr sz="1700" spc="-2" dirty="0">
                <a:latin typeface="Times New Roman"/>
                <a:cs typeface="Times New Roman"/>
              </a:rPr>
              <a:t>s</a:t>
            </a:r>
            <a:r>
              <a:rPr sz="1700" dirty="0">
                <a:latin typeface="Times New Roman"/>
                <a:cs typeface="Times New Roman"/>
              </a:rPr>
              <a:t>o</a:t>
            </a:r>
            <a:r>
              <a:rPr sz="1700" spc="22"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2" dirty="0">
                <a:latin typeface="Times New Roman"/>
                <a:cs typeface="Times New Roman"/>
              </a:rPr>
              <a:t>sour</a:t>
            </a:r>
            <a:r>
              <a:rPr sz="1700" spc="-5" dirty="0">
                <a:latin typeface="Times New Roman"/>
                <a:cs typeface="Times New Roman"/>
              </a:rPr>
              <a:t>ce</a:t>
            </a:r>
            <a:r>
              <a:rPr sz="1700" spc="24" dirty="0">
                <a:latin typeface="Times New Roman"/>
                <a:cs typeface="Times New Roman"/>
              </a:rPr>
              <a:t> </a:t>
            </a:r>
            <a:r>
              <a:rPr sz="1700" spc="-2" dirty="0">
                <a:latin typeface="Times New Roman"/>
                <a:cs typeface="Times New Roman"/>
              </a:rPr>
              <a:t>unit</a:t>
            </a:r>
            <a:r>
              <a:rPr sz="1700" spc="24" dirty="0">
                <a:latin typeface="Times New Roman"/>
                <a:cs typeface="Times New Roman"/>
              </a:rPr>
              <a:t> </a:t>
            </a:r>
            <a:r>
              <a:rPr sz="1700" spc="-5" dirty="0">
                <a:latin typeface="Times New Roman"/>
                <a:cs typeface="Times New Roman"/>
              </a:rPr>
              <a:t>do</a:t>
            </a:r>
            <a:r>
              <a:rPr sz="1700" spc="-7" dirty="0">
                <a:latin typeface="Times New Roman"/>
                <a:cs typeface="Times New Roman"/>
              </a:rPr>
              <a:t>e</a:t>
            </a:r>
            <a:r>
              <a:rPr sz="1700" dirty="0">
                <a:latin typeface="Times New Roman"/>
                <a:cs typeface="Times New Roman"/>
              </a:rPr>
              <a:t>s</a:t>
            </a:r>
            <a:r>
              <a:rPr sz="1700" spc="22" dirty="0">
                <a:latin typeface="Times New Roman"/>
                <a:cs typeface="Times New Roman"/>
              </a:rPr>
              <a:t> </a:t>
            </a:r>
            <a:r>
              <a:rPr sz="1700" spc="-5" dirty="0">
                <a:latin typeface="Times New Roman"/>
                <a:cs typeface="Times New Roman"/>
              </a:rPr>
              <a:t>not</a:t>
            </a:r>
            <a:r>
              <a:rPr sz="1700" spc="22" dirty="0">
                <a:latin typeface="Times New Roman"/>
                <a:cs typeface="Times New Roman"/>
              </a:rPr>
              <a:t> </a:t>
            </a:r>
            <a:r>
              <a:rPr sz="1700" spc="-2" dirty="0">
                <a:latin typeface="Times New Roman"/>
                <a:cs typeface="Times New Roman"/>
              </a:rPr>
              <a:t>pla</a:t>
            </a:r>
            <a:r>
              <a:rPr sz="1700" spc="-10" dirty="0">
                <a:latin typeface="Times New Roman"/>
                <a:cs typeface="Times New Roman"/>
              </a:rPr>
              <a:t>c</a:t>
            </a:r>
            <a:r>
              <a:rPr sz="1700" spc="-5" dirty="0">
                <a:latin typeface="Times New Roman"/>
                <a:cs typeface="Times New Roman"/>
              </a:rPr>
              <a:t>e</a:t>
            </a:r>
            <a:r>
              <a:rPr sz="1700" spc="19"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26" dirty="0">
                <a:latin typeface="Times New Roman"/>
                <a:cs typeface="Times New Roman"/>
              </a:rPr>
              <a:t> </a:t>
            </a:r>
            <a:r>
              <a:rPr sz="1700" dirty="0">
                <a:latin typeface="Times New Roman"/>
                <a:cs typeface="Times New Roman"/>
              </a:rPr>
              <a:t>on</a:t>
            </a:r>
            <a:r>
              <a:rPr sz="1700" spc="22"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 </a:t>
            </a:r>
            <a:r>
              <a:rPr sz="1700" dirty="0">
                <a:latin typeface="Times New Roman"/>
                <a:cs typeface="Times New Roman"/>
              </a:rPr>
              <a:t>bus </a:t>
            </a:r>
            <a:r>
              <a:rPr sz="1700" spc="-24" dirty="0">
                <a:latin typeface="Times New Roman"/>
                <a:cs typeface="Times New Roman"/>
              </a:rPr>
              <a:t> </a:t>
            </a:r>
            <a:r>
              <a:rPr sz="1700" spc="-2" dirty="0">
                <a:latin typeface="Times New Roman"/>
                <a:cs typeface="Times New Roman"/>
              </a:rPr>
              <a:t>until</a:t>
            </a:r>
            <a:r>
              <a:rPr sz="1700" dirty="0">
                <a:latin typeface="Times New Roman"/>
                <a:cs typeface="Times New Roman"/>
              </a:rPr>
              <a:t> </a:t>
            </a:r>
            <a:r>
              <a:rPr sz="1700" spc="-29" dirty="0">
                <a:latin typeface="Times New Roman"/>
                <a:cs typeface="Times New Roman"/>
              </a:rPr>
              <a:t> </a:t>
            </a:r>
            <a:r>
              <a:rPr sz="1700" spc="-2" dirty="0">
                <a:latin typeface="Times New Roman"/>
                <a:cs typeface="Times New Roman"/>
              </a:rPr>
              <a:t>it</a:t>
            </a:r>
            <a:r>
              <a:rPr sz="1700" dirty="0">
                <a:latin typeface="Times New Roman"/>
                <a:cs typeface="Times New Roman"/>
              </a:rPr>
              <a:t> </a:t>
            </a:r>
            <a:r>
              <a:rPr sz="1700" spc="-24"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7" dirty="0">
                <a:latin typeface="Times New Roman"/>
                <a:cs typeface="Times New Roman"/>
              </a:rPr>
              <a:t>ce</a:t>
            </a:r>
            <a:r>
              <a:rPr sz="1700" spc="-2" dirty="0">
                <a:latin typeface="Times New Roman"/>
                <a:cs typeface="Times New Roman"/>
              </a:rPr>
              <a:t>ives</a:t>
            </a:r>
            <a:r>
              <a:rPr sz="1700" dirty="0">
                <a:latin typeface="Times New Roman"/>
                <a:cs typeface="Times New Roman"/>
              </a:rPr>
              <a:t> </a:t>
            </a:r>
            <a:r>
              <a:rPr sz="1700" spc="-26" dirty="0">
                <a:latin typeface="Times New Roman"/>
                <a:cs typeface="Times New Roman"/>
              </a:rPr>
              <a:t> </a:t>
            </a:r>
            <a:r>
              <a:rPr sz="1700" spc="-5" dirty="0">
                <a:latin typeface="Times New Roman"/>
                <a:cs typeface="Times New Roman"/>
              </a:rPr>
              <a:t>a</a:t>
            </a:r>
            <a:r>
              <a:rPr sz="1700" dirty="0">
                <a:latin typeface="Times New Roman"/>
                <a:cs typeface="Times New Roman"/>
              </a:rPr>
              <a:t> </a:t>
            </a:r>
            <a:r>
              <a:rPr sz="1700" spc="-26" dirty="0">
                <a:latin typeface="Times New Roman"/>
                <a:cs typeface="Times New Roman"/>
              </a:rPr>
              <a:t> </a:t>
            </a:r>
            <a:r>
              <a:rPr sz="1700" spc="2" dirty="0">
                <a:latin typeface="Times New Roman"/>
                <a:cs typeface="Times New Roman"/>
              </a:rPr>
              <a:t>r</a:t>
            </a:r>
            <a:r>
              <a:rPr sz="1700" spc="-7" dirty="0">
                <a:latin typeface="Times New Roman"/>
                <a:cs typeface="Times New Roman"/>
              </a:rPr>
              <a:t>ea</a:t>
            </a:r>
            <a:r>
              <a:rPr sz="1700" dirty="0">
                <a:latin typeface="Times New Roman"/>
                <a:cs typeface="Times New Roman"/>
              </a:rPr>
              <a:t>dy </a:t>
            </a:r>
            <a:r>
              <a:rPr sz="1700" spc="-24"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6" dirty="0">
                <a:latin typeface="Times New Roman"/>
                <a:cs typeface="Times New Roman"/>
              </a:rPr>
              <a:t> </a:t>
            </a:r>
            <a:r>
              <a:rPr sz="1700" spc="-5" dirty="0">
                <a:latin typeface="Times New Roman"/>
                <a:cs typeface="Times New Roman"/>
              </a:rPr>
              <a:t>signa</a:t>
            </a:r>
            <a:r>
              <a:rPr sz="1700" spc="-2" dirty="0">
                <a:latin typeface="Times New Roman"/>
                <a:cs typeface="Times New Roman"/>
              </a:rPr>
              <a:t>l</a:t>
            </a:r>
            <a:r>
              <a:rPr sz="1700" dirty="0">
                <a:latin typeface="Times New Roman"/>
                <a:cs typeface="Times New Roman"/>
              </a:rPr>
              <a:t> </a:t>
            </a:r>
            <a:r>
              <a:rPr sz="1700" spc="-24" dirty="0">
                <a:latin typeface="Times New Roman"/>
                <a:cs typeface="Times New Roman"/>
              </a:rPr>
              <a:t> </a:t>
            </a:r>
            <a:r>
              <a:rPr sz="1700" dirty="0">
                <a:latin typeface="Times New Roman"/>
                <a:cs typeface="Times New Roman"/>
              </a:rPr>
              <a:t>f</a:t>
            </a:r>
            <a:r>
              <a:rPr sz="1700" spc="-5" dirty="0">
                <a:latin typeface="Times New Roman"/>
                <a:cs typeface="Times New Roman"/>
              </a:rPr>
              <a:t>rom</a:t>
            </a:r>
            <a:r>
              <a:rPr sz="1700" dirty="0">
                <a:latin typeface="Times New Roman"/>
                <a:cs typeface="Times New Roman"/>
              </a:rPr>
              <a:t> </a:t>
            </a:r>
            <a:r>
              <a:rPr sz="1700" spc="-24"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26" dirty="0">
                <a:latin typeface="Times New Roman"/>
                <a:cs typeface="Times New Roman"/>
              </a:rPr>
              <a:t> </a:t>
            </a:r>
            <a:r>
              <a:rPr sz="1700" spc="-5" dirty="0">
                <a:latin typeface="Times New Roman"/>
                <a:cs typeface="Times New Roman"/>
              </a:rPr>
              <a:t>dest</a:t>
            </a:r>
            <a:r>
              <a:rPr sz="1700" dirty="0">
                <a:latin typeface="Times New Roman"/>
                <a:cs typeface="Times New Roman"/>
              </a:rPr>
              <a:t>i</a:t>
            </a:r>
            <a:r>
              <a:rPr sz="1700" spc="-5" dirty="0">
                <a:latin typeface="Times New Roman"/>
                <a:cs typeface="Times New Roman"/>
              </a:rPr>
              <a:t>n</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24" dirty="0">
                <a:latin typeface="Times New Roman"/>
                <a:cs typeface="Times New Roman"/>
              </a:rPr>
              <a:t> </a:t>
            </a:r>
            <a:r>
              <a:rPr sz="1700" spc="-2" dirty="0">
                <a:latin typeface="Times New Roman"/>
                <a:cs typeface="Times New Roman"/>
              </a:rPr>
              <a:t>unit</a:t>
            </a:r>
            <a:r>
              <a:rPr sz="1700" dirty="0">
                <a:latin typeface="Times New Roman"/>
                <a:cs typeface="Times New Roman"/>
              </a:rPr>
              <a:t>. </a:t>
            </a:r>
            <a:r>
              <a:rPr sz="1700" spc="-24" dirty="0">
                <a:latin typeface="Times New Roman"/>
                <a:cs typeface="Times New Roman"/>
              </a:rPr>
              <a:t> </a:t>
            </a:r>
            <a:r>
              <a:rPr sz="1700" spc="-2" dirty="0">
                <a:latin typeface="Times New Roman"/>
                <a:cs typeface="Times New Roman"/>
              </a:rPr>
              <a:t>A</a:t>
            </a:r>
            <a:r>
              <a:rPr sz="1700" spc="-5" dirty="0">
                <a:latin typeface="Times New Roman"/>
                <a:cs typeface="Times New Roman"/>
              </a:rPr>
              <a:t>f</a:t>
            </a:r>
            <a:r>
              <a:rPr sz="1700" spc="-7" dirty="0">
                <a:latin typeface="Times New Roman"/>
                <a:cs typeface="Times New Roman"/>
              </a:rPr>
              <a:t>te</a:t>
            </a:r>
            <a:r>
              <a:rPr sz="1700" dirty="0">
                <a:latin typeface="Times New Roman"/>
                <a:cs typeface="Times New Roman"/>
              </a:rPr>
              <a:t>r </a:t>
            </a:r>
            <a:r>
              <a:rPr sz="1700" spc="-26"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26" dirty="0">
                <a:latin typeface="Times New Roman"/>
                <a:cs typeface="Times New Roman"/>
              </a:rPr>
              <a:t> </a:t>
            </a:r>
            <a:r>
              <a:rPr sz="1700" spc="-2" dirty="0">
                <a:latin typeface="Times New Roman"/>
                <a:cs typeface="Times New Roman"/>
              </a:rPr>
              <a:t>the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ndsh</a:t>
            </a:r>
            <a:r>
              <a:rPr sz="1700" spc="-2" dirty="0">
                <a:latin typeface="Times New Roman"/>
                <a:cs typeface="Times New Roman"/>
              </a:rPr>
              <a:t>a</a:t>
            </a:r>
            <a:r>
              <a:rPr sz="1700" spc="-5" dirty="0">
                <a:latin typeface="Times New Roman"/>
                <a:cs typeface="Times New Roman"/>
              </a:rPr>
              <a:t>king</a:t>
            </a:r>
            <a:r>
              <a:rPr sz="1700" dirty="0">
                <a:latin typeface="Times New Roman"/>
                <a:cs typeface="Times New Roman"/>
              </a:rPr>
              <a:t> </a:t>
            </a:r>
            <a:r>
              <a:rPr sz="1700" spc="-5" dirty="0">
                <a:latin typeface="Times New Roman"/>
                <a:cs typeface="Times New Roman"/>
              </a:rPr>
              <a:t>pro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a:t>
            </a:r>
            <a:r>
              <a:rPr sz="1700" dirty="0">
                <a:latin typeface="Times New Roman"/>
                <a:cs typeface="Times New Roman"/>
              </a:rPr>
              <a:t>s </a:t>
            </a:r>
            <a:r>
              <a:rPr sz="1700" spc="-2" dirty="0">
                <a:latin typeface="Times New Roman"/>
                <a:cs typeface="Times New Roman"/>
              </a:rPr>
              <a:t>is</a:t>
            </a:r>
            <a:r>
              <a:rPr sz="1700"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2" dirty="0">
                <a:latin typeface="Times New Roman"/>
                <a:cs typeface="Times New Roman"/>
              </a:rPr>
              <a:t>sa</a:t>
            </a:r>
            <a:r>
              <a:rPr sz="1700" spc="-5" dirty="0">
                <a:latin typeface="Times New Roman"/>
                <a:cs typeface="Times New Roman"/>
              </a:rPr>
              <a:t>me</a:t>
            </a:r>
            <a:r>
              <a:rPr sz="1700" dirty="0">
                <a:latin typeface="Times New Roman"/>
                <a:cs typeface="Times New Roman"/>
              </a:rPr>
              <a:t> </a:t>
            </a:r>
            <a:r>
              <a:rPr sz="1700" spc="-7" dirty="0">
                <a:latin typeface="Times New Roman"/>
                <a:cs typeface="Times New Roman"/>
              </a:rPr>
              <a:t>a</a:t>
            </a:r>
            <a:r>
              <a:rPr sz="1700" dirty="0">
                <a:latin typeface="Times New Roman"/>
                <a:cs typeface="Times New Roman"/>
              </a:rPr>
              <a:t>s </a:t>
            </a:r>
            <a:r>
              <a:rPr sz="1700" spc="-2" dirty="0">
                <a:latin typeface="Times New Roman"/>
                <a:cs typeface="Times New Roman"/>
              </a:rPr>
              <a:t>that</a:t>
            </a:r>
            <a:r>
              <a:rPr sz="1700" dirty="0">
                <a:latin typeface="Times New Roman"/>
                <a:cs typeface="Times New Roman"/>
              </a:rPr>
              <a:t> of </a:t>
            </a:r>
            <a:r>
              <a:rPr sz="1700" spc="-2" dirty="0">
                <a:latin typeface="Times New Roman"/>
                <a:cs typeface="Times New Roman"/>
              </a:rPr>
              <a:t>the</a:t>
            </a:r>
            <a:r>
              <a:rPr lang="en-US" sz="1700" spc="-2" dirty="0">
                <a:latin typeface="Times New Roman"/>
                <a:cs typeface="Times New Roman"/>
              </a:rPr>
              <a:t> </a:t>
            </a:r>
            <a:r>
              <a:rPr sz="1700" spc="-2" dirty="0">
                <a:latin typeface="Times New Roman"/>
                <a:cs typeface="Times New Roman"/>
              </a:rPr>
              <a:t>sour</a:t>
            </a:r>
            <a:r>
              <a:rPr sz="1700" spc="-5" dirty="0">
                <a:latin typeface="Times New Roman"/>
                <a:cs typeface="Times New Roman"/>
              </a:rPr>
              <a:t>ce</a:t>
            </a:r>
            <a:r>
              <a:rPr sz="1700" dirty="0">
                <a:latin typeface="Times New Roman"/>
                <a:cs typeface="Times New Roman"/>
              </a:rPr>
              <a:t> </a:t>
            </a:r>
            <a:r>
              <a:rPr sz="1700" spc="-2" dirty="0">
                <a:latin typeface="Times New Roman"/>
                <a:cs typeface="Times New Roman"/>
              </a:rPr>
              <a:t>initi</a:t>
            </a:r>
            <a:r>
              <a:rPr sz="1700" spc="-7" dirty="0">
                <a:latin typeface="Times New Roman"/>
                <a:cs typeface="Times New Roman"/>
              </a:rPr>
              <a:t>a</a:t>
            </a:r>
            <a:r>
              <a:rPr sz="1700" spc="-2" dirty="0">
                <a:latin typeface="Times New Roman"/>
                <a:cs typeface="Times New Roman"/>
              </a:rPr>
              <a:t>ted. </a:t>
            </a:r>
            <a:r>
              <a:rPr sz="1700" spc="-5" dirty="0">
                <a:latin typeface="Times New Roman"/>
                <a:cs typeface="Times New Roman"/>
              </a:rPr>
              <a:t>The</a:t>
            </a:r>
            <a:r>
              <a:rPr sz="1700" spc="19" dirty="0">
                <a:latin typeface="Times New Roman"/>
                <a:cs typeface="Times New Roman"/>
              </a:rPr>
              <a:t> </a:t>
            </a:r>
            <a:r>
              <a:rPr sz="1700" spc="-2" dirty="0">
                <a:latin typeface="Times New Roman"/>
                <a:cs typeface="Times New Roman"/>
              </a:rPr>
              <a:t>se</a:t>
            </a:r>
            <a:r>
              <a:rPr sz="1700" dirty="0">
                <a:latin typeface="Times New Roman"/>
                <a:cs typeface="Times New Roman"/>
              </a:rPr>
              <a:t>q</a:t>
            </a:r>
            <a:r>
              <a:rPr sz="1700" spc="5" dirty="0">
                <a:latin typeface="Times New Roman"/>
                <a:cs typeface="Times New Roman"/>
              </a:rPr>
              <a:t>u</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24" dirty="0">
                <a:latin typeface="Times New Roman"/>
                <a:cs typeface="Times New Roman"/>
              </a:rPr>
              <a:t> </a:t>
            </a:r>
            <a:r>
              <a:rPr sz="1700" dirty="0">
                <a:latin typeface="Times New Roman"/>
                <a:cs typeface="Times New Roman"/>
              </a:rPr>
              <a:t>of</a:t>
            </a:r>
            <a:r>
              <a:rPr sz="1700" spc="29" dirty="0">
                <a:latin typeface="Times New Roman"/>
                <a:cs typeface="Times New Roman"/>
              </a:rPr>
              <a:t> </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spc="-2" dirty="0">
                <a:latin typeface="Times New Roman"/>
                <a:cs typeface="Times New Roman"/>
              </a:rPr>
              <a:t>nts</a:t>
            </a:r>
            <a:r>
              <a:rPr sz="1700" spc="24" dirty="0">
                <a:latin typeface="Times New Roman"/>
                <a:cs typeface="Times New Roman"/>
              </a:rPr>
              <a:t> </a:t>
            </a:r>
            <a:r>
              <a:rPr sz="1700" dirty="0">
                <a:latin typeface="Times New Roman"/>
                <a:cs typeface="Times New Roman"/>
              </a:rPr>
              <a:t>is</a:t>
            </a:r>
            <a:r>
              <a:rPr sz="1700" spc="22" dirty="0">
                <a:latin typeface="Times New Roman"/>
                <a:cs typeface="Times New Roman"/>
              </a:rPr>
              <a:t> </a:t>
            </a:r>
            <a:r>
              <a:rPr sz="1700" spc="-2" dirty="0">
                <a:latin typeface="Times New Roman"/>
                <a:cs typeface="Times New Roman"/>
              </a:rPr>
              <a:t>show</a:t>
            </a:r>
            <a:r>
              <a:rPr sz="1700" dirty="0">
                <a:latin typeface="Times New Roman"/>
                <a:cs typeface="Times New Roman"/>
              </a:rPr>
              <a:t>n</a:t>
            </a:r>
            <a:r>
              <a:rPr sz="1700" spc="22" dirty="0">
                <a:latin typeface="Times New Roman"/>
                <a:cs typeface="Times New Roman"/>
              </a:rPr>
              <a:t> </a:t>
            </a:r>
            <a:r>
              <a:rPr sz="1700" spc="-2" dirty="0">
                <a:latin typeface="Times New Roman"/>
                <a:cs typeface="Times New Roman"/>
              </a:rPr>
              <a:t>in</a:t>
            </a:r>
            <a:r>
              <a:rPr sz="1700" spc="22" dirty="0">
                <a:latin typeface="Times New Roman"/>
                <a:cs typeface="Times New Roman"/>
              </a:rPr>
              <a:t> </a:t>
            </a:r>
            <a:r>
              <a:rPr sz="1700" spc="-2" dirty="0">
                <a:latin typeface="Times New Roman"/>
                <a:cs typeface="Times New Roman"/>
              </a:rPr>
              <a:t>it</a:t>
            </a:r>
            <a:r>
              <a:rPr sz="1700" dirty="0">
                <a:latin typeface="Times New Roman"/>
                <a:cs typeface="Times New Roman"/>
              </a:rPr>
              <a:t>s</a:t>
            </a:r>
            <a:r>
              <a:rPr sz="1700" spc="22" dirty="0">
                <a:latin typeface="Times New Roman"/>
                <a:cs typeface="Times New Roman"/>
              </a:rPr>
              <a:t> </a:t>
            </a:r>
            <a:r>
              <a:rPr sz="1700" spc="-2" dirty="0">
                <a:latin typeface="Times New Roman"/>
                <a:cs typeface="Times New Roman"/>
              </a:rPr>
              <a:t>se</a:t>
            </a:r>
            <a:r>
              <a:rPr sz="1700" spc="-5" dirty="0">
                <a:latin typeface="Times New Roman"/>
                <a:cs typeface="Times New Roman"/>
              </a:rPr>
              <a:t>qu</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24" dirty="0">
                <a:latin typeface="Times New Roman"/>
                <a:cs typeface="Times New Roman"/>
              </a:rPr>
              <a:t> </a:t>
            </a:r>
            <a:r>
              <a:rPr sz="1700" spc="-5" dirty="0">
                <a:latin typeface="Times New Roman"/>
                <a:cs typeface="Times New Roman"/>
              </a:rPr>
              <a:t>diag</a:t>
            </a:r>
            <a:r>
              <a:rPr sz="1700" spc="-7" dirty="0">
                <a:latin typeface="Times New Roman"/>
                <a:cs typeface="Times New Roman"/>
              </a:rPr>
              <a:t>ra</a:t>
            </a:r>
            <a:r>
              <a:rPr sz="1700" spc="-5" dirty="0">
                <a:latin typeface="Times New Roman"/>
                <a:cs typeface="Times New Roman"/>
              </a:rPr>
              <a:t>m,</a:t>
            </a:r>
            <a:r>
              <a:rPr sz="1700" spc="22"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6" dirty="0">
                <a:latin typeface="Times New Roman"/>
                <a:cs typeface="Times New Roman"/>
              </a:rPr>
              <a:t> </a:t>
            </a:r>
            <a:r>
              <a:rPr sz="1700" spc="-2" dirty="0">
                <a:latin typeface="Times New Roman"/>
                <a:cs typeface="Times New Roman"/>
              </a:rPr>
              <a:t>the</a:t>
            </a:r>
            <a:r>
              <a:rPr sz="1700" spc="19" dirty="0">
                <a:latin typeface="Times New Roman"/>
                <a:cs typeface="Times New Roman"/>
              </a:rPr>
              <a:t> </a:t>
            </a:r>
            <a:r>
              <a:rPr sz="1700" spc="-2" dirty="0">
                <a:latin typeface="Times New Roman"/>
                <a:cs typeface="Times New Roman"/>
              </a:rPr>
              <a:t>timi</a:t>
            </a:r>
            <a:r>
              <a:rPr sz="1700" dirty="0">
                <a:latin typeface="Times New Roman"/>
                <a:cs typeface="Times New Roman"/>
              </a:rPr>
              <a:t>ng</a:t>
            </a:r>
            <a:r>
              <a:rPr sz="1700" spc="26"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lationship </a:t>
            </a:r>
            <a:r>
              <a:rPr sz="1700" spc="-5" dirty="0">
                <a:latin typeface="Times New Roman"/>
                <a:cs typeface="Times New Roman"/>
              </a:rPr>
              <a:t>b</a:t>
            </a:r>
            <a:r>
              <a:rPr sz="1700" spc="-7" dirty="0">
                <a:latin typeface="Times New Roman"/>
                <a:cs typeface="Times New Roman"/>
              </a:rPr>
              <a:t>e</a:t>
            </a:r>
            <a:r>
              <a:rPr sz="1700" spc="-5" dirty="0">
                <a:latin typeface="Times New Roman"/>
                <a:cs typeface="Times New Roman"/>
              </a:rPr>
              <a:t>tw</a:t>
            </a:r>
            <a:r>
              <a:rPr sz="1700" spc="-7" dirty="0">
                <a:latin typeface="Times New Roman"/>
                <a:cs typeface="Times New Roman"/>
              </a:rPr>
              <a:t>ee</a:t>
            </a:r>
            <a:r>
              <a:rPr sz="1700" dirty="0">
                <a:latin typeface="Times New Roman"/>
                <a:cs typeface="Times New Roman"/>
              </a:rPr>
              <a:t>n</a:t>
            </a:r>
            <a:r>
              <a:rPr sz="1700" spc="38" dirty="0">
                <a:latin typeface="Times New Roman"/>
                <a:cs typeface="Times New Roman"/>
              </a:rPr>
              <a:t> </a:t>
            </a:r>
            <a:r>
              <a:rPr sz="1700" spc="-5" dirty="0">
                <a:latin typeface="Times New Roman"/>
                <a:cs typeface="Times New Roman"/>
              </a:rPr>
              <a:t>signal</a:t>
            </a:r>
            <a:r>
              <a:rPr sz="1700" spc="-2" dirty="0">
                <a:latin typeface="Times New Roman"/>
                <a:cs typeface="Times New Roman"/>
              </a:rPr>
              <a:t>s</a:t>
            </a:r>
            <a:r>
              <a:rPr sz="1700" spc="41" dirty="0">
                <a:latin typeface="Times New Roman"/>
                <a:cs typeface="Times New Roman"/>
              </a:rPr>
              <a:t> </a:t>
            </a:r>
            <a:r>
              <a:rPr sz="1700" spc="-2" dirty="0">
                <a:latin typeface="Times New Roman"/>
                <a:cs typeface="Times New Roman"/>
              </a:rPr>
              <a:t>is</a:t>
            </a:r>
            <a:r>
              <a:rPr sz="1700" spc="41" dirty="0">
                <a:latin typeface="Times New Roman"/>
                <a:cs typeface="Times New Roman"/>
              </a:rPr>
              <a:t> </a:t>
            </a:r>
            <a:r>
              <a:rPr sz="1700" spc="-2" dirty="0">
                <a:latin typeface="Times New Roman"/>
                <a:cs typeface="Times New Roman"/>
              </a:rPr>
              <a:t>show</a:t>
            </a:r>
            <a:r>
              <a:rPr sz="1700" dirty="0">
                <a:latin typeface="Times New Roman"/>
                <a:cs typeface="Times New Roman"/>
              </a:rPr>
              <a:t>n</a:t>
            </a:r>
            <a:r>
              <a:rPr sz="1700" spc="38" dirty="0">
                <a:latin typeface="Times New Roman"/>
                <a:cs typeface="Times New Roman"/>
              </a:rPr>
              <a:t> </a:t>
            </a:r>
            <a:r>
              <a:rPr sz="1700" spc="-2" dirty="0">
                <a:latin typeface="Times New Roman"/>
                <a:cs typeface="Times New Roman"/>
              </a:rPr>
              <a:t>in</a:t>
            </a:r>
            <a:r>
              <a:rPr sz="1700" spc="41" dirty="0">
                <a:latin typeface="Times New Roman"/>
                <a:cs typeface="Times New Roman"/>
              </a:rPr>
              <a:t> </a:t>
            </a:r>
            <a:r>
              <a:rPr sz="1700" spc="-2" dirty="0">
                <a:latin typeface="Times New Roman"/>
                <a:cs typeface="Times New Roman"/>
              </a:rPr>
              <a:t>it</a:t>
            </a:r>
            <a:r>
              <a:rPr sz="1700" dirty="0">
                <a:latin typeface="Times New Roman"/>
                <a:cs typeface="Times New Roman"/>
              </a:rPr>
              <a:t>s</a:t>
            </a:r>
            <a:r>
              <a:rPr sz="1700" spc="34" dirty="0">
                <a:latin typeface="Times New Roman"/>
                <a:cs typeface="Times New Roman"/>
              </a:rPr>
              <a:t> </a:t>
            </a:r>
            <a:r>
              <a:rPr sz="1700" spc="-2" dirty="0">
                <a:latin typeface="Times New Roman"/>
                <a:cs typeface="Times New Roman"/>
              </a:rPr>
              <a:t>ti</a:t>
            </a:r>
            <a:r>
              <a:rPr sz="1700" spc="-10" dirty="0">
                <a:latin typeface="Times New Roman"/>
                <a:cs typeface="Times New Roman"/>
              </a:rPr>
              <a:t>m</a:t>
            </a:r>
            <a:r>
              <a:rPr sz="1700" spc="-5" dirty="0">
                <a:latin typeface="Times New Roman"/>
                <a:cs typeface="Times New Roman"/>
              </a:rPr>
              <a:t>ing</a:t>
            </a:r>
            <a:r>
              <a:rPr sz="1700" spc="38" dirty="0">
                <a:latin typeface="Times New Roman"/>
                <a:cs typeface="Times New Roman"/>
              </a:rPr>
              <a:t> </a:t>
            </a:r>
            <a:r>
              <a:rPr sz="1700" spc="-5" dirty="0">
                <a:latin typeface="Times New Roman"/>
                <a:cs typeface="Times New Roman"/>
              </a:rPr>
              <a:t>diag</a:t>
            </a:r>
            <a:r>
              <a:rPr sz="1700" spc="-7" dirty="0">
                <a:latin typeface="Times New Roman"/>
                <a:cs typeface="Times New Roman"/>
              </a:rPr>
              <a:t>ra</a:t>
            </a:r>
            <a:r>
              <a:rPr sz="1700" spc="-5" dirty="0">
                <a:latin typeface="Times New Roman"/>
                <a:cs typeface="Times New Roman"/>
              </a:rPr>
              <a:t>m.</a:t>
            </a:r>
            <a:r>
              <a:rPr sz="1700" spc="34" dirty="0">
                <a:latin typeface="Times New Roman"/>
                <a:cs typeface="Times New Roman"/>
              </a:rPr>
              <a:t> </a:t>
            </a:r>
            <a:r>
              <a:rPr sz="1700" spc="-5" dirty="0">
                <a:latin typeface="Times New Roman"/>
                <a:cs typeface="Times New Roman"/>
              </a:rPr>
              <a:t>Th</a:t>
            </a:r>
            <a:r>
              <a:rPr sz="1700" spc="-10" dirty="0">
                <a:latin typeface="Times New Roman"/>
                <a:cs typeface="Times New Roman"/>
              </a:rPr>
              <a:t>e</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f</a:t>
            </a:r>
            <a:r>
              <a:rPr sz="1700" spc="2" dirty="0">
                <a:latin typeface="Times New Roman"/>
                <a:cs typeface="Times New Roman"/>
              </a:rPr>
              <a:t>o</a:t>
            </a:r>
            <a:r>
              <a:rPr sz="1700" spc="-2" dirty="0">
                <a:latin typeface="Times New Roman"/>
                <a:cs typeface="Times New Roman"/>
              </a:rPr>
              <a:t>r</a:t>
            </a:r>
            <a:r>
              <a:rPr sz="1700" spc="-10" dirty="0">
                <a:latin typeface="Times New Roman"/>
                <a:cs typeface="Times New Roman"/>
              </a:rPr>
              <a:t>e</a:t>
            </a:r>
            <a:r>
              <a:rPr sz="1700" dirty="0">
                <a:latin typeface="Times New Roman"/>
                <a:cs typeface="Times New Roman"/>
              </a:rPr>
              <a:t>,</a:t>
            </a:r>
            <a:r>
              <a:rPr sz="1700" spc="38" dirty="0">
                <a:latin typeface="Times New Roman"/>
                <a:cs typeface="Times New Roman"/>
              </a:rPr>
              <a:t> </a:t>
            </a:r>
            <a:r>
              <a:rPr sz="1700" spc="-2" dirty="0">
                <a:latin typeface="Times New Roman"/>
                <a:cs typeface="Times New Roman"/>
              </a:rPr>
              <a:t>the</a:t>
            </a:r>
            <a:r>
              <a:rPr sz="1700" spc="38" dirty="0">
                <a:latin typeface="Times New Roman"/>
                <a:cs typeface="Times New Roman"/>
              </a:rPr>
              <a:t> </a:t>
            </a:r>
            <a:r>
              <a:rPr sz="1700" spc="-2" dirty="0">
                <a:latin typeface="Times New Roman"/>
                <a:cs typeface="Times New Roman"/>
              </a:rPr>
              <a:t>se</a:t>
            </a:r>
            <a:r>
              <a:rPr sz="1700" spc="-5" dirty="0">
                <a:latin typeface="Times New Roman"/>
                <a:cs typeface="Times New Roman"/>
              </a:rPr>
              <a:t>qu</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c</a:t>
            </a:r>
            <a:r>
              <a:rPr sz="1700" spc="-5" dirty="0">
                <a:latin typeface="Times New Roman"/>
                <a:cs typeface="Times New Roman"/>
              </a:rPr>
              <a:t>e</a:t>
            </a:r>
            <a:r>
              <a:rPr sz="1700" spc="43" dirty="0">
                <a:latin typeface="Times New Roman"/>
                <a:cs typeface="Times New Roman"/>
              </a:rPr>
              <a:t> </a:t>
            </a:r>
            <a:r>
              <a:rPr sz="1700" dirty="0">
                <a:latin typeface="Times New Roman"/>
                <a:cs typeface="Times New Roman"/>
              </a:rPr>
              <a:t>of</a:t>
            </a:r>
            <a:r>
              <a:rPr sz="1700" spc="36" dirty="0">
                <a:latin typeface="Times New Roman"/>
                <a:cs typeface="Times New Roman"/>
              </a:rPr>
              <a:t> </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spc="-2" dirty="0">
                <a:latin typeface="Times New Roman"/>
                <a:cs typeface="Times New Roman"/>
              </a:rPr>
              <a:t>nts</a:t>
            </a:r>
            <a:r>
              <a:rPr sz="1700" spc="41" dirty="0">
                <a:latin typeface="Times New Roman"/>
                <a:cs typeface="Times New Roman"/>
              </a:rPr>
              <a:t> </a:t>
            </a:r>
            <a:r>
              <a:rPr sz="1700" spc="-2" dirty="0">
                <a:latin typeface="Times New Roman"/>
                <a:cs typeface="Times New Roman"/>
              </a:rPr>
              <a:t>in </a:t>
            </a:r>
            <a:r>
              <a:rPr sz="1700" spc="-5" dirty="0">
                <a:latin typeface="Times New Roman"/>
                <a:cs typeface="Times New Roman"/>
              </a:rPr>
              <a:t>both</a:t>
            </a:r>
            <a:r>
              <a:rPr sz="1700" dirty="0">
                <a:latin typeface="Times New Roman"/>
                <a:cs typeface="Times New Roman"/>
              </a:rPr>
              <a:t> </a:t>
            </a:r>
            <a:r>
              <a:rPr sz="1700" spc="-5" dirty="0">
                <a:latin typeface="Times New Roman"/>
                <a:cs typeface="Times New Roman"/>
              </a:rPr>
              <a:t>c</a:t>
            </a:r>
            <a:r>
              <a:rPr sz="1700" spc="-10" dirty="0">
                <a:latin typeface="Times New Roman"/>
                <a:cs typeface="Times New Roman"/>
              </a:rPr>
              <a:t>a</a:t>
            </a:r>
            <a:r>
              <a:rPr sz="1700" spc="-2" dirty="0">
                <a:latin typeface="Times New Roman"/>
                <a:cs typeface="Times New Roman"/>
              </a:rPr>
              <a:t>se</a:t>
            </a:r>
            <a:r>
              <a:rPr sz="1700" dirty="0">
                <a:latin typeface="Times New Roman"/>
                <a:cs typeface="Times New Roman"/>
              </a:rPr>
              <a:t>s</a:t>
            </a:r>
            <a:r>
              <a:rPr sz="1700" spc="-2" dirty="0">
                <a:latin typeface="Times New Roman"/>
                <a:cs typeface="Times New Roman"/>
              </a:rPr>
              <a:t> woul</a:t>
            </a:r>
            <a:r>
              <a:rPr sz="1700" dirty="0">
                <a:latin typeface="Times New Roman"/>
                <a:cs typeface="Times New Roman"/>
              </a:rPr>
              <a:t>d </a:t>
            </a:r>
            <a:r>
              <a:rPr sz="1700" spc="-5" dirty="0">
                <a:latin typeface="Times New Roman"/>
                <a:cs typeface="Times New Roman"/>
              </a:rPr>
              <a:t>be</a:t>
            </a:r>
            <a:r>
              <a:rPr sz="1700" spc="-2" dirty="0">
                <a:latin typeface="Times New Roman"/>
                <a:cs typeface="Times New Roman"/>
              </a:rPr>
              <a:t> identi</a:t>
            </a:r>
            <a:r>
              <a:rPr sz="1700" spc="-7" dirty="0">
                <a:latin typeface="Times New Roman"/>
                <a:cs typeface="Times New Roman"/>
              </a:rPr>
              <a:t>ca</a:t>
            </a:r>
            <a:r>
              <a:rPr sz="1700" spc="-2" dirty="0">
                <a:latin typeface="Times New Roman"/>
                <a:cs typeface="Times New Roman"/>
              </a:rPr>
              <a:t>l.</a:t>
            </a:r>
            <a:endParaRPr sz="1700" dirty="0">
              <a:latin typeface="Times New Roman"/>
              <a:cs typeface="Times New Roman"/>
            </a:endParaRPr>
          </a:p>
        </p:txBody>
      </p:sp>
    </p:spTree>
    <p:extLst>
      <p:ext uri="{BB962C8B-B14F-4D97-AF65-F5344CB8AC3E}">
        <p14:creationId xmlns:p14="http://schemas.microsoft.com/office/powerpoint/2010/main" val="1538573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96E12-711A-7BEC-C022-5FBFF27A04A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56412CB-127E-3A74-BCDC-6E22ACA4B359}"/>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99E262B6-7D62-2C18-1CC1-03E8FE97B8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C42D6A28-0534-F474-914F-F38B7E08098F}"/>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A0FBC742-A61E-73DD-A908-D0427B3669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a:extLst>
              <a:ext uri="{FF2B5EF4-FFF2-40B4-BE49-F238E27FC236}">
                <a16:creationId xmlns:a16="http://schemas.microsoft.com/office/drawing/2014/main" id="{BC7A1A5D-C778-8B64-99D0-5C454D5B7B85}"/>
              </a:ext>
            </a:extLst>
          </p:cNvPr>
          <p:cNvSpPr txBox="1"/>
          <p:nvPr/>
        </p:nvSpPr>
        <p:spPr>
          <a:xfrm>
            <a:off x="990600" y="654414"/>
            <a:ext cx="7086600" cy="3880549"/>
          </a:xfrm>
          <a:prstGeom prst="rect">
            <a:avLst/>
          </a:prstGeom>
        </p:spPr>
        <p:txBody>
          <a:bodyPr vert="horz" wrap="square" lIns="0" tIns="0" rIns="0" bIns="0" rtlCol="0">
            <a:spAutoFit/>
          </a:bodyPr>
          <a:lstStyle/>
          <a:p>
            <a:pPr marL="6109" algn="ctr">
              <a:spcBef>
                <a:spcPts val="334"/>
              </a:spcBef>
            </a:pPr>
            <a:r>
              <a:rPr sz="1700" b="1" spc="-2" dirty="0">
                <a:latin typeface="Times New Roman"/>
                <a:cs typeface="Times New Roman"/>
              </a:rPr>
              <a:t>Adva</a:t>
            </a:r>
            <a:r>
              <a:rPr sz="1700" b="1" spc="2" dirty="0">
                <a:latin typeface="Times New Roman"/>
                <a:cs typeface="Times New Roman"/>
              </a:rPr>
              <a:t>n</a:t>
            </a:r>
            <a:r>
              <a:rPr sz="1700" b="1" spc="-5" dirty="0">
                <a:latin typeface="Times New Roman"/>
                <a:cs typeface="Times New Roman"/>
              </a:rPr>
              <a:t>tag</a:t>
            </a:r>
            <a:r>
              <a:rPr sz="1700" b="1" spc="-10" dirty="0">
                <a:latin typeface="Times New Roman"/>
                <a:cs typeface="Times New Roman"/>
              </a:rPr>
              <a:t>e</a:t>
            </a:r>
            <a:r>
              <a:rPr sz="1700" b="1" dirty="0">
                <a:latin typeface="Times New Roman"/>
                <a:cs typeface="Times New Roman"/>
              </a:rPr>
              <a:t>s</a:t>
            </a:r>
            <a:r>
              <a:rPr sz="1700" b="1" spc="-2" dirty="0">
                <a:latin typeface="Times New Roman"/>
                <a:cs typeface="Times New Roman"/>
              </a:rPr>
              <a:t> </a:t>
            </a:r>
            <a:r>
              <a:rPr sz="1700" b="1" dirty="0">
                <a:latin typeface="Times New Roman"/>
                <a:cs typeface="Times New Roman"/>
              </a:rPr>
              <a:t>of </a:t>
            </a:r>
            <a:r>
              <a:rPr sz="1700" b="1" spc="-2" dirty="0">
                <a:latin typeface="Times New Roman"/>
                <a:cs typeface="Times New Roman"/>
              </a:rPr>
              <a:t>Asy</a:t>
            </a:r>
            <a:r>
              <a:rPr sz="1700" b="1" dirty="0">
                <a:latin typeface="Times New Roman"/>
                <a:cs typeface="Times New Roman"/>
              </a:rPr>
              <a:t>n</a:t>
            </a:r>
            <a:r>
              <a:rPr sz="1700" b="1" spc="-7" dirty="0">
                <a:latin typeface="Times New Roman"/>
                <a:cs typeface="Times New Roman"/>
              </a:rPr>
              <a:t>c</a:t>
            </a:r>
            <a:r>
              <a:rPr sz="1700" b="1" dirty="0">
                <a:latin typeface="Times New Roman"/>
                <a:cs typeface="Times New Roman"/>
              </a:rPr>
              <a:t>h</a:t>
            </a:r>
            <a:r>
              <a:rPr sz="1700" b="1" spc="-2" dirty="0">
                <a:latin typeface="Times New Roman"/>
                <a:cs typeface="Times New Roman"/>
              </a:rPr>
              <a:t>r</a:t>
            </a:r>
            <a:r>
              <a:rPr sz="1700" b="1" dirty="0">
                <a:latin typeface="Times New Roman"/>
                <a:cs typeface="Times New Roman"/>
              </a:rPr>
              <a:t>onous</a:t>
            </a:r>
            <a:r>
              <a:rPr sz="1700" b="1" spc="-2" dirty="0">
                <a:latin typeface="Times New Roman"/>
                <a:cs typeface="Times New Roman"/>
              </a:rPr>
              <a:t> Dat</a:t>
            </a:r>
            <a:r>
              <a:rPr sz="1700" b="1" dirty="0">
                <a:latin typeface="Times New Roman"/>
                <a:cs typeface="Times New Roman"/>
              </a:rPr>
              <a:t>a </a:t>
            </a:r>
            <a:r>
              <a:rPr sz="1700" b="1" spc="-5" dirty="0">
                <a:latin typeface="Times New Roman"/>
                <a:cs typeface="Times New Roman"/>
              </a:rPr>
              <a:t>T</a:t>
            </a:r>
            <a:r>
              <a:rPr sz="1700" b="1" spc="-7" dirty="0">
                <a:latin typeface="Times New Roman"/>
                <a:cs typeface="Times New Roman"/>
              </a:rPr>
              <a:t>r</a:t>
            </a:r>
            <a:r>
              <a:rPr sz="1700" b="1" dirty="0">
                <a:latin typeface="Times New Roman"/>
                <a:cs typeface="Times New Roman"/>
              </a:rPr>
              <a:t>an</a:t>
            </a:r>
            <a:r>
              <a:rPr sz="1700" b="1" spc="-2" dirty="0">
                <a:latin typeface="Times New Roman"/>
                <a:cs typeface="Times New Roman"/>
              </a:rPr>
              <a:t>sf</a:t>
            </a:r>
            <a:r>
              <a:rPr sz="1700" b="1" spc="-5" dirty="0">
                <a:latin typeface="Times New Roman"/>
                <a:cs typeface="Times New Roman"/>
              </a:rPr>
              <a:t>er</a:t>
            </a:r>
            <a:endParaRPr lang="en-US" sz="1700" b="1" dirty="0">
              <a:latin typeface="Times New Roman"/>
              <a:cs typeface="Times New Roman"/>
            </a:endParaRPr>
          </a:p>
          <a:p>
            <a:pPr marL="6109" algn="ctr">
              <a:spcBef>
                <a:spcPts val="334"/>
              </a:spcBef>
            </a:pPr>
            <a:endParaRPr lang="en-US" sz="1700" spc="-2" dirty="0">
              <a:latin typeface="Times New Roman"/>
              <a:cs typeface="Times New Roman"/>
            </a:endParaRPr>
          </a:p>
          <a:p>
            <a:pPr marL="6109" algn="just">
              <a:spcBef>
                <a:spcPts val="334"/>
              </a:spcBef>
            </a:pPr>
            <a:r>
              <a:rPr sz="1700" spc="-2" dirty="0">
                <a:latin typeface="Times New Roman"/>
                <a:cs typeface="Times New Roman"/>
              </a:rPr>
              <a:t>Asyn</a:t>
            </a:r>
            <a:r>
              <a:rPr sz="1700" spc="-5" dirty="0">
                <a:latin typeface="Times New Roman"/>
                <a:cs typeface="Times New Roman"/>
              </a:rPr>
              <a:t>c</a:t>
            </a:r>
            <a:r>
              <a:rPr sz="1700" dirty="0">
                <a:latin typeface="Times New Roman"/>
                <a:cs typeface="Times New Roman"/>
              </a:rPr>
              <a:t>hron</a:t>
            </a:r>
            <a:r>
              <a:rPr sz="1700" spc="-2" dirty="0">
                <a:latin typeface="Times New Roman"/>
                <a:cs typeface="Times New Roman"/>
              </a:rPr>
              <a:t>o</a:t>
            </a:r>
            <a:r>
              <a:rPr sz="1700" dirty="0">
                <a:latin typeface="Times New Roman"/>
                <a:cs typeface="Times New Roman"/>
              </a:rPr>
              <a:t>us</a:t>
            </a:r>
            <a:r>
              <a:rPr sz="1700" spc="-2" dirty="0">
                <a:latin typeface="Times New Roman"/>
                <a:cs typeface="Times New Roman"/>
              </a:rPr>
              <a:t> D</a:t>
            </a:r>
            <a:r>
              <a:rPr sz="1700" spc="-5" dirty="0">
                <a:latin typeface="Times New Roman"/>
                <a:cs typeface="Times New Roman"/>
              </a:rPr>
              <a:t>a</a:t>
            </a:r>
            <a:r>
              <a:rPr sz="1700" dirty="0">
                <a:latin typeface="Times New Roman"/>
                <a:cs typeface="Times New Roman"/>
              </a:rPr>
              <a:t>t</a:t>
            </a:r>
            <a:r>
              <a:rPr sz="1700" spc="-5" dirty="0">
                <a:latin typeface="Times New Roman"/>
                <a:cs typeface="Times New Roman"/>
              </a:rPr>
              <a:t>a</a:t>
            </a:r>
            <a:r>
              <a:rPr sz="1700" spc="-2" dirty="0">
                <a:latin typeface="Times New Roman"/>
                <a:cs typeface="Times New Roman"/>
              </a:rPr>
              <a:t> </a:t>
            </a:r>
            <a:r>
              <a:rPr sz="1700" spc="-5" dirty="0">
                <a:latin typeface="Times New Roman"/>
                <a:cs typeface="Times New Roman"/>
              </a:rPr>
              <a:t>Tra</a:t>
            </a:r>
            <a:r>
              <a:rPr sz="1700" spc="5" dirty="0">
                <a:latin typeface="Times New Roman"/>
                <a:cs typeface="Times New Roman"/>
              </a:rPr>
              <a:t>n</a:t>
            </a:r>
            <a:r>
              <a:rPr sz="1700" spc="-2" dirty="0">
                <a:latin typeface="Times New Roman"/>
                <a:cs typeface="Times New Roman"/>
              </a:rPr>
              <a:t>sf</a:t>
            </a:r>
            <a:r>
              <a:rPr sz="1700" spc="-5" dirty="0">
                <a:latin typeface="Times New Roman"/>
                <a:cs typeface="Times New Roman"/>
              </a:rPr>
              <a:t>e</a:t>
            </a:r>
            <a:r>
              <a:rPr sz="1700" dirty="0">
                <a:latin typeface="Times New Roman"/>
                <a:cs typeface="Times New Roman"/>
              </a:rPr>
              <a:t>r </a:t>
            </a:r>
            <a:r>
              <a:rPr sz="1700" spc="-2" dirty="0">
                <a:latin typeface="Times New Roman"/>
                <a:cs typeface="Times New Roman"/>
              </a:rPr>
              <a:t>in </a:t>
            </a:r>
            <a:r>
              <a:rPr sz="1700" spc="-10" dirty="0">
                <a:latin typeface="Times New Roman"/>
                <a:cs typeface="Times New Roman"/>
              </a:rPr>
              <a:t>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 </a:t>
            </a:r>
            <a:r>
              <a:rPr sz="1700" spc="2" dirty="0">
                <a:latin typeface="Times New Roman"/>
                <a:cs typeface="Times New Roman"/>
              </a:rPr>
              <a:t>o</a:t>
            </a:r>
            <a:r>
              <a:rPr sz="1700" spc="-2" dirty="0">
                <a:latin typeface="Times New Roman"/>
                <a:cs typeface="Times New Roman"/>
              </a:rPr>
              <a:t>rg</a:t>
            </a:r>
            <a:r>
              <a:rPr sz="1700" spc="-10" dirty="0">
                <a:latin typeface="Times New Roman"/>
                <a:cs typeface="Times New Roman"/>
              </a:rPr>
              <a:t>a</a:t>
            </a:r>
            <a:r>
              <a:rPr sz="1700" spc="-2" dirty="0">
                <a:latin typeface="Times New Roman"/>
                <a:cs typeface="Times New Roman"/>
              </a:rPr>
              <a:t>niz</a:t>
            </a:r>
            <a:r>
              <a:rPr sz="1700" spc="-7"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s</a:t>
            </a:r>
            <a:r>
              <a:rPr sz="1700" spc="-2" dirty="0">
                <a:latin typeface="Times New Roman"/>
                <a:cs typeface="Times New Roman"/>
              </a:rPr>
              <a:t> the foll</a:t>
            </a:r>
            <a:r>
              <a:rPr sz="1700" dirty="0">
                <a:latin typeface="Times New Roman"/>
                <a:cs typeface="Times New Roman"/>
              </a:rPr>
              <a:t>owing </a:t>
            </a:r>
            <a:r>
              <a:rPr sz="1700" spc="-2" dirty="0">
                <a:latin typeface="Times New Roman"/>
                <a:cs typeface="Times New Roman"/>
              </a:rPr>
              <a:t>a</a:t>
            </a:r>
            <a:r>
              <a:rPr sz="1700" spc="-5" dirty="0">
                <a:latin typeface="Times New Roman"/>
                <a:cs typeface="Times New Roman"/>
              </a:rPr>
              <a:t>dv</a:t>
            </a:r>
            <a:r>
              <a:rPr sz="1700" spc="-7" dirty="0">
                <a:latin typeface="Times New Roman"/>
                <a:cs typeface="Times New Roman"/>
              </a:rPr>
              <a:t>a</a:t>
            </a:r>
            <a:r>
              <a:rPr sz="1700" spc="-5" dirty="0">
                <a:latin typeface="Times New Roman"/>
                <a:cs typeface="Times New Roman"/>
              </a:rPr>
              <a:t>ntag</a:t>
            </a:r>
            <a:r>
              <a:rPr sz="1700" spc="-10" dirty="0">
                <a:latin typeface="Times New Roman"/>
                <a:cs typeface="Times New Roman"/>
              </a:rPr>
              <a:t>e</a:t>
            </a:r>
            <a:r>
              <a:rPr sz="1700" spc="-2" dirty="0">
                <a:latin typeface="Times New Roman"/>
                <a:cs typeface="Times New Roman"/>
              </a:rPr>
              <a:t>s</a:t>
            </a:r>
            <a:r>
              <a:rPr sz="1700" dirty="0">
                <a:latin typeface="Times New Roman"/>
                <a:cs typeface="Times New Roman"/>
              </a:rPr>
              <a:t>, </a:t>
            </a:r>
            <a:r>
              <a:rPr sz="1700" spc="-2" dirty="0">
                <a:latin typeface="Times New Roman"/>
                <a:cs typeface="Times New Roman"/>
              </a:rPr>
              <a:t>suc</a:t>
            </a:r>
            <a:r>
              <a:rPr sz="1700" dirty="0">
                <a:latin typeface="Times New Roman"/>
                <a:cs typeface="Times New Roman"/>
              </a:rPr>
              <a:t>h</a:t>
            </a:r>
            <a:r>
              <a:rPr sz="1700" spc="2" dirty="0">
                <a:latin typeface="Times New Roman"/>
                <a:cs typeface="Times New Roman"/>
              </a:rPr>
              <a:t> </a:t>
            </a:r>
            <a:r>
              <a:rPr sz="1700" spc="-5" dirty="0">
                <a:latin typeface="Times New Roman"/>
                <a:cs typeface="Times New Roman"/>
              </a:rPr>
              <a:t>as:</a:t>
            </a:r>
            <a:endParaRPr lang="en-US" sz="1700" spc="-5" dirty="0">
              <a:latin typeface="Times New Roman"/>
              <a:cs typeface="Times New Roman"/>
            </a:endParaRPr>
          </a:p>
          <a:p>
            <a:pPr marL="6109" algn="just">
              <a:spcBef>
                <a:spcPts val="334"/>
              </a:spcBef>
            </a:pPr>
            <a:endParaRPr lang="en-US" sz="1700" dirty="0">
              <a:latin typeface="Times New Roman"/>
              <a:cs typeface="Times New Roman"/>
            </a:endParaRPr>
          </a:p>
          <a:p>
            <a:pPr marL="225716" marR="2443" indent="-109651" algn="just">
              <a:spcBef>
                <a:spcPts val="385"/>
              </a:spcBef>
              <a:buSzPct val="83333"/>
              <a:buFont typeface="Courier New"/>
              <a:buChar char="o"/>
              <a:tabLst>
                <a:tab pos="226022" algn="l"/>
              </a:tabLst>
            </a:pPr>
            <a:r>
              <a:rPr sz="1700" spc="-10" dirty="0">
                <a:latin typeface="Times New Roman"/>
                <a:cs typeface="Times New Roman"/>
              </a:rPr>
              <a:t>I</a:t>
            </a:r>
            <a:r>
              <a:rPr sz="1700" spc="-2" dirty="0">
                <a:latin typeface="Times New Roman"/>
                <a:cs typeface="Times New Roman"/>
              </a:rPr>
              <a:t>t</a:t>
            </a:r>
            <a:r>
              <a:rPr sz="1700" spc="-24" dirty="0">
                <a:latin typeface="Times New Roman"/>
                <a:cs typeface="Times New Roman"/>
              </a:rPr>
              <a:t> </a:t>
            </a:r>
            <a:r>
              <a:rPr sz="1700" spc="-2" dirty="0">
                <a:latin typeface="Times New Roman"/>
                <a:cs typeface="Times New Roman"/>
              </a:rPr>
              <a:t>is</a:t>
            </a:r>
            <a:r>
              <a:rPr sz="1700" spc="-22" dirty="0">
                <a:latin typeface="Times New Roman"/>
                <a:cs typeface="Times New Roman"/>
              </a:rPr>
              <a:t> </a:t>
            </a:r>
            <a:r>
              <a:rPr sz="1700" spc="-5" dirty="0">
                <a:latin typeface="Times New Roman"/>
                <a:cs typeface="Times New Roman"/>
              </a:rPr>
              <a:t>more</a:t>
            </a:r>
            <a:r>
              <a:rPr sz="1700" spc="-26" dirty="0">
                <a:latin typeface="Times New Roman"/>
                <a:cs typeface="Times New Roman"/>
              </a:rPr>
              <a:t> </a:t>
            </a:r>
            <a:r>
              <a:rPr sz="1700" spc="-2" dirty="0">
                <a:latin typeface="Times New Roman"/>
                <a:cs typeface="Times New Roman"/>
              </a:rPr>
              <a:t>fl</a:t>
            </a:r>
            <a:r>
              <a:rPr sz="1700" spc="-10" dirty="0">
                <a:latin typeface="Times New Roman"/>
                <a:cs typeface="Times New Roman"/>
              </a:rPr>
              <a:t>e</a:t>
            </a:r>
            <a:r>
              <a:rPr sz="1700" spc="-2" dirty="0">
                <a:latin typeface="Times New Roman"/>
                <a:cs typeface="Times New Roman"/>
              </a:rPr>
              <a:t>xibl</a:t>
            </a:r>
            <a:r>
              <a:rPr sz="1700" spc="-7" dirty="0">
                <a:latin typeface="Times New Roman"/>
                <a:cs typeface="Times New Roman"/>
              </a:rPr>
              <a:t>e</a:t>
            </a:r>
            <a:r>
              <a:rPr sz="1700" dirty="0">
                <a:latin typeface="Times New Roman"/>
                <a:cs typeface="Times New Roman"/>
              </a:rPr>
              <a:t>,</a:t>
            </a:r>
            <a:r>
              <a:rPr sz="1700" spc="-19" dirty="0">
                <a:latin typeface="Times New Roman"/>
                <a:cs typeface="Times New Roman"/>
              </a:rPr>
              <a:t> </a:t>
            </a:r>
            <a:r>
              <a:rPr sz="1700" spc="-7" dirty="0">
                <a:latin typeface="Times New Roman"/>
                <a:cs typeface="Times New Roman"/>
              </a:rPr>
              <a:t>a</a:t>
            </a:r>
            <a:r>
              <a:rPr sz="1700" dirty="0">
                <a:latin typeface="Times New Roman"/>
                <a:cs typeface="Times New Roman"/>
              </a:rPr>
              <a:t>nd</a:t>
            </a:r>
            <a:r>
              <a:rPr sz="1700" spc="-24" dirty="0">
                <a:latin typeface="Times New Roman"/>
                <a:cs typeface="Times New Roman"/>
              </a:rPr>
              <a:t> </a:t>
            </a:r>
            <a:r>
              <a:rPr sz="1700" spc="-5" dirty="0">
                <a:latin typeface="Times New Roman"/>
                <a:cs typeface="Times New Roman"/>
              </a:rPr>
              <a:t>d</a:t>
            </a:r>
            <a:r>
              <a:rPr sz="1700" spc="-2" dirty="0">
                <a:latin typeface="Times New Roman"/>
                <a:cs typeface="Times New Roman"/>
              </a:rPr>
              <a:t>evic</a:t>
            </a:r>
            <a:r>
              <a:rPr sz="1700" spc="-10" dirty="0">
                <a:latin typeface="Times New Roman"/>
                <a:cs typeface="Times New Roman"/>
              </a:rPr>
              <a:t>e</a:t>
            </a:r>
            <a:r>
              <a:rPr sz="1700" dirty="0">
                <a:latin typeface="Times New Roman"/>
                <a:cs typeface="Times New Roman"/>
              </a:rPr>
              <a:t>s</a:t>
            </a:r>
            <a:r>
              <a:rPr sz="1700" spc="-24" dirty="0">
                <a:latin typeface="Times New Roman"/>
                <a:cs typeface="Times New Roman"/>
              </a:rPr>
              <a:t> </a:t>
            </a:r>
            <a:r>
              <a:rPr sz="1700" spc="-7" dirty="0">
                <a:latin typeface="Times New Roman"/>
                <a:cs typeface="Times New Roman"/>
              </a:rPr>
              <a:t>ca</a:t>
            </a:r>
            <a:r>
              <a:rPr sz="1700" dirty="0">
                <a:latin typeface="Times New Roman"/>
                <a:cs typeface="Times New Roman"/>
              </a:rPr>
              <a:t>n</a:t>
            </a:r>
            <a:r>
              <a:rPr sz="1700" spc="-24" dirty="0">
                <a:latin typeface="Times New Roman"/>
                <a:cs typeface="Times New Roman"/>
              </a:rPr>
              <a:t> </a:t>
            </a:r>
            <a:r>
              <a:rPr sz="1700" spc="-7" dirty="0">
                <a:latin typeface="Times New Roman"/>
                <a:cs typeface="Times New Roman"/>
              </a:rPr>
              <a:t>e</a:t>
            </a:r>
            <a:r>
              <a:rPr sz="1700" spc="5" dirty="0">
                <a:latin typeface="Times New Roman"/>
                <a:cs typeface="Times New Roman"/>
              </a:rPr>
              <a:t>x</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a</a:t>
            </a:r>
            <a:r>
              <a:rPr sz="1700" dirty="0">
                <a:latin typeface="Times New Roman"/>
                <a:cs typeface="Times New Roman"/>
              </a:rPr>
              <a:t>n</a:t>
            </a:r>
            <a:r>
              <a:rPr sz="1700" spc="5" dirty="0">
                <a:latin typeface="Times New Roman"/>
                <a:cs typeface="Times New Roman"/>
              </a:rPr>
              <a:t>g</a:t>
            </a:r>
            <a:r>
              <a:rPr sz="1700" spc="-5" dirty="0">
                <a:latin typeface="Times New Roman"/>
                <a:cs typeface="Times New Roman"/>
              </a:rPr>
              <a:t>e</a:t>
            </a:r>
            <a:r>
              <a:rPr sz="1700" spc="-26" dirty="0">
                <a:latin typeface="Times New Roman"/>
                <a:cs typeface="Times New Roman"/>
              </a:rPr>
              <a:t> </a:t>
            </a:r>
            <a:r>
              <a:rPr sz="1700" spc="-2" dirty="0">
                <a:latin typeface="Times New Roman"/>
                <a:cs typeface="Times New Roman"/>
              </a:rPr>
              <a:t>info</a:t>
            </a:r>
            <a:r>
              <a:rPr sz="1700" dirty="0">
                <a:latin typeface="Times New Roman"/>
                <a:cs typeface="Times New Roman"/>
              </a:rPr>
              <a:t>r</a:t>
            </a:r>
            <a:r>
              <a:rPr sz="1700" spc="-5" dirty="0">
                <a:latin typeface="Times New Roman"/>
                <a:cs typeface="Times New Roman"/>
              </a:rPr>
              <a:t>mation</a:t>
            </a:r>
            <a:r>
              <a:rPr sz="1700" spc="-24" dirty="0">
                <a:latin typeface="Times New Roman"/>
                <a:cs typeface="Times New Roman"/>
              </a:rPr>
              <a:t> </a:t>
            </a:r>
            <a:r>
              <a:rPr sz="1700" spc="-7" dirty="0">
                <a:latin typeface="Times New Roman"/>
                <a:cs typeface="Times New Roman"/>
              </a:rPr>
              <a:t>a</a:t>
            </a:r>
            <a:r>
              <a:rPr sz="1700" spc="-2" dirty="0">
                <a:latin typeface="Times New Roman"/>
                <a:cs typeface="Times New Roman"/>
              </a:rPr>
              <a:t>t</a:t>
            </a:r>
            <a:r>
              <a:rPr sz="1700" spc="-24" dirty="0">
                <a:latin typeface="Times New Roman"/>
                <a:cs typeface="Times New Roman"/>
              </a:rPr>
              <a:t> </a:t>
            </a:r>
            <a:r>
              <a:rPr sz="1700" spc="-2" dirty="0">
                <a:latin typeface="Times New Roman"/>
                <a:cs typeface="Times New Roman"/>
              </a:rPr>
              <a:t>their</a:t>
            </a:r>
            <a:r>
              <a:rPr sz="1700" spc="-26" dirty="0">
                <a:latin typeface="Times New Roman"/>
                <a:cs typeface="Times New Roman"/>
              </a:rPr>
              <a:t> </a:t>
            </a:r>
            <a:r>
              <a:rPr sz="1700" dirty="0">
                <a:latin typeface="Times New Roman"/>
                <a:cs typeface="Times New Roman"/>
              </a:rPr>
              <a:t>own</a:t>
            </a:r>
            <a:r>
              <a:rPr sz="1700" spc="-26" dirty="0">
                <a:latin typeface="Times New Roman"/>
                <a:cs typeface="Times New Roman"/>
              </a:rPr>
              <a:t> </a:t>
            </a:r>
            <a:r>
              <a:rPr sz="1700" spc="-5" dirty="0">
                <a:latin typeface="Times New Roman"/>
                <a:cs typeface="Times New Roman"/>
              </a:rPr>
              <a:t>p</a:t>
            </a:r>
            <a:r>
              <a:rPr sz="1700" spc="-7" dirty="0">
                <a:latin typeface="Times New Roman"/>
                <a:cs typeface="Times New Roman"/>
              </a:rPr>
              <a:t>ace</a:t>
            </a:r>
            <a:r>
              <a:rPr sz="1700" dirty="0">
                <a:latin typeface="Times New Roman"/>
                <a:cs typeface="Times New Roman"/>
              </a:rPr>
              <a:t>.</a:t>
            </a:r>
            <a:r>
              <a:rPr sz="1700" spc="-19" dirty="0">
                <a:latin typeface="Times New Roman"/>
                <a:cs typeface="Times New Roman"/>
              </a:rPr>
              <a:t> </a:t>
            </a:r>
            <a:r>
              <a:rPr sz="1700" spc="-10" dirty="0">
                <a:latin typeface="Times New Roman"/>
                <a:cs typeface="Times New Roman"/>
              </a:rPr>
              <a:t>I</a:t>
            </a:r>
            <a:r>
              <a:rPr sz="1700" dirty="0">
                <a:latin typeface="Times New Roman"/>
                <a:cs typeface="Times New Roman"/>
              </a:rPr>
              <a:t>n</a:t>
            </a:r>
            <a:r>
              <a:rPr sz="1700" spc="-19" dirty="0">
                <a:latin typeface="Times New Roman"/>
                <a:cs typeface="Times New Roman"/>
              </a:rPr>
              <a:t> </a:t>
            </a:r>
            <a:r>
              <a:rPr sz="1700" spc="-7" dirty="0">
                <a:latin typeface="Times New Roman"/>
                <a:cs typeface="Times New Roman"/>
              </a:rPr>
              <a:t>a</a:t>
            </a:r>
            <a:r>
              <a:rPr sz="1700" spc="-2" dirty="0">
                <a:latin typeface="Times New Roman"/>
                <a:cs typeface="Times New Roman"/>
              </a:rPr>
              <a:t>ddition, individual</a:t>
            </a:r>
            <a:r>
              <a:rPr sz="1700" dirty="0">
                <a:latin typeface="Times New Roman"/>
                <a:cs typeface="Times New Roman"/>
              </a:rPr>
              <a:t> </a:t>
            </a:r>
            <a:r>
              <a:rPr sz="1700" spc="-1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14" dirty="0">
                <a:latin typeface="Times New Roman"/>
                <a:cs typeface="Times New Roman"/>
              </a:rPr>
              <a:t> </a:t>
            </a:r>
            <a:r>
              <a:rPr sz="1700" spc="-7" dirty="0">
                <a:latin typeface="Times New Roman"/>
                <a:cs typeface="Times New Roman"/>
              </a:rPr>
              <a:t>c</a:t>
            </a:r>
            <a:r>
              <a:rPr sz="1700" spc="-5" dirty="0">
                <a:latin typeface="Times New Roman"/>
                <a:cs typeface="Times New Roman"/>
              </a:rPr>
              <a:t>h</a:t>
            </a:r>
            <a:r>
              <a:rPr sz="1700" spc="-7" dirty="0">
                <a:latin typeface="Times New Roman"/>
                <a:cs typeface="Times New Roman"/>
              </a:rPr>
              <a:t>a</a:t>
            </a:r>
            <a:r>
              <a:rPr sz="1700" spc="-2" dirty="0">
                <a:latin typeface="Times New Roman"/>
                <a:cs typeface="Times New Roman"/>
              </a:rPr>
              <a:t>ra</a:t>
            </a:r>
            <a:r>
              <a:rPr sz="1700" spc="-7" dirty="0">
                <a:latin typeface="Times New Roman"/>
                <a:cs typeface="Times New Roman"/>
              </a:rPr>
              <a:t>c</a:t>
            </a:r>
            <a:r>
              <a:rPr sz="1700" spc="-2" dirty="0">
                <a:latin typeface="Times New Roman"/>
                <a:cs typeface="Times New Roman"/>
              </a:rPr>
              <a:t>te</a:t>
            </a:r>
            <a:r>
              <a:rPr sz="1700" dirty="0">
                <a:latin typeface="Times New Roman"/>
                <a:cs typeface="Times New Roman"/>
              </a:rPr>
              <a:t>rs </a:t>
            </a:r>
            <a:r>
              <a:rPr sz="1700" spc="-14" dirty="0">
                <a:latin typeface="Times New Roman"/>
                <a:cs typeface="Times New Roman"/>
              </a:rPr>
              <a:t> </a:t>
            </a:r>
            <a:r>
              <a:rPr sz="1700" spc="-7" dirty="0">
                <a:latin typeface="Times New Roman"/>
                <a:cs typeface="Times New Roman"/>
              </a:rPr>
              <a:t>ca</a:t>
            </a:r>
            <a:r>
              <a:rPr sz="1700" dirty="0">
                <a:latin typeface="Times New Roman"/>
                <a:cs typeface="Times New Roman"/>
              </a:rPr>
              <a:t>n </a:t>
            </a:r>
            <a:r>
              <a:rPr sz="1700" spc="-14" dirty="0">
                <a:latin typeface="Times New Roman"/>
                <a:cs typeface="Times New Roman"/>
              </a:rPr>
              <a:t> </a:t>
            </a:r>
            <a:r>
              <a:rPr sz="1700" spc="-7" dirty="0">
                <a:latin typeface="Times New Roman"/>
                <a:cs typeface="Times New Roman"/>
              </a:rPr>
              <a:t>c</a:t>
            </a:r>
            <a:r>
              <a:rPr sz="1700" spc="-5" dirty="0">
                <a:latin typeface="Times New Roman"/>
                <a:cs typeface="Times New Roman"/>
              </a:rPr>
              <a:t>ompl</a:t>
            </a:r>
            <a:r>
              <a:rPr sz="1700" spc="-7" dirty="0">
                <a:latin typeface="Times New Roman"/>
                <a:cs typeface="Times New Roman"/>
              </a:rPr>
              <a:t>e</a:t>
            </a:r>
            <a:r>
              <a:rPr sz="1700" spc="-2" dirty="0">
                <a:latin typeface="Times New Roman"/>
                <a:cs typeface="Times New Roman"/>
              </a:rPr>
              <a:t>te</a:t>
            </a:r>
            <a:r>
              <a:rPr sz="1700" dirty="0">
                <a:latin typeface="Times New Roman"/>
                <a:cs typeface="Times New Roman"/>
              </a:rPr>
              <a:t> </a:t>
            </a:r>
            <a:r>
              <a:rPr sz="1700" spc="-14" dirty="0">
                <a:latin typeface="Times New Roman"/>
                <a:cs typeface="Times New Roman"/>
              </a:rPr>
              <a:t> </a:t>
            </a:r>
            <a:r>
              <a:rPr sz="1700" spc="-5" dirty="0">
                <a:latin typeface="Times New Roman"/>
                <a:cs typeface="Times New Roman"/>
              </a:rPr>
              <a:t>thems</a:t>
            </a:r>
            <a:r>
              <a:rPr sz="1700" spc="-2" dirty="0">
                <a:latin typeface="Times New Roman"/>
                <a:cs typeface="Times New Roman"/>
              </a:rPr>
              <a:t>elves</a:t>
            </a:r>
            <a:r>
              <a:rPr sz="1700" dirty="0">
                <a:latin typeface="Times New Roman"/>
                <a:cs typeface="Times New Roman"/>
              </a:rPr>
              <a:t> </a:t>
            </a:r>
            <a:r>
              <a:rPr sz="1700" spc="-14" dirty="0">
                <a:latin typeface="Times New Roman"/>
                <a:cs typeface="Times New Roman"/>
              </a:rPr>
              <a:t> </a:t>
            </a:r>
            <a:r>
              <a:rPr sz="1700" spc="-2" dirty="0">
                <a:latin typeface="Times New Roman"/>
                <a:cs typeface="Times New Roman"/>
              </a:rPr>
              <a:t>s</a:t>
            </a:r>
            <a:r>
              <a:rPr sz="1700" dirty="0">
                <a:latin typeface="Times New Roman"/>
                <a:cs typeface="Times New Roman"/>
              </a:rPr>
              <a:t>o </a:t>
            </a:r>
            <a:r>
              <a:rPr sz="1700" spc="-12" dirty="0">
                <a:latin typeface="Times New Roman"/>
                <a:cs typeface="Times New Roman"/>
              </a:rPr>
              <a:t> </a:t>
            </a:r>
            <a:r>
              <a:rPr sz="1700" spc="-2" dirty="0">
                <a:latin typeface="Times New Roman"/>
                <a:cs typeface="Times New Roman"/>
              </a:rPr>
              <a:t>that</a:t>
            </a:r>
            <a:r>
              <a:rPr sz="1700" dirty="0">
                <a:latin typeface="Times New Roman"/>
                <a:cs typeface="Times New Roman"/>
              </a:rPr>
              <a:t> </a:t>
            </a:r>
            <a:r>
              <a:rPr sz="1700" spc="-14" dirty="0">
                <a:latin typeface="Times New Roman"/>
                <a:cs typeface="Times New Roman"/>
              </a:rPr>
              <a:t> </a:t>
            </a:r>
            <a:r>
              <a:rPr sz="1700" spc="-7" dirty="0">
                <a:latin typeface="Times New Roman"/>
                <a:cs typeface="Times New Roman"/>
              </a:rPr>
              <a:t>e</a:t>
            </a:r>
            <a:r>
              <a:rPr sz="1700" spc="-5" dirty="0">
                <a:latin typeface="Times New Roman"/>
                <a:cs typeface="Times New Roman"/>
              </a:rPr>
              <a:t>v</a:t>
            </a:r>
            <a:r>
              <a:rPr sz="1700" spc="-7" dirty="0">
                <a:latin typeface="Times New Roman"/>
                <a:cs typeface="Times New Roman"/>
              </a:rPr>
              <a:t>e</a:t>
            </a:r>
            <a:r>
              <a:rPr sz="1700" dirty="0">
                <a:latin typeface="Times New Roman"/>
                <a:cs typeface="Times New Roman"/>
              </a:rPr>
              <a:t>n </a:t>
            </a:r>
            <a:r>
              <a:rPr sz="1700" spc="-14" dirty="0">
                <a:latin typeface="Times New Roman"/>
                <a:cs typeface="Times New Roman"/>
              </a:rPr>
              <a:t> </a:t>
            </a:r>
            <a:r>
              <a:rPr sz="1700" spc="-2" dirty="0">
                <a:latin typeface="Times New Roman"/>
                <a:cs typeface="Times New Roman"/>
              </a:rPr>
              <a:t>if</a:t>
            </a:r>
            <a:r>
              <a:rPr sz="1700" dirty="0">
                <a:latin typeface="Times New Roman"/>
                <a:cs typeface="Times New Roman"/>
              </a:rPr>
              <a:t> </a:t>
            </a:r>
            <a:r>
              <a:rPr sz="1700" spc="-14" dirty="0">
                <a:latin typeface="Times New Roman"/>
                <a:cs typeface="Times New Roman"/>
              </a:rPr>
              <a:t> </a:t>
            </a:r>
            <a:r>
              <a:rPr sz="1700" spc="-5" dirty="0">
                <a:latin typeface="Times New Roman"/>
                <a:cs typeface="Times New Roman"/>
              </a:rPr>
              <a:t>one</a:t>
            </a:r>
            <a:r>
              <a:rPr sz="1700" dirty="0">
                <a:latin typeface="Times New Roman"/>
                <a:cs typeface="Times New Roman"/>
              </a:rPr>
              <a:t> </a:t>
            </a:r>
            <a:r>
              <a:rPr sz="1700" spc="-14" dirty="0">
                <a:latin typeface="Times New Roman"/>
                <a:cs typeface="Times New Roman"/>
              </a:rPr>
              <a:t> </a:t>
            </a:r>
            <a:r>
              <a:rPr sz="1700" spc="-5" dirty="0">
                <a:latin typeface="Times New Roman"/>
                <a:cs typeface="Times New Roman"/>
              </a:rPr>
              <a:t>p</a:t>
            </a:r>
            <a:r>
              <a:rPr sz="1700" spc="-7" dirty="0">
                <a:latin typeface="Times New Roman"/>
                <a:cs typeface="Times New Roman"/>
              </a:rPr>
              <a:t>ac</a:t>
            </a:r>
            <a:r>
              <a:rPr sz="1700" spc="-5" dirty="0">
                <a:latin typeface="Times New Roman"/>
                <a:cs typeface="Times New Roman"/>
              </a:rPr>
              <a:t>k</a:t>
            </a:r>
            <a:r>
              <a:rPr sz="1700" spc="-7" dirty="0">
                <a:latin typeface="Times New Roman"/>
                <a:cs typeface="Times New Roman"/>
              </a:rPr>
              <a:t>e</a:t>
            </a:r>
            <a:r>
              <a:rPr sz="1700" spc="-2" dirty="0">
                <a:latin typeface="Times New Roman"/>
                <a:cs typeface="Times New Roman"/>
              </a:rPr>
              <a:t>t</a:t>
            </a:r>
            <a:r>
              <a:rPr sz="1700" dirty="0">
                <a:latin typeface="Times New Roman"/>
                <a:cs typeface="Times New Roman"/>
              </a:rPr>
              <a:t> </a:t>
            </a:r>
            <a:r>
              <a:rPr sz="1700" spc="-12" dirty="0">
                <a:latin typeface="Times New Roman"/>
                <a:cs typeface="Times New Roman"/>
              </a:rPr>
              <a:t> </a:t>
            </a:r>
            <a:r>
              <a:rPr sz="1700" spc="-2" dirty="0">
                <a:latin typeface="Times New Roman"/>
                <a:cs typeface="Times New Roman"/>
              </a:rPr>
              <a:t>is </a:t>
            </a:r>
            <a:r>
              <a:rPr sz="1700" spc="-7" dirty="0">
                <a:latin typeface="Times New Roman"/>
                <a:cs typeface="Times New Roman"/>
              </a:rPr>
              <a:t>c</a:t>
            </a:r>
            <a:r>
              <a:rPr sz="1700" dirty="0">
                <a:latin typeface="Times New Roman"/>
                <a:cs typeface="Times New Roman"/>
              </a:rPr>
              <a:t>or</a:t>
            </a:r>
            <a:r>
              <a:rPr sz="1700" spc="-5" dirty="0">
                <a:latin typeface="Times New Roman"/>
                <a:cs typeface="Times New Roman"/>
              </a:rPr>
              <a:t>r</a:t>
            </a:r>
            <a:r>
              <a:rPr sz="1700" spc="-2" dirty="0">
                <a:latin typeface="Times New Roman"/>
                <a:cs typeface="Times New Roman"/>
              </a:rPr>
              <a:t>upted,</a:t>
            </a:r>
            <a:r>
              <a:rPr sz="1700" dirty="0">
                <a:latin typeface="Times New Roman"/>
                <a:cs typeface="Times New Roman"/>
              </a:rPr>
              <a:t> </a:t>
            </a:r>
            <a:r>
              <a:rPr sz="1700" spc="-2" dirty="0">
                <a:latin typeface="Times New Roman"/>
                <a:cs typeface="Times New Roman"/>
              </a:rPr>
              <a:t>its pr</a:t>
            </a:r>
            <a:r>
              <a:rPr sz="1700" spc="-7" dirty="0">
                <a:latin typeface="Times New Roman"/>
                <a:cs typeface="Times New Roman"/>
              </a:rPr>
              <a:t>e</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c</a:t>
            </a:r>
            <a:r>
              <a:rPr sz="1700" spc="-7" dirty="0">
                <a:latin typeface="Times New Roman"/>
                <a:cs typeface="Times New Roman"/>
              </a:rPr>
              <a:t>e</a:t>
            </a:r>
            <a:r>
              <a:rPr sz="1700" spc="-2" dirty="0">
                <a:latin typeface="Times New Roman"/>
                <a:cs typeface="Times New Roman"/>
              </a:rPr>
              <a:t>ssor</a:t>
            </a:r>
            <a:r>
              <a:rPr sz="1700" dirty="0">
                <a:latin typeface="Times New Roman"/>
                <a:cs typeface="Times New Roman"/>
              </a:rPr>
              <a:t>s </a:t>
            </a:r>
            <a:r>
              <a:rPr sz="1700" spc="-7" dirty="0">
                <a:latin typeface="Times New Roman"/>
                <a:cs typeface="Times New Roman"/>
              </a:rPr>
              <a:t>a</a:t>
            </a:r>
            <a:r>
              <a:rPr sz="1700" dirty="0">
                <a:latin typeface="Times New Roman"/>
                <a:cs typeface="Times New Roman"/>
              </a:rPr>
              <a:t>nd </a:t>
            </a:r>
            <a:r>
              <a:rPr sz="1700" spc="-2" dirty="0">
                <a:latin typeface="Times New Roman"/>
                <a:cs typeface="Times New Roman"/>
              </a:rPr>
              <a:t>succ</a:t>
            </a:r>
            <a:r>
              <a:rPr sz="1700" spc="-7" dirty="0">
                <a:latin typeface="Times New Roman"/>
                <a:cs typeface="Times New Roman"/>
              </a:rPr>
              <a:t>e</a:t>
            </a:r>
            <a:r>
              <a:rPr sz="1700" spc="-2" dirty="0">
                <a:latin typeface="Times New Roman"/>
                <a:cs typeface="Times New Roman"/>
              </a:rPr>
              <a:t>ssor</a:t>
            </a:r>
            <a:r>
              <a:rPr sz="1700" dirty="0">
                <a:latin typeface="Times New Roman"/>
                <a:cs typeface="Times New Roman"/>
              </a:rPr>
              <a:t>s </a:t>
            </a:r>
            <a:r>
              <a:rPr sz="1700" spc="-7" dirty="0">
                <a:latin typeface="Times New Roman"/>
                <a:cs typeface="Times New Roman"/>
              </a:rPr>
              <a:t>wil</a:t>
            </a:r>
            <a:r>
              <a:rPr sz="1700" spc="-2" dirty="0">
                <a:latin typeface="Times New Roman"/>
                <a:cs typeface="Times New Roman"/>
              </a:rPr>
              <a:t>l</a:t>
            </a:r>
            <a:r>
              <a:rPr sz="1700" dirty="0">
                <a:latin typeface="Times New Roman"/>
                <a:cs typeface="Times New Roman"/>
              </a:rPr>
              <a:t> </a:t>
            </a:r>
            <a:r>
              <a:rPr sz="1700" spc="-5" dirty="0">
                <a:latin typeface="Times New Roman"/>
                <a:cs typeface="Times New Roman"/>
              </a:rPr>
              <a:t>not</a:t>
            </a:r>
            <a:r>
              <a:rPr sz="1700" dirty="0">
                <a:latin typeface="Times New Roman"/>
                <a:cs typeface="Times New Roman"/>
              </a:rPr>
              <a:t> </a:t>
            </a:r>
            <a:r>
              <a:rPr sz="1700" spc="-5" dirty="0">
                <a:latin typeface="Times New Roman"/>
                <a:cs typeface="Times New Roman"/>
              </a:rPr>
              <a:t>be</a:t>
            </a:r>
            <a:r>
              <a:rPr sz="1700" dirty="0">
                <a:latin typeface="Times New Roman"/>
                <a:cs typeface="Times New Roman"/>
              </a:rPr>
              <a:t> </a:t>
            </a:r>
            <a:r>
              <a:rPr sz="1700" spc="-10" dirty="0">
                <a:latin typeface="Times New Roman"/>
                <a:cs typeface="Times New Roman"/>
              </a:rPr>
              <a:t>a</a:t>
            </a:r>
            <a:r>
              <a:rPr sz="1700" dirty="0">
                <a:latin typeface="Times New Roman"/>
                <a:cs typeface="Times New Roman"/>
              </a:rPr>
              <a:t>ff</a:t>
            </a:r>
            <a:r>
              <a:rPr sz="1700" spc="-7" dirty="0">
                <a:latin typeface="Times New Roman"/>
                <a:cs typeface="Times New Roman"/>
              </a:rPr>
              <a:t>ec</a:t>
            </a:r>
            <a:r>
              <a:rPr sz="1700" spc="-2" dirty="0">
                <a:latin typeface="Times New Roman"/>
                <a:cs typeface="Times New Roman"/>
              </a:rPr>
              <a:t>ted.</a:t>
            </a:r>
            <a:endParaRPr sz="1700" dirty="0">
              <a:latin typeface="Times New Roman"/>
              <a:cs typeface="Times New Roman"/>
            </a:endParaRPr>
          </a:p>
          <a:p>
            <a:pPr marL="225716" marR="3360" indent="-109651" algn="just">
              <a:spcBef>
                <a:spcPts val="397"/>
              </a:spcBef>
              <a:buSzPct val="83333"/>
              <a:buFont typeface="Courier New"/>
              <a:buChar char="o"/>
              <a:tabLst>
                <a:tab pos="226022" algn="l"/>
              </a:tabLst>
            </a:pPr>
            <a:r>
              <a:rPr sz="1700" spc="-10" dirty="0">
                <a:latin typeface="Times New Roman"/>
                <a:cs typeface="Times New Roman"/>
              </a:rPr>
              <a:t>I</a:t>
            </a:r>
            <a:r>
              <a:rPr sz="1700" spc="-2" dirty="0">
                <a:latin typeface="Times New Roman"/>
                <a:cs typeface="Times New Roman"/>
              </a:rPr>
              <a:t>t</a:t>
            </a:r>
            <a:r>
              <a:rPr sz="1700" spc="29" dirty="0">
                <a:latin typeface="Times New Roman"/>
                <a:cs typeface="Times New Roman"/>
              </a:rPr>
              <a:t> </a:t>
            </a:r>
            <a:r>
              <a:rPr sz="1700" dirty="0">
                <a:latin typeface="Times New Roman"/>
                <a:cs typeface="Times New Roman"/>
              </a:rPr>
              <a:t>d</a:t>
            </a:r>
            <a:r>
              <a:rPr sz="1700" spc="5" dirty="0">
                <a:latin typeface="Times New Roman"/>
                <a:cs typeface="Times New Roman"/>
              </a:rPr>
              <a:t>o</a:t>
            </a:r>
            <a:r>
              <a:rPr sz="1700" spc="-7" dirty="0">
                <a:latin typeface="Times New Roman"/>
                <a:cs typeface="Times New Roman"/>
              </a:rPr>
              <a:t>e</a:t>
            </a:r>
            <a:r>
              <a:rPr sz="1700" dirty="0">
                <a:latin typeface="Times New Roman"/>
                <a:cs typeface="Times New Roman"/>
              </a:rPr>
              <a:t>s</a:t>
            </a:r>
            <a:r>
              <a:rPr sz="1700" spc="26" dirty="0">
                <a:latin typeface="Times New Roman"/>
                <a:cs typeface="Times New Roman"/>
              </a:rPr>
              <a:t> </a:t>
            </a:r>
            <a:r>
              <a:rPr sz="1700" spc="-5" dirty="0">
                <a:latin typeface="Times New Roman"/>
                <a:cs typeface="Times New Roman"/>
              </a:rPr>
              <a:t>not</a:t>
            </a:r>
            <a:r>
              <a:rPr sz="1700" spc="29"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5" dirty="0">
                <a:latin typeface="Times New Roman"/>
                <a:cs typeface="Times New Roman"/>
              </a:rPr>
              <a:t>qui</a:t>
            </a:r>
            <a:r>
              <a:rPr sz="1700" dirty="0">
                <a:latin typeface="Times New Roman"/>
                <a:cs typeface="Times New Roman"/>
              </a:rPr>
              <a:t>r</a:t>
            </a:r>
            <a:r>
              <a:rPr sz="1700" spc="-5" dirty="0">
                <a:latin typeface="Times New Roman"/>
                <a:cs typeface="Times New Roman"/>
              </a:rPr>
              <a:t>e</a:t>
            </a:r>
            <a:r>
              <a:rPr sz="1700" spc="24" dirty="0">
                <a:latin typeface="Times New Roman"/>
                <a:cs typeface="Times New Roman"/>
              </a:rPr>
              <a:t> </a:t>
            </a:r>
            <a:r>
              <a:rPr sz="1700" spc="-7" dirty="0">
                <a:latin typeface="Times New Roman"/>
                <a:cs typeface="Times New Roman"/>
              </a:rPr>
              <a:t>c</a:t>
            </a:r>
            <a:r>
              <a:rPr sz="1700" spc="-5" dirty="0">
                <a:latin typeface="Times New Roman"/>
                <a:cs typeface="Times New Roman"/>
              </a:rPr>
              <a:t>om</a:t>
            </a:r>
            <a:r>
              <a:rPr sz="1700" dirty="0">
                <a:latin typeface="Times New Roman"/>
                <a:cs typeface="Times New Roman"/>
              </a:rPr>
              <a:t>p</a:t>
            </a:r>
            <a:r>
              <a:rPr sz="1700" spc="-2" dirty="0">
                <a:latin typeface="Times New Roman"/>
                <a:cs typeface="Times New Roman"/>
              </a:rPr>
              <a:t>lex</a:t>
            </a:r>
            <a:r>
              <a:rPr sz="1700" spc="26" dirty="0">
                <a:latin typeface="Times New Roman"/>
                <a:cs typeface="Times New Roman"/>
              </a:rPr>
              <a:t> </a:t>
            </a:r>
            <a:r>
              <a:rPr sz="1700" spc="-5" dirty="0">
                <a:latin typeface="Times New Roman"/>
                <a:cs typeface="Times New Roman"/>
              </a:rPr>
              <a:t>pro</a:t>
            </a:r>
            <a:r>
              <a:rPr sz="1700" spc="-10" dirty="0">
                <a:latin typeface="Times New Roman"/>
                <a:cs typeface="Times New Roman"/>
              </a:rPr>
              <a:t>c</a:t>
            </a:r>
            <a:r>
              <a:rPr sz="1700" spc="-7" dirty="0">
                <a:latin typeface="Times New Roman"/>
                <a:cs typeface="Times New Roman"/>
              </a:rPr>
              <a:t>e</a:t>
            </a:r>
            <a:r>
              <a:rPr sz="1700" spc="-2" dirty="0">
                <a:latin typeface="Times New Roman"/>
                <a:cs typeface="Times New Roman"/>
              </a:rPr>
              <a:t>s</a:t>
            </a:r>
            <a:r>
              <a:rPr sz="1700" spc="5" dirty="0">
                <a:latin typeface="Times New Roman"/>
                <a:cs typeface="Times New Roman"/>
              </a:rPr>
              <a:t>s</a:t>
            </a:r>
            <a:r>
              <a:rPr sz="1700" spc="-7" dirty="0">
                <a:latin typeface="Times New Roman"/>
                <a:cs typeface="Times New Roman"/>
              </a:rPr>
              <a:t>e</a:t>
            </a:r>
            <a:r>
              <a:rPr sz="1700" dirty="0">
                <a:latin typeface="Times New Roman"/>
                <a:cs typeface="Times New Roman"/>
              </a:rPr>
              <a:t>s</a:t>
            </a:r>
            <a:r>
              <a:rPr sz="1700" spc="26" dirty="0">
                <a:latin typeface="Times New Roman"/>
                <a:cs typeface="Times New Roman"/>
              </a:rPr>
              <a:t> </a:t>
            </a:r>
            <a:r>
              <a:rPr sz="1700" dirty="0">
                <a:latin typeface="Times New Roman"/>
                <a:cs typeface="Times New Roman"/>
              </a:rPr>
              <a:t>by</a:t>
            </a:r>
            <a:r>
              <a:rPr sz="1700" spc="26" dirty="0">
                <a:latin typeface="Times New Roman"/>
                <a:cs typeface="Times New Roman"/>
              </a:rPr>
              <a:t> </a:t>
            </a:r>
            <a:r>
              <a:rPr sz="1700" spc="-2" dirty="0">
                <a:latin typeface="Times New Roman"/>
                <a:cs typeface="Times New Roman"/>
              </a:rPr>
              <a:t>the</a:t>
            </a:r>
            <a:r>
              <a:rPr sz="1700" spc="31" dirty="0">
                <a:latin typeface="Times New Roman"/>
                <a:cs typeface="Times New Roman"/>
              </a:rPr>
              <a:t> </a:t>
            </a:r>
            <a:r>
              <a:rPr sz="1700" spc="-2" dirty="0">
                <a:latin typeface="Times New Roman"/>
                <a:cs typeface="Times New Roman"/>
              </a:rPr>
              <a:t>r</a:t>
            </a:r>
            <a:r>
              <a:rPr sz="1700" spc="-10" dirty="0">
                <a:latin typeface="Times New Roman"/>
                <a:cs typeface="Times New Roman"/>
              </a:rPr>
              <a:t>e</a:t>
            </a:r>
            <a:r>
              <a:rPr sz="1700" spc="-2" dirty="0">
                <a:latin typeface="Times New Roman"/>
                <a:cs typeface="Times New Roman"/>
              </a:rPr>
              <a:t>ceivi</a:t>
            </a:r>
            <a:r>
              <a:rPr sz="1700" dirty="0">
                <a:latin typeface="Times New Roman"/>
                <a:cs typeface="Times New Roman"/>
              </a:rPr>
              <a:t>ng</a:t>
            </a:r>
            <a:r>
              <a:rPr sz="1700" spc="26"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a:t>
            </a:r>
            <a:r>
              <a:rPr sz="1700" spc="-10" dirty="0">
                <a:latin typeface="Times New Roman"/>
                <a:cs typeface="Times New Roman"/>
              </a:rPr>
              <a:t>e</a:t>
            </a:r>
            <a:r>
              <a:rPr sz="1700" dirty="0">
                <a:latin typeface="Times New Roman"/>
                <a:cs typeface="Times New Roman"/>
              </a:rPr>
              <a:t>.</a:t>
            </a:r>
            <a:r>
              <a:rPr sz="1700" spc="26" dirty="0">
                <a:latin typeface="Times New Roman"/>
                <a:cs typeface="Times New Roman"/>
              </a:rPr>
              <a:t> </a:t>
            </a:r>
            <a:r>
              <a:rPr sz="1700" spc="-5" dirty="0">
                <a:latin typeface="Times New Roman"/>
                <a:cs typeface="Times New Roman"/>
              </a:rPr>
              <a:t>F</a:t>
            </a:r>
            <a:r>
              <a:rPr sz="1700" spc="5" dirty="0">
                <a:latin typeface="Times New Roman"/>
                <a:cs typeface="Times New Roman"/>
              </a:rPr>
              <a:t>u</a:t>
            </a:r>
            <a:r>
              <a:rPr sz="1700" spc="-2" dirty="0">
                <a:latin typeface="Times New Roman"/>
                <a:cs typeface="Times New Roman"/>
              </a:rPr>
              <a:t>rth</a:t>
            </a:r>
            <a:r>
              <a:rPr sz="1700" spc="-10" dirty="0">
                <a:latin typeface="Times New Roman"/>
                <a:cs typeface="Times New Roman"/>
              </a:rPr>
              <a:t>e</a:t>
            </a:r>
            <a:r>
              <a:rPr sz="1700" spc="-5" dirty="0">
                <a:latin typeface="Times New Roman"/>
                <a:cs typeface="Times New Roman"/>
              </a:rPr>
              <a:t>rmo</a:t>
            </a:r>
            <a:r>
              <a:rPr sz="1700" dirty="0">
                <a:latin typeface="Times New Roman"/>
                <a:cs typeface="Times New Roman"/>
              </a:rPr>
              <a:t>r</a:t>
            </a:r>
            <a:r>
              <a:rPr sz="1700" spc="-7" dirty="0">
                <a:latin typeface="Times New Roman"/>
                <a:cs typeface="Times New Roman"/>
              </a:rPr>
              <a:t>e</a:t>
            </a:r>
            <a:r>
              <a:rPr sz="1700" dirty="0">
                <a:latin typeface="Times New Roman"/>
                <a:cs typeface="Times New Roman"/>
              </a:rPr>
              <a:t>,</a:t>
            </a:r>
            <a:r>
              <a:rPr sz="1700" spc="26" dirty="0">
                <a:latin typeface="Times New Roman"/>
                <a:cs typeface="Times New Roman"/>
              </a:rPr>
              <a:t> </a:t>
            </a:r>
            <a:r>
              <a:rPr sz="1700" spc="-2" dirty="0">
                <a:latin typeface="Times New Roman"/>
                <a:cs typeface="Times New Roman"/>
              </a:rPr>
              <a:t>it</a:t>
            </a:r>
            <a:r>
              <a:rPr sz="1700" spc="29" dirty="0">
                <a:latin typeface="Times New Roman"/>
                <a:cs typeface="Times New Roman"/>
              </a:rPr>
              <a:t> </a:t>
            </a:r>
            <a:r>
              <a:rPr sz="1700" spc="-5" dirty="0">
                <a:latin typeface="Times New Roman"/>
                <a:cs typeface="Times New Roman"/>
              </a:rPr>
              <a:t>me</a:t>
            </a:r>
            <a:r>
              <a:rPr sz="1700" spc="-10" dirty="0">
                <a:latin typeface="Times New Roman"/>
                <a:cs typeface="Times New Roman"/>
              </a:rPr>
              <a:t>a</a:t>
            </a:r>
            <a:r>
              <a:rPr sz="1700" dirty="0">
                <a:latin typeface="Times New Roman"/>
                <a:cs typeface="Times New Roman"/>
              </a:rPr>
              <a:t>ns </a:t>
            </a:r>
            <a:r>
              <a:rPr sz="1700" spc="-2" dirty="0">
                <a:latin typeface="Times New Roman"/>
                <a:cs typeface="Times New Roman"/>
              </a:rPr>
              <a:t>that</a:t>
            </a:r>
            <a:r>
              <a:rPr sz="1700" spc="43" dirty="0">
                <a:latin typeface="Times New Roman"/>
                <a:cs typeface="Times New Roman"/>
              </a:rPr>
              <a:t> </a:t>
            </a:r>
            <a:r>
              <a:rPr sz="1700" spc="-2" dirty="0">
                <a:latin typeface="Times New Roman"/>
                <a:cs typeface="Times New Roman"/>
              </a:rPr>
              <a:t>inconsist</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c</a:t>
            </a:r>
            <a:r>
              <a:rPr sz="1700" dirty="0">
                <a:latin typeface="Times New Roman"/>
                <a:cs typeface="Times New Roman"/>
              </a:rPr>
              <a:t>y</a:t>
            </a:r>
            <a:r>
              <a:rPr sz="1700" spc="43" dirty="0">
                <a:latin typeface="Times New Roman"/>
                <a:cs typeface="Times New Roman"/>
              </a:rPr>
              <a:t> </a:t>
            </a:r>
            <a:r>
              <a:rPr sz="1700" spc="-2" dirty="0">
                <a:latin typeface="Times New Roman"/>
                <a:cs typeface="Times New Roman"/>
              </a:rPr>
              <a:t>in</a:t>
            </a:r>
            <a:r>
              <a:rPr sz="1700" spc="46"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spc="43"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nsfer</a:t>
            </a:r>
            <a:r>
              <a:rPr sz="1700" spc="43" dirty="0">
                <a:latin typeface="Times New Roman"/>
                <a:cs typeface="Times New Roman"/>
              </a:rPr>
              <a:t> </a:t>
            </a:r>
            <a:r>
              <a:rPr sz="1700" spc="-5" dirty="0">
                <a:latin typeface="Times New Roman"/>
                <a:cs typeface="Times New Roman"/>
              </a:rPr>
              <a:t>do</a:t>
            </a:r>
            <a:r>
              <a:rPr sz="1700" spc="-7" dirty="0">
                <a:latin typeface="Times New Roman"/>
                <a:cs typeface="Times New Roman"/>
              </a:rPr>
              <a:t>e</a:t>
            </a:r>
            <a:r>
              <a:rPr sz="1700" dirty="0">
                <a:latin typeface="Times New Roman"/>
                <a:cs typeface="Times New Roman"/>
              </a:rPr>
              <a:t>s</a:t>
            </a:r>
            <a:r>
              <a:rPr sz="1700" spc="46" dirty="0">
                <a:latin typeface="Times New Roman"/>
                <a:cs typeface="Times New Roman"/>
              </a:rPr>
              <a:t> </a:t>
            </a:r>
            <a:r>
              <a:rPr sz="1700" spc="-5" dirty="0">
                <a:latin typeface="Times New Roman"/>
                <a:cs typeface="Times New Roman"/>
              </a:rPr>
              <a:t>not</a:t>
            </a:r>
            <a:r>
              <a:rPr sz="1700" spc="46" dirty="0">
                <a:latin typeface="Times New Roman"/>
                <a:cs typeface="Times New Roman"/>
              </a:rPr>
              <a:t> </a:t>
            </a:r>
            <a:r>
              <a:rPr sz="1700" spc="2" dirty="0">
                <a:latin typeface="Times New Roman"/>
                <a:cs typeface="Times New Roman"/>
              </a:rPr>
              <a:t>r</a:t>
            </a:r>
            <a:r>
              <a:rPr sz="1700" spc="-5" dirty="0">
                <a:latin typeface="Times New Roman"/>
                <a:cs typeface="Times New Roman"/>
              </a:rPr>
              <a:t>esul</a:t>
            </a:r>
            <a:r>
              <a:rPr sz="1700" spc="-2" dirty="0">
                <a:latin typeface="Times New Roman"/>
                <a:cs typeface="Times New Roman"/>
              </a:rPr>
              <a:t>t</a:t>
            </a:r>
            <a:r>
              <a:rPr sz="1700" spc="48" dirty="0">
                <a:latin typeface="Times New Roman"/>
                <a:cs typeface="Times New Roman"/>
              </a:rPr>
              <a:t> </a:t>
            </a:r>
            <a:r>
              <a:rPr sz="1700" spc="-2" dirty="0">
                <a:latin typeface="Times New Roman"/>
                <a:cs typeface="Times New Roman"/>
              </a:rPr>
              <a:t>in</a:t>
            </a:r>
            <a:r>
              <a:rPr sz="1700" spc="46" dirty="0">
                <a:latin typeface="Times New Roman"/>
                <a:cs typeface="Times New Roman"/>
              </a:rPr>
              <a:t> </a:t>
            </a:r>
            <a:r>
              <a:rPr sz="1700" spc="-5" dirty="0">
                <a:latin typeface="Times New Roman"/>
                <a:cs typeface="Times New Roman"/>
              </a:rPr>
              <a:t>a</a:t>
            </a:r>
            <a:r>
              <a:rPr sz="1700" spc="43" dirty="0">
                <a:latin typeface="Times New Roman"/>
                <a:cs typeface="Times New Roman"/>
              </a:rPr>
              <a:t> </a:t>
            </a:r>
            <a:r>
              <a:rPr sz="1700" spc="-5" dirty="0">
                <a:latin typeface="Times New Roman"/>
                <a:cs typeface="Times New Roman"/>
              </a:rPr>
              <a:t>big</a:t>
            </a:r>
            <a:r>
              <a:rPr sz="1700" spc="46" dirty="0">
                <a:latin typeface="Times New Roman"/>
                <a:cs typeface="Times New Roman"/>
              </a:rPr>
              <a:t> </a:t>
            </a:r>
            <a:r>
              <a:rPr sz="1700" spc="-7" dirty="0">
                <a:latin typeface="Times New Roman"/>
                <a:cs typeface="Times New Roman"/>
              </a:rPr>
              <a:t>c</a:t>
            </a:r>
            <a:r>
              <a:rPr sz="1700" spc="-2" dirty="0">
                <a:latin typeface="Times New Roman"/>
                <a:cs typeface="Times New Roman"/>
              </a:rPr>
              <a:t>risis</a:t>
            </a:r>
            <a:r>
              <a:rPr sz="1700" spc="46" dirty="0">
                <a:latin typeface="Times New Roman"/>
                <a:cs typeface="Times New Roman"/>
              </a:rPr>
              <a:t> </a:t>
            </a:r>
            <a:r>
              <a:rPr sz="1700" spc="-5" dirty="0">
                <a:latin typeface="Times New Roman"/>
                <a:cs typeface="Times New Roman"/>
              </a:rPr>
              <a:t>since</a:t>
            </a:r>
            <a:r>
              <a:rPr sz="1700" spc="43" dirty="0">
                <a:latin typeface="Times New Roman"/>
                <a:cs typeface="Times New Roman"/>
              </a:rPr>
              <a:t> </a:t>
            </a:r>
            <a:r>
              <a:rPr sz="1700" spc="-2" dirty="0">
                <a:latin typeface="Times New Roman"/>
                <a:cs typeface="Times New Roman"/>
              </a:rPr>
              <a:t>the</a:t>
            </a:r>
            <a:r>
              <a:rPr sz="1700" spc="48" dirty="0">
                <a:latin typeface="Times New Roman"/>
                <a:cs typeface="Times New Roman"/>
              </a:rPr>
              <a:t> </a:t>
            </a:r>
            <a:r>
              <a:rPr sz="1700" spc="-5" dirty="0">
                <a:latin typeface="Times New Roman"/>
                <a:cs typeface="Times New Roman"/>
              </a:rPr>
              <a:t>d</a:t>
            </a:r>
            <a:r>
              <a:rPr sz="1700" spc="-7" dirty="0">
                <a:latin typeface="Times New Roman"/>
                <a:cs typeface="Times New Roman"/>
              </a:rPr>
              <a:t>e</a:t>
            </a:r>
            <a:r>
              <a:rPr sz="1700" spc="-2" dirty="0">
                <a:latin typeface="Times New Roman"/>
                <a:cs typeface="Times New Roman"/>
              </a:rPr>
              <a:t>vice</a:t>
            </a:r>
            <a:r>
              <a:rPr sz="1700" spc="41" dirty="0">
                <a:latin typeface="Times New Roman"/>
                <a:cs typeface="Times New Roman"/>
              </a:rPr>
              <a:t> </a:t>
            </a:r>
            <a:r>
              <a:rPr sz="1700" spc="-2" dirty="0">
                <a:latin typeface="Times New Roman"/>
                <a:cs typeface="Times New Roman"/>
              </a:rPr>
              <a:t>c</a:t>
            </a:r>
            <a:r>
              <a:rPr sz="1700" spc="-7" dirty="0">
                <a:latin typeface="Times New Roman"/>
                <a:cs typeface="Times New Roman"/>
              </a:rPr>
              <a:t>a</a:t>
            </a:r>
            <a:r>
              <a:rPr sz="1700" dirty="0">
                <a:latin typeface="Times New Roman"/>
                <a:cs typeface="Times New Roman"/>
              </a:rPr>
              <a:t>n </a:t>
            </a:r>
            <a:r>
              <a:rPr sz="1700" spc="-5" dirty="0">
                <a:latin typeface="Times New Roman"/>
                <a:cs typeface="Times New Roman"/>
              </a:rPr>
              <a:t>k</a:t>
            </a:r>
            <a:r>
              <a:rPr sz="1700" spc="-7" dirty="0">
                <a:latin typeface="Times New Roman"/>
                <a:cs typeface="Times New Roman"/>
              </a:rPr>
              <a:t>ee</a:t>
            </a:r>
            <a:r>
              <a:rPr sz="1700" dirty="0">
                <a:latin typeface="Times New Roman"/>
                <a:cs typeface="Times New Roman"/>
              </a:rPr>
              <a:t>p </a:t>
            </a:r>
            <a:r>
              <a:rPr sz="1700" spc="5" dirty="0">
                <a:latin typeface="Times New Roman"/>
                <a:cs typeface="Times New Roman"/>
              </a:rPr>
              <a:t> </a:t>
            </a:r>
            <a:r>
              <a:rPr sz="1700" dirty="0">
                <a:latin typeface="Times New Roman"/>
                <a:cs typeface="Times New Roman"/>
              </a:rPr>
              <a:t>up </a:t>
            </a:r>
            <a:r>
              <a:rPr sz="1700" spc="5" dirty="0">
                <a:latin typeface="Times New Roman"/>
                <a:cs typeface="Times New Roman"/>
              </a:rPr>
              <a:t> </a:t>
            </a:r>
            <a:r>
              <a:rPr sz="1700" spc="-7" dirty="0">
                <a:latin typeface="Times New Roman"/>
                <a:cs typeface="Times New Roman"/>
              </a:rPr>
              <a:t>wit</a:t>
            </a:r>
            <a:r>
              <a:rPr sz="1700" spc="-5" dirty="0">
                <a:latin typeface="Times New Roman"/>
                <a:cs typeface="Times New Roman"/>
              </a:rPr>
              <a:t>h</a:t>
            </a:r>
            <a:r>
              <a:rPr sz="1700" dirty="0">
                <a:latin typeface="Times New Roman"/>
                <a:cs typeface="Times New Roman"/>
              </a:rPr>
              <a:t> </a:t>
            </a:r>
            <a:r>
              <a:rPr sz="1700" spc="5" dirty="0">
                <a:latin typeface="Times New Roman"/>
                <a:cs typeface="Times New Roman"/>
              </a:rPr>
              <a:t> </a:t>
            </a:r>
            <a:r>
              <a:rPr sz="1700" spc="-2" dirty="0">
                <a:latin typeface="Times New Roman"/>
                <a:cs typeface="Times New Roman"/>
              </a:rPr>
              <a:t>the</a:t>
            </a:r>
            <a:r>
              <a:rPr sz="1700" dirty="0">
                <a:latin typeface="Times New Roman"/>
                <a:cs typeface="Times New Roman"/>
              </a:rPr>
              <a:t> </a:t>
            </a:r>
            <a:r>
              <a:rPr sz="1700" spc="7"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10" dirty="0">
                <a:latin typeface="Times New Roman"/>
                <a:cs typeface="Times New Roman"/>
              </a:rPr>
              <a:t> </a:t>
            </a:r>
            <a:r>
              <a:rPr sz="1700" spc="-5" dirty="0">
                <a:latin typeface="Times New Roman"/>
                <a:cs typeface="Times New Roman"/>
              </a:rPr>
              <a:t>stre</a:t>
            </a:r>
            <a:r>
              <a:rPr sz="1700" spc="-7" dirty="0">
                <a:latin typeface="Times New Roman"/>
                <a:cs typeface="Times New Roman"/>
              </a:rPr>
              <a:t>a</a:t>
            </a:r>
            <a:r>
              <a:rPr sz="1700" spc="-5" dirty="0">
                <a:latin typeface="Times New Roman"/>
                <a:cs typeface="Times New Roman"/>
              </a:rPr>
              <a:t>m.</a:t>
            </a:r>
            <a:r>
              <a:rPr sz="1700" dirty="0">
                <a:latin typeface="Times New Roman"/>
                <a:cs typeface="Times New Roman"/>
              </a:rPr>
              <a:t> </a:t>
            </a:r>
            <a:r>
              <a:rPr sz="1700" spc="12" dirty="0">
                <a:latin typeface="Times New Roman"/>
                <a:cs typeface="Times New Roman"/>
              </a:rPr>
              <a:t> </a:t>
            </a:r>
            <a:r>
              <a:rPr sz="1700" spc="-10" dirty="0">
                <a:latin typeface="Times New Roman"/>
                <a:cs typeface="Times New Roman"/>
              </a:rPr>
              <a:t>I</a:t>
            </a:r>
            <a:r>
              <a:rPr sz="1700" spc="-2" dirty="0">
                <a:latin typeface="Times New Roman"/>
                <a:cs typeface="Times New Roman"/>
              </a:rPr>
              <a:t>t</a:t>
            </a:r>
            <a:r>
              <a:rPr sz="1700" dirty="0">
                <a:latin typeface="Times New Roman"/>
                <a:cs typeface="Times New Roman"/>
              </a:rPr>
              <a:t> </a:t>
            </a:r>
            <a:r>
              <a:rPr sz="1700" spc="5"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dirty="0">
                <a:latin typeface="Times New Roman"/>
                <a:cs typeface="Times New Roman"/>
              </a:rPr>
              <a:t> </a:t>
            </a:r>
            <a:r>
              <a:rPr sz="1700" spc="5" dirty="0">
                <a:latin typeface="Times New Roman"/>
                <a:cs typeface="Times New Roman"/>
              </a:rPr>
              <a:t> </a:t>
            </a:r>
            <a:r>
              <a:rPr sz="1700" dirty="0">
                <a:latin typeface="Times New Roman"/>
                <a:cs typeface="Times New Roman"/>
              </a:rPr>
              <a:t>m</a:t>
            </a:r>
            <a:r>
              <a:rPr sz="1700" spc="-7" dirty="0">
                <a:latin typeface="Times New Roman"/>
                <a:cs typeface="Times New Roman"/>
              </a:rPr>
              <a:t>a</a:t>
            </a:r>
            <a:r>
              <a:rPr sz="1700" spc="-5" dirty="0">
                <a:latin typeface="Times New Roman"/>
                <a:cs typeface="Times New Roman"/>
              </a:rPr>
              <a:t>k</a:t>
            </a:r>
            <a:r>
              <a:rPr sz="1700" spc="-7" dirty="0">
                <a:latin typeface="Times New Roman"/>
                <a:cs typeface="Times New Roman"/>
              </a:rPr>
              <a:t>e</a:t>
            </a:r>
            <a:r>
              <a:rPr sz="1700" dirty="0">
                <a:latin typeface="Times New Roman"/>
                <a:cs typeface="Times New Roman"/>
              </a:rPr>
              <a:t>s </a:t>
            </a:r>
            <a:r>
              <a:rPr sz="1700" spc="10" dirty="0">
                <a:latin typeface="Times New Roman"/>
                <a:cs typeface="Times New Roman"/>
              </a:rPr>
              <a:t> </a:t>
            </a:r>
            <a:r>
              <a:rPr sz="1700" spc="-2" dirty="0">
                <a:latin typeface="Times New Roman"/>
                <a:cs typeface="Times New Roman"/>
              </a:rPr>
              <a:t>async</a:t>
            </a:r>
            <a:r>
              <a:rPr sz="1700" dirty="0">
                <a:latin typeface="Times New Roman"/>
                <a:cs typeface="Times New Roman"/>
              </a:rPr>
              <a:t>hron</a:t>
            </a:r>
            <a:r>
              <a:rPr sz="1700" spc="-2" dirty="0">
                <a:latin typeface="Times New Roman"/>
                <a:cs typeface="Times New Roman"/>
              </a:rPr>
              <a:t>o</a:t>
            </a:r>
            <a:r>
              <a:rPr sz="1700" dirty="0">
                <a:latin typeface="Times New Roman"/>
                <a:cs typeface="Times New Roman"/>
              </a:rPr>
              <a:t>us </a:t>
            </a:r>
            <a:r>
              <a:rPr sz="1700" spc="5" dirty="0">
                <a:latin typeface="Times New Roman"/>
                <a:cs typeface="Times New Roman"/>
              </a:rPr>
              <a:t> </a:t>
            </a:r>
            <a:r>
              <a:rPr sz="1700" spc="-2" dirty="0">
                <a:latin typeface="Times New Roman"/>
                <a:cs typeface="Times New Roman"/>
              </a:rPr>
              <a:t>tr</a:t>
            </a:r>
            <a:r>
              <a:rPr sz="1700" spc="-10" dirty="0">
                <a:latin typeface="Times New Roman"/>
                <a:cs typeface="Times New Roman"/>
              </a:rPr>
              <a:t>a</a:t>
            </a:r>
            <a:r>
              <a:rPr sz="1700" dirty="0">
                <a:latin typeface="Times New Roman"/>
                <a:cs typeface="Times New Roman"/>
              </a:rPr>
              <a:t>ns</a:t>
            </a:r>
            <a:r>
              <a:rPr sz="1700" spc="2" dirty="0">
                <a:latin typeface="Times New Roman"/>
                <a:cs typeface="Times New Roman"/>
              </a:rPr>
              <a:t>f</a:t>
            </a:r>
            <a:r>
              <a:rPr sz="1700" spc="-7" dirty="0">
                <a:latin typeface="Times New Roman"/>
                <a:cs typeface="Times New Roman"/>
              </a:rPr>
              <a:t>e</a:t>
            </a:r>
            <a:r>
              <a:rPr sz="1700" dirty="0">
                <a:latin typeface="Times New Roman"/>
                <a:cs typeface="Times New Roman"/>
              </a:rPr>
              <a:t>rs </a:t>
            </a:r>
            <a:r>
              <a:rPr sz="1700" spc="2" dirty="0">
                <a:latin typeface="Times New Roman"/>
                <a:cs typeface="Times New Roman"/>
              </a:rPr>
              <a:t> </a:t>
            </a:r>
            <a:r>
              <a:rPr sz="1700" spc="5" dirty="0">
                <a:latin typeface="Times New Roman"/>
                <a:cs typeface="Times New Roman"/>
              </a:rPr>
              <a:t>s</a:t>
            </a:r>
            <a:r>
              <a:rPr sz="1700" spc="-2" dirty="0">
                <a:latin typeface="Times New Roman"/>
                <a:cs typeface="Times New Roman"/>
              </a:rPr>
              <a:t>uit</a:t>
            </a:r>
            <a:r>
              <a:rPr sz="1700" spc="-7" dirty="0">
                <a:latin typeface="Times New Roman"/>
                <a:cs typeface="Times New Roman"/>
              </a:rPr>
              <a:t>a</a:t>
            </a:r>
            <a:r>
              <a:rPr sz="1700" spc="-2" dirty="0">
                <a:latin typeface="Times New Roman"/>
                <a:cs typeface="Times New Roman"/>
              </a:rPr>
              <a:t>ble</a:t>
            </a:r>
            <a:r>
              <a:rPr sz="1700" dirty="0">
                <a:latin typeface="Times New Roman"/>
                <a:cs typeface="Times New Roman"/>
              </a:rPr>
              <a:t> </a:t>
            </a:r>
            <a:r>
              <a:rPr sz="1700" spc="2" dirty="0">
                <a:latin typeface="Times New Roman"/>
                <a:cs typeface="Times New Roman"/>
              </a:rPr>
              <a:t> </a:t>
            </a:r>
            <a:r>
              <a:rPr sz="1700" dirty="0">
                <a:latin typeface="Times New Roman"/>
                <a:cs typeface="Times New Roman"/>
              </a:rPr>
              <a:t>for </a:t>
            </a:r>
            <a:r>
              <a:rPr sz="1700" spc="-7" dirty="0">
                <a:latin typeface="Times New Roman"/>
                <a:cs typeface="Times New Roman"/>
              </a:rPr>
              <a:t>a</a:t>
            </a:r>
            <a:r>
              <a:rPr sz="1700" spc="-2" dirty="0">
                <a:latin typeface="Times New Roman"/>
                <a:cs typeface="Times New Roman"/>
              </a:rPr>
              <a:t>ppli</a:t>
            </a:r>
            <a:r>
              <a:rPr sz="1700" spc="-7" dirty="0">
                <a:latin typeface="Times New Roman"/>
                <a:cs typeface="Times New Roman"/>
              </a:rPr>
              <a:t>ca</a:t>
            </a:r>
            <a:r>
              <a:rPr sz="1700" spc="-2" dirty="0">
                <a:latin typeface="Times New Roman"/>
                <a:cs typeface="Times New Roman"/>
              </a:rPr>
              <a:t>ti</a:t>
            </a:r>
            <a:r>
              <a:rPr sz="1700" dirty="0">
                <a:latin typeface="Times New Roman"/>
                <a:cs typeface="Times New Roman"/>
              </a:rPr>
              <a:t>ons</a:t>
            </a:r>
            <a:r>
              <a:rPr sz="1700" spc="-2" dirty="0">
                <a:latin typeface="Times New Roman"/>
                <a:cs typeface="Times New Roman"/>
              </a:rPr>
              <a:t> wh</a:t>
            </a:r>
            <a:r>
              <a:rPr sz="1700" spc="-5" dirty="0">
                <a:latin typeface="Times New Roman"/>
                <a:cs typeface="Times New Roman"/>
              </a:rPr>
              <a:t>e</a:t>
            </a:r>
            <a:r>
              <a:rPr sz="1700" spc="2" dirty="0">
                <a:latin typeface="Times New Roman"/>
                <a:cs typeface="Times New Roman"/>
              </a:rPr>
              <a:t>r</a:t>
            </a:r>
            <a:r>
              <a:rPr sz="1700" spc="-5" dirty="0">
                <a:latin typeface="Times New Roman"/>
                <a:cs typeface="Times New Roman"/>
              </a:rPr>
              <a:t>e</a:t>
            </a:r>
            <a:r>
              <a:rPr sz="1700" spc="-2" dirty="0">
                <a:latin typeface="Times New Roman"/>
                <a:cs typeface="Times New Roman"/>
              </a:rPr>
              <a:t> </a:t>
            </a:r>
            <a:r>
              <a:rPr sz="1700" spc="-7" dirty="0">
                <a:latin typeface="Times New Roman"/>
                <a:cs typeface="Times New Roman"/>
              </a:rPr>
              <a:t>c</a:t>
            </a:r>
            <a:r>
              <a:rPr sz="1700" spc="-5" dirty="0">
                <a:latin typeface="Times New Roman"/>
                <a:cs typeface="Times New Roman"/>
              </a:rPr>
              <a:t>h</a:t>
            </a:r>
            <a:r>
              <a:rPr sz="1700" spc="-2" dirty="0">
                <a:latin typeface="Times New Roman"/>
                <a:cs typeface="Times New Roman"/>
              </a:rPr>
              <a:t>ara</a:t>
            </a:r>
            <a:r>
              <a:rPr sz="1700" spc="-7" dirty="0">
                <a:latin typeface="Times New Roman"/>
                <a:cs typeface="Times New Roman"/>
              </a:rPr>
              <a:t>c</a:t>
            </a:r>
            <a:r>
              <a:rPr sz="1700" spc="-2" dirty="0">
                <a:latin typeface="Times New Roman"/>
                <a:cs typeface="Times New Roman"/>
              </a:rPr>
              <a:t>ter</a:t>
            </a:r>
            <a:r>
              <a:rPr sz="1700" spc="-5" dirty="0">
                <a:latin typeface="Times New Roman"/>
                <a:cs typeface="Times New Roman"/>
              </a:rPr>
              <a:t> 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2" dirty="0">
                <a:latin typeface="Times New Roman"/>
                <a:cs typeface="Times New Roman"/>
              </a:rPr>
              <a:t>is </a:t>
            </a:r>
            <a:r>
              <a:rPr sz="1700" spc="5" dirty="0">
                <a:latin typeface="Times New Roman"/>
                <a:cs typeface="Times New Roman"/>
              </a:rPr>
              <a:t>g</a:t>
            </a:r>
            <a:r>
              <a:rPr sz="1700" spc="-7" dirty="0">
                <a:latin typeface="Times New Roman"/>
                <a:cs typeface="Times New Roman"/>
              </a:rPr>
              <a:t>e</a:t>
            </a:r>
            <a:r>
              <a:rPr sz="1700" spc="-5" dirty="0">
                <a:latin typeface="Times New Roman"/>
                <a:cs typeface="Times New Roman"/>
              </a:rPr>
              <a:t>n</a:t>
            </a:r>
            <a:r>
              <a:rPr sz="1700" spc="-7" dirty="0">
                <a:latin typeface="Times New Roman"/>
                <a:cs typeface="Times New Roman"/>
              </a:rPr>
              <a:t>e</a:t>
            </a:r>
            <a:r>
              <a:rPr sz="1700" spc="2" dirty="0">
                <a:latin typeface="Times New Roman"/>
                <a:cs typeface="Times New Roman"/>
              </a:rPr>
              <a:t>r</a:t>
            </a:r>
            <a:r>
              <a:rPr sz="1700" spc="-7" dirty="0">
                <a:latin typeface="Times New Roman"/>
                <a:cs typeface="Times New Roman"/>
              </a:rPr>
              <a:t>a</a:t>
            </a:r>
            <a:r>
              <a:rPr sz="1700" spc="-2" dirty="0">
                <a:latin typeface="Times New Roman"/>
                <a:cs typeface="Times New Roman"/>
              </a:rPr>
              <a:t>ted i</a:t>
            </a:r>
            <a:r>
              <a:rPr sz="1700" spc="-5" dirty="0">
                <a:latin typeface="Times New Roman"/>
                <a:cs typeface="Times New Roman"/>
              </a:rPr>
              <a:t>r</a:t>
            </a:r>
            <a:r>
              <a:rPr sz="1700" spc="2" dirty="0">
                <a:latin typeface="Times New Roman"/>
                <a:cs typeface="Times New Roman"/>
              </a:rPr>
              <a:t>r</a:t>
            </a:r>
            <a:r>
              <a:rPr sz="1700" spc="-2" dirty="0">
                <a:latin typeface="Times New Roman"/>
                <a:cs typeface="Times New Roman"/>
              </a:rPr>
              <a:t>e</a:t>
            </a:r>
            <a:r>
              <a:rPr sz="1700" spc="-5" dirty="0">
                <a:latin typeface="Times New Roman"/>
                <a:cs typeface="Times New Roman"/>
              </a:rPr>
              <a:t>gula</a:t>
            </a:r>
            <a:r>
              <a:rPr sz="1700" spc="-7" dirty="0">
                <a:latin typeface="Times New Roman"/>
                <a:cs typeface="Times New Roman"/>
              </a:rPr>
              <a:t>r</a:t>
            </a:r>
            <a:r>
              <a:rPr sz="1700" spc="-2" dirty="0">
                <a:latin typeface="Times New Roman"/>
                <a:cs typeface="Times New Roman"/>
              </a:rPr>
              <a:t>ly.</a:t>
            </a:r>
            <a:endParaRPr sz="1700" dirty="0">
              <a:latin typeface="Times New Roman"/>
              <a:cs typeface="Times New Roman"/>
            </a:endParaRPr>
          </a:p>
        </p:txBody>
      </p:sp>
    </p:spTree>
    <p:extLst>
      <p:ext uri="{BB962C8B-B14F-4D97-AF65-F5344CB8AC3E}">
        <p14:creationId xmlns:p14="http://schemas.microsoft.com/office/powerpoint/2010/main" val="285154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4635C-FB24-29F1-9CBE-F7D643761F6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C7C1162-5430-6F06-DE1D-A69293447F70}"/>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EF6A642B-5DFF-9650-33D0-1C776BF8CA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604058D7-4492-A32A-6492-28199EB557D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9251DB2B-4164-B121-B896-C7E8F43F283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object 3">
            <a:extLst>
              <a:ext uri="{FF2B5EF4-FFF2-40B4-BE49-F238E27FC236}">
                <a16:creationId xmlns:a16="http://schemas.microsoft.com/office/drawing/2014/main" id="{65328FC5-853D-D721-EC94-A98E50011BF4}"/>
              </a:ext>
            </a:extLst>
          </p:cNvPr>
          <p:cNvSpPr txBox="1"/>
          <p:nvPr/>
        </p:nvSpPr>
        <p:spPr>
          <a:xfrm>
            <a:off x="990600" y="654414"/>
            <a:ext cx="7086600" cy="3134191"/>
          </a:xfrm>
          <a:prstGeom prst="rect">
            <a:avLst/>
          </a:prstGeom>
        </p:spPr>
        <p:txBody>
          <a:bodyPr vert="horz" wrap="square" lIns="0" tIns="0" rIns="0" bIns="0" rtlCol="0">
            <a:spAutoFit/>
          </a:bodyPr>
          <a:lstStyle/>
          <a:p>
            <a:pPr marL="6109">
              <a:spcBef>
                <a:spcPts val="339"/>
              </a:spcBef>
            </a:pPr>
            <a:r>
              <a:rPr sz="1700" b="1" spc="-2" dirty="0">
                <a:latin typeface="Times New Roman"/>
                <a:cs typeface="Times New Roman"/>
              </a:rPr>
              <a:t>Disa</a:t>
            </a:r>
            <a:r>
              <a:rPr sz="1700" b="1" spc="2" dirty="0">
                <a:latin typeface="Times New Roman"/>
                <a:cs typeface="Times New Roman"/>
              </a:rPr>
              <a:t>d</a:t>
            </a:r>
            <a:r>
              <a:rPr sz="1700" b="1" dirty="0">
                <a:latin typeface="Times New Roman"/>
                <a:cs typeface="Times New Roman"/>
              </a:rPr>
              <a:t>van</a:t>
            </a:r>
            <a:r>
              <a:rPr sz="1700" b="1" spc="-5" dirty="0">
                <a:latin typeface="Times New Roman"/>
                <a:cs typeface="Times New Roman"/>
              </a:rPr>
              <a:t>tag</a:t>
            </a:r>
            <a:r>
              <a:rPr sz="1700" b="1" spc="-10" dirty="0">
                <a:latin typeface="Times New Roman"/>
                <a:cs typeface="Times New Roman"/>
              </a:rPr>
              <a:t>e</a:t>
            </a:r>
            <a:r>
              <a:rPr sz="1700" b="1" dirty="0">
                <a:latin typeface="Times New Roman"/>
                <a:cs typeface="Times New Roman"/>
              </a:rPr>
              <a:t>s</a:t>
            </a:r>
            <a:r>
              <a:rPr sz="1700" b="1" spc="-2" dirty="0">
                <a:latin typeface="Times New Roman"/>
                <a:cs typeface="Times New Roman"/>
              </a:rPr>
              <a:t> </a:t>
            </a:r>
            <a:r>
              <a:rPr sz="1700" b="1" dirty="0">
                <a:latin typeface="Times New Roman"/>
                <a:cs typeface="Times New Roman"/>
              </a:rPr>
              <a:t>of </a:t>
            </a:r>
            <a:r>
              <a:rPr sz="1700" b="1" spc="-2" dirty="0">
                <a:latin typeface="Times New Roman"/>
                <a:cs typeface="Times New Roman"/>
              </a:rPr>
              <a:t>Asy</a:t>
            </a:r>
            <a:r>
              <a:rPr sz="1700" b="1" dirty="0">
                <a:latin typeface="Times New Roman"/>
                <a:cs typeface="Times New Roman"/>
              </a:rPr>
              <a:t>n</a:t>
            </a:r>
            <a:r>
              <a:rPr sz="1700" b="1" spc="-7" dirty="0">
                <a:latin typeface="Times New Roman"/>
                <a:cs typeface="Times New Roman"/>
              </a:rPr>
              <a:t>c</a:t>
            </a:r>
            <a:r>
              <a:rPr sz="1700" b="1" dirty="0">
                <a:latin typeface="Times New Roman"/>
                <a:cs typeface="Times New Roman"/>
              </a:rPr>
              <a:t>h</a:t>
            </a:r>
            <a:r>
              <a:rPr sz="1700" b="1" spc="-7" dirty="0">
                <a:latin typeface="Times New Roman"/>
                <a:cs typeface="Times New Roman"/>
              </a:rPr>
              <a:t>r</a:t>
            </a:r>
            <a:r>
              <a:rPr sz="1700" b="1" dirty="0">
                <a:latin typeface="Times New Roman"/>
                <a:cs typeface="Times New Roman"/>
              </a:rPr>
              <a:t>onous</a:t>
            </a:r>
            <a:r>
              <a:rPr sz="1700" b="1" spc="-2" dirty="0">
                <a:latin typeface="Times New Roman"/>
                <a:cs typeface="Times New Roman"/>
              </a:rPr>
              <a:t> Dat</a:t>
            </a:r>
            <a:r>
              <a:rPr sz="1700" b="1" dirty="0">
                <a:latin typeface="Times New Roman"/>
                <a:cs typeface="Times New Roman"/>
              </a:rPr>
              <a:t>a </a:t>
            </a:r>
            <a:r>
              <a:rPr sz="1700" b="1" spc="-5" dirty="0">
                <a:latin typeface="Times New Roman"/>
                <a:cs typeface="Times New Roman"/>
              </a:rPr>
              <a:t>T</a:t>
            </a:r>
            <a:r>
              <a:rPr sz="1700" b="1" spc="-7" dirty="0">
                <a:latin typeface="Times New Roman"/>
                <a:cs typeface="Times New Roman"/>
              </a:rPr>
              <a:t>r</a:t>
            </a:r>
            <a:r>
              <a:rPr sz="1700" b="1" dirty="0">
                <a:latin typeface="Times New Roman"/>
                <a:cs typeface="Times New Roman"/>
              </a:rPr>
              <a:t>an</a:t>
            </a:r>
            <a:r>
              <a:rPr sz="1700" b="1" spc="-2" dirty="0">
                <a:latin typeface="Times New Roman"/>
                <a:cs typeface="Times New Roman"/>
              </a:rPr>
              <a:t>sf</a:t>
            </a:r>
            <a:r>
              <a:rPr sz="1700" b="1" spc="-5" dirty="0">
                <a:latin typeface="Times New Roman"/>
                <a:cs typeface="Times New Roman"/>
              </a:rPr>
              <a:t>er</a:t>
            </a:r>
            <a:endParaRPr sz="1700" dirty="0">
              <a:latin typeface="Times New Roman"/>
              <a:cs typeface="Times New Roman"/>
            </a:endParaRPr>
          </a:p>
          <a:p>
            <a:pPr marL="6109" marR="3971">
              <a:spcBef>
                <a:spcPts val="404"/>
              </a:spcBef>
            </a:pPr>
            <a:r>
              <a:rPr sz="1700" spc="-5" dirty="0">
                <a:latin typeface="Times New Roman"/>
                <a:cs typeface="Times New Roman"/>
              </a:rPr>
              <a:t>Th</a:t>
            </a:r>
            <a:r>
              <a:rPr sz="1700" spc="-10" dirty="0">
                <a:latin typeface="Times New Roman"/>
                <a:cs typeface="Times New Roman"/>
              </a:rPr>
              <a:t>e</a:t>
            </a:r>
            <a:r>
              <a:rPr sz="1700" spc="-2" dirty="0">
                <a:latin typeface="Times New Roman"/>
                <a:cs typeface="Times New Roman"/>
              </a:rPr>
              <a:t>re</a:t>
            </a:r>
            <a:r>
              <a:rPr sz="1700" dirty="0">
                <a:latin typeface="Times New Roman"/>
                <a:cs typeface="Times New Roman"/>
              </a:rPr>
              <a:t> </a:t>
            </a:r>
            <a:r>
              <a:rPr sz="1700" spc="-12" dirty="0">
                <a:latin typeface="Times New Roman"/>
                <a:cs typeface="Times New Roman"/>
              </a:rPr>
              <a:t> </a:t>
            </a:r>
            <a:r>
              <a:rPr sz="1700" spc="-7" dirty="0">
                <a:latin typeface="Times New Roman"/>
                <a:cs typeface="Times New Roman"/>
              </a:rPr>
              <a:t>a</a:t>
            </a:r>
            <a:r>
              <a:rPr sz="1700" spc="-2" dirty="0">
                <a:latin typeface="Times New Roman"/>
                <a:cs typeface="Times New Roman"/>
              </a:rPr>
              <a:t>re</a:t>
            </a:r>
            <a:r>
              <a:rPr sz="1700" dirty="0">
                <a:latin typeface="Times New Roman"/>
                <a:cs typeface="Times New Roman"/>
              </a:rPr>
              <a:t> </a:t>
            </a:r>
            <a:r>
              <a:rPr sz="1700" spc="-12" dirty="0">
                <a:latin typeface="Times New Roman"/>
                <a:cs typeface="Times New Roman"/>
              </a:rPr>
              <a:t> </a:t>
            </a:r>
            <a:r>
              <a:rPr sz="1700" spc="-7" dirty="0">
                <a:latin typeface="Times New Roman"/>
                <a:cs typeface="Times New Roman"/>
              </a:rPr>
              <a:t>a</a:t>
            </a:r>
            <a:r>
              <a:rPr sz="1700" spc="-2" dirty="0">
                <a:latin typeface="Times New Roman"/>
                <a:cs typeface="Times New Roman"/>
              </a:rPr>
              <a:t>lso</a:t>
            </a:r>
            <a:r>
              <a:rPr sz="1700" dirty="0">
                <a:latin typeface="Times New Roman"/>
                <a:cs typeface="Times New Roman"/>
              </a:rPr>
              <a:t> </a:t>
            </a:r>
            <a:r>
              <a:rPr sz="1700" spc="-12" dirty="0">
                <a:latin typeface="Times New Roman"/>
                <a:cs typeface="Times New Roman"/>
              </a:rPr>
              <a:t> </a:t>
            </a:r>
            <a:r>
              <a:rPr sz="1700" spc="-7" dirty="0">
                <a:latin typeface="Times New Roman"/>
                <a:cs typeface="Times New Roman"/>
              </a:rPr>
              <a:t>som</a:t>
            </a:r>
            <a:r>
              <a:rPr sz="1700" spc="-5" dirty="0">
                <a:latin typeface="Times New Roman"/>
                <a:cs typeface="Times New Roman"/>
              </a:rPr>
              <a:t>e</a:t>
            </a:r>
            <a:r>
              <a:rPr sz="1700" dirty="0">
                <a:latin typeface="Times New Roman"/>
                <a:cs typeface="Times New Roman"/>
              </a:rPr>
              <a:t> </a:t>
            </a:r>
            <a:r>
              <a:rPr sz="1700" spc="-12" dirty="0">
                <a:latin typeface="Times New Roman"/>
                <a:cs typeface="Times New Roman"/>
              </a:rPr>
              <a:t> </a:t>
            </a:r>
            <a:r>
              <a:rPr sz="1700" spc="-5" dirty="0">
                <a:latin typeface="Times New Roman"/>
                <a:cs typeface="Times New Roman"/>
              </a:rPr>
              <a:t>d</a:t>
            </a:r>
            <a:r>
              <a:rPr sz="1700" dirty="0">
                <a:latin typeface="Times New Roman"/>
                <a:cs typeface="Times New Roman"/>
              </a:rPr>
              <a:t>i</a:t>
            </a:r>
            <a:r>
              <a:rPr sz="1700" spc="-2" dirty="0">
                <a:latin typeface="Times New Roman"/>
                <a:cs typeface="Times New Roman"/>
              </a:rPr>
              <a:t>sa</a:t>
            </a:r>
            <a:r>
              <a:rPr sz="1700" spc="-5" dirty="0">
                <a:latin typeface="Times New Roman"/>
                <a:cs typeface="Times New Roman"/>
              </a:rPr>
              <a:t>dv</a:t>
            </a:r>
            <a:r>
              <a:rPr sz="1700" spc="-7" dirty="0">
                <a:latin typeface="Times New Roman"/>
                <a:cs typeface="Times New Roman"/>
              </a:rPr>
              <a:t>a</a:t>
            </a:r>
            <a:r>
              <a:rPr sz="1700" spc="-5" dirty="0">
                <a:latin typeface="Times New Roman"/>
                <a:cs typeface="Times New Roman"/>
              </a:rPr>
              <a:t>ntag</a:t>
            </a:r>
            <a:r>
              <a:rPr sz="1700" spc="-10" dirty="0">
                <a:latin typeface="Times New Roman"/>
                <a:cs typeface="Times New Roman"/>
              </a:rPr>
              <a:t>e</a:t>
            </a:r>
            <a:r>
              <a:rPr sz="1700" dirty="0">
                <a:latin typeface="Times New Roman"/>
                <a:cs typeface="Times New Roman"/>
              </a:rPr>
              <a:t>s </a:t>
            </a:r>
            <a:r>
              <a:rPr sz="1700" spc="-12" dirty="0">
                <a:latin typeface="Times New Roman"/>
                <a:cs typeface="Times New Roman"/>
              </a:rPr>
              <a:t> </a:t>
            </a:r>
            <a:r>
              <a:rPr sz="1700" spc="5" dirty="0">
                <a:latin typeface="Times New Roman"/>
                <a:cs typeface="Times New Roman"/>
              </a:rPr>
              <a:t>o</a:t>
            </a:r>
            <a:r>
              <a:rPr sz="1700" dirty="0">
                <a:latin typeface="Times New Roman"/>
                <a:cs typeface="Times New Roman"/>
              </a:rPr>
              <a:t>f </a:t>
            </a:r>
            <a:r>
              <a:rPr sz="1700" spc="-14" dirty="0">
                <a:latin typeface="Times New Roman"/>
                <a:cs typeface="Times New Roman"/>
              </a:rPr>
              <a:t> </a:t>
            </a:r>
            <a:r>
              <a:rPr sz="1700" spc="-5" dirty="0">
                <a:latin typeface="Times New Roman"/>
                <a:cs typeface="Times New Roman"/>
              </a:rPr>
              <a:t>using</a:t>
            </a:r>
            <a:r>
              <a:rPr sz="1700" dirty="0">
                <a:latin typeface="Times New Roman"/>
                <a:cs typeface="Times New Roman"/>
              </a:rPr>
              <a:t> </a:t>
            </a:r>
            <a:r>
              <a:rPr sz="1700" spc="-12" dirty="0">
                <a:latin typeface="Times New Roman"/>
                <a:cs typeface="Times New Roman"/>
              </a:rPr>
              <a:t> </a:t>
            </a:r>
            <a:r>
              <a:rPr sz="1700" spc="-7" dirty="0">
                <a:latin typeface="Times New Roman"/>
                <a:cs typeface="Times New Roman"/>
              </a:rPr>
              <a:t>a</a:t>
            </a:r>
            <a:r>
              <a:rPr sz="1700" spc="5" dirty="0">
                <a:latin typeface="Times New Roman"/>
                <a:cs typeface="Times New Roman"/>
              </a:rPr>
              <a:t>s</a:t>
            </a:r>
            <a:r>
              <a:rPr sz="1700" spc="-5" dirty="0">
                <a:latin typeface="Times New Roman"/>
                <a:cs typeface="Times New Roman"/>
              </a:rPr>
              <a:t>yn</a:t>
            </a:r>
            <a:r>
              <a:rPr sz="1700" spc="-7" dirty="0">
                <a:latin typeface="Times New Roman"/>
                <a:cs typeface="Times New Roman"/>
              </a:rPr>
              <a:t>c</a:t>
            </a:r>
            <a:r>
              <a:rPr sz="1700" dirty="0">
                <a:latin typeface="Times New Roman"/>
                <a:cs typeface="Times New Roman"/>
              </a:rPr>
              <a:t>hron</a:t>
            </a:r>
            <a:r>
              <a:rPr sz="1700" spc="-2" dirty="0">
                <a:latin typeface="Times New Roman"/>
                <a:cs typeface="Times New Roman"/>
              </a:rPr>
              <a:t>o</a:t>
            </a:r>
            <a:r>
              <a:rPr sz="1700" dirty="0">
                <a:latin typeface="Times New Roman"/>
                <a:cs typeface="Times New Roman"/>
              </a:rPr>
              <a:t>us </a:t>
            </a:r>
            <a:r>
              <a:rPr sz="1700" spc="-12" dirty="0">
                <a:latin typeface="Times New Roman"/>
                <a:cs typeface="Times New Roman"/>
              </a:rPr>
              <a:t> </a:t>
            </a:r>
            <a:r>
              <a:rPr sz="1700" spc="-5" dirty="0">
                <a:latin typeface="Times New Roman"/>
                <a:cs typeface="Times New Roman"/>
              </a:rPr>
              <a:t>d</a:t>
            </a:r>
            <a:r>
              <a:rPr sz="1700" spc="-7" dirty="0">
                <a:latin typeface="Times New Roman"/>
                <a:cs typeface="Times New Roman"/>
              </a:rPr>
              <a:t>a</a:t>
            </a:r>
            <a:r>
              <a:rPr sz="1700" spc="-2" dirty="0">
                <a:latin typeface="Times New Roman"/>
                <a:cs typeface="Times New Roman"/>
              </a:rPr>
              <a:t>ta</a:t>
            </a:r>
            <a:r>
              <a:rPr sz="1700" dirty="0">
                <a:latin typeface="Times New Roman"/>
                <a:cs typeface="Times New Roman"/>
              </a:rPr>
              <a:t> </a:t>
            </a:r>
            <a:r>
              <a:rPr sz="1700" spc="-10" dirty="0">
                <a:latin typeface="Times New Roman"/>
                <a:cs typeface="Times New Roman"/>
              </a:rPr>
              <a:t> </a:t>
            </a:r>
            <a:r>
              <a:rPr sz="1700" dirty="0">
                <a:latin typeface="Times New Roman"/>
                <a:cs typeface="Times New Roman"/>
              </a:rPr>
              <a:t>for </a:t>
            </a:r>
            <a:r>
              <a:rPr sz="1700" spc="-17" dirty="0">
                <a:latin typeface="Times New Roman"/>
                <a:cs typeface="Times New Roman"/>
              </a:rPr>
              <a:t> </a:t>
            </a:r>
            <a:r>
              <a:rPr sz="1700" dirty="0">
                <a:latin typeface="Times New Roman"/>
                <a:cs typeface="Times New Roman"/>
              </a:rPr>
              <a:t>t</a:t>
            </a:r>
            <a:r>
              <a:rPr sz="1700" spc="-2" dirty="0">
                <a:latin typeface="Times New Roman"/>
                <a:cs typeface="Times New Roman"/>
              </a:rPr>
              <a:t>ra</a:t>
            </a:r>
            <a:r>
              <a:rPr sz="1700" dirty="0">
                <a:latin typeface="Times New Roman"/>
                <a:cs typeface="Times New Roman"/>
              </a:rPr>
              <a:t>nsf</a:t>
            </a:r>
            <a:r>
              <a:rPr sz="1700" spc="-5" dirty="0">
                <a:latin typeface="Times New Roman"/>
                <a:cs typeface="Times New Roman"/>
              </a:rPr>
              <a:t>e</a:t>
            </a:r>
            <a:r>
              <a:rPr sz="1700" dirty="0">
                <a:latin typeface="Times New Roman"/>
                <a:cs typeface="Times New Roman"/>
              </a:rPr>
              <a:t>r </a:t>
            </a:r>
            <a:r>
              <a:rPr sz="1700" spc="-14" dirty="0">
                <a:latin typeface="Times New Roman"/>
                <a:cs typeface="Times New Roman"/>
              </a:rPr>
              <a:t> </a:t>
            </a:r>
            <a:r>
              <a:rPr sz="1700" spc="-2" dirty="0">
                <a:latin typeface="Times New Roman"/>
                <a:cs typeface="Times New Roman"/>
              </a:rPr>
              <a:t>in</a:t>
            </a:r>
            <a:r>
              <a:rPr sz="1700" dirty="0">
                <a:latin typeface="Times New Roman"/>
                <a:cs typeface="Times New Roman"/>
              </a:rPr>
              <a:t> </a:t>
            </a:r>
            <a:r>
              <a:rPr sz="1700" spc="-7" dirty="0">
                <a:latin typeface="Times New Roman"/>
                <a:cs typeface="Times New Roman"/>
              </a:rPr>
              <a:t> c</a:t>
            </a:r>
            <a:r>
              <a:rPr sz="1700" spc="-5" dirty="0">
                <a:latin typeface="Times New Roman"/>
                <a:cs typeface="Times New Roman"/>
              </a:rPr>
              <a:t>omput</a:t>
            </a:r>
            <a:r>
              <a:rPr sz="1700" spc="-7" dirty="0">
                <a:latin typeface="Times New Roman"/>
                <a:cs typeface="Times New Roman"/>
              </a:rPr>
              <a:t>e</a:t>
            </a:r>
            <a:r>
              <a:rPr sz="1700" dirty="0">
                <a:latin typeface="Times New Roman"/>
                <a:cs typeface="Times New Roman"/>
              </a:rPr>
              <a:t>r </a:t>
            </a:r>
            <a:r>
              <a:rPr sz="1700" spc="-5" dirty="0">
                <a:latin typeface="Times New Roman"/>
                <a:cs typeface="Times New Roman"/>
              </a:rPr>
              <a:t>org</a:t>
            </a:r>
            <a:r>
              <a:rPr sz="1700" spc="-10" dirty="0">
                <a:latin typeface="Times New Roman"/>
                <a:cs typeface="Times New Roman"/>
              </a:rPr>
              <a:t>a</a:t>
            </a:r>
            <a:r>
              <a:rPr sz="1700" spc="-2" dirty="0">
                <a:latin typeface="Times New Roman"/>
                <a:cs typeface="Times New Roman"/>
              </a:rPr>
              <a:t>niz</a:t>
            </a:r>
            <a:r>
              <a:rPr sz="1700" spc="-10" dirty="0">
                <a:latin typeface="Times New Roman"/>
                <a:cs typeface="Times New Roman"/>
              </a:rPr>
              <a:t>a</a:t>
            </a:r>
            <a:r>
              <a:rPr sz="1700" spc="-2" dirty="0">
                <a:latin typeface="Times New Roman"/>
                <a:cs typeface="Times New Roman"/>
              </a:rPr>
              <a:t>ti</a:t>
            </a:r>
            <a:r>
              <a:rPr sz="1700" dirty="0">
                <a:latin typeface="Times New Roman"/>
                <a:cs typeface="Times New Roman"/>
              </a:rPr>
              <a:t>on, </a:t>
            </a:r>
            <a:r>
              <a:rPr sz="1700" spc="-2" dirty="0">
                <a:latin typeface="Times New Roman"/>
                <a:cs typeface="Times New Roman"/>
              </a:rPr>
              <a:t>suc</a:t>
            </a:r>
            <a:r>
              <a:rPr sz="1700" dirty="0">
                <a:latin typeface="Times New Roman"/>
                <a:cs typeface="Times New Roman"/>
              </a:rPr>
              <a:t>h</a:t>
            </a:r>
            <a:r>
              <a:rPr sz="1700" spc="5" dirty="0">
                <a:latin typeface="Times New Roman"/>
                <a:cs typeface="Times New Roman"/>
              </a:rPr>
              <a:t> </a:t>
            </a:r>
            <a:r>
              <a:rPr sz="1700" spc="-5" dirty="0">
                <a:latin typeface="Times New Roman"/>
                <a:cs typeface="Times New Roman"/>
              </a:rPr>
              <a:t>as:</a:t>
            </a:r>
            <a:endParaRPr lang="en-US" sz="1700" spc="-5" dirty="0">
              <a:latin typeface="Times New Roman"/>
              <a:cs typeface="Times New Roman"/>
            </a:endParaRPr>
          </a:p>
          <a:p>
            <a:pPr marL="6109" marR="3971">
              <a:spcBef>
                <a:spcPts val="404"/>
              </a:spcBef>
            </a:pPr>
            <a:endParaRPr lang="en-US" sz="1700" spc="-5" dirty="0">
              <a:latin typeface="Times New Roman"/>
              <a:cs typeface="Times New Roman"/>
            </a:endParaRPr>
          </a:p>
          <a:p>
            <a:pPr marL="291859" marR="3971" indent="-285750">
              <a:spcBef>
                <a:spcPts val="404"/>
              </a:spcBef>
              <a:buFont typeface="Courier New" panose="02070309020205020404" pitchFamily="49" charset="0"/>
              <a:buChar char="o"/>
            </a:pPr>
            <a:r>
              <a:rPr lang="en-US" sz="1700" dirty="0">
                <a:latin typeface="Times New Roman"/>
                <a:cs typeface="Times New Roman"/>
              </a:rPr>
              <a:t>The  success  of  these  transmissions  depends  on  the  start  bits  and  their  recognition. Unfortunately, this can be easily susceptible to line interference, causing these bits to be corrupted or distorted.</a:t>
            </a:r>
          </a:p>
          <a:p>
            <a:pPr marL="291859" marR="3971" indent="-285750">
              <a:spcBef>
                <a:spcPts val="404"/>
              </a:spcBef>
              <a:buFont typeface="Courier New" panose="02070309020205020404" pitchFamily="49" charset="0"/>
              <a:buChar char="o"/>
            </a:pPr>
            <a:r>
              <a:rPr lang="en-US" sz="1700" dirty="0">
                <a:latin typeface="Times New Roman"/>
                <a:cs typeface="Times New Roman"/>
              </a:rPr>
              <a:t>A large portion of the transmitted data is used to control and identify header bits and thus  carries  no  helpful  information  related  to  the  transmitted  data.  This  invariably means that more data packets need to be sent.</a:t>
            </a:r>
          </a:p>
          <a:p>
            <a:pPr marL="6109" marR="3971">
              <a:spcBef>
                <a:spcPts val="404"/>
              </a:spcBef>
            </a:pPr>
            <a:endParaRPr lang="en-US" sz="1700" dirty="0">
              <a:latin typeface="Times New Roman"/>
              <a:cs typeface="Times New Roman"/>
            </a:endParaRPr>
          </a:p>
        </p:txBody>
      </p:sp>
    </p:spTree>
    <p:extLst>
      <p:ext uri="{BB962C8B-B14F-4D97-AF65-F5344CB8AC3E}">
        <p14:creationId xmlns:p14="http://schemas.microsoft.com/office/powerpoint/2010/main" val="2803742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621A5-58B1-D217-4FAC-BF9596911C8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A618DD0-81D8-8540-9B56-354F42A0FECC}"/>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31844C1D-D1B3-1089-6856-720F9ECC67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001CC991-47F6-8EBB-DC89-535F98339869}"/>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E23F13E1-3260-9A87-CA43-DB37784F271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TextBox 3">
            <a:extLst>
              <a:ext uri="{FF2B5EF4-FFF2-40B4-BE49-F238E27FC236}">
                <a16:creationId xmlns:a16="http://schemas.microsoft.com/office/drawing/2014/main" id="{3D73720D-2EAC-FCE8-3816-1D840D200DC0}"/>
              </a:ext>
            </a:extLst>
          </p:cNvPr>
          <p:cNvSpPr txBox="1"/>
          <p:nvPr/>
        </p:nvSpPr>
        <p:spPr>
          <a:xfrm>
            <a:off x="990600" y="742950"/>
            <a:ext cx="7010400" cy="3839513"/>
          </a:xfrm>
          <a:prstGeom prst="rect">
            <a:avLst/>
          </a:prstGeom>
          <a:noFill/>
        </p:spPr>
        <p:txBody>
          <a:bodyPr wrap="square">
            <a:spAutoFit/>
          </a:bodyPr>
          <a:lstStyle/>
          <a:p>
            <a:pPr marL="6109" marR="2213487">
              <a:spcBef>
                <a:spcPts val="72"/>
              </a:spcBef>
            </a:pPr>
            <a:r>
              <a:rPr lang="en-US" sz="1700" b="1" spc="-2" dirty="0">
                <a:latin typeface="Times New Roman"/>
                <a:cs typeface="Times New Roman"/>
              </a:rPr>
              <a:t>R</a:t>
            </a:r>
            <a:r>
              <a:rPr lang="en-US" sz="1700" b="1" spc="-5" dirty="0">
                <a:latin typeface="Times New Roman"/>
                <a:cs typeface="Times New Roman"/>
              </a:rPr>
              <a:t>e</a:t>
            </a:r>
            <a:r>
              <a:rPr lang="en-US" sz="1700" b="1" spc="-2" dirty="0">
                <a:latin typeface="Times New Roman"/>
                <a:cs typeface="Times New Roman"/>
              </a:rPr>
              <a:t>fe</a:t>
            </a:r>
            <a:r>
              <a:rPr lang="en-US" sz="1700" b="1" spc="-7" dirty="0">
                <a:latin typeface="Times New Roman"/>
                <a:cs typeface="Times New Roman"/>
              </a:rPr>
              <a:t>re</a:t>
            </a:r>
            <a:r>
              <a:rPr lang="en-US" sz="1700" b="1" dirty="0">
                <a:latin typeface="Times New Roman"/>
                <a:cs typeface="Times New Roman"/>
              </a:rPr>
              <a:t>n</a:t>
            </a:r>
            <a:r>
              <a:rPr lang="en-US" sz="1700" b="1" spc="-7" dirty="0">
                <a:latin typeface="Times New Roman"/>
                <a:cs typeface="Times New Roman"/>
              </a:rPr>
              <a:t>ce</a:t>
            </a:r>
            <a:r>
              <a:rPr lang="en-US" sz="1700" b="1" dirty="0">
                <a:latin typeface="Times New Roman"/>
                <a:cs typeface="Times New Roman"/>
              </a:rPr>
              <a:t>s</a:t>
            </a:r>
          </a:p>
          <a:p>
            <a:pPr marL="6109" marR="2213487">
              <a:spcBef>
                <a:spcPts val="72"/>
              </a:spcBef>
            </a:pPr>
            <a:endParaRPr lang="en-US" sz="1700" b="1" spc="-2" dirty="0">
              <a:latin typeface="Times New Roman"/>
              <a:cs typeface="Times New Roman"/>
            </a:endParaRPr>
          </a:p>
          <a:p>
            <a:pPr marL="6109" marR="2213487">
              <a:spcBef>
                <a:spcPts val="72"/>
              </a:spcBef>
            </a:pPr>
            <a:r>
              <a:rPr lang="en-US" sz="1700" b="1" spc="-2" dirty="0">
                <a:latin typeface="Times New Roman"/>
                <a:cs typeface="Times New Roman"/>
              </a:rPr>
              <a:t>R</a:t>
            </a:r>
            <a:r>
              <a:rPr lang="en-US" sz="1700" b="1" spc="-5" dirty="0">
                <a:latin typeface="Times New Roman"/>
                <a:cs typeface="Times New Roman"/>
              </a:rPr>
              <a:t>e</a:t>
            </a:r>
            <a:r>
              <a:rPr lang="en-US" sz="1700" b="1" spc="-2" dirty="0">
                <a:latin typeface="Times New Roman"/>
                <a:cs typeface="Times New Roman"/>
              </a:rPr>
              <a:t>fe</a:t>
            </a:r>
            <a:r>
              <a:rPr lang="en-US" sz="1700" b="1" spc="-7" dirty="0">
                <a:latin typeface="Times New Roman"/>
                <a:cs typeface="Times New Roman"/>
              </a:rPr>
              <a:t>re</a:t>
            </a:r>
            <a:r>
              <a:rPr lang="en-US" sz="1700" b="1" dirty="0">
                <a:latin typeface="Times New Roman"/>
                <a:cs typeface="Times New Roman"/>
              </a:rPr>
              <a:t>n</a:t>
            </a:r>
            <a:r>
              <a:rPr lang="en-US" sz="1700" b="1" spc="-7" dirty="0">
                <a:latin typeface="Times New Roman"/>
                <a:cs typeface="Times New Roman"/>
              </a:rPr>
              <a:t>c</a:t>
            </a:r>
            <a:r>
              <a:rPr lang="en-US" sz="1700" b="1" spc="-5" dirty="0">
                <a:latin typeface="Times New Roman"/>
                <a:cs typeface="Times New Roman"/>
              </a:rPr>
              <a:t>e</a:t>
            </a:r>
            <a:r>
              <a:rPr lang="en-US" sz="1700" b="1" spc="-2" dirty="0">
                <a:latin typeface="Times New Roman"/>
                <a:cs typeface="Times New Roman"/>
              </a:rPr>
              <a:t> </a:t>
            </a:r>
            <a:r>
              <a:rPr lang="en-US" sz="1700" b="1" spc="-5" dirty="0">
                <a:latin typeface="Times New Roman"/>
                <a:cs typeface="Times New Roman"/>
              </a:rPr>
              <a:t>B</a:t>
            </a:r>
            <a:r>
              <a:rPr lang="en-US" sz="1700" b="1" dirty="0">
                <a:latin typeface="Times New Roman"/>
                <a:cs typeface="Times New Roman"/>
              </a:rPr>
              <a:t>ook</a:t>
            </a:r>
            <a:r>
              <a:rPr lang="en-US" sz="1700" b="1" spc="-2" dirty="0">
                <a:latin typeface="Times New Roman"/>
                <a:cs typeface="Times New Roman"/>
              </a:rPr>
              <a:t>s:</a:t>
            </a:r>
            <a:endParaRPr lang="en-US" sz="1700" dirty="0">
              <a:latin typeface="Times New Roman"/>
              <a:cs typeface="Times New Roman"/>
            </a:endParaRPr>
          </a:p>
          <a:p>
            <a:pPr marL="225716" indent="-109651">
              <a:spcBef>
                <a:spcPts val="308"/>
              </a:spcBef>
              <a:buFont typeface="Symbol"/>
              <a:buChar char=""/>
              <a:tabLst>
                <a:tab pos="226022" algn="l"/>
              </a:tabLst>
            </a:pPr>
            <a:r>
              <a:rPr lang="en-US" sz="1700" spc="-2" dirty="0">
                <a:latin typeface="Times New Roman"/>
                <a:cs typeface="Times New Roman"/>
              </a:rPr>
              <a:t>J.</a:t>
            </a:r>
            <a:r>
              <a:rPr lang="en-US" sz="1700" dirty="0">
                <a:latin typeface="Times New Roman"/>
                <a:cs typeface="Times New Roman"/>
              </a:rPr>
              <a:t>P. </a:t>
            </a:r>
            <a:r>
              <a:rPr lang="en-US" sz="1700" spc="-2" dirty="0">
                <a:latin typeface="Times New Roman"/>
                <a:cs typeface="Times New Roman"/>
              </a:rPr>
              <a:t>H</a:t>
            </a:r>
            <a:r>
              <a:rPr lang="en-US" sz="1700" spc="-5" dirty="0">
                <a:latin typeface="Times New Roman"/>
                <a:cs typeface="Times New Roman"/>
              </a:rPr>
              <a:t>ay</a:t>
            </a:r>
            <a:r>
              <a:rPr lang="en-US" sz="1700" spc="-7" dirty="0">
                <a:latin typeface="Times New Roman"/>
                <a:cs typeface="Times New Roman"/>
              </a:rPr>
              <a:t>e</a:t>
            </a:r>
            <a:r>
              <a:rPr lang="en-US" sz="1700" spc="-2" dirty="0">
                <a:latin typeface="Times New Roman"/>
                <a:cs typeface="Times New Roman"/>
              </a:rPr>
              <a:t>s</a:t>
            </a:r>
            <a:r>
              <a:rPr lang="en-US" sz="1700" dirty="0">
                <a:latin typeface="Times New Roman"/>
                <a:cs typeface="Times New Roman"/>
              </a:rPr>
              <a:t>,</a:t>
            </a:r>
            <a:r>
              <a:rPr lang="en-US" sz="1700" spc="2" dirty="0">
                <a:latin typeface="Times New Roman"/>
                <a:cs typeface="Times New Roman"/>
              </a:rPr>
              <a:t> </a:t>
            </a:r>
            <a:r>
              <a:rPr lang="en-US" sz="1700" spc="-7" dirty="0">
                <a:latin typeface="Times New Roman"/>
                <a:cs typeface="Times New Roman"/>
              </a:rPr>
              <a:t>“</a:t>
            </a:r>
            <a:r>
              <a:rPr lang="en-US" sz="1700" spc="-5" dirty="0">
                <a:latin typeface="Times New Roman"/>
                <a:cs typeface="Times New Roman"/>
              </a:rPr>
              <a:t>Comput</a:t>
            </a:r>
            <a:r>
              <a:rPr lang="en-US" sz="1700" spc="-7" dirty="0">
                <a:latin typeface="Times New Roman"/>
                <a:cs typeface="Times New Roman"/>
              </a:rPr>
              <a:t>e</a:t>
            </a:r>
            <a:r>
              <a:rPr lang="en-US" sz="1700" dirty="0">
                <a:latin typeface="Times New Roman"/>
                <a:cs typeface="Times New Roman"/>
              </a:rPr>
              <a:t>r A</a:t>
            </a:r>
            <a:r>
              <a:rPr lang="en-US" sz="1700" spc="-2" dirty="0">
                <a:latin typeface="Times New Roman"/>
                <a:cs typeface="Times New Roman"/>
              </a:rPr>
              <a:t>r</a:t>
            </a:r>
            <a:r>
              <a:rPr lang="en-US" sz="1700" spc="-10" dirty="0">
                <a:latin typeface="Times New Roman"/>
                <a:cs typeface="Times New Roman"/>
              </a:rPr>
              <a:t>c</a:t>
            </a:r>
            <a:r>
              <a:rPr lang="en-US" sz="1700" spc="-2" dirty="0">
                <a:latin typeface="Times New Roman"/>
                <a:cs typeface="Times New Roman"/>
              </a:rPr>
              <a:t>hit</a:t>
            </a:r>
            <a:r>
              <a:rPr lang="en-US" sz="1700" spc="-7" dirty="0">
                <a:latin typeface="Times New Roman"/>
                <a:cs typeface="Times New Roman"/>
              </a:rPr>
              <a:t>ec</a:t>
            </a:r>
            <a:r>
              <a:rPr lang="en-US" sz="1700" spc="-2" dirty="0">
                <a:latin typeface="Times New Roman"/>
                <a:cs typeface="Times New Roman"/>
              </a:rPr>
              <a:t>tu</a:t>
            </a:r>
            <a:r>
              <a:rPr lang="en-US" sz="1700" dirty="0">
                <a:latin typeface="Times New Roman"/>
                <a:cs typeface="Times New Roman"/>
              </a:rPr>
              <a:t>r</a:t>
            </a:r>
            <a:r>
              <a:rPr lang="en-US" sz="1700" spc="-5" dirty="0">
                <a:latin typeface="Times New Roman"/>
                <a:cs typeface="Times New Roman"/>
              </a:rPr>
              <a:t>e</a:t>
            </a:r>
            <a:r>
              <a:rPr lang="en-US" sz="1700" spc="-2"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 </a:t>
            </a:r>
            <a:r>
              <a:rPr lang="en-US" sz="1700" spc="-2" dirty="0">
                <a:latin typeface="Times New Roman"/>
                <a:cs typeface="Times New Roman"/>
              </a:rPr>
              <a:t>O</a:t>
            </a:r>
            <a:r>
              <a:rPr lang="en-US" sz="1700" spc="-5" dirty="0">
                <a:latin typeface="Times New Roman"/>
                <a:cs typeface="Times New Roman"/>
              </a:rPr>
              <a:t>r</a:t>
            </a:r>
            <a:r>
              <a:rPr lang="en-US" sz="1700" spc="5" dirty="0">
                <a:latin typeface="Times New Roman"/>
                <a:cs typeface="Times New Roman"/>
              </a:rPr>
              <a:t>g</a:t>
            </a:r>
            <a:r>
              <a:rPr lang="en-US" sz="1700" spc="-7" dirty="0">
                <a:latin typeface="Times New Roman"/>
                <a:cs typeface="Times New Roman"/>
              </a:rPr>
              <a:t>a</a:t>
            </a:r>
            <a:r>
              <a:rPr lang="en-US" sz="1700" spc="-2" dirty="0">
                <a:latin typeface="Times New Roman"/>
                <a:cs typeface="Times New Roman"/>
              </a:rPr>
              <a:t>niz</a:t>
            </a:r>
            <a:r>
              <a:rPr lang="en-US" sz="1700" spc="-10" dirty="0">
                <a:latin typeface="Times New Roman"/>
                <a:cs typeface="Times New Roman"/>
              </a:rPr>
              <a:t>a</a:t>
            </a:r>
            <a:r>
              <a:rPr lang="en-US" sz="1700" dirty="0">
                <a:latin typeface="Times New Roman"/>
                <a:cs typeface="Times New Roman"/>
              </a:rPr>
              <a:t>t</a:t>
            </a:r>
            <a:r>
              <a:rPr lang="en-US" sz="1700" spc="-2" dirty="0">
                <a:latin typeface="Times New Roman"/>
                <a:cs typeface="Times New Roman"/>
              </a:rPr>
              <a:t>io</a:t>
            </a:r>
            <a:r>
              <a:rPr lang="en-US" sz="1700" dirty="0">
                <a:latin typeface="Times New Roman"/>
                <a:cs typeface="Times New Roman"/>
              </a:rPr>
              <a:t>n</a:t>
            </a:r>
            <a:r>
              <a:rPr lang="en-US" sz="1700" spc="-7" dirty="0">
                <a:latin typeface="Times New Roman"/>
                <a:cs typeface="Times New Roman"/>
              </a:rPr>
              <a:t>”</a:t>
            </a:r>
            <a:r>
              <a:rPr lang="en-US" sz="1700" dirty="0">
                <a:latin typeface="Times New Roman"/>
                <a:cs typeface="Times New Roman"/>
              </a:rPr>
              <a:t>, </a:t>
            </a:r>
            <a:r>
              <a:rPr lang="en-US" sz="1700" spc="-5" dirty="0">
                <a:latin typeface="Times New Roman"/>
                <a:cs typeface="Times New Roman"/>
              </a:rPr>
              <a:t>Third</a:t>
            </a:r>
            <a:r>
              <a:rPr lang="en-US" sz="1700" spc="-2" dirty="0">
                <a:latin typeface="Times New Roman"/>
                <a:cs typeface="Times New Roman"/>
              </a:rPr>
              <a:t> </a:t>
            </a:r>
            <a:r>
              <a:rPr lang="en-US" sz="1700" spc="-7" dirty="0">
                <a:latin typeface="Times New Roman"/>
                <a:cs typeface="Times New Roman"/>
              </a:rPr>
              <a:t>E</a:t>
            </a:r>
            <a:r>
              <a:rPr lang="en-US" sz="1700" spc="-2" dirty="0">
                <a:latin typeface="Times New Roman"/>
                <a:cs typeface="Times New Roman"/>
              </a:rPr>
              <a:t>dition.</a:t>
            </a:r>
            <a:endParaRPr lang="en-US" sz="1700" dirty="0">
              <a:latin typeface="Times New Roman"/>
              <a:cs typeface="Times New Roman"/>
            </a:endParaRPr>
          </a:p>
          <a:p>
            <a:pPr marL="225716" indent="-109651">
              <a:spcBef>
                <a:spcPts val="392"/>
              </a:spcBef>
              <a:buFont typeface="Symbol"/>
              <a:buChar char=""/>
              <a:tabLst>
                <a:tab pos="226022" algn="l"/>
              </a:tabLst>
            </a:pPr>
            <a:r>
              <a:rPr lang="en-US" sz="1700" spc="-2" dirty="0">
                <a:latin typeface="Times New Roman"/>
                <a:cs typeface="Times New Roman"/>
              </a:rPr>
              <a:t>Ma</a:t>
            </a:r>
            <a:r>
              <a:rPr lang="en-US" sz="1700" dirty="0">
                <a:latin typeface="Times New Roman"/>
                <a:cs typeface="Times New Roman"/>
              </a:rPr>
              <a:t>no, </a:t>
            </a:r>
            <a:r>
              <a:rPr lang="en-US" sz="1700" spc="-2" dirty="0">
                <a:latin typeface="Times New Roman"/>
                <a:cs typeface="Times New Roman"/>
              </a:rPr>
              <a:t>M.</a:t>
            </a:r>
            <a:r>
              <a:rPr lang="en-US" sz="1700" dirty="0">
                <a:latin typeface="Times New Roman"/>
                <a:cs typeface="Times New Roman"/>
              </a:rPr>
              <a:t>, </a:t>
            </a:r>
            <a:r>
              <a:rPr lang="en-US" sz="1700" spc="-7" dirty="0">
                <a:latin typeface="Times New Roman"/>
                <a:cs typeface="Times New Roman"/>
              </a:rPr>
              <a:t>“</a:t>
            </a:r>
            <a:r>
              <a:rPr lang="en-US" sz="1700" spc="-5" dirty="0">
                <a:latin typeface="Times New Roman"/>
                <a:cs typeface="Times New Roman"/>
              </a:rPr>
              <a:t>Comput</a:t>
            </a:r>
            <a:r>
              <a:rPr lang="en-US" sz="1700" spc="-7" dirty="0">
                <a:latin typeface="Times New Roman"/>
                <a:cs typeface="Times New Roman"/>
              </a:rPr>
              <a:t>e</a:t>
            </a:r>
            <a:r>
              <a:rPr lang="en-US" sz="1700" dirty="0">
                <a:latin typeface="Times New Roman"/>
                <a:cs typeface="Times New Roman"/>
              </a:rPr>
              <a:t>r </a:t>
            </a:r>
            <a:r>
              <a:rPr lang="en-US" sz="1700" spc="-2" dirty="0">
                <a:latin typeface="Times New Roman"/>
                <a:cs typeface="Times New Roman"/>
              </a:rPr>
              <a:t>Sys</a:t>
            </a:r>
            <a:r>
              <a:rPr lang="en-US" sz="1700" dirty="0">
                <a:latin typeface="Times New Roman"/>
                <a:cs typeface="Times New Roman"/>
              </a:rPr>
              <a:t>t</a:t>
            </a:r>
            <a:r>
              <a:rPr lang="en-US" sz="1700" spc="-7" dirty="0">
                <a:latin typeface="Times New Roman"/>
                <a:cs typeface="Times New Roman"/>
              </a:rPr>
              <a:t>e</a:t>
            </a:r>
            <a:r>
              <a:rPr lang="en-US" sz="1700" spc="-5" dirty="0">
                <a:latin typeface="Times New Roman"/>
                <a:cs typeface="Times New Roman"/>
              </a:rPr>
              <a:t>m</a:t>
            </a:r>
            <a:r>
              <a:rPr lang="en-US" sz="1700" dirty="0">
                <a:latin typeface="Times New Roman"/>
                <a:cs typeface="Times New Roman"/>
              </a:rPr>
              <a:t> </a:t>
            </a:r>
            <a:r>
              <a:rPr lang="en-US" sz="1700" spc="-2" dirty="0">
                <a:latin typeface="Times New Roman"/>
                <a:cs typeface="Times New Roman"/>
              </a:rPr>
              <a:t>Ar</a:t>
            </a:r>
            <a:r>
              <a:rPr lang="en-US" sz="1700" spc="-7" dirty="0">
                <a:latin typeface="Times New Roman"/>
                <a:cs typeface="Times New Roman"/>
              </a:rPr>
              <a:t>c</a:t>
            </a:r>
            <a:r>
              <a:rPr lang="en-US" sz="1700" spc="-2" dirty="0">
                <a:latin typeface="Times New Roman"/>
                <a:cs typeface="Times New Roman"/>
              </a:rPr>
              <a:t>hit</a:t>
            </a:r>
            <a:r>
              <a:rPr lang="en-US" sz="1700" spc="-7" dirty="0">
                <a:latin typeface="Times New Roman"/>
                <a:cs typeface="Times New Roman"/>
              </a:rPr>
              <a:t>ec</a:t>
            </a:r>
            <a:r>
              <a:rPr lang="en-US" sz="1700" spc="-2" dirty="0">
                <a:latin typeface="Times New Roman"/>
                <a:cs typeface="Times New Roman"/>
              </a:rPr>
              <a:t>tu</a:t>
            </a:r>
            <a:r>
              <a:rPr lang="en-US" sz="1700" dirty="0">
                <a:latin typeface="Times New Roman"/>
                <a:cs typeface="Times New Roman"/>
              </a:rPr>
              <a:t>r</a:t>
            </a:r>
            <a:r>
              <a:rPr lang="en-US" sz="1700" spc="-5" dirty="0">
                <a:latin typeface="Times New Roman"/>
                <a:cs typeface="Times New Roman"/>
              </a:rPr>
              <a:t>e</a:t>
            </a:r>
            <a:r>
              <a:rPr lang="en-US" sz="1700" spc="-7" dirty="0">
                <a:latin typeface="Times New Roman"/>
                <a:cs typeface="Times New Roman"/>
              </a:rPr>
              <a:t>”</a:t>
            </a:r>
            <a:r>
              <a:rPr lang="en-US" sz="1700" dirty="0">
                <a:latin typeface="Times New Roman"/>
                <a:cs typeface="Times New Roman"/>
              </a:rPr>
              <a:t>, </a:t>
            </a:r>
            <a:r>
              <a:rPr lang="en-US" sz="1700" spc="-5" dirty="0">
                <a:latin typeface="Times New Roman"/>
                <a:cs typeface="Times New Roman"/>
              </a:rPr>
              <a:t>Thi</a:t>
            </a:r>
            <a:r>
              <a:rPr lang="en-US" sz="1700" dirty="0">
                <a:latin typeface="Times New Roman"/>
                <a:cs typeface="Times New Roman"/>
              </a:rPr>
              <a:t>rd </a:t>
            </a:r>
            <a:r>
              <a:rPr lang="en-US" sz="1700" spc="-2" dirty="0">
                <a:latin typeface="Times New Roman"/>
                <a:cs typeface="Times New Roman"/>
              </a:rPr>
              <a:t>Edition, </a:t>
            </a:r>
            <a:r>
              <a:rPr lang="en-US" sz="1700" spc="2" dirty="0">
                <a:latin typeface="Times New Roman"/>
                <a:cs typeface="Times New Roman"/>
              </a:rPr>
              <a:t>P</a:t>
            </a:r>
            <a:r>
              <a:rPr lang="en-US" sz="1700" spc="-2" dirty="0">
                <a:latin typeface="Times New Roman"/>
                <a:cs typeface="Times New Roman"/>
              </a:rPr>
              <a:t>r</a:t>
            </a:r>
            <a:r>
              <a:rPr lang="en-US" sz="1700" spc="-10" dirty="0">
                <a:latin typeface="Times New Roman"/>
                <a:cs typeface="Times New Roman"/>
              </a:rPr>
              <a:t>e</a:t>
            </a:r>
            <a:r>
              <a:rPr lang="en-US" sz="1700" spc="-2" dirty="0">
                <a:latin typeface="Times New Roman"/>
                <a:cs typeface="Times New Roman"/>
              </a:rPr>
              <a:t>nti</a:t>
            </a:r>
            <a:r>
              <a:rPr lang="en-US" sz="1700" spc="-7" dirty="0">
                <a:latin typeface="Times New Roman"/>
                <a:cs typeface="Times New Roman"/>
              </a:rPr>
              <a:t>c</a:t>
            </a:r>
            <a:r>
              <a:rPr lang="en-US" sz="1700" spc="-5" dirty="0">
                <a:latin typeface="Times New Roman"/>
                <a:cs typeface="Times New Roman"/>
              </a:rPr>
              <a:t>e</a:t>
            </a:r>
            <a:r>
              <a:rPr lang="en-US" sz="1700" spc="-2" dirty="0">
                <a:latin typeface="Times New Roman"/>
                <a:cs typeface="Times New Roman"/>
              </a:rPr>
              <a:t> H</a:t>
            </a:r>
            <a:r>
              <a:rPr lang="en-US" sz="1700" spc="-5" dirty="0">
                <a:latin typeface="Times New Roman"/>
                <a:cs typeface="Times New Roman"/>
              </a:rPr>
              <a:t>a</a:t>
            </a:r>
            <a:r>
              <a:rPr lang="en-US" sz="1700" spc="-2" dirty="0">
                <a:latin typeface="Times New Roman"/>
                <a:cs typeface="Times New Roman"/>
              </a:rPr>
              <a:t>ll</a:t>
            </a:r>
            <a:r>
              <a:rPr lang="en-US" sz="1700" dirty="0">
                <a:latin typeface="Times New Roman"/>
                <a:cs typeface="Times New Roman"/>
              </a:rPr>
              <a:t>.</a:t>
            </a:r>
          </a:p>
          <a:p>
            <a:pPr marL="225716" marR="3665" indent="-109651">
              <a:spcBef>
                <a:spcPts val="440"/>
              </a:spcBef>
              <a:buFont typeface="Symbol"/>
              <a:buChar char=""/>
              <a:tabLst>
                <a:tab pos="226022" algn="l"/>
              </a:tabLst>
            </a:pPr>
            <a:r>
              <a:rPr lang="en-US" sz="1700" dirty="0">
                <a:latin typeface="Times New Roman"/>
                <a:cs typeface="Times New Roman"/>
              </a:rPr>
              <a:t>S</a:t>
            </a:r>
            <a:r>
              <a:rPr lang="en-US" sz="1700" spc="-2" dirty="0">
                <a:latin typeface="Times New Roman"/>
                <a:cs typeface="Times New Roman"/>
              </a:rPr>
              <a:t>tallings, </a:t>
            </a:r>
            <a:r>
              <a:rPr lang="en-US" sz="1700" spc="-31" dirty="0">
                <a:latin typeface="Times New Roman"/>
                <a:cs typeface="Times New Roman"/>
              </a:rPr>
              <a:t> </a:t>
            </a:r>
            <a:r>
              <a:rPr lang="en-US" sz="1700" spc="-10" dirty="0">
                <a:latin typeface="Times New Roman"/>
                <a:cs typeface="Times New Roman"/>
              </a:rPr>
              <a:t>W</a:t>
            </a:r>
            <a:r>
              <a:rPr lang="en-US" sz="1700" dirty="0">
                <a:latin typeface="Times New Roman"/>
                <a:cs typeface="Times New Roman"/>
              </a:rPr>
              <a:t>., </a:t>
            </a:r>
            <a:r>
              <a:rPr lang="en-US" sz="1700" spc="-26" dirty="0">
                <a:latin typeface="Times New Roman"/>
                <a:cs typeface="Times New Roman"/>
              </a:rPr>
              <a:t> </a:t>
            </a:r>
            <a:r>
              <a:rPr lang="en-US" sz="1700" spc="-7" dirty="0">
                <a:latin typeface="Times New Roman"/>
                <a:cs typeface="Times New Roman"/>
              </a:rPr>
              <a:t>“</a:t>
            </a:r>
            <a:r>
              <a:rPr lang="en-US" sz="1700" spc="-5" dirty="0">
                <a:latin typeface="Times New Roman"/>
                <a:cs typeface="Times New Roman"/>
              </a:rPr>
              <a:t>Comput</a:t>
            </a:r>
            <a:r>
              <a:rPr lang="en-US" sz="1700" spc="-14" dirty="0">
                <a:latin typeface="Times New Roman"/>
                <a:cs typeface="Times New Roman"/>
              </a:rPr>
              <a:t>e</a:t>
            </a:r>
            <a:r>
              <a:rPr lang="en-US" sz="1700" dirty="0">
                <a:latin typeface="Times New Roman"/>
                <a:cs typeface="Times New Roman"/>
              </a:rPr>
              <a:t>r </a:t>
            </a:r>
            <a:r>
              <a:rPr lang="en-US" sz="1700" spc="-31" dirty="0">
                <a:latin typeface="Times New Roman"/>
                <a:cs typeface="Times New Roman"/>
              </a:rPr>
              <a:t> </a:t>
            </a:r>
            <a:r>
              <a:rPr lang="en-US" sz="1700" spc="-2" dirty="0">
                <a:latin typeface="Times New Roman"/>
                <a:cs typeface="Times New Roman"/>
              </a:rPr>
              <a:t>O</a:t>
            </a:r>
            <a:r>
              <a:rPr lang="en-US" sz="1700" spc="-5" dirty="0">
                <a:latin typeface="Times New Roman"/>
                <a:cs typeface="Times New Roman"/>
              </a:rPr>
              <a:t>rg</a:t>
            </a:r>
            <a:r>
              <a:rPr lang="en-US" sz="1700" spc="-7" dirty="0">
                <a:latin typeface="Times New Roman"/>
                <a:cs typeface="Times New Roman"/>
              </a:rPr>
              <a:t>a</a:t>
            </a:r>
            <a:r>
              <a:rPr lang="en-US" sz="1700" spc="-2" dirty="0">
                <a:latin typeface="Times New Roman"/>
                <a:cs typeface="Times New Roman"/>
              </a:rPr>
              <a:t>niz</a:t>
            </a:r>
            <a:r>
              <a:rPr lang="en-US" sz="1700" spc="-7"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 </a:t>
            </a:r>
            <a:r>
              <a:rPr lang="en-US" sz="1700" spc="-31" dirty="0">
                <a:latin typeface="Times New Roman"/>
                <a:cs typeface="Times New Roman"/>
              </a:rPr>
              <a:t> </a:t>
            </a:r>
            <a:r>
              <a:rPr lang="en-US" sz="1700" spc="-7" dirty="0">
                <a:latin typeface="Times New Roman"/>
                <a:cs typeface="Times New Roman"/>
              </a:rPr>
              <a:t>a</a:t>
            </a:r>
            <a:r>
              <a:rPr lang="en-US" sz="1700" dirty="0">
                <a:latin typeface="Times New Roman"/>
                <a:cs typeface="Times New Roman"/>
              </a:rPr>
              <a:t>nd </a:t>
            </a:r>
            <a:r>
              <a:rPr lang="en-US" sz="1700" spc="-31" dirty="0">
                <a:latin typeface="Times New Roman"/>
                <a:cs typeface="Times New Roman"/>
              </a:rPr>
              <a:t> </a:t>
            </a:r>
            <a:r>
              <a:rPr lang="en-US" sz="1700" spc="-2" dirty="0">
                <a:latin typeface="Times New Roman"/>
                <a:cs typeface="Times New Roman"/>
              </a:rPr>
              <a:t>A</a:t>
            </a:r>
            <a:r>
              <a:rPr lang="en-US" sz="1700" spc="-5" dirty="0">
                <a:latin typeface="Times New Roman"/>
                <a:cs typeface="Times New Roman"/>
              </a:rPr>
              <a:t>r</a:t>
            </a:r>
            <a:r>
              <a:rPr lang="en-US" sz="1700" spc="-2" dirty="0">
                <a:latin typeface="Times New Roman"/>
                <a:cs typeface="Times New Roman"/>
              </a:rPr>
              <a:t>chit</a:t>
            </a:r>
            <a:r>
              <a:rPr lang="en-US" sz="1700" spc="-7" dirty="0">
                <a:latin typeface="Times New Roman"/>
                <a:cs typeface="Times New Roman"/>
              </a:rPr>
              <a:t>ec</a:t>
            </a:r>
            <a:r>
              <a:rPr lang="en-US" sz="1700" spc="-2" dirty="0">
                <a:latin typeface="Times New Roman"/>
                <a:cs typeface="Times New Roman"/>
              </a:rPr>
              <a:t>ture</a:t>
            </a:r>
            <a:r>
              <a:rPr lang="en-US" sz="1700" spc="-7" dirty="0">
                <a:latin typeface="Times New Roman"/>
                <a:cs typeface="Times New Roman"/>
              </a:rPr>
              <a:t>”</a:t>
            </a:r>
            <a:r>
              <a:rPr lang="en-US" sz="1700" dirty="0">
                <a:latin typeface="Times New Roman"/>
                <a:cs typeface="Times New Roman"/>
              </a:rPr>
              <a:t>, </a:t>
            </a:r>
            <a:r>
              <a:rPr lang="en-US" sz="1700" spc="-31" dirty="0">
                <a:latin typeface="Times New Roman"/>
                <a:cs typeface="Times New Roman"/>
              </a:rPr>
              <a:t> </a:t>
            </a:r>
            <a:r>
              <a:rPr lang="en-US" sz="1700" spc="-5" dirty="0">
                <a:latin typeface="Times New Roman"/>
                <a:cs typeface="Times New Roman"/>
              </a:rPr>
              <a:t>Eight</a:t>
            </a:r>
            <a:r>
              <a:rPr lang="en-US" sz="1700" dirty="0">
                <a:latin typeface="Times New Roman"/>
                <a:cs typeface="Times New Roman"/>
              </a:rPr>
              <a:t>h </a:t>
            </a:r>
            <a:r>
              <a:rPr lang="en-US" sz="1700" spc="-31" dirty="0">
                <a:latin typeface="Times New Roman"/>
                <a:cs typeface="Times New Roman"/>
              </a:rPr>
              <a:t> </a:t>
            </a:r>
            <a:r>
              <a:rPr lang="en-US" sz="1700" spc="-2" dirty="0">
                <a:latin typeface="Times New Roman"/>
                <a:cs typeface="Times New Roman"/>
              </a:rPr>
              <a:t>Editi</a:t>
            </a:r>
            <a:r>
              <a:rPr lang="en-US" sz="1700" dirty="0">
                <a:latin typeface="Times New Roman"/>
                <a:cs typeface="Times New Roman"/>
              </a:rPr>
              <a:t>on, </a:t>
            </a:r>
            <a:r>
              <a:rPr lang="en-US" sz="1700" spc="-31" dirty="0">
                <a:latin typeface="Times New Roman"/>
                <a:cs typeface="Times New Roman"/>
              </a:rPr>
              <a:t> </a:t>
            </a:r>
            <a:r>
              <a:rPr lang="en-US" sz="1700" dirty="0">
                <a:latin typeface="Times New Roman"/>
                <a:cs typeface="Times New Roman"/>
              </a:rPr>
              <a:t>P</a:t>
            </a:r>
            <a:r>
              <a:rPr lang="en-US" sz="1700" spc="-7" dirty="0">
                <a:latin typeface="Times New Roman"/>
                <a:cs typeface="Times New Roman"/>
              </a:rPr>
              <a:t>ea</a:t>
            </a:r>
            <a:r>
              <a:rPr lang="en-US" sz="1700" dirty="0">
                <a:latin typeface="Times New Roman"/>
                <a:cs typeface="Times New Roman"/>
              </a:rPr>
              <a:t>rson </a:t>
            </a:r>
            <a:r>
              <a:rPr lang="en-US" sz="1700" spc="-5" dirty="0">
                <a:latin typeface="Times New Roman"/>
                <a:cs typeface="Times New Roman"/>
              </a:rPr>
              <a:t>Edu</a:t>
            </a:r>
            <a:r>
              <a:rPr lang="en-US" sz="1700" spc="-10" dirty="0">
                <a:latin typeface="Times New Roman"/>
                <a:cs typeface="Times New Roman"/>
              </a:rPr>
              <a:t>c</a:t>
            </a:r>
            <a:r>
              <a:rPr lang="en-US" sz="1700" spc="-7" dirty="0">
                <a:latin typeface="Times New Roman"/>
                <a:cs typeface="Times New Roman"/>
              </a:rPr>
              <a:t>a</a:t>
            </a:r>
            <a:r>
              <a:rPr lang="en-US" sz="1700" spc="-2" dirty="0">
                <a:latin typeface="Times New Roman"/>
                <a:cs typeface="Times New Roman"/>
              </a:rPr>
              <a:t>ti</a:t>
            </a:r>
            <a:r>
              <a:rPr lang="en-US" sz="1700" dirty="0">
                <a:latin typeface="Times New Roman"/>
                <a:cs typeface="Times New Roman"/>
              </a:rPr>
              <a:t>on.</a:t>
            </a:r>
          </a:p>
          <a:p>
            <a:pPr marL="6109">
              <a:spcBef>
                <a:spcPts val="339"/>
              </a:spcBef>
            </a:pPr>
            <a:endParaRPr lang="en-US" sz="1700" b="1" spc="-5" dirty="0">
              <a:latin typeface="Times New Roman"/>
              <a:cs typeface="Times New Roman"/>
            </a:endParaRPr>
          </a:p>
          <a:p>
            <a:pPr marL="6109">
              <a:spcBef>
                <a:spcPts val="339"/>
              </a:spcBef>
            </a:pPr>
            <a:r>
              <a:rPr lang="en-US" sz="1700" b="1" spc="-5" dirty="0">
                <a:latin typeface="Times New Roman"/>
                <a:cs typeface="Times New Roman"/>
              </a:rPr>
              <a:t>T</a:t>
            </a:r>
            <a:r>
              <a:rPr lang="en-US" sz="1700" b="1" spc="-7" dirty="0">
                <a:latin typeface="Times New Roman"/>
                <a:cs typeface="Times New Roman"/>
              </a:rPr>
              <a:t>e</a:t>
            </a:r>
            <a:r>
              <a:rPr lang="en-US" sz="1700" b="1" dirty="0">
                <a:latin typeface="Times New Roman"/>
                <a:cs typeface="Times New Roman"/>
              </a:rPr>
              <a:t>xt Book</a:t>
            </a:r>
            <a:r>
              <a:rPr lang="en-US" sz="1700" b="1" spc="-2" dirty="0">
                <a:latin typeface="Times New Roman"/>
                <a:cs typeface="Times New Roman"/>
              </a:rPr>
              <a:t>s:</a:t>
            </a:r>
            <a:endParaRPr lang="en-US" sz="1700" dirty="0">
              <a:latin typeface="Times New Roman"/>
              <a:cs typeface="Times New Roman"/>
            </a:endParaRPr>
          </a:p>
          <a:p>
            <a:pPr marL="225716" marR="2443" indent="-109651">
              <a:spcBef>
                <a:spcPts val="445"/>
              </a:spcBef>
              <a:buFont typeface="Symbol"/>
              <a:buChar char=""/>
              <a:tabLst>
                <a:tab pos="226022" algn="l"/>
              </a:tabLst>
            </a:pPr>
            <a:r>
              <a:rPr lang="en-US" sz="1700" spc="-5" dirty="0" err="1">
                <a:latin typeface="Times New Roman"/>
                <a:cs typeface="Times New Roman"/>
              </a:rPr>
              <a:t>C</a:t>
            </a:r>
            <a:r>
              <a:rPr lang="en-US" sz="1700" spc="-7" dirty="0" err="1">
                <a:latin typeface="Times New Roman"/>
                <a:cs typeface="Times New Roman"/>
              </a:rPr>
              <a:t>a</a:t>
            </a:r>
            <a:r>
              <a:rPr lang="en-US" sz="1700" spc="-2" dirty="0" err="1">
                <a:latin typeface="Times New Roman"/>
                <a:cs typeface="Times New Roman"/>
              </a:rPr>
              <a:t>rpin</a:t>
            </a:r>
            <a:r>
              <a:rPr lang="en-US" sz="1700" spc="-10" dirty="0" err="1">
                <a:latin typeface="Times New Roman"/>
                <a:cs typeface="Times New Roman"/>
              </a:rPr>
              <a:t>e</a:t>
            </a:r>
            <a:r>
              <a:rPr lang="en-US" sz="1700" spc="-2" dirty="0" err="1">
                <a:latin typeface="Times New Roman"/>
                <a:cs typeface="Times New Roman"/>
              </a:rPr>
              <a:t>lli</a:t>
            </a:r>
            <a:r>
              <a:rPr lang="en-US" sz="1700" dirty="0">
                <a:latin typeface="Times New Roman"/>
                <a:cs typeface="Times New Roman"/>
              </a:rPr>
              <a:t> </a:t>
            </a:r>
            <a:r>
              <a:rPr lang="en-US" sz="1700" spc="46" dirty="0">
                <a:latin typeface="Times New Roman"/>
                <a:cs typeface="Times New Roman"/>
              </a:rPr>
              <a:t> </a:t>
            </a:r>
            <a:r>
              <a:rPr lang="en-US" sz="1700" spc="-2" dirty="0">
                <a:latin typeface="Times New Roman"/>
                <a:cs typeface="Times New Roman"/>
              </a:rPr>
              <a:t>J.D</a:t>
            </a:r>
            <a:r>
              <a:rPr lang="en-US" sz="1700" spc="2" dirty="0">
                <a:latin typeface="Times New Roman"/>
                <a:cs typeface="Times New Roman"/>
              </a:rPr>
              <a:t>,</a:t>
            </a:r>
            <a:r>
              <a:rPr lang="en-US" sz="1700" spc="-5" dirty="0">
                <a:latin typeface="Times New Roman"/>
                <a:cs typeface="Times New Roman"/>
              </a:rPr>
              <a:t>”</a:t>
            </a:r>
            <a:r>
              <a:rPr lang="en-US" sz="1700" dirty="0">
                <a:latin typeface="Times New Roman"/>
                <a:cs typeface="Times New Roman"/>
              </a:rPr>
              <a:t> </a:t>
            </a:r>
            <a:r>
              <a:rPr lang="en-US" sz="1700" spc="43" dirty="0">
                <a:latin typeface="Times New Roman"/>
                <a:cs typeface="Times New Roman"/>
              </a:rPr>
              <a:t> </a:t>
            </a:r>
            <a:r>
              <a:rPr lang="en-US" sz="1700" spc="-5" dirty="0">
                <a:latin typeface="Times New Roman"/>
                <a:cs typeface="Times New Roman"/>
              </a:rPr>
              <a:t>Comput</a:t>
            </a:r>
            <a:r>
              <a:rPr lang="en-US" sz="1700" spc="-7" dirty="0">
                <a:latin typeface="Times New Roman"/>
                <a:cs typeface="Times New Roman"/>
              </a:rPr>
              <a:t>e</a:t>
            </a:r>
            <a:r>
              <a:rPr lang="en-US" sz="1700" dirty="0">
                <a:latin typeface="Times New Roman"/>
                <a:cs typeface="Times New Roman"/>
              </a:rPr>
              <a:t>r </a:t>
            </a:r>
            <a:r>
              <a:rPr lang="en-US" sz="1700" spc="43" dirty="0">
                <a:latin typeface="Times New Roman"/>
                <a:cs typeface="Times New Roman"/>
              </a:rPr>
              <a:t> </a:t>
            </a:r>
            <a:r>
              <a:rPr lang="en-US" sz="1700" spc="-2" dirty="0">
                <a:latin typeface="Times New Roman"/>
                <a:cs typeface="Times New Roman"/>
              </a:rPr>
              <a:t>sys</a:t>
            </a:r>
            <a:r>
              <a:rPr lang="en-US" sz="1700" dirty="0">
                <a:latin typeface="Times New Roman"/>
                <a:cs typeface="Times New Roman"/>
              </a:rPr>
              <a:t>t</a:t>
            </a:r>
            <a:r>
              <a:rPr lang="en-US" sz="1700" spc="-7" dirty="0">
                <a:latin typeface="Times New Roman"/>
                <a:cs typeface="Times New Roman"/>
              </a:rPr>
              <a:t>e</a:t>
            </a:r>
            <a:r>
              <a:rPr lang="en-US" sz="1700" spc="-5" dirty="0">
                <a:latin typeface="Times New Roman"/>
                <a:cs typeface="Times New Roman"/>
              </a:rPr>
              <a:t>ms</a:t>
            </a:r>
            <a:r>
              <a:rPr lang="en-US" sz="1700" dirty="0">
                <a:latin typeface="Times New Roman"/>
                <a:cs typeface="Times New Roman"/>
              </a:rPr>
              <a:t> </a:t>
            </a:r>
            <a:r>
              <a:rPr lang="en-US" sz="1700" spc="46" dirty="0">
                <a:latin typeface="Times New Roman"/>
                <a:cs typeface="Times New Roman"/>
              </a:rPr>
              <a:t> </a:t>
            </a:r>
            <a:r>
              <a:rPr lang="en-US" sz="1700" spc="-5" dirty="0">
                <a:latin typeface="Times New Roman"/>
                <a:cs typeface="Times New Roman"/>
              </a:rPr>
              <a:t>org</a:t>
            </a:r>
            <a:r>
              <a:rPr lang="en-US" sz="1700" spc="-10" dirty="0">
                <a:latin typeface="Times New Roman"/>
                <a:cs typeface="Times New Roman"/>
              </a:rPr>
              <a:t>a</a:t>
            </a:r>
            <a:r>
              <a:rPr lang="en-US" sz="1700" spc="-2" dirty="0">
                <a:latin typeface="Times New Roman"/>
                <a:cs typeface="Times New Roman"/>
              </a:rPr>
              <a:t>niz</a:t>
            </a:r>
            <a:r>
              <a:rPr lang="en-US" sz="1700" spc="-10" dirty="0">
                <a:latin typeface="Times New Roman"/>
                <a:cs typeface="Times New Roman"/>
              </a:rPr>
              <a:t>a</a:t>
            </a:r>
            <a:r>
              <a:rPr lang="en-US" sz="1700" spc="-2" dirty="0">
                <a:latin typeface="Times New Roman"/>
                <a:cs typeface="Times New Roman"/>
              </a:rPr>
              <a:t>ti</a:t>
            </a:r>
            <a:r>
              <a:rPr lang="en-US" sz="1700" spc="5" dirty="0">
                <a:latin typeface="Times New Roman"/>
                <a:cs typeface="Times New Roman"/>
              </a:rPr>
              <a:t>o</a:t>
            </a:r>
            <a:r>
              <a:rPr lang="en-US" sz="1700" dirty="0">
                <a:latin typeface="Times New Roman"/>
                <a:cs typeface="Times New Roman"/>
              </a:rPr>
              <a:t>n </a:t>
            </a:r>
            <a:r>
              <a:rPr lang="en-US" sz="1700" spc="43" dirty="0">
                <a:latin typeface="Times New Roman"/>
                <a:cs typeface="Times New Roman"/>
              </a:rPr>
              <a:t> </a:t>
            </a:r>
            <a:r>
              <a:rPr lang="en-US" sz="1700" spc="-5" dirty="0">
                <a:latin typeface="Times New Roman"/>
                <a:cs typeface="Times New Roman"/>
              </a:rPr>
              <a:t>&amp;Ar</a:t>
            </a:r>
            <a:r>
              <a:rPr lang="en-US" sz="1700" spc="-10" dirty="0">
                <a:latin typeface="Times New Roman"/>
                <a:cs typeface="Times New Roman"/>
              </a:rPr>
              <a:t>c</a:t>
            </a:r>
            <a:r>
              <a:rPr lang="en-US" sz="1700" spc="-2" dirty="0">
                <a:latin typeface="Times New Roman"/>
                <a:cs typeface="Times New Roman"/>
              </a:rPr>
              <a:t>hit</a:t>
            </a:r>
            <a:r>
              <a:rPr lang="en-US" sz="1700" spc="-7" dirty="0">
                <a:latin typeface="Times New Roman"/>
                <a:cs typeface="Times New Roman"/>
              </a:rPr>
              <a:t>ec</a:t>
            </a:r>
            <a:r>
              <a:rPr lang="en-US" sz="1700" spc="-2" dirty="0">
                <a:latin typeface="Times New Roman"/>
                <a:cs typeface="Times New Roman"/>
              </a:rPr>
              <a:t>tu</a:t>
            </a:r>
            <a:r>
              <a:rPr lang="en-US" sz="1700" dirty="0">
                <a:latin typeface="Times New Roman"/>
                <a:cs typeface="Times New Roman"/>
              </a:rPr>
              <a:t>re</a:t>
            </a:r>
            <a:r>
              <a:rPr lang="en-US" sz="1700" spc="-7" dirty="0">
                <a:latin typeface="Times New Roman"/>
                <a:cs typeface="Times New Roman"/>
              </a:rPr>
              <a:t>”</a:t>
            </a:r>
            <a:r>
              <a:rPr lang="en-US" sz="1700" dirty="0">
                <a:latin typeface="Times New Roman"/>
                <a:cs typeface="Times New Roman"/>
              </a:rPr>
              <a:t>, </a:t>
            </a:r>
            <a:r>
              <a:rPr lang="en-US" sz="1700" spc="51" dirty="0">
                <a:latin typeface="Times New Roman"/>
                <a:cs typeface="Times New Roman"/>
              </a:rPr>
              <a:t> </a:t>
            </a:r>
            <a:r>
              <a:rPr lang="en-US" sz="1700" spc="-5" dirty="0">
                <a:latin typeface="Times New Roman"/>
                <a:cs typeface="Times New Roman"/>
              </a:rPr>
              <a:t>F</a:t>
            </a:r>
            <a:r>
              <a:rPr lang="en-US" sz="1700" dirty="0">
                <a:latin typeface="Times New Roman"/>
                <a:cs typeface="Times New Roman"/>
              </a:rPr>
              <a:t>ou</a:t>
            </a:r>
            <a:r>
              <a:rPr lang="en-US" sz="1700" spc="2" dirty="0">
                <a:latin typeface="Times New Roman"/>
                <a:cs typeface="Times New Roman"/>
              </a:rPr>
              <a:t>r</a:t>
            </a:r>
            <a:r>
              <a:rPr lang="en-US" sz="1700" spc="-2" dirty="0">
                <a:latin typeface="Times New Roman"/>
                <a:cs typeface="Times New Roman"/>
              </a:rPr>
              <a:t>th</a:t>
            </a:r>
            <a:r>
              <a:rPr lang="en-US" sz="1700" dirty="0">
                <a:latin typeface="Times New Roman"/>
                <a:cs typeface="Times New Roman"/>
              </a:rPr>
              <a:t> </a:t>
            </a:r>
            <a:r>
              <a:rPr lang="en-US" sz="1700" spc="46" dirty="0">
                <a:latin typeface="Times New Roman"/>
                <a:cs typeface="Times New Roman"/>
              </a:rPr>
              <a:t> </a:t>
            </a:r>
            <a:r>
              <a:rPr lang="en-US" sz="1700" spc="-2" dirty="0">
                <a:latin typeface="Times New Roman"/>
                <a:cs typeface="Times New Roman"/>
              </a:rPr>
              <a:t>Editi</a:t>
            </a:r>
            <a:r>
              <a:rPr lang="en-US" sz="1700" dirty="0">
                <a:latin typeface="Times New Roman"/>
                <a:cs typeface="Times New Roman"/>
              </a:rPr>
              <a:t>on, </a:t>
            </a:r>
            <a:r>
              <a:rPr lang="en-US" sz="1700" spc="-2" dirty="0">
                <a:latin typeface="Times New Roman"/>
                <a:cs typeface="Times New Roman"/>
              </a:rPr>
              <a:t>Addiso</a:t>
            </a:r>
            <a:r>
              <a:rPr lang="en-US" sz="1700" dirty="0">
                <a:latin typeface="Times New Roman"/>
                <a:cs typeface="Times New Roman"/>
              </a:rPr>
              <a:t>n </a:t>
            </a:r>
            <a:r>
              <a:rPr lang="en-US" sz="1700" spc="-10" dirty="0">
                <a:latin typeface="Times New Roman"/>
                <a:cs typeface="Times New Roman"/>
              </a:rPr>
              <a:t>W</a:t>
            </a:r>
            <a:r>
              <a:rPr lang="en-US" sz="1700" spc="-5" dirty="0">
                <a:latin typeface="Times New Roman"/>
                <a:cs typeface="Times New Roman"/>
              </a:rPr>
              <a:t>esley.</a:t>
            </a:r>
            <a:endParaRPr lang="en-US" sz="1700" dirty="0">
              <a:latin typeface="Times New Roman"/>
              <a:cs typeface="Times New Roman"/>
            </a:endParaRPr>
          </a:p>
          <a:p>
            <a:pPr marL="225716" indent="-109651">
              <a:spcBef>
                <a:spcPts val="387"/>
              </a:spcBef>
              <a:buFont typeface="Symbol"/>
              <a:buChar char=""/>
              <a:tabLst>
                <a:tab pos="226022" algn="l"/>
              </a:tabLst>
            </a:pPr>
            <a:r>
              <a:rPr lang="en-US" sz="1700" dirty="0">
                <a:latin typeface="Times New Roman"/>
                <a:cs typeface="Times New Roman"/>
              </a:rPr>
              <a:t>P</a:t>
            </a:r>
            <a:r>
              <a:rPr lang="en-US" sz="1700" spc="-7" dirty="0">
                <a:latin typeface="Times New Roman"/>
                <a:cs typeface="Times New Roman"/>
              </a:rPr>
              <a:t>a</a:t>
            </a:r>
            <a:r>
              <a:rPr lang="en-US" sz="1700" spc="-2" dirty="0">
                <a:latin typeface="Times New Roman"/>
                <a:cs typeface="Times New Roman"/>
              </a:rPr>
              <a:t>tt</a:t>
            </a:r>
            <a:r>
              <a:rPr lang="en-US" sz="1700" spc="-7" dirty="0">
                <a:latin typeface="Times New Roman"/>
                <a:cs typeface="Times New Roman"/>
              </a:rPr>
              <a:t>e</a:t>
            </a:r>
            <a:r>
              <a:rPr lang="en-US" sz="1700" dirty="0">
                <a:latin typeface="Times New Roman"/>
                <a:cs typeface="Times New Roman"/>
              </a:rPr>
              <a:t>rson</a:t>
            </a:r>
            <a:r>
              <a:rPr lang="en-US" sz="1700" spc="-2" dirty="0">
                <a:latin typeface="Times New Roman"/>
                <a:cs typeface="Times New Roman"/>
              </a:rPr>
              <a:t> </a:t>
            </a:r>
            <a:r>
              <a:rPr lang="en-US" sz="1700" spc="-10" dirty="0">
                <a:latin typeface="Times New Roman"/>
                <a:cs typeface="Times New Roman"/>
              </a:rPr>
              <a:t>a</a:t>
            </a:r>
            <a:r>
              <a:rPr lang="en-US" sz="1700" dirty="0">
                <a:latin typeface="Times New Roman"/>
                <a:cs typeface="Times New Roman"/>
              </a:rPr>
              <a:t>nd </a:t>
            </a:r>
            <a:r>
              <a:rPr lang="en-US" sz="1700" spc="-2" dirty="0">
                <a:latin typeface="Times New Roman"/>
                <a:cs typeface="Times New Roman"/>
              </a:rPr>
              <a:t>H</a:t>
            </a:r>
            <a:r>
              <a:rPr lang="en-US" sz="1700" spc="-5" dirty="0">
                <a:latin typeface="Times New Roman"/>
                <a:cs typeface="Times New Roman"/>
              </a:rPr>
              <a:t>e</a:t>
            </a:r>
            <a:r>
              <a:rPr lang="en-US" sz="1700" dirty="0">
                <a:latin typeface="Times New Roman"/>
                <a:cs typeface="Times New Roman"/>
              </a:rPr>
              <a:t>n</a:t>
            </a:r>
            <a:r>
              <a:rPr lang="en-US" sz="1700" spc="5" dirty="0">
                <a:latin typeface="Times New Roman"/>
                <a:cs typeface="Times New Roman"/>
              </a:rPr>
              <a:t>n</a:t>
            </a:r>
            <a:r>
              <a:rPr lang="en-US" sz="1700" spc="-7" dirty="0">
                <a:latin typeface="Times New Roman"/>
                <a:cs typeface="Times New Roman"/>
              </a:rPr>
              <a:t>e</a:t>
            </a:r>
            <a:r>
              <a:rPr lang="en-US" sz="1700" spc="-2" dirty="0">
                <a:latin typeface="Times New Roman"/>
                <a:cs typeface="Times New Roman"/>
              </a:rPr>
              <a:t>ssy</a:t>
            </a:r>
            <a:r>
              <a:rPr lang="en-US" sz="1700" dirty="0">
                <a:latin typeface="Times New Roman"/>
                <a:cs typeface="Times New Roman"/>
              </a:rPr>
              <a:t>,</a:t>
            </a:r>
            <a:r>
              <a:rPr lang="en-US" sz="1700" spc="2" dirty="0">
                <a:latin typeface="Times New Roman"/>
                <a:cs typeface="Times New Roman"/>
              </a:rPr>
              <a:t> </a:t>
            </a:r>
            <a:r>
              <a:rPr lang="en-US" sz="1700" spc="-7" dirty="0">
                <a:latin typeface="Times New Roman"/>
                <a:cs typeface="Times New Roman"/>
              </a:rPr>
              <a:t>“</a:t>
            </a:r>
            <a:r>
              <a:rPr lang="en-US" sz="1700" spc="-5" dirty="0">
                <a:latin typeface="Times New Roman"/>
                <a:cs typeface="Times New Roman"/>
              </a:rPr>
              <a:t>Comput</a:t>
            </a:r>
            <a:r>
              <a:rPr lang="en-US" sz="1700" spc="-7" dirty="0">
                <a:latin typeface="Times New Roman"/>
                <a:cs typeface="Times New Roman"/>
              </a:rPr>
              <a:t>e</a:t>
            </a:r>
            <a:r>
              <a:rPr lang="en-US" sz="1700" dirty="0">
                <a:latin typeface="Times New Roman"/>
                <a:cs typeface="Times New Roman"/>
              </a:rPr>
              <a:t>r </a:t>
            </a:r>
            <a:r>
              <a:rPr lang="en-US" sz="1700" spc="-5" dirty="0">
                <a:latin typeface="Times New Roman"/>
                <a:cs typeface="Times New Roman"/>
              </a:rPr>
              <a:t>A</a:t>
            </a:r>
            <a:r>
              <a:rPr lang="en-US" sz="1700" spc="-2" dirty="0">
                <a:latin typeface="Times New Roman"/>
                <a:cs typeface="Times New Roman"/>
              </a:rPr>
              <a:t>r</a:t>
            </a:r>
            <a:r>
              <a:rPr lang="en-US" sz="1700" spc="-10" dirty="0">
                <a:latin typeface="Times New Roman"/>
                <a:cs typeface="Times New Roman"/>
              </a:rPr>
              <a:t>c</a:t>
            </a:r>
            <a:r>
              <a:rPr lang="en-US" sz="1700" spc="-2" dirty="0">
                <a:latin typeface="Times New Roman"/>
                <a:cs typeface="Times New Roman"/>
              </a:rPr>
              <a:t>hite</a:t>
            </a:r>
            <a:r>
              <a:rPr lang="en-US" sz="1700" spc="-7" dirty="0">
                <a:latin typeface="Times New Roman"/>
                <a:cs typeface="Times New Roman"/>
              </a:rPr>
              <a:t>c</a:t>
            </a:r>
            <a:r>
              <a:rPr lang="en-US" sz="1700" spc="-2" dirty="0">
                <a:latin typeface="Times New Roman"/>
                <a:cs typeface="Times New Roman"/>
              </a:rPr>
              <a:t>tur</a:t>
            </a:r>
            <a:r>
              <a:rPr lang="en-US" sz="1700" dirty="0">
                <a:latin typeface="Times New Roman"/>
                <a:cs typeface="Times New Roman"/>
              </a:rPr>
              <a:t>e</a:t>
            </a:r>
            <a:r>
              <a:rPr lang="en-US" sz="1700" spc="-2" dirty="0">
                <a:latin typeface="Times New Roman"/>
                <a:cs typeface="Times New Roman"/>
              </a:rPr>
              <a:t>”</a:t>
            </a:r>
            <a:r>
              <a:rPr lang="en-US" sz="1700" dirty="0">
                <a:latin typeface="Times New Roman"/>
                <a:cs typeface="Times New Roman"/>
              </a:rPr>
              <a:t>, </a:t>
            </a:r>
            <a:r>
              <a:rPr lang="en-US" sz="1700" spc="-5" dirty="0">
                <a:latin typeface="Times New Roman"/>
                <a:cs typeface="Times New Roman"/>
              </a:rPr>
              <a:t>F</a:t>
            </a:r>
            <a:r>
              <a:rPr lang="en-US" sz="1700" spc="-2" dirty="0">
                <a:latin typeface="Times New Roman"/>
                <a:cs typeface="Times New Roman"/>
              </a:rPr>
              <a:t>ifth Edition </a:t>
            </a:r>
            <a:r>
              <a:rPr lang="en-US" sz="1700" spc="-2" dirty="0" err="1">
                <a:latin typeface="Times New Roman"/>
                <a:cs typeface="Times New Roman"/>
              </a:rPr>
              <a:t>Morga</a:t>
            </a:r>
            <a:r>
              <a:rPr lang="en-US" sz="1700" dirty="0" err="1">
                <a:latin typeface="Times New Roman"/>
                <a:cs typeface="Times New Roman"/>
              </a:rPr>
              <a:t>on</a:t>
            </a:r>
            <a:r>
              <a:rPr lang="en-US" sz="1700" spc="5" dirty="0">
                <a:latin typeface="Times New Roman"/>
                <a:cs typeface="Times New Roman"/>
              </a:rPr>
              <a:t> </a:t>
            </a:r>
            <a:r>
              <a:rPr lang="en-US" sz="1700" spc="-2" dirty="0">
                <a:latin typeface="Times New Roman"/>
                <a:cs typeface="Times New Roman"/>
              </a:rPr>
              <a:t>K</a:t>
            </a:r>
            <a:r>
              <a:rPr lang="en-US" sz="1700" spc="-5" dirty="0">
                <a:latin typeface="Times New Roman"/>
                <a:cs typeface="Times New Roman"/>
              </a:rPr>
              <a:t>a</a:t>
            </a:r>
            <a:r>
              <a:rPr lang="en-US" sz="1700" dirty="0">
                <a:latin typeface="Times New Roman"/>
                <a:cs typeface="Times New Roman"/>
              </a:rPr>
              <a:t>uf</a:t>
            </a:r>
            <a:r>
              <a:rPr lang="en-US" sz="1700" spc="-5" dirty="0">
                <a:latin typeface="Times New Roman"/>
                <a:cs typeface="Times New Roman"/>
              </a:rPr>
              <a:t>fman.</a:t>
            </a:r>
            <a:endParaRPr lang="en-US" sz="1700" dirty="0">
              <a:latin typeface="Times New Roman"/>
              <a:cs typeface="Times New Roman"/>
            </a:endParaRPr>
          </a:p>
        </p:txBody>
      </p:sp>
    </p:spTree>
    <p:extLst>
      <p:ext uri="{BB962C8B-B14F-4D97-AF65-F5344CB8AC3E}">
        <p14:creationId xmlns:p14="http://schemas.microsoft.com/office/powerpoint/2010/main" val="2893005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E7BC2-A15E-F5E6-6E06-1E4C040E30C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40BEC8-6DC1-310A-D026-412B4B562B96}"/>
              </a:ext>
            </a:extLst>
          </p:cNvPr>
          <p:cNvPicPr>
            <a:picLocks noChangeAspect="1"/>
          </p:cNvPicPr>
          <p:nvPr/>
        </p:nvPicPr>
        <p:blipFill>
          <a:blip r:embed="rId2"/>
          <a:stretch>
            <a:fillRect/>
          </a:stretch>
        </p:blipFill>
        <p:spPr>
          <a:xfrm>
            <a:off x="100455" y="116066"/>
            <a:ext cx="476476" cy="806935"/>
          </a:xfrm>
          <a:prstGeom prst="rect">
            <a:avLst/>
          </a:prstGeom>
        </p:spPr>
      </p:pic>
      <p:pic>
        <p:nvPicPr>
          <p:cNvPr id="6" name="Picture 5">
            <a:extLst>
              <a:ext uri="{FF2B5EF4-FFF2-40B4-BE49-F238E27FC236}">
                <a16:creationId xmlns:a16="http://schemas.microsoft.com/office/drawing/2014/main" id="{729347AF-DA5F-9C00-BDFC-79D465706C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4118" y="116066"/>
            <a:ext cx="1423359" cy="476476"/>
          </a:xfrm>
          <a:prstGeom prst="rect">
            <a:avLst/>
          </a:prstGeom>
        </p:spPr>
      </p:pic>
      <p:pic>
        <p:nvPicPr>
          <p:cNvPr id="8" name="Picture 7" descr="National Board of Accreditation - Wikipedia">
            <a:extLst>
              <a:ext uri="{FF2B5EF4-FFF2-40B4-BE49-F238E27FC236}">
                <a16:creationId xmlns:a16="http://schemas.microsoft.com/office/drawing/2014/main" id="{4EDB4AE5-E426-42FF-06A3-F47428BBF33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1033" y="116065"/>
            <a:ext cx="549780" cy="549780"/>
          </a:xfrm>
          <a:prstGeom prst="rect">
            <a:avLst/>
          </a:prstGeom>
          <a:noFill/>
          <a:ln>
            <a:noFill/>
          </a:ln>
        </p:spPr>
      </p:pic>
      <p:pic>
        <p:nvPicPr>
          <p:cNvPr id="9" name="Picture 8">
            <a:extLst>
              <a:ext uri="{FF2B5EF4-FFF2-40B4-BE49-F238E27FC236}">
                <a16:creationId xmlns:a16="http://schemas.microsoft.com/office/drawing/2014/main" id="{F49F6BC9-B61B-6592-1893-AEEC7BC4BE0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57994" y="116064"/>
            <a:ext cx="659736" cy="549780"/>
          </a:xfrm>
          <a:prstGeom prst="rect">
            <a:avLst/>
          </a:prstGeom>
        </p:spPr>
      </p:pic>
      <p:sp>
        <p:nvSpPr>
          <p:cNvPr id="4" name="TextBox 3">
            <a:extLst>
              <a:ext uri="{FF2B5EF4-FFF2-40B4-BE49-F238E27FC236}">
                <a16:creationId xmlns:a16="http://schemas.microsoft.com/office/drawing/2014/main" id="{F62970E4-594D-5E8A-7C5B-AEC73CED5349}"/>
              </a:ext>
            </a:extLst>
          </p:cNvPr>
          <p:cNvSpPr txBox="1"/>
          <p:nvPr/>
        </p:nvSpPr>
        <p:spPr>
          <a:xfrm>
            <a:off x="990600" y="742950"/>
            <a:ext cx="7010400" cy="1923604"/>
          </a:xfrm>
          <a:prstGeom prst="rect">
            <a:avLst/>
          </a:prstGeom>
          <a:noFill/>
        </p:spPr>
        <p:txBody>
          <a:bodyPr wrap="square">
            <a:spAutoFit/>
          </a:bodyPr>
          <a:lstStyle/>
          <a:p>
            <a:pPr marL="6109"/>
            <a:r>
              <a:rPr lang="en-US" sz="1700" b="1" spc="-5" dirty="0">
                <a:latin typeface="Times New Roman"/>
                <a:cs typeface="Times New Roman"/>
              </a:rPr>
              <a:t>Oth</a:t>
            </a:r>
            <a:r>
              <a:rPr lang="en-US" sz="1700" b="1" spc="-7" dirty="0">
                <a:latin typeface="Times New Roman"/>
                <a:cs typeface="Times New Roman"/>
              </a:rPr>
              <a:t>e</a:t>
            </a:r>
            <a:r>
              <a:rPr lang="en-US" sz="1700" b="1" spc="-5" dirty="0">
                <a:latin typeface="Times New Roman"/>
                <a:cs typeface="Times New Roman"/>
              </a:rPr>
              <a:t>r</a:t>
            </a:r>
            <a:r>
              <a:rPr lang="en-US" sz="1700" b="1" spc="-2" dirty="0">
                <a:latin typeface="Times New Roman"/>
                <a:cs typeface="Times New Roman"/>
              </a:rPr>
              <a:t> R</a:t>
            </a:r>
            <a:r>
              <a:rPr lang="en-US" sz="1700" b="1" spc="-5" dirty="0">
                <a:latin typeface="Times New Roman"/>
                <a:cs typeface="Times New Roman"/>
              </a:rPr>
              <a:t>e</a:t>
            </a:r>
            <a:r>
              <a:rPr lang="en-US" sz="1700" b="1" spc="2" dirty="0">
                <a:latin typeface="Times New Roman"/>
                <a:cs typeface="Times New Roman"/>
              </a:rPr>
              <a:t>f</a:t>
            </a:r>
            <a:r>
              <a:rPr lang="en-US" sz="1700" b="1" spc="-7" dirty="0">
                <a:latin typeface="Times New Roman"/>
                <a:cs typeface="Times New Roman"/>
              </a:rPr>
              <a:t>e</a:t>
            </a:r>
            <a:r>
              <a:rPr lang="en-US" sz="1700" b="1" spc="-2" dirty="0">
                <a:latin typeface="Times New Roman"/>
                <a:cs typeface="Times New Roman"/>
              </a:rPr>
              <a:t>r</a:t>
            </a:r>
            <a:r>
              <a:rPr lang="en-US" sz="1700" b="1" spc="-7" dirty="0">
                <a:latin typeface="Times New Roman"/>
                <a:cs typeface="Times New Roman"/>
              </a:rPr>
              <a:t>e</a:t>
            </a:r>
            <a:r>
              <a:rPr lang="en-US" sz="1700" b="1" dirty="0">
                <a:latin typeface="Times New Roman"/>
                <a:cs typeface="Times New Roman"/>
              </a:rPr>
              <a:t>n</a:t>
            </a:r>
            <a:r>
              <a:rPr lang="en-US" sz="1700" b="1" spc="-7" dirty="0">
                <a:latin typeface="Times New Roman"/>
                <a:cs typeface="Times New Roman"/>
              </a:rPr>
              <a:t>ce</a:t>
            </a:r>
            <a:r>
              <a:rPr lang="en-US" sz="1700" b="1" dirty="0">
                <a:latin typeface="Times New Roman"/>
                <a:cs typeface="Times New Roman"/>
              </a:rPr>
              <a:t>s</a:t>
            </a:r>
            <a:endParaRPr lang="en-US" sz="1700" dirty="0">
              <a:latin typeface="Times New Roman"/>
              <a:cs typeface="Times New Roman"/>
            </a:endParaRPr>
          </a:p>
          <a:p>
            <a:pPr>
              <a:spcBef>
                <a:spcPts val="14"/>
              </a:spcBef>
            </a:pPr>
            <a:endParaRPr lang="en-US" sz="1700" dirty="0">
              <a:latin typeface="Times New Roman"/>
              <a:cs typeface="Times New Roman"/>
            </a:endParaRPr>
          </a:p>
          <a:p>
            <a:pPr marL="225716" marR="441659" indent="-109651">
              <a:buFont typeface="Symbol"/>
              <a:buChar char=""/>
              <a:tabLst>
                <a:tab pos="226022" algn="l"/>
              </a:tabLst>
            </a:pPr>
            <a:r>
              <a:rPr lang="en-US" sz="1700" u="sng" spc="-2" dirty="0">
                <a:solidFill>
                  <a:srgbClr val="0000FF"/>
                </a:solidFill>
                <a:latin typeface="Times New Roman"/>
                <a:cs typeface="Times New Roman"/>
              </a:rPr>
              <a:t>https:</a:t>
            </a:r>
            <a:r>
              <a:rPr lang="en-US" sz="1700" u="sng" dirty="0">
                <a:solidFill>
                  <a:srgbClr val="0000FF"/>
                </a:solidFill>
                <a:latin typeface="Times New Roman"/>
                <a:cs typeface="Times New Roman"/>
              </a:rPr>
              <a:t>/</a:t>
            </a:r>
            <a:r>
              <a:rPr lang="en-US" sz="1700" u="sng" spc="-2" dirty="0">
                <a:solidFill>
                  <a:srgbClr val="0000FF"/>
                </a:solidFill>
                <a:latin typeface="Times New Roman"/>
                <a:cs typeface="Times New Roman"/>
              </a:rPr>
              <a:t>/t</a:t>
            </a:r>
            <a:r>
              <a:rPr lang="en-US" sz="1700" u="sng" spc="-7" dirty="0">
                <a:solidFill>
                  <a:srgbClr val="0000FF"/>
                </a:solidFill>
                <a:latin typeface="Times New Roman"/>
                <a:cs typeface="Times New Roman"/>
              </a:rPr>
              <a:t>u</a:t>
            </a:r>
            <a:r>
              <a:rPr lang="en-US" sz="1700" u="sng" spc="-2" dirty="0">
                <a:solidFill>
                  <a:srgbClr val="0000FF"/>
                </a:solidFill>
                <a:latin typeface="Times New Roman"/>
                <a:cs typeface="Times New Roman"/>
              </a:rPr>
              <a:t>tori</a:t>
            </a:r>
            <a:r>
              <a:rPr lang="en-US" sz="1700" u="sng" spc="-7" dirty="0">
                <a:solidFill>
                  <a:srgbClr val="0000FF"/>
                </a:solidFill>
                <a:latin typeface="Times New Roman"/>
                <a:cs typeface="Times New Roman"/>
              </a:rPr>
              <a:t>a</a:t>
            </a:r>
            <a:r>
              <a:rPr lang="en-US" sz="1700" u="sng" spc="-2" dirty="0">
                <a:solidFill>
                  <a:srgbClr val="0000FF"/>
                </a:solidFill>
                <a:latin typeface="Times New Roman"/>
                <a:cs typeface="Times New Roman"/>
              </a:rPr>
              <a:t>lspoint.dev</a:t>
            </a:r>
            <a:r>
              <a:rPr lang="en-US" sz="1700" u="sng" spc="-10" dirty="0">
                <a:solidFill>
                  <a:srgbClr val="0000FF"/>
                </a:solidFill>
                <a:latin typeface="Times New Roman"/>
                <a:cs typeface="Times New Roman"/>
              </a:rPr>
              <a:t>/</a:t>
            </a:r>
            <a:r>
              <a:rPr lang="en-US" sz="1700" u="sng" spc="-7" dirty="0">
                <a:solidFill>
                  <a:srgbClr val="0000FF"/>
                </a:solidFill>
                <a:latin typeface="Times New Roman"/>
                <a:cs typeface="Times New Roman"/>
              </a:rPr>
              <a:t>c</a:t>
            </a:r>
            <a:r>
              <a:rPr lang="en-US" sz="1700" u="sng" spc="-5" dirty="0">
                <a:solidFill>
                  <a:srgbClr val="0000FF"/>
                </a:solidFill>
                <a:latin typeface="Times New Roman"/>
                <a:cs typeface="Times New Roman"/>
              </a:rPr>
              <a:t>omput</a:t>
            </a:r>
            <a:r>
              <a:rPr lang="en-US" sz="1700" u="sng" spc="-7" dirty="0">
                <a:solidFill>
                  <a:srgbClr val="0000FF"/>
                </a:solidFill>
                <a:latin typeface="Times New Roman"/>
                <a:cs typeface="Times New Roman"/>
              </a:rPr>
              <a:t>e</a:t>
            </a:r>
            <a:r>
              <a:rPr lang="en-US" sz="1700" u="sng" spc="2" dirty="0">
                <a:solidFill>
                  <a:srgbClr val="0000FF"/>
                </a:solidFill>
                <a:latin typeface="Times New Roman"/>
                <a:cs typeface="Times New Roman"/>
              </a:rPr>
              <a:t>r</a:t>
            </a:r>
            <a:r>
              <a:rPr lang="en-US" sz="1700" u="sng" spc="-2" dirty="0">
                <a:solidFill>
                  <a:srgbClr val="0000FF"/>
                </a:solidFill>
                <a:latin typeface="Times New Roman"/>
                <a:cs typeface="Times New Roman"/>
              </a:rPr>
              <a:t>-scien</a:t>
            </a:r>
            <a:r>
              <a:rPr lang="en-US" sz="1700" u="sng" spc="-7" dirty="0">
                <a:solidFill>
                  <a:srgbClr val="0000FF"/>
                </a:solidFill>
                <a:latin typeface="Times New Roman"/>
                <a:cs typeface="Times New Roman"/>
              </a:rPr>
              <a:t>ce</a:t>
            </a:r>
            <a:r>
              <a:rPr lang="en-US" sz="1700" u="sng" spc="-5" dirty="0">
                <a:solidFill>
                  <a:srgbClr val="0000FF"/>
                </a:solidFill>
                <a:latin typeface="Times New Roman"/>
                <a:cs typeface="Times New Roman"/>
              </a:rPr>
              <a:t>/comp</a:t>
            </a:r>
            <a:r>
              <a:rPr lang="en-US" sz="1700" u="sng" dirty="0">
                <a:solidFill>
                  <a:srgbClr val="0000FF"/>
                </a:solidFill>
                <a:latin typeface="Times New Roman"/>
                <a:cs typeface="Times New Roman"/>
              </a:rPr>
              <a:t>u</a:t>
            </a:r>
            <a:r>
              <a:rPr lang="en-US" sz="1700" u="sng" spc="-2" dirty="0">
                <a:solidFill>
                  <a:srgbClr val="0000FF"/>
                </a:solidFill>
                <a:latin typeface="Times New Roman"/>
                <a:cs typeface="Times New Roman"/>
              </a:rPr>
              <a:t>te</a:t>
            </a:r>
            <a:r>
              <a:rPr lang="en-US" sz="1700" u="sng" spc="-5" dirty="0">
                <a:solidFill>
                  <a:srgbClr val="0000FF"/>
                </a:solidFill>
                <a:latin typeface="Times New Roman"/>
                <a:cs typeface="Times New Roman"/>
              </a:rPr>
              <a:t>r</a:t>
            </a:r>
            <a:r>
              <a:rPr lang="en-US" sz="1700" u="sng" spc="-2" dirty="0">
                <a:solidFill>
                  <a:srgbClr val="0000FF"/>
                </a:solidFill>
                <a:latin typeface="Times New Roman"/>
                <a:cs typeface="Times New Roman"/>
              </a:rPr>
              <a:t>-</a:t>
            </a:r>
            <a:r>
              <a:rPr lang="en-US" sz="1700" u="sng" spc="-5" dirty="0">
                <a:solidFill>
                  <a:srgbClr val="0000FF"/>
                </a:solidFill>
                <a:latin typeface="Times New Roman"/>
                <a:cs typeface="Times New Roman"/>
              </a:rPr>
              <a:t>org</a:t>
            </a:r>
            <a:r>
              <a:rPr lang="en-US" sz="1700" u="sng" spc="-10" dirty="0">
                <a:solidFill>
                  <a:srgbClr val="0000FF"/>
                </a:solidFill>
                <a:latin typeface="Times New Roman"/>
                <a:cs typeface="Times New Roman"/>
              </a:rPr>
              <a:t>a</a:t>
            </a:r>
            <a:r>
              <a:rPr lang="en-US" sz="1700" u="sng" spc="-5" dirty="0">
                <a:solidFill>
                  <a:srgbClr val="0000FF"/>
                </a:solidFill>
                <a:latin typeface="Times New Roman"/>
                <a:cs typeface="Times New Roman"/>
              </a:rPr>
              <a:t>n</a:t>
            </a:r>
            <a:r>
              <a:rPr lang="en-US" sz="1700" u="sng" dirty="0">
                <a:solidFill>
                  <a:srgbClr val="0000FF"/>
                </a:solidFill>
                <a:latin typeface="Times New Roman"/>
                <a:cs typeface="Times New Roman"/>
              </a:rPr>
              <a:t>i</a:t>
            </a:r>
            <a:r>
              <a:rPr lang="en-US" sz="1700" u="sng" spc="-7" dirty="0">
                <a:solidFill>
                  <a:srgbClr val="0000FF"/>
                </a:solidFill>
                <a:latin typeface="Times New Roman"/>
                <a:cs typeface="Times New Roman"/>
              </a:rPr>
              <a:t>za</a:t>
            </a:r>
            <a:r>
              <a:rPr lang="en-US" sz="1700" u="sng" spc="-2" dirty="0">
                <a:solidFill>
                  <a:srgbClr val="0000FF"/>
                </a:solidFill>
                <a:latin typeface="Times New Roman"/>
                <a:cs typeface="Times New Roman"/>
              </a:rPr>
              <a:t>ti</a:t>
            </a:r>
            <a:r>
              <a:rPr lang="en-US" sz="1700" u="sng" dirty="0">
                <a:solidFill>
                  <a:srgbClr val="0000FF"/>
                </a:solidFill>
                <a:latin typeface="Times New Roman"/>
                <a:cs typeface="Times New Roman"/>
              </a:rPr>
              <a:t>o</a:t>
            </a:r>
            <a:r>
              <a:rPr lang="en-US" sz="1700" u="sng" spc="2" dirty="0">
                <a:solidFill>
                  <a:srgbClr val="0000FF"/>
                </a:solidFill>
                <a:latin typeface="Times New Roman"/>
                <a:cs typeface="Times New Roman"/>
              </a:rPr>
              <a:t>n</a:t>
            </a:r>
            <a:r>
              <a:rPr lang="en-US" sz="1700" u="sng" spc="-2" dirty="0">
                <a:solidFill>
                  <a:srgbClr val="0000FF"/>
                </a:solidFill>
                <a:latin typeface="Times New Roman"/>
                <a:cs typeface="Times New Roman"/>
              </a:rPr>
              <a:t>-</a:t>
            </a:r>
            <a:r>
              <a:rPr lang="en-US" sz="1700" u="sng" spc="-7" dirty="0">
                <a:solidFill>
                  <a:srgbClr val="0000FF"/>
                </a:solidFill>
                <a:latin typeface="Times New Roman"/>
                <a:cs typeface="Times New Roman"/>
              </a:rPr>
              <a:t>a</a:t>
            </a:r>
            <a:r>
              <a:rPr lang="en-US" sz="1700" u="sng" dirty="0">
                <a:solidFill>
                  <a:srgbClr val="0000FF"/>
                </a:solidFill>
                <a:latin typeface="Times New Roman"/>
                <a:cs typeface="Times New Roman"/>
              </a:rPr>
              <a:t>n</a:t>
            </a:r>
            <a:r>
              <a:rPr lang="en-US" sz="1700" u="sng" spc="5" dirty="0">
                <a:solidFill>
                  <a:srgbClr val="0000FF"/>
                </a:solidFill>
                <a:latin typeface="Times New Roman"/>
                <a:cs typeface="Times New Roman"/>
              </a:rPr>
              <a:t>d</a:t>
            </a:r>
            <a:r>
              <a:rPr lang="en-US" sz="1700" u="sng" dirty="0">
                <a:solidFill>
                  <a:srgbClr val="0000FF"/>
                </a:solidFill>
                <a:latin typeface="Times New Roman"/>
                <a:cs typeface="Times New Roman"/>
              </a:rPr>
              <a:t>-</a:t>
            </a:r>
            <a:r>
              <a:rPr lang="en-US" sz="1700" dirty="0">
                <a:solidFill>
                  <a:srgbClr val="0000FF"/>
                </a:solidFill>
                <a:latin typeface="Times New Roman"/>
                <a:cs typeface="Times New Roman"/>
              </a:rPr>
              <a:t> </a:t>
            </a:r>
            <a:r>
              <a:rPr lang="en-US" sz="1700" u="sng" spc="-7" dirty="0">
                <a:solidFill>
                  <a:srgbClr val="0000FF"/>
                </a:solidFill>
                <a:latin typeface="Times New Roman"/>
                <a:cs typeface="Times New Roman"/>
              </a:rPr>
              <a:t>a</a:t>
            </a:r>
            <a:r>
              <a:rPr lang="en-US" sz="1700" u="sng" spc="-2" dirty="0">
                <a:solidFill>
                  <a:srgbClr val="0000FF"/>
                </a:solidFill>
                <a:latin typeface="Times New Roman"/>
                <a:cs typeface="Times New Roman"/>
              </a:rPr>
              <a:t>r</a:t>
            </a:r>
            <a:r>
              <a:rPr lang="en-US" sz="1700" u="sng" spc="-10" dirty="0">
                <a:solidFill>
                  <a:srgbClr val="0000FF"/>
                </a:solidFill>
                <a:latin typeface="Times New Roman"/>
                <a:cs typeface="Times New Roman"/>
              </a:rPr>
              <a:t>c</a:t>
            </a:r>
            <a:r>
              <a:rPr lang="en-US" sz="1700" u="sng" spc="-2" dirty="0">
                <a:solidFill>
                  <a:srgbClr val="0000FF"/>
                </a:solidFill>
                <a:latin typeface="Times New Roman"/>
                <a:cs typeface="Times New Roman"/>
              </a:rPr>
              <a:t>hit</a:t>
            </a:r>
            <a:r>
              <a:rPr lang="en-US" sz="1700" u="sng" spc="-7" dirty="0">
                <a:solidFill>
                  <a:srgbClr val="0000FF"/>
                </a:solidFill>
                <a:latin typeface="Times New Roman"/>
                <a:cs typeface="Times New Roman"/>
              </a:rPr>
              <a:t>ec</a:t>
            </a:r>
            <a:r>
              <a:rPr lang="en-US" sz="1700" u="sng" spc="-2" dirty="0">
                <a:solidFill>
                  <a:srgbClr val="0000FF"/>
                </a:solidFill>
                <a:latin typeface="Times New Roman"/>
                <a:cs typeface="Times New Roman"/>
              </a:rPr>
              <a:t>t</a:t>
            </a:r>
            <a:r>
              <a:rPr lang="en-US" sz="1700" u="sng" dirty="0">
                <a:solidFill>
                  <a:srgbClr val="0000FF"/>
                </a:solidFill>
                <a:latin typeface="Times New Roman"/>
                <a:cs typeface="Times New Roman"/>
              </a:rPr>
              <a:t>u</a:t>
            </a:r>
            <a:r>
              <a:rPr lang="en-US" sz="1700" u="sng" spc="-2" dirty="0">
                <a:solidFill>
                  <a:srgbClr val="0000FF"/>
                </a:solidFill>
                <a:latin typeface="Times New Roman"/>
                <a:cs typeface="Times New Roman"/>
              </a:rPr>
              <a:t>r</a:t>
            </a:r>
            <a:r>
              <a:rPr lang="en-US" sz="1700" u="sng" spc="-10" dirty="0">
                <a:solidFill>
                  <a:srgbClr val="0000FF"/>
                </a:solidFill>
                <a:latin typeface="Times New Roman"/>
                <a:cs typeface="Times New Roman"/>
              </a:rPr>
              <a:t>e</a:t>
            </a:r>
            <a:r>
              <a:rPr lang="en-US" sz="1700" u="sng" spc="-2" dirty="0">
                <a:solidFill>
                  <a:srgbClr val="0000FF"/>
                </a:solidFill>
                <a:latin typeface="Times New Roman"/>
                <a:cs typeface="Times New Roman"/>
              </a:rPr>
              <a:t>/i</a:t>
            </a:r>
            <a:r>
              <a:rPr lang="en-US" sz="1700" u="sng" spc="2" dirty="0">
                <a:solidFill>
                  <a:srgbClr val="0000FF"/>
                </a:solidFill>
                <a:latin typeface="Times New Roman"/>
                <a:cs typeface="Times New Roman"/>
              </a:rPr>
              <a:t>o</a:t>
            </a:r>
            <a:r>
              <a:rPr lang="en-US" sz="1700" u="sng" spc="-2" dirty="0">
                <a:solidFill>
                  <a:srgbClr val="0000FF"/>
                </a:solidFill>
                <a:latin typeface="Times New Roman"/>
                <a:cs typeface="Times New Roman"/>
              </a:rPr>
              <a:t>-int</a:t>
            </a:r>
            <a:r>
              <a:rPr lang="en-US" sz="1700" u="sng" spc="-7" dirty="0">
                <a:solidFill>
                  <a:srgbClr val="0000FF"/>
                </a:solidFill>
                <a:latin typeface="Times New Roman"/>
                <a:cs typeface="Times New Roman"/>
              </a:rPr>
              <a:t>e</a:t>
            </a:r>
            <a:r>
              <a:rPr lang="en-US" sz="1700" u="sng" dirty="0">
                <a:solidFill>
                  <a:srgbClr val="0000FF"/>
                </a:solidFill>
                <a:latin typeface="Times New Roman"/>
                <a:cs typeface="Times New Roman"/>
              </a:rPr>
              <a:t>rf</a:t>
            </a:r>
            <a:r>
              <a:rPr lang="en-US" sz="1700" u="sng" spc="-7" dirty="0">
                <a:solidFill>
                  <a:srgbClr val="0000FF"/>
                </a:solidFill>
                <a:latin typeface="Times New Roman"/>
                <a:cs typeface="Times New Roman"/>
              </a:rPr>
              <a:t>a</a:t>
            </a:r>
            <a:r>
              <a:rPr lang="en-US" sz="1700" u="sng" spc="-2" dirty="0">
                <a:solidFill>
                  <a:srgbClr val="0000FF"/>
                </a:solidFill>
                <a:latin typeface="Times New Roman"/>
                <a:cs typeface="Times New Roman"/>
              </a:rPr>
              <a:t>c</a:t>
            </a:r>
            <a:r>
              <a:rPr lang="en-US" sz="1700" u="sng" spc="-7" dirty="0">
                <a:solidFill>
                  <a:srgbClr val="0000FF"/>
                </a:solidFill>
                <a:latin typeface="Times New Roman"/>
                <a:cs typeface="Times New Roman"/>
              </a:rPr>
              <a:t>e</a:t>
            </a:r>
            <a:r>
              <a:rPr lang="en-US" sz="1700" u="sng" spc="-2" dirty="0">
                <a:solidFill>
                  <a:srgbClr val="0000FF"/>
                </a:solidFill>
                <a:latin typeface="Times New Roman"/>
                <a:cs typeface="Times New Roman"/>
              </a:rPr>
              <a:t>-</a:t>
            </a:r>
            <a:r>
              <a:rPr lang="en-US" sz="1700" u="sng" dirty="0">
                <a:solidFill>
                  <a:srgbClr val="0000FF"/>
                </a:solidFill>
                <a:latin typeface="Times New Roman"/>
                <a:cs typeface="Times New Roman"/>
              </a:rPr>
              <a:t>i</a:t>
            </a:r>
            <a:r>
              <a:rPr lang="en-US" sz="1700" u="sng" spc="-2" dirty="0">
                <a:solidFill>
                  <a:srgbClr val="0000FF"/>
                </a:solidFill>
                <a:latin typeface="Times New Roman"/>
                <a:cs typeface="Times New Roman"/>
              </a:rPr>
              <a:t>nte</a:t>
            </a:r>
            <a:r>
              <a:rPr lang="en-US" sz="1700" u="sng" spc="-7" dirty="0">
                <a:solidFill>
                  <a:srgbClr val="0000FF"/>
                </a:solidFill>
                <a:latin typeface="Times New Roman"/>
                <a:cs typeface="Times New Roman"/>
              </a:rPr>
              <a:t>r</a:t>
            </a:r>
            <a:r>
              <a:rPr lang="en-US" sz="1700" u="sng" spc="-2" dirty="0">
                <a:solidFill>
                  <a:srgbClr val="0000FF"/>
                </a:solidFill>
                <a:latin typeface="Times New Roman"/>
                <a:cs typeface="Times New Roman"/>
              </a:rPr>
              <a:t>rupt-</a:t>
            </a:r>
            <a:r>
              <a:rPr lang="en-US" sz="1700" u="sng" spc="-5" dirty="0" err="1">
                <a:solidFill>
                  <a:srgbClr val="0000FF"/>
                </a:solidFill>
                <a:latin typeface="Times New Roman"/>
                <a:cs typeface="Times New Roman"/>
              </a:rPr>
              <a:t>dm</a:t>
            </a:r>
            <a:r>
              <a:rPr lang="en-US" sz="1700" u="sng" spc="-7" dirty="0" err="1">
                <a:solidFill>
                  <a:srgbClr val="0000FF"/>
                </a:solidFill>
                <a:latin typeface="Times New Roman"/>
                <a:cs typeface="Times New Roman"/>
              </a:rPr>
              <a:t>a</a:t>
            </a:r>
            <a:r>
              <a:rPr lang="en-US" sz="1700" u="sng" spc="-2" dirty="0">
                <a:solidFill>
                  <a:srgbClr val="0000FF"/>
                </a:solidFill>
                <a:latin typeface="Times New Roman"/>
                <a:cs typeface="Times New Roman"/>
              </a:rPr>
              <a:t>-</a:t>
            </a:r>
            <a:r>
              <a:rPr lang="en-US" sz="1700" u="sng" spc="-5" dirty="0">
                <a:solidFill>
                  <a:srgbClr val="0000FF"/>
                </a:solidFill>
                <a:latin typeface="Times New Roman"/>
                <a:cs typeface="Times New Roman"/>
              </a:rPr>
              <a:t>mo</a:t>
            </a:r>
            <a:r>
              <a:rPr lang="en-US" sz="1700" u="sng" dirty="0">
                <a:solidFill>
                  <a:srgbClr val="0000FF"/>
                </a:solidFill>
                <a:latin typeface="Times New Roman"/>
                <a:cs typeface="Times New Roman"/>
              </a:rPr>
              <a:t>d</a:t>
            </a:r>
            <a:r>
              <a:rPr lang="en-US" sz="1700" u="sng" spc="-5" dirty="0">
                <a:solidFill>
                  <a:srgbClr val="0000FF"/>
                </a:solidFill>
                <a:latin typeface="Times New Roman"/>
                <a:cs typeface="Times New Roman"/>
              </a:rPr>
              <a:t>e</a:t>
            </a:r>
            <a:endParaRPr lang="en-US" sz="1700" dirty="0">
              <a:latin typeface="Times New Roman"/>
              <a:cs typeface="Times New Roman"/>
            </a:endParaRPr>
          </a:p>
          <a:p>
            <a:pPr marL="225716" indent="-109651">
              <a:buFont typeface="Symbol"/>
              <a:buChar char=""/>
              <a:tabLst>
                <a:tab pos="226022" algn="l"/>
              </a:tabLst>
            </a:pPr>
            <a:r>
              <a:rPr lang="en-US" sz="1700" u="sng" spc="-2" dirty="0">
                <a:solidFill>
                  <a:srgbClr val="0000FF"/>
                </a:solidFill>
                <a:latin typeface="Times New Roman"/>
                <a:cs typeface="Times New Roman"/>
              </a:rPr>
              <a:t>Asyn</a:t>
            </a:r>
            <a:r>
              <a:rPr lang="en-US" sz="1700" u="sng" spc="-5" dirty="0">
                <a:solidFill>
                  <a:srgbClr val="0000FF"/>
                </a:solidFill>
                <a:latin typeface="Times New Roman"/>
                <a:cs typeface="Times New Roman"/>
              </a:rPr>
              <a:t>c</a:t>
            </a:r>
            <a:r>
              <a:rPr lang="en-US" sz="1700" u="sng" dirty="0">
                <a:solidFill>
                  <a:srgbClr val="0000FF"/>
                </a:solidFill>
                <a:latin typeface="Times New Roman"/>
                <a:cs typeface="Times New Roman"/>
              </a:rPr>
              <a:t>hron</a:t>
            </a:r>
            <a:r>
              <a:rPr lang="en-US" sz="1700" u="sng" spc="-2" dirty="0">
                <a:solidFill>
                  <a:srgbClr val="0000FF"/>
                </a:solidFill>
                <a:latin typeface="Times New Roman"/>
                <a:cs typeface="Times New Roman"/>
              </a:rPr>
              <a:t>o</a:t>
            </a:r>
            <a:r>
              <a:rPr lang="en-US" sz="1700" u="sng" dirty="0">
                <a:solidFill>
                  <a:srgbClr val="0000FF"/>
                </a:solidFill>
                <a:latin typeface="Times New Roman"/>
                <a:cs typeface="Times New Roman"/>
              </a:rPr>
              <a:t>us</a:t>
            </a:r>
            <a:r>
              <a:rPr lang="en-US" sz="1700" u="sng" spc="-2" dirty="0">
                <a:solidFill>
                  <a:srgbClr val="0000FF"/>
                </a:solidFill>
                <a:latin typeface="Times New Roman"/>
                <a:cs typeface="Times New Roman"/>
              </a:rPr>
              <a:t> D</a:t>
            </a:r>
            <a:r>
              <a:rPr lang="en-US" sz="1700" u="sng" spc="-5" dirty="0">
                <a:solidFill>
                  <a:srgbClr val="0000FF"/>
                </a:solidFill>
                <a:latin typeface="Times New Roman"/>
                <a:cs typeface="Times New Roman"/>
              </a:rPr>
              <a:t>a</a:t>
            </a:r>
            <a:r>
              <a:rPr lang="en-US" sz="1700" u="sng" dirty="0">
                <a:solidFill>
                  <a:srgbClr val="0000FF"/>
                </a:solidFill>
                <a:latin typeface="Times New Roman"/>
                <a:cs typeface="Times New Roman"/>
              </a:rPr>
              <a:t>t</a:t>
            </a:r>
            <a:r>
              <a:rPr lang="en-US" sz="1700" u="sng" spc="-5" dirty="0">
                <a:solidFill>
                  <a:srgbClr val="0000FF"/>
                </a:solidFill>
                <a:latin typeface="Times New Roman"/>
                <a:cs typeface="Times New Roman"/>
              </a:rPr>
              <a:t>a</a:t>
            </a:r>
            <a:r>
              <a:rPr lang="en-US" sz="1700" u="sng" spc="-2" dirty="0">
                <a:solidFill>
                  <a:srgbClr val="0000FF"/>
                </a:solidFill>
                <a:latin typeface="Times New Roman"/>
                <a:cs typeface="Times New Roman"/>
              </a:rPr>
              <a:t> </a:t>
            </a:r>
            <a:r>
              <a:rPr lang="en-US" sz="1700" u="sng" spc="-5" dirty="0">
                <a:solidFill>
                  <a:srgbClr val="0000FF"/>
                </a:solidFill>
                <a:latin typeface="Times New Roman"/>
                <a:cs typeface="Times New Roman"/>
              </a:rPr>
              <a:t>Tr</a:t>
            </a:r>
            <a:r>
              <a:rPr lang="en-US" sz="1700" u="sng" spc="-7" dirty="0">
                <a:solidFill>
                  <a:srgbClr val="0000FF"/>
                </a:solidFill>
                <a:latin typeface="Times New Roman"/>
                <a:cs typeface="Times New Roman"/>
              </a:rPr>
              <a:t>a</a:t>
            </a:r>
            <a:r>
              <a:rPr lang="en-US" sz="1700" u="sng" spc="5" dirty="0">
                <a:solidFill>
                  <a:srgbClr val="0000FF"/>
                </a:solidFill>
                <a:latin typeface="Times New Roman"/>
                <a:cs typeface="Times New Roman"/>
              </a:rPr>
              <a:t>n</a:t>
            </a:r>
            <a:r>
              <a:rPr lang="en-US" sz="1700" u="sng" spc="-2" dirty="0">
                <a:solidFill>
                  <a:srgbClr val="0000FF"/>
                </a:solidFill>
                <a:latin typeface="Times New Roman"/>
                <a:cs typeface="Times New Roman"/>
              </a:rPr>
              <a:t>sf</a:t>
            </a:r>
            <a:r>
              <a:rPr lang="en-US" sz="1700" u="sng" spc="-5" dirty="0">
                <a:solidFill>
                  <a:srgbClr val="0000FF"/>
                </a:solidFill>
                <a:latin typeface="Times New Roman"/>
                <a:cs typeface="Times New Roman"/>
              </a:rPr>
              <a:t>e</a:t>
            </a:r>
            <a:r>
              <a:rPr lang="en-US" sz="1700" u="sng" dirty="0">
                <a:solidFill>
                  <a:srgbClr val="0000FF"/>
                </a:solidFill>
                <a:latin typeface="Times New Roman"/>
                <a:cs typeface="Times New Roman"/>
              </a:rPr>
              <a:t>r </a:t>
            </a:r>
            <a:r>
              <a:rPr lang="en-US" sz="1700" u="sng" spc="-2" dirty="0">
                <a:solidFill>
                  <a:srgbClr val="0000FF"/>
                </a:solidFill>
                <a:latin typeface="Times New Roman"/>
                <a:cs typeface="Times New Roman"/>
              </a:rPr>
              <a:t>in </a:t>
            </a:r>
            <a:r>
              <a:rPr lang="en-US" sz="1700" u="sng" spc="-5" dirty="0">
                <a:solidFill>
                  <a:srgbClr val="0000FF"/>
                </a:solidFill>
                <a:latin typeface="Times New Roman"/>
                <a:cs typeface="Times New Roman"/>
              </a:rPr>
              <a:t>Com</a:t>
            </a:r>
            <a:r>
              <a:rPr lang="en-US" sz="1700" u="sng" spc="-2" dirty="0">
                <a:solidFill>
                  <a:srgbClr val="0000FF"/>
                </a:solidFill>
                <a:latin typeface="Times New Roman"/>
                <a:cs typeface="Times New Roman"/>
              </a:rPr>
              <a:t>puter</a:t>
            </a:r>
            <a:r>
              <a:rPr lang="en-US" sz="1700" u="sng" spc="-5" dirty="0">
                <a:solidFill>
                  <a:srgbClr val="0000FF"/>
                </a:solidFill>
                <a:latin typeface="Times New Roman"/>
                <a:cs typeface="Times New Roman"/>
              </a:rPr>
              <a:t> </a:t>
            </a:r>
            <a:r>
              <a:rPr lang="en-US" sz="1700" u="sng" spc="-2" dirty="0">
                <a:solidFill>
                  <a:srgbClr val="0000FF"/>
                </a:solidFill>
                <a:latin typeface="Times New Roman"/>
                <a:cs typeface="Times New Roman"/>
              </a:rPr>
              <a:t>O</a:t>
            </a:r>
            <a:r>
              <a:rPr lang="en-US" sz="1700" u="sng" spc="-5" dirty="0">
                <a:solidFill>
                  <a:srgbClr val="0000FF"/>
                </a:solidFill>
                <a:latin typeface="Times New Roman"/>
                <a:cs typeface="Times New Roman"/>
              </a:rPr>
              <a:t>r</a:t>
            </a:r>
            <a:r>
              <a:rPr lang="en-US" sz="1700" u="sng" spc="5" dirty="0">
                <a:solidFill>
                  <a:srgbClr val="0000FF"/>
                </a:solidFill>
                <a:latin typeface="Times New Roman"/>
                <a:cs typeface="Times New Roman"/>
              </a:rPr>
              <a:t>g</a:t>
            </a:r>
            <a:r>
              <a:rPr lang="en-US" sz="1700" u="sng" spc="-7" dirty="0">
                <a:solidFill>
                  <a:srgbClr val="0000FF"/>
                </a:solidFill>
                <a:latin typeface="Times New Roman"/>
                <a:cs typeface="Times New Roman"/>
              </a:rPr>
              <a:t>a</a:t>
            </a:r>
            <a:r>
              <a:rPr lang="en-US" sz="1700" u="sng" spc="-2" dirty="0">
                <a:solidFill>
                  <a:srgbClr val="0000FF"/>
                </a:solidFill>
                <a:latin typeface="Times New Roman"/>
                <a:cs typeface="Times New Roman"/>
              </a:rPr>
              <a:t>niz</a:t>
            </a:r>
            <a:r>
              <a:rPr lang="en-US" sz="1700" u="sng" spc="-10" dirty="0">
                <a:solidFill>
                  <a:srgbClr val="0000FF"/>
                </a:solidFill>
                <a:latin typeface="Times New Roman"/>
                <a:cs typeface="Times New Roman"/>
              </a:rPr>
              <a:t>a</a:t>
            </a:r>
            <a:r>
              <a:rPr lang="en-US" sz="1700" u="sng" spc="-2" dirty="0">
                <a:solidFill>
                  <a:srgbClr val="0000FF"/>
                </a:solidFill>
                <a:latin typeface="Times New Roman"/>
                <a:cs typeface="Times New Roman"/>
              </a:rPr>
              <a:t>ti</a:t>
            </a:r>
            <a:r>
              <a:rPr lang="en-US" sz="1700" u="sng" dirty="0">
                <a:solidFill>
                  <a:srgbClr val="0000FF"/>
                </a:solidFill>
                <a:latin typeface="Times New Roman"/>
                <a:cs typeface="Times New Roman"/>
              </a:rPr>
              <a:t>on</a:t>
            </a:r>
            <a:r>
              <a:rPr lang="en-US" sz="1700" u="sng" spc="5" dirty="0">
                <a:solidFill>
                  <a:srgbClr val="0000FF"/>
                </a:solidFill>
                <a:latin typeface="Times New Roman"/>
                <a:cs typeface="Times New Roman"/>
              </a:rPr>
              <a:t> </a:t>
            </a:r>
            <a:r>
              <a:rPr lang="en-US" sz="1700" u="sng" dirty="0">
                <a:solidFill>
                  <a:srgbClr val="0000FF"/>
                </a:solidFill>
                <a:latin typeface="Times New Roman"/>
                <a:cs typeface="Times New Roman"/>
              </a:rPr>
              <a:t>-</a:t>
            </a:r>
            <a:r>
              <a:rPr lang="en-US" sz="1700" u="sng" spc="-2" dirty="0">
                <a:solidFill>
                  <a:srgbClr val="0000FF"/>
                </a:solidFill>
                <a:latin typeface="Times New Roman"/>
                <a:cs typeface="Times New Roman"/>
              </a:rPr>
              <a:t> </a:t>
            </a:r>
            <a:r>
              <a:rPr lang="en-US" sz="1700" u="sng" spc="-2" dirty="0" err="1">
                <a:solidFill>
                  <a:srgbClr val="0000FF"/>
                </a:solidFill>
                <a:latin typeface="Times New Roman"/>
                <a:cs typeface="Times New Roman"/>
              </a:rPr>
              <a:t>Ja</a:t>
            </a:r>
            <a:r>
              <a:rPr lang="en-US" sz="1700" u="sng" spc="-5" dirty="0" err="1">
                <a:solidFill>
                  <a:srgbClr val="0000FF"/>
                </a:solidFill>
                <a:latin typeface="Times New Roman"/>
                <a:cs typeface="Times New Roman"/>
              </a:rPr>
              <a:t>v</a:t>
            </a:r>
            <a:r>
              <a:rPr lang="en-US" sz="1700" u="sng" spc="-7" dirty="0" err="1">
                <a:solidFill>
                  <a:srgbClr val="0000FF"/>
                </a:solidFill>
                <a:latin typeface="Times New Roman"/>
                <a:cs typeface="Times New Roman"/>
              </a:rPr>
              <a:t>a</a:t>
            </a:r>
            <a:r>
              <a:rPr lang="en-US" sz="1700" u="sng" spc="-2" dirty="0" err="1">
                <a:solidFill>
                  <a:srgbClr val="0000FF"/>
                </a:solidFill>
                <a:latin typeface="Times New Roman"/>
                <a:cs typeface="Times New Roman"/>
              </a:rPr>
              <a:t>tpoint</a:t>
            </a:r>
            <a:endParaRPr lang="en-US" sz="1700" dirty="0">
              <a:latin typeface="Times New Roman"/>
              <a:cs typeface="Times New Roman"/>
            </a:endParaRPr>
          </a:p>
          <a:p>
            <a:pPr marL="225716" indent="-109651">
              <a:spcBef>
                <a:spcPts val="12"/>
              </a:spcBef>
              <a:buFont typeface="Symbol"/>
              <a:buChar char=""/>
              <a:tabLst>
                <a:tab pos="226022" algn="l"/>
              </a:tabLst>
            </a:pPr>
            <a:r>
              <a:rPr lang="en-US" sz="1700" u="sng" spc="-2" dirty="0">
                <a:solidFill>
                  <a:srgbClr val="0000FF"/>
                </a:solidFill>
                <a:latin typeface="Times New Roman"/>
                <a:cs typeface="Times New Roman"/>
              </a:rPr>
              <a:t>https:</a:t>
            </a:r>
            <a:r>
              <a:rPr lang="en-US" sz="1700" u="sng" dirty="0">
                <a:solidFill>
                  <a:srgbClr val="0000FF"/>
                </a:solidFill>
                <a:latin typeface="Times New Roman"/>
                <a:cs typeface="Times New Roman"/>
              </a:rPr>
              <a:t>/</a:t>
            </a:r>
            <a:r>
              <a:rPr lang="en-US" sz="1700" u="sng" dirty="0">
                <a:solidFill>
                  <a:srgbClr val="0000FF"/>
                </a:solidFill>
                <a:latin typeface="Times New Roman"/>
                <a:cs typeface="Times New Roman"/>
                <a:hlinkClick r:id="rId6"/>
              </a:rPr>
              <a:t>/ww</a:t>
            </a:r>
            <a:r>
              <a:rPr lang="en-US" sz="1700" u="sng" spc="-5" dirty="0">
                <a:solidFill>
                  <a:srgbClr val="0000FF"/>
                </a:solidFill>
                <a:latin typeface="Times New Roman"/>
                <a:cs typeface="Times New Roman"/>
                <a:hlinkClick r:id="rId6"/>
              </a:rPr>
              <a:t>w</a:t>
            </a:r>
            <a:r>
              <a:rPr lang="en-US" sz="1700" u="sng" spc="-2" dirty="0">
                <a:solidFill>
                  <a:srgbClr val="0000FF"/>
                </a:solidFill>
                <a:latin typeface="Times New Roman"/>
                <a:cs typeface="Times New Roman"/>
                <a:hlinkClick r:id="rId6"/>
              </a:rPr>
              <a:t>.studytoni</a:t>
            </a:r>
            <a:r>
              <a:rPr lang="en-US" sz="1700" u="sng" spc="-5" dirty="0">
                <a:solidFill>
                  <a:srgbClr val="0000FF"/>
                </a:solidFill>
                <a:latin typeface="Times New Roman"/>
                <a:cs typeface="Times New Roman"/>
                <a:hlinkClick r:id="rId6"/>
              </a:rPr>
              <a:t>gh</a:t>
            </a:r>
            <a:r>
              <a:rPr lang="en-US" sz="1700" u="sng" spc="-7" dirty="0">
                <a:solidFill>
                  <a:srgbClr val="0000FF"/>
                </a:solidFill>
                <a:latin typeface="Times New Roman"/>
                <a:cs typeface="Times New Roman"/>
                <a:hlinkClick r:id="rId6"/>
              </a:rPr>
              <a:t>t</a:t>
            </a:r>
            <a:r>
              <a:rPr lang="en-US" sz="1700" u="sng" spc="-2" dirty="0">
                <a:solidFill>
                  <a:srgbClr val="0000FF"/>
                </a:solidFill>
                <a:latin typeface="Times New Roman"/>
                <a:cs typeface="Times New Roman"/>
                <a:hlinkClick r:id="rId6"/>
              </a:rPr>
              <a:t>.</a:t>
            </a:r>
            <a:r>
              <a:rPr lang="en-US" sz="1700" u="sng" spc="-7" dirty="0">
                <a:solidFill>
                  <a:srgbClr val="0000FF"/>
                </a:solidFill>
                <a:latin typeface="Times New Roman"/>
                <a:cs typeface="Times New Roman"/>
                <a:hlinkClick r:id="rId6"/>
              </a:rPr>
              <a:t>c</a:t>
            </a:r>
            <a:r>
              <a:rPr lang="en-US" sz="1700" u="sng" spc="-5" dirty="0">
                <a:solidFill>
                  <a:srgbClr val="0000FF"/>
                </a:solidFill>
                <a:latin typeface="Times New Roman"/>
                <a:cs typeface="Times New Roman"/>
                <a:hlinkClick r:id="rId6"/>
              </a:rPr>
              <a:t>om/</a:t>
            </a:r>
            <a:r>
              <a:rPr lang="en-US" sz="1700" u="sng" spc="-7" dirty="0">
                <a:solidFill>
                  <a:srgbClr val="0000FF"/>
                </a:solidFill>
                <a:latin typeface="Times New Roman"/>
                <a:cs typeface="Times New Roman"/>
              </a:rPr>
              <a:t>c</a:t>
            </a:r>
            <a:r>
              <a:rPr lang="en-US" sz="1700" u="sng" spc="-5" dirty="0">
                <a:solidFill>
                  <a:srgbClr val="0000FF"/>
                </a:solidFill>
                <a:latin typeface="Times New Roman"/>
                <a:cs typeface="Times New Roman"/>
                <a:hlinkClick r:id="rId6"/>
              </a:rPr>
              <a:t>omput</a:t>
            </a:r>
            <a:r>
              <a:rPr lang="en-US" sz="1700" u="sng" spc="-7" dirty="0">
                <a:solidFill>
                  <a:srgbClr val="0000FF"/>
                </a:solidFill>
                <a:latin typeface="Times New Roman"/>
                <a:cs typeface="Times New Roman"/>
                <a:hlinkClick r:id="rId6"/>
              </a:rPr>
              <a:t>e</a:t>
            </a:r>
            <a:r>
              <a:rPr lang="en-US" sz="1700" u="sng" spc="2" dirty="0">
                <a:solidFill>
                  <a:srgbClr val="0000FF"/>
                </a:solidFill>
                <a:latin typeface="Times New Roman"/>
                <a:cs typeface="Times New Roman"/>
                <a:hlinkClick r:id="rId6"/>
              </a:rPr>
              <a:t>r</a:t>
            </a:r>
            <a:r>
              <a:rPr lang="en-US" sz="1700" u="sng" spc="-2" dirty="0">
                <a:solidFill>
                  <a:srgbClr val="0000FF"/>
                </a:solidFill>
                <a:latin typeface="Times New Roman"/>
                <a:cs typeface="Times New Roman"/>
                <a:hlinkClick r:id="rId6"/>
              </a:rPr>
              <a:t>-ar</a:t>
            </a:r>
            <a:r>
              <a:rPr lang="en-US" sz="1700" u="sng" spc="-10" dirty="0">
                <a:solidFill>
                  <a:srgbClr val="0000FF"/>
                </a:solidFill>
                <a:latin typeface="Times New Roman"/>
                <a:cs typeface="Times New Roman"/>
                <a:hlinkClick r:id="rId6"/>
              </a:rPr>
              <a:t>c</a:t>
            </a:r>
            <a:r>
              <a:rPr lang="en-US" sz="1700" u="sng" spc="-2" dirty="0">
                <a:solidFill>
                  <a:srgbClr val="0000FF"/>
                </a:solidFill>
                <a:latin typeface="Times New Roman"/>
                <a:cs typeface="Times New Roman"/>
                <a:hlinkClick r:id="rId6"/>
              </a:rPr>
              <a:t>hit</a:t>
            </a:r>
            <a:r>
              <a:rPr lang="en-US" sz="1700" u="sng" spc="-7" dirty="0">
                <a:solidFill>
                  <a:srgbClr val="0000FF"/>
                </a:solidFill>
                <a:latin typeface="Times New Roman"/>
                <a:cs typeface="Times New Roman"/>
                <a:hlinkClick r:id="rId6"/>
              </a:rPr>
              <a:t>ec</a:t>
            </a:r>
            <a:r>
              <a:rPr lang="en-US" sz="1700" u="sng" dirty="0">
                <a:solidFill>
                  <a:srgbClr val="0000FF"/>
                </a:solidFill>
                <a:latin typeface="Times New Roman"/>
                <a:cs typeface="Times New Roman"/>
                <a:hlinkClick r:id="rId6"/>
              </a:rPr>
              <a:t>t</a:t>
            </a:r>
            <a:r>
              <a:rPr lang="en-US" sz="1700" u="sng" spc="-2" dirty="0">
                <a:solidFill>
                  <a:srgbClr val="0000FF"/>
                </a:solidFill>
                <a:latin typeface="Times New Roman"/>
                <a:cs typeface="Times New Roman"/>
                <a:hlinkClick r:id="rId6"/>
              </a:rPr>
              <a:t>ur</a:t>
            </a:r>
            <a:r>
              <a:rPr lang="en-US" sz="1700" u="sng" spc="-10" dirty="0">
                <a:solidFill>
                  <a:srgbClr val="0000FF"/>
                </a:solidFill>
                <a:latin typeface="Times New Roman"/>
                <a:cs typeface="Times New Roman"/>
                <a:hlinkClick r:id="rId6"/>
              </a:rPr>
              <a:t>e</a:t>
            </a:r>
            <a:r>
              <a:rPr lang="en-US" sz="1700" u="sng" spc="-2" dirty="0">
                <a:solidFill>
                  <a:srgbClr val="0000FF"/>
                </a:solidFill>
                <a:latin typeface="Times New Roman"/>
                <a:cs typeface="Times New Roman"/>
                <a:hlinkClick r:id="rId6"/>
              </a:rPr>
              <a:t>/i</a:t>
            </a:r>
            <a:r>
              <a:rPr lang="en-US" sz="1700" u="sng" spc="-5" dirty="0">
                <a:solidFill>
                  <a:srgbClr val="0000FF"/>
                </a:solidFill>
                <a:latin typeface="Times New Roman"/>
                <a:cs typeface="Times New Roman"/>
                <a:hlinkClick r:id="rId6"/>
              </a:rPr>
              <a:t>npu</a:t>
            </a:r>
            <a:r>
              <a:rPr lang="en-US" sz="1700" u="sng" dirty="0">
                <a:solidFill>
                  <a:srgbClr val="0000FF"/>
                </a:solidFill>
                <a:latin typeface="Times New Roman"/>
                <a:cs typeface="Times New Roman"/>
                <a:hlinkClick r:id="rId6"/>
              </a:rPr>
              <a:t>t</a:t>
            </a:r>
            <a:r>
              <a:rPr lang="en-US" sz="1700" u="sng" spc="-2" dirty="0">
                <a:solidFill>
                  <a:srgbClr val="0000FF"/>
                </a:solidFill>
                <a:latin typeface="Times New Roman"/>
                <a:cs typeface="Times New Roman"/>
                <a:hlinkClick r:id="rId6"/>
              </a:rPr>
              <a:t>-</a:t>
            </a:r>
            <a:r>
              <a:rPr lang="en-US" sz="1700" u="sng" spc="-5" dirty="0">
                <a:solidFill>
                  <a:srgbClr val="0000FF"/>
                </a:solidFill>
                <a:latin typeface="Times New Roman"/>
                <a:cs typeface="Times New Roman"/>
                <a:hlinkClick r:id="rId6"/>
              </a:rPr>
              <a:t>outpu</a:t>
            </a:r>
            <a:r>
              <a:rPr lang="en-US" sz="1700" u="sng" dirty="0">
                <a:solidFill>
                  <a:srgbClr val="0000FF"/>
                </a:solidFill>
                <a:latin typeface="Times New Roman"/>
                <a:cs typeface="Times New Roman"/>
                <a:hlinkClick r:id="rId6"/>
              </a:rPr>
              <a:t>t</a:t>
            </a:r>
            <a:r>
              <a:rPr lang="en-US" sz="1700" u="sng" spc="-2" dirty="0">
                <a:solidFill>
                  <a:srgbClr val="0000FF"/>
                </a:solidFill>
                <a:latin typeface="Times New Roman"/>
                <a:cs typeface="Times New Roman"/>
                <a:hlinkClick r:id="rId6"/>
              </a:rPr>
              <a:t>-</a:t>
            </a:r>
            <a:r>
              <a:rPr lang="en-US" sz="1700" u="sng" spc="-5" dirty="0">
                <a:solidFill>
                  <a:srgbClr val="0000FF"/>
                </a:solidFill>
                <a:latin typeface="Times New Roman"/>
                <a:cs typeface="Times New Roman"/>
                <a:hlinkClick r:id="rId6"/>
              </a:rPr>
              <a:t>pro</a:t>
            </a:r>
            <a:r>
              <a:rPr lang="en-US" sz="1700" u="sng" spc="-10" dirty="0">
                <a:solidFill>
                  <a:srgbClr val="0000FF"/>
                </a:solidFill>
                <a:latin typeface="Times New Roman"/>
                <a:cs typeface="Times New Roman"/>
                <a:hlinkClick r:id="rId6"/>
              </a:rPr>
              <a:t>c</a:t>
            </a:r>
            <a:r>
              <a:rPr lang="en-US" sz="1700" u="sng" spc="-7" dirty="0">
                <a:solidFill>
                  <a:srgbClr val="0000FF"/>
                </a:solidFill>
                <a:latin typeface="Times New Roman"/>
                <a:cs typeface="Times New Roman"/>
                <a:hlinkClick r:id="rId6"/>
              </a:rPr>
              <a:t>e</a:t>
            </a:r>
            <a:r>
              <a:rPr lang="en-US" sz="1700" u="sng" spc="-2" dirty="0">
                <a:solidFill>
                  <a:srgbClr val="0000FF"/>
                </a:solidFill>
                <a:latin typeface="Times New Roman"/>
                <a:cs typeface="Times New Roman"/>
                <a:hlinkClick r:id="rId6"/>
              </a:rPr>
              <a:t>s</a:t>
            </a:r>
            <a:r>
              <a:rPr lang="en-US" sz="1700" u="sng" spc="5" dirty="0">
                <a:solidFill>
                  <a:srgbClr val="0000FF"/>
                </a:solidFill>
                <a:latin typeface="Times New Roman"/>
                <a:cs typeface="Times New Roman"/>
                <a:hlinkClick r:id="rId6"/>
              </a:rPr>
              <a:t>s</a:t>
            </a:r>
            <a:r>
              <a:rPr lang="en-US" sz="1700" u="sng" dirty="0">
                <a:solidFill>
                  <a:srgbClr val="0000FF"/>
                </a:solidFill>
                <a:latin typeface="Times New Roman"/>
                <a:cs typeface="Times New Roman"/>
                <a:hlinkClick r:id="rId6"/>
              </a:rPr>
              <a:t>or</a:t>
            </a:r>
            <a:endParaRPr lang="en-US" sz="1700" dirty="0">
              <a:latin typeface="Times New Roman"/>
              <a:cs typeface="Times New Roman"/>
            </a:endParaRPr>
          </a:p>
          <a:p>
            <a:pPr marL="225716" indent="-109651">
              <a:spcBef>
                <a:spcPts val="22"/>
              </a:spcBef>
              <a:buFont typeface="Symbol"/>
              <a:buChar char=""/>
              <a:tabLst>
                <a:tab pos="226022" algn="l"/>
              </a:tabLst>
            </a:pPr>
            <a:r>
              <a:rPr lang="en-US" sz="1700" u="sng" spc="-2" dirty="0">
                <a:solidFill>
                  <a:srgbClr val="0000FF"/>
                </a:solidFill>
                <a:latin typeface="Times New Roman"/>
                <a:cs typeface="Times New Roman"/>
              </a:rPr>
              <a:t>H</a:t>
            </a:r>
            <a:r>
              <a:rPr lang="en-US" sz="1700" u="sng" spc="-5" dirty="0">
                <a:solidFill>
                  <a:srgbClr val="0000FF"/>
                </a:solidFill>
                <a:latin typeface="Times New Roman"/>
                <a:cs typeface="Times New Roman"/>
              </a:rPr>
              <a:t>a</a:t>
            </a:r>
            <a:r>
              <a:rPr lang="en-US" sz="1700" u="sng" dirty="0">
                <a:solidFill>
                  <a:srgbClr val="0000FF"/>
                </a:solidFill>
                <a:latin typeface="Times New Roman"/>
                <a:cs typeface="Times New Roman"/>
              </a:rPr>
              <a:t>ndsh</a:t>
            </a:r>
            <a:r>
              <a:rPr lang="en-US" sz="1700" u="sng" spc="-2" dirty="0">
                <a:solidFill>
                  <a:srgbClr val="0000FF"/>
                </a:solidFill>
                <a:latin typeface="Times New Roman"/>
                <a:cs typeface="Times New Roman"/>
              </a:rPr>
              <a:t>a</a:t>
            </a:r>
            <a:r>
              <a:rPr lang="en-US" sz="1700" u="sng" spc="-5" dirty="0">
                <a:solidFill>
                  <a:srgbClr val="0000FF"/>
                </a:solidFill>
                <a:latin typeface="Times New Roman"/>
                <a:cs typeface="Times New Roman"/>
              </a:rPr>
              <a:t>king</a:t>
            </a:r>
            <a:r>
              <a:rPr lang="en-US" sz="1700" u="sng" dirty="0">
                <a:solidFill>
                  <a:srgbClr val="0000FF"/>
                </a:solidFill>
                <a:latin typeface="Times New Roman"/>
                <a:cs typeface="Times New Roman"/>
              </a:rPr>
              <a:t> </a:t>
            </a:r>
            <a:r>
              <a:rPr lang="en-US" sz="1700" u="sng" spc="-2" dirty="0">
                <a:solidFill>
                  <a:srgbClr val="0000FF"/>
                </a:solidFill>
                <a:latin typeface="Times New Roman"/>
                <a:cs typeface="Times New Roman"/>
              </a:rPr>
              <a:t>i</a:t>
            </a:r>
            <a:r>
              <a:rPr lang="en-US" sz="1700" u="sng" dirty="0">
                <a:solidFill>
                  <a:srgbClr val="0000FF"/>
                </a:solidFill>
                <a:latin typeface="Times New Roman"/>
                <a:cs typeface="Times New Roman"/>
              </a:rPr>
              <a:t>n </a:t>
            </a:r>
            <a:r>
              <a:rPr lang="en-US" sz="1700" u="sng" spc="-5" dirty="0">
                <a:solidFill>
                  <a:srgbClr val="0000FF"/>
                </a:solidFill>
                <a:latin typeface="Times New Roman"/>
                <a:cs typeface="Times New Roman"/>
              </a:rPr>
              <a:t>Comput</a:t>
            </a:r>
            <a:r>
              <a:rPr lang="en-US" sz="1700" u="sng" spc="-7" dirty="0">
                <a:solidFill>
                  <a:srgbClr val="0000FF"/>
                </a:solidFill>
                <a:latin typeface="Times New Roman"/>
                <a:cs typeface="Times New Roman"/>
              </a:rPr>
              <a:t>e</a:t>
            </a:r>
            <a:r>
              <a:rPr lang="en-US" sz="1700" u="sng" dirty="0">
                <a:solidFill>
                  <a:srgbClr val="0000FF"/>
                </a:solidFill>
                <a:latin typeface="Times New Roman"/>
                <a:cs typeface="Times New Roman"/>
              </a:rPr>
              <a:t>r </a:t>
            </a:r>
            <a:r>
              <a:rPr lang="en-US" sz="1700" u="sng" spc="-10" dirty="0">
                <a:solidFill>
                  <a:srgbClr val="0000FF"/>
                </a:solidFill>
                <a:latin typeface="Times New Roman"/>
                <a:cs typeface="Times New Roman"/>
              </a:rPr>
              <a:t>a</a:t>
            </a:r>
            <a:r>
              <a:rPr lang="en-US" sz="1700" u="sng" spc="-2" dirty="0">
                <a:solidFill>
                  <a:srgbClr val="0000FF"/>
                </a:solidFill>
                <a:latin typeface="Times New Roman"/>
                <a:cs typeface="Times New Roman"/>
              </a:rPr>
              <a:t>r</a:t>
            </a:r>
            <a:r>
              <a:rPr lang="en-US" sz="1700" u="sng" spc="-10" dirty="0">
                <a:solidFill>
                  <a:srgbClr val="0000FF"/>
                </a:solidFill>
                <a:latin typeface="Times New Roman"/>
                <a:cs typeface="Times New Roman"/>
              </a:rPr>
              <a:t>c</a:t>
            </a:r>
            <a:r>
              <a:rPr lang="en-US" sz="1700" u="sng" spc="-2" dirty="0">
                <a:solidFill>
                  <a:srgbClr val="0000FF"/>
                </a:solidFill>
                <a:latin typeface="Times New Roman"/>
                <a:cs typeface="Times New Roman"/>
              </a:rPr>
              <a:t>hite</a:t>
            </a:r>
            <a:r>
              <a:rPr lang="en-US" sz="1700" u="sng" spc="-7" dirty="0">
                <a:solidFill>
                  <a:srgbClr val="0000FF"/>
                </a:solidFill>
                <a:latin typeface="Times New Roman"/>
                <a:cs typeface="Times New Roman"/>
              </a:rPr>
              <a:t>c</a:t>
            </a:r>
            <a:r>
              <a:rPr lang="en-US" sz="1700" u="sng" spc="-2" dirty="0">
                <a:solidFill>
                  <a:srgbClr val="0000FF"/>
                </a:solidFill>
                <a:latin typeface="Times New Roman"/>
                <a:cs typeface="Times New Roman"/>
              </a:rPr>
              <a:t>ture</a:t>
            </a:r>
            <a:r>
              <a:rPr lang="en-US" sz="1700" u="sng" dirty="0">
                <a:solidFill>
                  <a:srgbClr val="0000FF"/>
                </a:solidFill>
                <a:latin typeface="Times New Roman"/>
                <a:cs typeface="Times New Roman"/>
              </a:rPr>
              <a:t> </a:t>
            </a:r>
            <a:r>
              <a:rPr lang="en-US" sz="1700" u="sng" spc="-2" dirty="0">
                <a:solidFill>
                  <a:srgbClr val="0000FF"/>
                </a:solidFill>
                <a:latin typeface="Times New Roman"/>
                <a:cs typeface="Times New Roman"/>
              </a:rPr>
              <a:t>(in</a:t>
            </a:r>
            <a:r>
              <a:rPr lang="en-US" sz="1700" u="sng" spc="-10" dirty="0">
                <a:solidFill>
                  <a:srgbClr val="0000FF"/>
                </a:solidFill>
                <a:latin typeface="Times New Roman"/>
                <a:cs typeface="Times New Roman"/>
              </a:rPr>
              <a:t>c</a:t>
            </a:r>
            <a:r>
              <a:rPr lang="en-US" sz="1700" u="sng" spc="-5" dirty="0">
                <a:solidFill>
                  <a:srgbClr val="0000FF"/>
                </a:solidFill>
                <a:latin typeface="Times New Roman"/>
                <a:cs typeface="Times New Roman"/>
              </a:rPr>
              <a:t>ludeh</a:t>
            </a:r>
            <a:r>
              <a:rPr lang="en-US" sz="1700" u="sng" spc="-10" dirty="0">
                <a:solidFill>
                  <a:srgbClr val="0000FF"/>
                </a:solidFill>
                <a:latin typeface="Times New Roman"/>
                <a:cs typeface="Times New Roman"/>
              </a:rPr>
              <a:t>e</a:t>
            </a:r>
            <a:r>
              <a:rPr lang="en-US" sz="1700" u="sng" dirty="0">
                <a:solidFill>
                  <a:srgbClr val="0000FF"/>
                </a:solidFill>
                <a:latin typeface="Times New Roman"/>
                <a:cs typeface="Times New Roman"/>
              </a:rPr>
              <a:t>l</a:t>
            </a:r>
            <a:r>
              <a:rPr lang="en-US" sz="1700" u="sng" spc="-2" dirty="0">
                <a:solidFill>
                  <a:srgbClr val="0000FF"/>
                </a:solidFill>
                <a:latin typeface="Times New Roman"/>
                <a:cs typeface="Times New Roman"/>
              </a:rPr>
              <a:t>p.</a:t>
            </a:r>
            <a:r>
              <a:rPr lang="en-US" sz="1700" u="sng" spc="-7" dirty="0">
                <a:solidFill>
                  <a:srgbClr val="0000FF"/>
                </a:solidFill>
                <a:latin typeface="Times New Roman"/>
                <a:cs typeface="Times New Roman"/>
              </a:rPr>
              <a:t>c</a:t>
            </a:r>
            <a:r>
              <a:rPr lang="en-US" sz="1700" u="sng" spc="-5" dirty="0">
                <a:solidFill>
                  <a:srgbClr val="0000FF"/>
                </a:solidFill>
                <a:latin typeface="Times New Roman"/>
                <a:cs typeface="Times New Roman"/>
              </a:rPr>
              <a:t>om)</a:t>
            </a:r>
            <a:endParaRPr lang="en-US" sz="1700" dirty="0">
              <a:latin typeface="Times New Roman"/>
              <a:cs typeface="Times New Roman"/>
            </a:endParaRPr>
          </a:p>
        </p:txBody>
      </p:sp>
    </p:spTree>
    <p:extLst>
      <p:ext uri="{BB962C8B-B14F-4D97-AF65-F5344CB8AC3E}">
        <p14:creationId xmlns:p14="http://schemas.microsoft.com/office/powerpoint/2010/main" val="312705400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29</TotalTime>
  <Words>1996</Words>
  <Application>Microsoft Office PowerPoint</Application>
  <PresentationFormat>On-screen Show (16:9)</PresentationFormat>
  <Paragraphs>108</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Calibri</vt:lpstr>
      <vt:lpstr>Calibri Light</vt:lpstr>
      <vt:lpstr>Courier New</vt:lpstr>
      <vt:lpstr>Symbol</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Online2PDF.com</dc:creator>
  <cp:lastModifiedBy>Shikha Atwal</cp:lastModifiedBy>
  <cp:revision>2</cp:revision>
  <dcterms:created xsi:type="dcterms:W3CDTF">2024-12-24T17:02:38Z</dcterms:created>
  <dcterms:modified xsi:type="dcterms:W3CDTF">2024-12-26T05:23:48Z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2024-12-24T00:00:00Z</vt:filetime>
  </property>
  <property fmtid="{D5CDD505-2E9C-101B-9397-08002B2CF9AE}" pid="3" name="LastSaved">
    <vt:filetime>2024-12-24T00:00:00Z</vt:filetime>
  </property>
</Properties>
</file>