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6" r:id="rId1"/>
  </p:sldMasterIdLst>
  <p:notesMasterIdLst>
    <p:notesMasterId r:id="rId16"/>
  </p:notesMasterIdLst>
  <p:sldIdLst>
    <p:sldId id="265" r:id="rId2"/>
    <p:sldId id="499" r:id="rId3"/>
    <p:sldId id="503" r:id="rId4"/>
    <p:sldId id="504" r:id="rId5"/>
    <p:sldId id="505" r:id="rId6"/>
    <p:sldId id="500" r:id="rId7"/>
    <p:sldId id="501" r:id="rId8"/>
    <p:sldId id="506" r:id="rId9"/>
    <p:sldId id="507" r:id="rId10"/>
    <p:sldId id="502" r:id="rId11"/>
    <p:sldId id="509" r:id="rId12"/>
    <p:sldId id="510" r:id="rId13"/>
    <p:sldId id="508" r:id="rId14"/>
    <p:sldId id="512" r:id="rId15"/>
  </p:sldIdLst>
  <p:sldSz cx="9144000" cy="5143500" type="screen16x9"/>
  <p:notesSz cx="7556500" cy="10693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85" userDrawn="1">
          <p15:clr>
            <a:srgbClr val="A4A3A4"/>
          </p15:clr>
        </p15:guide>
        <p15:guide id="2" pos="261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0" d="100"/>
          <a:sy n="100" d="100"/>
        </p:scale>
        <p:origin x="874" y="67"/>
      </p:cViewPr>
      <p:guideLst>
        <p:guide orient="horz" pos="1385"/>
        <p:guide pos="2614"/>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708916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569214"/>
            <a:ext cx="7543800" cy="2674620"/>
          </a:xfrm>
        </p:spPr>
        <p:txBody>
          <a:bodyPr anchor="b">
            <a:normAutofit/>
          </a:bodyPr>
          <a:lstStyle>
            <a:lvl1pPr algn="l">
              <a:lnSpc>
                <a:spcPct val="85000"/>
              </a:lnSpc>
              <a:defRPr sz="6000" spc="-38"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3341715"/>
            <a:ext cx="7543800" cy="857250"/>
          </a:xfrm>
        </p:spPr>
        <p:txBody>
          <a:bodyPr lIns="91440" rIns="91440">
            <a:normAutofit/>
          </a:bodyPr>
          <a:lstStyle>
            <a:lvl1pPr marL="0" indent="0" algn="l">
              <a:buNone/>
              <a:defRPr sz="1800" cap="all" spc="150" baseline="0">
                <a:solidFill>
                  <a:schemeClr val="tx2"/>
                </a:solidFill>
                <a:latin typeface="+mj-lt"/>
              </a:defRPr>
            </a:lvl1pPr>
            <a:lvl2pPr marL="342900" indent="0" algn="ctr">
              <a:buNone/>
              <a:defRPr sz="18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12/25/2024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cxnSp>
        <p:nvCxnSpPr>
          <p:cNvPr id="9" name="Straight Connector 8"/>
          <p:cNvCxnSpPr/>
          <p:nvPr/>
        </p:nvCxnSpPr>
        <p:spPr>
          <a:xfrm>
            <a:off x="905744" y="325755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53262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12/25/2024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773710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69214"/>
            <a:ext cx="7543800" cy="2674620"/>
          </a:xfrm>
        </p:spPr>
        <p:txBody>
          <a:bodyPr anchor="b" anchorCtr="0">
            <a:normAutofit/>
          </a:bodyPr>
          <a:lstStyle>
            <a:lvl1pPr>
              <a:lnSpc>
                <a:spcPct val="85000"/>
              </a:lnSpc>
              <a:defRPr sz="6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3339846"/>
            <a:ext cx="7543800" cy="857250"/>
          </a:xfrm>
        </p:spPr>
        <p:txBody>
          <a:bodyPr lIns="91440" rIns="91440" anchor="t" anchorCtr="0">
            <a:normAutofit/>
          </a:bodyPr>
          <a:lstStyle>
            <a:lvl1pPr marL="0" indent="0">
              <a:buNone/>
              <a:defRPr sz="1800" cap="all" spc="150" baseline="0">
                <a:solidFill>
                  <a:schemeClr val="tx2"/>
                </a:solidFill>
                <a:latin typeface="+mj-lt"/>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12/25/2024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cxnSp>
        <p:nvCxnSpPr>
          <p:cNvPr id="9" name="Straight Connector 8"/>
          <p:cNvCxnSpPr/>
          <p:nvPr/>
        </p:nvCxnSpPr>
        <p:spPr>
          <a:xfrm>
            <a:off x="905744" y="325755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043793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14953"/>
            <a:ext cx="7543800" cy="1088068"/>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59" y="1384301"/>
            <a:ext cx="3703320" cy="3017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384301"/>
            <a:ext cx="3703320" cy="3017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t>12/25/2024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1945844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14953"/>
            <a:ext cx="7543800" cy="1088068"/>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384539"/>
            <a:ext cx="3703320" cy="552212"/>
          </a:xfrm>
        </p:spPr>
        <p:txBody>
          <a:bodyPr lIns="91440" rIns="91440" anchor="ctr">
            <a:normAutofit/>
          </a:bodyPr>
          <a:lstStyle>
            <a:lvl1pPr marL="0" indent="0">
              <a:buNone/>
              <a:defRPr sz="1500" b="0"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22960" y="1936751"/>
            <a:ext cx="3703320" cy="2533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384539"/>
            <a:ext cx="3703320" cy="552212"/>
          </a:xfrm>
        </p:spPr>
        <p:txBody>
          <a:bodyPr lIns="91440" rIns="91440" anchor="ctr">
            <a:normAutofit/>
          </a:bodyPr>
          <a:lstStyle>
            <a:lvl1pPr marL="0" indent="0">
              <a:buNone/>
              <a:defRPr sz="1500" b="0"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63440" y="1936751"/>
            <a:ext cx="3703320" cy="2533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t>12/25/2024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9884888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t>12/25/2024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820825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D8BD707-D9CF-40AE-B4C6-C98DA3205C09}" type="datetimeFigureOut">
              <a:rPr lang="en-US" smtClean="0"/>
              <a:t>12/25/2024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42422119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514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445769"/>
            <a:ext cx="2400300" cy="1714500"/>
          </a:xfrm>
        </p:spPr>
        <p:txBody>
          <a:bodyPr anchor="b">
            <a:normAutofit/>
          </a:bodyPr>
          <a:lstStyle>
            <a:lvl1pPr>
              <a:defRPr sz="27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600450" y="548640"/>
            <a:ext cx="4869180" cy="39433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194560"/>
            <a:ext cx="2400300" cy="2534343"/>
          </a:xfrm>
        </p:spPr>
        <p:txBody>
          <a:bodyPr lIns="91440" rIns="91440">
            <a:normAutofit/>
          </a:bodyPr>
          <a:lstStyle>
            <a:lvl1pPr marL="0" indent="0">
              <a:buNone/>
              <a:defRPr sz="1125">
                <a:solidFill>
                  <a:srgbClr val="FFFFFF"/>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a:xfrm>
            <a:off x="349134" y="4844839"/>
            <a:ext cx="1963883" cy="273844"/>
          </a:xfrm>
        </p:spPr>
        <p:txBody>
          <a:bodyPr/>
          <a:lstStyle>
            <a:lvl1pPr algn="l">
              <a:defRPr/>
            </a:lvl1pPr>
          </a:lstStyle>
          <a:p>
            <a:fld id="{1D8BD707-D9CF-40AE-B4C6-C98DA3205C09}" type="datetimeFigureOut">
              <a:rPr lang="en-US" smtClean="0"/>
              <a:t>12/25/2024</a:t>
            </a:fld>
            <a:endParaRPr lang="en-US"/>
          </a:p>
        </p:txBody>
      </p:sp>
      <p:sp>
        <p:nvSpPr>
          <p:cNvPr id="6" name="Footer Placeholder 5"/>
          <p:cNvSpPr>
            <a:spLocks noGrp="1"/>
          </p:cNvSpPr>
          <p:nvPr>
            <p:ph type="ftr" sz="quarter" idx="11"/>
          </p:nvPr>
        </p:nvSpPr>
        <p:spPr>
          <a:xfrm>
            <a:off x="3600450" y="4844839"/>
            <a:ext cx="3486150" cy="273844"/>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6F15528-21DE-4FAA-801E-634DDDAF4B2B}" type="slidenum">
              <a:rPr lang="en-US" smtClean="0"/>
              <a:t>‹#›</a:t>
            </a:fld>
            <a:endParaRPr lang="en-US"/>
          </a:p>
        </p:txBody>
      </p:sp>
    </p:spTree>
    <p:extLst>
      <p:ext uri="{BB962C8B-B14F-4D97-AF65-F5344CB8AC3E}">
        <p14:creationId xmlns:p14="http://schemas.microsoft.com/office/powerpoint/2010/main" val="22106221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3714750"/>
            <a:ext cx="9141619" cy="142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368630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3806190"/>
            <a:ext cx="7584948" cy="617220"/>
          </a:xfrm>
        </p:spPr>
        <p:txBody>
          <a:bodyPr lIns="91440" tIns="0" rIns="91440" bIns="0" anchor="b">
            <a:noAutofit/>
          </a:bodyPr>
          <a:lstStyle>
            <a:lvl1pPr>
              <a:defRPr sz="27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3686307"/>
          </a:xfrm>
          <a:blipFill>
            <a:blip r:embed="rId2"/>
            <a:stretch>
              <a:fillRect/>
            </a:stretch>
          </a:blipFill>
        </p:spPr>
        <p:txBody>
          <a:bodyPr lIns="457200" tIns="457200" anchor="t"/>
          <a:lstStyle>
            <a:lvl1pPr marL="0" indent="0">
              <a:buNone/>
              <a:defRPr sz="2400">
                <a:solidFill>
                  <a:schemeClr val="bg1"/>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822960" y="4430267"/>
            <a:ext cx="7584948" cy="445770"/>
          </a:xfrm>
        </p:spPr>
        <p:txBody>
          <a:bodyPr lIns="91440" tIns="0" rIns="91440" bIns="0">
            <a:normAutofit/>
          </a:bodyPr>
          <a:lstStyle>
            <a:lvl1pPr marL="0" indent="0">
              <a:spcBef>
                <a:spcPts val="0"/>
              </a:spcBef>
              <a:spcAft>
                <a:spcPts val="450"/>
              </a:spcAft>
              <a:buNone/>
              <a:defRPr sz="1125">
                <a:solidFill>
                  <a:srgbClr val="FFFFFF"/>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12/25/2024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0878048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12/25/2024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9196376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311084"/>
            <a:ext cx="1971675" cy="431806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11083"/>
            <a:ext cx="5800725" cy="4318067"/>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12/25/2024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663638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4800600"/>
            <a:ext cx="9144000"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4750737"/>
            <a:ext cx="9144001" cy="494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14953"/>
            <a:ext cx="7543800" cy="1088068"/>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60" y="1384301"/>
            <a:ext cx="7543800" cy="301752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1" y="4844839"/>
            <a:ext cx="1854203" cy="273844"/>
          </a:xfrm>
          <a:prstGeom prst="rect">
            <a:avLst/>
          </a:prstGeom>
        </p:spPr>
        <p:txBody>
          <a:bodyPr vert="horz" lIns="91440" tIns="45720" rIns="91440" bIns="45720" rtlCol="0" anchor="ctr"/>
          <a:lstStyle>
            <a:lvl1pPr algn="l">
              <a:defRPr sz="675">
                <a:solidFill>
                  <a:srgbClr val="FFFFFF"/>
                </a:solidFill>
              </a:defRPr>
            </a:lvl1pPr>
          </a:lstStyle>
          <a:p>
            <a:fld id="{1D8BD707-D9CF-40AE-B4C6-C98DA3205C09}" type="datetimeFigureOut">
              <a:rPr lang="en-US" smtClean="0"/>
              <a:t>12/25/2024</a:t>
            </a:fld>
            <a:endParaRPr lang="en-US"/>
          </a:p>
        </p:txBody>
      </p:sp>
      <p:sp>
        <p:nvSpPr>
          <p:cNvPr id="5" name="Footer Placeholder 4"/>
          <p:cNvSpPr>
            <a:spLocks noGrp="1"/>
          </p:cNvSpPr>
          <p:nvPr>
            <p:ph type="ftr" sz="quarter" idx="3"/>
          </p:nvPr>
        </p:nvSpPr>
        <p:spPr>
          <a:xfrm>
            <a:off x="2764639" y="4844839"/>
            <a:ext cx="3617103" cy="273844"/>
          </a:xfrm>
          <a:prstGeom prst="rect">
            <a:avLst/>
          </a:prstGeom>
        </p:spPr>
        <p:txBody>
          <a:bodyPr vert="horz" lIns="91440" tIns="45720" rIns="91440" bIns="45720" rtlCol="0" anchor="ctr"/>
          <a:lstStyle>
            <a:lvl1pPr algn="ctr">
              <a:defRPr sz="675"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7425344" y="4844839"/>
            <a:ext cx="984019" cy="273844"/>
          </a:xfrm>
          <a:prstGeom prst="rect">
            <a:avLst/>
          </a:prstGeom>
        </p:spPr>
        <p:txBody>
          <a:bodyPr vert="horz" lIns="91440" tIns="45720" rIns="91440" bIns="45720" rtlCol="0" anchor="ctr"/>
          <a:lstStyle>
            <a:lvl1pPr algn="r">
              <a:defRPr sz="788">
                <a:solidFill>
                  <a:srgbClr val="FFFFFF"/>
                </a:solidFill>
              </a:defRPr>
            </a:lvl1pPr>
          </a:lstStyle>
          <a:p>
            <a:fld id="{B6F15528-21DE-4FAA-801E-634DDDAF4B2B}" type="slidenum">
              <a:rPr lang="en-US" smtClean="0"/>
              <a:t>‹#›</a:t>
            </a:fld>
            <a:endParaRPr lang="en-US"/>
          </a:p>
        </p:txBody>
      </p:sp>
      <p:cxnSp>
        <p:nvCxnSpPr>
          <p:cNvPr id="10" name="Straight Connector 9"/>
          <p:cNvCxnSpPr/>
          <p:nvPr/>
        </p:nvCxnSpPr>
        <p:spPr>
          <a:xfrm>
            <a:off x="895149" y="1303384"/>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15578297"/>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Lst>
  <p:txStyles>
    <p:titleStyle>
      <a:lvl1pPr algn="l" defTabSz="685800" rtl="0" eaLnBrk="1" latinLnBrk="0" hangingPunct="1">
        <a:lnSpc>
          <a:spcPct val="85000"/>
        </a:lnSpc>
        <a:spcBef>
          <a:spcPct val="0"/>
        </a:spcBef>
        <a:buNone/>
        <a:defRPr sz="3600" kern="1200" spc="-38" baseline="0">
          <a:solidFill>
            <a:schemeClr val="tx1">
              <a:lumMod val="75000"/>
              <a:lumOff val="25000"/>
            </a:schemeClr>
          </a:solidFill>
          <a:latin typeface="+mj-lt"/>
          <a:ea typeface="+mj-ea"/>
          <a:cs typeface="+mj-cs"/>
        </a:defRPr>
      </a:lvl1pPr>
    </p:titleStyle>
    <p:bodyStyle>
      <a:lvl1pPr marL="68580" indent="-68580" algn="l" defTabSz="685800" rtl="0" eaLnBrk="1" latinLnBrk="0" hangingPunct="1">
        <a:lnSpc>
          <a:spcPct val="90000"/>
        </a:lnSpc>
        <a:spcBef>
          <a:spcPts val="900"/>
        </a:spcBef>
        <a:spcAft>
          <a:spcPts val="150"/>
        </a:spcAft>
        <a:buClr>
          <a:schemeClr val="accent1"/>
        </a:buClr>
        <a:buSzPct val="100000"/>
        <a:buFont typeface="Calibri" panose="020F0502020204030204" pitchFamily="34" charset="0"/>
        <a:buChar char=" "/>
        <a:defRPr sz="1500" kern="1200">
          <a:solidFill>
            <a:schemeClr val="tx1">
              <a:lumMod val="75000"/>
              <a:lumOff val="25000"/>
            </a:schemeClr>
          </a:solidFill>
          <a:latin typeface="+mn-lt"/>
          <a:ea typeface="+mn-ea"/>
          <a:cs typeface="+mn-cs"/>
        </a:defRPr>
      </a:lvl1pPr>
      <a:lvl2pPr marL="288036" indent="-137160" algn="l" defTabSz="685800" rtl="0" eaLnBrk="1" latinLnBrk="0" hangingPunct="1">
        <a:lnSpc>
          <a:spcPct val="90000"/>
        </a:lnSpc>
        <a:spcBef>
          <a:spcPts val="150"/>
        </a:spcBef>
        <a:spcAft>
          <a:spcPts val="300"/>
        </a:spcAft>
        <a:buClr>
          <a:schemeClr val="accent1"/>
        </a:buClr>
        <a:buFont typeface="Calibri" pitchFamily="34" charset="0"/>
        <a:buChar char="◦"/>
        <a:defRPr sz="1350" kern="1200">
          <a:solidFill>
            <a:schemeClr val="tx1">
              <a:lumMod val="75000"/>
              <a:lumOff val="25000"/>
            </a:schemeClr>
          </a:solidFill>
          <a:latin typeface="+mn-lt"/>
          <a:ea typeface="+mn-ea"/>
          <a:cs typeface="+mn-cs"/>
        </a:defRPr>
      </a:lvl2pPr>
      <a:lvl3pPr marL="42519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3pPr>
      <a:lvl4pPr marL="56235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4pPr>
      <a:lvl5pPr marL="69951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5pPr>
      <a:lvl6pPr marL="8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6pPr>
      <a:lvl7pPr marL="9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7pPr>
      <a:lvl8pPr marL="11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8pPr>
      <a:lvl9pPr marL="12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BCFCF30-EF72-A459-B1F4-E2DD160D29AA}"/>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486354A7-7091-D91A-A7E7-7B5DF5BDC9C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D67096D5-CA38-0859-FAF8-58F7984BD001}"/>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F9233E20-ECE4-6406-DB92-ABF9EA9DFD7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13" name="TextBox 12">
            <a:extLst>
              <a:ext uri="{FF2B5EF4-FFF2-40B4-BE49-F238E27FC236}">
                <a16:creationId xmlns:a16="http://schemas.microsoft.com/office/drawing/2014/main" id="{0E664002-4AA4-31D1-E101-4DF5A585878C}"/>
              </a:ext>
            </a:extLst>
          </p:cNvPr>
          <p:cNvSpPr txBox="1"/>
          <p:nvPr/>
        </p:nvSpPr>
        <p:spPr>
          <a:xfrm>
            <a:off x="961776" y="1435539"/>
            <a:ext cx="7220448" cy="1897058"/>
          </a:xfrm>
          <a:prstGeom prst="rect">
            <a:avLst/>
          </a:prstGeom>
          <a:noFill/>
        </p:spPr>
        <p:txBody>
          <a:bodyPr wrap="square">
            <a:spAutoFit/>
          </a:bodyPr>
          <a:lstStyle/>
          <a:p>
            <a:pPr algn="ctr" defTabSz="439815">
              <a:defRPr/>
            </a:pPr>
            <a:r>
              <a:rPr lang="en-US" sz="2597" b="1" dirty="0">
                <a:solidFill>
                  <a:prstClr val="black"/>
                </a:solidFill>
                <a:latin typeface="Times New Roman" panose="02020603050405020304" pitchFamily="18" charset="0"/>
                <a:ea typeface="Arial"/>
                <a:cs typeface="Times New Roman" panose="02020603050405020304" pitchFamily="18" charset="0"/>
                <a:sym typeface="Arial"/>
              </a:rPr>
              <a:t>University Institute of Engineering</a:t>
            </a:r>
            <a:endParaRPr lang="en-US" sz="2597" dirty="0">
              <a:solidFill>
                <a:prstClr val="black"/>
              </a:solidFill>
              <a:latin typeface="Times New Roman" panose="02020603050405020304" pitchFamily="18" charset="0"/>
              <a:ea typeface="Arial"/>
              <a:cs typeface="Times New Roman" panose="02020603050405020304" pitchFamily="18" charset="0"/>
              <a:sym typeface="Arial"/>
            </a:endParaRPr>
          </a:p>
          <a:p>
            <a:pPr algn="ctr" defTabSz="439815">
              <a:defRPr/>
            </a:pPr>
            <a:r>
              <a:rPr lang="en-US" sz="2213" b="1" dirty="0">
                <a:solidFill>
                  <a:prstClr val="black"/>
                </a:solidFill>
                <a:latin typeface="Times New Roman" panose="02020603050405020304" pitchFamily="18" charset="0"/>
                <a:ea typeface="Arial"/>
                <a:cs typeface="Times New Roman" panose="02020603050405020304" pitchFamily="18" charset="0"/>
                <a:sym typeface="Arial"/>
              </a:rPr>
              <a:t>Department of Computer Science &amp; Engineering</a:t>
            </a:r>
          </a:p>
          <a:p>
            <a:pPr algn="ctr" defTabSz="439815">
              <a:defRPr/>
            </a:pPr>
            <a:endParaRPr lang="en-US" sz="2213" b="1" dirty="0">
              <a:solidFill>
                <a:prstClr val="black"/>
              </a:solidFill>
              <a:latin typeface="Times New Roman" panose="02020603050405020304" pitchFamily="18" charset="0"/>
              <a:cs typeface="Times New Roman" panose="02020603050405020304" pitchFamily="18" charset="0"/>
              <a:sym typeface="Arial"/>
            </a:endParaRPr>
          </a:p>
          <a:p>
            <a:pPr algn="ctr" defTabSz="439815">
              <a:defRPr/>
            </a:pPr>
            <a:r>
              <a:rPr lang="en-US" sz="2213" b="1" dirty="0">
                <a:solidFill>
                  <a:prstClr val="black"/>
                </a:solidFill>
                <a:latin typeface="Times New Roman" panose="02020603050405020304" pitchFamily="18" charset="0"/>
                <a:cs typeface="Times New Roman" panose="02020603050405020304" pitchFamily="18" charset="0"/>
              </a:rPr>
              <a:t>COMPUTER ORGANIZATION &amp; ARCHITECTURE</a:t>
            </a:r>
            <a:endParaRPr lang="en-US" sz="2213" b="1" dirty="0">
              <a:solidFill>
                <a:prstClr val="black"/>
              </a:solidFill>
              <a:latin typeface="Times New Roman" panose="02020603050405020304" pitchFamily="18" charset="0"/>
              <a:ea typeface="Arial"/>
              <a:cs typeface="Times New Roman" panose="02020603050405020304" pitchFamily="18" charset="0"/>
              <a:sym typeface="Arial"/>
            </a:endParaRPr>
          </a:p>
          <a:p>
            <a:pPr algn="ctr" defTabSz="439815">
              <a:lnSpc>
                <a:spcPct val="90000"/>
              </a:lnSpc>
              <a:spcBef>
                <a:spcPts val="606"/>
              </a:spcBef>
              <a:defRPr/>
            </a:pPr>
            <a:r>
              <a:rPr lang="en-US" sz="2213" b="1" dirty="0">
                <a:solidFill>
                  <a:prstClr val="black"/>
                </a:solidFill>
                <a:latin typeface="Times New Roman" panose="02020603050405020304" pitchFamily="18" charset="0"/>
                <a:ea typeface="Arial"/>
                <a:cs typeface="Times New Roman" panose="02020603050405020304" pitchFamily="18" charset="0"/>
                <a:sym typeface="Arial"/>
              </a:rPr>
              <a:t>(23CST-204/23ITT-204)</a:t>
            </a:r>
          </a:p>
        </p:txBody>
      </p:sp>
      <p:sp>
        <p:nvSpPr>
          <p:cNvPr id="16" name="Subtitle 2">
            <a:extLst>
              <a:ext uri="{FF2B5EF4-FFF2-40B4-BE49-F238E27FC236}">
                <a16:creationId xmlns:a16="http://schemas.microsoft.com/office/drawing/2014/main" id="{F7016100-A7B3-0379-C4B5-D13BB8B70B9B}"/>
              </a:ext>
            </a:extLst>
          </p:cNvPr>
          <p:cNvSpPr txBox="1">
            <a:spLocks/>
          </p:cNvSpPr>
          <p:nvPr/>
        </p:nvSpPr>
        <p:spPr>
          <a:xfrm>
            <a:off x="304801" y="3655678"/>
            <a:ext cx="2364055" cy="1039831"/>
          </a:xfrm>
          <a:prstGeom prst="rect">
            <a:avLst/>
          </a:prstGeom>
        </p:spPr>
        <p:txBody>
          <a:bodyPr vert="horz" lIns="43982" tIns="21991" rIns="43982" bIns="21991"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251" b="1" dirty="0">
                <a:latin typeface="Times New Roman" panose="02020603050405020304" pitchFamily="18" charset="0"/>
                <a:cs typeface="Times New Roman" panose="02020603050405020304" pitchFamily="18" charset="0"/>
              </a:rPr>
              <a:t>ER. SHIKHA ATWAL</a:t>
            </a:r>
          </a:p>
          <a:p>
            <a:pPr algn="l"/>
            <a:r>
              <a:rPr lang="en-US" sz="962" b="1" dirty="0">
                <a:latin typeface="Times New Roman" panose="02020603050405020304" pitchFamily="18" charset="0"/>
                <a:cs typeface="Times New Roman" panose="02020603050405020304" pitchFamily="18" charset="0"/>
              </a:rPr>
              <a:t>E11186</a:t>
            </a:r>
          </a:p>
          <a:p>
            <a:pPr algn="l"/>
            <a:r>
              <a:rPr lang="en-US" sz="962" b="1" dirty="0">
                <a:latin typeface="Times New Roman" panose="02020603050405020304" pitchFamily="18" charset="0"/>
                <a:cs typeface="Times New Roman" panose="02020603050405020304" pitchFamily="18" charset="0"/>
              </a:rPr>
              <a:t>ASSISTANT PROFESSOR</a:t>
            </a:r>
          </a:p>
          <a:p>
            <a:pPr algn="l"/>
            <a:r>
              <a:rPr lang="en-US" sz="962" b="1" dirty="0">
                <a:latin typeface="Times New Roman" panose="02020603050405020304" pitchFamily="18" charset="0"/>
                <a:cs typeface="Times New Roman" panose="02020603050405020304" pitchFamily="18" charset="0"/>
              </a:rPr>
              <a:t>BE-CSE</a:t>
            </a:r>
          </a:p>
        </p:txBody>
      </p:sp>
    </p:spTree>
    <p:extLst>
      <p:ext uri="{BB962C8B-B14F-4D97-AF65-F5344CB8AC3E}">
        <p14:creationId xmlns:p14="http://schemas.microsoft.com/office/powerpoint/2010/main" val="12736379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0A5DFD-C6D8-FFE9-58F7-1F61EC8079A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88933F2-F3A9-F5F1-D28B-D9D31346E7AE}"/>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368A4CED-4862-AE06-49B7-3732E0D8C10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BB8740D3-8915-BC51-92D3-DDE32140EB7E}"/>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7C3D41F9-E1D0-20A1-56A4-681E6CE0CC3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p:cNvSpPr txBox="1"/>
          <p:nvPr/>
        </p:nvSpPr>
        <p:spPr>
          <a:xfrm>
            <a:off x="1014006" y="692514"/>
            <a:ext cx="7139394" cy="3657411"/>
          </a:xfrm>
          <a:prstGeom prst="rect">
            <a:avLst/>
          </a:prstGeom>
        </p:spPr>
        <p:txBody>
          <a:bodyPr vert="horz" wrap="square" lIns="0" tIns="0" rIns="0" bIns="0" rtlCol="0">
            <a:spAutoFit/>
          </a:bodyPr>
          <a:lstStyle/>
          <a:p>
            <a:pPr marL="6109" algn="ctr"/>
            <a:r>
              <a:rPr sz="1700" b="1" spc="-2" dirty="0">
                <a:latin typeface="Times New Roman"/>
                <a:cs typeface="Times New Roman"/>
              </a:rPr>
              <a:t>AUXIL</a:t>
            </a:r>
            <a:r>
              <a:rPr sz="1700" b="1" dirty="0">
                <a:latin typeface="Times New Roman"/>
                <a:cs typeface="Times New Roman"/>
              </a:rPr>
              <a:t>I</a:t>
            </a:r>
            <a:r>
              <a:rPr sz="1700" b="1" spc="-2" dirty="0">
                <a:latin typeface="Times New Roman"/>
                <a:cs typeface="Times New Roman"/>
              </a:rPr>
              <a:t>AR</a:t>
            </a:r>
            <a:r>
              <a:rPr sz="1700" b="1" dirty="0">
                <a:latin typeface="Times New Roman"/>
                <a:cs typeface="Times New Roman"/>
              </a:rPr>
              <a:t>Y</a:t>
            </a:r>
            <a:r>
              <a:rPr sz="1700" b="1" spc="-2" dirty="0">
                <a:latin typeface="Times New Roman"/>
                <a:cs typeface="Times New Roman"/>
              </a:rPr>
              <a:t> </a:t>
            </a:r>
            <a:r>
              <a:rPr sz="1700" b="1" spc="-10" dirty="0">
                <a:latin typeface="Times New Roman"/>
                <a:cs typeface="Times New Roman"/>
              </a:rPr>
              <a:t>M</a:t>
            </a:r>
            <a:r>
              <a:rPr sz="1700" b="1" spc="-5" dirty="0">
                <a:latin typeface="Times New Roman"/>
                <a:cs typeface="Times New Roman"/>
              </a:rPr>
              <a:t>E</a:t>
            </a:r>
            <a:r>
              <a:rPr sz="1700" b="1" spc="-10" dirty="0">
                <a:latin typeface="Times New Roman"/>
                <a:cs typeface="Times New Roman"/>
              </a:rPr>
              <a:t>M</a:t>
            </a:r>
            <a:r>
              <a:rPr sz="1700" b="1" dirty="0">
                <a:latin typeface="Times New Roman"/>
                <a:cs typeface="Times New Roman"/>
              </a:rPr>
              <a:t>O</a:t>
            </a:r>
            <a:r>
              <a:rPr sz="1700" b="1" spc="5" dirty="0">
                <a:latin typeface="Times New Roman"/>
                <a:cs typeface="Times New Roman"/>
              </a:rPr>
              <a:t>R</a:t>
            </a:r>
            <a:r>
              <a:rPr sz="1700" b="1" dirty="0">
                <a:latin typeface="Times New Roman"/>
                <a:cs typeface="Times New Roman"/>
              </a:rPr>
              <a:t>Y</a:t>
            </a:r>
            <a:endParaRPr sz="1700" dirty="0">
              <a:latin typeface="Times New Roman"/>
              <a:cs typeface="Times New Roman"/>
            </a:endParaRPr>
          </a:p>
          <a:p>
            <a:pPr marL="6109" marR="3054" algn="just">
              <a:spcBef>
                <a:spcPts val="450"/>
              </a:spcBef>
            </a:pPr>
            <a:endParaRPr lang="en-US" sz="1700" dirty="0">
              <a:latin typeface="Times New Roman"/>
              <a:cs typeface="Times New Roman"/>
            </a:endParaRPr>
          </a:p>
          <a:p>
            <a:pPr marL="291859" marR="3054" indent="-285750" algn="just">
              <a:spcBef>
                <a:spcPts val="450"/>
              </a:spcBef>
              <a:buFont typeface="Arial" panose="020B0604020202020204" pitchFamily="34" charset="0"/>
              <a:buChar char="•"/>
            </a:pPr>
            <a:r>
              <a:rPr sz="1700" dirty="0">
                <a:latin typeface="Times New Roman"/>
                <a:cs typeface="Times New Roman"/>
              </a:rPr>
              <a:t>S</a:t>
            </a:r>
            <a:r>
              <a:rPr sz="1700" spc="-7" dirty="0">
                <a:latin typeface="Times New Roman"/>
                <a:cs typeface="Times New Roman"/>
              </a:rPr>
              <a:t>ec</a:t>
            </a:r>
            <a:r>
              <a:rPr sz="1700" spc="-5" dirty="0">
                <a:latin typeface="Times New Roman"/>
                <a:cs typeface="Times New Roman"/>
              </a:rPr>
              <a:t>ond</a:t>
            </a:r>
            <a:r>
              <a:rPr sz="1700" spc="-7" dirty="0">
                <a:latin typeface="Times New Roman"/>
                <a:cs typeface="Times New Roman"/>
              </a:rPr>
              <a:t>a</a:t>
            </a:r>
            <a:r>
              <a:rPr sz="1700" dirty="0">
                <a:latin typeface="Times New Roman"/>
                <a:cs typeface="Times New Roman"/>
              </a:rPr>
              <a:t>ry</a:t>
            </a:r>
            <a:r>
              <a:rPr sz="1700" spc="36" dirty="0">
                <a:latin typeface="Times New Roman"/>
                <a:cs typeface="Times New Roman"/>
              </a:rPr>
              <a:t> </a:t>
            </a:r>
            <a:r>
              <a:rPr sz="1700" spc="-5" dirty="0">
                <a:latin typeface="Times New Roman"/>
                <a:cs typeface="Times New Roman"/>
              </a:rPr>
              <a:t>memor</a:t>
            </a:r>
            <a:r>
              <a:rPr sz="1700" dirty="0">
                <a:latin typeface="Times New Roman"/>
                <a:cs typeface="Times New Roman"/>
              </a:rPr>
              <a:t>y</a:t>
            </a:r>
            <a:r>
              <a:rPr sz="1700" spc="38" dirty="0">
                <a:latin typeface="Times New Roman"/>
                <a:cs typeface="Times New Roman"/>
              </a:rPr>
              <a:t> </a:t>
            </a:r>
            <a:r>
              <a:rPr sz="1700" spc="-2" dirty="0">
                <a:latin typeface="Times New Roman"/>
                <a:cs typeface="Times New Roman"/>
              </a:rPr>
              <a:t>is</a:t>
            </a:r>
            <a:r>
              <a:rPr sz="1700" spc="41" dirty="0">
                <a:latin typeface="Times New Roman"/>
                <a:cs typeface="Times New Roman"/>
              </a:rPr>
              <a:t> </a:t>
            </a:r>
            <a:r>
              <a:rPr sz="1700" spc="-5" dirty="0">
                <a:latin typeface="Times New Roman"/>
                <a:cs typeface="Times New Roman"/>
              </a:rPr>
              <a:t>a</a:t>
            </a:r>
            <a:r>
              <a:rPr sz="1700" spc="36" dirty="0">
                <a:latin typeface="Times New Roman"/>
                <a:cs typeface="Times New Roman"/>
              </a:rPr>
              <a:t> </a:t>
            </a:r>
            <a:r>
              <a:rPr sz="1700" dirty="0">
                <a:latin typeface="Times New Roman"/>
                <a:cs typeface="Times New Roman"/>
              </a:rPr>
              <a:t>t</a:t>
            </a:r>
            <a:r>
              <a:rPr sz="1700" spc="-5" dirty="0">
                <a:latin typeface="Times New Roman"/>
                <a:cs typeface="Times New Roman"/>
              </a:rPr>
              <a:t>ype</a:t>
            </a:r>
            <a:r>
              <a:rPr sz="1700" spc="36" dirty="0">
                <a:latin typeface="Times New Roman"/>
                <a:cs typeface="Times New Roman"/>
              </a:rPr>
              <a:t> </a:t>
            </a:r>
            <a:r>
              <a:rPr sz="1700" dirty="0">
                <a:latin typeface="Times New Roman"/>
                <a:cs typeface="Times New Roman"/>
              </a:rPr>
              <a:t>of</a:t>
            </a:r>
            <a:r>
              <a:rPr sz="1700" spc="36" dirty="0">
                <a:latin typeface="Times New Roman"/>
                <a:cs typeface="Times New Roman"/>
              </a:rPr>
              <a:t> </a:t>
            </a:r>
            <a:r>
              <a:rPr sz="1700" spc="-7" dirty="0">
                <a:latin typeface="Times New Roman"/>
                <a:cs typeface="Times New Roman"/>
              </a:rPr>
              <a:t>c</a:t>
            </a:r>
            <a:r>
              <a:rPr sz="1700" spc="-5" dirty="0">
                <a:latin typeface="Times New Roman"/>
                <a:cs typeface="Times New Roman"/>
              </a:rPr>
              <a:t>omput</a:t>
            </a:r>
            <a:r>
              <a:rPr sz="1700" spc="-7" dirty="0">
                <a:latin typeface="Times New Roman"/>
                <a:cs typeface="Times New Roman"/>
              </a:rPr>
              <a:t>e</a:t>
            </a:r>
            <a:r>
              <a:rPr sz="1700" dirty="0">
                <a:latin typeface="Times New Roman"/>
                <a:cs typeface="Times New Roman"/>
              </a:rPr>
              <a:t>r</a:t>
            </a:r>
            <a:r>
              <a:rPr sz="1700" spc="36" dirty="0">
                <a:latin typeface="Times New Roman"/>
                <a:cs typeface="Times New Roman"/>
              </a:rPr>
              <a:t> </a:t>
            </a:r>
            <a:r>
              <a:rPr sz="1700" spc="-5" dirty="0">
                <a:latin typeface="Times New Roman"/>
                <a:cs typeface="Times New Roman"/>
              </a:rPr>
              <a:t>memo</a:t>
            </a:r>
            <a:r>
              <a:rPr sz="1700" dirty="0">
                <a:latin typeface="Times New Roman"/>
                <a:cs typeface="Times New Roman"/>
              </a:rPr>
              <a:t>ry</a:t>
            </a:r>
            <a:r>
              <a:rPr sz="1700" spc="38" dirty="0">
                <a:latin typeface="Times New Roman"/>
                <a:cs typeface="Times New Roman"/>
              </a:rPr>
              <a:t> </a:t>
            </a:r>
            <a:r>
              <a:rPr sz="1700" spc="-2" dirty="0">
                <a:latin typeface="Times New Roman"/>
                <a:cs typeface="Times New Roman"/>
              </a:rPr>
              <a:t>that</a:t>
            </a:r>
            <a:r>
              <a:rPr sz="1700" spc="38" dirty="0">
                <a:latin typeface="Times New Roman"/>
                <a:cs typeface="Times New Roman"/>
              </a:rPr>
              <a:t> </a:t>
            </a:r>
            <a:r>
              <a:rPr sz="1700" spc="-2" dirty="0">
                <a:latin typeface="Times New Roman"/>
                <a:cs typeface="Times New Roman"/>
              </a:rPr>
              <a:t>is</a:t>
            </a:r>
            <a:r>
              <a:rPr sz="1700" spc="41" dirty="0">
                <a:latin typeface="Times New Roman"/>
                <a:cs typeface="Times New Roman"/>
              </a:rPr>
              <a:t> </a:t>
            </a:r>
            <a:r>
              <a:rPr sz="1700" dirty="0">
                <a:latin typeface="Times New Roman"/>
                <a:cs typeface="Times New Roman"/>
              </a:rPr>
              <a:t>us</a:t>
            </a:r>
            <a:r>
              <a:rPr sz="1700" spc="-2" dirty="0">
                <a:latin typeface="Times New Roman"/>
                <a:cs typeface="Times New Roman"/>
              </a:rPr>
              <a:t>e</a:t>
            </a:r>
            <a:r>
              <a:rPr sz="1700" dirty="0">
                <a:latin typeface="Times New Roman"/>
                <a:cs typeface="Times New Roman"/>
              </a:rPr>
              <a:t>d</a:t>
            </a:r>
            <a:r>
              <a:rPr sz="1700" spc="38" dirty="0">
                <a:latin typeface="Times New Roman"/>
                <a:cs typeface="Times New Roman"/>
              </a:rPr>
              <a:t> </a:t>
            </a:r>
            <a:r>
              <a:rPr sz="1700" dirty="0">
                <a:latin typeface="Times New Roman"/>
                <a:cs typeface="Times New Roman"/>
              </a:rPr>
              <a:t>for</a:t>
            </a:r>
            <a:r>
              <a:rPr sz="1700" spc="36" dirty="0">
                <a:latin typeface="Times New Roman"/>
                <a:cs typeface="Times New Roman"/>
              </a:rPr>
              <a:t> </a:t>
            </a:r>
            <a:r>
              <a:rPr sz="1700" spc="-5" dirty="0">
                <a:latin typeface="Times New Roman"/>
                <a:cs typeface="Times New Roman"/>
              </a:rPr>
              <a:t>lon</a:t>
            </a:r>
            <a:r>
              <a:rPr sz="1700" spc="7" dirty="0">
                <a:latin typeface="Times New Roman"/>
                <a:cs typeface="Times New Roman"/>
              </a:rPr>
              <a:t>g</a:t>
            </a:r>
            <a:r>
              <a:rPr sz="1700" spc="-2" dirty="0">
                <a:latin typeface="Times New Roman"/>
                <a:cs typeface="Times New Roman"/>
              </a:rPr>
              <a:t>-te</a:t>
            </a:r>
            <a:r>
              <a:rPr sz="1700" spc="-7" dirty="0">
                <a:latin typeface="Times New Roman"/>
                <a:cs typeface="Times New Roman"/>
              </a:rPr>
              <a:t>r</a:t>
            </a:r>
            <a:r>
              <a:rPr sz="1700" spc="-5" dirty="0">
                <a:latin typeface="Times New Roman"/>
                <a:cs typeface="Times New Roman"/>
              </a:rPr>
              <a:t>m</a:t>
            </a:r>
            <a:r>
              <a:rPr sz="1700" spc="41" dirty="0">
                <a:latin typeface="Times New Roman"/>
                <a:cs typeface="Times New Roman"/>
              </a:rPr>
              <a:t> </a:t>
            </a:r>
            <a:r>
              <a:rPr sz="1700" spc="-5" dirty="0">
                <a:latin typeface="Times New Roman"/>
                <a:cs typeface="Times New Roman"/>
              </a:rPr>
              <a:t>storage</a:t>
            </a:r>
            <a:r>
              <a:rPr sz="1700" spc="36" dirty="0">
                <a:latin typeface="Times New Roman"/>
                <a:cs typeface="Times New Roman"/>
              </a:rPr>
              <a:t> </a:t>
            </a:r>
            <a:r>
              <a:rPr sz="1700" dirty="0">
                <a:latin typeface="Times New Roman"/>
                <a:cs typeface="Times New Roman"/>
              </a:rPr>
              <a:t>of</a:t>
            </a:r>
            <a:r>
              <a:rPr sz="1700" spc="36" dirty="0">
                <a:latin typeface="Times New Roman"/>
                <a:cs typeface="Times New Roman"/>
              </a:rPr>
              <a:t> </a:t>
            </a:r>
            <a:r>
              <a:rPr sz="1700" spc="-5" dirty="0">
                <a:latin typeface="Times New Roman"/>
                <a:cs typeface="Times New Roman"/>
              </a:rPr>
              <a:t>d</a:t>
            </a:r>
            <a:r>
              <a:rPr sz="1700" spc="-7" dirty="0">
                <a:latin typeface="Times New Roman"/>
                <a:cs typeface="Times New Roman"/>
              </a:rPr>
              <a:t>a</a:t>
            </a:r>
            <a:r>
              <a:rPr sz="1700" dirty="0">
                <a:latin typeface="Times New Roman"/>
                <a:cs typeface="Times New Roman"/>
              </a:rPr>
              <a:t>t</a:t>
            </a:r>
            <a:r>
              <a:rPr sz="1700" spc="-5" dirty="0">
                <a:latin typeface="Times New Roman"/>
                <a:cs typeface="Times New Roman"/>
              </a:rPr>
              <a:t>a</a:t>
            </a:r>
            <a:r>
              <a:rPr sz="1700" spc="-2" dirty="0">
                <a:latin typeface="Times New Roman"/>
                <a:cs typeface="Times New Roman"/>
              </a:rPr>
              <a:t> </a:t>
            </a:r>
            <a:r>
              <a:rPr sz="1700" spc="-7" dirty="0">
                <a:latin typeface="Times New Roman"/>
                <a:cs typeface="Times New Roman"/>
              </a:rPr>
              <a:t>a</a:t>
            </a:r>
            <a:r>
              <a:rPr sz="1700" dirty="0">
                <a:latin typeface="Times New Roman"/>
                <a:cs typeface="Times New Roman"/>
              </a:rPr>
              <a:t>nd</a:t>
            </a:r>
            <a:r>
              <a:rPr sz="1700" spc="14" dirty="0">
                <a:latin typeface="Times New Roman"/>
                <a:cs typeface="Times New Roman"/>
              </a:rPr>
              <a:t> </a:t>
            </a:r>
            <a:r>
              <a:rPr sz="1700" dirty="0">
                <a:latin typeface="Times New Roman"/>
                <a:cs typeface="Times New Roman"/>
              </a:rPr>
              <a:t>prog</a:t>
            </a:r>
            <a:r>
              <a:rPr sz="1700" spc="-5" dirty="0">
                <a:latin typeface="Times New Roman"/>
                <a:cs typeface="Times New Roman"/>
              </a:rPr>
              <a:t>r</a:t>
            </a:r>
            <a:r>
              <a:rPr sz="1700" spc="-7" dirty="0">
                <a:latin typeface="Times New Roman"/>
                <a:cs typeface="Times New Roman"/>
              </a:rPr>
              <a:t>a</a:t>
            </a:r>
            <a:r>
              <a:rPr sz="1700" spc="-5" dirty="0">
                <a:latin typeface="Times New Roman"/>
                <a:cs typeface="Times New Roman"/>
              </a:rPr>
              <a:t>ms.</a:t>
            </a:r>
            <a:r>
              <a:rPr sz="1700" spc="22" dirty="0">
                <a:latin typeface="Times New Roman"/>
                <a:cs typeface="Times New Roman"/>
              </a:rPr>
              <a:t> </a:t>
            </a:r>
            <a:r>
              <a:rPr sz="1700" spc="-10" dirty="0">
                <a:latin typeface="Times New Roman"/>
                <a:cs typeface="Times New Roman"/>
              </a:rPr>
              <a:t>I</a:t>
            </a:r>
            <a:r>
              <a:rPr sz="1700" spc="-2" dirty="0">
                <a:latin typeface="Times New Roman"/>
                <a:cs typeface="Times New Roman"/>
              </a:rPr>
              <a:t>t</a:t>
            </a:r>
            <a:r>
              <a:rPr sz="1700" spc="17" dirty="0">
                <a:latin typeface="Times New Roman"/>
                <a:cs typeface="Times New Roman"/>
              </a:rPr>
              <a:t> </a:t>
            </a:r>
            <a:r>
              <a:rPr sz="1700" spc="-2" dirty="0">
                <a:latin typeface="Times New Roman"/>
                <a:cs typeface="Times New Roman"/>
              </a:rPr>
              <a:t>is</a:t>
            </a:r>
            <a:r>
              <a:rPr sz="1700" spc="17" dirty="0">
                <a:latin typeface="Times New Roman"/>
                <a:cs typeface="Times New Roman"/>
              </a:rPr>
              <a:t> </a:t>
            </a:r>
            <a:r>
              <a:rPr sz="1700" spc="-7" dirty="0">
                <a:latin typeface="Times New Roman"/>
                <a:cs typeface="Times New Roman"/>
              </a:rPr>
              <a:t>a</a:t>
            </a:r>
            <a:r>
              <a:rPr sz="1700" spc="-2" dirty="0">
                <a:latin typeface="Times New Roman"/>
                <a:cs typeface="Times New Roman"/>
              </a:rPr>
              <a:t>lso</a:t>
            </a:r>
            <a:r>
              <a:rPr sz="1700" spc="17" dirty="0">
                <a:latin typeface="Times New Roman"/>
                <a:cs typeface="Times New Roman"/>
              </a:rPr>
              <a:t> </a:t>
            </a:r>
            <a:r>
              <a:rPr sz="1700" dirty="0">
                <a:latin typeface="Times New Roman"/>
                <a:cs typeface="Times New Roman"/>
              </a:rPr>
              <a:t>known</a:t>
            </a:r>
            <a:r>
              <a:rPr sz="1700" spc="14" dirty="0">
                <a:latin typeface="Times New Roman"/>
                <a:cs typeface="Times New Roman"/>
              </a:rPr>
              <a:t> </a:t>
            </a:r>
            <a:r>
              <a:rPr sz="1700" spc="-7" dirty="0">
                <a:latin typeface="Times New Roman"/>
                <a:cs typeface="Times New Roman"/>
              </a:rPr>
              <a:t>a</a:t>
            </a:r>
            <a:r>
              <a:rPr sz="1700" dirty="0">
                <a:latin typeface="Times New Roman"/>
                <a:cs typeface="Times New Roman"/>
              </a:rPr>
              <a:t>s</a:t>
            </a:r>
            <a:r>
              <a:rPr sz="1700" spc="17" dirty="0">
                <a:latin typeface="Times New Roman"/>
                <a:cs typeface="Times New Roman"/>
              </a:rPr>
              <a:t> </a:t>
            </a:r>
            <a:r>
              <a:rPr sz="1700" spc="-7" dirty="0">
                <a:latin typeface="Times New Roman"/>
                <a:cs typeface="Times New Roman"/>
              </a:rPr>
              <a:t>a</a:t>
            </a:r>
            <a:r>
              <a:rPr sz="1700" spc="-2" dirty="0">
                <a:latin typeface="Times New Roman"/>
                <a:cs typeface="Times New Roman"/>
              </a:rPr>
              <a:t>uxilia</a:t>
            </a:r>
            <a:r>
              <a:rPr sz="1700" spc="-7" dirty="0">
                <a:latin typeface="Times New Roman"/>
                <a:cs typeface="Times New Roman"/>
              </a:rPr>
              <a:t>r</a:t>
            </a:r>
            <a:r>
              <a:rPr sz="1700" dirty="0">
                <a:latin typeface="Times New Roman"/>
                <a:cs typeface="Times New Roman"/>
              </a:rPr>
              <a:t>y</a:t>
            </a:r>
            <a:r>
              <a:rPr sz="1700" spc="14" dirty="0">
                <a:latin typeface="Times New Roman"/>
                <a:cs typeface="Times New Roman"/>
              </a:rPr>
              <a:t> </a:t>
            </a:r>
            <a:r>
              <a:rPr sz="1700" spc="-5" dirty="0">
                <a:latin typeface="Times New Roman"/>
                <a:cs typeface="Times New Roman"/>
              </a:rPr>
              <a:t>memor</a:t>
            </a:r>
            <a:r>
              <a:rPr sz="1700" dirty="0">
                <a:latin typeface="Times New Roman"/>
                <a:cs typeface="Times New Roman"/>
              </a:rPr>
              <a:t>y</a:t>
            </a:r>
            <a:r>
              <a:rPr sz="1700" spc="14" dirty="0">
                <a:latin typeface="Times New Roman"/>
                <a:cs typeface="Times New Roman"/>
              </a:rPr>
              <a:t> </a:t>
            </a:r>
            <a:r>
              <a:rPr sz="1700" dirty="0">
                <a:latin typeface="Times New Roman"/>
                <a:cs typeface="Times New Roman"/>
              </a:rPr>
              <a:t>or</a:t>
            </a:r>
            <a:r>
              <a:rPr sz="1700" spc="14" dirty="0">
                <a:latin typeface="Times New Roman"/>
                <a:cs typeface="Times New Roman"/>
              </a:rPr>
              <a:t> </a:t>
            </a:r>
            <a:r>
              <a:rPr sz="1700" spc="-7" dirty="0">
                <a:latin typeface="Times New Roman"/>
                <a:cs typeface="Times New Roman"/>
              </a:rPr>
              <a:t>e</a:t>
            </a:r>
            <a:r>
              <a:rPr sz="1700" spc="-2" dirty="0">
                <a:latin typeface="Times New Roman"/>
                <a:cs typeface="Times New Roman"/>
              </a:rPr>
              <a:t>xte</a:t>
            </a:r>
            <a:r>
              <a:rPr sz="1700" spc="-7" dirty="0">
                <a:latin typeface="Times New Roman"/>
                <a:cs typeface="Times New Roman"/>
              </a:rPr>
              <a:t>r</a:t>
            </a:r>
            <a:r>
              <a:rPr sz="1700" spc="5" dirty="0">
                <a:latin typeface="Times New Roman"/>
                <a:cs typeface="Times New Roman"/>
              </a:rPr>
              <a:t>n</a:t>
            </a:r>
            <a:r>
              <a:rPr sz="1700" spc="-7" dirty="0">
                <a:latin typeface="Times New Roman"/>
                <a:cs typeface="Times New Roman"/>
              </a:rPr>
              <a:t>a</a:t>
            </a:r>
            <a:r>
              <a:rPr sz="1700" spc="-2" dirty="0">
                <a:latin typeface="Times New Roman"/>
                <a:cs typeface="Times New Roman"/>
              </a:rPr>
              <a:t>l</a:t>
            </a:r>
            <a:r>
              <a:rPr sz="1700" spc="17" dirty="0">
                <a:latin typeface="Times New Roman"/>
                <a:cs typeface="Times New Roman"/>
              </a:rPr>
              <a:t> </a:t>
            </a:r>
            <a:r>
              <a:rPr sz="1700" spc="-5" dirty="0">
                <a:latin typeface="Times New Roman"/>
                <a:cs typeface="Times New Roman"/>
              </a:rPr>
              <a:t>memor</a:t>
            </a:r>
            <a:r>
              <a:rPr sz="1700" dirty="0">
                <a:latin typeface="Times New Roman"/>
                <a:cs typeface="Times New Roman"/>
              </a:rPr>
              <a:t>y,</a:t>
            </a:r>
            <a:r>
              <a:rPr sz="1700" spc="14" dirty="0">
                <a:latin typeface="Times New Roman"/>
                <a:cs typeface="Times New Roman"/>
              </a:rPr>
              <a:t> </a:t>
            </a:r>
            <a:r>
              <a:rPr sz="1700" spc="-7" dirty="0">
                <a:latin typeface="Times New Roman"/>
                <a:cs typeface="Times New Roman"/>
              </a:rPr>
              <a:t>a</a:t>
            </a:r>
            <a:r>
              <a:rPr sz="1700" dirty="0">
                <a:latin typeface="Times New Roman"/>
                <a:cs typeface="Times New Roman"/>
              </a:rPr>
              <a:t>nd</a:t>
            </a:r>
            <a:r>
              <a:rPr sz="1700" spc="14" dirty="0">
                <a:latin typeface="Times New Roman"/>
                <a:cs typeface="Times New Roman"/>
              </a:rPr>
              <a:t> </a:t>
            </a:r>
            <a:r>
              <a:rPr sz="1700" spc="-2" dirty="0">
                <a:latin typeface="Times New Roman"/>
                <a:cs typeface="Times New Roman"/>
              </a:rPr>
              <a:t>is</a:t>
            </a:r>
            <a:r>
              <a:rPr sz="1700" spc="17" dirty="0">
                <a:latin typeface="Times New Roman"/>
                <a:cs typeface="Times New Roman"/>
              </a:rPr>
              <a:t> </a:t>
            </a:r>
            <a:r>
              <a:rPr sz="1700" spc="-2" dirty="0">
                <a:latin typeface="Times New Roman"/>
                <a:cs typeface="Times New Roman"/>
              </a:rPr>
              <a:t>dis</a:t>
            </a:r>
            <a:r>
              <a:rPr sz="1700" dirty="0">
                <a:latin typeface="Times New Roman"/>
                <a:cs typeface="Times New Roman"/>
              </a:rPr>
              <a:t>t</a:t>
            </a:r>
            <a:r>
              <a:rPr sz="1700" spc="-2" dirty="0">
                <a:latin typeface="Times New Roman"/>
                <a:cs typeface="Times New Roman"/>
              </a:rPr>
              <a:t>inct</a:t>
            </a:r>
            <a:r>
              <a:rPr sz="1700" spc="14" dirty="0">
                <a:latin typeface="Times New Roman"/>
                <a:cs typeface="Times New Roman"/>
              </a:rPr>
              <a:t> </a:t>
            </a:r>
            <a:r>
              <a:rPr sz="1700" dirty="0">
                <a:latin typeface="Times New Roman"/>
                <a:cs typeface="Times New Roman"/>
              </a:rPr>
              <a:t>f</a:t>
            </a:r>
            <a:r>
              <a:rPr sz="1700" spc="-5" dirty="0">
                <a:latin typeface="Times New Roman"/>
                <a:cs typeface="Times New Roman"/>
              </a:rPr>
              <a:t>rom</a:t>
            </a:r>
            <a:r>
              <a:rPr sz="1700" spc="-2" dirty="0">
                <a:latin typeface="Times New Roman"/>
                <a:cs typeface="Times New Roman"/>
              </a:rPr>
              <a:t> </a:t>
            </a:r>
            <a:r>
              <a:rPr sz="1700" spc="-5" dirty="0">
                <a:latin typeface="Times New Roman"/>
                <a:cs typeface="Times New Roman"/>
              </a:rPr>
              <a:t>prim</a:t>
            </a:r>
            <a:r>
              <a:rPr sz="1700" spc="-7" dirty="0">
                <a:latin typeface="Times New Roman"/>
                <a:cs typeface="Times New Roman"/>
              </a:rPr>
              <a:t>a</a:t>
            </a:r>
            <a:r>
              <a:rPr sz="1700" dirty="0">
                <a:latin typeface="Times New Roman"/>
                <a:cs typeface="Times New Roman"/>
              </a:rPr>
              <a:t>ry</a:t>
            </a:r>
            <a:r>
              <a:rPr sz="1700" spc="-31" dirty="0">
                <a:latin typeface="Times New Roman"/>
                <a:cs typeface="Times New Roman"/>
              </a:rPr>
              <a:t> </a:t>
            </a:r>
            <a:r>
              <a:rPr sz="1700" spc="-5" dirty="0">
                <a:latin typeface="Times New Roman"/>
                <a:cs typeface="Times New Roman"/>
              </a:rPr>
              <a:t>memor</a:t>
            </a:r>
            <a:r>
              <a:rPr sz="1700" dirty="0">
                <a:latin typeface="Times New Roman"/>
                <a:cs typeface="Times New Roman"/>
              </a:rPr>
              <a:t>y,</a:t>
            </a:r>
            <a:r>
              <a:rPr sz="1700" spc="-29" dirty="0">
                <a:latin typeface="Times New Roman"/>
                <a:cs typeface="Times New Roman"/>
              </a:rPr>
              <a:t> </a:t>
            </a:r>
            <a:r>
              <a:rPr sz="1700" spc="-7" dirty="0">
                <a:latin typeface="Times New Roman"/>
                <a:cs typeface="Times New Roman"/>
              </a:rPr>
              <a:t>whic</a:t>
            </a:r>
            <a:r>
              <a:rPr sz="1700" dirty="0">
                <a:latin typeface="Times New Roman"/>
                <a:cs typeface="Times New Roman"/>
              </a:rPr>
              <a:t>h</a:t>
            </a:r>
            <a:r>
              <a:rPr sz="1700" spc="-29" dirty="0">
                <a:latin typeface="Times New Roman"/>
                <a:cs typeface="Times New Roman"/>
              </a:rPr>
              <a:t> </a:t>
            </a:r>
            <a:r>
              <a:rPr sz="1700" spc="-2" dirty="0">
                <a:latin typeface="Times New Roman"/>
                <a:cs typeface="Times New Roman"/>
              </a:rPr>
              <a:t>is</a:t>
            </a:r>
            <a:r>
              <a:rPr sz="1700" spc="-29" dirty="0">
                <a:latin typeface="Times New Roman"/>
                <a:cs typeface="Times New Roman"/>
              </a:rPr>
              <a:t> </a:t>
            </a:r>
            <a:r>
              <a:rPr sz="1700" dirty="0">
                <a:latin typeface="Times New Roman"/>
                <a:cs typeface="Times New Roman"/>
              </a:rPr>
              <a:t>us</a:t>
            </a:r>
            <a:r>
              <a:rPr sz="1700" spc="-2" dirty="0">
                <a:latin typeface="Times New Roman"/>
                <a:cs typeface="Times New Roman"/>
              </a:rPr>
              <a:t>e</a:t>
            </a:r>
            <a:r>
              <a:rPr sz="1700" dirty="0">
                <a:latin typeface="Times New Roman"/>
                <a:cs typeface="Times New Roman"/>
              </a:rPr>
              <a:t>d</a:t>
            </a:r>
            <a:r>
              <a:rPr sz="1700" spc="-29" dirty="0">
                <a:latin typeface="Times New Roman"/>
                <a:cs typeface="Times New Roman"/>
              </a:rPr>
              <a:t> </a:t>
            </a:r>
            <a:r>
              <a:rPr sz="1700" dirty="0">
                <a:latin typeface="Times New Roman"/>
                <a:cs typeface="Times New Roman"/>
              </a:rPr>
              <a:t>for</a:t>
            </a:r>
            <a:r>
              <a:rPr sz="1700" spc="-34" dirty="0">
                <a:latin typeface="Times New Roman"/>
                <a:cs typeface="Times New Roman"/>
              </a:rPr>
              <a:t> </a:t>
            </a:r>
            <a:r>
              <a:rPr sz="1700" spc="-2" dirty="0">
                <a:latin typeface="Times New Roman"/>
                <a:cs typeface="Times New Roman"/>
              </a:rPr>
              <a:t>shor</a:t>
            </a:r>
            <a:r>
              <a:rPr sz="1700" spc="2" dirty="0">
                <a:latin typeface="Times New Roman"/>
                <a:cs typeface="Times New Roman"/>
              </a:rPr>
              <a:t>t</a:t>
            </a:r>
            <a:r>
              <a:rPr sz="1700" spc="-2" dirty="0">
                <a:latin typeface="Times New Roman"/>
                <a:cs typeface="Times New Roman"/>
              </a:rPr>
              <a:t>-te</a:t>
            </a:r>
            <a:r>
              <a:rPr sz="1700" spc="-7" dirty="0">
                <a:latin typeface="Times New Roman"/>
                <a:cs typeface="Times New Roman"/>
              </a:rPr>
              <a:t>r</a:t>
            </a:r>
            <a:r>
              <a:rPr sz="1700" spc="-5" dirty="0">
                <a:latin typeface="Times New Roman"/>
                <a:cs typeface="Times New Roman"/>
              </a:rPr>
              <a:t>m</a:t>
            </a:r>
            <a:r>
              <a:rPr sz="1700" spc="-29" dirty="0">
                <a:latin typeface="Times New Roman"/>
                <a:cs typeface="Times New Roman"/>
              </a:rPr>
              <a:t> </a:t>
            </a:r>
            <a:r>
              <a:rPr sz="1700" spc="-5" dirty="0">
                <a:latin typeface="Times New Roman"/>
                <a:cs typeface="Times New Roman"/>
              </a:rPr>
              <a:t>storage</a:t>
            </a:r>
            <a:r>
              <a:rPr sz="1700" spc="-31" dirty="0">
                <a:latin typeface="Times New Roman"/>
                <a:cs typeface="Times New Roman"/>
              </a:rPr>
              <a:t> </a:t>
            </a:r>
            <a:r>
              <a:rPr sz="1700" dirty="0">
                <a:latin typeface="Times New Roman"/>
                <a:cs typeface="Times New Roman"/>
              </a:rPr>
              <a:t>of</a:t>
            </a:r>
            <a:r>
              <a:rPr sz="1700" spc="-31" dirty="0">
                <a:latin typeface="Times New Roman"/>
                <a:cs typeface="Times New Roman"/>
              </a:rPr>
              <a:t> </a:t>
            </a:r>
            <a:r>
              <a:rPr sz="1700" spc="-5" dirty="0">
                <a:latin typeface="Times New Roman"/>
                <a:cs typeface="Times New Roman"/>
              </a:rPr>
              <a:t>d</a:t>
            </a:r>
            <a:r>
              <a:rPr sz="1700" spc="-7" dirty="0">
                <a:latin typeface="Times New Roman"/>
                <a:cs typeface="Times New Roman"/>
              </a:rPr>
              <a:t>a</a:t>
            </a:r>
            <a:r>
              <a:rPr sz="1700" spc="-2" dirty="0">
                <a:latin typeface="Times New Roman"/>
                <a:cs typeface="Times New Roman"/>
              </a:rPr>
              <a:t>ta</a:t>
            </a:r>
            <a:r>
              <a:rPr sz="1700" spc="-31" dirty="0">
                <a:latin typeface="Times New Roman"/>
                <a:cs typeface="Times New Roman"/>
              </a:rPr>
              <a:t> </a:t>
            </a:r>
            <a:r>
              <a:rPr sz="1700" spc="-7" dirty="0">
                <a:latin typeface="Times New Roman"/>
                <a:cs typeface="Times New Roman"/>
              </a:rPr>
              <a:t>a</a:t>
            </a:r>
            <a:r>
              <a:rPr sz="1700" dirty="0">
                <a:latin typeface="Times New Roman"/>
                <a:cs typeface="Times New Roman"/>
              </a:rPr>
              <a:t>nd</a:t>
            </a:r>
            <a:r>
              <a:rPr sz="1700" spc="-29" dirty="0">
                <a:latin typeface="Times New Roman"/>
                <a:cs typeface="Times New Roman"/>
              </a:rPr>
              <a:t> </a:t>
            </a:r>
            <a:r>
              <a:rPr sz="1700" spc="-2" dirty="0">
                <a:latin typeface="Times New Roman"/>
                <a:cs typeface="Times New Roman"/>
              </a:rPr>
              <a:t>instru</a:t>
            </a:r>
            <a:r>
              <a:rPr sz="1700" spc="-10" dirty="0">
                <a:latin typeface="Times New Roman"/>
                <a:cs typeface="Times New Roman"/>
              </a:rPr>
              <a:t>c</a:t>
            </a:r>
            <a:r>
              <a:rPr sz="1700" spc="-2" dirty="0">
                <a:latin typeface="Times New Roman"/>
                <a:cs typeface="Times New Roman"/>
              </a:rPr>
              <a:t>ti</a:t>
            </a:r>
            <a:r>
              <a:rPr sz="1700" spc="5" dirty="0">
                <a:latin typeface="Times New Roman"/>
                <a:cs typeface="Times New Roman"/>
              </a:rPr>
              <a:t>o</a:t>
            </a:r>
            <a:r>
              <a:rPr sz="1700" dirty="0">
                <a:latin typeface="Times New Roman"/>
                <a:cs typeface="Times New Roman"/>
              </a:rPr>
              <a:t>ns</a:t>
            </a:r>
            <a:r>
              <a:rPr sz="1700" spc="-29" dirty="0">
                <a:latin typeface="Times New Roman"/>
                <a:cs typeface="Times New Roman"/>
              </a:rPr>
              <a:t> </a:t>
            </a:r>
            <a:r>
              <a:rPr sz="1700" spc="-2" dirty="0">
                <a:latin typeface="Times New Roman"/>
                <a:cs typeface="Times New Roman"/>
              </a:rPr>
              <a:t>that</a:t>
            </a:r>
            <a:r>
              <a:rPr sz="1700" spc="-31" dirty="0">
                <a:latin typeface="Times New Roman"/>
                <a:cs typeface="Times New Roman"/>
              </a:rPr>
              <a:t> </a:t>
            </a:r>
            <a:r>
              <a:rPr sz="1700" spc="-7" dirty="0">
                <a:latin typeface="Times New Roman"/>
                <a:cs typeface="Times New Roman"/>
              </a:rPr>
              <a:t>a</a:t>
            </a:r>
            <a:r>
              <a:rPr sz="1700" spc="-2" dirty="0">
                <a:latin typeface="Times New Roman"/>
                <a:cs typeface="Times New Roman"/>
              </a:rPr>
              <a:t>re</a:t>
            </a:r>
            <a:r>
              <a:rPr sz="1700" spc="-34" dirty="0">
                <a:latin typeface="Times New Roman"/>
                <a:cs typeface="Times New Roman"/>
              </a:rPr>
              <a:t> </a:t>
            </a:r>
            <a:r>
              <a:rPr sz="1700" spc="-7" dirty="0">
                <a:latin typeface="Times New Roman"/>
                <a:cs typeface="Times New Roman"/>
              </a:rPr>
              <a:t>c</a:t>
            </a:r>
            <a:r>
              <a:rPr sz="1700" dirty="0">
                <a:latin typeface="Times New Roman"/>
                <a:cs typeface="Times New Roman"/>
              </a:rPr>
              <a:t>ur</a:t>
            </a:r>
            <a:r>
              <a:rPr sz="1700" spc="-5" dirty="0">
                <a:latin typeface="Times New Roman"/>
                <a:cs typeface="Times New Roman"/>
              </a:rPr>
              <a:t>r</a:t>
            </a:r>
            <a:r>
              <a:rPr sz="1700" spc="-7" dirty="0">
                <a:latin typeface="Times New Roman"/>
                <a:cs typeface="Times New Roman"/>
              </a:rPr>
              <a:t>e</a:t>
            </a:r>
            <a:r>
              <a:rPr sz="1700" spc="-2" dirty="0">
                <a:latin typeface="Times New Roman"/>
                <a:cs typeface="Times New Roman"/>
              </a:rPr>
              <a:t>ntl</a:t>
            </a:r>
            <a:r>
              <a:rPr sz="1700" dirty="0">
                <a:latin typeface="Times New Roman"/>
                <a:cs typeface="Times New Roman"/>
              </a:rPr>
              <a:t>y </a:t>
            </a:r>
            <a:r>
              <a:rPr sz="1700" spc="-5" dirty="0">
                <a:latin typeface="Times New Roman"/>
                <a:cs typeface="Times New Roman"/>
              </a:rPr>
              <a:t>b</a:t>
            </a:r>
            <a:r>
              <a:rPr sz="1700" spc="-7" dirty="0">
                <a:latin typeface="Times New Roman"/>
                <a:cs typeface="Times New Roman"/>
              </a:rPr>
              <a:t>e</a:t>
            </a:r>
            <a:r>
              <a:rPr sz="1700" spc="-5" dirty="0">
                <a:latin typeface="Times New Roman"/>
                <a:cs typeface="Times New Roman"/>
              </a:rPr>
              <a:t>ing</a:t>
            </a:r>
            <a:r>
              <a:rPr sz="1700" spc="-2" dirty="0">
                <a:latin typeface="Times New Roman"/>
                <a:cs typeface="Times New Roman"/>
              </a:rPr>
              <a:t> </a:t>
            </a:r>
            <a:r>
              <a:rPr sz="1700" spc="-5" dirty="0">
                <a:latin typeface="Times New Roman"/>
                <a:cs typeface="Times New Roman"/>
              </a:rPr>
              <a:t>pro</a:t>
            </a:r>
            <a:r>
              <a:rPr sz="1700" spc="-10" dirty="0">
                <a:latin typeface="Times New Roman"/>
                <a:cs typeface="Times New Roman"/>
              </a:rPr>
              <a:t>c</a:t>
            </a:r>
            <a:r>
              <a:rPr sz="1700" spc="-7" dirty="0">
                <a:latin typeface="Times New Roman"/>
                <a:cs typeface="Times New Roman"/>
              </a:rPr>
              <a:t>e</a:t>
            </a:r>
            <a:r>
              <a:rPr sz="1700" spc="-2" dirty="0">
                <a:latin typeface="Times New Roman"/>
                <a:cs typeface="Times New Roman"/>
              </a:rPr>
              <a:t>s</a:t>
            </a:r>
            <a:r>
              <a:rPr sz="1700" spc="5" dirty="0">
                <a:latin typeface="Times New Roman"/>
                <a:cs typeface="Times New Roman"/>
              </a:rPr>
              <a:t>s</a:t>
            </a:r>
            <a:r>
              <a:rPr sz="1700" spc="-7" dirty="0">
                <a:latin typeface="Times New Roman"/>
                <a:cs typeface="Times New Roman"/>
              </a:rPr>
              <a:t>e</a:t>
            </a:r>
            <a:r>
              <a:rPr sz="1700" dirty="0">
                <a:latin typeface="Times New Roman"/>
                <a:cs typeface="Times New Roman"/>
              </a:rPr>
              <a:t>d by </a:t>
            </a:r>
            <a:r>
              <a:rPr sz="1700" spc="-2" dirty="0">
                <a:latin typeface="Times New Roman"/>
                <a:cs typeface="Times New Roman"/>
              </a:rPr>
              <a:t>the </a:t>
            </a:r>
            <a:r>
              <a:rPr sz="1700" dirty="0">
                <a:latin typeface="Times New Roman"/>
                <a:cs typeface="Times New Roman"/>
              </a:rPr>
              <a:t>CP</a:t>
            </a:r>
            <a:r>
              <a:rPr sz="1700" spc="-2" dirty="0">
                <a:latin typeface="Times New Roman"/>
                <a:cs typeface="Times New Roman"/>
              </a:rPr>
              <a:t>U.</a:t>
            </a:r>
            <a:endParaRPr lang="en-US" sz="1700" spc="-2" dirty="0">
              <a:latin typeface="Times New Roman"/>
              <a:cs typeface="Times New Roman"/>
            </a:endParaRPr>
          </a:p>
          <a:p>
            <a:pPr marL="291859" marR="3054" indent="-285750" algn="just">
              <a:spcBef>
                <a:spcPts val="450"/>
              </a:spcBef>
              <a:buFont typeface="Arial" panose="020B0604020202020204" pitchFamily="34" charset="0"/>
              <a:buChar char="•"/>
            </a:pPr>
            <a:r>
              <a:rPr sz="1700" dirty="0">
                <a:latin typeface="Times New Roman"/>
                <a:cs typeface="Times New Roman"/>
              </a:rPr>
              <a:t>S</a:t>
            </a:r>
            <a:r>
              <a:rPr sz="1700" spc="-7" dirty="0">
                <a:latin typeface="Times New Roman"/>
                <a:cs typeface="Times New Roman"/>
              </a:rPr>
              <a:t>ec</a:t>
            </a:r>
            <a:r>
              <a:rPr sz="1700" spc="-5" dirty="0">
                <a:latin typeface="Times New Roman"/>
                <a:cs typeface="Times New Roman"/>
              </a:rPr>
              <a:t>ond</a:t>
            </a:r>
            <a:r>
              <a:rPr sz="1700" spc="-7" dirty="0">
                <a:latin typeface="Times New Roman"/>
                <a:cs typeface="Times New Roman"/>
              </a:rPr>
              <a:t>a</a:t>
            </a:r>
            <a:r>
              <a:rPr sz="1700" dirty="0">
                <a:latin typeface="Times New Roman"/>
                <a:cs typeface="Times New Roman"/>
              </a:rPr>
              <a:t>ry</a:t>
            </a:r>
            <a:r>
              <a:rPr sz="1700" spc="19" dirty="0">
                <a:latin typeface="Times New Roman"/>
                <a:cs typeface="Times New Roman"/>
              </a:rPr>
              <a:t> </a:t>
            </a:r>
            <a:r>
              <a:rPr sz="1700" spc="-5" dirty="0">
                <a:latin typeface="Times New Roman"/>
                <a:cs typeface="Times New Roman"/>
              </a:rPr>
              <a:t>memor</a:t>
            </a:r>
            <a:r>
              <a:rPr sz="1700" dirty="0">
                <a:latin typeface="Times New Roman"/>
                <a:cs typeface="Times New Roman"/>
              </a:rPr>
              <a:t>y</a:t>
            </a:r>
            <a:r>
              <a:rPr sz="1700" spc="22" dirty="0">
                <a:latin typeface="Times New Roman"/>
                <a:cs typeface="Times New Roman"/>
              </a:rPr>
              <a:t> </a:t>
            </a:r>
            <a:r>
              <a:rPr sz="1700" spc="5" dirty="0">
                <a:latin typeface="Times New Roman"/>
                <a:cs typeface="Times New Roman"/>
              </a:rPr>
              <a:t>d</a:t>
            </a:r>
            <a:r>
              <a:rPr sz="1700" spc="-7" dirty="0">
                <a:latin typeface="Times New Roman"/>
                <a:cs typeface="Times New Roman"/>
              </a:rPr>
              <a:t>e</a:t>
            </a:r>
            <a:r>
              <a:rPr sz="1700" spc="-2" dirty="0">
                <a:latin typeface="Times New Roman"/>
                <a:cs typeface="Times New Roman"/>
              </a:rPr>
              <a:t>vic</a:t>
            </a:r>
            <a:r>
              <a:rPr sz="1700" spc="-10" dirty="0">
                <a:latin typeface="Times New Roman"/>
                <a:cs typeface="Times New Roman"/>
              </a:rPr>
              <a:t>e</a:t>
            </a:r>
            <a:r>
              <a:rPr sz="1700" dirty="0">
                <a:latin typeface="Times New Roman"/>
                <a:cs typeface="Times New Roman"/>
              </a:rPr>
              <a:t>s</a:t>
            </a:r>
            <a:r>
              <a:rPr sz="1700" spc="22" dirty="0">
                <a:latin typeface="Times New Roman"/>
                <a:cs typeface="Times New Roman"/>
              </a:rPr>
              <a:t> </a:t>
            </a:r>
            <a:r>
              <a:rPr sz="1700" spc="-7" dirty="0">
                <a:latin typeface="Times New Roman"/>
                <a:cs typeface="Times New Roman"/>
              </a:rPr>
              <a:t>a</a:t>
            </a:r>
            <a:r>
              <a:rPr sz="1700" spc="2" dirty="0">
                <a:latin typeface="Times New Roman"/>
                <a:cs typeface="Times New Roman"/>
              </a:rPr>
              <a:t>r</a:t>
            </a:r>
            <a:r>
              <a:rPr sz="1700" spc="-5" dirty="0">
                <a:latin typeface="Times New Roman"/>
                <a:cs typeface="Times New Roman"/>
              </a:rPr>
              <a:t>e</a:t>
            </a:r>
            <a:r>
              <a:rPr sz="1700" spc="19" dirty="0">
                <a:latin typeface="Times New Roman"/>
                <a:cs typeface="Times New Roman"/>
              </a:rPr>
              <a:t> </a:t>
            </a:r>
            <a:r>
              <a:rPr sz="1700" spc="-2" dirty="0">
                <a:latin typeface="Times New Roman"/>
                <a:cs typeface="Times New Roman"/>
              </a:rPr>
              <a:t>typi</a:t>
            </a:r>
            <a:r>
              <a:rPr sz="1700" spc="-7" dirty="0">
                <a:latin typeface="Times New Roman"/>
                <a:cs typeface="Times New Roman"/>
              </a:rPr>
              <a:t>ca</a:t>
            </a:r>
            <a:r>
              <a:rPr sz="1700" spc="-2" dirty="0">
                <a:latin typeface="Times New Roman"/>
                <a:cs typeface="Times New Roman"/>
              </a:rPr>
              <a:t>ll</a:t>
            </a:r>
            <a:r>
              <a:rPr sz="1700" dirty="0">
                <a:latin typeface="Times New Roman"/>
                <a:cs typeface="Times New Roman"/>
              </a:rPr>
              <a:t>y</a:t>
            </a:r>
            <a:r>
              <a:rPr sz="1700" spc="22" dirty="0">
                <a:latin typeface="Times New Roman"/>
                <a:cs typeface="Times New Roman"/>
              </a:rPr>
              <a:t> </a:t>
            </a:r>
            <a:r>
              <a:rPr sz="1700" spc="-2" dirty="0">
                <a:latin typeface="Times New Roman"/>
                <a:cs typeface="Times New Roman"/>
              </a:rPr>
              <a:t>la</a:t>
            </a:r>
            <a:r>
              <a:rPr sz="1700" spc="-7" dirty="0">
                <a:latin typeface="Times New Roman"/>
                <a:cs typeface="Times New Roman"/>
              </a:rPr>
              <a:t>r</a:t>
            </a:r>
            <a:r>
              <a:rPr sz="1700" spc="-5" dirty="0">
                <a:latin typeface="Times New Roman"/>
                <a:cs typeface="Times New Roman"/>
              </a:rPr>
              <a:t>g</a:t>
            </a:r>
            <a:r>
              <a:rPr sz="1700" spc="-2" dirty="0">
                <a:latin typeface="Times New Roman"/>
                <a:cs typeface="Times New Roman"/>
              </a:rPr>
              <a:t>e</a:t>
            </a:r>
            <a:r>
              <a:rPr sz="1700" dirty="0">
                <a:latin typeface="Times New Roman"/>
                <a:cs typeface="Times New Roman"/>
              </a:rPr>
              <a:t>r</a:t>
            </a:r>
            <a:r>
              <a:rPr sz="1700" spc="19" dirty="0">
                <a:latin typeface="Times New Roman"/>
                <a:cs typeface="Times New Roman"/>
              </a:rPr>
              <a:t> </a:t>
            </a:r>
            <a:r>
              <a:rPr sz="1700" spc="-2" dirty="0">
                <a:latin typeface="Times New Roman"/>
                <a:cs typeface="Times New Roman"/>
              </a:rPr>
              <a:t>a</a:t>
            </a:r>
            <a:r>
              <a:rPr sz="1700" dirty="0">
                <a:latin typeface="Times New Roman"/>
                <a:cs typeface="Times New Roman"/>
              </a:rPr>
              <a:t>nd</a:t>
            </a:r>
            <a:r>
              <a:rPr sz="1700" spc="22" dirty="0">
                <a:latin typeface="Times New Roman"/>
                <a:cs typeface="Times New Roman"/>
              </a:rPr>
              <a:t> </a:t>
            </a:r>
            <a:r>
              <a:rPr sz="1700" spc="-2" dirty="0">
                <a:latin typeface="Times New Roman"/>
                <a:cs typeface="Times New Roman"/>
              </a:rPr>
              <a:t>slowe</a:t>
            </a:r>
            <a:r>
              <a:rPr sz="1700" dirty="0">
                <a:latin typeface="Times New Roman"/>
                <a:cs typeface="Times New Roman"/>
              </a:rPr>
              <a:t>r</a:t>
            </a:r>
            <a:r>
              <a:rPr sz="1700" spc="19" dirty="0">
                <a:latin typeface="Times New Roman"/>
                <a:cs typeface="Times New Roman"/>
              </a:rPr>
              <a:t> </a:t>
            </a:r>
            <a:r>
              <a:rPr sz="1700" spc="-5" dirty="0">
                <a:latin typeface="Times New Roman"/>
                <a:cs typeface="Times New Roman"/>
              </a:rPr>
              <a:t>than</a:t>
            </a:r>
            <a:r>
              <a:rPr sz="1700" spc="19" dirty="0">
                <a:latin typeface="Times New Roman"/>
                <a:cs typeface="Times New Roman"/>
              </a:rPr>
              <a:t> </a:t>
            </a:r>
            <a:r>
              <a:rPr sz="1700" spc="-5" dirty="0">
                <a:latin typeface="Times New Roman"/>
                <a:cs typeface="Times New Roman"/>
              </a:rPr>
              <a:t>prim</a:t>
            </a:r>
            <a:r>
              <a:rPr sz="1700" spc="-7" dirty="0">
                <a:latin typeface="Times New Roman"/>
                <a:cs typeface="Times New Roman"/>
              </a:rPr>
              <a:t>a</a:t>
            </a:r>
            <a:r>
              <a:rPr sz="1700" dirty="0">
                <a:latin typeface="Times New Roman"/>
                <a:cs typeface="Times New Roman"/>
              </a:rPr>
              <a:t>ry</a:t>
            </a:r>
            <a:r>
              <a:rPr sz="1700" spc="26" dirty="0">
                <a:latin typeface="Times New Roman"/>
                <a:cs typeface="Times New Roman"/>
              </a:rPr>
              <a:t> </a:t>
            </a:r>
            <a:r>
              <a:rPr sz="1700" spc="-5" dirty="0">
                <a:latin typeface="Times New Roman"/>
                <a:cs typeface="Times New Roman"/>
              </a:rPr>
              <a:t>memor</a:t>
            </a:r>
            <a:r>
              <a:rPr sz="1700" dirty="0">
                <a:latin typeface="Times New Roman"/>
                <a:cs typeface="Times New Roman"/>
              </a:rPr>
              <a:t>y,</a:t>
            </a:r>
            <a:r>
              <a:rPr sz="1700" spc="22" dirty="0">
                <a:latin typeface="Times New Roman"/>
                <a:cs typeface="Times New Roman"/>
              </a:rPr>
              <a:t> </a:t>
            </a:r>
            <a:r>
              <a:rPr sz="1700" spc="-5" dirty="0">
                <a:latin typeface="Times New Roman"/>
                <a:cs typeface="Times New Roman"/>
              </a:rPr>
              <a:t>but</a:t>
            </a:r>
            <a:r>
              <a:rPr sz="1700" spc="22" dirty="0">
                <a:latin typeface="Times New Roman"/>
                <a:cs typeface="Times New Roman"/>
              </a:rPr>
              <a:t> </a:t>
            </a:r>
            <a:r>
              <a:rPr sz="1700" dirty="0">
                <a:latin typeface="Times New Roman"/>
                <a:cs typeface="Times New Roman"/>
              </a:rPr>
              <a:t>of</a:t>
            </a:r>
            <a:r>
              <a:rPr sz="1700" spc="-5" dirty="0">
                <a:latin typeface="Times New Roman"/>
                <a:cs typeface="Times New Roman"/>
              </a:rPr>
              <a:t>f</a:t>
            </a:r>
            <a:r>
              <a:rPr sz="1700" spc="-7" dirty="0">
                <a:latin typeface="Times New Roman"/>
                <a:cs typeface="Times New Roman"/>
              </a:rPr>
              <a:t>e</a:t>
            </a:r>
            <a:r>
              <a:rPr sz="1700" dirty="0">
                <a:latin typeface="Times New Roman"/>
                <a:cs typeface="Times New Roman"/>
              </a:rPr>
              <a:t>r</a:t>
            </a:r>
            <a:r>
              <a:rPr sz="1700" spc="26" dirty="0">
                <a:latin typeface="Times New Roman"/>
                <a:cs typeface="Times New Roman"/>
              </a:rPr>
              <a:t> </a:t>
            </a:r>
            <a:r>
              <a:rPr sz="1700" spc="-5" dirty="0">
                <a:latin typeface="Times New Roman"/>
                <a:cs typeface="Times New Roman"/>
              </a:rPr>
              <a:t>a</a:t>
            </a:r>
            <a:r>
              <a:rPr sz="1700" spc="-2" dirty="0">
                <a:latin typeface="Times New Roman"/>
                <a:cs typeface="Times New Roman"/>
              </a:rPr>
              <a:t> </a:t>
            </a:r>
            <a:r>
              <a:rPr sz="1700" spc="-5" dirty="0">
                <a:latin typeface="Times New Roman"/>
                <a:cs typeface="Times New Roman"/>
              </a:rPr>
              <a:t>much</a:t>
            </a:r>
            <a:r>
              <a:rPr sz="1700" spc="-10" dirty="0">
                <a:latin typeface="Times New Roman"/>
                <a:cs typeface="Times New Roman"/>
              </a:rPr>
              <a:t> </a:t>
            </a:r>
            <a:r>
              <a:rPr sz="1700" spc="-2" dirty="0">
                <a:latin typeface="Times New Roman"/>
                <a:cs typeface="Times New Roman"/>
              </a:rPr>
              <a:t>la</a:t>
            </a:r>
            <a:r>
              <a:rPr sz="1700" spc="-7" dirty="0">
                <a:latin typeface="Times New Roman"/>
                <a:cs typeface="Times New Roman"/>
              </a:rPr>
              <a:t>r</a:t>
            </a:r>
            <a:r>
              <a:rPr sz="1700" spc="-5" dirty="0">
                <a:latin typeface="Times New Roman"/>
                <a:cs typeface="Times New Roman"/>
              </a:rPr>
              <a:t>g</a:t>
            </a:r>
            <a:r>
              <a:rPr sz="1700" spc="-2" dirty="0">
                <a:latin typeface="Times New Roman"/>
                <a:cs typeface="Times New Roman"/>
              </a:rPr>
              <a:t>e</a:t>
            </a:r>
            <a:r>
              <a:rPr sz="1700" dirty="0">
                <a:latin typeface="Times New Roman"/>
                <a:cs typeface="Times New Roman"/>
              </a:rPr>
              <a:t>r</a:t>
            </a:r>
            <a:r>
              <a:rPr sz="1700" spc="-10" dirty="0">
                <a:latin typeface="Times New Roman"/>
                <a:cs typeface="Times New Roman"/>
              </a:rPr>
              <a:t> </a:t>
            </a:r>
            <a:r>
              <a:rPr sz="1700" spc="-5" dirty="0">
                <a:latin typeface="Times New Roman"/>
                <a:cs typeface="Times New Roman"/>
              </a:rPr>
              <a:t>stora</a:t>
            </a:r>
            <a:r>
              <a:rPr sz="1700" spc="5" dirty="0">
                <a:latin typeface="Times New Roman"/>
                <a:cs typeface="Times New Roman"/>
              </a:rPr>
              <a:t>g</a:t>
            </a:r>
            <a:r>
              <a:rPr sz="1700" spc="-5" dirty="0">
                <a:latin typeface="Times New Roman"/>
                <a:cs typeface="Times New Roman"/>
              </a:rPr>
              <a:t>e</a:t>
            </a:r>
            <a:r>
              <a:rPr sz="1700" spc="-10" dirty="0">
                <a:latin typeface="Times New Roman"/>
                <a:cs typeface="Times New Roman"/>
              </a:rPr>
              <a:t> </a:t>
            </a:r>
            <a:r>
              <a:rPr sz="1700" spc="-2" dirty="0">
                <a:latin typeface="Times New Roman"/>
                <a:cs typeface="Times New Roman"/>
              </a:rPr>
              <a:t>c</a:t>
            </a:r>
            <a:r>
              <a:rPr sz="1700" spc="-7" dirty="0">
                <a:latin typeface="Times New Roman"/>
                <a:cs typeface="Times New Roman"/>
              </a:rPr>
              <a:t>a</a:t>
            </a:r>
            <a:r>
              <a:rPr sz="1700" spc="-5" dirty="0">
                <a:latin typeface="Times New Roman"/>
                <a:cs typeface="Times New Roman"/>
              </a:rPr>
              <a:t>p</a:t>
            </a:r>
            <a:r>
              <a:rPr sz="1700" spc="-2" dirty="0">
                <a:latin typeface="Times New Roman"/>
                <a:cs typeface="Times New Roman"/>
              </a:rPr>
              <a:t>a</a:t>
            </a:r>
            <a:r>
              <a:rPr sz="1700" spc="-7" dirty="0">
                <a:latin typeface="Times New Roman"/>
                <a:cs typeface="Times New Roman"/>
              </a:rPr>
              <a:t>c</a:t>
            </a:r>
            <a:r>
              <a:rPr sz="1700" spc="-2" dirty="0">
                <a:latin typeface="Times New Roman"/>
                <a:cs typeface="Times New Roman"/>
              </a:rPr>
              <a:t>it</a:t>
            </a:r>
            <a:r>
              <a:rPr sz="1700" dirty="0">
                <a:latin typeface="Times New Roman"/>
                <a:cs typeface="Times New Roman"/>
              </a:rPr>
              <a:t>y.</a:t>
            </a:r>
            <a:r>
              <a:rPr sz="1700" spc="-7" dirty="0">
                <a:latin typeface="Times New Roman"/>
                <a:cs typeface="Times New Roman"/>
              </a:rPr>
              <a:t> </a:t>
            </a:r>
            <a:r>
              <a:rPr sz="1700" spc="-5" dirty="0">
                <a:latin typeface="Times New Roman"/>
                <a:cs typeface="Times New Roman"/>
              </a:rPr>
              <a:t>This</a:t>
            </a:r>
            <a:r>
              <a:rPr sz="1700" spc="-7" dirty="0">
                <a:latin typeface="Times New Roman"/>
                <a:cs typeface="Times New Roman"/>
              </a:rPr>
              <a:t> </a:t>
            </a:r>
            <a:r>
              <a:rPr sz="1700" spc="-5" dirty="0">
                <a:latin typeface="Times New Roman"/>
                <a:cs typeface="Times New Roman"/>
              </a:rPr>
              <a:t>mak</a:t>
            </a:r>
            <a:r>
              <a:rPr sz="1700" spc="-10" dirty="0">
                <a:latin typeface="Times New Roman"/>
                <a:cs typeface="Times New Roman"/>
              </a:rPr>
              <a:t>e</a:t>
            </a:r>
            <a:r>
              <a:rPr sz="1700" dirty="0">
                <a:latin typeface="Times New Roman"/>
                <a:cs typeface="Times New Roman"/>
              </a:rPr>
              <a:t>s</a:t>
            </a:r>
            <a:r>
              <a:rPr sz="1700" spc="-7" dirty="0">
                <a:latin typeface="Times New Roman"/>
                <a:cs typeface="Times New Roman"/>
              </a:rPr>
              <a:t> </a:t>
            </a:r>
            <a:r>
              <a:rPr sz="1700" spc="-5" dirty="0">
                <a:latin typeface="Times New Roman"/>
                <a:cs typeface="Times New Roman"/>
              </a:rPr>
              <a:t>them</a:t>
            </a:r>
            <a:r>
              <a:rPr sz="1700" spc="-7" dirty="0">
                <a:latin typeface="Times New Roman"/>
                <a:cs typeface="Times New Roman"/>
              </a:rPr>
              <a:t> </a:t>
            </a:r>
            <a:r>
              <a:rPr sz="1700" spc="-2" dirty="0">
                <a:latin typeface="Times New Roman"/>
                <a:cs typeface="Times New Roman"/>
              </a:rPr>
              <a:t>i</a:t>
            </a:r>
            <a:r>
              <a:rPr sz="1700" dirty="0">
                <a:latin typeface="Times New Roman"/>
                <a:cs typeface="Times New Roman"/>
              </a:rPr>
              <a:t>d</a:t>
            </a:r>
            <a:r>
              <a:rPr sz="1700" spc="-7" dirty="0">
                <a:latin typeface="Times New Roman"/>
                <a:cs typeface="Times New Roman"/>
              </a:rPr>
              <a:t>ea</a:t>
            </a:r>
            <a:r>
              <a:rPr sz="1700" spc="-2" dirty="0">
                <a:latin typeface="Times New Roman"/>
                <a:cs typeface="Times New Roman"/>
              </a:rPr>
              <a:t>l</a:t>
            </a:r>
            <a:r>
              <a:rPr sz="1700" spc="-5" dirty="0">
                <a:latin typeface="Times New Roman"/>
                <a:cs typeface="Times New Roman"/>
              </a:rPr>
              <a:t> </a:t>
            </a:r>
            <a:r>
              <a:rPr sz="1700" dirty="0">
                <a:latin typeface="Times New Roman"/>
                <a:cs typeface="Times New Roman"/>
              </a:rPr>
              <a:t>for</a:t>
            </a:r>
            <a:r>
              <a:rPr sz="1700" spc="-5" dirty="0">
                <a:latin typeface="Times New Roman"/>
                <a:cs typeface="Times New Roman"/>
              </a:rPr>
              <a:t> storing </a:t>
            </a:r>
            <a:r>
              <a:rPr sz="1700" spc="-2" dirty="0">
                <a:latin typeface="Times New Roman"/>
                <a:cs typeface="Times New Roman"/>
              </a:rPr>
              <a:t>la</a:t>
            </a:r>
            <a:r>
              <a:rPr sz="1700" spc="-7" dirty="0">
                <a:latin typeface="Times New Roman"/>
                <a:cs typeface="Times New Roman"/>
              </a:rPr>
              <a:t>r</a:t>
            </a:r>
            <a:r>
              <a:rPr sz="1700" spc="5" dirty="0">
                <a:latin typeface="Times New Roman"/>
                <a:cs typeface="Times New Roman"/>
              </a:rPr>
              <a:t>g</a:t>
            </a:r>
            <a:r>
              <a:rPr sz="1700" spc="-5" dirty="0">
                <a:latin typeface="Times New Roman"/>
                <a:cs typeface="Times New Roman"/>
              </a:rPr>
              <a:t>e</a:t>
            </a:r>
            <a:r>
              <a:rPr sz="1700" spc="-10" dirty="0">
                <a:latin typeface="Times New Roman"/>
                <a:cs typeface="Times New Roman"/>
              </a:rPr>
              <a:t> </a:t>
            </a:r>
            <a:r>
              <a:rPr sz="1700" spc="-2" dirty="0">
                <a:latin typeface="Times New Roman"/>
                <a:cs typeface="Times New Roman"/>
              </a:rPr>
              <a:t>fil</a:t>
            </a:r>
            <a:r>
              <a:rPr sz="1700" spc="-7" dirty="0">
                <a:latin typeface="Times New Roman"/>
                <a:cs typeface="Times New Roman"/>
              </a:rPr>
              <a:t>e</a:t>
            </a:r>
            <a:r>
              <a:rPr sz="1700" dirty="0">
                <a:latin typeface="Times New Roman"/>
                <a:cs typeface="Times New Roman"/>
              </a:rPr>
              <a:t>s</a:t>
            </a:r>
            <a:r>
              <a:rPr sz="1700" spc="-2" dirty="0">
                <a:latin typeface="Times New Roman"/>
                <a:cs typeface="Times New Roman"/>
              </a:rPr>
              <a:t> suc</a:t>
            </a:r>
            <a:r>
              <a:rPr sz="1700" dirty="0">
                <a:latin typeface="Times New Roman"/>
                <a:cs typeface="Times New Roman"/>
              </a:rPr>
              <a:t>h</a:t>
            </a:r>
            <a:r>
              <a:rPr sz="1700" spc="-7" dirty="0">
                <a:latin typeface="Times New Roman"/>
                <a:cs typeface="Times New Roman"/>
              </a:rPr>
              <a:t> a</a:t>
            </a:r>
            <a:r>
              <a:rPr sz="1700" dirty="0">
                <a:latin typeface="Times New Roman"/>
                <a:cs typeface="Times New Roman"/>
              </a:rPr>
              <a:t>s</a:t>
            </a:r>
            <a:r>
              <a:rPr sz="1700" spc="-7" dirty="0">
                <a:latin typeface="Times New Roman"/>
                <a:cs typeface="Times New Roman"/>
              </a:rPr>
              <a:t> </a:t>
            </a:r>
            <a:r>
              <a:rPr sz="1700" dirty="0">
                <a:latin typeface="Times New Roman"/>
                <a:cs typeface="Times New Roman"/>
              </a:rPr>
              <a:t>d</a:t>
            </a:r>
            <a:r>
              <a:rPr sz="1700" spc="5" dirty="0">
                <a:latin typeface="Times New Roman"/>
                <a:cs typeface="Times New Roman"/>
              </a:rPr>
              <a:t>o</a:t>
            </a:r>
            <a:r>
              <a:rPr sz="1700" spc="-7" dirty="0">
                <a:latin typeface="Times New Roman"/>
                <a:cs typeface="Times New Roman"/>
              </a:rPr>
              <a:t>c</a:t>
            </a:r>
            <a:r>
              <a:rPr sz="1700" spc="-5" dirty="0">
                <a:latin typeface="Times New Roman"/>
                <a:cs typeface="Times New Roman"/>
              </a:rPr>
              <a:t>uments,</a:t>
            </a:r>
            <a:r>
              <a:rPr sz="1700" spc="-2" dirty="0">
                <a:latin typeface="Times New Roman"/>
                <a:cs typeface="Times New Roman"/>
              </a:rPr>
              <a:t> </a:t>
            </a:r>
            <a:r>
              <a:rPr sz="1700" spc="-5" dirty="0">
                <a:latin typeface="Times New Roman"/>
                <a:cs typeface="Times New Roman"/>
              </a:rPr>
              <a:t>im</a:t>
            </a:r>
            <a:r>
              <a:rPr sz="1700" spc="-7" dirty="0">
                <a:latin typeface="Times New Roman"/>
                <a:cs typeface="Times New Roman"/>
              </a:rPr>
              <a:t>a</a:t>
            </a:r>
            <a:r>
              <a:rPr sz="1700" spc="-5" dirty="0">
                <a:latin typeface="Times New Roman"/>
                <a:cs typeface="Times New Roman"/>
              </a:rPr>
              <a:t>g</a:t>
            </a:r>
            <a:r>
              <a:rPr sz="1700" spc="-7" dirty="0">
                <a:latin typeface="Times New Roman"/>
                <a:cs typeface="Times New Roman"/>
              </a:rPr>
              <a:t>e</a:t>
            </a:r>
            <a:r>
              <a:rPr sz="1700" spc="-2" dirty="0">
                <a:latin typeface="Times New Roman"/>
                <a:cs typeface="Times New Roman"/>
              </a:rPr>
              <a:t>s</a:t>
            </a:r>
            <a:r>
              <a:rPr sz="1700" dirty="0">
                <a:latin typeface="Times New Roman"/>
                <a:cs typeface="Times New Roman"/>
              </a:rPr>
              <a:t>, </a:t>
            </a:r>
            <a:r>
              <a:rPr sz="1700" spc="-5" dirty="0">
                <a:latin typeface="Times New Roman"/>
                <a:cs typeface="Times New Roman"/>
              </a:rPr>
              <a:t>vid</a:t>
            </a:r>
            <a:r>
              <a:rPr sz="1700" spc="-7" dirty="0">
                <a:latin typeface="Times New Roman"/>
                <a:cs typeface="Times New Roman"/>
              </a:rPr>
              <a:t>e</a:t>
            </a:r>
            <a:r>
              <a:rPr sz="1700" dirty="0">
                <a:latin typeface="Times New Roman"/>
                <a:cs typeface="Times New Roman"/>
              </a:rPr>
              <a:t>os,</a:t>
            </a:r>
            <a:r>
              <a:rPr sz="1700" spc="-2" dirty="0">
                <a:latin typeface="Times New Roman"/>
                <a:cs typeface="Times New Roman"/>
              </a:rPr>
              <a:t> </a:t>
            </a:r>
            <a:r>
              <a:rPr sz="1700" spc="-7" dirty="0">
                <a:latin typeface="Times New Roman"/>
                <a:cs typeface="Times New Roman"/>
              </a:rPr>
              <a:t>a</a:t>
            </a:r>
            <a:r>
              <a:rPr sz="1700" dirty="0">
                <a:latin typeface="Times New Roman"/>
                <a:cs typeface="Times New Roman"/>
              </a:rPr>
              <a:t>nd </a:t>
            </a:r>
            <a:r>
              <a:rPr sz="1700" spc="-2" dirty="0">
                <a:latin typeface="Times New Roman"/>
                <a:cs typeface="Times New Roman"/>
              </a:rPr>
              <a:t>other</a:t>
            </a:r>
            <a:r>
              <a:rPr sz="1700" spc="2" dirty="0">
                <a:latin typeface="Times New Roman"/>
                <a:cs typeface="Times New Roman"/>
              </a:rPr>
              <a:t> </a:t>
            </a:r>
            <a:r>
              <a:rPr sz="1700" spc="-5" dirty="0">
                <a:latin typeface="Times New Roman"/>
                <a:cs typeface="Times New Roman"/>
              </a:rPr>
              <a:t>multimedia</a:t>
            </a:r>
            <a:r>
              <a:rPr sz="1700" spc="-2" dirty="0">
                <a:latin typeface="Times New Roman"/>
                <a:cs typeface="Times New Roman"/>
              </a:rPr>
              <a:t> </a:t>
            </a:r>
            <a:r>
              <a:rPr sz="1700" spc="-7" dirty="0">
                <a:latin typeface="Times New Roman"/>
                <a:cs typeface="Times New Roman"/>
              </a:rPr>
              <a:t>c</a:t>
            </a:r>
            <a:r>
              <a:rPr sz="1700" spc="-2" dirty="0">
                <a:latin typeface="Times New Roman"/>
                <a:cs typeface="Times New Roman"/>
              </a:rPr>
              <a:t>ontent.</a:t>
            </a:r>
            <a:endParaRPr lang="en-US" sz="1700" spc="-2" dirty="0">
              <a:latin typeface="Times New Roman"/>
              <a:cs typeface="Times New Roman"/>
            </a:endParaRPr>
          </a:p>
          <a:p>
            <a:pPr marL="291859" marR="3054" indent="-285750" algn="just">
              <a:spcBef>
                <a:spcPts val="450"/>
              </a:spcBef>
              <a:buFont typeface="Arial" panose="020B0604020202020204" pitchFamily="34" charset="0"/>
              <a:buChar char="•"/>
            </a:pPr>
            <a:r>
              <a:rPr sz="1700" dirty="0">
                <a:latin typeface="Times New Roman"/>
                <a:cs typeface="Times New Roman"/>
              </a:rPr>
              <a:t>P</a:t>
            </a:r>
            <a:r>
              <a:rPr sz="1700" spc="-5" dirty="0">
                <a:latin typeface="Times New Roman"/>
                <a:cs typeface="Times New Roman"/>
              </a:rPr>
              <a:t>rim</a:t>
            </a:r>
            <a:r>
              <a:rPr sz="1700" spc="-7" dirty="0">
                <a:latin typeface="Times New Roman"/>
                <a:cs typeface="Times New Roman"/>
              </a:rPr>
              <a:t>a</a:t>
            </a:r>
            <a:r>
              <a:rPr sz="1700" dirty="0">
                <a:latin typeface="Times New Roman"/>
                <a:cs typeface="Times New Roman"/>
              </a:rPr>
              <a:t>ry</a:t>
            </a:r>
            <a:r>
              <a:rPr sz="1700" spc="31" dirty="0">
                <a:latin typeface="Times New Roman"/>
                <a:cs typeface="Times New Roman"/>
              </a:rPr>
              <a:t> </a:t>
            </a:r>
            <a:r>
              <a:rPr sz="1700" spc="-5" dirty="0">
                <a:latin typeface="Times New Roman"/>
                <a:cs typeface="Times New Roman"/>
              </a:rPr>
              <a:t>memor</a:t>
            </a:r>
            <a:r>
              <a:rPr sz="1700" dirty="0">
                <a:latin typeface="Times New Roman"/>
                <a:cs typeface="Times New Roman"/>
              </a:rPr>
              <a:t>y</a:t>
            </a:r>
            <a:r>
              <a:rPr sz="1700" spc="34" dirty="0">
                <a:latin typeface="Times New Roman"/>
                <a:cs typeface="Times New Roman"/>
              </a:rPr>
              <a:t> </a:t>
            </a:r>
            <a:r>
              <a:rPr sz="1700" spc="-5" dirty="0">
                <a:latin typeface="Times New Roman"/>
                <a:cs typeface="Times New Roman"/>
              </a:rPr>
              <a:t>h</a:t>
            </a:r>
            <a:r>
              <a:rPr sz="1700" spc="-7" dirty="0">
                <a:latin typeface="Times New Roman"/>
                <a:cs typeface="Times New Roman"/>
              </a:rPr>
              <a:t>a</a:t>
            </a:r>
            <a:r>
              <a:rPr sz="1700" dirty="0">
                <a:latin typeface="Times New Roman"/>
                <a:cs typeface="Times New Roman"/>
              </a:rPr>
              <a:t>s</a:t>
            </a:r>
            <a:r>
              <a:rPr sz="1700" spc="34" dirty="0">
                <a:latin typeface="Times New Roman"/>
                <a:cs typeface="Times New Roman"/>
              </a:rPr>
              <a:t> </a:t>
            </a:r>
            <a:r>
              <a:rPr sz="1700" spc="-2" dirty="0">
                <a:latin typeface="Times New Roman"/>
                <a:cs typeface="Times New Roman"/>
              </a:rPr>
              <a:t>li</a:t>
            </a:r>
            <a:r>
              <a:rPr sz="1700" dirty="0">
                <a:latin typeface="Times New Roman"/>
                <a:cs typeface="Times New Roman"/>
              </a:rPr>
              <a:t>m</a:t>
            </a:r>
            <a:r>
              <a:rPr sz="1700" spc="-2" dirty="0">
                <a:latin typeface="Times New Roman"/>
                <a:cs typeface="Times New Roman"/>
              </a:rPr>
              <a:t>it</a:t>
            </a:r>
            <a:r>
              <a:rPr sz="1700" spc="-7" dirty="0">
                <a:latin typeface="Times New Roman"/>
                <a:cs typeface="Times New Roman"/>
              </a:rPr>
              <a:t>e</a:t>
            </a:r>
            <a:r>
              <a:rPr sz="1700" dirty="0">
                <a:latin typeface="Times New Roman"/>
                <a:cs typeface="Times New Roman"/>
              </a:rPr>
              <a:t>d</a:t>
            </a:r>
            <a:r>
              <a:rPr sz="1700" spc="34" dirty="0">
                <a:latin typeface="Times New Roman"/>
                <a:cs typeface="Times New Roman"/>
              </a:rPr>
              <a:t> </a:t>
            </a:r>
            <a:r>
              <a:rPr sz="1700" spc="-5" dirty="0">
                <a:latin typeface="Times New Roman"/>
                <a:cs typeface="Times New Roman"/>
              </a:rPr>
              <a:t>storage</a:t>
            </a:r>
            <a:r>
              <a:rPr sz="1700" spc="31" dirty="0">
                <a:latin typeface="Times New Roman"/>
                <a:cs typeface="Times New Roman"/>
              </a:rPr>
              <a:t> </a:t>
            </a:r>
            <a:r>
              <a:rPr sz="1700" spc="-2" dirty="0">
                <a:latin typeface="Times New Roman"/>
                <a:cs typeface="Times New Roman"/>
              </a:rPr>
              <a:t>c</a:t>
            </a:r>
            <a:r>
              <a:rPr sz="1700" spc="-7" dirty="0">
                <a:latin typeface="Times New Roman"/>
                <a:cs typeface="Times New Roman"/>
              </a:rPr>
              <a:t>a</a:t>
            </a:r>
            <a:r>
              <a:rPr sz="1700" spc="-5" dirty="0">
                <a:latin typeface="Times New Roman"/>
                <a:cs typeface="Times New Roman"/>
              </a:rPr>
              <a:t>p</a:t>
            </a:r>
            <a:r>
              <a:rPr sz="1700" spc="-2" dirty="0">
                <a:latin typeface="Times New Roman"/>
                <a:cs typeface="Times New Roman"/>
              </a:rPr>
              <a:t>a</a:t>
            </a:r>
            <a:r>
              <a:rPr sz="1700" spc="-7" dirty="0">
                <a:latin typeface="Times New Roman"/>
                <a:cs typeface="Times New Roman"/>
              </a:rPr>
              <a:t>c</a:t>
            </a:r>
            <a:r>
              <a:rPr sz="1700" spc="-2" dirty="0">
                <a:latin typeface="Times New Roman"/>
                <a:cs typeface="Times New Roman"/>
              </a:rPr>
              <a:t>it</a:t>
            </a:r>
            <a:r>
              <a:rPr sz="1700" dirty="0">
                <a:latin typeface="Times New Roman"/>
                <a:cs typeface="Times New Roman"/>
              </a:rPr>
              <a:t>y</a:t>
            </a:r>
            <a:r>
              <a:rPr sz="1700" spc="34" dirty="0">
                <a:latin typeface="Times New Roman"/>
                <a:cs typeface="Times New Roman"/>
              </a:rPr>
              <a:t> </a:t>
            </a:r>
            <a:r>
              <a:rPr sz="1700" spc="-7" dirty="0">
                <a:latin typeface="Times New Roman"/>
                <a:cs typeface="Times New Roman"/>
              </a:rPr>
              <a:t>a</a:t>
            </a:r>
            <a:r>
              <a:rPr sz="1700" dirty="0">
                <a:latin typeface="Times New Roman"/>
                <a:cs typeface="Times New Roman"/>
              </a:rPr>
              <a:t>nd</a:t>
            </a:r>
            <a:r>
              <a:rPr sz="1700" spc="38" dirty="0">
                <a:latin typeface="Times New Roman"/>
                <a:cs typeface="Times New Roman"/>
              </a:rPr>
              <a:t> </a:t>
            </a:r>
            <a:r>
              <a:rPr sz="1700" spc="-2" dirty="0">
                <a:latin typeface="Times New Roman"/>
                <a:cs typeface="Times New Roman"/>
              </a:rPr>
              <a:t>is</a:t>
            </a:r>
            <a:r>
              <a:rPr sz="1700" spc="34" dirty="0">
                <a:latin typeface="Times New Roman"/>
                <a:cs typeface="Times New Roman"/>
              </a:rPr>
              <a:t> </a:t>
            </a:r>
            <a:r>
              <a:rPr sz="1700" spc="-2" dirty="0">
                <a:latin typeface="Times New Roman"/>
                <a:cs typeface="Times New Roman"/>
              </a:rPr>
              <a:t>volatil</a:t>
            </a:r>
            <a:r>
              <a:rPr sz="1700" spc="-7" dirty="0">
                <a:latin typeface="Times New Roman"/>
                <a:cs typeface="Times New Roman"/>
              </a:rPr>
              <a:t>e</a:t>
            </a:r>
            <a:r>
              <a:rPr sz="1700" dirty="0">
                <a:latin typeface="Times New Roman"/>
                <a:cs typeface="Times New Roman"/>
              </a:rPr>
              <a:t>.</a:t>
            </a:r>
            <a:r>
              <a:rPr sz="1700" spc="34" dirty="0">
                <a:latin typeface="Times New Roman"/>
                <a:cs typeface="Times New Roman"/>
              </a:rPr>
              <a:t> </a:t>
            </a:r>
            <a:r>
              <a:rPr sz="1700" dirty="0">
                <a:latin typeface="Times New Roman"/>
                <a:cs typeface="Times New Roman"/>
              </a:rPr>
              <a:t>S</a:t>
            </a:r>
            <a:r>
              <a:rPr sz="1700" spc="-7" dirty="0">
                <a:latin typeface="Times New Roman"/>
                <a:cs typeface="Times New Roman"/>
              </a:rPr>
              <a:t>ec</a:t>
            </a:r>
            <a:r>
              <a:rPr sz="1700" spc="-5" dirty="0">
                <a:latin typeface="Times New Roman"/>
                <a:cs typeface="Times New Roman"/>
              </a:rPr>
              <a:t>ond</a:t>
            </a:r>
            <a:r>
              <a:rPr sz="1700" spc="-7" dirty="0">
                <a:latin typeface="Times New Roman"/>
                <a:cs typeface="Times New Roman"/>
              </a:rPr>
              <a:t>a</a:t>
            </a:r>
            <a:r>
              <a:rPr sz="1700" dirty="0">
                <a:latin typeface="Times New Roman"/>
                <a:cs typeface="Times New Roman"/>
              </a:rPr>
              <a:t>ry</a:t>
            </a:r>
            <a:r>
              <a:rPr sz="1700" spc="31" dirty="0">
                <a:latin typeface="Times New Roman"/>
                <a:cs typeface="Times New Roman"/>
              </a:rPr>
              <a:t> </a:t>
            </a:r>
            <a:r>
              <a:rPr sz="1700" dirty="0">
                <a:latin typeface="Times New Roman"/>
                <a:cs typeface="Times New Roman"/>
              </a:rPr>
              <a:t>m</a:t>
            </a:r>
            <a:r>
              <a:rPr sz="1700" spc="-7" dirty="0">
                <a:latin typeface="Times New Roman"/>
                <a:cs typeface="Times New Roman"/>
              </a:rPr>
              <a:t>e</a:t>
            </a:r>
            <a:r>
              <a:rPr sz="1700" spc="-5" dirty="0">
                <a:latin typeface="Times New Roman"/>
                <a:cs typeface="Times New Roman"/>
              </a:rPr>
              <a:t>mory</a:t>
            </a:r>
            <a:r>
              <a:rPr sz="1700" spc="31" dirty="0">
                <a:latin typeface="Times New Roman"/>
                <a:cs typeface="Times New Roman"/>
              </a:rPr>
              <a:t> </a:t>
            </a:r>
            <a:r>
              <a:rPr sz="1700" spc="-5" dirty="0">
                <a:latin typeface="Times New Roman"/>
                <a:cs typeface="Times New Roman"/>
              </a:rPr>
              <a:t>ov</a:t>
            </a:r>
            <a:r>
              <a:rPr sz="1700" spc="-7" dirty="0">
                <a:latin typeface="Times New Roman"/>
                <a:cs typeface="Times New Roman"/>
              </a:rPr>
              <a:t>e</a:t>
            </a:r>
            <a:r>
              <a:rPr sz="1700" spc="2" dirty="0">
                <a:latin typeface="Times New Roman"/>
                <a:cs typeface="Times New Roman"/>
              </a:rPr>
              <a:t>r</a:t>
            </a:r>
            <a:r>
              <a:rPr sz="1700" spc="-7" dirty="0">
                <a:latin typeface="Times New Roman"/>
                <a:cs typeface="Times New Roman"/>
              </a:rPr>
              <a:t>c</a:t>
            </a:r>
            <a:r>
              <a:rPr sz="1700" spc="-5" dirty="0">
                <a:latin typeface="Times New Roman"/>
                <a:cs typeface="Times New Roman"/>
              </a:rPr>
              <a:t>omes</a:t>
            </a:r>
            <a:r>
              <a:rPr sz="1700" spc="-2" dirty="0">
                <a:latin typeface="Times New Roman"/>
                <a:cs typeface="Times New Roman"/>
              </a:rPr>
              <a:t> thi</a:t>
            </a:r>
            <a:r>
              <a:rPr sz="1700" dirty="0">
                <a:latin typeface="Times New Roman"/>
                <a:cs typeface="Times New Roman"/>
              </a:rPr>
              <a:t>s</a:t>
            </a:r>
            <a:r>
              <a:rPr sz="1700" spc="-24" dirty="0">
                <a:latin typeface="Times New Roman"/>
                <a:cs typeface="Times New Roman"/>
              </a:rPr>
              <a:t> </a:t>
            </a:r>
            <a:r>
              <a:rPr sz="1700" spc="-2" dirty="0">
                <a:latin typeface="Times New Roman"/>
                <a:cs typeface="Times New Roman"/>
              </a:rPr>
              <a:t>li</a:t>
            </a:r>
            <a:r>
              <a:rPr sz="1700" spc="-10" dirty="0">
                <a:latin typeface="Times New Roman"/>
                <a:cs typeface="Times New Roman"/>
              </a:rPr>
              <a:t>m</a:t>
            </a:r>
            <a:r>
              <a:rPr sz="1700" spc="-2" dirty="0">
                <a:latin typeface="Times New Roman"/>
                <a:cs typeface="Times New Roman"/>
              </a:rPr>
              <a:t>it</a:t>
            </a:r>
            <a:r>
              <a:rPr sz="1700" spc="-7" dirty="0">
                <a:latin typeface="Times New Roman"/>
                <a:cs typeface="Times New Roman"/>
              </a:rPr>
              <a:t>a</a:t>
            </a:r>
            <a:r>
              <a:rPr sz="1700" spc="-2" dirty="0">
                <a:latin typeface="Times New Roman"/>
                <a:cs typeface="Times New Roman"/>
              </a:rPr>
              <a:t>ti</a:t>
            </a:r>
            <a:r>
              <a:rPr sz="1700" dirty="0">
                <a:latin typeface="Times New Roman"/>
                <a:cs typeface="Times New Roman"/>
              </a:rPr>
              <a:t>on</a:t>
            </a:r>
            <a:r>
              <a:rPr sz="1700" spc="-24" dirty="0">
                <a:latin typeface="Times New Roman"/>
                <a:cs typeface="Times New Roman"/>
              </a:rPr>
              <a:t> </a:t>
            </a:r>
            <a:r>
              <a:rPr sz="1700" dirty="0">
                <a:latin typeface="Times New Roman"/>
                <a:cs typeface="Times New Roman"/>
              </a:rPr>
              <a:t>by</a:t>
            </a:r>
            <a:r>
              <a:rPr sz="1700" spc="-24" dirty="0">
                <a:latin typeface="Times New Roman"/>
                <a:cs typeface="Times New Roman"/>
              </a:rPr>
              <a:t> </a:t>
            </a:r>
            <a:r>
              <a:rPr sz="1700" spc="-5" dirty="0">
                <a:latin typeface="Times New Roman"/>
                <a:cs typeface="Times New Roman"/>
              </a:rPr>
              <a:t>provid</a:t>
            </a:r>
            <a:r>
              <a:rPr sz="1700" spc="-10" dirty="0">
                <a:latin typeface="Times New Roman"/>
                <a:cs typeface="Times New Roman"/>
              </a:rPr>
              <a:t>i</a:t>
            </a:r>
            <a:r>
              <a:rPr sz="1700" dirty="0">
                <a:latin typeface="Times New Roman"/>
                <a:cs typeface="Times New Roman"/>
              </a:rPr>
              <a:t>ng</a:t>
            </a:r>
            <a:r>
              <a:rPr sz="1700" spc="-24" dirty="0">
                <a:latin typeface="Times New Roman"/>
                <a:cs typeface="Times New Roman"/>
              </a:rPr>
              <a:t> </a:t>
            </a:r>
            <a:r>
              <a:rPr sz="1700" spc="-5" dirty="0">
                <a:latin typeface="Times New Roman"/>
                <a:cs typeface="Times New Roman"/>
              </a:rPr>
              <a:t>p</a:t>
            </a:r>
            <a:r>
              <a:rPr sz="1700" spc="-7" dirty="0">
                <a:latin typeface="Times New Roman"/>
                <a:cs typeface="Times New Roman"/>
              </a:rPr>
              <a:t>e</a:t>
            </a:r>
            <a:r>
              <a:rPr sz="1700" spc="-5" dirty="0">
                <a:latin typeface="Times New Roman"/>
                <a:cs typeface="Times New Roman"/>
              </a:rPr>
              <a:t>rm</a:t>
            </a:r>
            <a:r>
              <a:rPr sz="1700" spc="-10" dirty="0">
                <a:latin typeface="Times New Roman"/>
                <a:cs typeface="Times New Roman"/>
              </a:rPr>
              <a:t>a</a:t>
            </a:r>
            <a:r>
              <a:rPr sz="1700" spc="-5" dirty="0">
                <a:latin typeface="Times New Roman"/>
                <a:cs typeface="Times New Roman"/>
              </a:rPr>
              <a:t>n</a:t>
            </a:r>
            <a:r>
              <a:rPr sz="1700" spc="-7" dirty="0">
                <a:latin typeface="Times New Roman"/>
                <a:cs typeface="Times New Roman"/>
              </a:rPr>
              <a:t>e</a:t>
            </a:r>
            <a:r>
              <a:rPr sz="1700" spc="-2" dirty="0">
                <a:latin typeface="Times New Roman"/>
                <a:cs typeface="Times New Roman"/>
              </a:rPr>
              <a:t>nt</a:t>
            </a:r>
            <a:r>
              <a:rPr sz="1700" spc="-24" dirty="0">
                <a:latin typeface="Times New Roman"/>
                <a:cs typeface="Times New Roman"/>
              </a:rPr>
              <a:t> </a:t>
            </a:r>
            <a:r>
              <a:rPr sz="1700" spc="-5" dirty="0">
                <a:latin typeface="Times New Roman"/>
                <a:cs typeface="Times New Roman"/>
              </a:rPr>
              <a:t>storage</a:t>
            </a:r>
            <a:r>
              <a:rPr sz="1700" spc="-26" dirty="0">
                <a:latin typeface="Times New Roman"/>
                <a:cs typeface="Times New Roman"/>
              </a:rPr>
              <a:t> </a:t>
            </a:r>
            <a:r>
              <a:rPr sz="1700" dirty="0">
                <a:latin typeface="Times New Roman"/>
                <a:cs typeface="Times New Roman"/>
              </a:rPr>
              <a:t>of</a:t>
            </a:r>
            <a:r>
              <a:rPr sz="1700" spc="-19" dirty="0">
                <a:latin typeface="Times New Roman"/>
                <a:cs typeface="Times New Roman"/>
              </a:rPr>
              <a:t> </a:t>
            </a:r>
            <a:r>
              <a:rPr sz="1700" spc="-5" dirty="0">
                <a:latin typeface="Times New Roman"/>
                <a:cs typeface="Times New Roman"/>
              </a:rPr>
              <a:t>d</a:t>
            </a:r>
            <a:r>
              <a:rPr sz="1700" spc="-7" dirty="0">
                <a:latin typeface="Times New Roman"/>
                <a:cs typeface="Times New Roman"/>
              </a:rPr>
              <a:t>a</a:t>
            </a:r>
            <a:r>
              <a:rPr sz="1700" spc="-2" dirty="0">
                <a:latin typeface="Times New Roman"/>
                <a:cs typeface="Times New Roman"/>
              </a:rPr>
              <a:t>ta</a:t>
            </a:r>
            <a:r>
              <a:rPr sz="1700" spc="-26" dirty="0">
                <a:latin typeface="Times New Roman"/>
                <a:cs typeface="Times New Roman"/>
              </a:rPr>
              <a:t> </a:t>
            </a:r>
            <a:r>
              <a:rPr sz="1700" spc="-7" dirty="0">
                <a:latin typeface="Times New Roman"/>
                <a:cs typeface="Times New Roman"/>
              </a:rPr>
              <a:t>a</a:t>
            </a:r>
            <a:r>
              <a:rPr sz="1700" dirty="0">
                <a:latin typeface="Times New Roman"/>
                <a:cs typeface="Times New Roman"/>
              </a:rPr>
              <a:t>nd</a:t>
            </a:r>
            <a:r>
              <a:rPr sz="1700" spc="-24" dirty="0">
                <a:latin typeface="Times New Roman"/>
                <a:cs typeface="Times New Roman"/>
              </a:rPr>
              <a:t> </a:t>
            </a:r>
            <a:r>
              <a:rPr sz="1700" spc="-2" dirty="0">
                <a:latin typeface="Times New Roman"/>
                <a:cs typeface="Times New Roman"/>
              </a:rPr>
              <a:t>in</a:t>
            </a:r>
            <a:r>
              <a:rPr sz="1700" spc="-24" dirty="0">
                <a:latin typeface="Times New Roman"/>
                <a:cs typeface="Times New Roman"/>
              </a:rPr>
              <a:t> </a:t>
            </a:r>
            <a:r>
              <a:rPr sz="1700" spc="-5" dirty="0">
                <a:latin typeface="Times New Roman"/>
                <a:cs typeface="Times New Roman"/>
              </a:rPr>
              <a:t>bulk</a:t>
            </a:r>
            <a:r>
              <a:rPr sz="1700" spc="-24" dirty="0">
                <a:latin typeface="Times New Roman"/>
                <a:cs typeface="Times New Roman"/>
              </a:rPr>
              <a:t> </a:t>
            </a:r>
            <a:r>
              <a:rPr sz="1700" spc="-5" dirty="0">
                <a:latin typeface="Times New Roman"/>
                <a:cs typeface="Times New Roman"/>
              </a:rPr>
              <a:t>qu</a:t>
            </a:r>
            <a:r>
              <a:rPr sz="1700" spc="-7" dirty="0">
                <a:latin typeface="Times New Roman"/>
                <a:cs typeface="Times New Roman"/>
              </a:rPr>
              <a:t>a</a:t>
            </a:r>
            <a:r>
              <a:rPr sz="1700" spc="-2" dirty="0">
                <a:latin typeface="Times New Roman"/>
                <a:cs typeface="Times New Roman"/>
              </a:rPr>
              <a:t>ntity.</a:t>
            </a:r>
            <a:endParaRPr sz="1700" dirty="0">
              <a:latin typeface="Times New Roman"/>
              <a:cs typeface="Times New Roman"/>
            </a:endParaRPr>
          </a:p>
        </p:txBody>
      </p:sp>
    </p:spTree>
    <p:extLst>
      <p:ext uri="{BB962C8B-B14F-4D97-AF65-F5344CB8AC3E}">
        <p14:creationId xmlns:p14="http://schemas.microsoft.com/office/powerpoint/2010/main" val="29679690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928ECF-6E1B-5FDD-3F53-D11BC03EEC2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C7D49DA-DF29-FC67-4B3C-F5D392AD1FD9}"/>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B99E56AE-94E5-C1C9-9DCC-A208F7AA64F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109897C3-CEF3-4026-B82D-26EAF526CB13}"/>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F13397CE-A2F6-29D6-D8BA-04115C2B718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a:extLst>
              <a:ext uri="{FF2B5EF4-FFF2-40B4-BE49-F238E27FC236}">
                <a16:creationId xmlns:a16="http://schemas.microsoft.com/office/drawing/2014/main" id="{DA9760E5-8F15-32C7-584F-8F1A64C3418B}"/>
              </a:ext>
            </a:extLst>
          </p:cNvPr>
          <p:cNvSpPr txBox="1"/>
          <p:nvPr/>
        </p:nvSpPr>
        <p:spPr>
          <a:xfrm>
            <a:off x="1014006" y="692514"/>
            <a:ext cx="7139394" cy="3919022"/>
          </a:xfrm>
          <a:prstGeom prst="rect">
            <a:avLst/>
          </a:prstGeom>
        </p:spPr>
        <p:txBody>
          <a:bodyPr vert="horz" wrap="square" lIns="0" tIns="0" rIns="0" bIns="0" rtlCol="0">
            <a:spAutoFit/>
          </a:bodyPr>
          <a:lstStyle/>
          <a:p>
            <a:pPr marL="6109" algn="ctr"/>
            <a:r>
              <a:rPr sz="1700" b="1" spc="-2" dirty="0">
                <a:latin typeface="Times New Roman"/>
                <a:cs typeface="Times New Roman"/>
              </a:rPr>
              <a:t>AUXIL</a:t>
            </a:r>
            <a:r>
              <a:rPr sz="1700" b="1" dirty="0">
                <a:latin typeface="Times New Roman"/>
                <a:cs typeface="Times New Roman"/>
              </a:rPr>
              <a:t>I</a:t>
            </a:r>
            <a:r>
              <a:rPr sz="1700" b="1" spc="-2" dirty="0">
                <a:latin typeface="Times New Roman"/>
                <a:cs typeface="Times New Roman"/>
              </a:rPr>
              <a:t>AR</a:t>
            </a:r>
            <a:r>
              <a:rPr sz="1700" b="1" dirty="0">
                <a:latin typeface="Times New Roman"/>
                <a:cs typeface="Times New Roman"/>
              </a:rPr>
              <a:t>Y</a:t>
            </a:r>
            <a:r>
              <a:rPr sz="1700" b="1" spc="-2" dirty="0">
                <a:latin typeface="Times New Roman"/>
                <a:cs typeface="Times New Roman"/>
              </a:rPr>
              <a:t> </a:t>
            </a:r>
            <a:r>
              <a:rPr sz="1700" b="1" spc="-10" dirty="0">
                <a:latin typeface="Times New Roman"/>
                <a:cs typeface="Times New Roman"/>
              </a:rPr>
              <a:t>M</a:t>
            </a:r>
            <a:r>
              <a:rPr sz="1700" b="1" spc="-5" dirty="0">
                <a:latin typeface="Times New Roman"/>
                <a:cs typeface="Times New Roman"/>
              </a:rPr>
              <a:t>E</a:t>
            </a:r>
            <a:r>
              <a:rPr sz="1700" b="1" spc="-10" dirty="0">
                <a:latin typeface="Times New Roman"/>
                <a:cs typeface="Times New Roman"/>
              </a:rPr>
              <a:t>M</a:t>
            </a:r>
            <a:r>
              <a:rPr sz="1700" b="1" dirty="0">
                <a:latin typeface="Times New Roman"/>
                <a:cs typeface="Times New Roman"/>
              </a:rPr>
              <a:t>O</a:t>
            </a:r>
            <a:r>
              <a:rPr sz="1700" b="1" spc="5" dirty="0">
                <a:latin typeface="Times New Roman"/>
                <a:cs typeface="Times New Roman"/>
              </a:rPr>
              <a:t>R</a:t>
            </a:r>
            <a:r>
              <a:rPr sz="1700" b="1" dirty="0">
                <a:latin typeface="Times New Roman"/>
                <a:cs typeface="Times New Roman"/>
              </a:rPr>
              <a:t>Y</a:t>
            </a:r>
            <a:endParaRPr sz="1700" dirty="0">
              <a:latin typeface="Times New Roman"/>
              <a:cs typeface="Times New Roman"/>
            </a:endParaRPr>
          </a:p>
          <a:p>
            <a:pPr marL="6109" marR="3054" algn="just">
              <a:spcBef>
                <a:spcPts val="450"/>
              </a:spcBef>
            </a:pPr>
            <a:endParaRPr lang="en-US" sz="1700" dirty="0">
              <a:latin typeface="Times New Roman"/>
              <a:cs typeface="Times New Roman"/>
            </a:endParaRPr>
          </a:p>
          <a:p>
            <a:pPr marL="291859" marR="3054" indent="-285750" algn="just">
              <a:spcBef>
                <a:spcPts val="450"/>
              </a:spcBef>
              <a:buFont typeface="Arial" panose="020B0604020202020204" pitchFamily="34" charset="0"/>
              <a:buChar char="•"/>
            </a:pPr>
            <a:r>
              <a:rPr sz="1700" dirty="0">
                <a:latin typeface="Times New Roman"/>
                <a:cs typeface="Times New Roman"/>
              </a:rPr>
              <a:t>S</a:t>
            </a:r>
            <a:r>
              <a:rPr sz="1700" spc="-7" dirty="0">
                <a:latin typeface="Times New Roman"/>
                <a:cs typeface="Times New Roman"/>
              </a:rPr>
              <a:t>ec</a:t>
            </a:r>
            <a:r>
              <a:rPr sz="1700" spc="-5" dirty="0">
                <a:latin typeface="Times New Roman"/>
                <a:cs typeface="Times New Roman"/>
              </a:rPr>
              <a:t>ond</a:t>
            </a:r>
            <a:r>
              <a:rPr sz="1700" spc="-7" dirty="0">
                <a:latin typeface="Times New Roman"/>
                <a:cs typeface="Times New Roman"/>
              </a:rPr>
              <a:t>a</a:t>
            </a:r>
            <a:r>
              <a:rPr sz="1700" dirty="0">
                <a:latin typeface="Times New Roman"/>
                <a:cs typeface="Times New Roman"/>
              </a:rPr>
              <a:t>ry</a:t>
            </a:r>
            <a:r>
              <a:rPr sz="1700" spc="-26" dirty="0">
                <a:latin typeface="Times New Roman"/>
                <a:cs typeface="Times New Roman"/>
              </a:rPr>
              <a:t> </a:t>
            </a:r>
            <a:r>
              <a:rPr sz="1700" spc="-5" dirty="0">
                <a:latin typeface="Times New Roman"/>
                <a:cs typeface="Times New Roman"/>
              </a:rPr>
              <a:t>memor</a:t>
            </a:r>
            <a:r>
              <a:rPr sz="1700" dirty="0">
                <a:latin typeface="Times New Roman"/>
                <a:cs typeface="Times New Roman"/>
              </a:rPr>
              <a:t>y </a:t>
            </a:r>
            <a:r>
              <a:rPr sz="1700" spc="-2" dirty="0">
                <a:latin typeface="Times New Roman"/>
                <a:cs typeface="Times New Roman"/>
              </a:rPr>
              <a:t>is</a:t>
            </a:r>
            <a:r>
              <a:rPr sz="1700" spc="24" dirty="0">
                <a:latin typeface="Times New Roman"/>
                <a:cs typeface="Times New Roman"/>
              </a:rPr>
              <a:t> </a:t>
            </a:r>
            <a:r>
              <a:rPr sz="1700" spc="-7" dirty="0">
                <a:latin typeface="Times New Roman"/>
                <a:cs typeface="Times New Roman"/>
              </a:rPr>
              <a:t>a</a:t>
            </a:r>
            <a:r>
              <a:rPr sz="1700" spc="-2" dirty="0">
                <a:latin typeface="Times New Roman"/>
                <a:cs typeface="Times New Roman"/>
              </a:rPr>
              <a:t>lso</a:t>
            </a:r>
            <a:r>
              <a:rPr sz="1700" spc="22" dirty="0">
                <a:latin typeface="Times New Roman"/>
                <a:cs typeface="Times New Roman"/>
              </a:rPr>
              <a:t> </a:t>
            </a:r>
            <a:r>
              <a:rPr sz="1700" spc="-2" dirty="0">
                <a:latin typeface="Times New Roman"/>
                <a:cs typeface="Times New Roman"/>
              </a:rPr>
              <a:t>te</a:t>
            </a:r>
            <a:r>
              <a:rPr sz="1700" spc="-7" dirty="0">
                <a:latin typeface="Times New Roman"/>
                <a:cs typeface="Times New Roman"/>
              </a:rPr>
              <a:t>r</a:t>
            </a:r>
            <a:r>
              <a:rPr sz="1700" spc="-5" dirty="0">
                <a:latin typeface="Times New Roman"/>
                <a:cs typeface="Times New Roman"/>
              </a:rPr>
              <a:t>med</a:t>
            </a:r>
            <a:r>
              <a:rPr sz="1700" spc="19" dirty="0">
                <a:latin typeface="Times New Roman"/>
                <a:cs typeface="Times New Roman"/>
              </a:rPr>
              <a:t> </a:t>
            </a:r>
            <a:r>
              <a:rPr sz="1700" spc="-7" dirty="0">
                <a:latin typeface="Times New Roman"/>
                <a:cs typeface="Times New Roman"/>
              </a:rPr>
              <a:t>e</a:t>
            </a:r>
            <a:r>
              <a:rPr sz="1700" spc="-2" dirty="0">
                <a:latin typeface="Times New Roman"/>
                <a:cs typeface="Times New Roman"/>
              </a:rPr>
              <a:t>xte</a:t>
            </a:r>
            <a:r>
              <a:rPr sz="1700" spc="-7" dirty="0">
                <a:latin typeface="Times New Roman"/>
                <a:cs typeface="Times New Roman"/>
              </a:rPr>
              <a:t>r</a:t>
            </a:r>
            <a:r>
              <a:rPr sz="1700" spc="5" dirty="0">
                <a:latin typeface="Times New Roman"/>
                <a:cs typeface="Times New Roman"/>
              </a:rPr>
              <a:t>n</a:t>
            </a:r>
            <a:r>
              <a:rPr sz="1700" spc="-7" dirty="0">
                <a:latin typeface="Times New Roman"/>
                <a:cs typeface="Times New Roman"/>
              </a:rPr>
              <a:t>a</a:t>
            </a:r>
            <a:r>
              <a:rPr sz="1700" spc="-2" dirty="0">
                <a:latin typeface="Times New Roman"/>
                <a:cs typeface="Times New Roman"/>
              </a:rPr>
              <a:t>l</a:t>
            </a:r>
            <a:r>
              <a:rPr sz="1700" spc="22" dirty="0">
                <a:latin typeface="Times New Roman"/>
                <a:cs typeface="Times New Roman"/>
              </a:rPr>
              <a:t> </a:t>
            </a:r>
            <a:r>
              <a:rPr sz="1700" spc="-5" dirty="0">
                <a:latin typeface="Times New Roman"/>
                <a:cs typeface="Times New Roman"/>
              </a:rPr>
              <a:t>memor</a:t>
            </a:r>
            <a:r>
              <a:rPr sz="1700" dirty="0">
                <a:latin typeface="Times New Roman"/>
                <a:cs typeface="Times New Roman"/>
              </a:rPr>
              <a:t>y</a:t>
            </a:r>
            <a:r>
              <a:rPr sz="1700" spc="22" dirty="0">
                <a:latin typeface="Times New Roman"/>
                <a:cs typeface="Times New Roman"/>
              </a:rPr>
              <a:t> </a:t>
            </a:r>
            <a:r>
              <a:rPr sz="1700" spc="-7" dirty="0">
                <a:latin typeface="Times New Roman"/>
                <a:cs typeface="Times New Roman"/>
              </a:rPr>
              <a:t>a</a:t>
            </a:r>
            <a:r>
              <a:rPr sz="1700" dirty="0">
                <a:latin typeface="Times New Roman"/>
                <a:cs typeface="Times New Roman"/>
              </a:rPr>
              <a:t>nd</a:t>
            </a:r>
            <a:r>
              <a:rPr sz="1700" spc="22" dirty="0">
                <a:latin typeface="Times New Roman"/>
                <a:cs typeface="Times New Roman"/>
              </a:rPr>
              <a:t> </a:t>
            </a:r>
            <a:r>
              <a:rPr sz="1700" spc="-2" dirty="0">
                <a:latin typeface="Times New Roman"/>
                <a:cs typeface="Times New Roman"/>
              </a:rPr>
              <a:t>ref</a:t>
            </a:r>
            <a:r>
              <a:rPr sz="1700" spc="-10" dirty="0">
                <a:latin typeface="Times New Roman"/>
                <a:cs typeface="Times New Roman"/>
              </a:rPr>
              <a:t>e</a:t>
            </a:r>
            <a:r>
              <a:rPr sz="1700" dirty="0">
                <a:latin typeface="Times New Roman"/>
                <a:cs typeface="Times New Roman"/>
              </a:rPr>
              <a:t>rs</a:t>
            </a:r>
            <a:r>
              <a:rPr sz="1700" spc="19" dirty="0">
                <a:latin typeface="Times New Roman"/>
                <a:cs typeface="Times New Roman"/>
              </a:rPr>
              <a:t> </a:t>
            </a:r>
            <a:r>
              <a:rPr sz="1700" spc="-2" dirty="0">
                <a:latin typeface="Times New Roman"/>
                <a:cs typeface="Times New Roman"/>
              </a:rPr>
              <a:t>to</a:t>
            </a:r>
            <a:r>
              <a:rPr sz="1700" spc="22" dirty="0">
                <a:latin typeface="Times New Roman"/>
                <a:cs typeface="Times New Roman"/>
              </a:rPr>
              <a:t> </a:t>
            </a:r>
            <a:r>
              <a:rPr sz="1700" spc="-2" dirty="0">
                <a:latin typeface="Times New Roman"/>
                <a:cs typeface="Times New Roman"/>
              </a:rPr>
              <a:t>the</a:t>
            </a:r>
            <a:r>
              <a:rPr sz="1700" spc="19" dirty="0">
                <a:latin typeface="Times New Roman"/>
                <a:cs typeface="Times New Roman"/>
              </a:rPr>
              <a:t> </a:t>
            </a:r>
            <a:r>
              <a:rPr sz="1700" spc="5" dirty="0">
                <a:latin typeface="Times New Roman"/>
                <a:cs typeface="Times New Roman"/>
              </a:rPr>
              <a:t>v</a:t>
            </a:r>
            <a:r>
              <a:rPr sz="1700" spc="-7" dirty="0">
                <a:latin typeface="Times New Roman"/>
                <a:cs typeface="Times New Roman"/>
              </a:rPr>
              <a:t>a</a:t>
            </a:r>
            <a:r>
              <a:rPr sz="1700" dirty="0">
                <a:latin typeface="Times New Roman"/>
                <a:cs typeface="Times New Roman"/>
              </a:rPr>
              <a:t>rious</a:t>
            </a:r>
            <a:r>
              <a:rPr sz="1700" spc="22" dirty="0">
                <a:latin typeface="Times New Roman"/>
                <a:cs typeface="Times New Roman"/>
              </a:rPr>
              <a:t> </a:t>
            </a:r>
            <a:r>
              <a:rPr sz="1700" spc="-5" dirty="0">
                <a:latin typeface="Times New Roman"/>
                <a:cs typeface="Times New Roman"/>
              </a:rPr>
              <a:t>storage</a:t>
            </a:r>
            <a:r>
              <a:rPr sz="1700" spc="19" dirty="0">
                <a:latin typeface="Times New Roman"/>
                <a:cs typeface="Times New Roman"/>
              </a:rPr>
              <a:t> </a:t>
            </a:r>
            <a:r>
              <a:rPr sz="1700" spc="-5" dirty="0">
                <a:latin typeface="Times New Roman"/>
                <a:cs typeface="Times New Roman"/>
              </a:rPr>
              <a:t>media</a:t>
            </a:r>
            <a:r>
              <a:rPr sz="1700" spc="19" dirty="0">
                <a:latin typeface="Times New Roman"/>
                <a:cs typeface="Times New Roman"/>
              </a:rPr>
              <a:t> </a:t>
            </a:r>
            <a:r>
              <a:rPr sz="1700" dirty="0">
                <a:latin typeface="Times New Roman"/>
                <a:cs typeface="Times New Roman"/>
              </a:rPr>
              <a:t>on</a:t>
            </a:r>
            <a:r>
              <a:rPr sz="1700" spc="41" dirty="0">
                <a:latin typeface="Times New Roman"/>
                <a:cs typeface="Times New Roman"/>
              </a:rPr>
              <a:t> </a:t>
            </a:r>
            <a:r>
              <a:rPr sz="1700" spc="-7" dirty="0">
                <a:latin typeface="Times New Roman"/>
                <a:cs typeface="Times New Roman"/>
              </a:rPr>
              <a:t>whic</a:t>
            </a:r>
            <a:r>
              <a:rPr sz="1700" dirty="0">
                <a:latin typeface="Times New Roman"/>
                <a:cs typeface="Times New Roman"/>
              </a:rPr>
              <a:t>h</a:t>
            </a:r>
            <a:r>
              <a:rPr sz="1700" spc="22" dirty="0">
                <a:latin typeface="Times New Roman"/>
                <a:cs typeface="Times New Roman"/>
              </a:rPr>
              <a:t> </a:t>
            </a:r>
            <a:r>
              <a:rPr sz="1700" spc="-5" dirty="0">
                <a:latin typeface="Times New Roman"/>
                <a:cs typeface="Times New Roman"/>
              </a:rPr>
              <a:t>a</a:t>
            </a:r>
            <a:r>
              <a:rPr sz="1700" spc="19" dirty="0">
                <a:latin typeface="Times New Roman"/>
                <a:cs typeface="Times New Roman"/>
              </a:rPr>
              <a:t> </a:t>
            </a:r>
            <a:r>
              <a:rPr sz="1700" spc="-7" dirty="0">
                <a:latin typeface="Times New Roman"/>
                <a:cs typeface="Times New Roman"/>
              </a:rPr>
              <a:t>c</a:t>
            </a:r>
            <a:r>
              <a:rPr sz="1700" spc="-5" dirty="0">
                <a:latin typeface="Times New Roman"/>
                <a:cs typeface="Times New Roman"/>
              </a:rPr>
              <a:t>omput</a:t>
            </a:r>
            <a:r>
              <a:rPr sz="1700" spc="-2" dirty="0">
                <a:latin typeface="Times New Roman"/>
                <a:cs typeface="Times New Roman"/>
              </a:rPr>
              <a:t>e</a:t>
            </a:r>
            <a:r>
              <a:rPr sz="1700" dirty="0">
                <a:latin typeface="Times New Roman"/>
                <a:cs typeface="Times New Roman"/>
              </a:rPr>
              <a:t>r </a:t>
            </a:r>
            <a:r>
              <a:rPr sz="1700" spc="-7" dirty="0">
                <a:latin typeface="Times New Roman"/>
                <a:cs typeface="Times New Roman"/>
              </a:rPr>
              <a:t>ca</a:t>
            </a:r>
            <a:r>
              <a:rPr sz="1700" dirty="0">
                <a:latin typeface="Times New Roman"/>
                <a:cs typeface="Times New Roman"/>
              </a:rPr>
              <a:t>n</a:t>
            </a:r>
            <a:r>
              <a:rPr sz="1700" spc="22" dirty="0">
                <a:latin typeface="Times New Roman"/>
                <a:cs typeface="Times New Roman"/>
              </a:rPr>
              <a:t> </a:t>
            </a:r>
            <a:r>
              <a:rPr sz="1700" spc="-5" dirty="0">
                <a:latin typeface="Times New Roman"/>
                <a:cs typeface="Times New Roman"/>
              </a:rPr>
              <a:t>store</a:t>
            </a:r>
            <a:r>
              <a:rPr sz="1700" spc="19" dirty="0">
                <a:latin typeface="Times New Roman"/>
                <a:cs typeface="Times New Roman"/>
              </a:rPr>
              <a:t> </a:t>
            </a:r>
            <a:r>
              <a:rPr sz="1700" spc="5" dirty="0">
                <a:latin typeface="Times New Roman"/>
                <a:cs typeface="Times New Roman"/>
              </a:rPr>
              <a:t>d</a:t>
            </a:r>
            <a:r>
              <a:rPr sz="1700" spc="-7" dirty="0">
                <a:latin typeface="Times New Roman"/>
                <a:cs typeface="Times New Roman"/>
              </a:rPr>
              <a:t>a</a:t>
            </a:r>
            <a:r>
              <a:rPr sz="1700" spc="-2" dirty="0">
                <a:latin typeface="Times New Roman"/>
                <a:cs typeface="Times New Roman"/>
              </a:rPr>
              <a:t>ta</a:t>
            </a:r>
            <a:r>
              <a:rPr sz="1700" spc="19" dirty="0">
                <a:latin typeface="Times New Roman"/>
                <a:cs typeface="Times New Roman"/>
              </a:rPr>
              <a:t> </a:t>
            </a:r>
            <a:r>
              <a:rPr sz="1700" spc="-7" dirty="0">
                <a:latin typeface="Times New Roman"/>
                <a:cs typeface="Times New Roman"/>
              </a:rPr>
              <a:t>a</a:t>
            </a:r>
            <a:r>
              <a:rPr sz="1700" dirty="0">
                <a:latin typeface="Times New Roman"/>
                <a:cs typeface="Times New Roman"/>
              </a:rPr>
              <a:t>nd</a:t>
            </a:r>
            <a:r>
              <a:rPr sz="1700" spc="22" dirty="0">
                <a:latin typeface="Times New Roman"/>
                <a:cs typeface="Times New Roman"/>
              </a:rPr>
              <a:t> </a:t>
            </a:r>
            <a:r>
              <a:rPr sz="1700" spc="5" dirty="0">
                <a:latin typeface="Times New Roman"/>
                <a:cs typeface="Times New Roman"/>
              </a:rPr>
              <a:t>p</a:t>
            </a:r>
            <a:r>
              <a:rPr sz="1700" dirty="0">
                <a:latin typeface="Times New Roman"/>
                <a:cs typeface="Times New Roman"/>
              </a:rPr>
              <a:t>rog</a:t>
            </a:r>
            <a:r>
              <a:rPr sz="1700" spc="-5" dirty="0">
                <a:latin typeface="Times New Roman"/>
                <a:cs typeface="Times New Roman"/>
              </a:rPr>
              <a:t>r</a:t>
            </a:r>
            <a:r>
              <a:rPr sz="1700" spc="-2" dirty="0">
                <a:latin typeface="Times New Roman"/>
                <a:cs typeface="Times New Roman"/>
              </a:rPr>
              <a:t>a</a:t>
            </a:r>
            <a:r>
              <a:rPr sz="1700" spc="-5" dirty="0">
                <a:latin typeface="Times New Roman"/>
                <a:cs typeface="Times New Roman"/>
              </a:rPr>
              <a:t>ms.</a:t>
            </a:r>
            <a:endParaRPr lang="en-US" sz="1700" spc="22" dirty="0">
              <a:latin typeface="Times New Roman"/>
              <a:cs typeface="Times New Roman"/>
            </a:endParaRPr>
          </a:p>
          <a:p>
            <a:pPr marL="291859" marR="3054" indent="-285750" algn="just">
              <a:spcBef>
                <a:spcPts val="450"/>
              </a:spcBef>
              <a:buFont typeface="Arial" panose="020B0604020202020204" pitchFamily="34" charset="0"/>
              <a:buChar char="•"/>
            </a:pPr>
            <a:r>
              <a:rPr sz="1700" spc="-5" dirty="0">
                <a:latin typeface="Times New Roman"/>
                <a:cs typeface="Times New Roman"/>
              </a:rPr>
              <a:t>The</a:t>
            </a:r>
            <a:r>
              <a:rPr sz="1700" spc="19" dirty="0">
                <a:latin typeface="Times New Roman"/>
                <a:cs typeface="Times New Roman"/>
              </a:rPr>
              <a:t> </a:t>
            </a:r>
            <a:r>
              <a:rPr sz="1700" dirty="0">
                <a:latin typeface="Times New Roman"/>
                <a:cs typeface="Times New Roman"/>
              </a:rPr>
              <a:t>S</a:t>
            </a:r>
            <a:r>
              <a:rPr sz="1700" spc="-7" dirty="0">
                <a:latin typeface="Times New Roman"/>
                <a:cs typeface="Times New Roman"/>
              </a:rPr>
              <a:t>ec</a:t>
            </a:r>
            <a:r>
              <a:rPr sz="1700" spc="-5" dirty="0">
                <a:latin typeface="Times New Roman"/>
                <a:cs typeface="Times New Roman"/>
              </a:rPr>
              <a:t>ond</a:t>
            </a:r>
            <a:r>
              <a:rPr sz="1700" spc="-7" dirty="0">
                <a:latin typeface="Times New Roman"/>
                <a:cs typeface="Times New Roman"/>
              </a:rPr>
              <a:t>a</a:t>
            </a:r>
            <a:r>
              <a:rPr sz="1700" dirty="0">
                <a:latin typeface="Times New Roman"/>
                <a:cs typeface="Times New Roman"/>
              </a:rPr>
              <a:t>ry</a:t>
            </a:r>
            <a:r>
              <a:rPr sz="1700" spc="19" dirty="0">
                <a:latin typeface="Times New Roman"/>
                <a:cs typeface="Times New Roman"/>
              </a:rPr>
              <a:t> </a:t>
            </a:r>
            <a:r>
              <a:rPr sz="1700" spc="-2" dirty="0">
                <a:latin typeface="Times New Roman"/>
                <a:cs typeface="Times New Roman"/>
              </a:rPr>
              <a:t>sto</a:t>
            </a:r>
            <a:r>
              <a:rPr sz="1700" spc="5" dirty="0">
                <a:latin typeface="Times New Roman"/>
                <a:cs typeface="Times New Roman"/>
              </a:rPr>
              <a:t>r</a:t>
            </a:r>
            <a:r>
              <a:rPr sz="1700" spc="-2" dirty="0">
                <a:latin typeface="Times New Roman"/>
                <a:cs typeface="Times New Roman"/>
              </a:rPr>
              <a:t>a</a:t>
            </a:r>
            <a:r>
              <a:rPr sz="1700" spc="-5" dirty="0">
                <a:latin typeface="Times New Roman"/>
                <a:cs typeface="Times New Roman"/>
              </a:rPr>
              <a:t>ge</a:t>
            </a:r>
            <a:r>
              <a:rPr sz="1700" spc="19" dirty="0">
                <a:latin typeface="Times New Roman"/>
                <a:cs typeface="Times New Roman"/>
              </a:rPr>
              <a:t> </a:t>
            </a:r>
            <a:r>
              <a:rPr sz="1700" spc="-5" dirty="0">
                <a:latin typeface="Times New Roman"/>
                <a:cs typeface="Times New Roman"/>
              </a:rPr>
              <a:t>media</a:t>
            </a:r>
            <a:r>
              <a:rPr sz="1700" spc="19" dirty="0">
                <a:latin typeface="Times New Roman"/>
                <a:cs typeface="Times New Roman"/>
              </a:rPr>
              <a:t> </a:t>
            </a:r>
            <a:r>
              <a:rPr sz="1700" spc="-2" dirty="0">
                <a:latin typeface="Times New Roman"/>
                <a:cs typeface="Times New Roman"/>
              </a:rPr>
              <a:t>c</a:t>
            </a:r>
            <a:r>
              <a:rPr sz="1700" spc="-7" dirty="0">
                <a:latin typeface="Times New Roman"/>
                <a:cs typeface="Times New Roman"/>
              </a:rPr>
              <a:t>a</a:t>
            </a:r>
            <a:r>
              <a:rPr sz="1700" dirty="0">
                <a:latin typeface="Times New Roman"/>
                <a:cs typeface="Times New Roman"/>
              </a:rPr>
              <a:t>n</a:t>
            </a:r>
            <a:r>
              <a:rPr sz="1700" spc="22" dirty="0">
                <a:latin typeface="Times New Roman"/>
                <a:cs typeface="Times New Roman"/>
              </a:rPr>
              <a:t> </a:t>
            </a:r>
            <a:r>
              <a:rPr sz="1700" spc="-5" dirty="0">
                <a:latin typeface="Times New Roman"/>
                <a:cs typeface="Times New Roman"/>
              </a:rPr>
              <a:t>be</a:t>
            </a:r>
            <a:r>
              <a:rPr sz="1700" spc="19" dirty="0">
                <a:latin typeface="Times New Roman"/>
                <a:cs typeface="Times New Roman"/>
              </a:rPr>
              <a:t> </a:t>
            </a:r>
            <a:r>
              <a:rPr sz="1700" spc="-2" dirty="0">
                <a:latin typeface="Times New Roman"/>
                <a:cs typeface="Times New Roman"/>
              </a:rPr>
              <a:t>fix</a:t>
            </a:r>
            <a:r>
              <a:rPr sz="1700" spc="-7" dirty="0">
                <a:latin typeface="Times New Roman"/>
                <a:cs typeface="Times New Roman"/>
              </a:rPr>
              <a:t>e</a:t>
            </a:r>
            <a:r>
              <a:rPr sz="1700" dirty="0">
                <a:latin typeface="Times New Roman"/>
                <a:cs typeface="Times New Roman"/>
              </a:rPr>
              <a:t>d</a:t>
            </a:r>
            <a:r>
              <a:rPr sz="1700" spc="22" dirty="0">
                <a:latin typeface="Times New Roman"/>
                <a:cs typeface="Times New Roman"/>
              </a:rPr>
              <a:t> </a:t>
            </a:r>
            <a:r>
              <a:rPr sz="1700" dirty="0">
                <a:latin typeface="Times New Roman"/>
                <a:cs typeface="Times New Roman"/>
              </a:rPr>
              <a:t>or</a:t>
            </a:r>
            <a:r>
              <a:rPr sz="1700" spc="24" dirty="0">
                <a:latin typeface="Times New Roman"/>
                <a:cs typeface="Times New Roman"/>
              </a:rPr>
              <a:t> </a:t>
            </a:r>
            <a:r>
              <a:rPr sz="1700" spc="-2" dirty="0">
                <a:latin typeface="Times New Roman"/>
                <a:cs typeface="Times New Roman"/>
              </a:rPr>
              <a:t>r</a:t>
            </a:r>
            <a:r>
              <a:rPr sz="1700" spc="-10" dirty="0">
                <a:latin typeface="Times New Roman"/>
                <a:cs typeface="Times New Roman"/>
              </a:rPr>
              <a:t>e</a:t>
            </a:r>
            <a:r>
              <a:rPr sz="1700" spc="-5" dirty="0">
                <a:latin typeface="Times New Roman"/>
                <a:cs typeface="Times New Roman"/>
              </a:rPr>
              <a:t>movabl</a:t>
            </a:r>
            <a:r>
              <a:rPr sz="1700" spc="-10" dirty="0">
                <a:latin typeface="Times New Roman"/>
                <a:cs typeface="Times New Roman"/>
              </a:rPr>
              <a:t>e</a:t>
            </a:r>
            <a:r>
              <a:rPr sz="1700" dirty="0">
                <a:latin typeface="Times New Roman"/>
                <a:cs typeface="Times New Roman"/>
              </a:rPr>
              <a:t>.</a:t>
            </a:r>
            <a:r>
              <a:rPr sz="1700" spc="26" dirty="0">
                <a:latin typeface="Times New Roman"/>
                <a:cs typeface="Times New Roman"/>
              </a:rPr>
              <a:t> </a:t>
            </a:r>
            <a:r>
              <a:rPr sz="1700" spc="-5" dirty="0">
                <a:latin typeface="Times New Roman"/>
                <a:cs typeface="Times New Roman"/>
              </a:rPr>
              <a:t>Fixed</a:t>
            </a:r>
            <a:r>
              <a:rPr sz="1700" spc="-2" dirty="0">
                <a:latin typeface="Times New Roman"/>
                <a:cs typeface="Times New Roman"/>
              </a:rPr>
              <a:t> </a:t>
            </a:r>
            <a:r>
              <a:rPr sz="1700" dirty="0">
                <a:latin typeface="Times New Roman"/>
                <a:cs typeface="Times New Roman"/>
              </a:rPr>
              <a:t>S</a:t>
            </a:r>
            <a:r>
              <a:rPr sz="1700" spc="-2" dirty="0">
                <a:latin typeface="Times New Roman"/>
                <a:cs typeface="Times New Roman"/>
              </a:rPr>
              <a:t>tor</a:t>
            </a:r>
            <a:r>
              <a:rPr sz="1700" spc="-10" dirty="0">
                <a:latin typeface="Times New Roman"/>
                <a:cs typeface="Times New Roman"/>
              </a:rPr>
              <a:t>a</a:t>
            </a:r>
            <a:r>
              <a:rPr sz="1700" spc="-5" dirty="0">
                <a:latin typeface="Times New Roman"/>
                <a:cs typeface="Times New Roman"/>
              </a:rPr>
              <a:t>ge</a:t>
            </a:r>
            <a:r>
              <a:rPr sz="1700" spc="-2" dirty="0">
                <a:latin typeface="Times New Roman"/>
                <a:cs typeface="Times New Roman"/>
              </a:rPr>
              <a:t> </a:t>
            </a:r>
            <a:r>
              <a:rPr sz="1700" spc="-5" dirty="0">
                <a:latin typeface="Times New Roman"/>
                <a:cs typeface="Times New Roman"/>
              </a:rPr>
              <a:t>media</a:t>
            </a:r>
            <a:r>
              <a:rPr sz="1700" spc="-2" dirty="0">
                <a:latin typeface="Times New Roman"/>
                <a:cs typeface="Times New Roman"/>
              </a:rPr>
              <a:t> is</a:t>
            </a:r>
            <a:r>
              <a:rPr sz="1700" spc="5" dirty="0">
                <a:latin typeface="Times New Roman"/>
                <a:cs typeface="Times New Roman"/>
              </a:rPr>
              <a:t> </a:t>
            </a:r>
            <a:r>
              <a:rPr sz="1700" spc="-7" dirty="0">
                <a:latin typeface="Times New Roman"/>
                <a:cs typeface="Times New Roman"/>
              </a:rPr>
              <a:t>a</a:t>
            </a:r>
            <a:r>
              <a:rPr sz="1700" dirty="0">
                <a:latin typeface="Times New Roman"/>
                <a:cs typeface="Times New Roman"/>
              </a:rPr>
              <a:t>n </a:t>
            </a:r>
            <a:r>
              <a:rPr sz="1700" spc="-2" dirty="0">
                <a:latin typeface="Times New Roman"/>
                <a:cs typeface="Times New Roman"/>
              </a:rPr>
              <a:t>int</a:t>
            </a:r>
            <a:r>
              <a:rPr sz="1700" spc="-7" dirty="0">
                <a:latin typeface="Times New Roman"/>
                <a:cs typeface="Times New Roman"/>
              </a:rPr>
              <a:t>e</a:t>
            </a:r>
            <a:r>
              <a:rPr sz="1700" spc="2" dirty="0">
                <a:latin typeface="Times New Roman"/>
                <a:cs typeface="Times New Roman"/>
              </a:rPr>
              <a:t>r</a:t>
            </a:r>
            <a:r>
              <a:rPr sz="1700" spc="-5" dirty="0">
                <a:latin typeface="Times New Roman"/>
                <a:cs typeface="Times New Roman"/>
              </a:rPr>
              <a:t>n</a:t>
            </a:r>
            <a:r>
              <a:rPr sz="1700" spc="-7" dirty="0">
                <a:latin typeface="Times New Roman"/>
                <a:cs typeface="Times New Roman"/>
              </a:rPr>
              <a:t>a</a:t>
            </a:r>
            <a:r>
              <a:rPr sz="1700" spc="-2" dirty="0">
                <a:latin typeface="Times New Roman"/>
                <a:cs typeface="Times New Roman"/>
              </a:rPr>
              <a:t>l</a:t>
            </a:r>
            <a:r>
              <a:rPr sz="1700" dirty="0">
                <a:latin typeface="Times New Roman"/>
                <a:cs typeface="Times New Roman"/>
              </a:rPr>
              <a:t> </a:t>
            </a:r>
            <a:r>
              <a:rPr sz="1700" spc="-5" dirty="0">
                <a:latin typeface="Times New Roman"/>
                <a:cs typeface="Times New Roman"/>
              </a:rPr>
              <a:t>s</a:t>
            </a:r>
            <a:r>
              <a:rPr sz="1700" dirty="0">
                <a:latin typeface="Times New Roman"/>
                <a:cs typeface="Times New Roman"/>
              </a:rPr>
              <a:t>t</a:t>
            </a:r>
            <a:r>
              <a:rPr sz="1700" spc="-2" dirty="0">
                <a:latin typeface="Times New Roman"/>
                <a:cs typeface="Times New Roman"/>
              </a:rPr>
              <a:t>or</a:t>
            </a:r>
            <a:r>
              <a:rPr sz="1700" spc="-10" dirty="0">
                <a:latin typeface="Times New Roman"/>
                <a:cs typeface="Times New Roman"/>
              </a:rPr>
              <a:t>a</a:t>
            </a:r>
            <a:r>
              <a:rPr sz="1700" spc="-5" dirty="0">
                <a:latin typeface="Times New Roman"/>
                <a:cs typeface="Times New Roman"/>
              </a:rPr>
              <a:t>ge</a:t>
            </a:r>
            <a:r>
              <a:rPr sz="1700" spc="-2" dirty="0">
                <a:latin typeface="Times New Roman"/>
                <a:cs typeface="Times New Roman"/>
              </a:rPr>
              <a:t> </a:t>
            </a:r>
            <a:r>
              <a:rPr sz="1700" dirty="0">
                <a:latin typeface="Times New Roman"/>
                <a:cs typeface="Times New Roman"/>
              </a:rPr>
              <a:t>m</a:t>
            </a:r>
            <a:r>
              <a:rPr sz="1700" spc="-7" dirty="0">
                <a:latin typeface="Times New Roman"/>
                <a:cs typeface="Times New Roman"/>
              </a:rPr>
              <a:t>e</a:t>
            </a:r>
            <a:r>
              <a:rPr sz="1700" spc="-5" dirty="0">
                <a:latin typeface="Times New Roman"/>
                <a:cs typeface="Times New Roman"/>
              </a:rPr>
              <a:t>dium</a:t>
            </a:r>
            <a:r>
              <a:rPr sz="1700" dirty="0">
                <a:latin typeface="Times New Roman"/>
                <a:cs typeface="Times New Roman"/>
              </a:rPr>
              <a:t> </a:t>
            </a:r>
            <a:r>
              <a:rPr sz="1700" spc="-2" dirty="0">
                <a:latin typeface="Times New Roman"/>
                <a:cs typeface="Times New Roman"/>
              </a:rPr>
              <a:t>like</a:t>
            </a:r>
            <a:r>
              <a:rPr sz="1700" spc="2" dirty="0">
                <a:latin typeface="Times New Roman"/>
                <a:cs typeface="Times New Roman"/>
              </a:rPr>
              <a:t> </a:t>
            </a:r>
            <a:r>
              <a:rPr sz="1700" spc="-5" dirty="0">
                <a:latin typeface="Times New Roman"/>
                <a:cs typeface="Times New Roman"/>
              </a:rPr>
              <a:t>a</a:t>
            </a:r>
            <a:r>
              <a:rPr sz="1700" spc="-2" dirty="0">
                <a:latin typeface="Times New Roman"/>
                <a:cs typeface="Times New Roman"/>
              </a:rPr>
              <a:t> </a:t>
            </a:r>
            <a:r>
              <a:rPr sz="1700" spc="-5" dirty="0">
                <a:latin typeface="Times New Roman"/>
                <a:cs typeface="Times New Roman"/>
              </a:rPr>
              <a:t>h</a:t>
            </a:r>
            <a:r>
              <a:rPr sz="1700" spc="-7" dirty="0">
                <a:latin typeface="Times New Roman"/>
                <a:cs typeface="Times New Roman"/>
              </a:rPr>
              <a:t>a</a:t>
            </a:r>
            <a:r>
              <a:rPr sz="1700" dirty="0">
                <a:latin typeface="Times New Roman"/>
                <a:cs typeface="Times New Roman"/>
              </a:rPr>
              <a:t>rd</a:t>
            </a:r>
            <a:r>
              <a:rPr sz="1700" spc="2" dirty="0">
                <a:latin typeface="Times New Roman"/>
                <a:cs typeface="Times New Roman"/>
              </a:rPr>
              <a:t> </a:t>
            </a:r>
            <a:r>
              <a:rPr sz="1700" spc="-2" dirty="0">
                <a:latin typeface="Times New Roman"/>
                <a:cs typeface="Times New Roman"/>
              </a:rPr>
              <a:t>disk</a:t>
            </a:r>
            <a:r>
              <a:rPr sz="1700" dirty="0">
                <a:latin typeface="Times New Roman"/>
                <a:cs typeface="Times New Roman"/>
              </a:rPr>
              <a:t> </a:t>
            </a:r>
            <a:r>
              <a:rPr sz="1700" spc="-2" dirty="0">
                <a:latin typeface="Times New Roman"/>
                <a:cs typeface="Times New Roman"/>
              </a:rPr>
              <a:t>that is</a:t>
            </a:r>
            <a:r>
              <a:rPr sz="1700" dirty="0">
                <a:latin typeface="Times New Roman"/>
                <a:cs typeface="Times New Roman"/>
              </a:rPr>
              <a:t> </a:t>
            </a:r>
            <a:r>
              <a:rPr sz="1700" spc="-2" dirty="0">
                <a:latin typeface="Times New Roman"/>
                <a:cs typeface="Times New Roman"/>
              </a:rPr>
              <a:t>fix</a:t>
            </a:r>
            <a:r>
              <a:rPr sz="1700" spc="-10" dirty="0">
                <a:latin typeface="Times New Roman"/>
                <a:cs typeface="Times New Roman"/>
              </a:rPr>
              <a:t>e</a:t>
            </a:r>
            <a:r>
              <a:rPr sz="1700" dirty="0">
                <a:latin typeface="Times New Roman"/>
                <a:cs typeface="Times New Roman"/>
              </a:rPr>
              <a:t>d i</a:t>
            </a:r>
            <a:r>
              <a:rPr sz="1700" spc="-2" dirty="0">
                <a:latin typeface="Times New Roman"/>
                <a:cs typeface="Times New Roman"/>
              </a:rPr>
              <a:t>nside</a:t>
            </a:r>
            <a:r>
              <a:rPr sz="1700" dirty="0">
                <a:latin typeface="Times New Roman"/>
                <a:cs typeface="Times New Roman"/>
              </a:rPr>
              <a:t> </a:t>
            </a:r>
            <a:r>
              <a:rPr sz="1700" spc="-2" dirty="0">
                <a:latin typeface="Times New Roman"/>
                <a:cs typeface="Times New Roman"/>
              </a:rPr>
              <a:t>the </a:t>
            </a:r>
            <a:r>
              <a:rPr sz="1700" spc="-7" dirty="0">
                <a:latin typeface="Times New Roman"/>
                <a:cs typeface="Times New Roman"/>
              </a:rPr>
              <a:t>c</a:t>
            </a:r>
            <a:r>
              <a:rPr sz="1700" spc="-5" dirty="0">
                <a:latin typeface="Times New Roman"/>
                <a:cs typeface="Times New Roman"/>
              </a:rPr>
              <a:t>omput</a:t>
            </a:r>
            <a:r>
              <a:rPr sz="1700" spc="-7" dirty="0">
                <a:latin typeface="Times New Roman"/>
                <a:cs typeface="Times New Roman"/>
              </a:rPr>
              <a:t>e</a:t>
            </a:r>
            <a:r>
              <a:rPr sz="1700" dirty="0">
                <a:latin typeface="Times New Roman"/>
                <a:cs typeface="Times New Roman"/>
              </a:rPr>
              <a:t>r. A</a:t>
            </a:r>
            <a:r>
              <a:rPr sz="1700" spc="-2" dirty="0">
                <a:latin typeface="Times New Roman"/>
                <a:cs typeface="Times New Roman"/>
              </a:rPr>
              <a:t> </a:t>
            </a:r>
            <a:r>
              <a:rPr sz="1700" spc="-5" dirty="0">
                <a:latin typeface="Times New Roman"/>
                <a:cs typeface="Times New Roman"/>
              </a:rPr>
              <a:t>stor</a:t>
            </a:r>
            <a:r>
              <a:rPr sz="1700" spc="-10" dirty="0">
                <a:latin typeface="Times New Roman"/>
                <a:cs typeface="Times New Roman"/>
              </a:rPr>
              <a:t>a</a:t>
            </a:r>
            <a:r>
              <a:rPr sz="1700" spc="-5" dirty="0">
                <a:latin typeface="Times New Roman"/>
                <a:cs typeface="Times New Roman"/>
              </a:rPr>
              <a:t>ge</a:t>
            </a:r>
            <a:r>
              <a:rPr sz="1700" spc="2" dirty="0">
                <a:latin typeface="Times New Roman"/>
                <a:cs typeface="Times New Roman"/>
              </a:rPr>
              <a:t> </a:t>
            </a:r>
            <a:r>
              <a:rPr sz="1700" spc="-5" dirty="0">
                <a:latin typeface="Times New Roman"/>
                <a:cs typeface="Times New Roman"/>
              </a:rPr>
              <a:t>medium</a:t>
            </a:r>
            <a:r>
              <a:rPr sz="1700" spc="-2" dirty="0">
                <a:latin typeface="Times New Roman"/>
                <a:cs typeface="Times New Roman"/>
              </a:rPr>
              <a:t> th</a:t>
            </a:r>
            <a:r>
              <a:rPr sz="1700" spc="-7" dirty="0">
                <a:latin typeface="Times New Roman"/>
                <a:cs typeface="Times New Roman"/>
              </a:rPr>
              <a:t>a</a:t>
            </a:r>
            <a:r>
              <a:rPr sz="1700" spc="-2" dirty="0">
                <a:latin typeface="Times New Roman"/>
                <a:cs typeface="Times New Roman"/>
              </a:rPr>
              <a:t>t</a:t>
            </a:r>
            <a:r>
              <a:rPr sz="1700" dirty="0">
                <a:latin typeface="Times New Roman"/>
                <a:cs typeface="Times New Roman"/>
              </a:rPr>
              <a:t> </a:t>
            </a:r>
            <a:r>
              <a:rPr sz="1700" spc="-2" dirty="0">
                <a:latin typeface="Times New Roman"/>
                <a:cs typeface="Times New Roman"/>
              </a:rPr>
              <a:t>i</a:t>
            </a:r>
            <a:r>
              <a:rPr sz="1700" dirty="0">
                <a:latin typeface="Times New Roman"/>
                <a:cs typeface="Times New Roman"/>
              </a:rPr>
              <a:t>s</a:t>
            </a:r>
            <a:r>
              <a:rPr sz="1700" spc="-2" dirty="0">
                <a:latin typeface="Times New Roman"/>
                <a:cs typeface="Times New Roman"/>
              </a:rPr>
              <a:t> port</a:t>
            </a:r>
            <a:r>
              <a:rPr sz="1700" spc="-7" dirty="0">
                <a:latin typeface="Times New Roman"/>
                <a:cs typeface="Times New Roman"/>
              </a:rPr>
              <a:t>a</a:t>
            </a:r>
            <a:r>
              <a:rPr sz="1700" spc="-2" dirty="0">
                <a:latin typeface="Times New Roman"/>
                <a:cs typeface="Times New Roman"/>
              </a:rPr>
              <a:t>ble</a:t>
            </a:r>
            <a:r>
              <a:rPr sz="1700" spc="2" dirty="0">
                <a:latin typeface="Times New Roman"/>
                <a:cs typeface="Times New Roman"/>
              </a:rPr>
              <a:t> </a:t>
            </a:r>
            <a:r>
              <a:rPr sz="1700" spc="-7" dirty="0">
                <a:latin typeface="Times New Roman"/>
                <a:cs typeface="Times New Roman"/>
              </a:rPr>
              <a:t>a</a:t>
            </a:r>
            <a:r>
              <a:rPr sz="1700" dirty="0">
                <a:latin typeface="Times New Roman"/>
                <a:cs typeface="Times New Roman"/>
              </a:rPr>
              <a:t>nd </a:t>
            </a:r>
            <a:r>
              <a:rPr sz="1700" spc="-2" dirty="0">
                <a:latin typeface="Times New Roman"/>
                <a:cs typeface="Times New Roman"/>
              </a:rPr>
              <a:t>c</a:t>
            </a:r>
            <a:r>
              <a:rPr sz="1700" spc="-7" dirty="0">
                <a:latin typeface="Times New Roman"/>
                <a:cs typeface="Times New Roman"/>
              </a:rPr>
              <a:t>a</a:t>
            </a:r>
            <a:r>
              <a:rPr sz="1700" dirty="0">
                <a:latin typeface="Times New Roman"/>
                <a:cs typeface="Times New Roman"/>
              </a:rPr>
              <a:t>n </a:t>
            </a:r>
            <a:r>
              <a:rPr sz="1700" spc="-5" dirty="0">
                <a:latin typeface="Times New Roman"/>
                <a:cs typeface="Times New Roman"/>
              </a:rPr>
              <a:t>be</a:t>
            </a:r>
            <a:r>
              <a:rPr sz="1700" spc="-2" dirty="0">
                <a:latin typeface="Times New Roman"/>
                <a:cs typeface="Times New Roman"/>
              </a:rPr>
              <a:t> </a:t>
            </a:r>
            <a:r>
              <a:rPr sz="1700" dirty="0">
                <a:latin typeface="Times New Roman"/>
                <a:cs typeface="Times New Roman"/>
              </a:rPr>
              <a:t>t</a:t>
            </a:r>
            <a:r>
              <a:rPr sz="1700" spc="-7" dirty="0">
                <a:latin typeface="Times New Roman"/>
                <a:cs typeface="Times New Roman"/>
              </a:rPr>
              <a:t>a</a:t>
            </a:r>
            <a:r>
              <a:rPr sz="1700" spc="-5" dirty="0">
                <a:latin typeface="Times New Roman"/>
                <a:cs typeface="Times New Roman"/>
              </a:rPr>
              <a:t>k</a:t>
            </a:r>
            <a:r>
              <a:rPr sz="1700" spc="-2" dirty="0">
                <a:latin typeface="Times New Roman"/>
                <a:cs typeface="Times New Roman"/>
              </a:rPr>
              <a:t>e</a:t>
            </a:r>
            <a:r>
              <a:rPr sz="1700" dirty="0">
                <a:latin typeface="Times New Roman"/>
                <a:cs typeface="Times New Roman"/>
              </a:rPr>
              <a:t>n o</a:t>
            </a:r>
            <a:r>
              <a:rPr sz="1700" spc="5" dirty="0">
                <a:latin typeface="Times New Roman"/>
                <a:cs typeface="Times New Roman"/>
              </a:rPr>
              <a:t>u</a:t>
            </a:r>
            <a:r>
              <a:rPr sz="1700" spc="-2" dirty="0">
                <a:latin typeface="Times New Roman"/>
                <a:cs typeface="Times New Roman"/>
              </a:rPr>
              <a:t>tside the </a:t>
            </a:r>
            <a:r>
              <a:rPr sz="1700" spc="-10" dirty="0">
                <a:latin typeface="Times New Roman"/>
                <a:cs typeface="Times New Roman"/>
              </a:rPr>
              <a:t>c</a:t>
            </a:r>
            <a:r>
              <a:rPr sz="1700" spc="-5" dirty="0">
                <a:latin typeface="Times New Roman"/>
                <a:cs typeface="Times New Roman"/>
              </a:rPr>
              <a:t>omput</a:t>
            </a:r>
            <a:r>
              <a:rPr sz="1700" spc="-7" dirty="0">
                <a:latin typeface="Times New Roman"/>
                <a:cs typeface="Times New Roman"/>
              </a:rPr>
              <a:t>e</a:t>
            </a:r>
            <a:r>
              <a:rPr sz="1700" dirty="0">
                <a:latin typeface="Times New Roman"/>
                <a:cs typeface="Times New Roman"/>
              </a:rPr>
              <a:t>r</a:t>
            </a:r>
            <a:r>
              <a:rPr sz="1700" spc="2" dirty="0">
                <a:latin typeface="Times New Roman"/>
                <a:cs typeface="Times New Roman"/>
              </a:rPr>
              <a:t> </a:t>
            </a:r>
            <a:r>
              <a:rPr sz="1700" spc="-2" dirty="0">
                <a:latin typeface="Times New Roman"/>
                <a:cs typeface="Times New Roman"/>
              </a:rPr>
              <a:t>is </a:t>
            </a:r>
            <a:r>
              <a:rPr sz="1700" dirty="0">
                <a:latin typeface="Times New Roman"/>
                <a:cs typeface="Times New Roman"/>
              </a:rPr>
              <a:t>t</a:t>
            </a:r>
            <a:r>
              <a:rPr sz="1700" spc="-7" dirty="0">
                <a:latin typeface="Times New Roman"/>
                <a:cs typeface="Times New Roman"/>
              </a:rPr>
              <a:t>e</a:t>
            </a:r>
            <a:r>
              <a:rPr sz="1700" spc="-5" dirty="0">
                <a:latin typeface="Times New Roman"/>
                <a:cs typeface="Times New Roman"/>
              </a:rPr>
              <a:t>rm</a:t>
            </a:r>
            <a:r>
              <a:rPr sz="1700" spc="-10" dirty="0">
                <a:latin typeface="Times New Roman"/>
                <a:cs typeface="Times New Roman"/>
              </a:rPr>
              <a:t>e</a:t>
            </a:r>
            <a:r>
              <a:rPr sz="1700" dirty="0">
                <a:latin typeface="Times New Roman"/>
                <a:cs typeface="Times New Roman"/>
              </a:rPr>
              <a:t>d </a:t>
            </a:r>
            <a:r>
              <a:rPr sz="1700" spc="2" dirty="0">
                <a:latin typeface="Times New Roman"/>
                <a:cs typeface="Times New Roman"/>
              </a:rPr>
              <a:t>r</a:t>
            </a:r>
            <a:r>
              <a:rPr sz="1700" spc="-7" dirty="0">
                <a:latin typeface="Times New Roman"/>
                <a:cs typeface="Times New Roman"/>
              </a:rPr>
              <a:t>e</a:t>
            </a:r>
            <a:r>
              <a:rPr sz="1700" spc="-5" dirty="0">
                <a:latin typeface="Times New Roman"/>
                <a:cs typeface="Times New Roman"/>
              </a:rPr>
              <a:t>movab</a:t>
            </a:r>
            <a:r>
              <a:rPr sz="1700" dirty="0">
                <a:latin typeface="Times New Roman"/>
                <a:cs typeface="Times New Roman"/>
              </a:rPr>
              <a:t>l</a:t>
            </a:r>
            <a:r>
              <a:rPr sz="1700" spc="-5" dirty="0">
                <a:latin typeface="Times New Roman"/>
                <a:cs typeface="Times New Roman"/>
              </a:rPr>
              <a:t>e</a:t>
            </a:r>
            <a:r>
              <a:rPr sz="1700" spc="-2" dirty="0">
                <a:latin typeface="Times New Roman"/>
                <a:cs typeface="Times New Roman"/>
              </a:rPr>
              <a:t> </a:t>
            </a:r>
            <a:r>
              <a:rPr sz="1700" spc="-5" dirty="0">
                <a:latin typeface="Times New Roman"/>
                <a:cs typeface="Times New Roman"/>
              </a:rPr>
              <a:t>storage</a:t>
            </a:r>
            <a:r>
              <a:rPr sz="1700" spc="-2" dirty="0">
                <a:latin typeface="Times New Roman"/>
                <a:cs typeface="Times New Roman"/>
              </a:rPr>
              <a:t> </a:t>
            </a:r>
            <a:r>
              <a:rPr sz="1700" spc="-5" dirty="0">
                <a:latin typeface="Times New Roman"/>
                <a:cs typeface="Times New Roman"/>
              </a:rPr>
              <a:t>medi</a:t>
            </a:r>
            <a:r>
              <a:rPr sz="1700" spc="-7" dirty="0">
                <a:latin typeface="Times New Roman"/>
                <a:cs typeface="Times New Roman"/>
              </a:rPr>
              <a:t>a</a:t>
            </a:r>
            <a:r>
              <a:rPr sz="1700" dirty="0">
                <a:latin typeface="Times New Roman"/>
                <a:cs typeface="Times New Roman"/>
              </a:rPr>
              <a:t>.</a:t>
            </a:r>
            <a:endParaRPr lang="en-US" sz="1700" dirty="0">
              <a:latin typeface="Times New Roman"/>
              <a:cs typeface="Times New Roman"/>
            </a:endParaRPr>
          </a:p>
          <a:p>
            <a:pPr marL="291859" marR="3054" indent="-285750" algn="just">
              <a:spcBef>
                <a:spcPts val="450"/>
              </a:spcBef>
              <a:buFont typeface="Arial" panose="020B0604020202020204" pitchFamily="34" charset="0"/>
              <a:buChar char="•"/>
            </a:pPr>
            <a:r>
              <a:rPr sz="1700" dirty="0">
                <a:latin typeface="Times New Roman"/>
                <a:cs typeface="Times New Roman"/>
              </a:rPr>
              <a:t>S</a:t>
            </a:r>
            <a:r>
              <a:rPr sz="1700" spc="-5" dirty="0">
                <a:latin typeface="Times New Roman"/>
                <a:cs typeface="Times New Roman"/>
              </a:rPr>
              <a:t>ome</a:t>
            </a:r>
            <a:r>
              <a:rPr sz="1700" spc="60" dirty="0">
                <a:latin typeface="Times New Roman"/>
                <a:cs typeface="Times New Roman"/>
              </a:rPr>
              <a:t> </a:t>
            </a:r>
            <a:r>
              <a:rPr sz="1700" spc="-7" dirty="0">
                <a:latin typeface="Times New Roman"/>
                <a:cs typeface="Times New Roman"/>
              </a:rPr>
              <a:t>e</a:t>
            </a:r>
            <a:r>
              <a:rPr sz="1700" spc="-5" dirty="0">
                <a:latin typeface="Times New Roman"/>
                <a:cs typeface="Times New Roman"/>
              </a:rPr>
              <a:t>x</a:t>
            </a:r>
            <a:r>
              <a:rPr sz="1700" spc="-7" dirty="0">
                <a:latin typeface="Times New Roman"/>
                <a:cs typeface="Times New Roman"/>
              </a:rPr>
              <a:t>a</a:t>
            </a:r>
            <a:r>
              <a:rPr sz="1700" spc="-5" dirty="0">
                <a:latin typeface="Times New Roman"/>
                <a:cs typeface="Times New Roman"/>
              </a:rPr>
              <a:t>mpl</a:t>
            </a:r>
            <a:r>
              <a:rPr sz="1700" spc="-7" dirty="0">
                <a:latin typeface="Times New Roman"/>
                <a:cs typeface="Times New Roman"/>
              </a:rPr>
              <a:t>e</a:t>
            </a:r>
            <a:r>
              <a:rPr sz="1700" dirty="0">
                <a:latin typeface="Times New Roman"/>
                <a:cs typeface="Times New Roman"/>
              </a:rPr>
              <a:t>s</a:t>
            </a:r>
            <a:r>
              <a:rPr sz="1700" spc="63" dirty="0">
                <a:latin typeface="Times New Roman"/>
                <a:cs typeface="Times New Roman"/>
              </a:rPr>
              <a:t> </a:t>
            </a:r>
            <a:r>
              <a:rPr sz="1700" dirty="0">
                <a:latin typeface="Times New Roman"/>
                <a:cs typeface="Times New Roman"/>
              </a:rPr>
              <a:t>of</a:t>
            </a:r>
            <a:r>
              <a:rPr sz="1700" spc="60" dirty="0">
                <a:latin typeface="Times New Roman"/>
                <a:cs typeface="Times New Roman"/>
              </a:rPr>
              <a:t> </a:t>
            </a:r>
            <a:r>
              <a:rPr sz="1700" spc="-2" dirty="0">
                <a:latin typeface="Times New Roman"/>
                <a:cs typeface="Times New Roman"/>
              </a:rPr>
              <a:t>se</a:t>
            </a:r>
            <a:r>
              <a:rPr sz="1700" spc="-7" dirty="0">
                <a:latin typeface="Times New Roman"/>
                <a:cs typeface="Times New Roman"/>
              </a:rPr>
              <a:t>c</a:t>
            </a:r>
            <a:r>
              <a:rPr sz="1700" spc="-5" dirty="0">
                <a:latin typeface="Times New Roman"/>
                <a:cs typeface="Times New Roman"/>
              </a:rPr>
              <a:t>ond</a:t>
            </a:r>
            <a:r>
              <a:rPr sz="1700" spc="-7" dirty="0">
                <a:latin typeface="Times New Roman"/>
                <a:cs typeface="Times New Roman"/>
              </a:rPr>
              <a:t>a</a:t>
            </a:r>
            <a:r>
              <a:rPr sz="1700" dirty="0">
                <a:latin typeface="Times New Roman"/>
                <a:cs typeface="Times New Roman"/>
              </a:rPr>
              <a:t>ry</a:t>
            </a:r>
            <a:r>
              <a:rPr sz="1700" spc="60" dirty="0">
                <a:latin typeface="Times New Roman"/>
                <a:cs typeface="Times New Roman"/>
              </a:rPr>
              <a:t> </a:t>
            </a:r>
            <a:r>
              <a:rPr sz="1700" spc="-5" dirty="0">
                <a:latin typeface="Times New Roman"/>
                <a:cs typeface="Times New Roman"/>
              </a:rPr>
              <a:t>memor</a:t>
            </a:r>
            <a:r>
              <a:rPr sz="1700" dirty="0">
                <a:latin typeface="Times New Roman"/>
                <a:cs typeface="Times New Roman"/>
              </a:rPr>
              <a:t>y</a:t>
            </a:r>
            <a:r>
              <a:rPr sz="1700" spc="63" dirty="0">
                <a:latin typeface="Times New Roman"/>
                <a:cs typeface="Times New Roman"/>
              </a:rPr>
              <a:t> </a:t>
            </a:r>
            <a:r>
              <a:rPr sz="1700" spc="-5" dirty="0">
                <a:latin typeface="Times New Roman"/>
                <a:cs typeface="Times New Roman"/>
              </a:rPr>
              <a:t>d</a:t>
            </a:r>
            <a:r>
              <a:rPr sz="1700" spc="-7" dirty="0">
                <a:latin typeface="Times New Roman"/>
                <a:cs typeface="Times New Roman"/>
              </a:rPr>
              <a:t>e</a:t>
            </a:r>
            <a:r>
              <a:rPr sz="1700" spc="-2" dirty="0">
                <a:latin typeface="Times New Roman"/>
                <a:cs typeface="Times New Roman"/>
              </a:rPr>
              <a:t>vic</a:t>
            </a:r>
            <a:r>
              <a:rPr sz="1700" spc="-10" dirty="0">
                <a:latin typeface="Times New Roman"/>
                <a:cs typeface="Times New Roman"/>
              </a:rPr>
              <a:t>e</a:t>
            </a:r>
            <a:r>
              <a:rPr sz="1700" dirty="0">
                <a:latin typeface="Times New Roman"/>
                <a:cs typeface="Times New Roman"/>
              </a:rPr>
              <a:t>s</a:t>
            </a:r>
            <a:r>
              <a:rPr sz="1700" spc="63" dirty="0">
                <a:latin typeface="Times New Roman"/>
                <a:cs typeface="Times New Roman"/>
              </a:rPr>
              <a:t> </a:t>
            </a:r>
            <a:r>
              <a:rPr sz="1700" spc="-2" dirty="0">
                <a:latin typeface="Times New Roman"/>
                <a:cs typeface="Times New Roman"/>
              </a:rPr>
              <a:t>i</a:t>
            </a:r>
            <a:r>
              <a:rPr sz="1700" dirty="0">
                <a:latin typeface="Times New Roman"/>
                <a:cs typeface="Times New Roman"/>
              </a:rPr>
              <a:t>n</a:t>
            </a:r>
            <a:r>
              <a:rPr sz="1700" spc="-7" dirty="0">
                <a:latin typeface="Times New Roman"/>
                <a:cs typeface="Times New Roman"/>
              </a:rPr>
              <a:t>c</a:t>
            </a:r>
            <a:r>
              <a:rPr sz="1700" spc="-5" dirty="0">
                <a:latin typeface="Times New Roman"/>
                <a:cs typeface="Times New Roman"/>
              </a:rPr>
              <a:t>lude</a:t>
            </a:r>
            <a:r>
              <a:rPr sz="1700" spc="60" dirty="0">
                <a:latin typeface="Times New Roman"/>
                <a:cs typeface="Times New Roman"/>
              </a:rPr>
              <a:t> </a:t>
            </a:r>
            <a:r>
              <a:rPr sz="1700" spc="-5" dirty="0">
                <a:latin typeface="Times New Roman"/>
                <a:cs typeface="Times New Roman"/>
              </a:rPr>
              <a:t>h</a:t>
            </a:r>
            <a:r>
              <a:rPr sz="1700" spc="-7" dirty="0">
                <a:latin typeface="Times New Roman"/>
                <a:cs typeface="Times New Roman"/>
              </a:rPr>
              <a:t>a</a:t>
            </a:r>
            <a:r>
              <a:rPr sz="1700" dirty="0">
                <a:latin typeface="Times New Roman"/>
                <a:cs typeface="Times New Roman"/>
              </a:rPr>
              <a:t>rd</a:t>
            </a:r>
            <a:r>
              <a:rPr sz="1700" spc="60" dirty="0">
                <a:latin typeface="Times New Roman"/>
                <a:cs typeface="Times New Roman"/>
              </a:rPr>
              <a:t> </a:t>
            </a:r>
            <a:r>
              <a:rPr sz="1700" spc="-2" dirty="0">
                <a:latin typeface="Times New Roman"/>
                <a:cs typeface="Times New Roman"/>
              </a:rPr>
              <a:t>disk</a:t>
            </a:r>
            <a:r>
              <a:rPr sz="1700" spc="63" dirty="0">
                <a:latin typeface="Times New Roman"/>
                <a:cs typeface="Times New Roman"/>
              </a:rPr>
              <a:t> </a:t>
            </a:r>
            <a:r>
              <a:rPr sz="1700" spc="-2" dirty="0">
                <a:latin typeface="Times New Roman"/>
                <a:cs typeface="Times New Roman"/>
              </a:rPr>
              <a:t>driv</a:t>
            </a:r>
            <a:r>
              <a:rPr sz="1700" spc="-10" dirty="0">
                <a:latin typeface="Times New Roman"/>
                <a:cs typeface="Times New Roman"/>
              </a:rPr>
              <a:t>e</a:t>
            </a:r>
            <a:r>
              <a:rPr sz="1700" dirty="0">
                <a:latin typeface="Times New Roman"/>
                <a:cs typeface="Times New Roman"/>
              </a:rPr>
              <a:t>s</a:t>
            </a:r>
            <a:r>
              <a:rPr sz="1700" spc="63" dirty="0">
                <a:latin typeface="Times New Roman"/>
                <a:cs typeface="Times New Roman"/>
              </a:rPr>
              <a:t> </a:t>
            </a:r>
            <a:r>
              <a:rPr sz="1700" dirty="0">
                <a:latin typeface="Times New Roman"/>
                <a:cs typeface="Times New Roman"/>
              </a:rPr>
              <a:t>(</a:t>
            </a:r>
            <a:r>
              <a:rPr sz="1700" spc="-5" dirty="0">
                <a:latin typeface="Times New Roman"/>
                <a:cs typeface="Times New Roman"/>
              </a:rPr>
              <a:t>H</a:t>
            </a:r>
            <a:r>
              <a:rPr sz="1700" spc="-2" dirty="0">
                <a:latin typeface="Times New Roman"/>
                <a:cs typeface="Times New Roman"/>
              </a:rPr>
              <a:t>DDs)</a:t>
            </a:r>
            <a:r>
              <a:rPr sz="1700" dirty="0">
                <a:latin typeface="Times New Roman"/>
                <a:cs typeface="Times New Roman"/>
              </a:rPr>
              <a:t>,</a:t>
            </a:r>
            <a:r>
              <a:rPr sz="1700" spc="60" dirty="0">
                <a:latin typeface="Times New Roman"/>
                <a:cs typeface="Times New Roman"/>
              </a:rPr>
              <a:t> </a:t>
            </a:r>
            <a:r>
              <a:rPr sz="1700" spc="-5" dirty="0">
                <a:latin typeface="Times New Roman"/>
                <a:cs typeface="Times New Roman"/>
              </a:rPr>
              <a:t>sol</a:t>
            </a:r>
            <a:r>
              <a:rPr sz="1700" dirty="0">
                <a:latin typeface="Times New Roman"/>
                <a:cs typeface="Times New Roman"/>
              </a:rPr>
              <a:t>i</a:t>
            </a:r>
            <a:r>
              <a:rPr sz="1700" spc="12" dirty="0">
                <a:latin typeface="Times New Roman"/>
                <a:cs typeface="Times New Roman"/>
              </a:rPr>
              <a:t>d</a:t>
            </a:r>
            <a:r>
              <a:rPr sz="1700" spc="-2" dirty="0">
                <a:latin typeface="Times New Roman"/>
                <a:cs typeface="Times New Roman"/>
              </a:rPr>
              <a:t>-</a:t>
            </a:r>
            <a:r>
              <a:rPr sz="1700" spc="-5" dirty="0">
                <a:latin typeface="Times New Roman"/>
                <a:cs typeface="Times New Roman"/>
              </a:rPr>
              <a:t>state </a:t>
            </a:r>
            <a:r>
              <a:rPr sz="1700" spc="-2" dirty="0">
                <a:latin typeface="Times New Roman"/>
                <a:cs typeface="Times New Roman"/>
              </a:rPr>
              <a:t>driv</a:t>
            </a:r>
            <a:r>
              <a:rPr sz="1700" spc="-10" dirty="0">
                <a:latin typeface="Times New Roman"/>
                <a:cs typeface="Times New Roman"/>
              </a:rPr>
              <a:t>e</a:t>
            </a:r>
            <a:r>
              <a:rPr sz="1700" dirty="0">
                <a:latin typeface="Times New Roman"/>
                <a:cs typeface="Times New Roman"/>
              </a:rPr>
              <a:t>s</a:t>
            </a:r>
            <a:r>
              <a:rPr sz="1700" spc="22" dirty="0">
                <a:latin typeface="Times New Roman"/>
                <a:cs typeface="Times New Roman"/>
              </a:rPr>
              <a:t> </a:t>
            </a:r>
            <a:r>
              <a:rPr sz="1700" dirty="0">
                <a:latin typeface="Times New Roman"/>
                <a:cs typeface="Times New Roman"/>
              </a:rPr>
              <a:t>(SS</a:t>
            </a:r>
            <a:r>
              <a:rPr sz="1700" spc="-2" dirty="0">
                <a:latin typeface="Times New Roman"/>
                <a:cs typeface="Times New Roman"/>
              </a:rPr>
              <a:t>Ds)</a:t>
            </a:r>
            <a:r>
              <a:rPr sz="1700" dirty="0">
                <a:latin typeface="Times New Roman"/>
                <a:cs typeface="Times New Roman"/>
              </a:rPr>
              <a:t>,</a:t>
            </a:r>
            <a:r>
              <a:rPr sz="1700" spc="22" dirty="0">
                <a:latin typeface="Times New Roman"/>
                <a:cs typeface="Times New Roman"/>
              </a:rPr>
              <a:t> </a:t>
            </a:r>
            <a:r>
              <a:rPr sz="1700" spc="-5" dirty="0">
                <a:latin typeface="Times New Roman"/>
                <a:cs typeface="Times New Roman"/>
              </a:rPr>
              <a:t>magn</a:t>
            </a:r>
            <a:r>
              <a:rPr sz="1700" spc="-10" dirty="0">
                <a:latin typeface="Times New Roman"/>
                <a:cs typeface="Times New Roman"/>
              </a:rPr>
              <a:t>e</a:t>
            </a:r>
            <a:r>
              <a:rPr sz="1700" spc="-2" dirty="0">
                <a:latin typeface="Times New Roman"/>
                <a:cs typeface="Times New Roman"/>
              </a:rPr>
              <a:t>tic</a:t>
            </a:r>
            <a:r>
              <a:rPr sz="1700" spc="31" dirty="0">
                <a:latin typeface="Times New Roman"/>
                <a:cs typeface="Times New Roman"/>
              </a:rPr>
              <a:t> </a:t>
            </a:r>
            <a:r>
              <a:rPr sz="1700" spc="-2" dirty="0">
                <a:latin typeface="Times New Roman"/>
                <a:cs typeface="Times New Roman"/>
              </a:rPr>
              <a:t>tap</a:t>
            </a:r>
            <a:r>
              <a:rPr sz="1700" spc="-10" dirty="0">
                <a:latin typeface="Times New Roman"/>
                <a:cs typeface="Times New Roman"/>
              </a:rPr>
              <a:t>e</a:t>
            </a:r>
            <a:r>
              <a:rPr sz="1700" spc="-2" dirty="0">
                <a:latin typeface="Times New Roman"/>
                <a:cs typeface="Times New Roman"/>
              </a:rPr>
              <a:t>s</a:t>
            </a:r>
            <a:r>
              <a:rPr sz="1700" dirty="0">
                <a:latin typeface="Times New Roman"/>
                <a:cs typeface="Times New Roman"/>
              </a:rPr>
              <a:t>,</a:t>
            </a:r>
            <a:r>
              <a:rPr sz="1700" spc="22" dirty="0">
                <a:latin typeface="Times New Roman"/>
                <a:cs typeface="Times New Roman"/>
              </a:rPr>
              <a:t> </a:t>
            </a:r>
            <a:r>
              <a:rPr sz="1700" spc="-2" dirty="0">
                <a:latin typeface="Times New Roman"/>
                <a:cs typeface="Times New Roman"/>
              </a:rPr>
              <a:t>opti</a:t>
            </a:r>
            <a:r>
              <a:rPr sz="1700" spc="-7" dirty="0">
                <a:latin typeface="Times New Roman"/>
                <a:cs typeface="Times New Roman"/>
              </a:rPr>
              <a:t>ca</a:t>
            </a:r>
            <a:r>
              <a:rPr sz="1700" spc="-2" dirty="0">
                <a:latin typeface="Times New Roman"/>
                <a:cs typeface="Times New Roman"/>
              </a:rPr>
              <a:t>l</a:t>
            </a:r>
            <a:r>
              <a:rPr sz="1700" spc="22" dirty="0">
                <a:latin typeface="Times New Roman"/>
                <a:cs typeface="Times New Roman"/>
              </a:rPr>
              <a:t> </a:t>
            </a:r>
            <a:r>
              <a:rPr sz="1700" dirty="0">
                <a:latin typeface="Times New Roman"/>
                <a:cs typeface="Times New Roman"/>
              </a:rPr>
              <a:t>discs</a:t>
            </a:r>
            <a:r>
              <a:rPr sz="1700" spc="22" dirty="0">
                <a:latin typeface="Times New Roman"/>
                <a:cs typeface="Times New Roman"/>
              </a:rPr>
              <a:t> </a:t>
            </a:r>
            <a:r>
              <a:rPr sz="1700" spc="-2" dirty="0">
                <a:latin typeface="Times New Roman"/>
                <a:cs typeface="Times New Roman"/>
              </a:rPr>
              <a:t>s</a:t>
            </a:r>
            <a:r>
              <a:rPr sz="1700" spc="5" dirty="0">
                <a:latin typeface="Times New Roman"/>
                <a:cs typeface="Times New Roman"/>
              </a:rPr>
              <a:t>u</a:t>
            </a:r>
            <a:r>
              <a:rPr sz="1700" spc="-7" dirty="0">
                <a:latin typeface="Times New Roman"/>
                <a:cs typeface="Times New Roman"/>
              </a:rPr>
              <a:t>c</a:t>
            </a:r>
            <a:r>
              <a:rPr sz="1700" dirty="0">
                <a:latin typeface="Times New Roman"/>
                <a:cs typeface="Times New Roman"/>
              </a:rPr>
              <a:t>h</a:t>
            </a:r>
            <a:r>
              <a:rPr sz="1700" spc="26" dirty="0">
                <a:latin typeface="Times New Roman"/>
                <a:cs typeface="Times New Roman"/>
              </a:rPr>
              <a:t> </a:t>
            </a:r>
            <a:r>
              <a:rPr sz="1700" spc="-7" dirty="0">
                <a:latin typeface="Times New Roman"/>
                <a:cs typeface="Times New Roman"/>
              </a:rPr>
              <a:t>a</a:t>
            </a:r>
            <a:r>
              <a:rPr sz="1700" dirty="0">
                <a:latin typeface="Times New Roman"/>
                <a:cs typeface="Times New Roman"/>
              </a:rPr>
              <a:t>s</a:t>
            </a:r>
            <a:r>
              <a:rPr sz="1700" spc="22" dirty="0">
                <a:latin typeface="Times New Roman"/>
                <a:cs typeface="Times New Roman"/>
              </a:rPr>
              <a:t> </a:t>
            </a:r>
            <a:r>
              <a:rPr sz="1700" spc="-5" dirty="0">
                <a:latin typeface="Times New Roman"/>
                <a:cs typeface="Times New Roman"/>
              </a:rPr>
              <a:t>C</a:t>
            </a:r>
            <a:r>
              <a:rPr sz="1700" spc="-2" dirty="0">
                <a:latin typeface="Times New Roman"/>
                <a:cs typeface="Times New Roman"/>
              </a:rPr>
              <a:t>D</a:t>
            </a:r>
            <a:r>
              <a:rPr sz="1700" dirty="0">
                <a:latin typeface="Times New Roman"/>
                <a:cs typeface="Times New Roman"/>
              </a:rPr>
              <a:t>s</a:t>
            </a:r>
            <a:r>
              <a:rPr sz="1700" spc="22" dirty="0">
                <a:latin typeface="Times New Roman"/>
                <a:cs typeface="Times New Roman"/>
              </a:rPr>
              <a:t> </a:t>
            </a:r>
            <a:r>
              <a:rPr sz="1700" spc="-7" dirty="0">
                <a:latin typeface="Times New Roman"/>
                <a:cs typeface="Times New Roman"/>
              </a:rPr>
              <a:t>a</a:t>
            </a:r>
            <a:r>
              <a:rPr sz="1700" dirty="0">
                <a:latin typeface="Times New Roman"/>
                <a:cs typeface="Times New Roman"/>
              </a:rPr>
              <a:t>nd</a:t>
            </a:r>
            <a:r>
              <a:rPr sz="1700" spc="22" dirty="0">
                <a:latin typeface="Times New Roman"/>
                <a:cs typeface="Times New Roman"/>
              </a:rPr>
              <a:t> </a:t>
            </a:r>
            <a:r>
              <a:rPr sz="1700" spc="2" dirty="0">
                <a:latin typeface="Times New Roman"/>
                <a:cs typeface="Times New Roman"/>
              </a:rPr>
              <a:t>D</a:t>
            </a:r>
            <a:r>
              <a:rPr sz="1700" spc="-2" dirty="0">
                <a:latin typeface="Times New Roman"/>
                <a:cs typeface="Times New Roman"/>
              </a:rPr>
              <a:t>VDs</a:t>
            </a:r>
            <a:r>
              <a:rPr sz="1700" dirty="0">
                <a:latin typeface="Times New Roman"/>
                <a:cs typeface="Times New Roman"/>
              </a:rPr>
              <a:t>,</a:t>
            </a:r>
            <a:r>
              <a:rPr sz="1700" spc="22" dirty="0">
                <a:latin typeface="Times New Roman"/>
                <a:cs typeface="Times New Roman"/>
              </a:rPr>
              <a:t> </a:t>
            </a:r>
            <a:r>
              <a:rPr sz="1700" spc="-7" dirty="0">
                <a:latin typeface="Times New Roman"/>
                <a:cs typeface="Times New Roman"/>
              </a:rPr>
              <a:t>a</a:t>
            </a:r>
            <a:r>
              <a:rPr sz="1700" dirty="0">
                <a:latin typeface="Times New Roman"/>
                <a:cs typeface="Times New Roman"/>
              </a:rPr>
              <a:t>nd</a:t>
            </a:r>
            <a:r>
              <a:rPr sz="1700" spc="26" dirty="0">
                <a:latin typeface="Times New Roman"/>
                <a:cs typeface="Times New Roman"/>
              </a:rPr>
              <a:t> </a:t>
            </a:r>
            <a:r>
              <a:rPr sz="1700" spc="2" dirty="0">
                <a:latin typeface="Times New Roman"/>
                <a:cs typeface="Times New Roman"/>
              </a:rPr>
              <a:t>f</a:t>
            </a:r>
            <a:r>
              <a:rPr sz="1700" spc="-2" dirty="0">
                <a:latin typeface="Times New Roman"/>
                <a:cs typeface="Times New Roman"/>
              </a:rPr>
              <a:t>lash</a:t>
            </a:r>
            <a:r>
              <a:rPr sz="1700" spc="19" dirty="0">
                <a:latin typeface="Times New Roman"/>
                <a:cs typeface="Times New Roman"/>
              </a:rPr>
              <a:t> </a:t>
            </a:r>
            <a:r>
              <a:rPr sz="1700" spc="-5" dirty="0">
                <a:latin typeface="Times New Roman"/>
                <a:cs typeface="Times New Roman"/>
              </a:rPr>
              <a:t>memor</a:t>
            </a:r>
            <a:r>
              <a:rPr sz="1700" dirty="0">
                <a:latin typeface="Times New Roman"/>
                <a:cs typeface="Times New Roman"/>
              </a:rPr>
              <a:t>y</a:t>
            </a:r>
            <a:r>
              <a:rPr sz="1700" spc="22" dirty="0">
                <a:latin typeface="Times New Roman"/>
                <a:cs typeface="Times New Roman"/>
              </a:rPr>
              <a:t> </a:t>
            </a:r>
            <a:r>
              <a:rPr sz="1700" spc="-2" dirty="0">
                <a:latin typeface="Times New Roman"/>
                <a:cs typeface="Times New Roman"/>
              </a:rPr>
              <a:t>suc</a:t>
            </a:r>
            <a:r>
              <a:rPr sz="1700" dirty="0">
                <a:latin typeface="Times New Roman"/>
                <a:cs typeface="Times New Roman"/>
              </a:rPr>
              <a:t>h </a:t>
            </a:r>
            <a:r>
              <a:rPr sz="1700" spc="-7" dirty="0">
                <a:latin typeface="Times New Roman"/>
                <a:cs typeface="Times New Roman"/>
              </a:rPr>
              <a:t>a</a:t>
            </a:r>
            <a:r>
              <a:rPr sz="1700" dirty="0">
                <a:latin typeface="Times New Roman"/>
                <a:cs typeface="Times New Roman"/>
              </a:rPr>
              <a:t>s</a:t>
            </a:r>
            <a:r>
              <a:rPr sz="1700" spc="38" dirty="0">
                <a:latin typeface="Times New Roman"/>
                <a:cs typeface="Times New Roman"/>
              </a:rPr>
              <a:t> </a:t>
            </a:r>
            <a:r>
              <a:rPr sz="1700" spc="-2" dirty="0">
                <a:latin typeface="Times New Roman"/>
                <a:cs typeface="Times New Roman"/>
              </a:rPr>
              <a:t>US</a:t>
            </a:r>
            <a:r>
              <a:rPr sz="1700" dirty="0">
                <a:latin typeface="Times New Roman"/>
                <a:cs typeface="Times New Roman"/>
              </a:rPr>
              <a:t>B</a:t>
            </a:r>
            <a:r>
              <a:rPr sz="1700" spc="41" dirty="0">
                <a:latin typeface="Times New Roman"/>
                <a:cs typeface="Times New Roman"/>
              </a:rPr>
              <a:t> </a:t>
            </a:r>
            <a:r>
              <a:rPr sz="1700" spc="-2" dirty="0">
                <a:latin typeface="Times New Roman"/>
                <a:cs typeface="Times New Roman"/>
              </a:rPr>
              <a:t>driv</a:t>
            </a:r>
            <a:r>
              <a:rPr sz="1700" spc="-10" dirty="0">
                <a:latin typeface="Times New Roman"/>
                <a:cs typeface="Times New Roman"/>
              </a:rPr>
              <a:t>e</a:t>
            </a:r>
            <a:r>
              <a:rPr sz="1700" dirty="0">
                <a:latin typeface="Times New Roman"/>
                <a:cs typeface="Times New Roman"/>
              </a:rPr>
              <a:t>s</a:t>
            </a:r>
            <a:r>
              <a:rPr sz="1700" spc="38" dirty="0">
                <a:latin typeface="Times New Roman"/>
                <a:cs typeface="Times New Roman"/>
              </a:rPr>
              <a:t> </a:t>
            </a:r>
            <a:r>
              <a:rPr sz="1700" spc="-7" dirty="0">
                <a:latin typeface="Times New Roman"/>
                <a:cs typeface="Times New Roman"/>
              </a:rPr>
              <a:t>a</a:t>
            </a:r>
            <a:r>
              <a:rPr sz="1700" dirty="0">
                <a:latin typeface="Times New Roman"/>
                <a:cs typeface="Times New Roman"/>
              </a:rPr>
              <a:t>nd</a:t>
            </a:r>
            <a:r>
              <a:rPr sz="1700" spc="38" dirty="0">
                <a:latin typeface="Times New Roman"/>
                <a:cs typeface="Times New Roman"/>
              </a:rPr>
              <a:t> </a:t>
            </a:r>
            <a:r>
              <a:rPr sz="1700" spc="-5" dirty="0">
                <a:latin typeface="Times New Roman"/>
                <a:cs typeface="Times New Roman"/>
              </a:rPr>
              <a:t>me</a:t>
            </a:r>
            <a:r>
              <a:rPr sz="1700" spc="-12" dirty="0">
                <a:latin typeface="Times New Roman"/>
                <a:cs typeface="Times New Roman"/>
              </a:rPr>
              <a:t>m</a:t>
            </a:r>
            <a:r>
              <a:rPr sz="1700" dirty="0">
                <a:latin typeface="Times New Roman"/>
                <a:cs typeface="Times New Roman"/>
              </a:rPr>
              <a:t>ory</a:t>
            </a:r>
            <a:r>
              <a:rPr sz="1700" spc="36" dirty="0">
                <a:latin typeface="Times New Roman"/>
                <a:cs typeface="Times New Roman"/>
              </a:rPr>
              <a:t> </a:t>
            </a:r>
            <a:r>
              <a:rPr sz="1700" spc="-7" dirty="0">
                <a:latin typeface="Times New Roman"/>
                <a:cs typeface="Times New Roman"/>
              </a:rPr>
              <a:t>ca</a:t>
            </a:r>
            <a:r>
              <a:rPr sz="1700" dirty="0">
                <a:latin typeface="Times New Roman"/>
                <a:cs typeface="Times New Roman"/>
              </a:rPr>
              <a:t>rds.</a:t>
            </a:r>
            <a:r>
              <a:rPr sz="1700" spc="38" dirty="0">
                <a:latin typeface="Times New Roman"/>
                <a:cs typeface="Times New Roman"/>
              </a:rPr>
              <a:t> </a:t>
            </a:r>
            <a:r>
              <a:rPr sz="1700" spc="-5" dirty="0">
                <a:latin typeface="Times New Roman"/>
                <a:cs typeface="Times New Roman"/>
              </a:rPr>
              <a:t>E</a:t>
            </a:r>
            <a:r>
              <a:rPr sz="1700" spc="-10" dirty="0">
                <a:latin typeface="Times New Roman"/>
                <a:cs typeface="Times New Roman"/>
              </a:rPr>
              <a:t>a</a:t>
            </a:r>
            <a:r>
              <a:rPr sz="1700" spc="-7" dirty="0">
                <a:latin typeface="Times New Roman"/>
                <a:cs typeface="Times New Roman"/>
              </a:rPr>
              <a:t>c</a:t>
            </a:r>
            <a:r>
              <a:rPr sz="1700" dirty="0">
                <a:latin typeface="Times New Roman"/>
                <a:cs typeface="Times New Roman"/>
              </a:rPr>
              <a:t>h</a:t>
            </a:r>
            <a:r>
              <a:rPr sz="1700" spc="38" dirty="0">
                <a:latin typeface="Times New Roman"/>
                <a:cs typeface="Times New Roman"/>
              </a:rPr>
              <a:t> </a:t>
            </a:r>
            <a:r>
              <a:rPr sz="1700" dirty="0">
                <a:latin typeface="Times New Roman"/>
                <a:cs typeface="Times New Roman"/>
              </a:rPr>
              <a:t>of</a:t>
            </a:r>
            <a:r>
              <a:rPr sz="1700" spc="36" dirty="0">
                <a:latin typeface="Times New Roman"/>
                <a:cs typeface="Times New Roman"/>
              </a:rPr>
              <a:t> </a:t>
            </a:r>
            <a:r>
              <a:rPr sz="1700" spc="-2" dirty="0">
                <a:latin typeface="Times New Roman"/>
                <a:cs typeface="Times New Roman"/>
              </a:rPr>
              <a:t>these</a:t>
            </a:r>
            <a:r>
              <a:rPr sz="1700" spc="41" dirty="0">
                <a:latin typeface="Times New Roman"/>
                <a:cs typeface="Times New Roman"/>
              </a:rPr>
              <a:t> </a:t>
            </a:r>
            <a:r>
              <a:rPr sz="1700" spc="-5" dirty="0">
                <a:latin typeface="Times New Roman"/>
                <a:cs typeface="Times New Roman"/>
              </a:rPr>
              <a:t>d</a:t>
            </a:r>
            <a:r>
              <a:rPr sz="1700" spc="-7" dirty="0">
                <a:latin typeface="Times New Roman"/>
                <a:cs typeface="Times New Roman"/>
              </a:rPr>
              <a:t>e</a:t>
            </a:r>
            <a:r>
              <a:rPr sz="1700" spc="-2" dirty="0">
                <a:latin typeface="Times New Roman"/>
                <a:cs typeface="Times New Roman"/>
              </a:rPr>
              <a:t>vic</a:t>
            </a:r>
            <a:r>
              <a:rPr sz="1700" spc="-10" dirty="0">
                <a:latin typeface="Times New Roman"/>
                <a:cs typeface="Times New Roman"/>
              </a:rPr>
              <a:t>e</a:t>
            </a:r>
            <a:r>
              <a:rPr sz="1700" dirty="0">
                <a:latin typeface="Times New Roman"/>
                <a:cs typeface="Times New Roman"/>
              </a:rPr>
              <a:t>s</a:t>
            </a:r>
            <a:r>
              <a:rPr sz="1700" spc="38" dirty="0">
                <a:latin typeface="Times New Roman"/>
                <a:cs typeface="Times New Roman"/>
              </a:rPr>
              <a:t> </a:t>
            </a:r>
            <a:r>
              <a:rPr sz="1700" dirty="0">
                <a:latin typeface="Times New Roman"/>
                <a:cs typeface="Times New Roman"/>
              </a:rPr>
              <a:t>us</a:t>
            </a:r>
            <a:r>
              <a:rPr sz="1700" spc="-2" dirty="0">
                <a:latin typeface="Times New Roman"/>
                <a:cs typeface="Times New Roman"/>
              </a:rPr>
              <a:t>e</a:t>
            </a:r>
            <a:r>
              <a:rPr sz="1700" dirty="0">
                <a:latin typeface="Times New Roman"/>
                <a:cs typeface="Times New Roman"/>
              </a:rPr>
              <a:t>s</a:t>
            </a:r>
            <a:r>
              <a:rPr sz="1700" spc="38" dirty="0">
                <a:latin typeface="Times New Roman"/>
                <a:cs typeface="Times New Roman"/>
              </a:rPr>
              <a:t> </a:t>
            </a:r>
            <a:r>
              <a:rPr sz="1700" spc="-2" dirty="0">
                <a:latin typeface="Times New Roman"/>
                <a:cs typeface="Times New Roman"/>
              </a:rPr>
              <a:t>dif</a:t>
            </a:r>
            <a:r>
              <a:rPr sz="1700" spc="-5" dirty="0">
                <a:latin typeface="Times New Roman"/>
                <a:cs typeface="Times New Roman"/>
              </a:rPr>
              <a:t>fe</a:t>
            </a:r>
            <a:r>
              <a:rPr sz="1700" spc="2" dirty="0">
                <a:latin typeface="Times New Roman"/>
                <a:cs typeface="Times New Roman"/>
              </a:rPr>
              <a:t>r</a:t>
            </a:r>
            <a:r>
              <a:rPr sz="1700" spc="-7" dirty="0">
                <a:latin typeface="Times New Roman"/>
                <a:cs typeface="Times New Roman"/>
              </a:rPr>
              <a:t>e</a:t>
            </a:r>
            <a:r>
              <a:rPr sz="1700" spc="-2" dirty="0">
                <a:latin typeface="Times New Roman"/>
                <a:cs typeface="Times New Roman"/>
              </a:rPr>
              <a:t>nt</a:t>
            </a:r>
            <a:r>
              <a:rPr sz="1700" spc="41" dirty="0">
                <a:latin typeface="Times New Roman"/>
                <a:cs typeface="Times New Roman"/>
              </a:rPr>
              <a:t> </a:t>
            </a:r>
            <a:r>
              <a:rPr sz="1700" spc="-2" dirty="0">
                <a:latin typeface="Times New Roman"/>
                <a:cs typeface="Times New Roman"/>
              </a:rPr>
              <a:t>te</a:t>
            </a:r>
            <a:r>
              <a:rPr sz="1700" spc="-10" dirty="0">
                <a:latin typeface="Times New Roman"/>
                <a:cs typeface="Times New Roman"/>
              </a:rPr>
              <a:t>c</a:t>
            </a:r>
            <a:r>
              <a:rPr sz="1700" spc="-5" dirty="0">
                <a:latin typeface="Times New Roman"/>
                <a:cs typeface="Times New Roman"/>
              </a:rPr>
              <a:t>hnologi</a:t>
            </a:r>
            <a:r>
              <a:rPr sz="1700" spc="2" dirty="0">
                <a:latin typeface="Times New Roman"/>
                <a:cs typeface="Times New Roman"/>
              </a:rPr>
              <a:t>e</a:t>
            </a:r>
            <a:r>
              <a:rPr sz="1700" dirty="0">
                <a:latin typeface="Times New Roman"/>
                <a:cs typeface="Times New Roman"/>
              </a:rPr>
              <a:t>s</a:t>
            </a:r>
            <a:r>
              <a:rPr sz="1700" spc="38" dirty="0">
                <a:latin typeface="Times New Roman"/>
                <a:cs typeface="Times New Roman"/>
              </a:rPr>
              <a:t> </a:t>
            </a:r>
            <a:r>
              <a:rPr sz="1700" spc="-2" dirty="0">
                <a:latin typeface="Times New Roman"/>
                <a:cs typeface="Times New Roman"/>
              </a:rPr>
              <a:t>to</a:t>
            </a:r>
            <a:r>
              <a:rPr sz="1700" spc="41" dirty="0">
                <a:latin typeface="Times New Roman"/>
                <a:cs typeface="Times New Roman"/>
              </a:rPr>
              <a:t> </a:t>
            </a:r>
            <a:r>
              <a:rPr sz="1700" spc="-5" dirty="0">
                <a:latin typeface="Times New Roman"/>
                <a:cs typeface="Times New Roman"/>
              </a:rPr>
              <a:t>store d</a:t>
            </a:r>
            <a:r>
              <a:rPr sz="1700" spc="-7" dirty="0">
                <a:latin typeface="Times New Roman"/>
                <a:cs typeface="Times New Roman"/>
              </a:rPr>
              <a:t>a</a:t>
            </a:r>
            <a:r>
              <a:rPr sz="1700" spc="-2" dirty="0">
                <a:latin typeface="Times New Roman"/>
                <a:cs typeface="Times New Roman"/>
              </a:rPr>
              <a:t>ta,</a:t>
            </a:r>
            <a:r>
              <a:rPr sz="1700" spc="2" dirty="0">
                <a:latin typeface="Times New Roman"/>
                <a:cs typeface="Times New Roman"/>
              </a:rPr>
              <a:t> </a:t>
            </a:r>
            <a:r>
              <a:rPr sz="1700" spc="-5" dirty="0">
                <a:latin typeface="Times New Roman"/>
                <a:cs typeface="Times New Roman"/>
              </a:rPr>
              <a:t>but</a:t>
            </a:r>
            <a:r>
              <a:rPr sz="1700" spc="5" dirty="0">
                <a:latin typeface="Times New Roman"/>
                <a:cs typeface="Times New Roman"/>
              </a:rPr>
              <a:t> </a:t>
            </a:r>
            <a:r>
              <a:rPr sz="1700" spc="-5" dirty="0">
                <a:latin typeface="Times New Roman"/>
                <a:cs typeface="Times New Roman"/>
              </a:rPr>
              <a:t>they</a:t>
            </a:r>
            <a:r>
              <a:rPr sz="1700" spc="7" dirty="0">
                <a:latin typeface="Times New Roman"/>
                <a:cs typeface="Times New Roman"/>
              </a:rPr>
              <a:t> </a:t>
            </a:r>
            <a:r>
              <a:rPr sz="1700" spc="-7" dirty="0">
                <a:latin typeface="Times New Roman"/>
                <a:cs typeface="Times New Roman"/>
              </a:rPr>
              <a:t>a</a:t>
            </a:r>
            <a:r>
              <a:rPr sz="1700" spc="-2" dirty="0">
                <a:latin typeface="Times New Roman"/>
                <a:cs typeface="Times New Roman"/>
              </a:rPr>
              <a:t>ll</a:t>
            </a:r>
            <a:r>
              <a:rPr sz="1700" spc="5" dirty="0">
                <a:latin typeface="Times New Roman"/>
                <a:cs typeface="Times New Roman"/>
              </a:rPr>
              <a:t> </a:t>
            </a:r>
            <a:r>
              <a:rPr sz="1700" spc="-2" dirty="0">
                <a:latin typeface="Times New Roman"/>
                <a:cs typeface="Times New Roman"/>
              </a:rPr>
              <a:t>sh</a:t>
            </a:r>
            <a:r>
              <a:rPr sz="1700" spc="2" dirty="0">
                <a:latin typeface="Times New Roman"/>
                <a:cs typeface="Times New Roman"/>
              </a:rPr>
              <a:t>a</a:t>
            </a:r>
            <a:r>
              <a:rPr sz="1700" spc="-2" dirty="0">
                <a:latin typeface="Times New Roman"/>
                <a:cs typeface="Times New Roman"/>
              </a:rPr>
              <a:t>re</a:t>
            </a:r>
            <a:r>
              <a:rPr sz="1700" dirty="0">
                <a:latin typeface="Times New Roman"/>
                <a:cs typeface="Times New Roman"/>
              </a:rPr>
              <a:t> </a:t>
            </a:r>
            <a:r>
              <a:rPr sz="1700" spc="-2" dirty="0">
                <a:latin typeface="Times New Roman"/>
                <a:cs typeface="Times New Roman"/>
              </a:rPr>
              <a:t>t</a:t>
            </a:r>
            <a:r>
              <a:rPr sz="1700" dirty="0">
                <a:latin typeface="Times New Roman"/>
                <a:cs typeface="Times New Roman"/>
              </a:rPr>
              <a:t>h</a:t>
            </a:r>
            <a:r>
              <a:rPr sz="1700" spc="-5" dirty="0">
                <a:latin typeface="Times New Roman"/>
                <a:cs typeface="Times New Roman"/>
              </a:rPr>
              <a:t>e</a:t>
            </a:r>
            <a:r>
              <a:rPr sz="1700" spc="2" dirty="0">
                <a:latin typeface="Times New Roman"/>
                <a:cs typeface="Times New Roman"/>
              </a:rPr>
              <a:t> </a:t>
            </a:r>
            <a:r>
              <a:rPr sz="1700" spc="-7" dirty="0">
                <a:latin typeface="Times New Roman"/>
                <a:cs typeface="Times New Roman"/>
              </a:rPr>
              <a:t>c</a:t>
            </a:r>
            <a:r>
              <a:rPr sz="1700" spc="-5" dirty="0">
                <a:latin typeface="Times New Roman"/>
                <a:cs typeface="Times New Roman"/>
              </a:rPr>
              <a:t>omm</a:t>
            </a:r>
            <a:r>
              <a:rPr sz="1700" dirty="0">
                <a:latin typeface="Times New Roman"/>
                <a:cs typeface="Times New Roman"/>
              </a:rPr>
              <a:t>on</a:t>
            </a:r>
            <a:r>
              <a:rPr sz="1700" spc="5" dirty="0">
                <a:latin typeface="Times New Roman"/>
                <a:cs typeface="Times New Roman"/>
              </a:rPr>
              <a:t> </a:t>
            </a:r>
            <a:r>
              <a:rPr sz="1700" spc="2" dirty="0">
                <a:latin typeface="Times New Roman"/>
                <a:cs typeface="Times New Roman"/>
              </a:rPr>
              <a:t>f</a:t>
            </a:r>
            <a:r>
              <a:rPr sz="1700" spc="-7" dirty="0">
                <a:latin typeface="Times New Roman"/>
                <a:cs typeface="Times New Roman"/>
              </a:rPr>
              <a:t>ea</a:t>
            </a:r>
            <a:r>
              <a:rPr sz="1700" spc="-2" dirty="0">
                <a:latin typeface="Times New Roman"/>
                <a:cs typeface="Times New Roman"/>
              </a:rPr>
              <a:t>tu</a:t>
            </a:r>
            <a:r>
              <a:rPr sz="1700" dirty="0">
                <a:latin typeface="Times New Roman"/>
                <a:cs typeface="Times New Roman"/>
              </a:rPr>
              <a:t>r</a:t>
            </a:r>
            <a:r>
              <a:rPr sz="1700" spc="-5" dirty="0">
                <a:latin typeface="Times New Roman"/>
                <a:cs typeface="Times New Roman"/>
              </a:rPr>
              <a:t>e</a:t>
            </a:r>
            <a:r>
              <a:rPr sz="1700" spc="2" dirty="0">
                <a:latin typeface="Times New Roman"/>
                <a:cs typeface="Times New Roman"/>
              </a:rPr>
              <a:t> </a:t>
            </a:r>
            <a:r>
              <a:rPr sz="1700" dirty="0">
                <a:latin typeface="Times New Roman"/>
                <a:cs typeface="Times New Roman"/>
              </a:rPr>
              <a:t>of</a:t>
            </a:r>
            <a:r>
              <a:rPr sz="1700" spc="7" dirty="0">
                <a:latin typeface="Times New Roman"/>
                <a:cs typeface="Times New Roman"/>
              </a:rPr>
              <a:t> </a:t>
            </a:r>
            <a:r>
              <a:rPr sz="1700" spc="-5" dirty="0">
                <a:latin typeface="Times New Roman"/>
                <a:cs typeface="Times New Roman"/>
              </a:rPr>
              <a:t>b</a:t>
            </a:r>
            <a:r>
              <a:rPr sz="1700" spc="-7" dirty="0">
                <a:latin typeface="Times New Roman"/>
                <a:cs typeface="Times New Roman"/>
              </a:rPr>
              <a:t>e</a:t>
            </a:r>
            <a:r>
              <a:rPr sz="1700" dirty="0">
                <a:latin typeface="Times New Roman"/>
                <a:cs typeface="Times New Roman"/>
              </a:rPr>
              <a:t>ing</a:t>
            </a:r>
            <a:r>
              <a:rPr sz="1700" spc="5" dirty="0">
                <a:latin typeface="Times New Roman"/>
                <a:cs typeface="Times New Roman"/>
              </a:rPr>
              <a:t> </a:t>
            </a:r>
            <a:r>
              <a:rPr sz="1700" dirty="0">
                <a:latin typeface="Times New Roman"/>
                <a:cs typeface="Times New Roman"/>
              </a:rPr>
              <a:t>no</a:t>
            </a:r>
            <a:r>
              <a:rPr sz="1700" spc="12" dirty="0">
                <a:latin typeface="Times New Roman"/>
                <a:cs typeface="Times New Roman"/>
              </a:rPr>
              <a:t>n</a:t>
            </a:r>
            <a:r>
              <a:rPr sz="1700" spc="-2" dirty="0">
                <a:latin typeface="Times New Roman"/>
                <a:cs typeface="Times New Roman"/>
              </a:rPr>
              <a:t>-volatil</a:t>
            </a:r>
            <a:r>
              <a:rPr sz="1700" spc="-7" dirty="0">
                <a:latin typeface="Times New Roman"/>
                <a:cs typeface="Times New Roman"/>
              </a:rPr>
              <a:t>e</a:t>
            </a:r>
            <a:r>
              <a:rPr sz="1700" dirty="0">
                <a:latin typeface="Times New Roman"/>
                <a:cs typeface="Times New Roman"/>
              </a:rPr>
              <a:t>,</a:t>
            </a:r>
            <a:r>
              <a:rPr sz="1700" spc="5" dirty="0">
                <a:latin typeface="Times New Roman"/>
                <a:cs typeface="Times New Roman"/>
              </a:rPr>
              <a:t> </a:t>
            </a:r>
            <a:r>
              <a:rPr sz="1700" spc="-5" dirty="0">
                <a:latin typeface="Times New Roman"/>
                <a:cs typeface="Times New Roman"/>
              </a:rPr>
              <a:t>m</a:t>
            </a:r>
            <a:r>
              <a:rPr sz="1700" spc="-2" dirty="0">
                <a:latin typeface="Times New Roman"/>
                <a:cs typeface="Times New Roman"/>
              </a:rPr>
              <a:t>e</a:t>
            </a:r>
            <a:r>
              <a:rPr sz="1700" spc="-7" dirty="0">
                <a:latin typeface="Times New Roman"/>
                <a:cs typeface="Times New Roman"/>
              </a:rPr>
              <a:t>a</a:t>
            </a:r>
            <a:r>
              <a:rPr sz="1700" spc="-5" dirty="0">
                <a:latin typeface="Times New Roman"/>
                <a:cs typeface="Times New Roman"/>
              </a:rPr>
              <a:t>ning</a:t>
            </a:r>
            <a:r>
              <a:rPr sz="1700" spc="5" dirty="0">
                <a:latin typeface="Times New Roman"/>
                <a:cs typeface="Times New Roman"/>
              </a:rPr>
              <a:t> </a:t>
            </a:r>
            <a:r>
              <a:rPr sz="1700" spc="-2" dirty="0">
                <a:latin typeface="Times New Roman"/>
                <a:cs typeface="Times New Roman"/>
              </a:rPr>
              <a:t>that</a:t>
            </a:r>
            <a:r>
              <a:rPr sz="1700" spc="5" dirty="0">
                <a:latin typeface="Times New Roman"/>
                <a:cs typeface="Times New Roman"/>
              </a:rPr>
              <a:t> </a:t>
            </a:r>
            <a:r>
              <a:rPr sz="1700" spc="-5" dirty="0">
                <a:latin typeface="Times New Roman"/>
                <a:cs typeface="Times New Roman"/>
              </a:rPr>
              <a:t>they</a:t>
            </a:r>
            <a:r>
              <a:rPr sz="1700" spc="7" dirty="0">
                <a:latin typeface="Times New Roman"/>
                <a:cs typeface="Times New Roman"/>
              </a:rPr>
              <a:t> </a:t>
            </a:r>
            <a:r>
              <a:rPr sz="1700" spc="-7" dirty="0">
                <a:latin typeface="Times New Roman"/>
                <a:cs typeface="Times New Roman"/>
              </a:rPr>
              <a:t>ca</a:t>
            </a:r>
            <a:r>
              <a:rPr sz="1700" dirty="0">
                <a:latin typeface="Times New Roman"/>
                <a:cs typeface="Times New Roman"/>
              </a:rPr>
              <a:t>n</a:t>
            </a:r>
            <a:r>
              <a:rPr sz="1700" spc="5" dirty="0">
                <a:latin typeface="Times New Roman"/>
                <a:cs typeface="Times New Roman"/>
              </a:rPr>
              <a:t> </a:t>
            </a:r>
            <a:r>
              <a:rPr sz="1700" spc="-2" dirty="0">
                <a:latin typeface="Times New Roman"/>
                <a:cs typeface="Times New Roman"/>
              </a:rPr>
              <a:t>sto</a:t>
            </a:r>
            <a:r>
              <a:rPr sz="1700" spc="5" dirty="0">
                <a:latin typeface="Times New Roman"/>
                <a:cs typeface="Times New Roman"/>
              </a:rPr>
              <a:t>r</a:t>
            </a:r>
            <a:r>
              <a:rPr sz="1700" spc="-5" dirty="0">
                <a:latin typeface="Times New Roman"/>
                <a:cs typeface="Times New Roman"/>
              </a:rPr>
              <a:t>e</a:t>
            </a:r>
            <a:r>
              <a:rPr sz="1700" spc="-2" dirty="0">
                <a:latin typeface="Times New Roman"/>
                <a:cs typeface="Times New Roman"/>
              </a:rPr>
              <a:t> </a:t>
            </a:r>
            <a:r>
              <a:rPr sz="1700" spc="-5" dirty="0">
                <a:latin typeface="Times New Roman"/>
                <a:cs typeface="Times New Roman"/>
              </a:rPr>
              <a:t>d</a:t>
            </a:r>
            <a:r>
              <a:rPr sz="1700" spc="-7" dirty="0">
                <a:latin typeface="Times New Roman"/>
                <a:cs typeface="Times New Roman"/>
              </a:rPr>
              <a:t>a</a:t>
            </a:r>
            <a:r>
              <a:rPr sz="1700" spc="-2" dirty="0">
                <a:latin typeface="Times New Roman"/>
                <a:cs typeface="Times New Roman"/>
              </a:rPr>
              <a:t>ta</a:t>
            </a:r>
            <a:r>
              <a:rPr sz="1700" dirty="0">
                <a:latin typeface="Times New Roman"/>
                <a:cs typeface="Times New Roman"/>
              </a:rPr>
              <a:t> </a:t>
            </a:r>
            <a:r>
              <a:rPr sz="1700" spc="-10" dirty="0">
                <a:latin typeface="Times New Roman"/>
                <a:cs typeface="Times New Roman"/>
              </a:rPr>
              <a:t>e</a:t>
            </a:r>
            <a:r>
              <a:rPr sz="1700" spc="-5" dirty="0">
                <a:latin typeface="Times New Roman"/>
                <a:cs typeface="Times New Roman"/>
              </a:rPr>
              <a:t>v</a:t>
            </a:r>
            <a:r>
              <a:rPr sz="1700" spc="-7" dirty="0">
                <a:latin typeface="Times New Roman"/>
                <a:cs typeface="Times New Roman"/>
              </a:rPr>
              <a:t>e</a:t>
            </a:r>
            <a:r>
              <a:rPr sz="1700" dirty="0">
                <a:latin typeface="Times New Roman"/>
                <a:cs typeface="Times New Roman"/>
              </a:rPr>
              <a:t>n</a:t>
            </a:r>
            <a:r>
              <a:rPr sz="1700" spc="5" dirty="0">
                <a:latin typeface="Times New Roman"/>
                <a:cs typeface="Times New Roman"/>
              </a:rPr>
              <a:t> </a:t>
            </a:r>
            <a:r>
              <a:rPr sz="1700" spc="-2" dirty="0">
                <a:latin typeface="Times New Roman"/>
                <a:cs typeface="Times New Roman"/>
              </a:rPr>
              <a:t>wh</a:t>
            </a:r>
            <a:r>
              <a:rPr sz="1700" spc="-5" dirty="0">
                <a:latin typeface="Times New Roman"/>
                <a:cs typeface="Times New Roman"/>
              </a:rPr>
              <a:t>e</a:t>
            </a:r>
            <a:r>
              <a:rPr sz="1700" dirty="0">
                <a:latin typeface="Times New Roman"/>
                <a:cs typeface="Times New Roman"/>
              </a:rPr>
              <a:t>n </a:t>
            </a:r>
            <a:r>
              <a:rPr sz="1700" spc="-2" dirty="0">
                <a:latin typeface="Times New Roman"/>
                <a:cs typeface="Times New Roman"/>
              </a:rPr>
              <a:t>the</a:t>
            </a:r>
            <a:r>
              <a:rPr sz="1700" spc="2" dirty="0">
                <a:latin typeface="Times New Roman"/>
                <a:cs typeface="Times New Roman"/>
              </a:rPr>
              <a:t> </a:t>
            </a:r>
            <a:r>
              <a:rPr sz="1700" spc="-7" dirty="0">
                <a:latin typeface="Times New Roman"/>
                <a:cs typeface="Times New Roman"/>
              </a:rPr>
              <a:t>c</a:t>
            </a:r>
            <a:r>
              <a:rPr sz="1700" spc="-5" dirty="0">
                <a:latin typeface="Times New Roman"/>
                <a:cs typeface="Times New Roman"/>
              </a:rPr>
              <a:t>omput</a:t>
            </a:r>
            <a:r>
              <a:rPr sz="1700" spc="-7" dirty="0">
                <a:latin typeface="Times New Roman"/>
                <a:cs typeface="Times New Roman"/>
              </a:rPr>
              <a:t>e</a:t>
            </a:r>
            <a:r>
              <a:rPr sz="1700" dirty="0">
                <a:latin typeface="Times New Roman"/>
                <a:cs typeface="Times New Roman"/>
              </a:rPr>
              <a:t>r </a:t>
            </a:r>
            <a:r>
              <a:rPr sz="1700" spc="-2" dirty="0">
                <a:latin typeface="Times New Roman"/>
                <a:cs typeface="Times New Roman"/>
              </a:rPr>
              <a:t>is turn</a:t>
            </a:r>
            <a:r>
              <a:rPr sz="1700" spc="-10" dirty="0">
                <a:latin typeface="Times New Roman"/>
                <a:cs typeface="Times New Roman"/>
              </a:rPr>
              <a:t>e</a:t>
            </a:r>
            <a:r>
              <a:rPr sz="1700" dirty="0">
                <a:latin typeface="Times New Roman"/>
                <a:cs typeface="Times New Roman"/>
              </a:rPr>
              <a:t>d of</a:t>
            </a:r>
            <a:r>
              <a:rPr sz="1700" spc="-5" dirty="0">
                <a:latin typeface="Times New Roman"/>
                <a:cs typeface="Times New Roman"/>
              </a:rPr>
              <a:t>f</a:t>
            </a:r>
            <a:r>
              <a:rPr sz="1700" dirty="0">
                <a:latin typeface="Times New Roman"/>
                <a:cs typeface="Times New Roman"/>
              </a:rPr>
              <a:t>.</a:t>
            </a:r>
          </a:p>
        </p:txBody>
      </p:sp>
    </p:spTree>
    <p:extLst>
      <p:ext uri="{BB962C8B-B14F-4D97-AF65-F5344CB8AC3E}">
        <p14:creationId xmlns:p14="http://schemas.microsoft.com/office/powerpoint/2010/main" val="26593831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B65B11-9D3F-DDFD-C687-7822381AC9C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758BBC3-8C5E-7851-BEB3-3CFD22FDB90D}"/>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DD6EE682-814E-92A9-8632-14A76193C8F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E1DC710C-73A5-48E9-6423-3730823AA438}"/>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D9024134-1A22-D22F-2820-B2EA441BF18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a:extLst>
              <a:ext uri="{FF2B5EF4-FFF2-40B4-BE49-F238E27FC236}">
                <a16:creationId xmlns:a16="http://schemas.microsoft.com/office/drawing/2014/main" id="{8B466D46-5B62-7104-BE33-438DD8256224}"/>
              </a:ext>
            </a:extLst>
          </p:cNvPr>
          <p:cNvSpPr txBox="1"/>
          <p:nvPr/>
        </p:nvSpPr>
        <p:spPr>
          <a:xfrm>
            <a:off x="1066800" y="819150"/>
            <a:ext cx="7139394" cy="3095719"/>
          </a:xfrm>
          <a:prstGeom prst="rect">
            <a:avLst/>
          </a:prstGeom>
        </p:spPr>
        <p:txBody>
          <a:bodyPr vert="horz" wrap="square" lIns="0" tIns="0" rIns="0" bIns="0" rtlCol="0">
            <a:spAutoFit/>
          </a:bodyPr>
          <a:lstStyle/>
          <a:p>
            <a:pPr marL="6109" algn="ctr"/>
            <a:r>
              <a:rPr sz="1700" b="1" spc="-2" dirty="0">
                <a:latin typeface="Times New Roman"/>
                <a:cs typeface="Times New Roman"/>
              </a:rPr>
              <a:t>AUXIL</a:t>
            </a:r>
            <a:r>
              <a:rPr sz="1700" b="1" dirty="0">
                <a:latin typeface="Times New Roman"/>
                <a:cs typeface="Times New Roman"/>
              </a:rPr>
              <a:t>I</a:t>
            </a:r>
            <a:r>
              <a:rPr sz="1700" b="1" spc="-2" dirty="0">
                <a:latin typeface="Times New Roman"/>
                <a:cs typeface="Times New Roman"/>
              </a:rPr>
              <a:t>AR</a:t>
            </a:r>
            <a:r>
              <a:rPr sz="1700" b="1" dirty="0">
                <a:latin typeface="Times New Roman"/>
                <a:cs typeface="Times New Roman"/>
              </a:rPr>
              <a:t>Y</a:t>
            </a:r>
            <a:r>
              <a:rPr sz="1700" b="1" spc="-2" dirty="0">
                <a:latin typeface="Times New Roman"/>
                <a:cs typeface="Times New Roman"/>
              </a:rPr>
              <a:t> </a:t>
            </a:r>
            <a:r>
              <a:rPr sz="1700" b="1" spc="-10" dirty="0">
                <a:latin typeface="Times New Roman"/>
                <a:cs typeface="Times New Roman"/>
              </a:rPr>
              <a:t>M</a:t>
            </a:r>
            <a:r>
              <a:rPr sz="1700" b="1" spc="-5" dirty="0">
                <a:latin typeface="Times New Roman"/>
                <a:cs typeface="Times New Roman"/>
              </a:rPr>
              <a:t>E</a:t>
            </a:r>
            <a:r>
              <a:rPr sz="1700" b="1" spc="-10" dirty="0">
                <a:latin typeface="Times New Roman"/>
                <a:cs typeface="Times New Roman"/>
              </a:rPr>
              <a:t>M</a:t>
            </a:r>
            <a:r>
              <a:rPr sz="1700" b="1" dirty="0">
                <a:latin typeface="Times New Roman"/>
                <a:cs typeface="Times New Roman"/>
              </a:rPr>
              <a:t>O</a:t>
            </a:r>
            <a:r>
              <a:rPr sz="1700" b="1" spc="5" dirty="0">
                <a:latin typeface="Times New Roman"/>
                <a:cs typeface="Times New Roman"/>
              </a:rPr>
              <a:t>R</a:t>
            </a:r>
            <a:r>
              <a:rPr sz="1700" b="1" dirty="0">
                <a:latin typeface="Times New Roman"/>
                <a:cs typeface="Times New Roman"/>
              </a:rPr>
              <a:t>Y</a:t>
            </a:r>
            <a:endParaRPr sz="1700" dirty="0">
              <a:latin typeface="Times New Roman"/>
              <a:cs typeface="Times New Roman"/>
            </a:endParaRPr>
          </a:p>
          <a:p>
            <a:pPr marL="6109" marR="3054" algn="just">
              <a:spcBef>
                <a:spcPts val="450"/>
              </a:spcBef>
            </a:pPr>
            <a:endParaRPr lang="en-US" sz="1700" dirty="0">
              <a:latin typeface="Times New Roman"/>
              <a:cs typeface="Times New Roman"/>
            </a:endParaRPr>
          </a:p>
          <a:p>
            <a:pPr marL="291859" marR="2443" indent="-285750" algn="just">
              <a:spcBef>
                <a:spcPts val="358"/>
              </a:spcBef>
              <a:buFont typeface="Arial" panose="020B0604020202020204" pitchFamily="34" charset="0"/>
              <a:buChar char="•"/>
            </a:pPr>
            <a:r>
              <a:rPr sz="1700" dirty="0">
                <a:latin typeface="Times New Roman"/>
                <a:cs typeface="Times New Roman"/>
              </a:rPr>
              <a:t>S</a:t>
            </a:r>
            <a:r>
              <a:rPr sz="1700" spc="-7" dirty="0">
                <a:latin typeface="Times New Roman"/>
                <a:cs typeface="Times New Roman"/>
              </a:rPr>
              <a:t>ec</a:t>
            </a:r>
            <a:r>
              <a:rPr sz="1700" spc="-5" dirty="0">
                <a:latin typeface="Times New Roman"/>
                <a:cs typeface="Times New Roman"/>
              </a:rPr>
              <a:t>ond</a:t>
            </a:r>
            <a:r>
              <a:rPr sz="1700" spc="-7" dirty="0">
                <a:latin typeface="Times New Roman"/>
                <a:cs typeface="Times New Roman"/>
              </a:rPr>
              <a:t>a</a:t>
            </a:r>
            <a:r>
              <a:rPr sz="1700" dirty="0">
                <a:latin typeface="Times New Roman"/>
                <a:cs typeface="Times New Roman"/>
              </a:rPr>
              <a:t>ry</a:t>
            </a:r>
            <a:r>
              <a:rPr sz="1700" spc="7" dirty="0">
                <a:latin typeface="Times New Roman"/>
                <a:cs typeface="Times New Roman"/>
              </a:rPr>
              <a:t> </a:t>
            </a:r>
            <a:r>
              <a:rPr sz="1700" spc="-5" dirty="0">
                <a:latin typeface="Times New Roman"/>
                <a:cs typeface="Times New Roman"/>
              </a:rPr>
              <a:t>memor</a:t>
            </a:r>
            <a:r>
              <a:rPr sz="1700" dirty="0">
                <a:latin typeface="Times New Roman"/>
                <a:cs typeface="Times New Roman"/>
              </a:rPr>
              <a:t>y</a:t>
            </a:r>
            <a:r>
              <a:rPr sz="1700" spc="10" dirty="0">
                <a:latin typeface="Times New Roman"/>
                <a:cs typeface="Times New Roman"/>
              </a:rPr>
              <a:t> </a:t>
            </a:r>
            <a:r>
              <a:rPr sz="1700" spc="-5" dirty="0">
                <a:latin typeface="Times New Roman"/>
                <a:cs typeface="Times New Roman"/>
              </a:rPr>
              <a:t>d</a:t>
            </a:r>
            <a:r>
              <a:rPr sz="1700" spc="-7" dirty="0">
                <a:latin typeface="Times New Roman"/>
                <a:cs typeface="Times New Roman"/>
              </a:rPr>
              <a:t>e</a:t>
            </a:r>
            <a:r>
              <a:rPr sz="1700" spc="-5" dirty="0">
                <a:latin typeface="Times New Roman"/>
                <a:cs typeface="Times New Roman"/>
              </a:rPr>
              <a:t>v</a:t>
            </a:r>
            <a:r>
              <a:rPr sz="1700" dirty="0">
                <a:latin typeface="Times New Roman"/>
                <a:cs typeface="Times New Roman"/>
              </a:rPr>
              <a:t>i</a:t>
            </a:r>
            <a:r>
              <a:rPr sz="1700" spc="-7" dirty="0">
                <a:latin typeface="Times New Roman"/>
                <a:cs typeface="Times New Roman"/>
              </a:rPr>
              <a:t>ce</a:t>
            </a:r>
            <a:r>
              <a:rPr sz="1700" dirty="0">
                <a:latin typeface="Times New Roman"/>
                <a:cs typeface="Times New Roman"/>
              </a:rPr>
              <a:t>s</a:t>
            </a:r>
            <a:r>
              <a:rPr sz="1700" spc="10" dirty="0">
                <a:latin typeface="Times New Roman"/>
                <a:cs typeface="Times New Roman"/>
              </a:rPr>
              <a:t> </a:t>
            </a:r>
            <a:r>
              <a:rPr sz="1700" spc="-7" dirty="0">
                <a:latin typeface="Times New Roman"/>
                <a:cs typeface="Times New Roman"/>
              </a:rPr>
              <a:t>a</a:t>
            </a:r>
            <a:r>
              <a:rPr sz="1700" spc="-2" dirty="0">
                <a:latin typeface="Times New Roman"/>
                <a:cs typeface="Times New Roman"/>
              </a:rPr>
              <a:t>re</a:t>
            </a:r>
            <a:r>
              <a:rPr sz="1700" spc="12" dirty="0">
                <a:latin typeface="Times New Roman"/>
                <a:cs typeface="Times New Roman"/>
              </a:rPr>
              <a:t> </a:t>
            </a:r>
            <a:r>
              <a:rPr sz="1700" spc="-7" dirty="0">
                <a:latin typeface="Times New Roman"/>
                <a:cs typeface="Times New Roman"/>
              </a:rPr>
              <a:t>ac</a:t>
            </a:r>
            <a:r>
              <a:rPr sz="1700" spc="-2" dirty="0">
                <a:latin typeface="Times New Roman"/>
                <a:cs typeface="Times New Roman"/>
              </a:rPr>
              <a:t>c</a:t>
            </a:r>
            <a:r>
              <a:rPr sz="1700" spc="-7" dirty="0">
                <a:latin typeface="Times New Roman"/>
                <a:cs typeface="Times New Roman"/>
              </a:rPr>
              <a:t>e</a:t>
            </a:r>
            <a:r>
              <a:rPr sz="1700" spc="-2" dirty="0">
                <a:latin typeface="Times New Roman"/>
                <a:cs typeface="Times New Roman"/>
              </a:rPr>
              <a:t>sse</a:t>
            </a:r>
            <a:r>
              <a:rPr sz="1700" dirty="0">
                <a:latin typeface="Times New Roman"/>
                <a:cs typeface="Times New Roman"/>
              </a:rPr>
              <a:t>d</a:t>
            </a:r>
            <a:r>
              <a:rPr sz="1700" spc="10" dirty="0">
                <a:latin typeface="Times New Roman"/>
                <a:cs typeface="Times New Roman"/>
              </a:rPr>
              <a:t> </a:t>
            </a:r>
            <a:r>
              <a:rPr sz="1700" dirty="0">
                <a:latin typeface="Times New Roman"/>
                <a:cs typeface="Times New Roman"/>
              </a:rPr>
              <a:t>by</a:t>
            </a:r>
            <a:r>
              <a:rPr sz="1700" spc="10" dirty="0">
                <a:latin typeface="Times New Roman"/>
                <a:cs typeface="Times New Roman"/>
              </a:rPr>
              <a:t> </a:t>
            </a:r>
            <a:r>
              <a:rPr sz="1700" spc="-2" dirty="0">
                <a:latin typeface="Times New Roman"/>
                <a:cs typeface="Times New Roman"/>
              </a:rPr>
              <a:t>the</a:t>
            </a:r>
            <a:r>
              <a:rPr sz="1700" spc="10" dirty="0">
                <a:latin typeface="Times New Roman"/>
                <a:cs typeface="Times New Roman"/>
              </a:rPr>
              <a:t> </a:t>
            </a:r>
            <a:r>
              <a:rPr sz="1700" spc="-5" dirty="0">
                <a:latin typeface="Times New Roman"/>
                <a:cs typeface="Times New Roman"/>
              </a:rPr>
              <a:t>C</a:t>
            </a:r>
            <a:r>
              <a:rPr sz="1700" dirty="0">
                <a:latin typeface="Times New Roman"/>
                <a:cs typeface="Times New Roman"/>
              </a:rPr>
              <a:t>PU</a:t>
            </a:r>
            <a:r>
              <a:rPr sz="1700" spc="10" dirty="0">
                <a:latin typeface="Times New Roman"/>
                <a:cs typeface="Times New Roman"/>
              </a:rPr>
              <a:t> </a:t>
            </a:r>
            <a:r>
              <a:rPr sz="1700" spc="-2" dirty="0">
                <a:latin typeface="Times New Roman"/>
                <a:cs typeface="Times New Roman"/>
              </a:rPr>
              <a:t>via</a:t>
            </a:r>
            <a:r>
              <a:rPr sz="1700" spc="10" dirty="0">
                <a:latin typeface="Times New Roman"/>
                <a:cs typeface="Times New Roman"/>
              </a:rPr>
              <a:t> </a:t>
            </a:r>
            <a:r>
              <a:rPr sz="1700" spc="-2" dirty="0">
                <a:latin typeface="Times New Roman"/>
                <a:cs typeface="Times New Roman"/>
              </a:rPr>
              <a:t>input/out</a:t>
            </a:r>
            <a:r>
              <a:rPr sz="1700" dirty="0">
                <a:latin typeface="Times New Roman"/>
                <a:cs typeface="Times New Roman"/>
              </a:rPr>
              <a:t>p</a:t>
            </a:r>
            <a:r>
              <a:rPr sz="1700" spc="-7" dirty="0">
                <a:latin typeface="Times New Roman"/>
                <a:cs typeface="Times New Roman"/>
              </a:rPr>
              <a:t>u</a:t>
            </a:r>
            <a:r>
              <a:rPr sz="1700" spc="-2" dirty="0">
                <a:latin typeface="Times New Roman"/>
                <a:cs typeface="Times New Roman"/>
              </a:rPr>
              <a:t>t</a:t>
            </a:r>
            <a:r>
              <a:rPr sz="1700" spc="12" dirty="0">
                <a:latin typeface="Times New Roman"/>
                <a:cs typeface="Times New Roman"/>
              </a:rPr>
              <a:t> </a:t>
            </a:r>
            <a:r>
              <a:rPr sz="1700" dirty="0">
                <a:latin typeface="Times New Roman"/>
                <a:cs typeface="Times New Roman"/>
              </a:rPr>
              <a:t>(</a:t>
            </a:r>
            <a:r>
              <a:rPr sz="1700" spc="-10" dirty="0">
                <a:latin typeface="Times New Roman"/>
                <a:cs typeface="Times New Roman"/>
              </a:rPr>
              <a:t>I</a:t>
            </a:r>
            <a:r>
              <a:rPr sz="1700" dirty="0">
                <a:latin typeface="Times New Roman"/>
                <a:cs typeface="Times New Roman"/>
              </a:rPr>
              <a:t>/O)</a:t>
            </a:r>
            <a:r>
              <a:rPr sz="1700" spc="12" dirty="0">
                <a:latin typeface="Times New Roman"/>
                <a:cs typeface="Times New Roman"/>
              </a:rPr>
              <a:t> </a:t>
            </a:r>
            <a:r>
              <a:rPr sz="1700" spc="-5" dirty="0">
                <a:latin typeface="Times New Roman"/>
                <a:cs typeface="Times New Roman"/>
              </a:rPr>
              <a:t>op</a:t>
            </a:r>
            <a:r>
              <a:rPr sz="1700" spc="-7" dirty="0">
                <a:latin typeface="Times New Roman"/>
                <a:cs typeface="Times New Roman"/>
              </a:rPr>
              <a:t>e</a:t>
            </a:r>
            <a:r>
              <a:rPr sz="1700" spc="-2" dirty="0">
                <a:latin typeface="Times New Roman"/>
                <a:cs typeface="Times New Roman"/>
              </a:rPr>
              <a:t>r</a:t>
            </a:r>
            <a:r>
              <a:rPr sz="1700" spc="-10" dirty="0">
                <a:latin typeface="Times New Roman"/>
                <a:cs typeface="Times New Roman"/>
              </a:rPr>
              <a:t>a</a:t>
            </a:r>
            <a:r>
              <a:rPr sz="1700" spc="-2" dirty="0">
                <a:latin typeface="Times New Roman"/>
                <a:cs typeface="Times New Roman"/>
              </a:rPr>
              <a:t>ti</a:t>
            </a:r>
            <a:r>
              <a:rPr sz="1700" dirty="0">
                <a:latin typeface="Times New Roman"/>
                <a:cs typeface="Times New Roman"/>
              </a:rPr>
              <a:t>ons,</a:t>
            </a:r>
            <a:r>
              <a:rPr sz="1700" spc="10" dirty="0">
                <a:latin typeface="Times New Roman"/>
                <a:cs typeface="Times New Roman"/>
              </a:rPr>
              <a:t> </a:t>
            </a:r>
            <a:r>
              <a:rPr sz="1700" spc="-7" dirty="0">
                <a:latin typeface="Times New Roman"/>
                <a:cs typeface="Times New Roman"/>
              </a:rPr>
              <a:t>whic</a:t>
            </a:r>
            <a:r>
              <a:rPr sz="1700" dirty="0">
                <a:latin typeface="Times New Roman"/>
                <a:cs typeface="Times New Roman"/>
              </a:rPr>
              <a:t>h </a:t>
            </a:r>
            <a:r>
              <a:rPr sz="1700" spc="-5" dirty="0">
                <a:latin typeface="Times New Roman"/>
                <a:cs typeface="Times New Roman"/>
              </a:rPr>
              <a:t>involve</a:t>
            </a:r>
            <a:r>
              <a:rPr sz="1700" dirty="0">
                <a:latin typeface="Times New Roman"/>
                <a:cs typeface="Times New Roman"/>
              </a:rPr>
              <a:t> </a:t>
            </a:r>
            <a:r>
              <a:rPr sz="1700" spc="7" dirty="0">
                <a:latin typeface="Times New Roman"/>
                <a:cs typeface="Times New Roman"/>
              </a:rPr>
              <a:t> </a:t>
            </a:r>
            <a:r>
              <a:rPr sz="1700" spc="-2" dirty="0">
                <a:latin typeface="Times New Roman"/>
                <a:cs typeface="Times New Roman"/>
              </a:rPr>
              <a:t>tr</a:t>
            </a:r>
            <a:r>
              <a:rPr sz="1700" spc="-10" dirty="0">
                <a:latin typeface="Times New Roman"/>
                <a:cs typeface="Times New Roman"/>
              </a:rPr>
              <a:t>a</a:t>
            </a:r>
            <a:r>
              <a:rPr sz="1700" dirty="0">
                <a:latin typeface="Times New Roman"/>
                <a:cs typeface="Times New Roman"/>
              </a:rPr>
              <a:t>nsf</a:t>
            </a:r>
            <a:r>
              <a:rPr sz="1700" spc="-5" dirty="0">
                <a:latin typeface="Times New Roman"/>
                <a:cs typeface="Times New Roman"/>
              </a:rPr>
              <a:t>e</a:t>
            </a:r>
            <a:r>
              <a:rPr sz="1700" dirty="0">
                <a:latin typeface="Times New Roman"/>
                <a:cs typeface="Times New Roman"/>
              </a:rPr>
              <a:t>r</a:t>
            </a:r>
            <a:r>
              <a:rPr sz="1700" spc="-5" dirty="0">
                <a:latin typeface="Times New Roman"/>
                <a:cs typeface="Times New Roman"/>
              </a:rPr>
              <a:t>ring</a:t>
            </a:r>
            <a:r>
              <a:rPr sz="1700" dirty="0">
                <a:latin typeface="Times New Roman"/>
                <a:cs typeface="Times New Roman"/>
              </a:rPr>
              <a:t> </a:t>
            </a:r>
            <a:r>
              <a:rPr sz="1700" spc="10" dirty="0">
                <a:latin typeface="Times New Roman"/>
                <a:cs typeface="Times New Roman"/>
              </a:rPr>
              <a:t> </a:t>
            </a:r>
            <a:r>
              <a:rPr sz="1700" spc="-5" dirty="0">
                <a:latin typeface="Times New Roman"/>
                <a:cs typeface="Times New Roman"/>
              </a:rPr>
              <a:t>d</a:t>
            </a:r>
            <a:r>
              <a:rPr sz="1700" spc="-7" dirty="0">
                <a:latin typeface="Times New Roman"/>
                <a:cs typeface="Times New Roman"/>
              </a:rPr>
              <a:t>a</a:t>
            </a:r>
            <a:r>
              <a:rPr sz="1700" dirty="0">
                <a:latin typeface="Times New Roman"/>
                <a:cs typeface="Times New Roman"/>
              </a:rPr>
              <a:t>t</a:t>
            </a:r>
            <a:r>
              <a:rPr sz="1700" spc="-5" dirty="0">
                <a:latin typeface="Times New Roman"/>
                <a:cs typeface="Times New Roman"/>
              </a:rPr>
              <a:t>a</a:t>
            </a:r>
            <a:r>
              <a:rPr sz="1700" dirty="0">
                <a:latin typeface="Times New Roman"/>
                <a:cs typeface="Times New Roman"/>
              </a:rPr>
              <a:t> </a:t>
            </a:r>
            <a:r>
              <a:rPr sz="1700" spc="7" dirty="0">
                <a:latin typeface="Times New Roman"/>
                <a:cs typeface="Times New Roman"/>
              </a:rPr>
              <a:t> </a:t>
            </a:r>
            <a:r>
              <a:rPr sz="1700" spc="-5" dirty="0">
                <a:latin typeface="Times New Roman"/>
                <a:cs typeface="Times New Roman"/>
              </a:rPr>
              <a:t>b</a:t>
            </a:r>
            <a:r>
              <a:rPr sz="1700" spc="-7" dirty="0">
                <a:latin typeface="Times New Roman"/>
                <a:cs typeface="Times New Roman"/>
              </a:rPr>
              <a:t>e</a:t>
            </a:r>
            <a:r>
              <a:rPr sz="1700" spc="-5" dirty="0">
                <a:latin typeface="Times New Roman"/>
                <a:cs typeface="Times New Roman"/>
              </a:rPr>
              <a:t>tw</a:t>
            </a:r>
            <a:r>
              <a:rPr sz="1700" spc="-7" dirty="0">
                <a:latin typeface="Times New Roman"/>
                <a:cs typeface="Times New Roman"/>
              </a:rPr>
              <a:t>ee</a:t>
            </a:r>
            <a:r>
              <a:rPr sz="1700" dirty="0">
                <a:latin typeface="Times New Roman"/>
                <a:cs typeface="Times New Roman"/>
              </a:rPr>
              <a:t>n </a:t>
            </a:r>
            <a:r>
              <a:rPr sz="1700" spc="10" dirty="0">
                <a:latin typeface="Times New Roman"/>
                <a:cs typeface="Times New Roman"/>
              </a:rPr>
              <a:t> </a:t>
            </a:r>
            <a:r>
              <a:rPr sz="1700" spc="-2" dirty="0">
                <a:latin typeface="Times New Roman"/>
                <a:cs typeface="Times New Roman"/>
              </a:rPr>
              <a:t>the</a:t>
            </a:r>
            <a:r>
              <a:rPr sz="1700" dirty="0">
                <a:latin typeface="Times New Roman"/>
                <a:cs typeface="Times New Roman"/>
              </a:rPr>
              <a:t> </a:t>
            </a:r>
            <a:r>
              <a:rPr sz="1700" spc="10" dirty="0">
                <a:latin typeface="Times New Roman"/>
                <a:cs typeface="Times New Roman"/>
              </a:rPr>
              <a:t> </a:t>
            </a:r>
            <a:r>
              <a:rPr sz="1700" spc="-5" dirty="0">
                <a:latin typeface="Times New Roman"/>
                <a:cs typeface="Times New Roman"/>
              </a:rPr>
              <a:t>d</a:t>
            </a:r>
            <a:r>
              <a:rPr sz="1700" spc="-7" dirty="0">
                <a:latin typeface="Times New Roman"/>
                <a:cs typeface="Times New Roman"/>
              </a:rPr>
              <a:t>e</a:t>
            </a:r>
            <a:r>
              <a:rPr sz="1700" spc="-2" dirty="0">
                <a:latin typeface="Times New Roman"/>
                <a:cs typeface="Times New Roman"/>
              </a:rPr>
              <a:t>vic</a:t>
            </a:r>
            <a:r>
              <a:rPr sz="1700" spc="-5" dirty="0">
                <a:latin typeface="Times New Roman"/>
                <a:cs typeface="Times New Roman"/>
              </a:rPr>
              <a:t>e</a:t>
            </a:r>
            <a:r>
              <a:rPr sz="1700" dirty="0">
                <a:latin typeface="Times New Roman"/>
                <a:cs typeface="Times New Roman"/>
              </a:rPr>
              <a:t> </a:t>
            </a:r>
            <a:r>
              <a:rPr sz="1700" spc="7" dirty="0">
                <a:latin typeface="Times New Roman"/>
                <a:cs typeface="Times New Roman"/>
              </a:rPr>
              <a:t> </a:t>
            </a:r>
            <a:r>
              <a:rPr sz="1700" spc="-2" dirty="0">
                <a:latin typeface="Times New Roman"/>
                <a:cs typeface="Times New Roman"/>
              </a:rPr>
              <a:t>a</a:t>
            </a:r>
            <a:r>
              <a:rPr sz="1700" dirty="0">
                <a:latin typeface="Times New Roman"/>
                <a:cs typeface="Times New Roman"/>
              </a:rPr>
              <a:t>nd </a:t>
            </a:r>
            <a:r>
              <a:rPr sz="1700" spc="10" dirty="0">
                <a:latin typeface="Times New Roman"/>
                <a:cs typeface="Times New Roman"/>
              </a:rPr>
              <a:t> </a:t>
            </a:r>
            <a:r>
              <a:rPr sz="1700" spc="-5" dirty="0">
                <a:latin typeface="Times New Roman"/>
                <a:cs typeface="Times New Roman"/>
              </a:rPr>
              <a:t>prim</a:t>
            </a:r>
            <a:r>
              <a:rPr sz="1700" spc="-7" dirty="0">
                <a:latin typeface="Times New Roman"/>
                <a:cs typeface="Times New Roman"/>
              </a:rPr>
              <a:t>a</a:t>
            </a:r>
            <a:r>
              <a:rPr sz="1700" dirty="0">
                <a:latin typeface="Times New Roman"/>
                <a:cs typeface="Times New Roman"/>
              </a:rPr>
              <a:t>ry </a:t>
            </a:r>
            <a:r>
              <a:rPr sz="1700" spc="7" dirty="0">
                <a:latin typeface="Times New Roman"/>
                <a:cs typeface="Times New Roman"/>
              </a:rPr>
              <a:t> </a:t>
            </a:r>
            <a:r>
              <a:rPr sz="1700" spc="-5" dirty="0">
                <a:latin typeface="Times New Roman"/>
                <a:cs typeface="Times New Roman"/>
              </a:rPr>
              <a:t>memor</a:t>
            </a:r>
            <a:r>
              <a:rPr sz="1700" dirty="0">
                <a:latin typeface="Times New Roman"/>
                <a:cs typeface="Times New Roman"/>
              </a:rPr>
              <a:t>y.</a:t>
            </a:r>
            <a:endParaRPr lang="en-US" sz="1700" dirty="0">
              <a:latin typeface="Times New Roman"/>
              <a:cs typeface="Times New Roman"/>
            </a:endParaRPr>
          </a:p>
          <a:p>
            <a:pPr marL="291859" marR="2443" indent="-285750" algn="just">
              <a:spcBef>
                <a:spcPts val="358"/>
              </a:spcBef>
              <a:buFont typeface="Arial" panose="020B0604020202020204" pitchFamily="34" charset="0"/>
              <a:buChar char="•"/>
            </a:pPr>
            <a:r>
              <a:rPr sz="1700" spc="-5" dirty="0">
                <a:latin typeface="Times New Roman"/>
                <a:cs typeface="Times New Roman"/>
              </a:rPr>
              <a:t>The</a:t>
            </a:r>
            <a:r>
              <a:rPr sz="1700" dirty="0">
                <a:latin typeface="Times New Roman"/>
                <a:cs typeface="Times New Roman"/>
              </a:rPr>
              <a:t> </a:t>
            </a:r>
            <a:r>
              <a:rPr sz="1700" spc="7" dirty="0">
                <a:latin typeface="Times New Roman"/>
                <a:cs typeface="Times New Roman"/>
              </a:rPr>
              <a:t> </a:t>
            </a:r>
            <a:r>
              <a:rPr sz="1700" spc="-2" dirty="0">
                <a:latin typeface="Times New Roman"/>
                <a:cs typeface="Times New Roman"/>
              </a:rPr>
              <a:t>spe</a:t>
            </a:r>
            <a:r>
              <a:rPr sz="1700" spc="-7" dirty="0">
                <a:latin typeface="Times New Roman"/>
                <a:cs typeface="Times New Roman"/>
              </a:rPr>
              <a:t>e</a:t>
            </a:r>
            <a:r>
              <a:rPr sz="1700" dirty="0">
                <a:latin typeface="Times New Roman"/>
                <a:cs typeface="Times New Roman"/>
              </a:rPr>
              <a:t>d </a:t>
            </a:r>
            <a:r>
              <a:rPr sz="1700" spc="10" dirty="0">
                <a:latin typeface="Times New Roman"/>
                <a:cs typeface="Times New Roman"/>
              </a:rPr>
              <a:t> </a:t>
            </a:r>
            <a:r>
              <a:rPr sz="1700" dirty="0">
                <a:latin typeface="Times New Roman"/>
                <a:cs typeface="Times New Roman"/>
              </a:rPr>
              <a:t>of </a:t>
            </a:r>
            <a:r>
              <a:rPr sz="1700" spc="7" dirty="0">
                <a:latin typeface="Times New Roman"/>
                <a:cs typeface="Times New Roman"/>
              </a:rPr>
              <a:t> </a:t>
            </a:r>
            <a:r>
              <a:rPr sz="1700" spc="-2" dirty="0">
                <a:latin typeface="Times New Roman"/>
                <a:cs typeface="Times New Roman"/>
              </a:rPr>
              <a:t>these </a:t>
            </a:r>
            <a:r>
              <a:rPr sz="1700" spc="-5" dirty="0">
                <a:latin typeface="Times New Roman"/>
                <a:cs typeface="Times New Roman"/>
              </a:rPr>
              <a:t>op</a:t>
            </a:r>
            <a:r>
              <a:rPr sz="1700" spc="-7" dirty="0">
                <a:latin typeface="Times New Roman"/>
                <a:cs typeface="Times New Roman"/>
              </a:rPr>
              <a:t>e</a:t>
            </a:r>
            <a:r>
              <a:rPr sz="1700" spc="-2" dirty="0">
                <a:latin typeface="Times New Roman"/>
                <a:cs typeface="Times New Roman"/>
              </a:rPr>
              <a:t>r</a:t>
            </a:r>
            <a:r>
              <a:rPr sz="1700" spc="-10" dirty="0">
                <a:latin typeface="Times New Roman"/>
                <a:cs typeface="Times New Roman"/>
              </a:rPr>
              <a:t>a</a:t>
            </a:r>
            <a:r>
              <a:rPr sz="1700" spc="-2" dirty="0">
                <a:latin typeface="Times New Roman"/>
                <a:cs typeface="Times New Roman"/>
              </a:rPr>
              <a:t>ti</a:t>
            </a:r>
            <a:r>
              <a:rPr sz="1700" dirty="0">
                <a:latin typeface="Times New Roman"/>
                <a:cs typeface="Times New Roman"/>
              </a:rPr>
              <a:t>ons</a:t>
            </a:r>
            <a:r>
              <a:rPr sz="1700" spc="5" dirty="0">
                <a:latin typeface="Times New Roman"/>
                <a:cs typeface="Times New Roman"/>
              </a:rPr>
              <a:t> </a:t>
            </a:r>
            <a:r>
              <a:rPr sz="1700" spc="-2" dirty="0">
                <a:latin typeface="Times New Roman"/>
                <a:cs typeface="Times New Roman"/>
              </a:rPr>
              <a:t>is</a:t>
            </a:r>
            <a:r>
              <a:rPr sz="1700" spc="5" dirty="0">
                <a:latin typeface="Times New Roman"/>
                <a:cs typeface="Times New Roman"/>
              </a:rPr>
              <a:t> </a:t>
            </a:r>
            <a:r>
              <a:rPr sz="1700" spc="-7" dirty="0">
                <a:latin typeface="Times New Roman"/>
                <a:cs typeface="Times New Roman"/>
              </a:rPr>
              <a:t>a</a:t>
            </a:r>
            <a:r>
              <a:rPr sz="1700" dirty="0">
                <a:latin typeface="Times New Roman"/>
                <a:cs typeface="Times New Roman"/>
              </a:rPr>
              <a:t>f</a:t>
            </a:r>
            <a:r>
              <a:rPr sz="1700" spc="-5" dirty="0">
                <a:latin typeface="Times New Roman"/>
                <a:cs typeface="Times New Roman"/>
              </a:rPr>
              <a:t>f</a:t>
            </a:r>
            <a:r>
              <a:rPr sz="1700" spc="-2" dirty="0">
                <a:latin typeface="Times New Roman"/>
                <a:cs typeface="Times New Roman"/>
              </a:rPr>
              <a:t>e</a:t>
            </a:r>
            <a:r>
              <a:rPr sz="1700" spc="-7" dirty="0">
                <a:latin typeface="Times New Roman"/>
                <a:cs typeface="Times New Roman"/>
              </a:rPr>
              <a:t>c</a:t>
            </a:r>
            <a:r>
              <a:rPr sz="1700" spc="-2" dirty="0">
                <a:latin typeface="Times New Roman"/>
                <a:cs typeface="Times New Roman"/>
              </a:rPr>
              <a:t>ted</a:t>
            </a:r>
            <a:r>
              <a:rPr sz="1700" spc="2" dirty="0">
                <a:latin typeface="Times New Roman"/>
                <a:cs typeface="Times New Roman"/>
              </a:rPr>
              <a:t> </a:t>
            </a:r>
            <a:r>
              <a:rPr sz="1700" dirty="0">
                <a:latin typeface="Times New Roman"/>
                <a:cs typeface="Times New Roman"/>
              </a:rPr>
              <a:t>by</a:t>
            </a:r>
            <a:r>
              <a:rPr sz="1700" spc="10" dirty="0">
                <a:latin typeface="Times New Roman"/>
                <a:cs typeface="Times New Roman"/>
              </a:rPr>
              <a:t> </a:t>
            </a:r>
            <a:r>
              <a:rPr sz="1700" spc="-2" dirty="0">
                <a:latin typeface="Times New Roman"/>
                <a:cs typeface="Times New Roman"/>
              </a:rPr>
              <a:t>f</a:t>
            </a:r>
            <a:r>
              <a:rPr sz="1700" spc="-10" dirty="0">
                <a:latin typeface="Times New Roman"/>
                <a:cs typeface="Times New Roman"/>
              </a:rPr>
              <a:t>a</a:t>
            </a:r>
            <a:r>
              <a:rPr sz="1700" spc="-7" dirty="0">
                <a:latin typeface="Times New Roman"/>
                <a:cs typeface="Times New Roman"/>
              </a:rPr>
              <a:t>c</a:t>
            </a:r>
            <a:r>
              <a:rPr sz="1700" dirty="0">
                <a:latin typeface="Times New Roman"/>
                <a:cs typeface="Times New Roman"/>
              </a:rPr>
              <a:t>tors</a:t>
            </a:r>
            <a:r>
              <a:rPr sz="1700" spc="2" dirty="0">
                <a:latin typeface="Times New Roman"/>
                <a:cs typeface="Times New Roman"/>
              </a:rPr>
              <a:t> </a:t>
            </a:r>
            <a:r>
              <a:rPr sz="1700" spc="-2" dirty="0">
                <a:latin typeface="Times New Roman"/>
                <a:cs typeface="Times New Roman"/>
              </a:rPr>
              <a:t>suc</a:t>
            </a:r>
            <a:r>
              <a:rPr sz="1700" dirty="0">
                <a:latin typeface="Times New Roman"/>
                <a:cs typeface="Times New Roman"/>
              </a:rPr>
              <a:t>h</a:t>
            </a:r>
            <a:r>
              <a:rPr sz="1700" spc="10" dirty="0">
                <a:latin typeface="Times New Roman"/>
                <a:cs typeface="Times New Roman"/>
              </a:rPr>
              <a:t> </a:t>
            </a:r>
            <a:r>
              <a:rPr sz="1700" spc="-7" dirty="0">
                <a:latin typeface="Times New Roman"/>
                <a:cs typeface="Times New Roman"/>
              </a:rPr>
              <a:t>a</a:t>
            </a:r>
            <a:r>
              <a:rPr sz="1700" dirty="0">
                <a:latin typeface="Times New Roman"/>
                <a:cs typeface="Times New Roman"/>
              </a:rPr>
              <a:t>s</a:t>
            </a:r>
            <a:r>
              <a:rPr sz="1700" spc="5" dirty="0">
                <a:latin typeface="Times New Roman"/>
                <a:cs typeface="Times New Roman"/>
              </a:rPr>
              <a:t> </a:t>
            </a:r>
            <a:r>
              <a:rPr sz="1700" spc="-2" dirty="0">
                <a:latin typeface="Times New Roman"/>
                <a:cs typeface="Times New Roman"/>
              </a:rPr>
              <a:t>the</a:t>
            </a:r>
            <a:r>
              <a:rPr sz="1700" spc="2" dirty="0">
                <a:latin typeface="Times New Roman"/>
                <a:cs typeface="Times New Roman"/>
              </a:rPr>
              <a:t> </a:t>
            </a:r>
            <a:r>
              <a:rPr sz="1700" spc="-5" dirty="0">
                <a:latin typeface="Times New Roman"/>
                <a:cs typeface="Times New Roman"/>
              </a:rPr>
              <a:t>type</a:t>
            </a:r>
            <a:r>
              <a:rPr sz="1700" spc="2" dirty="0">
                <a:latin typeface="Times New Roman"/>
                <a:cs typeface="Times New Roman"/>
              </a:rPr>
              <a:t> </a:t>
            </a:r>
            <a:r>
              <a:rPr sz="1700" spc="5" dirty="0">
                <a:latin typeface="Times New Roman"/>
                <a:cs typeface="Times New Roman"/>
              </a:rPr>
              <a:t>o</a:t>
            </a:r>
            <a:r>
              <a:rPr sz="1700" dirty="0">
                <a:latin typeface="Times New Roman"/>
                <a:cs typeface="Times New Roman"/>
              </a:rPr>
              <a:t>f</a:t>
            </a:r>
            <a:r>
              <a:rPr sz="1700" spc="2" dirty="0">
                <a:latin typeface="Times New Roman"/>
                <a:cs typeface="Times New Roman"/>
              </a:rPr>
              <a:t> </a:t>
            </a:r>
            <a:r>
              <a:rPr sz="1700" spc="-5" dirty="0">
                <a:latin typeface="Times New Roman"/>
                <a:cs typeface="Times New Roman"/>
              </a:rPr>
              <a:t>d</a:t>
            </a:r>
            <a:r>
              <a:rPr sz="1700" spc="-7" dirty="0">
                <a:latin typeface="Times New Roman"/>
                <a:cs typeface="Times New Roman"/>
              </a:rPr>
              <a:t>e</a:t>
            </a:r>
            <a:r>
              <a:rPr sz="1700" spc="-2" dirty="0">
                <a:latin typeface="Times New Roman"/>
                <a:cs typeface="Times New Roman"/>
              </a:rPr>
              <a:t>vic</a:t>
            </a:r>
            <a:r>
              <a:rPr sz="1700" spc="-10" dirty="0">
                <a:latin typeface="Times New Roman"/>
                <a:cs typeface="Times New Roman"/>
              </a:rPr>
              <a:t>e</a:t>
            </a:r>
            <a:r>
              <a:rPr sz="1700" dirty="0">
                <a:latin typeface="Times New Roman"/>
                <a:cs typeface="Times New Roman"/>
              </a:rPr>
              <a:t>,</a:t>
            </a:r>
            <a:r>
              <a:rPr sz="1700" spc="5" dirty="0">
                <a:latin typeface="Times New Roman"/>
                <a:cs typeface="Times New Roman"/>
              </a:rPr>
              <a:t> </a:t>
            </a:r>
            <a:r>
              <a:rPr sz="1700" spc="-2" dirty="0">
                <a:latin typeface="Times New Roman"/>
                <a:cs typeface="Times New Roman"/>
              </a:rPr>
              <a:t>the</a:t>
            </a:r>
            <a:r>
              <a:rPr sz="1700" spc="2" dirty="0">
                <a:latin typeface="Times New Roman"/>
                <a:cs typeface="Times New Roman"/>
              </a:rPr>
              <a:t> </a:t>
            </a:r>
            <a:r>
              <a:rPr sz="1700" spc="-5" dirty="0">
                <a:latin typeface="Times New Roman"/>
                <a:cs typeface="Times New Roman"/>
              </a:rPr>
              <a:t>si</a:t>
            </a:r>
            <a:r>
              <a:rPr sz="1700" dirty="0">
                <a:latin typeface="Times New Roman"/>
                <a:cs typeface="Times New Roman"/>
              </a:rPr>
              <a:t>z</a:t>
            </a:r>
            <a:r>
              <a:rPr sz="1700" spc="-5" dirty="0">
                <a:latin typeface="Times New Roman"/>
                <a:cs typeface="Times New Roman"/>
              </a:rPr>
              <a:t>e</a:t>
            </a:r>
            <a:r>
              <a:rPr sz="1700" spc="2" dirty="0">
                <a:latin typeface="Times New Roman"/>
                <a:cs typeface="Times New Roman"/>
              </a:rPr>
              <a:t> </a:t>
            </a:r>
            <a:r>
              <a:rPr sz="1700" dirty="0">
                <a:latin typeface="Times New Roman"/>
                <a:cs typeface="Times New Roman"/>
              </a:rPr>
              <a:t>of</a:t>
            </a:r>
            <a:r>
              <a:rPr sz="1700" spc="2" dirty="0">
                <a:latin typeface="Times New Roman"/>
                <a:cs typeface="Times New Roman"/>
              </a:rPr>
              <a:t> </a:t>
            </a:r>
            <a:r>
              <a:rPr sz="1700" spc="-2" dirty="0">
                <a:latin typeface="Times New Roman"/>
                <a:cs typeface="Times New Roman"/>
              </a:rPr>
              <a:t>the</a:t>
            </a:r>
            <a:r>
              <a:rPr sz="1700" spc="2" dirty="0">
                <a:latin typeface="Times New Roman"/>
                <a:cs typeface="Times New Roman"/>
              </a:rPr>
              <a:t> </a:t>
            </a:r>
            <a:r>
              <a:rPr sz="1700" spc="-2" dirty="0">
                <a:latin typeface="Times New Roman"/>
                <a:cs typeface="Times New Roman"/>
              </a:rPr>
              <a:t>f</a:t>
            </a:r>
            <a:r>
              <a:rPr sz="1700" dirty="0">
                <a:latin typeface="Times New Roman"/>
                <a:cs typeface="Times New Roman"/>
              </a:rPr>
              <a:t>i</a:t>
            </a:r>
            <a:r>
              <a:rPr sz="1700" spc="-2" dirty="0">
                <a:latin typeface="Times New Roman"/>
                <a:cs typeface="Times New Roman"/>
              </a:rPr>
              <a:t>le</a:t>
            </a:r>
            <a:r>
              <a:rPr sz="1700" spc="19" dirty="0">
                <a:latin typeface="Times New Roman"/>
                <a:cs typeface="Times New Roman"/>
              </a:rPr>
              <a:t> </a:t>
            </a:r>
            <a:r>
              <a:rPr sz="1700" spc="-5" dirty="0">
                <a:latin typeface="Times New Roman"/>
                <a:cs typeface="Times New Roman"/>
              </a:rPr>
              <a:t>b</a:t>
            </a:r>
            <a:r>
              <a:rPr sz="1700" spc="-7" dirty="0">
                <a:latin typeface="Times New Roman"/>
                <a:cs typeface="Times New Roman"/>
              </a:rPr>
              <a:t>e</a:t>
            </a:r>
            <a:r>
              <a:rPr sz="1700" spc="-5" dirty="0">
                <a:latin typeface="Times New Roman"/>
                <a:cs typeface="Times New Roman"/>
              </a:rPr>
              <a:t>ing</a:t>
            </a:r>
            <a:r>
              <a:rPr sz="1700" spc="5" dirty="0">
                <a:latin typeface="Times New Roman"/>
                <a:cs typeface="Times New Roman"/>
              </a:rPr>
              <a:t> </a:t>
            </a:r>
            <a:r>
              <a:rPr sz="1700" spc="-7" dirty="0">
                <a:latin typeface="Times New Roman"/>
                <a:cs typeface="Times New Roman"/>
              </a:rPr>
              <a:t>ac</a:t>
            </a:r>
            <a:r>
              <a:rPr sz="1700" spc="-2" dirty="0">
                <a:latin typeface="Times New Roman"/>
                <a:cs typeface="Times New Roman"/>
              </a:rPr>
              <a:t>c</a:t>
            </a:r>
            <a:r>
              <a:rPr sz="1700" spc="-7" dirty="0">
                <a:latin typeface="Times New Roman"/>
                <a:cs typeface="Times New Roman"/>
              </a:rPr>
              <a:t>e</a:t>
            </a:r>
            <a:r>
              <a:rPr sz="1700" spc="-2" dirty="0">
                <a:latin typeface="Times New Roman"/>
                <a:cs typeface="Times New Roman"/>
              </a:rPr>
              <a:t>ssed, </a:t>
            </a:r>
            <a:r>
              <a:rPr sz="1700" spc="-7" dirty="0">
                <a:latin typeface="Times New Roman"/>
                <a:cs typeface="Times New Roman"/>
              </a:rPr>
              <a:t>a</a:t>
            </a:r>
            <a:r>
              <a:rPr sz="1700" dirty="0">
                <a:latin typeface="Times New Roman"/>
                <a:cs typeface="Times New Roman"/>
              </a:rPr>
              <a:t>nd </a:t>
            </a:r>
            <a:r>
              <a:rPr sz="1700" spc="-2" dirty="0">
                <a:latin typeface="Times New Roman"/>
                <a:cs typeface="Times New Roman"/>
              </a:rPr>
              <a:t>the </a:t>
            </a:r>
            <a:r>
              <a:rPr sz="1700" spc="-5" dirty="0">
                <a:latin typeface="Times New Roman"/>
                <a:cs typeface="Times New Roman"/>
              </a:rPr>
              <a:t>type</a:t>
            </a:r>
            <a:r>
              <a:rPr sz="1700" spc="-2" dirty="0">
                <a:latin typeface="Times New Roman"/>
                <a:cs typeface="Times New Roman"/>
              </a:rPr>
              <a:t> </a:t>
            </a:r>
            <a:r>
              <a:rPr sz="1700" dirty="0">
                <a:latin typeface="Times New Roman"/>
                <a:cs typeface="Times New Roman"/>
              </a:rPr>
              <a:t>of </a:t>
            </a:r>
            <a:r>
              <a:rPr sz="1700" spc="-10" dirty="0">
                <a:latin typeface="Times New Roman"/>
                <a:cs typeface="Times New Roman"/>
              </a:rPr>
              <a:t>c</a:t>
            </a:r>
            <a:r>
              <a:rPr sz="1700" dirty="0">
                <a:latin typeface="Times New Roman"/>
                <a:cs typeface="Times New Roman"/>
              </a:rPr>
              <a:t>on</a:t>
            </a:r>
            <a:r>
              <a:rPr sz="1700" spc="5" dirty="0">
                <a:latin typeface="Times New Roman"/>
                <a:cs typeface="Times New Roman"/>
              </a:rPr>
              <a:t>n</a:t>
            </a:r>
            <a:r>
              <a:rPr sz="1700" spc="-7" dirty="0">
                <a:latin typeface="Times New Roman"/>
                <a:cs typeface="Times New Roman"/>
              </a:rPr>
              <a:t>ec</a:t>
            </a:r>
            <a:r>
              <a:rPr sz="1700" spc="-2" dirty="0">
                <a:latin typeface="Times New Roman"/>
                <a:cs typeface="Times New Roman"/>
              </a:rPr>
              <a:t>ti</a:t>
            </a:r>
            <a:r>
              <a:rPr sz="1700" spc="5" dirty="0">
                <a:latin typeface="Times New Roman"/>
                <a:cs typeface="Times New Roman"/>
              </a:rPr>
              <a:t>o</a:t>
            </a:r>
            <a:r>
              <a:rPr sz="1700" dirty="0">
                <a:latin typeface="Times New Roman"/>
                <a:cs typeface="Times New Roman"/>
              </a:rPr>
              <a:t>n </a:t>
            </a:r>
            <a:r>
              <a:rPr sz="1700" spc="-5" dirty="0">
                <a:latin typeface="Times New Roman"/>
                <a:cs typeface="Times New Roman"/>
              </a:rPr>
              <a:t>b</a:t>
            </a:r>
            <a:r>
              <a:rPr sz="1700" spc="-7" dirty="0">
                <a:latin typeface="Times New Roman"/>
                <a:cs typeface="Times New Roman"/>
              </a:rPr>
              <a:t>e</a:t>
            </a:r>
            <a:r>
              <a:rPr sz="1700" spc="-5" dirty="0">
                <a:latin typeface="Times New Roman"/>
                <a:cs typeface="Times New Roman"/>
              </a:rPr>
              <a:t>tw</a:t>
            </a:r>
            <a:r>
              <a:rPr sz="1700" spc="-7" dirty="0">
                <a:latin typeface="Times New Roman"/>
                <a:cs typeface="Times New Roman"/>
              </a:rPr>
              <a:t>ee</a:t>
            </a:r>
            <a:r>
              <a:rPr sz="1700" dirty="0">
                <a:latin typeface="Times New Roman"/>
                <a:cs typeface="Times New Roman"/>
              </a:rPr>
              <a:t>n </a:t>
            </a:r>
            <a:r>
              <a:rPr sz="1700" spc="-2" dirty="0">
                <a:latin typeface="Times New Roman"/>
                <a:cs typeface="Times New Roman"/>
              </a:rPr>
              <a:t>the </a:t>
            </a:r>
            <a:r>
              <a:rPr sz="1700" spc="2" dirty="0">
                <a:latin typeface="Times New Roman"/>
                <a:cs typeface="Times New Roman"/>
              </a:rPr>
              <a:t>d</a:t>
            </a:r>
            <a:r>
              <a:rPr sz="1700" spc="-7" dirty="0">
                <a:latin typeface="Times New Roman"/>
                <a:cs typeface="Times New Roman"/>
              </a:rPr>
              <a:t>e</a:t>
            </a:r>
            <a:r>
              <a:rPr sz="1700" spc="-2" dirty="0">
                <a:latin typeface="Times New Roman"/>
                <a:cs typeface="Times New Roman"/>
              </a:rPr>
              <a:t>vice</a:t>
            </a:r>
            <a:r>
              <a:rPr sz="1700" dirty="0">
                <a:latin typeface="Times New Roman"/>
                <a:cs typeface="Times New Roman"/>
              </a:rPr>
              <a:t> </a:t>
            </a:r>
            <a:r>
              <a:rPr sz="1700" spc="-7" dirty="0">
                <a:latin typeface="Times New Roman"/>
                <a:cs typeface="Times New Roman"/>
              </a:rPr>
              <a:t>a</a:t>
            </a:r>
            <a:r>
              <a:rPr sz="1700" dirty="0">
                <a:latin typeface="Times New Roman"/>
                <a:cs typeface="Times New Roman"/>
              </a:rPr>
              <a:t>nd</a:t>
            </a:r>
            <a:r>
              <a:rPr sz="1700" spc="5" dirty="0">
                <a:latin typeface="Times New Roman"/>
                <a:cs typeface="Times New Roman"/>
              </a:rPr>
              <a:t> </a:t>
            </a:r>
            <a:r>
              <a:rPr sz="1700" spc="-2" dirty="0">
                <a:latin typeface="Times New Roman"/>
                <a:cs typeface="Times New Roman"/>
              </a:rPr>
              <a:t>the </a:t>
            </a:r>
            <a:r>
              <a:rPr sz="1700" spc="-10" dirty="0">
                <a:latin typeface="Times New Roman"/>
                <a:cs typeface="Times New Roman"/>
              </a:rPr>
              <a:t>c</a:t>
            </a:r>
            <a:r>
              <a:rPr sz="1700" spc="-5" dirty="0">
                <a:latin typeface="Times New Roman"/>
                <a:cs typeface="Times New Roman"/>
              </a:rPr>
              <a:t>omput</a:t>
            </a:r>
            <a:r>
              <a:rPr sz="1700" spc="-7" dirty="0">
                <a:latin typeface="Times New Roman"/>
                <a:cs typeface="Times New Roman"/>
              </a:rPr>
              <a:t>e</a:t>
            </a:r>
            <a:r>
              <a:rPr sz="1700" dirty="0">
                <a:latin typeface="Times New Roman"/>
                <a:cs typeface="Times New Roman"/>
              </a:rPr>
              <a:t>r.</a:t>
            </a:r>
            <a:endParaRPr lang="en-US" sz="1700" dirty="0">
              <a:latin typeface="Times New Roman"/>
              <a:cs typeface="Times New Roman"/>
            </a:endParaRPr>
          </a:p>
          <a:p>
            <a:pPr marL="291859" marR="2443" indent="-285750" algn="just">
              <a:spcBef>
                <a:spcPts val="358"/>
              </a:spcBef>
              <a:buFont typeface="Arial" panose="020B0604020202020204" pitchFamily="34" charset="0"/>
              <a:buChar char="•"/>
            </a:pPr>
            <a:r>
              <a:rPr sz="1700" spc="-2" dirty="0">
                <a:latin typeface="Times New Roman"/>
                <a:cs typeface="Times New Roman"/>
              </a:rPr>
              <a:t>Ov</a:t>
            </a:r>
            <a:r>
              <a:rPr sz="1700" spc="-5" dirty="0">
                <a:latin typeface="Times New Roman"/>
                <a:cs typeface="Times New Roman"/>
              </a:rPr>
              <a:t>e</a:t>
            </a:r>
            <a:r>
              <a:rPr sz="1700" spc="-2" dirty="0">
                <a:latin typeface="Times New Roman"/>
                <a:cs typeface="Times New Roman"/>
              </a:rPr>
              <a:t>r</a:t>
            </a:r>
            <a:r>
              <a:rPr sz="1700" spc="-10" dirty="0">
                <a:latin typeface="Times New Roman"/>
                <a:cs typeface="Times New Roman"/>
              </a:rPr>
              <a:t>a</a:t>
            </a:r>
            <a:r>
              <a:rPr sz="1700" spc="-2" dirty="0">
                <a:latin typeface="Times New Roman"/>
                <a:cs typeface="Times New Roman"/>
              </a:rPr>
              <a:t>ll</a:t>
            </a:r>
            <a:r>
              <a:rPr sz="1700" dirty="0">
                <a:latin typeface="Times New Roman"/>
                <a:cs typeface="Times New Roman"/>
              </a:rPr>
              <a:t>,</a:t>
            </a:r>
            <a:r>
              <a:rPr sz="1700" spc="-19" dirty="0">
                <a:latin typeface="Times New Roman"/>
                <a:cs typeface="Times New Roman"/>
              </a:rPr>
              <a:t> </a:t>
            </a:r>
            <a:r>
              <a:rPr sz="1700" spc="-2" dirty="0">
                <a:latin typeface="Times New Roman"/>
                <a:cs typeface="Times New Roman"/>
              </a:rPr>
              <a:t>se</a:t>
            </a:r>
            <a:r>
              <a:rPr sz="1700" spc="-7" dirty="0">
                <a:latin typeface="Times New Roman"/>
                <a:cs typeface="Times New Roman"/>
              </a:rPr>
              <a:t>c</a:t>
            </a:r>
            <a:r>
              <a:rPr sz="1700" dirty="0">
                <a:latin typeface="Times New Roman"/>
                <a:cs typeface="Times New Roman"/>
              </a:rPr>
              <a:t>on</a:t>
            </a:r>
            <a:r>
              <a:rPr sz="1700" spc="5" dirty="0">
                <a:latin typeface="Times New Roman"/>
                <a:cs typeface="Times New Roman"/>
              </a:rPr>
              <a:t>d</a:t>
            </a:r>
            <a:r>
              <a:rPr sz="1700" spc="-7" dirty="0">
                <a:latin typeface="Times New Roman"/>
                <a:cs typeface="Times New Roman"/>
              </a:rPr>
              <a:t>a</a:t>
            </a:r>
            <a:r>
              <a:rPr sz="1700" dirty="0">
                <a:latin typeface="Times New Roman"/>
                <a:cs typeface="Times New Roman"/>
              </a:rPr>
              <a:t>ry</a:t>
            </a:r>
            <a:r>
              <a:rPr sz="1700" spc="-19" dirty="0">
                <a:latin typeface="Times New Roman"/>
                <a:cs typeface="Times New Roman"/>
              </a:rPr>
              <a:t> </a:t>
            </a:r>
            <a:r>
              <a:rPr sz="1700" spc="-5" dirty="0">
                <a:latin typeface="Times New Roman"/>
                <a:cs typeface="Times New Roman"/>
              </a:rPr>
              <a:t>memor</a:t>
            </a:r>
            <a:r>
              <a:rPr sz="1700" dirty="0">
                <a:latin typeface="Times New Roman"/>
                <a:cs typeface="Times New Roman"/>
              </a:rPr>
              <a:t>y</a:t>
            </a:r>
            <a:r>
              <a:rPr sz="1700" spc="-19" dirty="0">
                <a:latin typeface="Times New Roman"/>
                <a:cs typeface="Times New Roman"/>
              </a:rPr>
              <a:t> </a:t>
            </a:r>
            <a:r>
              <a:rPr sz="1700" spc="-2" dirty="0">
                <a:latin typeface="Times New Roman"/>
                <a:cs typeface="Times New Roman"/>
              </a:rPr>
              <a:t>is</a:t>
            </a:r>
            <a:r>
              <a:rPr sz="1700" spc="-17" dirty="0">
                <a:latin typeface="Times New Roman"/>
                <a:cs typeface="Times New Roman"/>
              </a:rPr>
              <a:t> </a:t>
            </a:r>
            <a:r>
              <a:rPr sz="1700" spc="-7" dirty="0">
                <a:latin typeface="Times New Roman"/>
                <a:cs typeface="Times New Roman"/>
              </a:rPr>
              <a:t>a</a:t>
            </a:r>
            <a:r>
              <a:rPr sz="1700" dirty="0">
                <a:latin typeface="Times New Roman"/>
                <a:cs typeface="Times New Roman"/>
              </a:rPr>
              <a:t>n</a:t>
            </a:r>
            <a:r>
              <a:rPr sz="1700" spc="-19" dirty="0">
                <a:latin typeface="Times New Roman"/>
                <a:cs typeface="Times New Roman"/>
              </a:rPr>
              <a:t> </a:t>
            </a:r>
            <a:r>
              <a:rPr sz="1700" spc="-5" dirty="0">
                <a:latin typeface="Times New Roman"/>
                <a:cs typeface="Times New Roman"/>
              </a:rPr>
              <a:t>essentia</a:t>
            </a:r>
            <a:r>
              <a:rPr sz="1700" spc="-2" dirty="0">
                <a:latin typeface="Times New Roman"/>
                <a:cs typeface="Times New Roman"/>
              </a:rPr>
              <a:t>l</a:t>
            </a:r>
            <a:r>
              <a:rPr sz="1700" spc="-17" dirty="0">
                <a:latin typeface="Times New Roman"/>
                <a:cs typeface="Times New Roman"/>
              </a:rPr>
              <a:t> </a:t>
            </a:r>
            <a:r>
              <a:rPr sz="1700" spc="-7" dirty="0">
                <a:latin typeface="Times New Roman"/>
                <a:cs typeface="Times New Roman"/>
              </a:rPr>
              <a:t>c</a:t>
            </a:r>
            <a:r>
              <a:rPr sz="1700" spc="-5" dirty="0">
                <a:latin typeface="Times New Roman"/>
                <a:cs typeface="Times New Roman"/>
              </a:rPr>
              <a:t>ompo</a:t>
            </a:r>
            <a:r>
              <a:rPr sz="1700" spc="-10" dirty="0">
                <a:latin typeface="Times New Roman"/>
                <a:cs typeface="Times New Roman"/>
              </a:rPr>
              <a:t>n</a:t>
            </a:r>
            <a:r>
              <a:rPr sz="1700" spc="-7" dirty="0">
                <a:latin typeface="Times New Roman"/>
                <a:cs typeface="Times New Roman"/>
              </a:rPr>
              <a:t>e</a:t>
            </a:r>
            <a:r>
              <a:rPr sz="1700" spc="-2" dirty="0">
                <a:latin typeface="Times New Roman"/>
                <a:cs typeface="Times New Roman"/>
              </a:rPr>
              <a:t>nt</a:t>
            </a:r>
            <a:r>
              <a:rPr sz="1700" spc="-17" dirty="0">
                <a:latin typeface="Times New Roman"/>
                <a:cs typeface="Times New Roman"/>
              </a:rPr>
              <a:t> </a:t>
            </a:r>
            <a:r>
              <a:rPr sz="1700" dirty="0">
                <a:latin typeface="Times New Roman"/>
                <a:cs typeface="Times New Roman"/>
              </a:rPr>
              <a:t>of</a:t>
            </a:r>
            <a:r>
              <a:rPr sz="1700" spc="-19" dirty="0">
                <a:latin typeface="Times New Roman"/>
                <a:cs typeface="Times New Roman"/>
              </a:rPr>
              <a:t> </a:t>
            </a:r>
            <a:r>
              <a:rPr sz="1700" spc="-5" dirty="0">
                <a:latin typeface="Times New Roman"/>
                <a:cs typeface="Times New Roman"/>
              </a:rPr>
              <a:t>mode</a:t>
            </a:r>
            <a:r>
              <a:rPr sz="1700" spc="-7" dirty="0">
                <a:latin typeface="Times New Roman"/>
                <a:cs typeface="Times New Roman"/>
              </a:rPr>
              <a:t>r</a:t>
            </a:r>
            <a:r>
              <a:rPr sz="1700" dirty="0">
                <a:latin typeface="Times New Roman"/>
                <a:cs typeface="Times New Roman"/>
              </a:rPr>
              <a:t>n</a:t>
            </a:r>
            <a:r>
              <a:rPr sz="1700" spc="-19" dirty="0">
                <a:latin typeface="Times New Roman"/>
                <a:cs typeface="Times New Roman"/>
              </a:rPr>
              <a:t> </a:t>
            </a:r>
            <a:r>
              <a:rPr sz="1700" spc="-7" dirty="0">
                <a:latin typeface="Times New Roman"/>
                <a:cs typeface="Times New Roman"/>
              </a:rPr>
              <a:t>c</a:t>
            </a:r>
            <a:r>
              <a:rPr sz="1700" spc="-5" dirty="0">
                <a:latin typeface="Times New Roman"/>
                <a:cs typeface="Times New Roman"/>
              </a:rPr>
              <a:t>omputing</a:t>
            </a:r>
            <a:r>
              <a:rPr sz="1700" spc="-24" dirty="0">
                <a:latin typeface="Times New Roman"/>
                <a:cs typeface="Times New Roman"/>
              </a:rPr>
              <a:t> </a:t>
            </a:r>
            <a:r>
              <a:rPr sz="1700" spc="-2" dirty="0">
                <a:latin typeface="Times New Roman"/>
                <a:cs typeface="Times New Roman"/>
              </a:rPr>
              <a:t>sys</a:t>
            </a:r>
            <a:r>
              <a:rPr sz="1700" dirty="0">
                <a:latin typeface="Times New Roman"/>
                <a:cs typeface="Times New Roman"/>
              </a:rPr>
              <a:t>t</a:t>
            </a:r>
            <a:r>
              <a:rPr sz="1700" spc="-7" dirty="0">
                <a:latin typeface="Times New Roman"/>
                <a:cs typeface="Times New Roman"/>
              </a:rPr>
              <a:t>e</a:t>
            </a:r>
            <a:r>
              <a:rPr sz="1700" spc="-5" dirty="0">
                <a:latin typeface="Times New Roman"/>
                <a:cs typeface="Times New Roman"/>
              </a:rPr>
              <a:t>ms</a:t>
            </a:r>
            <a:r>
              <a:rPr sz="1700" spc="-17" dirty="0">
                <a:latin typeface="Times New Roman"/>
                <a:cs typeface="Times New Roman"/>
              </a:rPr>
              <a:t> </a:t>
            </a:r>
            <a:r>
              <a:rPr sz="1700" spc="-7" dirty="0">
                <a:latin typeface="Times New Roman"/>
                <a:cs typeface="Times New Roman"/>
              </a:rPr>
              <a:t>a</a:t>
            </a:r>
            <a:r>
              <a:rPr sz="1700" dirty="0">
                <a:latin typeface="Times New Roman"/>
                <a:cs typeface="Times New Roman"/>
              </a:rPr>
              <a:t>nd</a:t>
            </a:r>
            <a:r>
              <a:rPr sz="1700" spc="-19" dirty="0">
                <a:latin typeface="Times New Roman"/>
                <a:cs typeface="Times New Roman"/>
              </a:rPr>
              <a:t> </a:t>
            </a:r>
            <a:r>
              <a:rPr sz="1700" spc="-2" dirty="0">
                <a:latin typeface="Times New Roman"/>
                <a:cs typeface="Times New Roman"/>
              </a:rPr>
              <a:t>plays </a:t>
            </a:r>
            <a:r>
              <a:rPr sz="1700" spc="-5" dirty="0">
                <a:latin typeface="Times New Roman"/>
                <a:cs typeface="Times New Roman"/>
              </a:rPr>
              <a:t>a</a:t>
            </a:r>
            <a:r>
              <a:rPr sz="1700" spc="-2" dirty="0">
                <a:latin typeface="Times New Roman"/>
                <a:cs typeface="Times New Roman"/>
              </a:rPr>
              <a:t> </a:t>
            </a:r>
            <a:r>
              <a:rPr sz="1700" spc="-7" dirty="0">
                <a:latin typeface="Times New Roman"/>
                <a:cs typeface="Times New Roman"/>
              </a:rPr>
              <a:t>c</a:t>
            </a:r>
            <a:r>
              <a:rPr sz="1700" spc="-2" dirty="0">
                <a:latin typeface="Times New Roman"/>
                <a:cs typeface="Times New Roman"/>
              </a:rPr>
              <a:t>ritic</a:t>
            </a:r>
            <a:r>
              <a:rPr sz="1700" spc="-7" dirty="0">
                <a:latin typeface="Times New Roman"/>
                <a:cs typeface="Times New Roman"/>
              </a:rPr>
              <a:t>a</a:t>
            </a:r>
            <a:r>
              <a:rPr sz="1700" spc="-2" dirty="0">
                <a:latin typeface="Times New Roman"/>
                <a:cs typeface="Times New Roman"/>
              </a:rPr>
              <a:t>l</a:t>
            </a:r>
            <a:r>
              <a:rPr sz="1700" dirty="0">
                <a:latin typeface="Times New Roman"/>
                <a:cs typeface="Times New Roman"/>
              </a:rPr>
              <a:t> </a:t>
            </a:r>
            <a:r>
              <a:rPr sz="1700" spc="-2" dirty="0">
                <a:latin typeface="Times New Roman"/>
                <a:cs typeface="Times New Roman"/>
              </a:rPr>
              <a:t>role in the sto</a:t>
            </a:r>
            <a:r>
              <a:rPr sz="1700" spc="5" dirty="0">
                <a:latin typeface="Times New Roman"/>
                <a:cs typeface="Times New Roman"/>
              </a:rPr>
              <a:t>r</a:t>
            </a:r>
            <a:r>
              <a:rPr sz="1700" spc="-2" dirty="0">
                <a:latin typeface="Times New Roman"/>
                <a:cs typeface="Times New Roman"/>
              </a:rPr>
              <a:t>a</a:t>
            </a:r>
            <a:r>
              <a:rPr sz="1700" spc="-5" dirty="0">
                <a:latin typeface="Times New Roman"/>
                <a:cs typeface="Times New Roman"/>
              </a:rPr>
              <a:t>ge</a:t>
            </a:r>
            <a:r>
              <a:rPr sz="1700" spc="-2" dirty="0">
                <a:latin typeface="Times New Roman"/>
                <a:cs typeface="Times New Roman"/>
              </a:rPr>
              <a:t> </a:t>
            </a:r>
            <a:r>
              <a:rPr sz="1700" spc="-7" dirty="0">
                <a:latin typeface="Times New Roman"/>
                <a:cs typeface="Times New Roman"/>
              </a:rPr>
              <a:t>a</a:t>
            </a:r>
            <a:r>
              <a:rPr sz="1700" dirty="0">
                <a:latin typeface="Times New Roman"/>
                <a:cs typeface="Times New Roman"/>
              </a:rPr>
              <a:t>nd </a:t>
            </a:r>
            <a:r>
              <a:rPr sz="1700" spc="-2" dirty="0">
                <a:latin typeface="Times New Roman"/>
                <a:cs typeface="Times New Roman"/>
              </a:rPr>
              <a:t>r</a:t>
            </a:r>
            <a:r>
              <a:rPr sz="1700" spc="-10" dirty="0">
                <a:latin typeface="Times New Roman"/>
                <a:cs typeface="Times New Roman"/>
              </a:rPr>
              <a:t>e</a:t>
            </a:r>
            <a:r>
              <a:rPr sz="1700" dirty="0">
                <a:latin typeface="Times New Roman"/>
                <a:cs typeface="Times New Roman"/>
              </a:rPr>
              <a:t>t</a:t>
            </a:r>
            <a:r>
              <a:rPr sz="1700" spc="-2" dirty="0">
                <a:latin typeface="Times New Roman"/>
                <a:cs typeface="Times New Roman"/>
              </a:rPr>
              <a:t>ri</a:t>
            </a:r>
            <a:r>
              <a:rPr sz="1700" spc="-10" dirty="0">
                <a:latin typeface="Times New Roman"/>
                <a:cs typeface="Times New Roman"/>
              </a:rPr>
              <a:t>e</a:t>
            </a:r>
            <a:r>
              <a:rPr sz="1700" spc="-5" dirty="0">
                <a:latin typeface="Times New Roman"/>
                <a:cs typeface="Times New Roman"/>
              </a:rPr>
              <a:t>v</a:t>
            </a:r>
            <a:r>
              <a:rPr sz="1700" spc="-7" dirty="0">
                <a:latin typeface="Times New Roman"/>
                <a:cs typeface="Times New Roman"/>
              </a:rPr>
              <a:t>a</a:t>
            </a:r>
            <a:r>
              <a:rPr sz="1700" spc="-2" dirty="0">
                <a:latin typeface="Times New Roman"/>
                <a:cs typeface="Times New Roman"/>
              </a:rPr>
              <a:t>l</a:t>
            </a:r>
            <a:r>
              <a:rPr sz="1700" dirty="0">
                <a:latin typeface="Times New Roman"/>
                <a:cs typeface="Times New Roman"/>
              </a:rPr>
              <a:t> of </a:t>
            </a:r>
            <a:r>
              <a:rPr sz="1700" spc="2" dirty="0">
                <a:latin typeface="Times New Roman"/>
                <a:cs typeface="Times New Roman"/>
              </a:rPr>
              <a:t>d</a:t>
            </a:r>
            <a:r>
              <a:rPr sz="1700" spc="-7" dirty="0">
                <a:latin typeface="Times New Roman"/>
                <a:cs typeface="Times New Roman"/>
              </a:rPr>
              <a:t>a</a:t>
            </a:r>
            <a:r>
              <a:rPr sz="1700" spc="-2" dirty="0">
                <a:latin typeface="Times New Roman"/>
                <a:cs typeface="Times New Roman"/>
              </a:rPr>
              <a:t>ta</a:t>
            </a:r>
            <a:r>
              <a:rPr sz="1700" dirty="0">
                <a:latin typeface="Times New Roman"/>
                <a:cs typeface="Times New Roman"/>
              </a:rPr>
              <a:t> </a:t>
            </a:r>
            <a:r>
              <a:rPr sz="1700" spc="-5" dirty="0">
                <a:latin typeface="Times New Roman"/>
                <a:cs typeface="Times New Roman"/>
              </a:rPr>
              <a:t>a</a:t>
            </a:r>
            <a:r>
              <a:rPr sz="1700" dirty="0">
                <a:latin typeface="Times New Roman"/>
                <a:cs typeface="Times New Roman"/>
              </a:rPr>
              <a:t>nd p</a:t>
            </a:r>
            <a:r>
              <a:rPr sz="1700" spc="-2" dirty="0">
                <a:latin typeface="Times New Roman"/>
                <a:cs typeface="Times New Roman"/>
              </a:rPr>
              <a:t>r</a:t>
            </a:r>
            <a:r>
              <a:rPr sz="1700" spc="-5" dirty="0">
                <a:latin typeface="Times New Roman"/>
                <a:cs typeface="Times New Roman"/>
              </a:rPr>
              <a:t>ogr</a:t>
            </a:r>
            <a:r>
              <a:rPr sz="1700" spc="-10" dirty="0">
                <a:latin typeface="Times New Roman"/>
                <a:cs typeface="Times New Roman"/>
              </a:rPr>
              <a:t>a</a:t>
            </a:r>
            <a:r>
              <a:rPr sz="1700" spc="-5" dirty="0">
                <a:latin typeface="Times New Roman"/>
                <a:cs typeface="Times New Roman"/>
              </a:rPr>
              <a:t>ms.</a:t>
            </a:r>
            <a:endParaRPr sz="1700" dirty="0">
              <a:latin typeface="Times New Roman"/>
              <a:cs typeface="Times New Roman"/>
            </a:endParaRPr>
          </a:p>
        </p:txBody>
      </p:sp>
    </p:spTree>
    <p:extLst>
      <p:ext uri="{BB962C8B-B14F-4D97-AF65-F5344CB8AC3E}">
        <p14:creationId xmlns:p14="http://schemas.microsoft.com/office/powerpoint/2010/main" val="33255820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57D23A-23E5-BB14-12CB-4B7A83E31A0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B4A1684-4E7B-E97B-1286-307709DB7BEF}"/>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A5AAFBC9-7577-7F4A-6978-5DEDB95D10A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588A2A07-182D-2DFC-D095-7841AE7E608C}"/>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C48E73DA-B7CD-6039-A5ED-1D4ECC987AA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a:extLst>
              <a:ext uri="{FF2B5EF4-FFF2-40B4-BE49-F238E27FC236}">
                <a16:creationId xmlns:a16="http://schemas.microsoft.com/office/drawing/2014/main" id="{820142A5-2932-E5B1-8F3B-5C8B6DBB277E}"/>
              </a:ext>
            </a:extLst>
          </p:cNvPr>
          <p:cNvSpPr txBox="1"/>
          <p:nvPr/>
        </p:nvSpPr>
        <p:spPr>
          <a:xfrm>
            <a:off x="1014006" y="692514"/>
            <a:ext cx="7139394" cy="261610"/>
          </a:xfrm>
          <a:prstGeom prst="rect">
            <a:avLst/>
          </a:prstGeom>
        </p:spPr>
        <p:txBody>
          <a:bodyPr vert="horz" wrap="square" lIns="0" tIns="0" rIns="0" bIns="0" rtlCol="0">
            <a:spAutoFit/>
          </a:bodyPr>
          <a:lstStyle/>
          <a:p>
            <a:pPr marL="6109" algn="just"/>
            <a:r>
              <a:rPr sz="1700" b="1" spc="-2" dirty="0">
                <a:latin typeface="Times New Roman"/>
                <a:cs typeface="Times New Roman"/>
              </a:rPr>
              <a:t>Dif</a:t>
            </a:r>
            <a:r>
              <a:rPr sz="1700" b="1" spc="-5" dirty="0">
                <a:latin typeface="Times New Roman"/>
                <a:cs typeface="Times New Roman"/>
              </a:rPr>
              <a:t>f</a:t>
            </a:r>
            <a:r>
              <a:rPr sz="1700" b="1" spc="-7" dirty="0">
                <a:latin typeface="Times New Roman"/>
                <a:cs typeface="Times New Roman"/>
              </a:rPr>
              <a:t>e</a:t>
            </a:r>
            <a:r>
              <a:rPr sz="1700" b="1" spc="-2" dirty="0">
                <a:latin typeface="Times New Roman"/>
                <a:cs typeface="Times New Roman"/>
              </a:rPr>
              <a:t>r</a:t>
            </a:r>
            <a:r>
              <a:rPr sz="1700" b="1" spc="-7" dirty="0">
                <a:latin typeface="Times New Roman"/>
                <a:cs typeface="Times New Roman"/>
              </a:rPr>
              <a:t>e</a:t>
            </a:r>
            <a:r>
              <a:rPr sz="1700" b="1" dirty="0">
                <a:latin typeface="Times New Roman"/>
                <a:cs typeface="Times New Roman"/>
              </a:rPr>
              <a:t>n</a:t>
            </a:r>
            <a:r>
              <a:rPr sz="1700" b="1" spc="-7" dirty="0">
                <a:latin typeface="Times New Roman"/>
                <a:cs typeface="Times New Roman"/>
              </a:rPr>
              <a:t>c</a:t>
            </a:r>
            <a:r>
              <a:rPr sz="1700" b="1" spc="-5" dirty="0">
                <a:latin typeface="Times New Roman"/>
                <a:cs typeface="Times New Roman"/>
              </a:rPr>
              <a:t>e</a:t>
            </a:r>
            <a:r>
              <a:rPr sz="1700" b="1" spc="-2" dirty="0">
                <a:latin typeface="Times New Roman"/>
                <a:cs typeface="Times New Roman"/>
              </a:rPr>
              <a:t> </a:t>
            </a:r>
            <a:r>
              <a:rPr sz="1700" b="1" dirty="0">
                <a:latin typeface="Times New Roman"/>
                <a:cs typeface="Times New Roman"/>
              </a:rPr>
              <a:t>b</a:t>
            </a:r>
            <a:r>
              <a:rPr sz="1700" b="1" spc="-7" dirty="0">
                <a:latin typeface="Times New Roman"/>
                <a:cs typeface="Times New Roman"/>
              </a:rPr>
              <a:t>e</a:t>
            </a:r>
            <a:r>
              <a:rPr sz="1700" b="1" spc="2" dirty="0">
                <a:latin typeface="Times New Roman"/>
                <a:cs typeface="Times New Roman"/>
              </a:rPr>
              <a:t>t</a:t>
            </a:r>
            <a:r>
              <a:rPr sz="1700" b="1" spc="-2" dirty="0">
                <a:latin typeface="Times New Roman"/>
                <a:cs typeface="Times New Roman"/>
              </a:rPr>
              <a:t>w</a:t>
            </a:r>
            <a:r>
              <a:rPr sz="1700" b="1" spc="-5" dirty="0">
                <a:latin typeface="Times New Roman"/>
                <a:cs typeface="Times New Roman"/>
              </a:rPr>
              <a:t>e</a:t>
            </a:r>
            <a:r>
              <a:rPr sz="1700" b="1" spc="-7" dirty="0">
                <a:latin typeface="Times New Roman"/>
                <a:cs typeface="Times New Roman"/>
              </a:rPr>
              <a:t>e</a:t>
            </a:r>
            <a:r>
              <a:rPr sz="1700" b="1" dirty="0">
                <a:latin typeface="Times New Roman"/>
                <a:cs typeface="Times New Roman"/>
              </a:rPr>
              <a:t>n </a:t>
            </a:r>
            <a:r>
              <a:rPr sz="1700" b="1" spc="-2" dirty="0">
                <a:latin typeface="Times New Roman"/>
                <a:cs typeface="Times New Roman"/>
              </a:rPr>
              <a:t>P</a:t>
            </a:r>
            <a:r>
              <a:rPr sz="1700" b="1" spc="-7" dirty="0">
                <a:latin typeface="Times New Roman"/>
                <a:cs typeface="Times New Roman"/>
              </a:rPr>
              <a:t>r</a:t>
            </a:r>
            <a:r>
              <a:rPr sz="1700" b="1" spc="-2" dirty="0">
                <a:latin typeface="Times New Roman"/>
                <a:cs typeface="Times New Roman"/>
              </a:rPr>
              <a:t>im</a:t>
            </a:r>
            <a:r>
              <a:rPr sz="1700" b="1" spc="-5" dirty="0">
                <a:latin typeface="Times New Roman"/>
                <a:cs typeface="Times New Roman"/>
              </a:rPr>
              <a:t>a</a:t>
            </a:r>
            <a:r>
              <a:rPr sz="1700" b="1" spc="-7" dirty="0">
                <a:latin typeface="Times New Roman"/>
                <a:cs typeface="Times New Roman"/>
              </a:rPr>
              <a:t>r</a:t>
            </a:r>
            <a:r>
              <a:rPr sz="1700" b="1" dirty="0">
                <a:latin typeface="Times New Roman"/>
                <a:cs typeface="Times New Roman"/>
              </a:rPr>
              <a:t>y </a:t>
            </a:r>
            <a:r>
              <a:rPr sz="1700" b="1" spc="-7" dirty="0">
                <a:latin typeface="Times New Roman"/>
                <a:cs typeface="Times New Roman"/>
              </a:rPr>
              <a:t>Me</a:t>
            </a:r>
            <a:r>
              <a:rPr sz="1700" b="1" spc="2" dirty="0">
                <a:latin typeface="Times New Roman"/>
                <a:cs typeface="Times New Roman"/>
              </a:rPr>
              <a:t>m</a:t>
            </a:r>
            <a:r>
              <a:rPr sz="1700" b="1" spc="-5" dirty="0">
                <a:latin typeface="Times New Roman"/>
                <a:cs typeface="Times New Roman"/>
              </a:rPr>
              <a:t>o</a:t>
            </a:r>
            <a:r>
              <a:rPr sz="1700" b="1" spc="-7" dirty="0">
                <a:latin typeface="Times New Roman"/>
                <a:cs typeface="Times New Roman"/>
              </a:rPr>
              <a:t>r</a:t>
            </a:r>
            <a:r>
              <a:rPr sz="1700" b="1" dirty="0">
                <a:latin typeface="Times New Roman"/>
                <a:cs typeface="Times New Roman"/>
              </a:rPr>
              <a:t>y and S</a:t>
            </a:r>
            <a:r>
              <a:rPr sz="1700" b="1" spc="-7" dirty="0">
                <a:latin typeface="Times New Roman"/>
                <a:cs typeface="Times New Roman"/>
              </a:rPr>
              <a:t>ec</a:t>
            </a:r>
            <a:r>
              <a:rPr sz="1700" b="1" dirty="0">
                <a:latin typeface="Times New Roman"/>
                <a:cs typeface="Times New Roman"/>
              </a:rPr>
              <a:t>ond</a:t>
            </a:r>
            <a:r>
              <a:rPr sz="1700" b="1" spc="-5" dirty="0">
                <a:latin typeface="Times New Roman"/>
                <a:cs typeface="Times New Roman"/>
              </a:rPr>
              <a:t>a</a:t>
            </a:r>
            <a:r>
              <a:rPr sz="1700" b="1" spc="-7" dirty="0">
                <a:latin typeface="Times New Roman"/>
                <a:cs typeface="Times New Roman"/>
              </a:rPr>
              <a:t>r</a:t>
            </a:r>
            <a:r>
              <a:rPr sz="1700" b="1" dirty="0">
                <a:latin typeface="Times New Roman"/>
                <a:cs typeface="Times New Roman"/>
              </a:rPr>
              <a:t>y </a:t>
            </a:r>
            <a:r>
              <a:rPr sz="1700" b="1" spc="-7" dirty="0">
                <a:latin typeface="Times New Roman"/>
                <a:cs typeface="Times New Roman"/>
              </a:rPr>
              <a:t>Me</a:t>
            </a:r>
            <a:r>
              <a:rPr sz="1700" b="1" spc="2" dirty="0">
                <a:latin typeface="Times New Roman"/>
                <a:cs typeface="Times New Roman"/>
              </a:rPr>
              <a:t>m</a:t>
            </a:r>
            <a:r>
              <a:rPr sz="1700" b="1" spc="-5" dirty="0">
                <a:latin typeface="Times New Roman"/>
                <a:cs typeface="Times New Roman"/>
              </a:rPr>
              <a:t>o</a:t>
            </a:r>
            <a:r>
              <a:rPr sz="1700" b="1" spc="-7" dirty="0">
                <a:latin typeface="Times New Roman"/>
                <a:cs typeface="Times New Roman"/>
              </a:rPr>
              <a:t>r</a:t>
            </a:r>
            <a:r>
              <a:rPr sz="1700" b="1" dirty="0">
                <a:latin typeface="Times New Roman"/>
                <a:cs typeface="Times New Roman"/>
              </a:rPr>
              <a:t>y:</a:t>
            </a:r>
            <a:endParaRPr sz="1700" dirty="0">
              <a:latin typeface="Times New Roman"/>
              <a:cs typeface="Times New Roman"/>
            </a:endParaRPr>
          </a:p>
        </p:txBody>
      </p:sp>
      <p:graphicFrame>
        <p:nvGraphicFramePr>
          <p:cNvPr id="4" name="object 3"/>
          <p:cNvGraphicFramePr>
            <a:graphicFrameLocks noGrp="1"/>
          </p:cNvGraphicFramePr>
          <p:nvPr>
            <p:extLst>
              <p:ext uri="{D42A27DB-BD31-4B8C-83A1-F6EECF244321}">
                <p14:modId xmlns:p14="http://schemas.microsoft.com/office/powerpoint/2010/main" val="569595494"/>
              </p:ext>
            </p:extLst>
          </p:nvPr>
        </p:nvGraphicFramePr>
        <p:xfrm>
          <a:off x="1029246" y="1101902"/>
          <a:ext cx="7139394" cy="1813560"/>
        </p:xfrm>
        <a:graphic>
          <a:graphicData uri="http://schemas.openxmlformats.org/drawingml/2006/table">
            <a:tbl>
              <a:tblPr firstRow="1" bandRow="1">
                <a:tableStyleId>{2D5ABB26-0587-4C30-8999-92F81FD0307C}</a:tableStyleId>
              </a:tblPr>
              <a:tblGrid>
                <a:gridCol w="3460469">
                  <a:extLst>
                    <a:ext uri="{9D8B030D-6E8A-4147-A177-3AD203B41FA5}">
                      <a16:colId xmlns:a16="http://schemas.microsoft.com/office/drawing/2014/main" val="20000"/>
                    </a:ext>
                  </a:extLst>
                </a:gridCol>
                <a:gridCol w="3678925">
                  <a:extLst>
                    <a:ext uri="{9D8B030D-6E8A-4147-A177-3AD203B41FA5}">
                      <a16:colId xmlns:a16="http://schemas.microsoft.com/office/drawing/2014/main" val="20001"/>
                    </a:ext>
                  </a:extLst>
                </a:gridCol>
              </a:tblGrid>
              <a:tr h="223582">
                <a:tc>
                  <a:txBody>
                    <a:bodyPr/>
                    <a:lstStyle/>
                    <a:p>
                      <a:pPr marL="35560" algn="ctr">
                        <a:lnSpc>
                          <a:spcPct val="100000"/>
                        </a:lnSpc>
                      </a:pPr>
                      <a:r>
                        <a:rPr sz="1700" b="1" dirty="0">
                          <a:latin typeface="Times New Roman"/>
                          <a:cs typeface="Times New Roman"/>
                        </a:rPr>
                        <a:t>P</a:t>
                      </a:r>
                      <a:r>
                        <a:rPr sz="1700" b="1" spc="-10" dirty="0">
                          <a:latin typeface="Times New Roman"/>
                          <a:cs typeface="Times New Roman"/>
                        </a:rPr>
                        <a:t>r</a:t>
                      </a:r>
                      <a:r>
                        <a:rPr sz="1700" b="1" dirty="0">
                          <a:latin typeface="Times New Roman"/>
                          <a:cs typeface="Times New Roman"/>
                        </a:rPr>
                        <a:t>i</a:t>
                      </a:r>
                      <a:r>
                        <a:rPr sz="1700" b="1" spc="5" dirty="0">
                          <a:latin typeface="Times New Roman"/>
                          <a:cs typeface="Times New Roman"/>
                        </a:rPr>
                        <a:t>m</a:t>
                      </a:r>
                      <a:r>
                        <a:rPr sz="1700" b="1" dirty="0">
                          <a:latin typeface="Times New Roman"/>
                          <a:cs typeface="Times New Roman"/>
                        </a:rPr>
                        <a:t>a</a:t>
                      </a:r>
                      <a:r>
                        <a:rPr sz="1700" b="1" spc="-5" dirty="0">
                          <a:latin typeface="Times New Roman"/>
                          <a:cs typeface="Times New Roman"/>
                        </a:rPr>
                        <a:t>r</a:t>
                      </a:r>
                      <a:r>
                        <a:rPr sz="1700" b="1" dirty="0">
                          <a:latin typeface="Times New Roman"/>
                          <a:cs typeface="Times New Roman"/>
                        </a:rPr>
                        <a:t>y </a:t>
                      </a:r>
                      <a:r>
                        <a:rPr sz="1700" b="1" spc="-5" dirty="0">
                          <a:latin typeface="Times New Roman"/>
                          <a:cs typeface="Times New Roman"/>
                        </a:rPr>
                        <a:t>Me</a:t>
                      </a:r>
                      <a:r>
                        <a:rPr sz="1700" b="1" spc="5" dirty="0">
                          <a:latin typeface="Times New Roman"/>
                          <a:cs typeface="Times New Roman"/>
                        </a:rPr>
                        <a:t>m</a:t>
                      </a:r>
                      <a:r>
                        <a:rPr sz="1700" b="1" dirty="0">
                          <a:latin typeface="Times New Roman"/>
                          <a:cs typeface="Times New Roman"/>
                        </a:rPr>
                        <a:t>o</a:t>
                      </a:r>
                      <a:r>
                        <a:rPr sz="1700" b="1" spc="-5" dirty="0">
                          <a:latin typeface="Times New Roman"/>
                          <a:cs typeface="Times New Roman"/>
                        </a:rPr>
                        <a:t>r</a:t>
                      </a:r>
                      <a:r>
                        <a:rPr sz="1700" b="1" dirty="0">
                          <a:latin typeface="Times New Roman"/>
                          <a:cs typeface="Times New Roman"/>
                        </a:rPr>
                        <a:t>y</a:t>
                      </a:r>
                      <a:endParaRPr sz="1700" dirty="0">
                        <a:latin typeface="Times New Roman"/>
                        <a:cs typeface="Times New Roman"/>
                      </a:endParaRPr>
                    </a:p>
                  </a:txBody>
                  <a:tcPr marL="0" marR="0" marT="0" marB="0">
                    <a:lnL w="4317">
                      <a:solidFill>
                        <a:srgbClr val="DFDFDF"/>
                      </a:solidFill>
                      <a:prstDash val="solid"/>
                    </a:lnL>
                    <a:lnR w="4317">
                      <a:solidFill>
                        <a:srgbClr val="DFDFDF"/>
                      </a:solidFill>
                      <a:prstDash val="solid"/>
                    </a:lnR>
                    <a:lnT w="4317">
                      <a:solidFill>
                        <a:srgbClr val="DFDFDF"/>
                      </a:solidFill>
                      <a:prstDash val="solid"/>
                    </a:lnT>
                    <a:lnB w="4317">
                      <a:solidFill>
                        <a:srgbClr val="DFDFDF"/>
                      </a:solidFill>
                      <a:prstDash val="solid"/>
                    </a:lnB>
                  </a:tcPr>
                </a:tc>
                <a:tc>
                  <a:txBody>
                    <a:bodyPr/>
                    <a:lstStyle/>
                    <a:p>
                      <a:pPr marL="92075" algn="ctr">
                        <a:lnSpc>
                          <a:spcPct val="100000"/>
                        </a:lnSpc>
                      </a:pPr>
                      <a:r>
                        <a:rPr sz="1700" b="1" dirty="0">
                          <a:latin typeface="Times New Roman"/>
                          <a:cs typeface="Times New Roman"/>
                        </a:rPr>
                        <a:t>S</a:t>
                      </a:r>
                      <a:r>
                        <a:rPr sz="1700" b="1" spc="-5" dirty="0">
                          <a:latin typeface="Times New Roman"/>
                          <a:cs typeface="Times New Roman"/>
                        </a:rPr>
                        <a:t>ec</a:t>
                      </a:r>
                      <a:r>
                        <a:rPr sz="1700" b="1" dirty="0">
                          <a:latin typeface="Times New Roman"/>
                          <a:cs typeface="Times New Roman"/>
                        </a:rPr>
                        <a:t>onda</a:t>
                      </a:r>
                      <a:r>
                        <a:rPr sz="1700" b="1" spc="-5" dirty="0">
                          <a:latin typeface="Times New Roman"/>
                          <a:cs typeface="Times New Roman"/>
                        </a:rPr>
                        <a:t>r</a:t>
                      </a:r>
                      <a:r>
                        <a:rPr sz="1700" b="1" dirty="0">
                          <a:latin typeface="Times New Roman"/>
                          <a:cs typeface="Times New Roman"/>
                        </a:rPr>
                        <a:t>y </a:t>
                      </a:r>
                      <a:r>
                        <a:rPr sz="1700" b="1" spc="-5" dirty="0">
                          <a:latin typeface="Times New Roman"/>
                          <a:cs typeface="Times New Roman"/>
                        </a:rPr>
                        <a:t>Me</a:t>
                      </a:r>
                      <a:r>
                        <a:rPr sz="1700" b="1" spc="5" dirty="0">
                          <a:latin typeface="Times New Roman"/>
                          <a:cs typeface="Times New Roman"/>
                        </a:rPr>
                        <a:t>m</a:t>
                      </a:r>
                      <a:r>
                        <a:rPr sz="1700" b="1" dirty="0">
                          <a:latin typeface="Times New Roman"/>
                          <a:cs typeface="Times New Roman"/>
                        </a:rPr>
                        <a:t>o</a:t>
                      </a:r>
                      <a:r>
                        <a:rPr sz="1700" b="1" spc="-5" dirty="0">
                          <a:latin typeface="Times New Roman"/>
                          <a:cs typeface="Times New Roman"/>
                        </a:rPr>
                        <a:t>r</a:t>
                      </a:r>
                      <a:r>
                        <a:rPr sz="1700" b="1" dirty="0">
                          <a:latin typeface="Times New Roman"/>
                          <a:cs typeface="Times New Roman"/>
                        </a:rPr>
                        <a:t>y</a:t>
                      </a:r>
                      <a:endParaRPr sz="1700" dirty="0">
                        <a:latin typeface="Times New Roman"/>
                        <a:cs typeface="Times New Roman"/>
                      </a:endParaRPr>
                    </a:p>
                  </a:txBody>
                  <a:tcPr marL="0" marR="0" marT="0" marB="0">
                    <a:lnL w="4317">
                      <a:solidFill>
                        <a:srgbClr val="DFDFDF"/>
                      </a:solidFill>
                      <a:prstDash val="solid"/>
                    </a:lnL>
                    <a:lnR w="4317">
                      <a:solidFill>
                        <a:srgbClr val="DFDFDF"/>
                      </a:solidFill>
                      <a:prstDash val="solid"/>
                    </a:lnR>
                    <a:lnT w="4317">
                      <a:solidFill>
                        <a:srgbClr val="DFDFDF"/>
                      </a:solidFill>
                      <a:prstDash val="solid"/>
                    </a:lnT>
                    <a:lnB w="4317">
                      <a:solidFill>
                        <a:srgbClr val="DFDFDF"/>
                      </a:solidFill>
                      <a:prstDash val="solid"/>
                    </a:lnB>
                  </a:tcPr>
                </a:tc>
                <a:extLst>
                  <a:ext uri="{0D108BD9-81ED-4DB2-BD59-A6C34878D82A}">
                    <a16:rowId xmlns:a16="http://schemas.microsoft.com/office/drawing/2014/main" val="10000"/>
                  </a:ext>
                </a:extLst>
              </a:tr>
              <a:tr h="681177">
                <a:tc>
                  <a:txBody>
                    <a:bodyPr/>
                    <a:lstStyle/>
                    <a:p>
                      <a:pPr marL="93345" marR="231775" algn="just">
                        <a:lnSpc>
                          <a:spcPct val="100000"/>
                        </a:lnSpc>
                      </a:pPr>
                      <a:r>
                        <a:rPr sz="1700" dirty="0">
                          <a:latin typeface="Times New Roman"/>
                          <a:cs typeface="Times New Roman"/>
                        </a:rPr>
                        <a:t>Prim</a:t>
                      </a:r>
                      <a:r>
                        <a:rPr sz="1700" spc="-5" dirty="0">
                          <a:latin typeface="Times New Roman"/>
                          <a:cs typeface="Times New Roman"/>
                        </a:rPr>
                        <a:t>a</a:t>
                      </a:r>
                      <a:r>
                        <a:rPr sz="1700" dirty="0">
                          <a:latin typeface="Times New Roman"/>
                          <a:cs typeface="Times New Roman"/>
                        </a:rPr>
                        <a:t>ry m</a:t>
                      </a:r>
                      <a:r>
                        <a:rPr sz="1700" spc="-10" dirty="0">
                          <a:latin typeface="Times New Roman"/>
                          <a:cs typeface="Times New Roman"/>
                        </a:rPr>
                        <a:t>e</a:t>
                      </a:r>
                      <a:r>
                        <a:rPr sz="1700" dirty="0">
                          <a:latin typeface="Times New Roman"/>
                          <a:cs typeface="Times New Roman"/>
                        </a:rPr>
                        <a:t>mory</a:t>
                      </a:r>
                      <a:r>
                        <a:rPr sz="1700" spc="-5" dirty="0">
                          <a:latin typeface="Times New Roman"/>
                          <a:cs typeface="Times New Roman"/>
                        </a:rPr>
                        <a:t> </a:t>
                      </a:r>
                      <a:r>
                        <a:rPr sz="1700" dirty="0">
                          <a:latin typeface="Times New Roman"/>
                          <a:cs typeface="Times New Roman"/>
                        </a:rPr>
                        <a:t>is</a:t>
                      </a:r>
                      <a:r>
                        <a:rPr sz="1700" spc="-5" dirty="0">
                          <a:latin typeface="Times New Roman"/>
                          <a:cs typeface="Times New Roman"/>
                        </a:rPr>
                        <a:t> </a:t>
                      </a:r>
                      <a:r>
                        <a:rPr sz="1700" dirty="0">
                          <a:latin typeface="Times New Roman"/>
                          <a:cs typeface="Times New Roman"/>
                        </a:rPr>
                        <a:t>dir</a:t>
                      </a:r>
                      <a:r>
                        <a:rPr sz="1700" spc="-10" dirty="0">
                          <a:latin typeface="Times New Roman"/>
                          <a:cs typeface="Times New Roman"/>
                        </a:rPr>
                        <a:t>e</a:t>
                      </a:r>
                      <a:r>
                        <a:rPr sz="1700" spc="5" dirty="0">
                          <a:latin typeface="Times New Roman"/>
                          <a:cs typeface="Times New Roman"/>
                        </a:rPr>
                        <a:t>c</a:t>
                      </a:r>
                      <a:r>
                        <a:rPr sz="1700" dirty="0">
                          <a:latin typeface="Times New Roman"/>
                          <a:cs typeface="Times New Roman"/>
                        </a:rPr>
                        <a:t>tly </a:t>
                      </a:r>
                      <a:r>
                        <a:rPr sz="1700" spc="-5" dirty="0">
                          <a:latin typeface="Times New Roman"/>
                          <a:cs typeface="Times New Roman"/>
                        </a:rPr>
                        <a:t>accesse</a:t>
                      </a:r>
                      <a:r>
                        <a:rPr sz="1700" dirty="0">
                          <a:latin typeface="Times New Roman"/>
                          <a:cs typeface="Times New Roman"/>
                        </a:rPr>
                        <a:t>d by the</a:t>
                      </a:r>
                      <a:r>
                        <a:rPr sz="1700" spc="-5" dirty="0">
                          <a:latin typeface="Times New Roman"/>
                          <a:cs typeface="Times New Roman"/>
                        </a:rPr>
                        <a:t> </a:t>
                      </a:r>
                      <a:r>
                        <a:rPr sz="1700" dirty="0">
                          <a:latin typeface="Times New Roman"/>
                          <a:cs typeface="Times New Roman"/>
                        </a:rPr>
                        <a:t>C</a:t>
                      </a:r>
                      <a:r>
                        <a:rPr sz="1700" spc="-5" dirty="0">
                          <a:latin typeface="Times New Roman"/>
                          <a:cs typeface="Times New Roman"/>
                        </a:rPr>
                        <a:t>e</a:t>
                      </a:r>
                      <a:r>
                        <a:rPr sz="1700" dirty="0">
                          <a:latin typeface="Times New Roman"/>
                          <a:cs typeface="Times New Roman"/>
                        </a:rPr>
                        <a:t>ntr</a:t>
                      </a:r>
                      <a:r>
                        <a:rPr sz="1700" spc="-10" dirty="0">
                          <a:latin typeface="Times New Roman"/>
                          <a:cs typeface="Times New Roman"/>
                        </a:rPr>
                        <a:t>a</a:t>
                      </a:r>
                      <a:r>
                        <a:rPr sz="1700" dirty="0">
                          <a:latin typeface="Times New Roman"/>
                          <a:cs typeface="Times New Roman"/>
                        </a:rPr>
                        <a:t>l </a:t>
                      </a:r>
                      <a:r>
                        <a:rPr sz="1700" spc="5" dirty="0">
                          <a:latin typeface="Times New Roman"/>
                          <a:cs typeface="Times New Roman"/>
                        </a:rPr>
                        <a:t>P</a:t>
                      </a:r>
                      <a:r>
                        <a:rPr sz="1700" dirty="0">
                          <a:latin typeface="Times New Roman"/>
                          <a:cs typeface="Times New Roman"/>
                        </a:rPr>
                        <a:t>ro</a:t>
                      </a:r>
                      <a:r>
                        <a:rPr sz="1700" spc="-10" dirty="0">
                          <a:latin typeface="Times New Roman"/>
                          <a:cs typeface="Times New Roman"/>
                        </a:rPr>
                        <a:t>c</a:t>
                      </a:r>
                      <a:r>
                        <a:rPr sz="1700" spc="-5" dirty="0">
                          <a:latin typeface="Times New Roman"/>
                          <a:cs typeface="Times New Roman"/>
                        </a:rPr>
                        <a:t>ess</a:t>
                      </a:r>
                      <a:r>
                        <a:rPr sz="1700" dirty="0">
                          <a:latin typeface="Times New Roman"/>
                          <a:cs typeface="Times New Roman"/>
                        </a:rPr>
                        <a:t>ing </a:t>
                      </a:r>
                      <a:r>
                        <a:rPr sz="1700" spc="5" dirty="0">
                          <a:latin typeface="Times New Roman"/>
                          <a:cs typeface="Times New Roman"/>
                        </a:rPr>
                        <a:t>U</a:t>
                      </a:r>
                      <a:r>
                        <a:rPr sz="1700" dirty="0">
                          <a:latin typeface="Times New Roman"/>
                          <a:cs typeface="Times New Roman"/>
                        </a:rPr>
                        <a:t>nit</a:t>
                      </a:r>
                      <a:r>
                        <a:rPr sz="1700" spc="10" dirty="0">
                          <a:latin typeface="Times New Roman"/>
                          <a:cs typeface="Times New Roman"/>
                        </a:rPr>
                        <a:t> </a:t>
                      </a:r>
                      <a:r>
                        <a:rPr sz="1700" dirty="0">
                          <a:latin typeface="Times New Roman"/>
                          <a:cs typeface="Times New Roman"/>
                        </a:rPr>
                        <a:t>(CP</a:t>
                      </a:r>
                      <a:r>
                        <a:rPr sz="1700" spc="-5" dirty="0">
                          <a:latin typeface="Times New Roman"/>
                          <a:cs typeface="Times New Roman"/>
                        </a:rPr>
                        <a:t>U</a:t>
                      </a:r>
                      <a:r>
                        <a:rPr sz="1700" spc="-10" dirty="0">
                          <a:latin typeface="Times New Roman"/>
                          <a:cs typeface="Times New Roman"/>
                        </a:rPr>
                        <a:t>)</a:t>
                      </a:r>
                      <a:r>
                        <a:rPr sz="1700" dirty="0">
                          <a:latin typeface="Times New Roman"/>
                          <a:cs typeface="Times New Roman"/>
                        </a:rPr>
                        <a:t>.</a:t>
                      </a:r>
                    </a:p>
                  </a:txBody>
                  <a:tcPr marL="0" marR="0" marT="0" marB="0">
                    <a:lnL w="4317">
                      <a:solidFill>
                        <a:srgbClr val="DFDFDF"/>
                      </a:solidFill>
                      <a:prstDash val="solid"/>
                    </a:lnL>
                    <a:lnR w="4317">
                      <a:solidFill>
                        <a:srgbClr val="DFDFDF"/>
                      </a:solidFill>
                      <a:prstDash val="solid"/>
                    </a:lnR>
                    <a:lnT w="4317">
                      <a:solidFill>
                        <a:srgbClr val="DFDFDF"/>
                      </a:solidFill>
                      <a:prstDash val="solid"/>
                    </a:lnT>
                    <a:lnB w="4317">
                      <a:solidFill>
                        <a:srgbClr val="DFDFDF"/>
                      </a:solidFill>
                      <a:prstDash val="solid"/>
                    </a:lnB>
                  </a:tcPr>
                </a:tc>
                <a:tc>
                  <a:txBody>
                    <a:bodyPr/>
                    <a:lstStyle/>
                    <a:p>
                      <a:pPr marL="92075" marR="213360" algn="just">
                        <a:lnSpc>
                          <a:spcPct val="100000"/>
                        </a:lnSpc>
                      </a:pPr>
                      <a:r>
                        <a:rPr sz="1700" dirty="0">
                          <a:latin typeface="Times New Roman"/>
                          <a:cs typeface="Times New Roman"/>
                        </a:rPr>
                        <a:t>S</a:t>
                      </a:r>
                      <a:r>
                        <a:rPr sz="1700" spc="-5" dirty="0">
                          <a:latin typeface="Times New Roman"/>
                          <a:cs typeface="Times New Roman"/>
                        </a:rPr>
                        <a:t>ec</a:t>
                      </a:r>
                      <a:r>
                        <a:rPr sz="1700" dirty="0">
                          <a:latin typeface="Times New Roman"/>
                          <a:cs typeface="Times New Roman"/>
                        </a:rPr>
                        <a:t>ond</a:t>
                      </a:r>
                      <a:r>
                        <a:rPr sz="1700" spc="-5" dirty="0">
                          <a:latin typeface="Times New Roman"/>
                          <a:cs typeface="Times New Roman"/>
                        </a:rPr>
                        <a:t>a</a:t>
                      </a:r>
                      <a:r>
                        <a:rPr sz="1700" dirty="0">
                          <a:latin typeface="Times New Roman"/>
                          <a:cs typeface="Times New Roman"/>
                        </a:rPr>
                        <a:t>ry m</a:t>
                      </a:r>
                      <a:r>
                        <a:rPr sz="1700" spc="-10" dirty="0">
                          <a:latin typeface="Times New Roman"/>
                          <a:cs typeface="Times New Roman"/>
                        </a:rPr>
                        <a:t>e</a:t>
                      </a:r>
                      <a:r>
                        <a:rPr sz="1700" dirty="0">
                          <a:latin typeface="Times New Roman"/>
                          <a:cs typeface="Times New Roman"/>
                        </a:rPr>
                        <a:t>mory</a:t>
                      </a:r>
                      <a:r>
                        <a:rPr sz="1700" spc="-5" dirty="0">
                          <a:latin typeface="Times New Roman"/>
                          <a:cs typeface="Times New Roman"/>
                        </a:rPr>
                        <a:t> </a:t>
                      </a:r>
                      <a:r>
                        <a:rPr sz="1700" dirty="0">
                          <a:latin typeface="Times New Roman"/>
                          <a:cs typeface="Times New Roman"/>
                        </a:rPr>
                        <a:t>is</a:t>
                      </a:r>
                      <a:r>
                        <a:rPr sz="1700" spc="-5" dirty="0">
                          <a:latin typeface="Times New Roman"/>
                          <a:cs typeface="Times New Roman"/>
                        </a:rPr>
                        <a:t> </a:t>
                      </a:r>
                      <a:r>
                        <a:rPr sz="1700" dirty="0">
                          <a:latin typeface="Times New Roman"/>
                          <a:cs typeface="Times New Roman"/>
                        </a:rPr>
                        <a:t>n</a:t>
                      </a:r>
                      <a:r>
                        <a:rPr sz="1700" spc="10" dirty="0">
                          <a:latin typeface="Times New Roman"/>
                          <a:cs typeface="Times New Roman"/>
                        </a:rPr>
                        <a:t>o</a:t>
                      </a:r>
                      <a:r>
                        <a:rPr sz="1700" dirty="0">
                          <a:latin typeface="Times New Roman"/>
                          <a:cs typeface="Times New Roman"/>
                        </a:rPr>
                        <a:t>t a</a:t>
                      </a:r>
                      <a:r>
                        <a:rPr sz="1700" spc="-10" dirty="0">
                          <a:latin typeface="Times New Roman"/>
                          <a:cs typeface="Times New Roman"/>
                        </a:rPr>
                        <a:t>c</a:t>
                      </a:r>
                      <a:r>
                        <a:rPr sz="1700" spc="-5" dirty="0">
                          <a:latin typeface="Times New Roman"/>
                          <a:cs typeface="Times New Roman"/>
                        </a:rPr>
                        <a:t>ces</a:t>
                      </a:r>
                      <a:r>
                        <a:rPr sz="1700" spc="10" dirty="0">
                          <a:latin typeface="Times New Roman"/>
                          <a:cs typeface="Times New Roman"/>
                        </a:rPr>
                        <a:t>s</a:t>
                      </a:r>
                      <a:r>
                        <a:rPr sz="1700" spc="-5" dirty="0">
                          <a:latin typeface="Times New Roman"/>
                          <a:cs typeface="Times New Roman"/>
                        </a:rPr>
                        <a:t>e</a:t>
                      </a:r>
                      <a:r>
                        <a:rPr sz="1700" dirty="0">
                          <a:latin typeface="Times New Roman"/>
                          <a:cs typeface="Times New Roman"/>
                        </a:rPr>
                        <a:t>d dir</a:t>
                      </a:r>
                      <a:r>
                        <a:rPr sz="1700" spc="-10" dirty="0">
                          <a:latin typeface="Times New Roman"/>
                          <a:cs typeface="Times New Roman"/>
                        </a:rPr>
                        <a:t>e</a:t>
                      </a:r>
                      <a:r>
                        <a:rPr sz="1700" spc="-5" dirty="0">
                          <a:latin typeface="Times New Roman"/>
                          <a:cs typeface="Times New Roman"/>
                        </a:rPr>
                        <a:t>c</a:t>
                      </a:r>
                      <a:r>
                        <a:rPr sz="1700" dirty="0">
                          <a:latin typeface="Times New Roman"/>
                          <a:cs typeface="Times New Roman"/>
                        </a:rPr>
                        <a:t>tly by the</a:t>
                      </a:r>
                      <a:r>
                        <a:rPr sz="1700" spc="-5" dirty="0">
                          <a:latin typeface="Times New Roman"/>
                          <a:cs typeface="Times New Roman"/>
                        </a:rPr>
                        <a:t> </a:t>
                      </a:r>
                      <a:r>
                        <a:rPr sz="1700" dirty="0">
                          <a:latin typeface="Times New Roman"/>
                          <a:cs typeface="Times New Roman"/>
                        </a:rPr>
                        <a:t>Ce</a:t>
                      </a:r>
                      <a:r>
                        <a:rPr sz="1700" spc="-5" dirty="0">
                          <a:latin typeface="Times New Roman"/>
                          <a:cs typeface="Times New Roman"/>
                        </a:rPr>
                        <a:t>n</a:t>
                      </a:r>
                      <a:r>
                        <a:rPr sz="1700" dirty="0">
                          <a:latin typeface="Times New Roman"/>
                          <a:cs typeface="Times New Roman"/>
                        </a:rPr>
                        <a:t>tr</a:t>
                      </a:r>
                      <a:r>
                        <a:rPr sz="1700" spc="-10" dirty="0">
                          <a:latin typeface="Times New Roman"/>
                          <a:cs typeface="Times New Roman"/>
                        </a:rPr>
                        <a:t>a</a:t>
                      </a:r>
                      <a:r>
                        <a:rPr sz="1700" dirty="0">
                          <a:latin typeface="Times New Roman"/>
                          <a:cs typeface="Times New Roman"/>
                        </a:rPr>
                        <a:t>l Pro</a:t>
                      </a:r>
                      <a:r>
                        <a:rPr sz="1700" spc="-10" dirty="0">
                          <a:latin typeface="Times New Roman"/>
                          <a:cs typeface="Times New Roman"/>
                        </a:rPr>
                        <a:t>c</a:t>
                      </a:r>
                      <a:r>
                        <a:rPr sz="1700" spc="-5" dirty="0">
                          <a:latin typeface="Times New Roman"/>
                          <a:cs typeface="Times New Roman"/>
                        </a:rPr>
                        <a:t>ess</a:t>
                      </a:r>
                      <a:r>
                        <a:rPr sz="1700" dirty="0">
                          <a:latin typeface="Times New Roman"/>
                          <a:cs typeface="Times New Roman"/>
                        </a:rPr>
                        <a:t>i</a:t>
                      </a:r>
                      <a:r>
                        <a:rPr sz="1700" spc="10" dirty="0">
                          <a:latin typeface="Times New Roman"/>
                          <a:cs typeface="Times New Roman"/>
                        </a:rPr>
                        <a:t>n</a:t>
                      </a:r>
                      <a:r>
                        <a:rPr sz="1700" dirty="0">
                          <a:latin typeface="Times New Roman"/>
                          <a:cs typeface="Times New Roman"/>
                        </a:rPr>
                        <a:t>g </a:t>
                      </a:r>
                      <a:r>
                        <a:rPr sz="1700" spc="-5" dirty="0">
                          <a:latin typeface="Times New Roman"/>
                          <a:cs typeface="Times New Roman"/>
                        </a:rPr>
                        <a:t>Uni</a:t>
                      </a:r>
                      <a:r>
                        <a:rPr sz="1700" dirty="0">
                          <a:latin typeface="Times New Roman"/>
                          <a:cs typeface="Times New Roman"/>
                        </a:rPr>
                        <a:t>t</a:t>
                      </a:r>
                      <a:r>
                        <a:rPr sz="1700" spc="5" dirty="0">
                          <a:latin typeface="Times New Roman"/>
                          <a:cs typeface="Times New Roman"/>
                        </a:rPr>
                        <a:t> </a:t>
                      </a:r>
                      <a:r>
                        <a:rPr sz="1700" dirty="0">
                          <a:latin typeface="Times New Roman"/>
                          <a:cs typeface="Times New Roman"/>
                        </a:rPr>
                        <a:t>(CP</a:t>
                      </a:r>
                      <a:r>
                        <a:rPr sz="1700" spc="-5" dirty="0">
                          <a:latin typeface="Times New Roman"/>
                          <a:cs typeface="Times New Roman"/>
                        </a:rPr>
                        <a:t>U</a:t>
                      </a:r>
                      <a:r>
                        <a:rPr sz="1700" spc="-10" dirty="0">
                          <a:latin typeface="Times New Roman"/>
                          <a:cs typeface="Times New Roman"/>
                        </a:rPr>
                        <a:t>)</a:t>
                      </a:r>
                      <a:r>
                        <a:rPr sz="1700" dirty="0">
                          <a:latin typeface="Times New Roman"/>
                          <a:cs typeface="Times New Roman"/>
                        </a:rPr>
                        <a:t>.</a:t>
                      </a:r>
                      <a:r>
                        <a:rPr lang="en-US" sz="1700" dirty="0">
                          <a:latin typeface="Times New Roman"/>
                          <a:cs typeface="Times New Roman"/>
                        </a:rPr>
                        <a:t> </a:t>
                      </a:r>
                      <a:r>
                        <a:rPr sz="1700" spc="-20" dirty="0">
                          <a:latin typeface="Times New Roman"/>
                          <a:cs typeface="Times New Roman"/>
                        </a:rPr>
                        <a:t>I</a:t>
                      </a:r>
                      <a:r>
                        <a:rPr sz="1700" dirty="0">
                          <a:latin typeface="Times New Roman"/>
                          <a:cs typeface="Times New Roman"/>
                        </a:rPr>
                        <a:t>nst</a:t>
                      </a:r>
                      <a:r>
                        <a:rPr sz="1700" spc="5" dirty="0">
                          <a:latin typeface="Times New Roman"/>
                          <a:cs typeface="Times New Roman"/>
                        </a:rPr>
                        <a:t>e</a:t>
                      </a:r>
                      <a:r>
                        <a:rPr sz="1700" spc="-5" dirty="0">
                          <a:latin typeface="Times New Roman"/>
                          <a:cs typeface="Times New Roman"/>
                        </a:rPr>
                        <a:t>a</a:t>
                      </a:r>
                      <a:r>
                        <a:rPr sz="1700" dirty="0">
                          <a:latin typeface="Times New Roman"/>
                          <a:cs typeface="Times New Roman"/>
                        </a:rPr>
                        <a:t>d, d</a:t>
                      </a:r>
                      <a:r>
                        <a:rPr sz="1700" spc="-5" dirty="0">
                          <a:latin typeface="Times New Roman"/>
                          <a:cs typeface="Times New Roman"/>
                        </a:rPr>
                        <a:t>a</a:t>
                      </a:r>
                      <a:r>
                        <a:rPr sz="1700" dirty="0">
                          <a:latin typeface="Times New Roman"/>
                          <a:cs typeface="Times New Roman"/>
                        </a:rPr>
                        <a:t>ta</a:t>
                      </a:r>
                      <a:r>
                        <a:rPr sz="1700" spc="5" dirty="0">
                          <a:latin typeface="Times New Roman"/>
                          <a:cs typeface="Times New Roman"/>
                        </a:rPr>
                        <a:t> </a:t>
                      </a:r>
                      <a:r>
                        <a:rPr sz="1700" spc="-5" dirty="0">
                          <a:latin typeface="Times New Roman"/>
                          <a:cs typeface="Times New Roman"/>
                        </a:rPr>
                        <a:t>a</a:t>
                      </a:r>
                      <a:r>
                        <a:rPr sz="1700" spc="5" dirty="0">
                          <a:latin typeface="Times New Roman"/>
                          <a:cs typeface="Times New Roman"/>
                        </a:rPr>
                        <a:t>c</a:t>
                      </a:r>
                      <a:r>
                        <a:rPr sz="1700" spc="-5" dirty="0">
                          <a:latin typeface="Times New Roman"/>
                          <a:cs typeface="Times New Roman"/>
                        </a:rPr>
                        <a:t>cesse</a:t>
                      </a:r>
                      <a:r>
                        <a:rPr sz="1700" dirty="0">
                          <a:latin typeface="Times New Roman"/>
                          <a:cs typeface="Times New Roman"/>
                        </a:rPr>
                        <a:t>d fr</a:t>
                      </a:r>
                      <a:r>
                        <a:rPr sz="1700" spc="5" dirty="0">
                          <a:latin typeface="Times New Roman"/>
                          <a:cs typeface="Times New Roman"/>
                        </a:rPr>
                        <a:t>o</a:t>
                      </a:r>
                      <a:r>
                        <a:rPr sz="1700" dirty="0">
                          <a:latin typeface="Times New Roman"/>
                          <a:cs typeface="Times New Roman"/>
                        </a:rPr>
                        <a:t>m a </a:t>
                      </a:r>
                      <a:r>
                        <a:rPr sz="1700" spc="-5" dirty="0">
                          <a:latin typeface="Times New Roman"/>
                          <a:cs typeface="Times New Roman"/>
                        </a:rPr>
                        <a:t>s</a:t>
                      </a:r>
                      <a:r>
                        <a:rPr sz="1700" spc="-10" dirty="0">
                          <a:latin typeface="Times New Roman"/>
                          <a:cs typeface="Times New Roman"/>
                        </a:rPr>
                        <a:t>e</a:t>
                      </a:r>
                      <a:r>
                        <a:rPr sz="1700" spc="-5" dirty="0">
                          <a:latin typeface="Times New Roman"/>
                          <a:cs typeface="Times New Roman"/>
                        </a:rPr>
                        <a:t>c</a:t>
                      </a:r>
                      <a:r>
                        <a:rPr sz="1700" dirty="0">
                          <a:latin typeface="Times New Roman"/>
                          <a:cs typeface="Times New Roman"/>
                        </a:rPr>
                        <a:t>ond</a:t>
                      </a:r>
                      <a:r>
                        <a:rPr sz="1700" spc="5" dirty="0">
                          <a:latin typeface="Times New Roman"/>
                          <a:cs typeface="Times New Roman"/>
                        </a:rPr>
                        <a:t>a</a:t>
                      </a:r>
                      <a:r>
                        <a:rPr sz="1700" dirty="0">
                          <a:latin typeface="Times New Roman"/>
                          <a:cs typeface="Times New Roman"/>
                        </a:rPr>
                        <a:t>ry memo</a:t>
                      </a:r>
                      <a:r>
                        <a:rPr sz="1700" spc="-5" dirty="0">
                          <a:latin typeface="Times New Roman"/>
                          <a:cs typeface="Times New Roman"/>
                        </a:rPr>
                        <a:t>r</a:t>
                      </a:r>
                      <a:r>
                        <a:rPr sz="1700" dirty="0">
                          <a:latin typeface="Times New Roman"/>
                          <a:cs typeface="Times New Roman"/>
                        </a:rPr>
                        <a:t>y is</a:t>
                      </a:r>
                      <a:r>
                        <a:rPr sz="1700" spc="-5" dirty="0">
                          <a:latin typeface="Times New Roman"/>
                          <a:cs typeface="Times New Roman"/>
                        </a:rPr>
                        <a:t> </a:t>
                      </a:r>
                      <a:r>
                        <a:rPr sz="1700" dirty="0">
                          <a:latin typeface="Times New Roman"/>
                          <a:cs typeface="Times New Roman"/>
                        </a:rPr>
                        <a:t>first lo</a:t>
                      </a:r>
                      <a:r>
                        <a:rPr sz="1700" spc="-5" dirty="0">
                          <a:latin typeface="Times New Roman"/>
                          <a:cs typeface="Times New Roman"/>
                        </a:rPr>
                        <a:t>a</a:t>
                      </a:r>
                      <a:r>
                        <a:rPr sz="1700" dirty="0">
                          <a:latin typeface="Times New Roman"/>
                          <a:cs typeface="Times New Roman"/>
                        </a:rPr>
                        <a:t>d</a:t>
                      </a:r>
                      <a:r>
                        <a:rPr sz="1700" spc="-5" dirty="0">
                          <a:latin typeface="Times New Roman"/>
                          <a:cs typeface="Times New Roman"/>
                        </a:rPr>
                        <a:t>e</a:t>
                      </a:r>
                      <a:r>
                        <a:rPr sz="1700" dirty="0">
                          <a:latin typeface="Times New Roman"/>
                          <a:cs typeface="Times New Roman"/>
                        </a:rPr>
                        <a:t>d into R</a:t>
                      </a:r>
                      <a:r>
                        <a:rPr sz="1700" spc="-5" dirty="0">
                          <a:latin typeface="Times New Roman"/>
                          <a:cs typeface="Times New Roman"/>
                        </a:rPr>
                        <a:t>a</a:t>
                      </a:r>
                      <a:r>
                        <a:rPr sz="1700" dirty="0">
                          <a:latin typeface="Times New Roman"/>
                          <a:cs typeface="Times New Roman"/>
                        </a:rPr>
                        <a:t>ndom </a:t>
                      </a:r>
                      <a:r>
                        <a:rPr sz="1700" spc="-5" dirty="0">
                          <a:latin typeface="Times New Roman"/>
                          <a:cs typeface="Times New Roman"/>
                        </a:rPr>
                        <a:t>Access Me</a:t>
                      </a:r>
                      <a:r>
                        <a:rPr sz="1700" dirty="0">
                          <a:latin typeface="Times New Roman"/>
                          <a:cs typeface="Times New Roman"/>
                        </a:rPr>
                        <a:t>mory</a:t>
                      </a:r>
                      <a:r>
                        <a:rPr sz="1700" spc="-5" dirty="0">
                          <a:latin typeface="Times New Roman"/>
                          <a:cs typeface="Times New Roman"/>
                        </a:rPr>
                        <a:t> </a:t>
                      </a:r>
                      <a:r>
                        <a:rPr sz="1700" dirty="0">
                          <a:latin typeface="Times New Roman"/>
                          <a:cs typeface="Times New Roman"/>
                        </a:rPr>
                        <a:t>(RAM)</a:t>
                      </a:r>
                      <a:r>
                        <a:rPr sz="1700" spc="-10" dirty="0">
                          <a:latin typeface="Times New Roman"/>
                          <a:cs typeface="Times New Roman"/>
                        </a:rPr>
                        <a:t> </a:t>
                      </a:r>
                      <a:r>
                        <a:rPr sz="1700" spc="-5" dirty="0">
                          <a:latin typeface="Times New Roman"/>
                          <a:cs typeface="Times New Roman"/>
                        </a:rPr>
                        <a:t>a</a:t>
                      </a:r>
                      <a:r>
                        <a:rPr sz="1700" dirty="0">
                          <a:latin typeface="Times New Roman"/>
                          <a:cs typeface="Times New Roman"/>
                        </a:rPr>
                        <a:t>nd is </a:t>
                      </a:r>
                      <a:r>
                        <a:rPr sz="1700" spc="10" dirty="0">
                          <a:latin typeface="Times New Roman"/>
                          <a:cs typeface="Times New Roman"/>
                        </a:rPr>
                        <a:t>t</a:t>
                      </a:r>
                      <a:r>
                        <a:rPr sz="1700" dirty="0">
                          <a:latin typeface="Times New Roman"/>
                          <a:cs typeface="Times New Roman"/>
                        </a:rPr>
                        <a:t>h</a:t>
                      </a:r>
                      <a:r>
                        <a:rPr sz="1700" spc="-5" dirty="0">
                          <a:latin typeface="Times New Roman"/>
                          <a:cs typeface="Times New Roman"/>
                        </a:rPr>
                        <a:t>e</a:t>
                      </a:r>
                      <a:r>
                        <a:rPr sz="1700" dirty="0">
                          <a:latin typeface="Times New Roman"/>
                          <a:cs typeface="Times New Roman"/>
                        </a:rPr>
                        <a:t>n </a:t>
                      </a:r>
                      <a:r>
                        <a:rPr sz="1700" spc="-5" dirty="0">
                          <a:latin typeface="Times New Roman"/>
                          <a:cs typeface="Times New Roman"/>
                        </a:rPr>
                        <a:t>se</a:t>
                      </a:r>
                      <a:r>
                        <a:rPr sz="1700" dirty="0">
                          <a:latin typeface="Times New Roman"/>
                          <a:cs typeface="Times New Roman"/>
                        </a:rPr>
                        <a:t>nt to the Pro</a:t>
                      </a:r>
                      <a:r>
                        <a:rPr sz="1700" spc="-10" dirty="0">
                          <a:latin typeface="Times New Roman"/>
                          <a:cs typeface="Times New Roman"/>
                        </a:rPr>
                        <a:t>c</a:t>
                      </a:r>
                      <a:r>
                        <a:rPr sz="1700" spc="-5" dirty="0">
                          <a:latin typeface="Times New Roman"/>
                          <a:cs typeface="Times New Roman"/>
                        </a:rPr>
                        <a:t>ess</a:t>
                      </a:r>
                      <a:r>
                        <a:rPr sz="1700" dirty="0">
                          <a:latin typeface="Times New Roman"/>
                          <a:cs typeface="Times New Roman"/>
                        </a:rPr>
                        <a:t>ing </a:t>
                      </a:r>
                      <a:r>
                        <a:rPr sz="1700" spc="-5" dirty="0">
                          <a:latin typeface="Times New Roman"/>
                          <a:cs typeface="Times New Roman"/>
                        </a:rPr>
                        <a:t>Unit.</a:t>
                      </a:r>
                      <a:endParaRPr sz="1700" dirty="0">
                        <a:latin typeface="Times New Roman"/>
                        <a:cs typeface="Times New Roman"/>
                      </a:endParaRPr>
                    </a:p>
                  </a:txBody>
                  <a:tcPr marL="0" marR="0" marT="0" marB="0">
                    <a:lnL w="4317">
                      <a:solidFill>
                        <a:srgbClr val="DFDFDF"/>
                      </a:solidFill>
                      <a:prstDash val="solid"/>
                    </a:lnL>
                    <a:lnR w="4317">
                      <a:solidFill>
                        <a:srgbClr val="DFDFDF"/>
                      </a:solidFill>
                      <a:prstDash val="solid"/>
                    </a:lnR>
                    <a:lnT w="4317">
                      <a:solidFill>
                        <a:srgbClr val="DFDFDF"/>
                      </a:solidFill>
                      <a:prstDash val="solid"/>
                    </a:lnT>
                    <a:lnB w="4317">
                      <a:solidFill>
                        <a:srgbClr val="DFDFDF"/>
                      </a:solidFill>
                      <a:prstDash val="solid"/>
                    </a:lnB>
                  </a:tcPr>
                </a:tc>
                <a:extLst>
                  <a:ext uri="{0D108BD9-81ED-4DB2-BD59-A6C34878D82A}">
                    <a16:rowId xmlns:a16="http://schemas.microsoft.com/office/drawing/2014/main" val="10001"/>
                  </a:ext>
                </a:extLst>
              </a:tr>
            </a:tbl>
          </a:graphicData>
        </a:graphic>
      </p:graphicFrame>
      <p:graphicFrame>
        <p:nvGraphicFramePr>
          <p:cNvPr id="5" name="Table 4">
            <a:extLst>
              <a:ext uri="{FF2B5EF4-FFF2-40B4-BE49-F238E27FC236}">
                <a16:creationId xmlns:a16="http://schemas.microsoft.com/office/drawing/2014/main" id="{F3370B77-4C4E-450D-60D0-BA3964D4622E}"/>
              </a:ext>
            </a:extLst>
          </p:cNvPr>
          <p:cNvGraphicFramePr>
            <a:graphicFrameLocks noGrp="1"/>
          </p:cNvGraphicFramePr>
          <p:nvPr>
            <p:extLst>
              <p:ext uri="{D42A27DB-BD31-4B8C-83A1-F6EECF244321}">
                <p14:modId xmlns:p14="http://schemas.microsoft.com/office/powerpoint/2010/main" val="4136702428"/>
              </p:ext>
            </p:extLst>
          </p:nvPr>
        </p:nvGraphicFramePr>
        <p:xfrm>
          <a:off x="1029246" y="2915462"/>
          <a:ext cx="7139394" cy="1813560"/>
        </p:xfrm>
        <a:graphic>
          <a:graphicData uri="http://schemas.openxmlformats.org/drawingml/2006/table">
            <a:tbl>
              <a:tblPr firstRow="1" bandRow="1">
                <a:tableStyleId>{2D5ABB26-0587-4C30-8999-92F81FD0307C}</a:tableStyleId>
              </a:tblPr>
              <a:tblGrid>
                <a:gridCol w="3460470">
                  <a:extLst>
                    <a:ext uri="{9D8B030D-6E8A-4147-A177-3AD203B41FA5}">
                      <a16:colId xmlns:a16="http://schemas.microsoft.com/office/drawing/2014/main" val="3829269025"/>
                    </a:ext>
                  </a:extLst>
                </a:gridCol>
                <a:gridCol w="3678924">
                  <a:extLst>
                    <a:ext uri="{9D8B030D-6E8A-4147-A177-3AD203B41FA5}">
                      <a16:colId xmlns:a16="http://schemas.microsoft.com/office/drawing/2014/main" val="3171967968"/>
                    </a:ext>
                  </a:extLst>
                </a:gridCol>
              </a:tblGrid>
              <a:tr h="680994">
                <a:tc>
                  <a:txBody>
                    <a:bodyPr/>
                    <a:lstStyle/>
                    <a:p>
                      <a:pPr marL="93345" marR="120650" algn="just">
                        <a:lnSpc>
                          <a:spcPct val="100000"/>
                        </a:lnSpc>
                      </a:pPr>
                      <a:r>
                        <a:rPr sz="1700" dirty="0">
                          <a:latin typeface="Times New Roman"/>
                          <a:cs typeface="Times New Roman"/>
                        </a:rPr>
                        <a:t>R</a:t>
                      </a:r>
                      <a:r>
                        <a:rPr sz="1700" spc="-5" dirty="0">
                          <a:latin typeface="Times New Roman"/>
                          <a:cs typeface="Times New Roman"/>
                        </a:rPr>
                        <a:t>A</a:t>
                      </a:r>
                      <a:r>
                        <a:rPr sz="1700" dirty="0">
                          <a:latin typeface="Times New Roman"/>
                          <a:cs typeface="Times New Roman"/>
                        </a:rPr>
                        <a:t>M p</a:t>
                      </a:r>
                      <a:r>
                        <a:rPr sz="1700" spc="-5" dirty="0">
                          <a:latin typeface="Times New Roman"/>
                          <a:cs typeface="Times New Roman"/>
                        </a:rPr>
                        <a:t>r</a:t>
                      </a:r>
                      <a:r>
                        <a:rPr sz="1700" dirty="0">
                          <a:latin typeface="Times New Roman"/>
                          <a:cs typeface="Times New Roman"/>
                        </a:rPr>
                        <a:t>ovides a</a:t>
                      </a:r>
                      <a:r>
                        <a:rPr sz="1700" spc="-10" dirty="0">
                          <a:latin typeface="Times New Roman"/>
                          <a:cs typeface="Times New Roman"/>
                        </a:rPr>
                        <a:t> </a:t>
                      </a:r>
                      <a:r>
                        <a:rPr sz="1700" dirty="0">
                          <a:latin typeface="Times New Roman"/>
                          <a:cs typeface="Times New Roman"/>
                        </a:rPr>
                        <a:t>much</a:t>
                      </a:r>
                      <a:r>
                        <a:rPr sz="1700" spc="-5" dirty="0">
                          <a:latin typeface="Times New Roman"/>
                          <a:cs typeface="Times New Roman"/>
                        </a:rPr>
                        <a:t> </a:t>
                      </a:r>
                      <a:r>
                        <a:rPr sz="1700" dirty="0">
                          <a:latin typeface="Times New Roman"/>
                          <a:cs typeface="Times New Roman"/>
                        </a:rPr>
                        <a:t>f</a:t>
                      </a:r>
                      <a:r>
                        <a:rPr sz="1700" spc="5" dirty="0">
                          <a:latin typeface="Times New Roman"/>
                          <a:cs typeface="Times New Roman"/>
                        </a:rPr>
                        <a:t>a</a:t>
                      </a:r>
                      <a:r>
                        <a:rPr sz="1700" spc="-5" dirty="0">
                          <a:latin typeface="Times New Roman"/>
                          <a:cs typeface="Times New Roman"/>
                        </a:rPr>
                        <a:t>ste</a:t>
                      </a:r>
                      <a:r>
                        <a:rPr sz="1700" dirty="0">
                          <a:latin typeface="Times New Roman"/>
                          <a:cs typeface="Times New Roman"/>
                        </a:rPr>
                        <a:t>r</a:t>
                      </a:r>
                      <a:r>
                        <a:rPr sz="1700" spc="-5" dirty="0">
                          <a:latin typeface="Times New Roman"/>
                          <a:cs typeface="Times New Roman"/>
                        </a:rPr>
                        <a:t>-a</a:t>
                      </a:r>
                      <a:r>
                        <a:rPr sz="1700" spc="5" dirty="0">
                          <a:latin typeface="Times New Roman"/>
                          <a:cs typeface="Times New Roman"/>
                        </a:rPr>
                        <a:t>c</a:t>
                      </a:r>
                      <a:r>
                        <a:rPr sz="1700" spc="-5" dirty="0">
                          <a:latin typeface="Times New Roman"/>
                          <a:cs typeface="Times New Roman"/>
                        </a:rPr>
                        <a:t>cess</a:t>
                      </a:r>
                      <a:r>
                        <a:rPr sz="1700" dirty="0">
                          <a:latin typeface="Times New Roman"/>
                          <a:cs typeface="Times New Roman"/>
                        </a:rPr>
                        <a:t>ing </a:t>
                      </a:r>
                      <a:r>
                        <a:rPr sz="1700" spc="-5" dirty="0">
                          <a:latin typeface="Times New Roman"/>
                          <a:cs typeface="Times New Roman"/>
                        </a:rPr>
                        <a:t>spee</a:t>
                      </a:r>
                      <a:r>
                        <a:rPr sz="1700" dirty="0">
                          <a:latin typeface="Times New Roman"/>
                          <a:cs typeface="Times New Roman"/>
                        </a:rPr>
                        <a:t>d to</a:t>
                      </a:r>
                      <a:r>
                        <a:rPr sz="1700" spc="-5" dirty="0">
                          <a:latin typeface="Times New Roman"/>
                          <a:cs typeface="Times New Roman"/>
                        </a:rPr>
                        <a:t> </a:t>
                      </a:r>
                      <a:r>
                        <a:rPr sz="1700" dirty="0">
                          <a:latin typeface="Times New Roman"/>
                          <a:cs typeface="Times New Roman"/>
                        </a:rPr>
                        <a:t>data</a:t>
                      </a:r>
                      <a:r>
                        <a:rPr sz="1700" spc="-5" dirty="0">
                          <a:latin typeface="Times New Roman"/>
                          <a:cs typeface="Times New Roman"/>
                        </a:rPr>
                        <a:t> </a:t>
                      </a:r>
                      <a:r>
                        <a:rPr sz="1700" dirty="0">
                          <a:latin typeface="Times New Roman"/>
                          <a:cs typeface="Times New Roman"/>
                        </a:rPr>
                        <a:t>than</a:t>
                      </a:r>
                      <a:r>
                        <a:rPr sz="1700" spc="-5" dirty="0">
                          <a:latin typeface="Times New Roman"/>
                          <a:cs typeface="Times New Roman"/>
                        </a:rPr>
                        <a:t> </a:t>
                      </a:r>
                      <a:r>
                        <a:rPr sz="1700" spc="5" dirty="0">
                          <a:latin typeface="Times New Roman"/>
                          <a:cs typeface="Times New Roman"/>
                        </a:rPr>
                        <a:t>s</a:t>
                      </a:r>
                      <a:r>
                        <a:rPr sz="1700" spc="-5" dirty="0">
                          <a:latin typeface="Times New Roman"/>
                          <a:cs typeface="Times New Roman"/>
                        </a:rPr>
                        <a:t>ec</a:t>
                      </a:r>
                      <a:r>
                        <a:rPr sz="1700" dirty="0">
                          <a:latin typeface="Times New Roman"/>
                          <a:cs typeface="Times New Roman"/>
                        </a:rPr>
                        <a:t>on</a:t>
                      </a:r>
                      <a:r>
                        <a:rPr sz="1700" spc="10" dirty="0">
                          <a:latin typeface="Times New Roman"/>
                          <a:cs typeface="Times New Roman"/>
                        </a:rPr>
                        <a:t>d</a:t>
                      </a:r>
                      <a:r>
                        <a:rPr sz="1700" spc="-5" dirty="0">
                          <a:latin typeface="Times New Roman"/>
                          <a:cs typeface="Times New Roman"/>
                        </a:rPr>
                        <a:t>a</a:t>
                      </a:r>
                      <a:r>
                        <a:rPr sz="1700" dirty="0">
                          <a:latin typeface="Times New Roman"/>
                          <a:cs typeface="Times New Roman"/>
                        </a:rPr>
                        <a:t>ry m</a:t>
                      </a:r>
                      <a:r>
                        <a:rPr sz="1700" spc="-10" dirty="0">
                          <a:latin typeface="Times New Roman"/>
                          <a:cs typeface="Times New Roman"/>
                        </a:rPr>
                        <a:t>e</a:t>
                      </a:r>
                      <a:r>
                        <a:rPr sz="1700" dirty="0">
                          <a:latin typeface="Times New Roman"/>
                          <a:cs typeface="Times New Roman"/>
                        </a:rPr>
                        <a:t>mory.</a:t>
                      </a:r>
                      <a:r>
                        <a:rPr sz="1700" spc="-5" dirty="0">
                          <a:latin typeface="Times New Roman"/>
                          <a:cs typeface="Times New Roman"/>
                        </a:rPr>
                        <a:t> </a:t>
                      </a:r>
                      <a:r>
                        <a:rPr sz="1700" dirty="0">
                          <a:latin typeface="Times New Roman"/>
                          <a:cs typeface="Times New Roman"/>
                        </a:rPr>
                        <a:t>By loading</a:t>
                      </a:r>
                      <a:r>
                        <a:rPr sz="1700" spc="-5" dirty="0">
                          <a:latin typeface="Times New Roman"/>
                          <a:cs typeface="Times New Roman"/>
                        </a:rPr>
                        <a:t> softw</a:t>
                      </a:r>
                      <a:r>
                        <a:rPr sz="1700" spc="-10" dirty="0">
                          <a:latin typeface="Times New Roman"/>
                          <a:cs typeface="Times New Roman"/>
                        </a:rPr>
                        <a:t>a</a:t>
                      </a:r>
                      <a:r>
                        <a:rPr sz="1700" dirty="0">
                          <a:latin typeface="Times New Roman"/>
                          <a:cs typeface="Times New Roman"/>
                        </a:rPr>
                        <a:t>re</a:t>
                      </a:r>
                      <a:r>
                        <a:rPr sz="1700" spc="-10" dirty="0">
                          <a:latin typeface="Times New Roman"/>
                          <a:cs typeface="Times New Roman"/>
                        </a:rPr>
                        <a:t> </a:t>
                      </a:r>
                      <a:r>
                        <a:rPr sz="1700" spc="10" dirty="0">
                          <a:latin typeface="Times New Roman"/>
                          <a:cs typeface="Times New Roman"/>
                        </a:rPr>
                        <a:t>p</a:t>
                      </a:r>
                      <a:r>
                        <a:rPr sz="1700" dirty="0">
                          <a:latin typeface="Times New Roman"/>
                          <a:cs typeface="Times New Roman"/>
                        </a:rPr>
                        <a:t>rog</a:t>
                      </a:r>
                      <a:r>
                        <a:rPr sz="1700" spc="-10" dirty="0">
                          <a:latin typeface="Times New Roman"/>
                          <a:cs typeface="Times New Roman"/>
                        </a:rPr>
                        <a:t>r</a:t>
                      </a:r>
                      <a:r>
                        <a:rPr sz="1700" spc="5" dirty="0">
                          <a:latin typeface="Times New Roman"/>
                          <a:cs typeface="Times New Roman"/>
                        </a:rPr>
                        <a:t>a</a:t>
                      </a:r>
                      <a:r>
                        <a:rPr sz="1700" dirty="0">
                          <a:latin typeface="Times New Roman"/>
                          <a:cs typeface="Times New Roman"/>
                        </a:rPr>
                        <a:t>ms</a:t>
                      </a:r>
                      <a:r>
                        <a:rPr sz="1700" spc="-5" dirty="0">
                          <a:latin typeface="Times New Roman"/>
                          <a:cs typeface="Times New Roman"/>
                        </a:rPr>
                        <a:t> </a:t>
                      </a:r>
                      <a:r>
                        <a:rPr sz="1700" dirty="0">
                          <a:latin typeface="Times New Roman"/>
                          <a:cs typeface="Times New Roman"/>
                        </a:rPr>
                        <a:t>and</a:t>
                      </a:r>
                      <a:r>
                        <a:rPr sz="1700" spc="-5" dirty="0">
                          <a:latin typeface="Times New Roman"/>
                          <a:cs typeface="Times New Roman"/>
                        </a:rPr>
                        <a:t> re</a:t>
                      </a:r>
                      <a:r>
                        <a:rPr sz="1700" dirty="0">
                          <a:latin typeface="Times New Roman"/>
                          <a:cs typeface="Times New Roman"/>
                        </a:rPr>
                        <a:t>quir</a:t>
                      </a:r>
                      <a:r>
                        <a:rPr sz="1700" spc="-10" dirty="0">
                          <a:latin typeface="Times New Roman"/>
                          <a:cs typeface="Times New Roman"/>
                        </a:rPr>
                        <a:t>e</a:t>
                      </a:r>
                      <a:r>
                        <a:rPr sz="1700" dirty="0">
                          <a:latin typeface="Times New Roman"/>
                          <a:cs typeface="Times New Roman"/>
                        </a:rPr>
                        <a:t>d fil</a:t>
                      </a:r>
                      <a:r>
                        <a:rPr sz="1700" spc="-5" dirty="0">
                          <a:latin typeface="Times New Roman"/>
                          <a:cs typeface="Times New Roman"/>
                        </a:rPr>
                        <a:t>e</a:t>
                      </a:r>
                      <a:r>
                        <a:rPr sz="1700" dirty="0">
                          <a:latin typeface="Times New Roman"/>
                          <a:cs typeface="Times New Roman"/>
                        </a:rPr>
                        <a:t>s</a:t>
                      </a:r>
                      <a:r>
                        <a:rPr sz="1700" spc="-5" dirty="0">
                          <a:latin typeface="Times New Roman"/>
                          <a:cs typeface="Times New Roman"/>
                        </a:rPr>
                        <a:t> </a:t>
                      </a:r>
                      <a:r>
                        <a:rPr sz="1700" dirty="0">
                          <a:latin typeface="Times New Roman"/>
                          <a:cs typeface="Times New Roman"/>
                        </a:rPr>
                        <a:t>into prim</a:t>
                      </a:r>
                      <a:r>
                        <a:rPr sz="1700" spc="-5" dirty="0">
                          <a:latin typeface="Times New Roman"/>
                          <a:cs typeface="Times New Roman"/>
                        </a:rPr>
                        <a:t>a</a:t>
                      </a:r>
                      <a:r>
                        <a:rPr sz="1700" dirty="0">
                          <a:latin typeface="Times New Roman"/>
                          <a:cs typeface="Times New Roman"/>
                        </a:rPr>
                        <a:t>ry m</a:t>
                      </a:r>
                      <a:r>
                        <a:rPr sz="1700" spc="-10" dirty="0">
                          <a:latin typeface="Times New Roman"/>
                          <a:cs typeface="Times New Roman"/>
                        </a:rPr>
                        <a:t>e</a:t>
                      </a:r>
                      <a:r>
                        <a:rPr sz="1700" dirty="0">
                          <a:latin typeface="Times New Roman"/>
                          <a:cs typeface="Times New Roman"/>
                        </a:rPr>
                        <a:t>mo</a:t>
                      </a:r>
                      <a:r>
                        <a:rPr sz="1700" spc="5" dirty="0">
                          <a:latin typeface="Times New Roman"/>
                          <a:cs typeface="Times New Roman"/>
                        </a:rPr>
                        <a:t>r</a:t>
                      </a:r>
                      <a:r>
                        <a:rPr sz="1700" dirty="0">
                          <a:latin typeface="Times New Roman"/>
                          <a:cs typeface="Times New Roman"/>
                        </a:rPr>
                        <a:t>y</a:t>
                      </a:r>
                      <a:r>
                        <a:rPr sz="1700" spc="5" dirty="0">
                          <a:latin typeface="Times New Roman"/>
                          <a:cs typeface="Times New Roman"/>
                        </a:rPr>
                        <a:t> </a:t>
                      </a:r>
                      <a:r>
                        <a:rPr sz="1700" dirty="0">
                          <a:latin typeface="Times New Roman"/>
                          <a:cs typeface="Times New Roman"/>
                        </a:rPr>
                        <a:t>(RAM</a:t>
                      </a:r>
                      <a:r>
                        <a:rPr sz="1700" spc="-10" dirty="0">
                          <a:latin typeface="Times New Roman"/>
                          <a:cs typeface="Times New Roman"/>
                        </a:rPr>
                        <a:t>)</a:t>
                      </a:r>
                      <a:r>
                        <a:rPr sz="1700" dirty="0">
                          <a:latin typeface="Times New Roman"/>
                          <a:cs typeface="Times New Roman"/>
                        </a:rPr>
                        <a:t>, </a:t>
                      </a:r>
                      <a:r>
                        <a:rPr sz="1700" spc="-5" dirty="0">
                          <a:latin typeface="Times New Roman"/>
                          <a:cs typeface="Times New Roman"/>
                        </a:rPr>
                        <a:t>c</a:t>
                      </a:r>
                      <a:r>
                        <a:rPr sz="1700" dirty="0">
                          <a:latin typeface="Times New Roman"/>
                          <a:cs typeface="Times New Roman"/>
                        </a:rPr>
                        <a:t>omput</a:t>
                      </a:r>
                      <a:r>
                        <a:rPr sz="1700" spc="-5" dirty="0">
                          <a:latin typeface="Times New Roman"/>
                          <a:cs typeface="Times New Roman"/>
                        </a:rPr>
                        <a:t>e</a:t>
                      </a:r>
                      <a:r>
                        <a:rPr sz="1700" dirty="0">
                          <a:latin typeface="Times New Roman"/>
                          <a:cs typeface="Times New Roman"/>
                        </a:rPr>
                        <a:t>rs</a:t>
                      </a:r>
                      <a:r>
                        <a:rPr sz="1700" spc="-5" dirty="0">
                          <a:latin typeface="Times New Roman"/>
                          <a:cs typeface="Times New Roman"/>
                        </a:rPr>
                        <a:t> </a:t>
                      </a:r>
                      <a:r>
                        <a:rPr sz="1700" spc="-10" dirty="0">
                          <a:latin typeface="Times New Roman"/>
                          <a:cs typeface="Times New Roman"/>
                        </a:rPr>
                        <a:t>c</a:t>
                      </a:r>
                      <a:r>
                        <a:rPr sz="1700" spc="-5" dirty="0">
                          <a:latin typeface="Times New Roman"/>
                          <a:cs typeface="Times New Roman"/>
                        </a:rPr>
                        <a:t>a</a:t>
                      </a:r>
                      <a:r>
                        <a:rPr sz="1700" dirty="0">
                          <a:latin typeface="Times New Roman"/>
                          <a:cs typeface="Times New Roman"/>
                        </a:rPr>
                        <a:t>n </a:t>
                      </a:r>
                      <a:r>
                        <a:rPr sz="1700" spc="10" dirty="0">
                          <a:latin typeface="Times New Roman"/>
                          <a:cs typeface="Times New Roman"/>
                        </a:rPr>
                        <a:t>p</a:t>
                      </a:r>
                      <a:r>
                        <a:rPr sz="1700" dirty="0">
                          <a:latin typeface="Times New Roman"/>
                          <a:cs typeface="Times New Roman"/>
                        </a:rPr>
                        <a:t>ro</a:t>
                      </a:r>
                      <a:r>
                        <a:rPr sz="1700" spc="-10" dirty="0">
                          <a:latin typeface="Times New Roman"/>
                          <a:cs typeface="Times New Roman"/>
                        </a:rPr>
                        <a:t>c</a:t>
                      </a:r>
                      <a:r>
                        <a:rPr sz="1700" spc="-5" dirty="0">
                          <a:latin typeface="Times New Roman"/>
                          <a:cs typeface="Times New Roman"/>
                        </a:rPr>
                        <a:t>es</a:t>
                      </a:r>
                      <a:r>
                        <a:rPr sz="1700" dirty="0">
                          <a:latin typeface="Times New Roman"/>
                          <a:cs typeface="Times New Roman"/>
                        </a:rPr>
                        <a:t>s </a:t>
                      </a:r>
                      <a:r>
                        <a:rPr sz="1700" spc="10" dirty="0">
                          <a:latin typeface="Times New Roman"/>
                          <a:cs typeface="Times New Roman"/>
                        </a:rPr>
                        <a:t>d</a:t>
                      </a:r>
                      <a:r>
                        <a:rPr sz="1700" spc="-5" dirty="0">
                          <a:latin typeface="Times New Roman"/>
                          <a:cs typeface="Times New Roman"/>
                        </a:rPr>
                        <a:t>a</a:t>
                      </a:r>
                      <a:r>
                        <a:rPr sz="1700" dirty="0">
                          <a:latin typeface="Times New Roman"/>
                          <a:cs typeface="Times New Roman"/>
                        </a:rPr>
                        <a:t>ta mu</a:t>
                      </a:r>
                      <a:r>
                        <a:rPr sz="1700" spc="-5" dirty="0">
                          <a:latin typeface="Times New Roman"/>
                          <a:cs typeface="Times New Roman"/>
                        </a:rPr>
                        <a:t>c</a:t>
                      </a:r>
                      <a:r>
                        <a:rPr sz="1700" dirty="0">
                          <a:latin typeface="Times New Roman"/>
                          <a:cs typeface="Times New Roman"/>
                        </a:rPr>
                        <a:t>h more quickly.</a:t>
                      </a:r>
                    </a:p>
                  </a:txBody>
                  <a:tcPr marL="0" marR="0" marT="0" marB="0">
                    <a:lnL w="4317">
                      <a:solidFill>
                        <a:srgbClr val="DFDFDF"/>
                      </a:solidFill>
                      <a:prstDash val="solid"/>
                    </a:lnL>
                    <a:lnR w="4317">
                      <a:solidFill>
                        <a:srgbClr val="DFDFDF"/>
                      </a:solidFill>
                      <a:prstDash val="solid"/>
                    </a:lnR>
                    <a:lnT w="4317">
                      <a:solidFill>
                        <a:srgbClr val="DFDFDF"/>
                      </a:solidFill>
                      <a:prstDash val="solid"/>
                    </a:lnT>
                    <a:lnB w="4317">
                      <a:solidFill>
                        <a:srgbClr val="DFDFDF"/>
                      </a:solidFill>
                      <a:prstDash val="solid"/>
                    </a:lnB>
                  </a:tcPr>
                </a:tc>
                <a:tc>
                  <a:txBody>
                    <a:bodyPr/>
                    <a:lstStyle/>
                    <a:p>
                      <a:pPr marL="92075" marR="142875" algn="just">
                        <a:lnSpc>
                          <a:spcPct val="100000"/>
                        </a:lnSpc>
                      </a:pPr>
                      <a:r>
                        <a:rPr sz="1700" dirty="0">
                          <a:latin typeface="Times New Roman"/>
                          <a:cs typeface="Times New Roman"/>
                        </a:rPr>
                        <a:t>S</a:t>
                      </a:r>
                      <a:r>
                        <a:rPr sz="1700" spc="-5" dirty="0">
                          <a:latin typeface="Times New Roman"/>
                          <a:cs typeface="Times New Roman"/>
                        </a:rPr>
                        <a:t>ec</a:t>
                      </a:r>
                      <a:r>
                        <a:rPr sz="1700" dirty="0">
                          <a:latin typeface="Times New Roman"/>
                          <a:cs typeface="Times New Roman"/>
                        </a:rPr>
                        <a:t>ond</a:t>
                      </a:r>
                      <a:r>
                        <a:rPr sz="1700" spc="-5" dirty="0">
                          <a:latin typeface="Times New Roman"/>
                          <a:cs typeface="Times New Roman"/>
                        </a:rPr>
                        <a:t>a</a:t>
                      </a:r>
                      <a:r>
                        <a:rPr sz="1700" dirty="0">
                          <a:latin typeface="Times New Roman"/>
                          <a:cs typeface="Times New Roman"/>
                        </a:rPr>
                        <a:t>ry </a:t>
                      </a:r>
                      <a:r>
                        <a:rPr sz="1700" spc="-5" dirty="0">
                          <a:latin typeface="Times New Roman"/>
                          <a:cs typeface="Times New Roman"/>
                        </a:rPr>
                        <a:t>M</a:t>
                      </a:r>
                      <a:r>
                        <a:rPr sz="1700" spc="-10" dirty="0">
                          <a:latin typeface="Times New Roman"/>
                          <a:cs typeface="Times New Roman"/>
                        </a:rPr>
                        <a:t>e</a:t>
                      </a:r>
                      <a:r>
                        <a:rPr sz="1700" dirty="0">
                          <a:latin typeface="Times New Roman"/>
                          <a:cs typeface="Times New Roman"/>
                        </a:rPr>
                        <a:t>m</a:t>
                      </a:r>
                      <a:r>
                        <a:rPr sz="1700" spc="10" dirty="0">
                          <a:latin typeface="Times New Roman"/>
                          <a:cs typeface="Times New Roman"/>
                        </a:rPr>
                        <a:t>o</a:t>
                      </a:r>
                      <a:r>
                        <a:rPr sz="1700" dirty="0">
                          <a:latin typeface="Times New Roman"/>
                          <a:cs typeface="Times New Roman"/>
                        </a:rPr>
                        <a:t>ry is</a:t>
                      </a:r>
                      <a:r>
                        <a:rPr sz="1700" spc="-5" dirty="0">
                          <a:latin typeface="Times New Roman"/>
                          <a:cs typeface="Times New Roman"/>
                        </a:rPr>
                        <a:t> s</a:t>
                      </a:r>
                      <a:r>
                        <a:rPr sz="1700" dirty="0">
                          <a:latin typeface="Times New Roman"/>
                          <a:cs typeface="Times New Roman"/>
                        </a:rPr>
                        <a:t>low</a:t>
                      </a:r>
                      <a:r>
                        <a:rPr sz="1700" spc="-10" dirty="0">
                          <a:latin typeface="Times New Roman"/>
                          <a:cs typeface="Times New Roman"/>
                        </a:rPr>
                        <a:t>e</a:t>
                      </a:r>
                      <a:r>
                        <a:rPr sz="1700" dirty="0">
                          <a:latin typeface="Times New Roman"/>
                          <a:cs typeface="Times New Roman"/>
                        </a:rPr>
                        <a:t>r in</a:t>
                      </a:r>
                      <a:r>
                        <a:rPr sz="1700" spc="-5" dirty="0">
                          <a:latin typeface="Times New Roman"/>
                          <a:cs typeface="Times New Roman"/>
                        </a:rPr>
                        <a:t> </a:t>
                      </a:r>
                      <a:r>
                        <a:rPr sz="1700" dirty="0">
                          <a:latin typeface="Times New Roman"/>
                          <a:cs typeface="Times New Roman"/>
                        </a:rPr>
                        <a:t>d</a:t>
                      </a:r>
                      <a:r>
                        <a:rPr sz="1700" spc="-10" dirty="0">
                          <a:latin typeface="Times New Roman"/>
                          <a:cs typeface="Times New Roman"/>
                        </a:rPr>
                        <a:t>a</a:t>
                      </a:r>
                      <a:r>
                        <a:rPr sz="1700" dirty="0">
                          <a:latin typeface="Times New Roman"/>
                          <a:cs typeface="Times New Roman"/>
                        </a:rPr>
                        <a:t>ta </a:t>
                      </a:r>
                      <a:r>
                        <a:rPr sz="1700" spc="-5" dirty="0">
                          <a:latin typeface="Times New Roman"/>
                          <a:cs typeface="Times New Roman"/>
                        </a:rPr>
                        <a:t>ac</a:t>
                      </a:r>
                      <a:r>
                        <a:rPr sz="1700" spc="5" dirty="0">
                          <a:latin typeface="Times New Roman"/>
                          <a:cs typeface="Times New Roman"/>
                        </a:rPr>
                        <a:t>c</a:t>
                      </a:r>
                      <a:r>
                        <a:rPr sz="1700" spc="-5" dirty="0">
                          <a:latin typeface="Times New Roman"/>
                          <a:cs typeface="Times New Roman"/>
                        </a:rPr>
                        <a:t>ess</a:t>
                      </a:r>
                      <a:r>
                        <a:rPr sz="1700" dirty="0">
                          <a:latin typeface="Times New Roman"/>
                          <a:cs typeface="Times New Roman"/>
                        </a:rPr>
                        <a:t>ing. Typic</a:t>
                      </a:r>
                      <a:r>
                        <a:rPr sz="1700" spc="-10" dirty="0">
                          <a:latin typeface="Times New Roman"/>
                          <a:cs typeface="Times New Roman"/>
                        </a:rPr>
                        <a:t>a</a:t>
                      </a:r>
                      <a:r>
                        <a:rPr sz="1700" dirty="0">
                          <a:latin typeface="Times New Roman"/>
                          <a:cs typeface="Times New Roman"/>
                        </a:rPr>
                        <a:t>ll</a:t>
                      </a:r>
                      <a:r>
                        <a:rPr sz="1700" spc="5" dirty="0">
                          <a:latin typeface="Times New Roman"/>
                          <a:cs typeface="Times New Roman"/>
                        </a:rPr>
                        <a:t>y</a:t>
                      </a:r>
                      <a:r>
                        <a:rPr sz="1700" dirty="0">
                          <a:latin typeface="Times New Roman"/>
                          <a:cs typeface="Times New Roman"/>
                        </a:rPr>
                        <a:t>, pr</a:t>
                      </a:r>
                      <a:r>
                        <a:rPr sz="1700" spc="5" dirty="0">
                          <a:latin typeface="Times New Roman"/>
                          <a:cs typeface="Times New Roman"/>
                        </a:rPr>
                        <a:t>i</a:t>
                      </a:r>
                      <a:r>
                        <a:rPr sz="1700" dirty="0">
                          <a:latin typeface="Times New Roman"/>
                          <a:cs typeface="Times New Roman"/>
                        </a:rPr>
                        <a:t>ma</a:t>
                      </a:r>
                      <a:r>
                        <a:rPr sz="1700" spc="-10" dirty="0">
                          <a:latin typeface="Times New Roman"/>
                          <a:cs typeface="Times New Roman"/>
                        </a:rPr>
                        <a:t>r</a:t>
                      </a:r>
                      <a:r>
                        <a:rPr sz="1700" dirty="0">
                          <a:latin typeface="Times New Roman"/>
                          <a:cs typeface="Times New Roman"/>
                        </a:rPr>
                        <a:t>y memo</a:t>
                      </a:r>
                      <a:r>
                        <a:rPr sz="1700" spc="-5" dirty="0">
                          <a:latin typeface="Times New Roman"/>
                          <a:cs typeface="Times New Roman"/>
                        </a:rPr>
                        <a:t>r</a:t>
                      </a:r>
                      <a:r>
                        <a:rPr sz="1700" dirty="0">
                          <a:latin typeface="Times New Roman"/>
                          <a:cs typeface="Times New Roman"/>
                        </a:rPr>
                        <a:t>y is</a:t>
                      </a:r>
                      <a:r>
                        <a:rPr sz="1700" spc="-5" dirty="0">
                          <a:latin typeface="Times New Roman"/>
                          <a:cs typeface="Times New Roman"/>
                        </a:rPr>
                        <a:t> </a:t>
                      </a:r>
                      <a:r>
                        <a:rPr sz="1700" dirty="0">
                          <a:latin typeface="Times New Roman"/>
                          <a:cs typeface="Times New Roman"/>
                        </a:rPr>
                        <a:t>six times</a:t>
                      </a:r>
                      <a:r>
                        <a:rPr sz="1700" spc="-5" dirty="0">
                          <a:latin typeface="Times New Roman"/>
                          <a:cs typeface="Times New Roman"/>
                        </a:rPr>
                        <a:t> faste</a:t>
                      </a:r>
                      <a:r>
                        <a:rPr sz="1700" dirty="0">
                          <a:latin typeface="Times New Roman"/>
                          <a:cs typeface="Times New Roman"/>
                        </a:rPr>
                        <a:t>r</a:t>
                      </a:r>
                      <a:r>
                        <a:rPr sz="1700" spc="-5" dirty="0">
                          <a:latin typeface="Times New Roman"/>
                          <a:cs typeface="Times New Roman"/>
                        </a:rPr>
                        <a:t> </a:t>
                      </a:r>
                      <a:r>
                        <a:rPr sz="1700" dirty="0">
                          <a:latin typeface="Times New Roman"/>
                          <a:cs typeface="Times New Roman"/>
                        </a:rPr>
                        <a:t>than</a:t>
                      </a:r>
                      <a:r>
                        <a:rPr sz="1700" spc="-5" dirty="0">
                          <a:latin typeface="Times New Roman"/>
                          <a:cs typeface="Times New Roman"/>
                        </a:rPr>
                        <a:t> s</a:t>
                      </a:r>
                      <a:r>
                        <a:rPr sz="1700" spc="5" dirty="0">
                          <a:latin typeface="Times New Roman"/>
                          <a:cs typeface="Times New Roman"/>
                        </a:rPr>
                        <a:t>e</a:t>
                      </a:r>
                      <a:r>
                        <a:rPr sz="1700" spc="-5" dirty="0">
                          <a:latin typeface="Times New Roman"/>
                          <a:cs typeface="Times New Roman"/>
                        </a:rPr>
                        <a:t>c</a:t>
                      </a:r>
                      <a:r>
                        <a:rPr sz="1700" dirty="0">
                          <a:latin typeface="Times New Roman"/>
                          <a:cs typeface="Times New Roman"/>
                        </a:rPr>
                        <a:t>ond</a:t>
                      </a:r>
                      <a:r>
                        <a:rPr sz="1700" spc="5" dirty="0">
                          <a:latin typeface="Times New Roman"/>
                          <a:cs typeface="Times New Roman"/>
                        </a:rPr>
                        <a:t>a</a:t>
                      </a:r>
                      <a:r>
                        <a:rPr sz="1700" dirty="0">
                          <a:latin typeface="Times New Roman"/>
                          <a:cs typeface="Times New Roman"/>
                        </a:rPr>
                        <a:t>ry m</a:t>
                      </a:r>
                      <a:r>
                        <a:rPr sz="1700" spc="-10" dirty="0">
                          <a:latin typeface="Times New Roman"/>
                          <a:cs typeface="Times New Roman"/>
                        </a:rPr>
                        <a:t>e</a:t>
                      </a:r>
                      <a:r>
                        <a:rPr sz="1700" dirty="0">
                          <a:latin typeface="Times New Roman"/>
                          <a:cs typeface="Times New Roman"/>
                        </a:rPr>
                        <a:t>mory.</a:t>
                      </a:r>
                    </a:p>
                  </a:txBody>
                  <a:tcPr marL="0" marR="0" marT="0" marB="0">
                    <a:lnL w="4317">
                      <a:solidFill>
                        <a:srgbClr val="DFDFDF"/>
                      </a:solidFill>
                      <a:prstDash val="solid"/>
                    </a:lnL>
                    <a:lnR w="4317">
                      <a:solidFill>
                        <a:srgbClr val="DFDFDF"/>
                      </a:solidFill>
                      <a:prstDash val="solid"/>
                    </a:lnR>
                    <a:lnT w="4317">
                      <a:solidFill>
                        <a:srgbClr val="DFDFDF"/>
                      </a:solidFill>
                      <a:prstDash val="solid"/>
                    </a:lnT>
                    <a:lnB w="4317">
                      <a:solidFill>
                        <a:srgbClr val="DFDFDF"/>
                      </a:solidFill>
                      <a:prstDash val="solid"/>
                    </a:lnB>
                  </a:tcPr>
                </a:tc>
                <a:extLst>
                  <a:ext uri="{0D108BD9-81ED-4DB2-BD59-A6C34878D82A}">
                    <a16:rowId xmlns:a16="http://schemas.microsoft.com/office/drawing/2014/main" val="3693034289"/>
                  </a:ext>
                </a:extLst>
              </a:tr>
            </a:tbl>
          </a:graphicData>
        </a:graphic>
      </p:graphicFrame>
    </p:spTree>
    <p:extLst>
      <p:ext uri="{BB962C8B-B14F-4D97-AF65-F5344CB8AC3E}">
        <p14:creationId xmlns:p14="http://schemas.microsoft.com/office/powerpoint/2010/main" val="32225134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0A5DFD-C6D8-FFE9-58F7-1F61EC8079A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88933F2-F3A9-F5F1-D28B-D9D31346E7AE}"/>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368A4CED-4862-AE06-49B7-3732E0D8C10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BB8740D3-8915-BC51-92D3-DDE32140EB7E}"/>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7C3D41F9-E1D0-20A1-56A4-681E6CE0CC3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graphicFrame>
        <p:nvGraphicFramePr>
          <p:cNvPr id="2" name="object 2"/>
          <p:cNvGraphicFramePr>
            <a:graphicFrameLocks noGrp="1"/>
          </p:cNvGraphicFramePr>
          <p:nvPr>
            <p:extLst>
              <p:ext uri="{D42A27DB-BD31-4B8C-83A1-F6EECF244321}">
                <p14:modId xmlns:p14="http://schemas.microsoft.com/office/powerpoint/2010/main" val="833048651"/>
              </p:ext>
            </p:extLst>
          </p:nvPr>
        </p:nvGraphicFramePr>
        <p:xfrm>
          <a:off x="1143000" y="1123950"/>
          <a:ext cx="6858000" cy="1554480"/>
        </p:xfrm>
        <a:graphic>
          <a:graphicData uri="http://schemas.openxmlformats.org/drawingml/2006/table">
            <a:tbl>
              <a:tblPr firstRow="1" bandRow="1">
                <a:tableStyleId>{2D5ABB26-0587-4C30-8999-92F81FD0307C}</a:tableStyleId>
              </a:tblPr>
              <a:tblGrid>
                <a:gridCol w="3324078">
                  <a:extLst>
                    <a:ext uri="{9D8B030D-6E8A-4147-A177-3AD203B41FA5}">
                      <a16:colId xmlns:a16="http://schemas.microsoft.com/office/drawing/2014/main" val="20000"/>
                    </a:ext>
                  </a:extLst>
                </a:gridCol>
                <a:gridCol w="3533922">
                  <a:extLst>
                    <a:ext uri="{9D8B030D-6E8A-4147-A177-3AD203B41FA5}">
                      <a16:colId xmlns:a16="http://schemas.microsoft.com/office/drawing/2014/main" val="20001"/>
                    </a:ext>
                  </a:extLst>
                </a:gridCol>
              </a:tblGrid>
              <a:tr h="223694">
                <a:tc>
                  <a:txBody>
                    <a:bodyPr/>
                    <a:lstStyle/>
                    <a:p>
                      <a:pPr marL="35560" algn="ctr">
                        <a:lnSpc>
                          <a:spcPct val="100000"/>
                        </a:lnSpc>
                      </a:pPr>
                      <a:r>
                        <a:rPr sz="1700" b="1" dirty="0">
                          <a:latin typeface="Times New Roman"/>
                          <a:cs typeface="Times New Roman"/>
                        </a:rPr>
                        <a:t>P</a:t>
                      </a:r>
                      <a:r>
                        <a:rPr sz="1700" b="1" spc="-10" dirty="0">
                          <a:latin typeface="Times New Roman"/>
                          <a:cs typeface="Times New Roman"/>
                        </a:rPr>
                        <a:t>r</a:t>
                      </a:r>
                      <a:r>
                        <a:rPr sz="1700" b="1" dirty="0">
                          <a:latin typeface="Times New Roman"/>
                          <a:cs typeface="Times New Roman"/>
                        </a:rPr>
                        <a:t>i</a:t>
                      </a:r>
                      <a:r>
                        <a:rPr sz="1700" b="1" spc="5" dirty="0">
                          <a:latin typeface="Times New Roman"/>
                          <a:cs typeface="Times New Roman"/>
                        </a:rPr>
                        <a:t>m</a:t>
                      </a:r>
                      <a:r>
                        <a:rPr sz="1700" b="1" dirty="0">
                          <a:latin typeface="Times New Roman"/>
                          <a:cs typeface="Times New Roman"/>
                        </a:rPr>
                        <a:t>a</a:t>
                      </a:r>
                      <a:r>
                        <a:rPr sz="1700" b="1" spc="-5" dirty="0">
                          <a:latin typeface="Times New Roman"/>
                          <a:cs typeface="Times New Roman"/>
                        </a:rPr>
                        <a:t>r</a:t>
                      </a:r>
                      <a:r>
                        <a:rPr sz="1700" b="1" dirty="0">
                          <a:latin typeface="Times New Roman"/>
                          <a:cs typeface="Times New Roman"/>
                        </a:rPr>
                        <a:t>y </a:t>
                      </a:r>
                      <a:r>
                        <a:rPr sz="1700" b="1" spc="-5" dirty="0">
                          <a:latin typeface="Times New Roman"/>
                          <a:cs typeface="Times New Roman"/>
                        </a:rPr>
                        <a:t>Me</a:t>
                      </a:r>
                      <a:r>
                        <a:rPr sz="1700" b="1" spc="5" dirty="0">
                          <a:latin typeface="Times New Roman"/>
                          <a:cs typeface="Times New Roman"/>
                        </a:rPr>
                        <a:t>m</a:t>
                      </a:r>
                      <a:r>
                        <a:rPr sz="1700" b="1" dirty="0">
                          <a:latin typeface="Times New Roman"/>
                          <a:cs typeface="Times New Roman"/>
                        </a:rPr>
                        <a:t>o</a:t>
                      </a:r>
                      <a:r>
                        <a:rPr sz="1700" b="1" spc="-5" dirty="0">
                          <a:latin typeface="Times New Roman"/>
                          <a:cs typeface="Times New Roman"/>
                        </a:rPr>
                        <a:t>r</a:t>
                      </a:r>
                      <a:r>
                        <a:rPr sz="1700" b="1" dirty="0">
                          <a:latin typeface="Times New Roman"/>
                          <a:cs typeface="Times New Roman"/>
                        </a:rPr>
                        <a:t>y</a:t>
                      </a:r>
                      <a:endParaRPr sz="1700" dirty="0">
                        <a:latin typeface="Times New Roman"/>
                        <a:cs typeface="Times New Roman"/>
                      </a:endParaRPr>
                    </a:p>
                  </a:txBody>
                  <a:tcPr marL="0" marR="0" marT="0" marB="0">
                    <a:lnL w="4317">
                      <a:solidFill>
                        <a:srgbClr val="DFDFDF"/>
                      </a:solidFill>
                      <a:prstDash val="solid"/>
                    </a:lnL>
                    <a:lnR w="4317">
                      <a:solidFill>
                        <a:srgbClr val="DFDFDF"/>
                      </a:solidFill>
                      <a:prstDash val="solid"/>
                    </a:lnR>
                    <a:lnT w="4317">
                      <a:solidFill>
                        <a:srgbClr val="DFDFDF"/>
                      </a:solidFill>
                      <a:prstDash val="solid"/>
                    </a:lnT>
                    <a:lnB w="4317">
                      <a:solidFill>
                        <a:srgbClr val="DFDFDF"/>
                      </a:solidFill>
                      <a:prstDash val="solid"/>
                    </a:lnB>
                  </a:tcPr>
                </a:tc>
                <a:tc>
                  <a:txBody>
                    <a:bodyPr/>
                    <a:lstStyle/>
                    <a:p>
                      <a:pPr marL="92075" algn="ctr">
                        <a:lnSpc>
                          <a:spcPct val="100000"/>
                        </a:lnSpc>
                      </a:pPr>
                      <a:r>
                        <a:rPr sz="1700" b="1" dirty="0">
                          <a:latin typeface="Times New Roman"/>
                          <a:cs typeface="Times New Roman"/>
                        </a:rPr>
                        <a:t>S</a:t>
                      </a:r>
                      <a:r>
                        <a:rPr sz="1700" b="1" spc="-5" dirty="0">
                          <a:latin typeface="Times New Roman"/>
                          <a:cs typeface="Times New Roman"/>
                        </a:rPr>
                        <a:t>ec</a:t>
                      </a:r>
                      <a:r>
                        <a:rPr sz="1700" b="1" dirty="0">
                          <a:latin typeface="Times New Roman"/>
                          <a:cs typeface="Times New Roman"/>
                        </a:rPr>
                        <a:t>onda</a:t>
                      </a:r>
                      <a:r>
                        <a:rPr sz="1700" b="1" spc="-5" dirty="0">
                          <a:latin typeface="Times New Roman"/>
                          <a:cs typeface="Times New Roman"/>
                        </a:rPr>
                        <a:t>r</a:t>
                      </a:r>
                      <a:r>
                        <a:rPr sz="1700" b="1" dirty="0">
                          <a:latin typeface="Times New Roman"/>
                          <a:cs typeface="Times New Roman"/>
                        </a:rPr>
                        <a:t>y </a:t>
                      </a:r>
                      <a:r>
                        <a:rPr sz="1700" b="1" spc="-5" dirty="0">
                          <a:latin typeface="Times New Roman"/>
                          <a:cs typeface="Times New Roman"/>
                        </a:rPr>
                        <a:t>Me</a:t>
                      </a:r>
                      <a:r>
                        <a:rPr sz="1700" b="1" spc="5" dirty="0">
                          <a:latin typeface="Times New Roman"/>
                          <a:cs typeface="Times New Roman"/>
                        </a:rPr>
                        <a:t>m</a:t>
                      </a:r>
                      <a:r>
                        <a:rPr sz="1700" b="1" dirty="0">
                          <a:latin typeface="Times New Roman"/>
                          <a:cs typeface="Times New Roman"/>
                        </a:rPr>
                        <a:t>o</a:t>
                      </a:r>
                      <a:r>
                        <a:rPr sz="1700" b="1" spc="-5" dirty="0">
                          <a:latin typeface="Times New Roman"/>
                          <a:cs typeface="Times New Roman"/>
                        </a:rPr>
                        <a:t>r</a:t>
                      </a:r>
                      <a:r>
                        <a:rPr sz="1700" b="1" dirty="0">
                          <a:latin typeface="Times New Roman"/>
                          <a:cs typeface="Times New Roman"/>
                        </a:rPr>
                        <a:t>y</a:t>
                      </a:r>
                      <a:endParaRPr sz="1700" dirty="0">
                        <a:latin typeface="Times New Roman"/>
                        <a:cs typeface="Times New Roman"/>
                      </a:endParaRPr>
                    </a:p>
                  </a:txBody>
                  <a:tcPr marL="0" marR="0" marT="0" marB="0">
                    <a:lnL w="4317">
                      <a:solidFill>
                        <a:srgbClr val="DFDFDF"/>
                      </a:solidFill>
                      <a:prstDash val="solid"/>
                    </a:lnL>
                    <a:lnR w="4317">
                      <a:solidFill>
                        <a:srgbClr val="DFDFDF"/>
                      </a:solidFill>
                      <a:prstDash val="solid"/>
                    </a:lnR>
                    <a:lnT w="4317">
                      <a:solidFill>
                        <a:srgbClr val="DFDFDF"/>
                      </a:solidFill>
                      <a:prstDash val="solid"/>
                    </a:lnT>
                    <a:lnB w="4317">
                      <a:solidFill>
                        <a:srgbClr val="DFDFDF"/>
                      </a:solidFill>
                      <a:prstDash val="solid"/>
                    </a:lnB>
                  </a:tcPr>
                </a:tc>
                <a:extLst>
                  <a:ext uri="{0D108BD9-81ED-4DB2-BD59-A6C34878D82A}">
                    <a16:rowId xmlns:a16="http://schemas.microsoft.com/office/drawing/2014/main" val="10000"/>
                  </a:ext>
                </a:extLst>
              </a:tr>
              <a:tr h="513319">
                <a:tc>
                  <a:txBody>
                    <a:bodyPr/>
                    <a:lstStyle/>
                    <a:p>
                      <a:pPr marL="93345" marR="341630" algn="just">
                        <a:lnSpc>
                          <a:spcPct val="100000"/>
                        </a:lnSpc>
                      </a:pPr>
                      <a:r>
                        <a:rPr sz="1700" dirty="0">
                          <a:latin typeface="Times New Roman"/>
                          <a:cs typeface="Times New Roman"/>
                        </a:rPr>
                        <a:t>Prim</a:t>
                      </a:r>
                      <a:r>
                        <a:rPr sz="1700" spc="-5" dirty="0">
                          <a:latin typeface="Times New Roman"/>
                          <a:cs typeface="Times New Roman"/>
                        </a:rPr>
                        <a:t>a</a:t>
                      </a:r>
                      <a:r>
                        <a:rPr sz="1700" dirty="0">
                          <a:latin typeface="Times New Roman"/>
                          <a:cs typeface="Times New Roman"/>
                        </a:rPr>
                        <a:t>ry m</a:t>
                      </a:r>
                      <a:r>
                        <a:rPr sz="1700" spc="-10" dirty="0">
                          <a:latin typeface="Times New Roman"/>
                          <a:cs typeface="Times New Roman"/>
                        </a:rPr>
                        <a:t>e</a:t>
                      </a:r>
                      <a:r>
                        <a:rPr sz="1700" dirty="0">
                          <a:latin typeface="Times New Roman"/>
                          <a:cs typeface="Times New Roman"/>
                        </a:rPr>
                        <a:t>mory,</a:t>
                      </a:r>
                      <a:r>
                        <a:rPr sz="1700" spc="-5" dirty="0">
                          <a:latin typeface="Times New Roman"/>
                          <a:cs typeface="Times New Roman"/>
                        </a:rPr>
                        <a:t> </a:t>
                      </a:r>
                      <a:r>
                        <a:rPr sz="1700" dirty="0">
                          <a:latin typeface="Times New Roman"/>
                          <a:cs typeface="Times New Roman"/>
                        </a:rPr>
                        <a:t>i.e.</a:t>
                      </a:r>
                      <a:r>
                        <a:rPr sz="1700" spc="-5" dirty="0">
                          <a:latin typeface="Times New Roman"/>
                          <a:cs typeface="Times New Roman"/>
                        </a:rPr>
                        <a:t> </a:t>
                      </a:r>
                      <a:r>
                        <a:rPr sz="1700" dirty="0">
                          <a:latin typeface="Times New Roman"/>
                          <a:cs typeface="Times New Roman"/>
                        </a:rPr>
                        <a:t>R</a:t>
                      </a:r>
                      <a:r>
                        <a:rPr sz="1700" spc="5" dirty="0">
                          <a:latin typeface="Times New Roman"/>
                          <a:cs typeface="Times New Roman"/>
                        </a:rPr>
                        <a:t>a</a:t>
                      </a:r>
                      <a:r>
                        <a:rPr sz="1700" dirty="0">
                          <a:latin typeface="Times New Roman"/>
                          <a:cs typeface="Times New Roman"/>
                        </a:rPr>
                        <a:t>ndom </a:t>
                      </a:r>
                      <a:r>
                        <a:rPr sz="1700" spc="-5" dirty="0">
                          <a:latin typeface="Times New Roman"/>
                          <a:cs typeface="Times New Roman"/>
                        </a:rPr>
                        <a:t>Access Me</a:t>
                      </a:r>
                      <a:r>
                        <a:rPr sz="1700" dirty="0">
                          <a:latin typeface="Times New Roman"/>
                          <a:cs typeface="Times New Roman"/>
                        </a:rPr>
                        <a:t>mory</a:t>
                      </a:r>
                      <a:r>
                        <a:rPr sz="1700" spc="-5" dirty="0">
                          <a:latin typeface="Times New Roman"/>
                          <a:cs typeface="Times New Roman"/>
                        </a:rPr>
                        <a:t> </a:t>
                      </a:r>
                      <a:r>
                        <a:rPr sz="1700" dirty="0">
                          <a:latin typeface="Times New Roman"/>
                          <a:cs typeface="Times New Roman"/>
                        </a:rPr>
                        <a:t>(RAM)</a:t>
                      </a:r>
                      <a:r>
                        <a:rPr sz="1700" spc="-10" dirty="0">
                          <a:latin typeface="Times New Roman"/>
                          <a:cs typeface="Times New Roman"/>
                        </a:rPr>
                        <a:t> </a:t>
                      </a:r>
                      <a:r>
                        <a:rPr sz="1700" dirty="0">
                          <a:latin typeface="Times New Roman"/>
                          <a:cs typeface="Times New Roman"/>
                        </a:rPr>
                        <a:t>is</a:t>
                      </a:r>
                      <a:r>
                        <a:rPr sz="1700" spc="-5" dirty="0">
                          <a:latin typeface="Times New Roman"/>
                          <a:cs typeface="Times New Roman"/>
                        </a:rPr>
                        <a:t> </a:t>
                      </a:r>
                      <a:r>
                        <a:rPr sz="1700" dirty="0">
                          <a:latin typeface="Times New Roman"/>
                          <a:cs typeface="Times New Roman"/>
                        </a:rPr>
                        <a:t>volatile</a:t>
                      </a:r>
                      <a:r>
                        <a:rPr sz="1700" spc="-5" dirty="0">
                          <a:latin typeface="Times New Roman"/>
                          <a:cs typeface="Times New Roman"/>
                        </a:rPr>
                        <a:t> a</a:t>
                      </a:r>
                      <a:r>
                        <a:rPr sz="1700" dirty="0">
                          <a:latin typeface="Times New Roman"/>
                          <a:cs typeface="Times New Roman"/>
                        </a:rPr>
                        <a:t>nd g</a:t>
                      </a:r>
                      <a:r>
                        <a:rPr sz="1700" spc="-5" dirty="0">
                          <a:latin typeface="Times New Roman"/>
                          <a:cs typeface="Times New Roman"/>
                        </a:rPr>
                        <a:t>e</a:t>
                      </a:r>
                      <a:r>
                        <a:rPr sz="1700" dirty="0">
                          <a:latin typeface="Times New Roman"/>
                          <a:cs typeface="Times New Roman"/>
                        </a:rPr>
                        <a:t>ts </a:t>
                      </a:r>
                      <a:r>
                        <a:rPr sz="1700" spc="-5" dirty="0">
                          <a:latin typeface="Times New Roman"/>
                          <a:cs typeface="Times New Roman"/>
                        </a:rPr>
                        <a:t>c</a:t>
                      </a:r>
                      <a:r>
                        <a:rPr sz="1700" dirty="0">
                          <a:latin typeface="Times New Roman"/>
                          <a:cs typeface="Times New Roman"/>
                        </a:rPr>
                        <a:t>ompl</a:t>
                      </a:r>
                      <a:r>
                        <a:rPr sz="1700" spc="-5" dirty="0">
                          <a:latin typeface="Times New Roman"/>
                          <a:cs typeface="Times New Roman"/>
                        </a:rPr>
                        <a:t>e</a:t>
                      </a:r>
                      <a:r>
                        <a:rPr sz="1700" dirty="0">
                          <a:latin typeface="Times New Roman"/>
                          <a:cs typeface="Times New Roman"/>
                        </a:rPr>
                        <a:t>tely</a:t>
                      </a:r>
                      <a:r>
                        <a:rPr sz="1700" spc="-5" dirty="0">
                          <a:latin typeface="Times New Roman"/>
                          <a:cs typeface="Times New Roman"/>
                        </a:rPr>
                        <a:t> e</a:t>
                      </a:r>
                      <a:r>
                        <a:rPr sz="1700" dirty="0">
                          <a:latin typeface="Times New Roman"/>
                          <a:cs typeface="Times New Roman"/>
                        </a:rPr>
                        <a:t>r</a:t>
                      </a:r>
                      <a:r>
                        <a:rPr sz="1700" spc="-10" dirty="0">
                          <a:latin typeface="Times New Roman"/>
                          <a:cs typeface="Times New Roman"/>
                        </a:rPr>
                        <a:t>a</a:t>
                      </a:r>
                      <a:r>
                        <a:rPr sz="1700" spc="10" dirty="0">
                          <a:latin typeface="Times New Roman"/>
                          <a:cs typeface="Times New Roman"/>
                        </a:rPr>
                        <a:t>s</a:t>
                      </a:r>
                      <a:r>
                        <a:rPr sz="1700" spc="-5" dirty="0">
                          <a:latin typeface="Times New Roman"/>
                          <a:cs typeface="Times New Roman"/>
                        </a:rPr>
                        <a:t>e</a:t>
                      </a:r>
                      <a:r>
                        <a:rPr sz="1700" dirty="0">
                          <a:latin typeface="Times New Roman"/>
                          <a:cs typeface="Times New Roman"/>
                        </a:rPr>
                        <a:t>d </a:t>
                      </a:r>
                      <a:r>
                        <a:rPr sz="1700" spc="-5" dirty="0">
                          <a:latin typeface="Times New Roman"/>
                          <a:cs typeface="Times New Roman"/>
                        </a:rPr>
                        <a:t>wh</a:t>
                      </a:r>
                      <a:r>
                        <a:rPr sz="1700" spc="-10" dirty="0">
                          <a:latin typeface="Times New Roman"/>
                          <a:cs typeface="Times New Roman"/>
                        </a:rPr>
                        <a:t>e</a:t>
                      </a:r>
                      <a:r>
                        <a:rPr sz="1700" dirty="0">
                          <a:latin typeface="Times New Roman"/>
                          <a:cs typeface="Times New Roman"/>
                        </a:rPr>
                        <a:t>n</a:t>
                      </a:r>
                      <a:r>
                        <a:rPr sz="1700" spc="10" dirty="0">
                          <a:latin typeface="Times New Roman"/>
                          <a:cs typeface="Times New Roman"/>
                        </a:rPr>
                        <a:t> </a:t>
                      </a:r>
                      <a:r>
                        <a:rPr sz="1700" dirty="0">
                          <a:latin typeface="Times New Roman"/>
                          <a:cs typeface="Times New Roman"/>
                        </a:rPr>
                        <a:t>a</a:t>
                      </a:r>
                      <a:r>
                        <a:rPr sz="1700" spc="-5" dirty="0">
                          <a:latin typeface="Times New Roman"/>
                          <a:cs typeface="Times New Roman"/>
                        </a:rPr>
                        <a:t> c</a:t>
                      </a:r>
                      <a:r>
                        <a:rPr sz="1700" dirty="0">
                          <a:latin typeface="Times New Roman"/>
                          <a:cs typeface="Times New Roman"/>
                        </a:rPr>
                        <a:t>omput</a:t>
                      </a:r>
                      <a:r>
                        <a:rPr sz="1700" spc="-5" dirty="0">
                          <a:latin typeface="Times New Roman"/>
                          <a:cs typeface="Times New Roman"/>
                        </a:rPr>
                        <a:t>e</a:t>
                      </a:r>
                      <a:r>
                        <a:rPr sz="1700" dirty="0">
                          <a:latin typeface="Times New Roman"/>
                          <a:cs typeface="Times New Roman"/>
                        </a:rPr>
                        <a:t>r is </a:t>
                      </a:r>
                      <a:r>
                        <a:rPr sz="1700" spc="-5" dirty="0">
                          <a:latin typeface="Times New Roman"/>
                          <a:cs typeface="Times New Roman"/>
                        </a:rPr>
                        <a:t>shu</a:t>
                      </a:r>
                      <a:r>
                        <a:rPr sz="1700" dirty="0">
                          <a:latin typeface="Times New Roman"/>
                          <a:cs typeface="Times New Roman"/>
                        </a:rPr>
                        <a:t>t down.</a:t>
                      </a:r>
                    </a:p>
                  </a:txBody>
                  <a:tcPr marL="0" marR="0" marT="0" marB="0">
                    <a:lnL w="4317">
                      <a:solidFill>
                        <a:srgbClr val="DFDFDF"/>
                      </a:solidFill>
                      <a:prstDash val="solid"/>
                    </a:lnL>
                    <a:lnR w="4317" cap="flat" cmpd="sng" algn="ctr">
                      <a:solidFill>
                        <a:srgbClr val="DFDFDF"/>
                      </a:solidFill>
                      <a:prstDash val="solid"/>
                      <a:round/>
                      <a:headEnd type="none" w="med" len="med"/>
                      <a:tailEnd type="none" w="med" len="med"/>
                    </a:lnR>
                    <a:lnT w="4317" cap="flat" cmpd="sng" algn="ctr">
                      <a:solidFill>
                        <a:srgbClr val="DFDFDF"/>
                      </a:solidFill>
                      <a:prstDash val="solid"/>
                      <a:round/>
                      <a:headEnd type="none" w="med" len="med"/>
                      <a:tailEnd type="none" w="med" len="med"/>
                    </a:lnT>
                    <a:lnB w="4317">
                      <a:solidFill>
                        <a:srgbClr val="DFDFDF"/>
                      </a:solidFill>
                      <a:prstDash val="solid"/>
                    </a:lnB>
                  </a:tcPr>
                </a:tc>
                <a:tc>
                  <a:txBody>
                    <a:bodyPr/>
                    <a:lstStyle/>
                    <a:p>
                      <a:pPr marL="92075" marR="179070" algn="just">
                        <a:lnSpc>
                          <a:spcPct val="100000"/>
                        </a:lnSpc>
                      </a:pPr>
                      <a:r>
                        <a:rPr sz="1700" dirty="0">
                          <a:latin typeface="Times New Roman"/>
                          <a:cs typeface="Times New Roman"/>
                        </a:rPr>
                        <a:t>S</a:t>
                      </a:r>
                      <a:r>
                        <a:rPr sz="1700" spc="-5" dirty="0">
                          <a:latin typeface="Times New Roman"/>
                          <a:cs typeface="Times New Roman"/>
                        </a:rPr>
                        <a:t>ec</a:t>
                      </a:r>
                      <a:r>
                        <a:rPr sz="1700" dirty="0">
                          <a:latin typeface="Times New Roman"/>
                          <a:cs typeface="Times New Roman"/>
                        </a:rPr>
                        <a:t>ond</a:t>
                      </a:r>
                      <a:r>
                        <a:rPr sz="1700" spc="-5" dirty="0">
                          <a:latin typeface="Times New Roman"/>
                          <a:cs typeface="Times New Roman"/>
                        </a:rPr>
                        <a:t>a</a:t>
                      </a:r>
                      <a:r>
                        <a:rPr sz="1700" dirty="0">
                          <a:latin typeface="Times New Roman"/>
                          <a:cs typeface="Times New Roman"/>
                        </a:rPr>
                        <a:t>ry m</a:t>
                      </a:r>
                      <a:r>
                        <a:rPr sz="1700" spc="-10" dirty="0">
                          <a:latin typeface="Times New Roman"/>
                          <a:cs typeface="Times New Roman"/>
                        </a:rPr>
                        <a:t>e</a:t>
                      </a:r>
                      <a:r>
                        <a:rPr sz="1700" dirty="0">
                          <a:latin typeface="Times New Roman"/>
                          <a:cs typeface="Times New Roman"/>
                        </a:rPr>
                        <a:t>mory</a:t>
                      </a:r>
                      <a:r>
                        <a:rPr sz="1700" spc="-5" dirty="0">
                          <a:latin typeface="Times New Roman"/>
                          <a:cs typeface="Times New Roman"/>
                        </a:rPr>
                        <a:t> </a:t>
                      </a:r>
                      <a:r>
                        <a:rPr sz="1700" spc="5" dirty="0">
                          <a:latin typeface="Times New Roman"/>
                          <a:cs typeface="Times New Roman"/>
                        </a:rPr>
                        <a:t>p</a:t>
                      </a:r>
                      <a:r>
                        <a:rPr sz="1700" dirty="0">
                          <a:latin typeface="Times New Roman"/>
                          <a:cs typeface="Times New Roman"/>
                        </a:rPr>
                        <a:t>rovid</a:t>
                      </a:r>
                      <a:r>
                        <a:rPr sz="1700" spc="-10" dirty="0">
                          <a:latin typeface="Times New Roman"/>
                          <a:cs typeface="Times New Roman"/>
                        </a:rPr>
                        <a:t>e</a:t>
                      </a:r>
                      <a:r>
                        <a:rPr sz="1700" dirty="0">
                          <a:latin typeface="Times New Roman"/>
                          <a:cs typeface="Times New Roman"/>
                        </a:rPr>
                        <a:t>s</a:t>
                      </a:r>
                      <a:r>
                        <a:rPr sz="1700" spc="-5" dirty="0">
                          <a:latin typeface="Times New Roman"/>
                          <a:cs typeface="Times New Roman"/>
                        </a:rPr>
                        <a:t> </a:t>
                      </a:r>
                      <a:r>
                        <a:rPr sz="1700" dirty="0">
                          <a:latin typeface="Times New Roman"/>
                          <a:cs typeface="Times New Roman"/>
                        </a:rPr>
                        <a:t>a</a:t>
                      </a:r>
                      <a:r>
                        <a:rPr sz="1700" spc="-5" dirty="0">
                          <a:latin typeface="Times New Roman"/>
                          <a:cs typeface="Times New Roman"/>
                        </a:rPr>
                        <a:t> </a:t>
                      </a:r>
                      <a:r>
                        <a:rPr sz="1700" dirty="0">
                          <a:latin typeface="Times New Roman"/>
                          <a:cs typeface="Times New Roman"/>
                        </a:rPr>
                        <a:t>fe</a:t>
                      </a:r>
                      <a:r>
                        <a:rPr sz="1700" spc="-5" dirty="0">
                          <a:latin typeface="Times New Roman"/>
                          <a:cs typeface="Times New Roman"/>
                        </a:rPr>
                        <a:t>a</a:t>
                      </a:r>
                      <a:r>
                        <a:rPr sz="1700" dirty="0">
                          <a:latin typeface="Times New Roman"/>
                          <a:cs typeface="Times New Roman"/>
                        </a:rPr>
                        <a:t>ture</a:t>
                      </a:r>
                      <a:r>
                        <a:rPr sz="1700" spc="-10" dirty="0">
                          <a:latin typeface="Times New Roman"/>
                          <a:cs typeface="Times New Roman"/>
                        </a:rPr>
                        <a:t> </a:t>
                      </a:r>
                      <a:r>
                        <a:rPr sz="1700" spc="10" dirty="0">
                          <a:latin typeface="Times New Roman"/>
                          <a:cs typeface="Times New Roman"/>
                        </a:rPr>
                        <a:t>o</a:t>
                      </a:r>
                      <a:r>
                        <a:rPr sz="1700" dirty="0">
                          <a:latin typeface="Times New Roman"/>
                          <a:cs typeface="Times New Roman"/>
                        </a:rPr>
                        <a:t>f b</a:t>
                      </a:r>
                      <a:r>
                        <a:rPr sz="1700" spc="-5" dirty="0">
                          <a:latin typeface="Times New Roman"/>
                          <a:cs typeface="Times New Roman"/>
                        </a:rPr>
                        <a:t>e</a:t>
                      </a:r>
                      <a:r>
                        <a:rPr sz="1700" dirty="0">
                          <a:latin typeface="Times New Roman"/>
                          <a:cs typeface="Times New Roman"/>
                        </a:rPr>
                        <a:t>ing</a:t>
                      </a:r>
                      <a:r>
                        <a:rPr sz="1700" spc="-5" dirty="0">
                          <a:latin typeface="Times New Roman"/>
                          <a:cs typeface="Times New Roman"/>
                        </a:rPr>
                        <a:t> </a:t>
                      </a:r>
                      <a:r>
                        <a:rPr sz="1700" dirty="0">
                          <a:latin typeface="Times New Roman"/>
                          <a:cs typeface="Times New Roman"/>
                        </a:rPr>
                        <a:t>non</a:t>
                      </a:r>
                      <a:r>
                        <a:rPr sz="1700" spc="-5" dirty="0">
                          <a:latin typeface="Times New Roman"/>
                          <a:cs typeface="Times New Roman"/>
                        </a:rPr>
                        <a:t>-</a:t>
                      </a:r>
                      <a:r>
                        <a:rPr sz="1700" dirty="0">
                          <a:latin typeface="Times New Roman"/>
                          <a:cs typeface="Times New Roman"/>
                        </a:rPr>
                        <a:t>volatil</a:t>
                      </a:r>
                      <a:r>
                        <a:rPr sz="1700" spc="-5" dirty="0">
                          <a:latin typeface="Times New Roman"/>
                          <a:cs typeface="Times New Roman"/>
                        </a:rPr>
                        <a:t>e</a:t>
                      </a:r>
                      <a:r>
                        <a:rPr sz="1700" dirty="0">
                          <a:latin typeface="Times New Roman"/>
                          <a:cs typeface="Times New Roman"/>
                        </a:rPr>
                        <a:t>, </a:t>
                      </a:r>
                      <a:r>
                        <a:rPr sz="1700" spc="-5" dirty="0">
                          <a:latin typeface="Times New Roman"/>
                          <a:cs typeface="Times New Roman"/>
                        </a:rPr>
                        <a:t>whi</a:t>
                      </a:r>
                      <a:r>
                        <a:rPr sz="1700" spc="5" dirty="0">
                          <a:latin typeface="Times New Roman"/>
                          <a:cs typeface="Times New Roman"/>
                        </a:rPr>
                        <a:t>c</a:t>
                      </a:r>
                      <a:r>
                        <a:rPr sz="1700" dirty="0">
                          <a:latin typeface="Times New Roman"/>
                          <a:cs typeface="Times New Roman"/>
                        </a:rPr>
                        <a:t>h me</a:t>
                      </a:r>
                      <a:r>
                        <a:rPr sz="1700" spc="-10" dirty="0">
                          <a:latin typeface="Times New Roman"/>
                          <a:cs typeface="Times New Roman"/>
                        </a:rPr>
                        <a:t>a</a:t>
                      </a:r>
                      <a:r>
                        <a:rPr sz="1700" dirty="0">
                          <a:latin typeface="Times New Roman"/>
                          <a:cs typeface="Times New Roman"/>
                        </a:rPr>
                        <a:t>ns</a:t>
                      </a:r>
                      <a:r>
                        <a:rPr sz="1700" spc="-5" dirty="0">
                          <a:latin typeface="Times New Roman"/>
                          <a:cs typeface="Times New Roman"/>
                        </a:rPr>
                        <a:t> </a:t>
                      </a:r>
                      <a:r>
                        <a:rPr sz="1700" dirty="0">
                          <a:latin typeface="Times New Roman"/>
                          <a:cs typeface="Times New Roman"/>
                        </a:rPr>
                        <a:t>it c</a:t>
                      </a:r>
                      <a:r>
                        <a:rPr sz="1700" spc="-10" dirty="0">
                          <a:latin typeface="Times New Roman"/>
                          <a:cs typeface="Times New Roman"/>
                        </a:rPr>
                        <a:t>a</a:t>
                      </a:r>
                      <a:r>
                        <a:rPr sz="1700" dirty="0">
                          <a:latin typeface="Times New Roman"/>
                          <a:cs typeface="Times New Roman"/>
                        </a:rPr>
                        <a:t>n hold on to</a:t>
                      </a:r>
                      <a:r>
                        <a:rPr sz="1700" spc="-5" dirty="0">
                          <a:latin typeface="Times New Roman"/>
                          <a:cs typeface="Times New Roman"/>
                        </a:rPr>
                        <a:t> </a:t>
                      </a:r>
                      <a:r>
                        <a:rPr sz="1700" dirty="0">
                          <a:latin typeface="Times New Roman"/>
                          <a:cs typeface="Times New Roman"/>
                        </a:rPr>
                        <a:t>its</a:t>
                      </a:r>
                      <a:r>
                        <a:rPr sz="1700" spc="-5" dirty="0">
                          <a:latin typeface="Times New Roman"/>
                          <a:cs typeface="Times New Roman"/>
                        </a:rPr>
                        <a:t> </a:t>
                      </a:r>
                      <a:r>
                        <a:rPr sz="1700" dirty="0">
                          <a:latin typeface="Times New Roman"/>
                          <a:cs typeface="Times New Roman"/>
                        </a:rPr>
                        <a:t>data</a:t>
                      </a:r>
                      <a:r>
                        <a:rPr sz="1700" spc="-5" dirty="0">
                          <a:latin typeface="Times New Roman"/>
                          <a:cs typeface="Times New Roman"/>
                        </a:rPr>
                        <a:t> wit</a:t>
                      </a:r>
                      <a:r>
                        <a:rPr sz="1700" dirty="0">
                          <a:latin typeface="Times New Roman"/>
                          <a:cs typeface="Times New Roman"/>
                        </a:rPr>
                        <a:t>h or </a:t>
                      </a:r>
                      <a:r>
                        <a:rPr sz="1700" spc="-5" dirty="0">
                          <a:latin typeface="Times New Roman"/>
                          <a:cs typeface="Times New Roman"/>
                        </a:rPr>
                        <a:t>withou</a:t>
                      </a:r>
                      <a:r>
                        <a:rPr sz="1700" dirty="0">
                          <a:latin typeface="Times New Roman"/>
                          <a:cs typeface="Times New Roman"/>
                        </a:rPr>
                        <a:t>t </a:t>
                      </a:r>
                      <a:r>
                        <a:rPr sz="1700" spc="-5" dirty="0">
                          <a:latin typeface="Times New Roman"/>
                          <a:cs typeface="Times New Roman"/>
                        </a:rPr>
                        <a:t>e</a:t>
                      </a:r>
                      <a:r>
                        <a:rPr sz="1700" dirty="0">
                          <a:latin typeface="Times New Roman"/>
                          <a:cs typeface="Times New Roman"/>
                        </a:rPr>
                        <a:t>le</a:t>
                      </a:r>
                      <a:r>
                        <a:rPr sz="1700" spc="-10" dirty="0">
                          <a:latin typeface="Times New Roman"/>
                          <a:cs typeface="Times New Roman"/>
                        </a:rPr>
                        <a:t>c</a:t>
                      </a:r>
                      <a:r>
                        <a:rPr sz="1700" dirty="0">
                          <a:latin typeface="Times New Roman"/>
                          <a:cs typeface="Times New Roman"/>
                        </a:rPr>
                        <a:t>tri</a:t>
                      </a:r>
                      <a:r>
                        <a:rPr sz="1700" spc="-5" dirty="0">
                          <a:latin typeface="Times New Roman"/>
                          <a:cs typeface="Times New Roman"/>
                        </a:rPr>
                        <a:t>ca</a:t>
                      </a:r>
                      <a:r>
                        <a:rPr sz="1700" dirty="0">
                          <a:latin typeface="Times New Roman"/>
                          <a:cs typeface="Times New Roman"/>
                        </a:rPr>
                        <a:t>l pow</a:t>
                      </a:r>
                      <a:r>
                        <a:rPr sz="1700" spc="-10" dirty="0">
                          <a:latin typeface="Times New Roman"/>
                          <a:cs typeface="Times New Roman"/>
                        </a:rPr>
                        <a:t>e</a:t>
                      </a:r>
                      <a:r>
                        <a:rPr sz="1700" dirty="0">
                          <a:latin typeface="Times New Roman"/>
                          <a:cs typeface="Times New Roman"/>
                        </a:rPr>
                        <a:t>r </a:t>
                      </a:r>
                      <a:r>
                        <a:rPr sz="1700" spc="-5" dirty="0">
                          <a:latin typeface="Times New Roman"/>
                          <a:cs typeface="Times New Roman"/>
                        </a:rPr>
                        <a:t>supply.</a:t>
                      </a:r>
                      <a:endParaRPr sz="1700" dirty="0">
                        <a:latin typeface="Times New Roman"/>
                        <a:cs typeface="Times New Roman"/>
                      </a:endParaRPr>
                    </a:p>
                  </a:txBody>
                  <a:tcPr marL="0" marR="0" marT="0" marB="0">
                    <a:lnL w="4317" cap="flat" cmpd="sng" algn="ctr">
                      <a:solidFill>
                        <a:srgbClr val="DFDFDF"/>
                      </a:solidFill>
                      <a:prstDash val="solid"/>
                      <a:round/>
                      <a:headEnd type="none" w="med" len="med"/>
                      <a:tailEnd type="none" w="med" len="med"/>
                    </a:lnL>
                    <a:lnR w="4317">
                      <a:solidFill>
                        <a:srgbClr val="DFDFDF"/>
                      </a:solidFill>
                      <a:prstDash val="solid"/>
                    </a:lnR>
                    <a:lnT w="4317" cap="flat" cmpd="sng" algn="ctr">
                      <a:solidFill>
                        <a:srgbClr val="DFDFDF"/>
                      </a:solidFill>
                      <a:prstDash val="solid"/>
                      <a:round/>
                      <a:headEnd type="none" w="med" len="med"/>
                      <a:tailEnd type="none" w="med" len="med"/>
                    </a:lnT>
                    <a:lnB w="4317">
                      <a:solidFill>
                        <a:srgbClr val="DFDFDF"/>
                      </a:solidFill>
                      <a:prstDash val="soli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599158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0A5DFD-C6D8-FFE9-58F7-1F61EC8079A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88933F2-F3A9-F5F1-D28B-D9D31346E7AE}"/>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368A4CED-4862-AE06-49B7-3732E0D8C10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BB8740D3-8915-BC51-92D3-DDE32140EB7E}"/>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7C3D41F9-E1D0-20A1-56A4-681E6CE0CC3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3"/>
          <p:cNvSpPr txBox="1"/>
          <p:nvPr/>
        </p:nvSpPr>
        <p:spPr>
          <a:xfrm>
            <a:off x="1066800" y="1047750"/>
            <a:ext cx="7010400" cy="1933863"/>
          </a:xfrm>
          <a:prstGeom prst="rect">
            <a:avLst/>
          </a:prstGeom>
        </p:spPr>
        <p:txBody>
          <a:bodyPr vert="horz" wrap="square" lIns="0" tIns="0" rIns="0" bIns="0" rtlCol="0">
            <a:spAutoFit/>
          </a:bodyPr>
          <a:lstStyle/>
          <a:p>
            <a:pPr marL="6109" algn="just"/>
            <a:r>
              <a:rPr sz="1700" b="1" spc="-2" dirty="0">
                <a:latin typeface="Times New Roman"/>
                <a:cs typeface="Times New Roman"/>
              </a:rPr>
              <a:t>Us</a:t>
            </a:r>
            <a:r>
              <a:rPr sz="1700" b="1" spc="-5" dirty="0">
                <a:latin typeface="Times New Roman"/>
                <a:cs typeface="Times New Roman"/>
              </a:rPr>
              <a:t>e</a:t>
            </a:r>
            <a:r>
              <a:rPr sz="1700" b="1" dirty="0">
                <a:latin typeface="Times New Roman"/>
                <a:cs typeface="Times New Roman"/>
              </a:rPr>
              <a:t>s</a:t>
            </a:r>
            <a:r>
              <a:rPr sz="1700" b="1" spc="-2" dirty="0">
                <a:latin typeface="Times New Roman"/>
                <a:cs typeface="Times New Roman"/>
              </a:rPr>
              <a:t> </a:t>
            </a:r>
            <a:r>
              <a:rPr sz="1700" b="1" dirty="0">
                <a:latin typeface="Times New Roman"/>
                <a:cs typeface="Times New Roman"/>
              </a:rPr>
              <a:t>of </a:t>
            </a:r>
            <a:r>
              <a:rPr sz="1700" b="1" spc="-7" dirty="0">
                <a:latin typeface="Times New Roman"/>
                <a:cs typeface="Times New Roman"/>
              </a:rPr>
              <a:t>Se</a:t>
            </a:r>
            <a:r>
              <a:rPr sz="1700" b="1" spc="-10" dirty="0">
                <a:latin typeface="Times New Roman"/>
                <a:cs typeface="Times New Roman"/>
              </a:rPr>
              <a:t>c</a:t>
            </a:r>
            <a:r>
              <a:rPr sz="1700" b="1" dirty="0">
                <a:latin typeface="Times New Roman"/>
                <a:cs typeface="Times New Roman"/>
              </a:rPr>
              <a:t>ond</a:t>
            </a:r>
            <a:r>
              <a:rPr sz="1700" b="1" spc="-5" dirty="0">
                <a:latin typeface="Times New Roman"/>
                <a:cs typeface="Times New Roman"/>
              </a:rPr>
              <a:t>a</a:t>
            </a:r>
            <a:r>
              <a:rPr sz="1700" b="1" spc="-7" dirty="0">
                <a:latin typeface="Times New Roman"/>
                <a:cs typeface="Times New Roman"/>
              </a:rPr>
              <a:t>r</a:t>
            </a:r>
            <a:r>
              <a:rPr sz="1700" b="1" dirty="0">
                <a:latin typeface="Times New Roman"/>
                <a:cs typeface="Times New Roman"/>
              </a:rPr>
              <a:t>y</a:t>
            </a:r>
            <a:r>
              <a:rPr sz="1700" b="1" spc="2" dirty="0">
                <a:latin typeface="Times New Roman"/>
                <a:cs typeface="Times New Roman"/>
              </a:rPr>
              <a:t> </a:t>
            </a:r>
            <a:r>
              <a:rPr sz="1700" b="1" dirty="0">
                <a:latin typeface="Times New Roman"/>
                <a:cs typeface="Times New Roman"/>
              </a:rPr>
              <a:t>S</a:t>
            </a:r>
            <a:r>
              <a:rPr sz="1700" b="1" spc="-5" dirty="0">
                <a:latin typeface="Times New Roman"/>
                <a:cs typeface="Times New Roman"/>
              </a:rPr>
              <a:t>torag</a:t>
            </a:r>
            <a:r>
              <a:rPr sz="1700" b="1" spc="-7" dirty="0">
                <a:latin typeface="Times New Roman"/>
                <a:cs typeface="Times New Roman"/>
              </a:rPr>
              <a:t>e</a:t>
            </a:r>
            <a:r>
              <a:rPr sz="1700" b="1" dirty="0">
                <a:latin typeface="Times New Roman"/>
                <a:cs typeface="Times New Roman"/>
              </a:rPr>
              <a:t>:</a:t>
            </a:r>
            <a:endParaRPr lang="en-US" sz="1700" b="1" dirty="0">
              <a:latin typeface="Times New Roman"/>
              <a:cs typeface="Times New Roman"/>
            </a:endParaRPr>
          </a:p>
          <a:p>
            <a:pPr marL="6109" algn="just"/>
            <a:endParaRPr sz="1700" dirty="0">
              <a:latin typeface="Times New Roman"/>
              <a:cs typeface="Times New Roman"/>
            </a:endParaRPr>
          </a:p>
          <a:p>
            <a:pPr marL="225716" marR="40317" indent="-109651" algn="just">
              <a:spcBef>
                <a:spcPts val="380"/>
              </a:spcBef>
              <a:buSzPct val="83333"/>
              <a:buFont typeface="Symbol"/>
              <a:buChar char=""/>
              <a:tabLst>
                <a:tab pos="226022" algn="l"/>
              </a:tabLst>
            </a:pPr>
            <a:r>
              <a:rPr sz="1700" b="1" spc="-5" dirty="0">
                <a:latin typeface="Times New Roman"/>
                <a:cs typeface="Times New Roman"/>
              </a:rPr>
              <a:t>P</a:t>
            </a:r>
            <a:r>
              <a:rPr sz="1700" b="1" spc="-10" dirty="0">
                <a:latin typeface="Times New Roman"/>
                <a:cs typeface="Times New Roman"/>
              </a:rPr>
              <a:t>e</a:t>
            </a:r>
            <a:r>
              <a:rPr sz="1700" b="1" spc="-7" dirty="0">
                <a:latin typeface="Times New Roman"/>
                <a:cs typeface="Times New Roman"/>
              </a:rPr>
              <a:t>r</a:t>
            </a:r>
            <a:r>
              <a:rPr sz="1700" b="1" spc="2" dirty="0">
                <a:latin typeface="Times New Roman"/>
                <a:cs typeface="Times New Roman"/>
              </a:rPr>
              <a:t>m</a:t>
            </a:r>
            <a:r>
              <a:rPr sz="1700" b="1" dirty="0">
                <a:latin typeface="Times New Roman"/>
                <a:cs typeface="Times New Roman"/>
              </a:rPr>
              <a:t>an</a:t>
            </a:r>
            <a:r>
              <a:rPr sz="1700" b="1" spc="-7" dirty="0">
                <a:latin typeface="Times New Roman"/>
                <a:cs typeface="Times New Roman"/>
              </a:rPr>
              <a:t>e</a:t>
            </a:r>
            <a:r>
              <a:rPr sz="1700" b="1" dirty="0">
                <a:latin typeface="Times New Roman"/>
                <a:cs typeface="Times New Roman"/>
              </a:rPr>
              <a:t>nt </a:t>
            </a:r>
            <a:r>
              <a:rPr sz="1700" b="1" spc="-2" dirty="0">
                <a:latin typeface="Times New Roman"/>
                <a:cs typeface="Times New Roman"/>
              </a:rPr>
              <a:t>Sto</a:t>
            </a:r>
            <a:r>
              <a:rPr sz="1700" b="1" spc="-5" dirty="0">
                <a:latin typeface="Times New Roman"/>
                <a:cs typeface="Times New Roman"/>
              </a:rPr>
              <a:t>rag</a:t>
            </a:r>
            <a:r>
              <a:rPr sz="1700" b="1" spc="-7" dirty="0">
                <a:latin typeface="Times New Roman"/>
                <a:cs typeface="Times New Roman"/>
              </a:rPr>
              <a:t>e</a:t>
            </a:r>
            <a:r>
              <a:rPr sz="1700" b="1" dirty="0">
                <a:latin typeface="Times New Roman"/>
                <a:cs typeface="Times New Roman"/>
              </a:rPr>
              <a:t>: </a:t>
            </a:r>
            <a:r>
              <a:rPr sz="1700" dirty="0">
                <a:latin typeface="Times New Roman"/>
                <a:cs typeface="Times New Roman"/>
              </a:rPr>
              <a:t>P</a:t>
            </a:r>
            <a:r>
              <a:rPr sz="1700" spc="-2" dirty="0">
                <a:latin typeface="Times New Roman"/>
                <a:cs typeface="Times New Roman"/>
              </a:rPr>
              <a:t>r</a:t>
            </a:r>
            <a:r>
              <a:rPr sz="1700" dirty="0">
                <a:latin typeface="Times New Roman"/>
                <a:cs typeface="Times New Roman"/>
              </a:rPr>
              <a:t>i</a:t>
            </a:r>
            <a:r>
              <a:rPr sz="1700" spc="-5" dirty="0">
                <a:latin typeface="Times New Roman"/>
                <a:cs typeface="Times New Roman"/>
              </a:rPr>
              <a:t>ma</a:t>
            </a:r>
            <a:r>
              <a:rPr sz="1700" spc="-7" dirty="0">
                <a:latin typeface="Times New Roman"/>
                <a:cs typeface="Times New Roman"/>
              </a:rPr>
              <a:t>r</a:t>
            </a:r>
            <a:r>
              <a:rPr sz="1700" dirty="0">
                <a:latin typeface="Times New Roman"/>
                <a:cs typeface="Times New Roman"/>
              </a:rPr>
              <a:t>y </a:t>
            </a:r>
            <a:r>
              <a:rPr sz="1700" spc="-2" dirty="0">
                <a:latin typeface="Times New Roman"/>
                <a:cs typeface="Times New Roman"/>
              </a:rPr>
              <a:t>Me</a:t>
            </a:r>
            <a:r>
              <a:rPr sz="1700" spc="-5" dirty="0">
                <a:latin typeface="Times New Roman"/>
                <a:cs typeface="Times New Roman"/>
              </a:rPr>
              <a:t>mory</a:t>
            </a:r>
            <a:r>
              <a:rPr sz="1700" spc="-2" dirty="0">
                <a:latin typeface="Times New Roman"/>
                <a:cs typeface="Times New Roman"/>
              </a:rPr>
              <a:t> (</a:t>
            </a:r>
            <a:r>
              <a:rPr sz="1700" spc="-5" dirty="0">
                <a:latin typeface="Times New Roman"/>
                <a:cs typeface="Times New Roman"/>
              </a:rPr>
              <a:t>R</a:t>
            </a:r>
            <a:r>
              <a:rPr sz="1700" spc="-2" dirty="0">
                <a:latin typeface="Times New Roman"/>
                <a:cs typeface="Times New Roman"/>
              </a:rPr>
              <a:t>AM</a:t>
            </a:r>
            <a:r>
              <a:rPr sz="1700" dirty="0">
                <a:latin typeface="Times New Roman"/>
                <a:cs typeface="Times New Roman"/>
              </a:rPr>
              <a:t>)</a:t>
            </a:r>
            <a:r>
              <a:rPr sz="1700" spc="-2" dirty="0">
                <a:latin typeface="Times New Roman"/>
                <a:cs typeface="Times New Roman"/>
              </a:rPr>
              <a:t> is</a:t>
            </a:r>
            <a:r>
              <a:rPr sz="1700" spc="5" dirty="0">
                <a:latin typeface="Times New Roman"/>
                <a:cs typeface="Times New Roman"/>
              </a:rPr>
              <a:t> </a:t>
            </a:r>
            <a:r>
              <a:rPr sz="1700" spc="-2" dirty="0">
                <a:latin typeface="Times New Roman"/>
                <a:cs typeface="Times New Roman"/>
              </a:rPr>
              <a:t>volatil</a:t>
            </a:r>
            <a:r>
              <a:rPr sz="1700" spc="-7" dirty="0">
                <a:latin typeface="Times New Roman"/>
                <a:cs typeface="Times New Roman"/>
              </a:rPr>
              <a:t>e</a:t>
            </a:r>
            <a:r>
              <a:rPr sz="1700" dirty="0">
                <a:latin typeface="Times New Roman"/>
                <a:cs typeface="Times New Roman"/>
              </a:rPr>
              <a:t>, </a:t>
            </a:r>
            <a:r>
              <a:rPr sz="1700" spc="-2" dirty="0">
                <a:latin typeface="Times New Roman"/>
                <a:cs typeface="Times New Roman"/>
              </a:rPr>
              <a:t>i.e. it</a:t>
            </a:r>
            <a:r>
              <a:rPr sz="1700" dirty="0">
                <a:latin typeface="Times New Roman"/>
                <a:cs typeface="Times New Roman"/>
              </a:rPr>
              <a:t> </a:t>
            </a:r>
            <a:r>
              <a:rPr sz="1700" spc="-2" dirty="0">
                <a:latin typeface="Times New Roman"/>
                <a:cs typeface="Times New Roman"/>
              </a:rPr>
              <a:t>l</a:t>
            </a:r>
            <a:r>
              <a:rPr sz="1700" dirty="0">
                <a:latin typeface="Times New Roman"/>
                <a:cs typeface="Times New Roman"/>
              </a:rPr>
              <a:t>os</a:t>
            </a:r>
            <a:r>
              <a:rPr sz="1700" spc="-2" dirty="0">
                <a:latin typeface="Times New Roman"/>
                <a:cs typeface="Times New Roman"/>
              </a:rPr>
              <a:t>e</a:t>
            </a:r>
            <a:r>
              <a:rPr sz="1700" dirty="0">
                <a:latin typeface="Times New Roman"/>
                <a:cs typeface="Times New Roman"/>
              </a:rPr>
              <a:t>s</a:t>
            </a:r>
            <a:r>
              <a:rPr sz="1700" spc="-2" dirty="0">
                <a:latin typeface="Times New Roman"/>
                <a:cs typeface="Times New Roman"/>
              </a:rPr>
              <a:t> </a:t>
            </a:r>
            <a:r>
              <a:rPr sz="1700" spc="-7" dirty="0">
                <a:latin typeface="Times New Roman"/>
                <a:cs typeface="Times New Roman"/>
              </a:rPr>
              <a:t>a</a:t>
            </a:r>
            <a:r>
              <a:rPr sz="1700" spc="-2" dirty="0">
                <a:latin typeface="Times New Roman"/>
                <a:cs typeface="Times New Roman"/>
              </a:rPr>
              <a:t>ll</a:t>
            </a:r>
            <a:r>
              <a:rPr sz="1700" dirty="0">
                <a:latin typeface="Times New Roman"/>
                <a:cs typeface="Times New Roman"/>
              </a:rPr>
              <a:t> </a:t>
            </a:r>
            <a:r>
              <a:rPr sz="1700" spc="-2" dirty="0">
                <a:latin typeface="Times New Roman"/>
                <a:cs typeface="Times New Roman"/>
              </a:rPr>
              <a:t>i</a:t>
            </a:r>
            <a:r>
              <a:rPr sz="1700" spc="-10" dirty="0">
                <a:latin typeface="Times New Roman"/>
                <a:cs typeface="Times New Roman"/>
              </a:rPr>
              <a:t>n</a:t>
            </a:r>
            <a:r>
              <a:rPr sz="1700" dirty="0">
                <a:latin typeface="Times New Roman"/>
                <a:cs typeface="Times New Roman"/>
              </a:rPr>
              <a:t>fo</a:t>
            </a:r>
            <a:r>
              <a:rPr sz="1700" spc="-5" dirty="0">
                <a:latin typeface="Times New Roman"/>
                <a:cs typeface="Times New Roman"/>
              </a:rPr>
              <a:t>rmation</a:t>
            </a:r>
            <a:r>
              <a:rPr sz="1700" spc="-2" dirty="0">
                <a:latin typeface="Times New Roman"/>
                <a:cs typeface="Times New Roman"/>
              </a:rPr>
              <a:t> wh</a:t>
            </a:r>
            <a:r>
              <a:rPr sz="1700" spc="-5" dirty="0">
                <a:latin typeface="Times New Roman"/>
                <a:cs typeface="Times New Roman"/>
              </a:rPr>
              <a:t>e</a:t>
            </a:r>
            <a:r>
              <a:rPr sz="1700" dirty="0">
                <a:latin typeface="Times New Roman"/>
                <a:cs typeface="Times New Roman"/>
              </a:rPr>
              <a:t>n </a:t>
            </a:r>
            <a:r>
              <a:rPr sz="1700" spc="-2" dirty="0">
                <a:latin typeface="Times New Roman"/>
                <a:cs typeface="Times New Roman"/>
              </a:rPr>
              <a:t>the </a:t>
            </a:r>
            <a:r>
              <a:rPr sz="1700" spc="-10" dirty="0">
                <a:latin typeface="Times New Roman"/>
                <a:cs typeface="Times New Roman"/>
              </a:rPr>
              <a:t>e</a:t>
            </a:r>
            <a:r>
              <a:rPr sz="1700" spc="-2" dirty="0">
                <a:latin typeface="Times New Roman"/>
                <a:cs typeface="Times New Roman"/>
              </a:rPr>
              <a:t>le</a:t>
            </a:r>
            <a:r>
              <a:rPr sz="1700" spc="-7" dirty="0">
                <a:latin typeface="Times New Roman"/>
                <a:cs typeface="Times New Roman"/>
              </a:rPr>
              <a:t>c</a:t>
            </a:r>
            <a:r>
              <a:rPr sz="1700" spc="-2" dirty="0">
                <a:latin typeface="Times New Roman"/>
                <a:cs typeface="Times New Roman"/>
              </a:rPr>
              <a:t>tri</a:t>
            </a:r>
            <a:r>
              <a:rPr sz="1700" spc="-7" dirty="0">
                <a:latin typeface="Times New Roman"/>
                <a:cs typeface="Times New Roman"/>
              </a:rPr>
              <a:t>c</a:t>
            </a:r>
            <a:r>
              <a:rPr sz="1700" spc="-2" dirty="0">
                <a:latin typeface="Times New Roman"/>
                <a:cs typeface="Times New Roman"/>
              </a:rPr>
              <a:t>it</a:t>
            </a:r>
            <a:r>
              <a:rPr sz="1700" dirty="0">
                <a:latin typeface="Times New Roman"/>
                <a:cs typeface="Times New Roman"/>
              </a:rPr>
              <a:t>y </a:t>
            </a:r>
            <a:r>
              <a:rPr sz="1700" spc="-2" dirty="0">
                <a:latin typeface="Times New Roman"/>
                <a:cs typeface="Times New Roman"/>
              </a:rPr>
              <a:t>is </a:t>
            </a:r>
            <a:r>
              <a:rPr sz="1700" dirty="0">
                <a:latin typeface="Times New Roman"/>
                <a:cs typeface="Times New Roman"/>
              </a:rPr>
              <a:t>t</a:t>
            </a:r>
            <a:r>
              <a:rPr sz="1700" spc="-5" dirty="0">
                <a:latin typeface="Times New Roman"/>
                <a:cs typeface="Times New Roman"/>
              </a:rPr>
              <a:t>urn</a:t>
            </a:r>
            <a:r>
              <a:rPr sz="1700" spc="-10" dirty="0">
                <a:latin typeface="Times New Roman"/>
                <a:cs typeface="Times New Roman"/>
              </a:rPr>
              <a:t>e</a:t>
            </a:r>
            <a:r>
              <a:rPr sz="1700" dirty="0">
                <a:latin typeface="Times New Roman"/>
                <a:cs typeface="Times New Roman"/>
              </a:rPr>
              <a:t>d of</a:t>
            </a:r>
            <a:r>
              <a:rPr sz="1700" spc="-5" dirty="0">
                <a:latin typeface="Times New Roman"/>
                <a:cs typeface="Times New Roman"/>
              </a:rPr>
              <a:t>f</a:t>
            </a:r>
            <a:r>
              <a:rPr sz="1700" dirty="0">
                <a:latin typeface="Times New Roman"/>
                <a:cs typeface="Times New Roman"/>
              </a:rPr>
              <a:t>, </a:t>
            </a:r>
            <a:r>
              <a:rPr sz="1700" spc="-2" dirty="0">
                <a:latin typeface="Times New Roman"/>
                <a:cs typeface="Times New Roman"/>
              </a:rPr>
              <a:t>s</a:t>
            </a:r>
            <a:r>
              <a:rPr sz="1700" dirty="0">
                <a:latin typeface="Times New Roman"/>
                <a:cs typeface="Times New Roman"/>
              </a:rPr>
              <a:t>o </a:t>
            </a:r>
            <a:r>
              <a:rPr sz="1700" spc="-2" dirty="0">
                <a:latin typeface="Times New Roman"/>
                <a:cs typeface="Times New Roman"/>
              </a:rPr>
              <a:t>i</a:t>
            </a:r>
            <a:r>
              <a:rPr sz="1700" dirty="0">
                <a:latin typeface="Times New Roman"/>
                <a:cs typeface="Times New Roman"/>
              </a:rPr>
              <a:t>n or</a:t>
            </a:r>
            <a:r>
              <a:rPr sz="1700" spc="-2" dirty="0">
                <a:latin typeface="Times New Roman"/>
                <a:cs typeface="Times New Roman"/>
              </a:rPr>
              <a:t>de</a:t>
            </a:r>
            <a:r>
              <a:rPr sz="1700" dirty="0">
                <a:latin typeface="Times New Roman"/>
                <a:cs typeface="Times New Roman"/>
              </a:rPr>
              <a:t>r </a:t>
            </a:r>
            <a:r>
              <a:rPr sz="1700" spc="-2" dirty="0">
                <a:latin typeface="Times New Roman"/>
                <a:cs typeface="Times New Roman"/>
              </a:rPr>
              <a:t>to sec</a:t>
            </a:r>
            <a:r>
              <a:rPr sz="1700" spc="-5" dirty="0">
                <a:latin typeface="Times New Roman"/>
                <a:cs typeface="Times New Roman"/>
              </a:rPr>
              <a:t>ure </a:t>
            </a:r>
            <a:r>
              <a:rPr sz="1700" spc="-2" dirty="0">
                <a:latin typeface="Times New Roman"/>
                <a:cs typeface="Times New Roman"/>
              </a:rPr>
              <a:t>the </a:t>
            </a:r>
            <a:r>
              <a:rPr sz="1700" spc="-5" dirty="0">
                <a:latin typeface="Times New Roman"/>
                <a:cs typeface="Times New Roman"/>
              </a:rPr>
              <a:t>d</a:t>
            </a:r>
            <a:r>
              <a:rPr sz="1700" spc="-10" dirty="0">
                <a:latin typeface="Times New Roman"/>
                <a:cs typeface="Times New Roman"/>
              </a:rPr>
              <a:t>a</a:t>
            </a:r>
            <a:r>
              <a:rPr sz="1700" spc="-2" dirty="0">
                <a:latin typeface="Times New Roman"/>
                <a:cs typeface="Times New Roman"/>
              </a:rPr>
              <a:t>ta</a:t>
            </a:r>
            <a:r>
              <a:rPr sz="1700" dirty="0">
                <a:latin typeface="Times New Roman"/>
                <a:cs typeface="Times New Roman"/>
              </a:rPr>
              <a:t> </a:t>
            </a:r>
            <a:r>
              <a:rPr sz="1700" spc="2" dirty="0">
                <a:latin typeface="Times New Roman"/>
                <a:cs typeface="Times New Roman"/>
              </a:rPr>
              <a:t>p</a:t>
            </a:r>
            <a:r>
              <a:rPr sz="1700" spc="-7" dirty="0">
                <a:latin typeface="Times New Roman"/>
                <a:cs typeface="Times New Roman"/>
              </a:rPr>
              <a:t>e</a:t>
            </a:r>
            <a:r>
              <a:rPr sz="1700" spc="-5" dirty="0">
                <a:latin typeface="Times New Roman"/>
                <a:cs typeface="Times New Roman"/>
              </a:rPr>
              <a:t>rm</a:t>
            </a:r>
            <a:r>
              <a:rPr sz="1700" spc="-10" dirty="0">
                <a:latin typeface="Times New Roman"/>
                <a:cs typeface="Times New Roman"/>
              </a:rPr>
              <a:t>a</a:t>
            </a:r>
            <a:r>
              <a:rPr sz="1700" spc="5" dirty="0">
                <a:latin typeface="Times New Roman"/>
                <a:cs typeface="Times New Roman"/>
              </a:rPr>
              <a:t>n</a:t>
            </a:r>
            <a:r>
              <a:rPr sz="1700" spc="-7" dirty="0">
                <a:latin typeface="Times New Roman"/>
                <a:cs typeface="Times New Roman"/>
              </a:rPr>
              <a:t>e</a:t>
            </a:r>
            <a:r>
              <a:rPr sz="1700" spc="-2" dirty="0">
                <a:latin typeface="Times New Roman"/>
                <a:cs typeface="Times New Roman"/>
              </a:rPr>
              <a:t>ntl</a:t>
            </a:r>
            <a:r>
              <a:rPr sz="1700" dirty="0">
                <a:latin typeface="Times New Roman"/>
                <a:cs typeface="Times New Roman"/>
              </a:rPr>
              <a:t>y </a:t>
            </a:r>
            <a:r>
              <a:rPr sz="1700" spc="-2" dirty="0">
                <a:latin typeface="Times New Roman"/>
                <a:cs typeface="Times New Roman"/>
              </a:rPr>
              <a:t>in the </a:t>
            </a:r>
            <a:r>
              <a:rPr sz="1700" spc="-5" dirty="0">
                <a:latin typeface="Times New Roman"/>
                <a:cs typeface="Times New Roman"/>
              </a:rPr>
              <a:t>d</a:t>
            </a:r>
            <a:r>
              <a:rPr sz="1700" spc="-7" dirty="0">
                <a:latin typeface="Times New Roman"/>
                <a:cs typeface="Times New Roman"/>
              </a:rPr>
              <a:t>e</a:t>
            </a:r>
            <a:r>
              <a:rPr sz="1700" spc="-2" dirty="0">
                <a:latin typeface="Times New Roman"/>
                <a:cs typeface="Times New Roman"/>
              </a:rPr>
              <a:t>vic</a:t>
            </a:r>
            <a:r>
              <a:rPr sz="1700" spc="-10" dirty="0">
                <a:latin typeface="Times New Roman"/>
                <a:cs typeface="Times New Roman"/>
              </a:rPr>
              <a:t>e</a:t>
            </a:r>
            <a:r>
              <a:rPr sz="1700" dirty="0">
                <a:latin typeface="Times New Roman"/>
                <a:cs typeface="Times New Roman"/>
              </a:rPr>
              <a:t>, S</a:t>
            </a:r>
            <a:r>
              <a:rPr sz="1700" spc="-7" dirty="0">
                <a:latin typeface="Times New Roman"/>
                <a:cs typeface="Times New Roman"/>
              </a:rPr>
              <a:t>ec</a:t>
            </a:r>
            <a:r>
              <a:rPr sz="1700" dirty="0">
                <a:latin typeface="Times New Roman"/>
                <a:cs typeface="Times New Roman"/>
              </a:rPr>
              <a:t>on</a:t>
            </a:r>
            <a:r>
              <a:rPr sz="1700" spc="5" dirty="0">
                <a:latin typeface="Times New Roman"/>
                <a:cs typeface="Times New Roman"/>
              </a:rPr>
              <a:t>d</a:t>
            </a:r>
            <a:r>
              <a:rPr sz="1700" spc="-7" dirty="0">
                <a:latin typeface="Times New Roman"/>
                <a:cs typeface="Times New Roman"/>
              </a:rPr>
              <a:t>a</a:t>
            </a:r>
            <a:r>
              <a:rPr sz="1700" dirty="0">
                <a:latin typeface="Times New Roman"/>
                <a:cs typeface="Times New Roman"/>
              </a:rPr>
              <a:t>ry </a:t>
            </a:r>
            <a:r>
              <a:rPr sz="1700" spc="-2" dirty="0">
                <a:latin typeface="Times New Roman"/>
                <a:cs typeface="Times New Roman"/>
              </a:rPr>
              <a:t>stor</a:t>
            </a:r>
            <a:r>
              <a:rPr sz="1700" spc="-7" dirty="0">
                <a:latin typeface="Times New Roman"/>
                <a:cs typeface="Times New Roman"/>
              </a:rPr>
              <a:t>a</a:t>
            </a:r>
            <a:r>
              <a:rPr sz="1700" spc="5" dirty="0">
                <a:latin typeface="Times New Roman"/>
                <a:cs typeface="Times New Roman"/>
              </a:rPr>
              <a:t>g</a:t>
            </a:r>
            <a:r>
              <a:rPr sz="1700" spc="-5" dirty="0">
                <a:latin typeface="Times New Roman"/>
                <a:cs typeface="Times New Roman"/>
              </a:rPr>
              <a:t>e</a:t>
            </a:r>
            <a:r>
              <a:rPr sz="1700" spc="-2" dirty="0">
                <a:latin typeface="Times New Roman"/>
                <a:cs typeface="Times New Roman"/>
              </a:rPr>
              <a:t> </a:t>
            </a:r>
            <a:r>
              <a:rPr sz="1700" spc="-5" dirty="0">
                <a:latin typeface="Times New Roman"/>
                <a:cs typeface="Times New Roman"/>
              </a:rPr>
              <a:t>d</a:t>
            </a:r>
            <a:r>
              <a:rPr sz="1700" spc="-7" dirty="0">
                <a:latin typeface="Times New Roman"/>
                <a:cs typeface="Times New Roman"/>
              </a:rPr>
              <a:t>e</a:t>
            </a:r>
            <a:r>
              <a:rPr sz="1700" spc="-2" dirty="0">
                <a:latin typeface="Times New Roman"/>
                <a:cs typeface="Times New Roman"/>
              </a:rPr>
              <a:t>vic</a:t>
            </a:r>
            <a:r>
              <a:rPr sz="1700" spc="-10" dirty="0">
                <a:latin typeface="Times New Roman"/>
                <a:cs typeface="Times New Roman"/>
              </a:rPr>
              <a:t>e</a:t>
            </a:r>
            <a:r>
              <a:rPr sz="1700" dirty="0">
                <a:latin typeface="Times New Roman"/>
                <a:cs typeface="Times New Roman"/>
              </a:rPr>
              <a:t>s</a:t>
            </a:r>
            <a:r>
              <a:rPr sz="1700" spc="5" dirty="0">
                <a:latin typeface="Times New Roman"/>
                <a:cs typeface="Times New Roman"/>
              </a:rPr>
              <a:t> </a:t>
            </a:r>
            <a:r>
              <a:rPr sz="1700" spc="-7" dirty="0">
                <a:latin typeface="Times New Roman"/>
                <a:cs typeface="Times New Roman"/>
              </a:rPr>
              <a:t>a</a:t>
            </a:r>
            <a:r>
              <a:rPr sz="1700" spc="-2" dirty="0">
                <a:latin typeface="Times New Roman"/>
                <a:cs typeface="Times New Roman"/>
              </a:rPr>
              <a:t>re</a:t>
            </a:r>
            <a:r>
              <a:rPr sz="1700" spc="-5" dirty="0">
                <a:latin typeface="Times New Roman"/>
                <a:cs typeface="Times New Roman"/>
              </a:rPr>
              <a:t> </a:t>
            </a:r>
            <a:r>
              <a:rPr sz="1700" spc="5" dirty="0">
                <a:latin typeface="Times New Roman"/>
                <a:cs typeface="Times New Roman"/>
              </a:rPr>
              <a:t>n</a:t>
            </a:r>
            <a:r>
              <a:rPr sz="1700" spc="-7" dirty="0">
                <a:latin typeface="Times New Roman"/>
                <a:cs typeface="Times New Roman"/>
              </a:rPr>
              <a:t>ee</a:t>
            </a:r>
            <a:r>
              <a:rPr sz="1700" spc="5" dirty="0">
                <a:latin typeface="Times New Roman"/>
                <a:cs typeface="Times New Roman"/>
              </a:rPr>
              <a:t>d</a:t>
            </a:r>
            <a:r>
              <a:rPr sz="1700" spc="-7" dirty="0">
                <a:latin typeface="Times New Roman"/>
                <a:cs typeface="Times New Roman"/>
              </a:rPr>
              <a:t>e</a:t>
            </a:r>
            <a:r>
              <a:rPr sz="1700" dirty="0">
                <a:latin typeface="Times New Roman"/>
                <a:cs typeface="Times New Roman"/>
              </a:rPr>
              <a:t>d.</a:t>
            </a:r>
          </a:p>
          <a:p>
            <a:pPr marL="225716" marR="51313" indent="-109651" algn="just">
              <a:spcBef>
                <a:spcPts val="358"/>
              </a:spcBef>
              <a:buSzPct val="83333"/>
              <a:buFont typeface="Symbol"/>
              <a:buChar char=""/>
              <a:tabLst>
                <a:tab pos="226022" algn="l"/>
              </a:tabLst>
            </a:pPr>
            <a:r>
              <a:rPr sz="1700" b="1" spc="-5" dirty="0">
                <a:latin typeface="Times New Roman"/>
                <a:cs typeface="Times New Roman"/>
              </a:rPr>
              <a:t>Po</a:t>
            </a:r>
            <a:r>
              <a:rPr sz="1700" b="1" spc="-10" dirty="0">
                <a:latin typeface="Times New Roman"/>
                <a:cs typeface="Times New Roman"/>
              </a:rPr>
              <a:t>r</a:t>
            </a:r>
            <a:r>
              <a:rPr sz="1700" b="1" spc="-2" dirty="0">
                <a:latin typeface="Times New Roman"/>
                <a:cs typeface="Times New Roman"/>
              </a:rPr>
              <a:t>tabili</a:t>
            </a:r>
            <a:r>
              <a:rPr sz="1700" b="1" dirty="0">
                <a:latin typeface="Times New Roman"/>
                <a:cs typeface="Times New Roman"/>
              </a:rPr>
              <a:t>ty:</a:t>
            </a:r>
            <a:r>
              <a:rPr sz="1700" b="1" spc="-2" dirty="0">
                <a:latin typeface="Times New Roman"/>
                <a:cs typeface="Times New Roman"/>
              </a:rPr>
              <a:t> </a:t>
            </a:r>
            <a:r>
              <a:rPr sz="1700" dirty="0">
                <a:latin typeface="Times New Roman"/>
                <a:cs typeface="Times New Roman"/>
              </a:rPr>
              <a:t>S</a:t>
            </a:r>
            <a:r>
              <a:rPr sz="1700" spc="-2" dirty="0">
                <a:latin typeface="Times New Roman"/>
                <a:cs typeface="Times New Roman"/>
              </a:rPr>
              <a:t>tor</a:t>
            </a:r>
            <a:r>
              <a:rPr sz="1700" spc="-10" dirty="0">
                <a:latin typeface="Times New Roman"/>
                <a:cs typeface="Times New Roman"/>
              </a:rPr>
              <a:t>a</a:t>
            </a:r>
            <a:r>
              <a:rPr sz="1700" spc="-5" dirty="0">
                <a:latin typeface="Times New Roman"/>
                <a:cs typeface="Times New Roman"/>
              </a:rPr>
              <a:t>ge</a:t>
            </a:r>
            <a:r>
              <a:rPr sz="1700" spc="-2" dirty="0">
                <a:latin typeface="Times New Roman"/>
                <a:cs typeface="Times New Roman"/>
              </a:rPr>
              <a:t> </a:t>
            </a:r>
            <a:r>
              <a:rPr sz="1700" spc="-5" dirty="0">
                <a:latin typeface="Times New Roman"/>
                <a:cs typeface="Times New Roman"/>
              </a:rPr>
              <a:t>me</a:t>
            </a:r>
            <a:r>
              <a:rPr sz="1700" spc="-2" dirty="0">
                <a:latin typeface="Times New Roman"/>
                <a:cs typeface="Times New Roman"/>
              </a:rPr>
              <a:t>d</a:t>
            </a:r>
            <a:r>
              <a:rPr sz="1700" spc="-5" dirty="0">
                <a:latin typeface="Times New Roman"/>
                <a:cs typeface="Times New Roman"/>
              </a:rPr>
              <a:t>ium</a:t>
            </a:r>
            <a:r>
              <a:rPr sz="1700" spc="-2" dirty="0">
                <a:latin typeface="Times New Roman"/>
                <a:cs typeface="Times New Roman"/>
              </a:rPr>
              <a:t>s</a:t>
            </a:r>
            <a:r>
              <a:rPr sz="1700" dirty="0">
                <a:latin typeface="Times New Roman"/>
                <a:cs typeface="Times New Roman"/>
              </a:rPr>
              <a:t>, </a:t>
            </a:r>
            <a:r>
              <a:rPr sz="1700" spc="-2" dirty="0">
                <a:latin typeface="Times New Roman"/>
                <a:cs typeface="Times New Roman"/>
              </a:rPr>
              <a:t>l</a:t>
            </a:r>
            <a:r>
              <a:rPr sz="1700" dirty="0">
                <a:latin typeface="Times New Roman"/>
                <a:cs typeface="Times New Roman"/>
              </a:rPr>
              <a:t>i</a:t>
            </a:r>
            <a:r>
              <a:rPr sz="1700" spc="-5" dirty="0">
                <a:latin typeface="Times New Roman"/>
                <a:cs typeface="Times New Roman"/>
              </a:rPr>
              <a:t>ke</a:t>
            </a:r>
            <a:r>
              <a:rPr sz="1700" spc="-2" dirty="0">
                <a:latin typeface="Times New Roman"/>
                <a:cs typeface="Times New Roman"/>
              </a:rPr>
              <a:t> </a:t>
            </a:r>
            <a:r>
              <a:rPr sz="1700" spc="-5" dirty="0">
                <a:latin typeface="Times New Roman"/>
                <a:cs typeface="Times New Roman"/>
              </a:rPr>
              <a:t>C</a:t>
            </a:r>
            <a:r>
              <a:rPr sz="1700" spc="-2" dirty="0">
                <a:latin typeface="Times New Roman"/>
                <a:cs typeface="Times New Roman"/>
              </a:rPr>
              <a:t>Ds</a:t>
            </a:r>
            <a:r>
              <a:rPr sz="1700" dirty="0">
                <a:latin typeface="Times New Roman"/>
                <a:cs typeface="Times New Roman"/>
              </a:rPr>
              <a:t>, </a:t>
            </a:r>
            <a:r>
              <a:rPr sz="1700" spc="-2" dirty="0">
                <a:latin typeface="Times New Roman"/>
                <a:cs typeface="Times New Roman"/>
              </a:rPr>
              <a:t>flash </a:t>
            </a:r>
            <a:r>
              <a:rPr sz="1700" dirty="0">
                <a:latin typeface="Times New Roman"/>
                <a:cs typeface="Times New Roman"/>
              </a:rPr>
              <a:t>d</a:t>
            </a:r>
            <a:r>
              <a:rPr sz="1700" spc="-2" dirty="0">
                <a:latin typeface="Times New Roman"/>
                <a:cs typeface="Times New Roman"/>
              </a:rPr>
              <a:t>rives </a:t>
            </a:r>
            <a:r>
              <a:rPr sz="1700" spc="-10" dirty="0">
                <a:latin typeface="Times New Roman"/>
                <a:cs typeface="Times New Roman"/>
              </a:rPr>
              <a:t>c</a:t>
            </a:r>
            <a:r>
              <a:rPr sz="1700" spc="-7" dirty="0">
                <a:latin typeface="Times New Roman"/>
                <a:cs typeface="Times New Roman"/>
              </a:rPr>
              <a:t>a</a:t>
            </a:r>
            <a:r>
              <a:rPr sz="1700" dirty="0">
                <a:latin typeface="Times New Roman"/>
                <a:cs typeface="Times New Roman"/>
              </a:rPr>
              <a:t>n </a:t>
            </a:r>
            <a:r>
              <a:rPr sz="1700" spc="-5" dirty="0">
                <a:latin typeface="Times New Roman"/>
                <a:cs typeface="Times New Roman"/>
              </a:rPr>
              <a:t>be</a:t>
            </a:r>
            <a:r>
              <a:rPr sz="1700" spc="-2" dirty="0">
                <a:latin typeface="Times New Roman"/>
                <a:cs typeface="Times New Roman"/>
              </a:rPr>
              <a:t> </a:t>
            </a:r>
            <a:r>
              <a:rPr sz="1700" dirty="0">
                <a:latin typeface="Times New Roman"/>
                <a:cs typeface="Times New Roman"/>
              </a:rPr>
              <a:t>u</a:t>
            </a:r>
            <a:r>
              <a:rPr sz="1700" spc="5" dirty="0">
                <a:latin typeface="Times New Roman"/>
                <a:cs typeface="Times New Roman"/>
              </a:rPr>
              <a:t>s</a:t>
            </a:r>
            <a:r>
              <a:rPr sz="1700" spc="-7" dirty="0">
                <a:latin typeface="Times New Roman"/>
                <a:cs typeface="Times New Roman"/>
              </a:rPr>
              <a:t>e</a:t>
            </a:r>
            <a:r>
              <a:rPr sz="1700" dirty="0">
                <a:latin typeface="Times New Roman"/>
                <a:cs typeface="Times New Roman"/>
              </a:rPr>
              <a:t>d </a:t>
            </a:r>
            <a:r>
              <a:rPr sz="1700" spc="-2" dirty="0">
                <a:latin typeface="Times New Roman"/>
                <a:cs typeface="Times New Roman"/>
              </a:rPr>
              <a:t>to tr</a:t>
            </a:r>
            <a:r>
              <a:rPr sz="1700" spc="-10" dirty="0">
                <a:latin typeface="Times New Roman"/>
                <a:cs typeface="Times New Roman"/>
              </a:rPr>
              <a:t>a</a:t>
            </a:r>
            <a:r>
              <a:rPr sz="1700" dirty="0">
                <a:latin typeface="Times New Roman"/>
                <a:cs typeface="Times New Roman"/>
              </a:rPr>
              <a:t>ns</a:t>
            </a:r>
            <a:r>
              <a:rPr sz="1700" spc="2" dirty="0">
                <a:latin typeface="Times New Roman"/>
                <a:cs typeface="Times New Roman"/>
              </a:rPr>
              <a:t>f</a:t>
            </a:r>
            <a:r>
              <a:rPr sz="1700" spc="-7" dirty="0">
                <a:latin typeface="Times New Roman"/>
                <a:cs typeface="Times New Roman"/>
              </a:rPr>
              <a:t>e</a:t>
            </a:r>
            <a:r>
              <a:rPr sz="1700" dirty="0">
                <a:latin typeface="Times New Roman"/>
                <a:cs typeface="Times New Roman"/>
              </a:rPr>
              <a:t>r </a:t>
            </a:r>
            <a:r>
              <a:rPr sz="1700" spc="-2" dirty="0">
                <a:latin typeface="Times New Roman"/>
                <a:cs typeface="Times New Roman"/>
              </a:rPr>
              <a:t>the</a:t>
            </a:r>
            <a:r>
              <a:rPr sz="1700" spc="-5" dirty="0">
                <a:latin typeface="Times New Roman"/>
                <a:cs typeface="Times New Roman"/>
              </a:rPr>
              <a:t> d</a:t>
            </a:r>
            <a:r>
              <a:rPr sz="1700" spc="-7" dirty="0">
                <a:latin typeface="Times New Roman"/>
                <a:cs typeface="Times New Roman"/>
              </a:rPr>
              <a:t>a</a:t>
            </a:r>
            <a:r>
              <a:rPr sz="1700" spc="-2" dirty="0">
                <a:latin typeface="Times New Roman"/>
                <a:cs typeface="Times New Roman"/>
              </a:rPr>
              <a:t>ta </a:t>
            </a:r>
            <a:r>
              <a:rPr sz="1700" dirty="0">
                <a:latin typeface="Times New Roman"/>
                <a:cs typeface="Times New Roman"/>
              </a:rPr>
              <a:t>f</a:t>
            </a:r>
            <a:r>
              <a:rPr sz="1700" spc="-5" dirty="0">
                <a:latin typeface="Times New Roman"/>
                <a:cs typeface="Times New Roman"/>
              </a:rPr>
              <a:t>rom</a:t>
            </a:r>
            <a:r>
              <a:rPr sz="1700" dirty="0">
                <a:latin typeface="Times New Roman"/>
                <a:cs typeface="Times New Roman"/>
              </a:rPr>
              <a:t> </a:t>
            </a:r>
            <a:r>
              <a:rPr sz="1700" spc="-5" dirty="0">
                <a:latin typeface="Times New Roman"/>
                <a:cs typeface="Times New Roman"/>
              </a:rPr>
              <a:t>one</a:t>
            </a:r>
            <a:r>
              <a:rPr sz="1700" dirty="0">
                <a:latin typeface="Times New Roman"/>
                <a:cs typeface="Times New Roman"/>
              </a:rPr>
              <a:t> </a:t>
            </a:r>
            <a:r>
              <a:rPr sz="1700" spc="-5" dirty="0">
                <a:latin typeface="Times New Roman"/>
                <a:cs typeface="Times New Roman"/>
              </a:rPr>
              <a:t>d</a:t>
            </a:r>
            <a:r>
              <a:rPr sz="1700" spc="-10" dirty="0">
                <a:latin typeface="Times New Roman"/>
                <a:cs typeface="Times New Roman"/>
              </a:rPr>
              <a:t>e</a:t>
            </a:r>
            <a:r>
              <a:rPr sz="1700" spc="-2" dirty="0">
                <a:latin typeface="Times New Roman"/>
                <a:cs typeface="Times New Roman"/>
              </a:rPr>
              <a:t>vic</a:t>
            </a:r>
            <a:r>
              <a:rPr sz="1700" spc="-5" dirty="0">
                <a:latin typeface="Times New Roman"/>
                <a:cs typeface="Times New Roman"/>
              </a:rPr>
              <a:t>e</a:t>
            </a:r>
            <a:r>
              <a:rPr sz="1700" spc="-2" dirty="0">
                <a:latin typeface="Times New Roman"/>
                <a:cs typeface="Times New Roman"/>
              </a:rPr>
              <a:t> to </a:t>
            </a:r>
            <a:r>
              <a:rPr sz="1700" spc="-5" dirty="0">
                <a:latin typeface="Times New Roman"/>
                <a:cs typeface="Times New Roman"/>
              </a:rPr>
              <a:t>anot</a:t>
            </a:r>
            <a:r>
              <a:rPr sz="1700" dirty="0">
                <a:latin typeface="Times New Roman"/>
                <a:cs typeface="Times New Roman"/>
              </a:rPr>
              <a:t>h</a:t>
            </a:r>
            <a:r>
              <a:rPr sz="1700" spc="-7" dirty="0">
                <a:latin typeface="Times New Roman"/>
                <a:cs typeface="Times New Roman"/>
              </a:rPr>
              <a:t>e</a:t>
            </a:r>
            <a:r>
              <a:rPr sz="1700" dirty="0">
                <a:latin typeface="Times New Roman"/>
                <a:cs typeface="Times New Roman"/>
              </a:rPr>
              <a:t>r.</a:t>
            </a:r>
          </a:p>
        </p:txBody>
      </p:sp>
    </p:spTree>
    <p:extLst>
      <p:ext uri="{BB962C8B-B14F-4D97-AF65-F5344CB8AC3E}">
        <p14:creationId xmlns:p14="http://schemas.microsoft.com/office/powerpoint/2010/main" val="18356819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659A16-22BE-879C-1E09-8AA5C4DF527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5E682BF-18F5-98D8-369C-FA18EDE55A4B}"/>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EF414C22-4BAB-CF9C-C55B-A25BF85E847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E265A740-FAD9-D573-534D-7C92394D9340}"/>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ED90679E-A0D4-0A15-2AD4-D30D6DDA624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3">
            <a:extLst>
              <a:ext uri="{FF2B5EF4-FFF2-40B4-BE49-F238E27FC236}">
                <a16:creationId xmlns:a16="http://schemas.microsoft.com/office/drawing/2014/main" id="{12D0D525-DD2F-21F8-EF1A-613D36493A16}"/>
              </a:ext>
            </a:extLst>
          </p:cNvPr>
          <p:cNvSpPr txBox="1"/>
          <p:nvPr/>
        </p:nvSpPr>
        <p:spPr>
          <a:xfrm>
            <a:off x="1066800" y="819150"/>
            <a:ext cx="7010400" cy="3606115"/>
          </a:xfrm>
          <a:prstGeom prst="rect">
            <a:avLst/>
          </a:prstGeom>
        </p:spPr>
        <p:txBody>
          <a:bodyPr vert="horz" wrap="square" lIns="0" tIns="0" rIns="0" bIns="0" rtlCol="0">
            <a:spAutoFit/>
          </a:bodyPr>
          <a:lstStyle/>
          <a:p>
            <a:pPr marL="6109" marR="1821920">
              <a:spcBef>
                <a:spcPts val="342"/>
              </a:spcBef>
            </a:pPr>
            <a:r>
              <a:rPr sz="1700" b="1" spc="-5" dirty="0">
                <a:latin typeface="Times New Roman"/>
                <a:cs typeface="Times New Roman"/>
              </a:rPr>
              <a:t>Fix</a:t>
            </a:r>
            <a:r>
              <a:rPr sz="1700" b="1" spc="-7" dirty="0">
                <a:latin typeface="Times New Roman"/>
                <a:cs typeface="Times New Roman"/>
              </a:rPr>
              <a:t>e</a:t>
            </a:r>
            <a:r>
              <a:rPr sz="1700" b="1" dirty="0">
                <a:latin typeface="Times New Roman"/>
                <a:cs typeface="Times New Roman"/>
              </a:rPr>
              <a:t>d and </a:t>
            </a:r>
            <a:r>
              <a:rPr sz="1700" b="1" spc="-2" dirty="0">
                <a:latin typeface="Times New Roman"/>
                <a:cs typeface="Times New Roman"/>
              </a:rPr>
              <a:t>R</a:t>
            </a:r>
            <a:r>
              <a:rPr sz="1700" b="1" spc="-5" dirty="0">
                <a:latin typeface="Times New Roman"/>
                <a:cs typeface="Times New Roman"/>
              </a:rPr>
              <a:t>e</a:t>
            </a:r>
            <a:r>
              <a:rPr sz="1700" b="1" spc="2" dirty="0">
                <a:latin typeface="Times New Roman"/>
                <a:cs typeface="Times New Roman"/>
              </a:rPr>
              <a:t>m</a:t>
            </a:r>
            <a:r>
              <a:rPr sz="1700" b="1" dirty="0">
                <a:latin typeface="Times New Roman"/>
                <a:cs typeface="Times New Roman"/>
              </a:rPr>
              <a:t>ova</a:t>
            </a:r>
            <a:r>
              <a:rPr sz="1700" b="1" spc="-5" dirty="0">
                <a:latin typeface="Times New Roman"/>
                <a:cs typeface="Times New Roman"/>
              </a:rPr>
              <a:t>b</a:t>
            </a:r>
            <a:r>
              <a:rPr sz="1700" b="1" spc="-2" dirty="0">
                <a:latin typeface="Times New Roman"/>
                <a:cs typeface="Times New Roman"/>
              </a:rPr>
              <a:t>le</a:t>
            </a:r>
            <a:r>
              <a:rPr sz="1700" b="1" dirty="0">
                <a:latin typeface="Times New Roman"/>
                <a:cs typeface="Times New Roman"/>
              </a:rPr>
              <a:t> </a:t>
            </a:r>
            <a:r>
              <a:rPr sz="1700" b="1" spc="-5" dirty="0">
                <a:latin typeface="Times New Roman"/>
                <a:cs typeface="Times New Roman"/>
              </a:rPr>
              <a:t>S</a:t>
            </a:r>
            <a:r>
              <a:rPr sz="1700" b="1" spc="-2" dirty="0">
                <a:latin typeface="Times New Roman"/>
                <a:cs typeface="Times New Roman"/>
              </a:rPr>
              <a:t>to</a:t>
            </a:r>
            <a:r>
              <a:rPr sz="1700" b="1" spc="-10" dirty="0">
                <a:latin typeface="Times New Roman"/>
                <a:cs typeface="Times New Roman"/>
              </a:rPr>
              <a:t>r</a:t>
            </a:r>
            <a:r>
              <a:rPr sz="1700" b="1" spc="-5" dirty="0">
                <a:latin typeface="Times New Roman"/>
                <a:cs typeface="Times New Roman"/>
              </a:rPr>
              <a:t>age</a:t>
            </a:r>
            <a:r>
              <a:rPr sz="1700" b="1" spc="-2" dirty="0">
                <a:latin typeface="Times New Roman"/>
                <a:cs typeface="Times New Roman"/>
              </a:rPr>
              <a:t> </a:t>
            </a:r>
            <a:r>
              <a:rPr sz="1700" b="1" spc="-5" dirty="0">
                <a:latin typeface="Times New Roman"/>
                <a:cs typeface="Times New Roman"/>
              </a:rPr>
              <a:t>Fix</a:t>
            </a:r>
            <a:r>
              <a:rPr sz="1700" b="1" spc="-7" dirty="0">
                <a:latin typeface="Times New Roman"/>
                <a:cs typeface="Times New Roman"/>
              </a:rPr>
              <a:t>e</a:t>
            </a:r>
            <a:r>
              <a:rPr sz="1700" b="1" dirty="0">
                <a:latin typeface="Times New Roman"/>
                <a:cs typeface="Times New Roman"/>
              </a:rPr>
              <a:t>d S</a:t>
            </a:r>
            <a:r>
              <a:rPr sz="1700" b="1" spc="-2" dirty="0">
                <a:latin typeface="Times New Roman"/>
                <a:cs typeface="Times New Roman"/>
              </a:rPr>
              <a:t>to</a:t>
            </a:r>
            <a:r>
              <a:rPr sz="1700" b="1" spc="-10" dirty="0">
                <a:latin typeface="Times New Roman"/>
                <a:cs typeface="Times New Roman"/>
              </a:rPr>
              <a:t>r</a:t>
            </a:r>
            <a:r>
              <a:rPr sz="1700" b="1" spc="-5" dirty="0">
                <a:latin typeface="Times New Roman"/>
                <a:cs typeface="Times New Roman"/>
              </a:rPr>
              <a:t>ag</a:t>
            </a:r>
            <a:r>
              <a:rPr sz="1700" b="1" spc="-7" dirty="0">
                <a:latin typeface="Times New Roman"/>
                <a:cs typeface="Times New Roman"/>
              </a:rPr>
              <a:t>e</a:t>
            </a:r>
            <a:r>
              <a:rPr sz="1700" b="1" dirty="0">
                <a:latin typeface="Times New Roman"/>
                <a:cs typeface="Times New Roman"/>
              </a:rPr>
              <a:t>-</a:t>
            </a:r>
            <a:endParaRPr sz="1700" dirty="0">
              <a:latin typeface="Times New Roman"/>
              <a:cs typeface="Times New Roman"/>
            </a:endParaRPr>
          </a:p>
          <a:p>
            <a:endParaRPr sz="1700" dirty="0">
              <a:latin typeface="Times New Roman"/>
              <a:cs typeface="Times New Roman"/>
            </a:endParaRPr>
          </a:p>
          <a:p>
            <a:pPr marL="291859" marR="2443" indent="-285750" algn="just">
              <a:spcBef>
                <a:spcPts val="375"/>
              </a:spcBef>
              <a:buFont typeface="Arial" panose="020B0604020202020204" pitchFamily="34" charset="0"/>
              <a:buChar char="•"/>
            </a:pPr>
            <a:r>
              <a:rPr sz="1700" spc="-5" dirty="0">
                <a:latin typeface="Times New Roman"/>
                <a:cs typeface="Times New Roman"/>
              </a:rPr>
              <a:t>Fixed</a:t>
            </a:r>
            <a:r>
              <a:rPr sz="1700" spc="7" dirty="0">
                <a:latin typeface="Times New Roman"/>
                <a:cs typeface="Times New Roman"/>
              </a:rPr>
              <a:t> </a:t>
            </a:r>
            <a:r>
              <a:rPr sz="1700" spc="-2" dirty="0">
                <a:latin typeface="Times New Roman"/>
                <a:cs typeface="Times New Roman"/>
              </a:rPr>
              <a:t>sto</a:t>
            </a:r>
            <a:r>
              <a:rPr sz="1700" spc="5" dirty="0">
                <a:latin typeface="Times New Roman"/>
                <a:cs typeface="Times New Roman"/>
              </a:rPr>
              <a:t>r</a:t>
            </a:r>
            <a:r>
              <a:rPr sz="1700" spc="-7" dirty="0">
                <a:latin typeface="Times New Roman"/>
                <a:cs typeface="Times New Roman"/>
              </a:rPr>
              <a:t>a</a:t>
            </a:r>
            <a:r>
              <a:rPr sz="1700" spc="-5" dirty="0">
                <a:latin typeface="Times New Roman"/>
                <a:cs typeface="Times New Roman"/>
              </a:rPr>
              <a:t>ge</a:t>
            </a:r>
            <a:r>
              <a:rPr sz="1700" spc="7" dirty="0">
                <a:latin typeface="Times New Roman"/>
                <a:cs typeface="Times New Roman"/>
              </a:rPr>
              <a:t> </a:t>
            </a:r>
            <a:r>
              <a:rPr sz="1700" spc="-2" dirty="0">
                <a:latin typeface="Times New Roman"/>
                <a:cs typeface="Times New Roman"/>
              </a:rPr>
              <a:t>is</a:t>
            </a:r>
            <a:r>
              <a:rPr sz="1700" spc="17" dirty="0">
                <a:latin typeface="Times New Roman"/>
                <a:cs typeface="Times New Roman"/>
              </a:rPr>
              <a:t> </a:t>
            </a:r>
            <a:r>
              <a:rPr sz="1700" spc="-7" dirty="0">
                <a:latin typeface="Times New Roman"/>
                <a:cs typeface="Times New Roman"/>
              </a:rPr>
              <a:t>a</a:t>
            </a:r>
            <a:r>
              <a:rPr sz="1700" dirty="0">
                <a:latin typeface="Times New Roman"/>
                <a:cs typeface="Times New Roman"/>
              </a:rPr>
              <a:t>n</a:t>
            </a:r>
            <a:r>
              <a:rPr sz="1700" spc="10" dirty="0">
                <a:latin typeface="Times New Roman"/>
                <a:cs typeface="Times New Roman"/>
              </a:rPr>
              <a:t> </a:t>
            </a:r>
            <a:r>
              <a:rPr sz="1700" spc="-2" dirty="0">
                <a:latin typeface="Times New Roman"/>
                <a:cs typeface="Times New Roman"/>
              </a:rPr>
              <a:t>int</a:t>
            </a:r>
            <a:r>
              <a:rPr sz="1700" spc="-7" dirty="0">
                <a:latin typeface="Times New Roman"/>
                <a:cs typeface="Times New Roman"/>
              </a:rPr>
              <a:t>e</a:t>
            </a:r>
            <a:r>
              <a:rPr sz="1700" dirty="0">
                <a:latin typeface="Times New Roman"/>
                <a:cs typeface="Times New Roman"/>
              </a:rPr>
              <a:t>r</a:t>
            </a:r>
            <a:r>
              <a:rPr sz="1700" spc="2" dirty="0">
                <a:latin typeface="Times New Roman"/>
                <a:cs typeface="Times New Roman"/>
              </a:rPr>
              <a:t>n</a:t>
            </a:r>
            <a:r>
              <a:rPr sz="1700" spc="-7" dirty="0">
                <a:latin typeface="Times New Roman"/>
                <a:cs typeface="Times New Roman"/>
              </a:rPr>
              <a:t>a</a:t>
            </a:r>
            <a:r>
              <a:rPr sz="1700" spc="-2" dirty="0">
                <a:latin typeface="Times New Roman"/>
                <a:cs typeface="Times New Roman"/>
              </a:rPr>
              <a:t>l</a:t>
            </a:r>
            <a:r>
              <a:rPr sz="1700" spc="12" dirty="0">
                <a:latin typeface="Times New Roman"/>
                <a:cs typeface="Times New Roman"/>
              </a:rPr>
              <a:t> </a:t>
            </a:r>
            <a:r>
              <a:rPr sz="1700" spc="-5" dirty="0">
                <a:latin typeface="Times New Roman"/>
                <a:cs typeface="Times New Roman"/>
              </a:rPr>
              <a:t>media</a:t>
            </a:r>
            <a:r>
              <a:rPr sz="1700" spc="7" dirty="0">
                <a:latin typeface="Times New Roman"/>
                <a:cs typeface="Times New Roman"/>
              </a:rPr>
              <a:t> </a:t>
            </a:r>
            <a:r>
              <a:rPr sz="1700" spc="5" dirty="0">
                <a:latin typeface="Times New Roman"/>
                <a:cs typeface="Times New Roman"/>
              </a:rPr>
              <a:t>d</a:t>
            </a:r>
            <a:r>
              <a:rPr sz="1700" spc="-7" dirty="0">
                <a:latin typeface="Times New Roman"/>
                <a:cs typeface="Times New Roman"/>
              </a:rPr>
              <a:t>e</a:t>
            </a:r>
            <a:r>
              <a:rPr sz="1700" spc="-2" dirty="0">
                <a:latin typeface="Times New Roman"/>
                <a:cs typeface="Times New Roman"/>
              </a:rPr>
              <a:t>vice</a:t>
            </a:r>
            <a:r>
              <a:rPr sz="1700" spc="7" dirty="0">
                <a:latin typeface="Times New Roman"/>
                <a:cs typeface="Times New Roman"/>
              </a:rPr>
              <a:t> </a:t>
            </a:r>
            <a:r>
              <a:rPr sz="1700" spc="-2" dirty="0">
                <a:latin typeface="Times New Roman"/>
                <a:cs typeface="Times New Roman"/>
              </a:rPr>
              <a:t>t</a:t>
            </a:r>
            <a:r>
              <a:rPr sz="1700" dirty="0">
                <a:latin typeface="Times New Roman"/>
                <a:cs typeface="Times New Roman"/>
              </a:rPr>
              <a:t>h</a:t>
            </a:r>
            <a:r>
              <a:rPr sz="1700" spc="-7" dirty="0">
                <a:latin typeface="Times New Roman"/>
                <a:cs typeface="Times New Roman"/>
              </a:rPr>
              <a:t>a</a:t>
            </a:r>
            <a:r>
              <a:rPr sz="1700" spc="-2" dirty="0">
                <a:latin typeface="Times New Roman"/>
                <a:cs typeface="Times New Roman"/>
              </a:rPr>
              <a:t>t</a:t>
            </a:r>
            <a:r>
              <a:rPr sz="1700" spc="12" dirty="0">
                <a:latin typeface="Times New Roman"/>
                <a:cs typeface="Times New Roman"/>
              </a:rPr>
              <a:t> </a:t>
            </a:r>
            <a:r>
              <a:rPr sz="1700" spc="-2" dirty="0">
                <a:latin typeface="Times New Roman"/>
                <a:cs typeface="Times New Roman"/>
              </a:rPr>
              <a:t>is</a:t>
            </a:r>
            <a:r>
              <a:rPr sz="1700" spc="12" dirty="0">
                <a:latin typeface="Times New Roman"/>
                <a:cs typeface="Times New Roman"/>
              </a:rPr>
              <a:t> </a:t>
            </a:r>
            <a:r>
              <a:rPr sz="1700" dirty="0">
                <a:latin typeface="Times New Roman"/>
                <a:cs typeface="Times New Roman"/>
              </a:rPr>
              <a:t>u</a:t>
            </a:r>
            <a:r>
              <a:rPr sz="1700" spc="5" dirty="0">
                <a:latin typeface="Times New Roman"/>
                <a:cs typeface="Times New Roman"/>
              </a:rPr>
              <a:t>s</a:t>
            </a:r>
            <a:r>
              <a:rPr sz="1700" spc="-7" dirty="0">
                <a:latin typeface="Times New Roman"/>
                <a:cs typeface="Times New Roman"/>
              </a:rPr>
              <a:t>e</a:t>
            </a:r>
            <a:r>
              <a:rPr sz="1700" dirty="0">
                <a:latin typeface="Times New Roman"/>
                <a:cs typeface="Times New Roman"/>
              </a:rPr>
              <a:t>d</a:t>
            </a:r>
            <a:r>
              <a:rPr sz="1700" spc="10" dirty="0">
                <a:latin typeface="Times New Roman"/>
                <a:cs typeface="Times New Roman"/>
              </a:rPr>
              <a:t> </a:t>
            </a:r>
            <a:r>
              <a:rPr sz="1700" dirty="0">
                <a:latin typeface="Times New Roman"/>
                <a:cs typeface="Times New Roman"/>
              </a:rPr>
              <a:t>by</a:t>
            </a:r>
            <a:r>
              <a:rPr sz="1700" spc="10" dirty="0">
                <a:latin typeface="Times New Roman"/>
                <a:cs typeface="Times New Roman"/>
              </a:rPr>
              <a:t> </a:t>
            </a:r>
            <a:r>
              <a:rPr sz="1700" spc="-5" dirty="0">
                <a:latin typeface="Times New Roman"/>
                <a:cs typeface="Times New Roman"/>
              </a:rPr>
              <a:t>a</a:t>
            </a:r>
            <a:r>
              <a:rPr sz="1700" spc="12" dirty="0">
                <a:latin typeface="Times New Roman"/>
                <a:cs typeface="Times New Roman"/>
              </a:rPr>
              <a:t> </a:t>
            </a:r>
            <a:r>
              <a:rPr sz="1700" spc="-7" dirty="0">
                <a:latin typeface="Times New Roman"/>
                <a:cs typeface="Times New Roman"/>
              </a:rPr>
              <a:t>c</a:t>
            </a:r>
            <a:r>
              <a:rPr sz="1700" spc="-5" dirty="0">
                <a:latin typeface="Times New Roman"/>
                <a:cs typeface="Times New Roman"/>
              </a:rPr>
              <a:t>omput</a:t>
            </a:r>
            <a:r>
              <a:rPr sz="1700" spc="-7" dirty="0">
                <a:latin typeface="Times New Roman"/>
                <a:cs typeface="Times New Roman"/>
              </a:rPr>
              <a:t>e</a:t>
            </a:r>
            <a:r>
              <a:rPr sz="1700" dirty="0">
                <a:latin typeface="Times New Roman"/>
                <a:cs typeface="Times New Roman"/>
              </a:rPr>
              <a:t>r</a:t>
            </a:r>
            <a:r>
              <a:rPr sz="1700" spc="14" dirty="0">
                <a:latin typeface="Times New Roman"/>
                <a:cs typeface="Times New Roman"/>
              </a:rPr>
              <a:t> </a:t>
            </a:r>
            <a:r>
              <a:rPr sz="1700" spc="-2" dirty="0">
                <a:latin typeface="Times New Roman"/>
                <a:cs typeface="Times New Roman"/>
              </a:rPr>
              <a:t>sys</a:t>
            </a:r>
            <a:r>
              <a:rPr sz="1700" dirty="0">
                <a:latin typeface="Times New Roman"/>
                <a:cs typeface="Times New Roman"/>
              </a:rPr>
              <a:t>t</a:t>
            </a:r>
            <a:r>
              <a:rPr sz="1700" spc="-7" dirty="0">
                <a:latin typeface="Times New Roman"/>
                <a:cs typeface="Times New Roman"/>
              </a:rPr>
              <a:t>e</a:t>
            </a:r>
            <a:r>
              <a:rPr sz="1700" spc="-5" dirty="0">
                <a:latin typeface="Times New Roman"/>
                <a:cs typeface="Times New Roman"/>
              </a:rPr>
              <a:t>m</a:t>
            </a:r>
            <a:r>
              <a:rPr sz="1700" spc="17" dirty="0">
                <a:latin typeface="Times New Roman"/>
                <a:cs typeface="Times New Roman"/>
              </a:rPr>
              <a:t> </a:t>
            </a:r>
            <a:r>
              <a:rPr sz="1700" spc="-2" dirty="0">
                <a:latin typeface="Times New Roman"/>
                <a:cs typeface="Times New Roman"/>
              </a:rPr>
              <a:t>to</a:t>
            </a:r>
            <a:r>
              <a:rPr sz="1700" spc="12" dirty="0">
                <a:latin typeface="Times New Roman"/>
                <a:cs typeface="Times New Roman"/>
              </a:rPr>
              <a:t> </a:t>
            </a:r>
            <a:r>
              <a:rPr sz="1700" spc="-5" dirty="0">
                <a:latin typeface="Times New Roman"/>
                <a:cs typeface="Times New Roman"/>
              </a:rPr>
              <a:t>store</a:t>
            </a:r>
            <a:r>
              <a:rPr sz="1700" spc="7" dirty="0">
                <a:latin typeface="Times New Roman"/>
                <a:cs typeface="Times New Roman"/>
              </a:rPr>
              <a:t> </a:t>
            </a:r>
            <a:r>
              <a:rPr sz="1700" spc="5" dirty="0">
                <a:latin typeface="Times New Roman"/>
                <a:cs typeface="Times New Roman"/>
              </a:rPr>
              <a:t>d</a:t>
            </a:r>
            <a:r>
              <a:rPr sz="1700" spc="-7" dirty="0">
                <a:latin typeface="Times New Roman"/>
                <a:cs typeface="Times New Roman"/>
              </a:rPr>
              <a:t>a</a:t>
            </a:r>
            <a:r>
              <a:rPr sz="1700" spc="-2" dirty="0">
                <a:latin typeface="Times New Roman"/>
                <a:cs typeface="Times New Roman"/>
              </a:rPr>
              <a:t>ta,</a:t>
            </a:r>
            <a:r>
              <a:rPr sz="1700" spc="10" dirty="0">
                <a:latin typeface="Times New Roman"/>
                <a:cs typeface="Times New Roman"/>
              </a:rPr>
              <a:t> </a:t>
            </a:r>
            <a:r>
              <a:rPr sz="1700" spc="-7" dirty="0">
                <a:latin typeface="Times New Roman"/>
                <a:cs typeface="Times New Roman"/>
              </a:rPr>
              <a:t>a</a:t>
            </a:r>
            <a:r>
              <a:rPr sz="1700" dirty="0">
                <a:latin typeface="Times New Roman"/>
                <a:cs typeface="Times New Roman"/>
              </a:rPr>
              <a:t>nd usu</a:t>
            </a:r>
            <a:r>
              <a:rPr sz="1700" spc="-2" dirty="0">
                <a:latin typeface="Times New Roman"/>
                <a:cs typeface="Times New Roman"/>
              </a:rPr>
              <a:t>all</a:t>
            </a:r>
            <a:r>
              <a:rPr sz="1700" dirty="0">
                <a:latin typeface="Times New Roman"/>
                <a:cs typeface="Times New Roman"/>
              </a:rPr>
              <a:t>y,   </a:t>
            </a:r>
            <a:r>
              <a:rPr sz="1700" spc="38" dirty="0">
                <a:latin typeface="Times New Roman"/>
                <a:cs typeface="Times New Roman"/>
              </a:rPr>
              <a:t> </a:t>
            </a:r>
            <a:r>
              <a:rPr sz="1700" spc="-2" dirty="0">
                <a:latin typeface="Times New Roman"/>
                <a:cs typeface="Times New Roman"/>
              </a:rPr>
              <a:t>these</a:t>
            </a:r>
            <a:r>
              <a:rPr sz="1700" dirty="0">
                <a:latin typeface="Times New Roman"/>
                <a:cs typeface="Times New Roman"/>
              </a:rPr>
              <a:t>   </a:t>
            </a:r>
            <a:r>
              <a:rPr sz="1700" spc="36" dirty="0">
                <a:latin typeface="Times New Roman"/>
                <a:cs typeface="Times New Roman"/>
              </a:rPr>
              <a:t> </a:t>
            </a:r>
            <a:r>
              <a:rPr sz="1700" spc="-7" dirty="0">
                <a:latin typeface="Times New Roman"/>
                <a:cs typeface="Times New Roman"/>
              </a:rPr>
              <a:t>a</a:t>
            </a:r>
            <a:r>
              <a:rPr sz="1700" spc="-2" dirty="0">
                <a:latin typeface="Times New Roman"/>
                <a:cs typeface="Times New Roman"/>
              </a:rPr>
              <a:t>re</a:t>
            </a:r>
            <a:r>
              <a:rPr sz="1700" dirty="0">
                <a:latin typeface="Times New Roman"/>
                <a:cs typeface="Times New Roman"/>
              </a:rPr>
              <a:t>   </a:t>
            </a:r>
            <a:r>
              <a:rPr sz="1700" spc="34" dirty="0">
                <a:latin typeface="Times New Roman"/>
                <a:cs typeface="Times New Roman"/>
              </a:rPr>
              <a:t> </a:t>
            </a:r>
            <a:r>
              <a:rPr sz="1700" spc="2" dirty="0">
                <a:latin typeface="Times New Roman"/>
                <a:cs typeface="Times New Roman"/>
              </a:rPr>
              <a:t>r</a:t>
            </a:r>
            <a:r>
              <a:rPr sz="1700" spc="-7" dirty="0">
                <a:latin typeface="Times New Roman"/>
                <a:cs typeface="Times New Roman"/>
              </a:rPr>
              <a:t>e</a:t>
            </a:r>
            <a:r>
              <a:rPr sz="1700" spc="-2" dirty="0">
                <a:latin typeface="Times New Roman"/>
                <a:cs typeface="Times New Roman"/>
              </a:rPr>
              <a:t>f</a:t>
            </a:r>
            <a:r>
              <a:rPr sz="1700" spc="-10" dirty="0">
                <a:latin typeface="Times New Roman"/>
                <a:cs typeface="Times New Roman"/>
              </a:rPr>
              <a:t>e</a:t>
            </a:r>
            <a:r>
              <a:rPr sz="1700" spc="2" dirty="0">
                <a:latin typeface="Times New Roman"/>
                <a:cs typeface="Times New Roman"/>
              </a:rPr>
              <a:t>r</a:t>
            </a:r>
            <a:r>
              <a:rPr sz="1700" spc="-2" dirty="0">
                <a:latin typeface="Times New Roman"/>
                <a:cs typeface="Times New Roman"/>
              </a:rPr>
              <a:t>r</a:t>
            </a:r>
            <a:r>
              <a:rPr sz="1700" spc="-10" dirty="0">
                <a:latin typeface="Times New Roman"/>
                <a:cs typeface="Times New Roman"/>
              </a:rPr>
              <a:t>e</a:t>
            </a:r>
            <a:r>
              <a:rPr sz="1700" dirty="0">
                <a:latin typeface="Times New Roman"/>
                <a:cs typeface="Times New Roman"/>
              </a:rPr>
              <a:t>d   </a:t>
            </a:r>
            <a:r>
              <a:rPr sz="1700" spc="38" dirty="0">
                <a:latin typeface="Times New Roman"/>
                <a:cs typeface="Times New Roman"/>
              </a:rPr>
              <a:t> </a:t>
            </a:r>
            <a:r>
              <a:rPr sz="1700" spc="-2" dirty="0">
                <a:latin typeface="Times New Roman"/>
                <a:cs typeface="Times New Roman"/>
              </a:rPr>
              <a:t>to</a:t>
            </a:r>
            <a:r>
              <a:rPr sz="1700" dirty="0">
                <a:latin typeface="Times New Roman"/>
                <a:cs typeface="Times New Roman"/>
              </a:rPr>
              <a:t>   </a:t>
            </a:r>
            <a:r>
              <a:rPr sz="1700" spc="41" dirty="0">
                <a:latin typeface="Times New Roman"/>
                <a:cs typeface="Times New Roman"/>
              </a:rPr>
              <a:t> </a:t>
            </a:r>
            <a:r>
              <a:rPr sz="1700" spc="-7" dirty="0">
                <a:latin typeface="Times New Roman"/>
                <a:cs typeface="Times New Roman"/>
              </a:rPr>
              <a:t>a</a:t>
            </a:r>
            <a:r>
              <a:rPr sz="1700" dirty="0">
                <a:latin typeface="Times New Roman"/>
                <a:cs typeface="Times New Roman"/>
              </a:rPr>
              <a:t>s   </a:t>
            </a:r>
            <a:r>
              <a:rPr sz="1700" spc="38" dirty="0">
                <a:latin typeface="Times New Roman"/>
                <a:cs typeface="Times New Roman"/>
              </a:rPr>
              <a:t> </a:t>
            </a:r>
            <a:r>
              <a:rPr sz="1700" spc="-2" dirty="0">
                <a:latin typeface="Times New Roman"/>
                <a:cs typeface="Times New Roman"/>
              </a:rPr>
              <a:t>the</a:t>
            </a:r>
            <a:r>
              <a:rPr sz="1700" dirty="0">
                <a:latin typeface="Times New Roman"/>
                <a:cs typeface="Times New Roman"/>
              </a:rPr>
              <a:t>   </a:t>
            </a:r>
            <a:r>
              <a:rPr sz="1700" spc="38" dirty="0">
                <a:latin typeface="Times New Roman"/>
                <a:cs typeface="Times New Roman"/>
              </a:rPr>
              <a:t> </a:t>
            </a:r>
            <a:r>
              <a:rPr sz="1700" spc="-5" dirty="0">
                <a:latin typeface="Times New Roman"/>
                <a:cs typeface="Times New Roman"/>
              </a:rPr>
              <a:t>Fixed</a:t>
            </a:r>
            <a:r>
              <a:rPr sz="1700" dirty="0">
                <a:latin typeface="Times New Roman"/>
                <a:cs typeface="Times New Roman"/>
              </a:rPr>
              <a:t>   </a:t>
            </a:r>
            <a:r>
              <a:rPr sz="1700" spc="36" dirty="0">
                <a:latin typeface="Times New Roman"/>
                <a:cs typeface="Times New Roman"/>
              </a:rPr>
              <a:t> </a:t>
            </a:r>
            <a:r>
              <a:rPr sz="1700" spc="-2" dirty="0">
                <a:latin typeface="Times New Roman"/>
                <a:cs typeface="Times New Roman"/>
              </a:rPr>
              <a:t>disk</a:t>
            </a:r>
            <a:r>
              <a:rPr sz="1700" dirty="0">
                <a:latin typeface="Times New Roman"/>
                <a:cs typeface="Times New Roman"/>
              </a:rPr>
              <a:t>   </a:t>
            </a:r>
            <a:r>
              <a:rPr sz="1700" spc="41" dirty="0">
                <a:latin typeface="Times New Roman"/>
                <a:cs typeface="Times New Roman"/>
              </a:rPr>
              <a:t> </a:t>
            </a:r>
            <a:r>
              <a:rPr sz="1700" spc="-2" dirty="0">
                <a:latin typeface="Times New Roman"/>
                <a:cs typeface="Times New Roman"/>
              </a:rPr>
              <a:t>driv</a:t>
            </a:r>
            <a:r>
              <a:rPr sz="1700" spc="-10" dirty="0">
                <a:latin typeface="Times New Roman"/>
                <a:cs typeface="Times New Roman"/>
              </a:rPr>
              <a:t>e</a:t>
            </a:r>
            <a:r>
              <a:rPr sz="1700" dirty="0">
                <a:latin typeface="Times New Roman"/>
                <a:cs typeface="Times New Roman"/>
              </a:rPr>
              <a:t>s   </a:t>
            </a:r>
            <a:r>
              <a:rPr sz="1700" spc="38" dirty="0">
                <a:latin typeface="Times New Roman"/>
                <a:cs typeface="Times New Roman"/>
              </a:rPr>
              <a:t> </a:t>
            </a:r>
            <a:r>
              <a:rPr sz="1700" dirty="0">
                <a:latin typeface="Times New Roman"/>
                <a:cs typeface="Times New Roman"/>
              </a:rPr>
              <a:t>or   </a:t>
            </a:r>
            <a:r>
              <a:rPr sz="1700" spc="36" dirty="0">
                <a:latin typeface="Times New Roman"/>
                <a:cs typeface="Times New Roman"/>
              </a:rPr>
              <a:t> </a:t>
            </a:r>
            <a:r>
              <a:rPr sz="1700" spc="-2" dirty="0">
                <a:latin typeface="Times New Roman"/>
                <a:cs typeface="Times New Roman"/>
              </a:rPr>
              <a:t>H</a:t>
            </a:r>
            <a:r>
              <a:rPr sz="1700" spc="-5" dirty="0">
                <a:latin typeface="Times New Roman"/>
                <a:cs typeface="Times New Roman"/>
              </a:rPr>
              <a:t>a</a:t>
            </a:r>
            <a:r>
              <a:rPr sz="1700" dirty="0">
                <a:latin typeface="Times New Roman"/>
                <a:cs typeface="Times New Roman"/>
              </a:rPr>
              <a:t>rd   </a:t>
            </a:r>
            <a:r>
              <a:rPr sz="1700" spc="36" dirty="0">
                <a:latin typeface="Times New Roman"/>
                <a:cs typeface="Times New Roman"/>
              </a:rPr>
              <a:t> </a:t>
            </a:r>
            <a:r>
              <a:rPr sz="1700" spc="-2" dirty="0">
                <a:latin typeface="Times New Roman"/>
                <a:cs typeface="Times New Roman"/>
              </a:rPr>
              <a:t>D</a:t>
            </a:r>
            <a:r>
              <a:rPr sz="1700" spc="-5" dirty="0">
                <a:latin typeface="Times New Roman"/>
                <a:cs typeface="Times New Roman"/>
              </a:rPr>
              <a:t>r</a:t>
            </a:r>
            <a:r>
              <a:rPr sz="1700" spc="-2" dirty="0">
                <a:latin typeface="Times New Roman"/>
                <a:cs typeface="Times New Roman"/>
              </a:rPr>
              <a:t>ives.</a:t>
            </a:r>
            <a:endParaRPr lang="en-US" sz="1700" spc="-2" dirty="0">
              <a:latin typeface="Times New Roman"/>
              <a:cs typeface="Times New Roman"/>
            </a:endParaRPr>
          </a:p>
          <a:p>
            <a:pPr marL="291859" marR="2443" indent="-285750" algn="just">
              <a:spcBef>
                <a:spcPts val="375"/>
              </a:spcBef>
              <a:buFont typeface="Arial" panose="020B0604020202020204" pitchFamily="34" charset="0"/>
              <a:buChar char="•"/>
            </a:pPr>
            <a:r>
              <a:rPr sz="1700" spc="-5" dirty="0">
                <a:latin typeface="Times New Roman"/>
                <a:cs typeface="Times New Roman"/>
              </a:rPr>
              <a:t>Fixed</a:t>
            </a:r>
            <a:r>
              <a:rPr sz="1700" spc="-2" dirty="0">
                <a:latin typeface="Times New Roman"/>
                <a:cs typeface="Times New Roman"/>
              </a:rPr>
              <a:t> </a:t>
            </a:r>
            <a:r>
              <a:rPr sz="1700" spc="-5" dirty="0">
                <a:latin typeface="Times New Roman"/>
                <a:cs typeface="Times New Roman"/>
              </a:rPr>
              <a:t>stor</a:t>
            </a:r>
            <a:r>
              <a:rPr sz="1700" spc="-10" dirty="0">
                <a:latin typeface="Times New Roman"/>
                <a:cs typeface="Times New Roman"/>
              </a:rPr>
              <a:t>a</a:t>
            </a:r>
            <a:r>
              <a:rPr sz="1700" spc="5" dirty="0">
                <a:latin typeface="Times New Roman"/>
                <a:cs typeface="Times New Roman"/>
              </a:rPr>
              <a:t>g</a:t>
            </a:r>
            <a:r>
              <a:rPr sz="1700" spc="-5" dirty="0">
                <a:latin typeface="Times New Roman"/>
                <a:cs typeface="Times New Roman"/>
              </a:rPr>
              <a:t>e</a:t>
            </a:r>
            <a:r>
              <a:rPr sz="1700" spc="-2" dirty="0">
                <a:latin typeface="Times New Roman"/>
                <a:cs typeface="Times New Roman"/>
              </a:rPr>
              <a:t> </a:t>
            </a:r>
            <a:r>
              <a:rPr sz="1700" spc="-5" dirty="0">
                <a:latin typeface="Times New Roman"/>
                <a:cs typeface="Times New Roman"/>
              </a:rPr>
              <a:t>d</a:t>
            </a:r>
            <a:r>
              <a:rPr sz="1700" spc="-7" dirty="0">
                <a:latin typeface="Times New Roman"/>
                <a:cs typeface="Times New Roman"/>
              </a:rPr>
              <a:t>e</a:t>
            </a:r>
            <a:r>
              <a:rPr sz="1700" spc="-2" dirty="0">
                <a:latin typeface="Times New Roman"/>
                <a:cs typeface="Times New Roman"/>
              </a:rPr>
              <a:t>vic</a:t>
            </a:r>
            <a:r>
              <a:rPr sz="1700" spc="-7" dirty="0">
                <a:latin typeface="Times New Roman"/>
                <a:cs typeface="Times New Roman"/>
              </a:rPr>
              <a:t>e</a:t>
            </a:r>
            <a:r>
              <a:rPr sz="1700" dirty="0">
                <a:latin typeface="Times New Roman"/>
                <a:cs typeface="Times New Roman"/>
              </a:rPr>
              <a:t>s</a:t>
            </a:r>
            <a:r>
              <a:rPr sz="1700" spc="-2" dirty="0">
                <a:latin typeface="Times New Roman"/>
                <a:cs typeface="Times New Roman"/>
              </a:rPr>
              <a:t> </a:t>
            </a:r>
            <a:r>
              <a:rPr sz="1700" spc="-7" dirty="0">
                <a:latin typeface="Times New Roman"/>
                <a:cs typeface="Times New Roman"/>
              </a:rPr>
              <a:t>a</a:t>
            </a:r>
            <a:r>
              <a:rPr sz="1700" spc="2" dirty="0">
                <a:latin typeface="Times New Roman"/>
                <a:cs typeface="Times New Roman"/>
              </a:rPr>
              <a:t>r</a:t>
            </a:r>
            <a:r>
              <a:rPr sz="1700" spc="-5" dirty="0">
                <a:latin typeface="Times New Roman"/>
                <a:cs typeface="Times New Roman"/>
              </a:rPr>
              <a:t>e</a:t>
            </a:r>
            <a:r>
              <a:rPr sz="1700" spc="2" dirty="0">
                <a:latin typeface="Times New Roman"/>
                <a:cs typeface="Times New Roman"/>
              </a:rPr>
              <a:t> </a:t>
            </a:r>
            <a:r>
              <a:rPr sz="1700" spc="-2" dirty="0">
                <a:latin typeface="Times New Roman"/>
                <a:cs typeface="Times New Roman"/>
              </a:rPr>
              <a:t>lite</a:t>
            </a:r>
            <a:r>
              <a:rPr sz="1700" spc="-7" dirty="0">
                <a:latin typeface="Times New Roman"/>
                <a:cs typeface="Times New Roman"/>
              </a:rPr>
              <a:t>ra</a:t>
            </a:r>
            <a:r>
              <a:rPr sz="1700" spc="-2" dirty="0">
                <a:latin typeface="Times New Roman"/>
                <a:cs typeface="Times New Roman"/>
              </a:rPr>
              <a:t>ll</a:t>
            </a:r>
            <a:r>
              <a:rPr sz="1700" dirty="0">
                <a:latin typeface="Times New Roman"/>
                <a:cs typeface="Times New Roman"/>
              </a:rPr>
              <a:t>y </a:t>
            </a:r>
            <a:r>
              <a:rPr sz="1700" spc="-5" dirty="0">
                <a:latin typeface="Times New Roman"/>
                <a:cs typeface="Times New Roman"/>
              </a:rPr>
              <a:t>not</a:t>
            </a:r>
            <a:r>
              <a:rPr sz="1700" dirty="0">
                <a:latin typeface="Times New Roman"/>
                <a:cs typeface="Times New Roman"/>
              </a:rPr>
              <a:t> </a:t>
            </a:r>
            <a:r>
              <a:rPr sz="1700" spc="-2" dirty="0">
                <a:latin typeface="Times New Roman"/>
                <a:cs typeface="Times New Roman"/>
              </a:rPr>
              <a:t>fix</a:t>
            </a:r>
            <a:r>
              <a:rPr sz="1700" spc="-7" dirty="0">
                <a:latin typeface="Times New Roman"/>
                <a:cs typeface="Times New Roman"/>
              </a:rPr>
              <a:t>e</a:t>
            </a:r>
            <a:r>
              <a:rPr sz="1700" dirty="0">
                <a:latin typeface="Times New Roman"/>
                <a:cs typeface="Times New Roman"/>
              </a:rPr>
              <a:t>d, </a:t>
            </a:r>
            <a:r>
              <a:rPr sz="1700" spc="-2" dirty="0">
                <a:latin typeface="Times New Roman"/>
                <a:cs typeface="Times New Roman"/>
              </a:rPr>
              <a:t>obviously, th</a:t>
            </a:r>
            <a:r>
              <a:rPr sz="1700" spc="-7" dirty="0">
                <a:latin typeface="Times New Roman"/>
                <a:cs typeface="Times New Roman"/>
              </a:rPr>
              <a:t>e</a:t>
            </a:r>
            <a:r>
              <a:rPr sz="1700" spc="-2" dirty="0">
                <a:latin typeface="Times New Roman"/>
                <a:cs typeface="Times New Roman"/>
              </a:rPr>
              <a:t>s</a:t>
            </a:r>
            <a:r>
              <a:rPr sz="1700" dirty="0">
                <a:latin typeface="Times New Roman"/>
                <a:cs typeface="Times New Roman"/>
              </a:rPr>
              <a:t>e</a:t>
            </a:r>
            <a:r>
              <a:rPr sz="1700" spc="-2" dirty="0">
                <a:latin typeface="Times New Roman"/>
                <a:cs typeface="Times New Roman"/>
              </a:rPr>
              <a:t> </a:t>
            </a:r>
            <a:r>
              <a:rPr sz="1700" spc="-7" dirty="0">
                <a:latin typeface="Times New Roman"/>
                <a:cs typeface="Times New Roman"/>
              </a:rPr>
              <a:t>ca</a:t>
            </a:r>
            <a:r>
              <a:rPr sz="1700" dirty="0">
                <a:latin typeface="Times New Roman"/>
                <a:cs typeface="Times New Roman"/>
              </a:rPr>
              <a:t>n </a:t>
            </a:r>
            <a:r>
              <a:rPr sz="1700" spc="5" dirty="0">
                <a:latin typeface="Times New Roman"/>
                <a:cs typeface="Times New Roman"/>
              </a:rPr>
              <a:t>b</a:t>
            </a:r>
            <a:r>
              <a:rPr sz="1700" spc="-5" dirty="0">
                <a:latin typeface="Times New Roman"/>
                <a:cs typeface="Times New Roman"/>
              </a:rPr>
              <a:t>e</a:t>
            </a:r>
            <a:r>
              <a:rPr sz="1700" spc="-2" dirty="0">
                <a:latin typeface="Times New Roman"/>
                <a:cs typeface="Times New Roman"/>
              </a:rPr>
              <a:t> r</a:t>
            </a:r>
            <a:r>
              <a:rPr sz="1700" spc="-10" dirty="0">
                <a:latin typeface="Times New Roman"/>
                <a:cs typeface="Times New Roman"/>
              </a:rPr>
              <a:t>e</a:t>
            </a:r>
            <a:r>
              <a:rPr sz="1700" spc="-5" dirty="0">
                <a:latin typeface="Times New Roman"/>
                <a:cs typeface="Times New Roman"/>
              </a:rPr>
              <a:t>mo</a:t>
            </a:r>
            <a:r>
              <a:rPr sz="1700" dirty="0">
                <a:latin typeface="Times New Roman"/>
                <a:cs typeface="Times New Roman"/>
              </a:rPr>
              <a:t>v</a:t>
            </a:r>
            <a:r>
              <a:rPr sz="1700" spc="-7" dirty="0">
                <a:latin typeface="Times New Roman"/>
                <a:cs typeface="Times New Roman"/>
              </a:rPr>
              <a:t>e</a:t>
            </a:r>
            <a:r>
              <a:rPr sz="1700" dirty="0">
                <a:latin typeface="Times New Roman"/>
                <a:cs typeface="Times New Roman"/>
              </a:rPr>
              <a:t>d f</a:t>
            </a:r>
            <a:r>
              <a:rPr sz="1700" spc="-5" dirty="0">
                <a:latin typeface="Times New Roman"/>
                <a:cs typeface="Times New Roman"/>
              </a:rPr>
              <a:t>rom</a:t>
            </a:r>
            <a:r>
              <a:rPr sz="1700" dirty="0">
                <a:latin typeface="Times New Roman"/>
                <a:cs typeface="Times New Roman"/>
              </a:rPr>
              <a:t> </a:t>
            </a:r>
            <a:r>
              <a:rPr sz="1700" spc="-2" dirty="0">
                <a:latin typeface="Times New Roman"/>
                <a:cs typeface="Times New Roman"/>
              </a:rPr>
              <a:t>the</a:t>
            </a:r>
            <a:r>
              <a:rPr sz="1700" spc="7" dirty="0">
                <a:latin typeface="Times New Roman"/>
                <a:cs typeface="Times New Roman"/>
              </a:rPr>
              <a:t> </a:t>
            </a:r>
            <a:r>
              <a:rPr sz="1700" spc="-2" dirty="0">
                <a:latin typeface="Times New Roman"/>
                <a:cs typeface="Times New Roman"/>
              </a:rPr>
              <a:t>sys</a:t>
            </a:r>
            <a:r>
              <a:rPr sz="1700" dirty="0">
                <a:latin typeface="Times New Roman"/>
                <a:cs typeface="Times New Roman"/>
              </a:rPr>
              <a:t>t</a:t>
            </a:r>
            <a:r>
              <a:rPr sz="1700" spc="-7" dirty="0">
                <a:latin typeface="Times New Roman"/>
                <a:cs typeface="Times New Roman"/>
              </a:rPr>
              <a:t>e</a:t>
            </a:r>
            <a:r>
              <a:rPr sz="1700" spc="-5" dirty="0">
                <a:latin typeface="Times New Roman"/>
                <a:cs typeface="Times New Roman"/>
              </a:rPr>
              <a:t>m</a:t>
            </a:r>
            <a:r>
              <a:rPr sz="1700" spc="-2" dirty="0">
                <a:latin typeface="Times New Roman"/>
                <a:cs typeface="Times New Roman"/>
              </a:rPr>
              <a:t> </a:t>
            </a:r>
            <a:r>
              <a:rPr sz="1700" dirty="0">
                <a:latin typeface="Times New Roman"/>
                <a:cs typeface="Times New Roman"/>
              </a:rPr>
              <a:t>for</a:t>
            </a:r>
            <a:r>
              <a:rPr sz="1700" spc="46" dirty="0">
                <a:latin typeface="Times New Roman"/>
                <a:cs typeface="Times New Roman"/>
              </a:rPr>
              <a:t> </a:t>
            </a:r>
            <a:r>
              <a:rPr sz="1700" spc="-2" dirty="0">
                <a:latin typeface="Times New Roman"/>
                <a:cs typeface="Times New Roman"/>
              </a:rPr>
              <a:t>r</a:t>
            </a:r>
            <a:r>
              <a:rPr sz="1700" spc="-10" dirty="0">
                <a:latin typeface="Times New Roman"/>
                <a:cs typeface="Times New Roman"/>
              </a:rPr>
              <a:t>e</a:t>
            </a:r>
            <a:r>
              <a:rPr sz="1700" spc="5" dirty="0">
                <a:latin typeface="Times New Roman"/>
                <a:cs typeface="Times New Roman"/>
              </a:rPr>
              <a:t>p</a:t>
            </a:r>
            <a:r>
              <a:rPr sz="1700" spc="-7" dirty="0">
                <a:latin typeface="Times New Roman"/>
                <a:cs typeface="Times New Roman"/>
              </a:rPr>
              <a:t>a</a:t>
            </a:r>
            <a:r>
              <a:rPr sz="1700" spc="-2" dirty="0">
                <a:latin typeface="Times New Roman"/>
                <a:cs typeface="Times New Roman"/>
              </a:rPr>
              <a:t>iring</a:t>
            </a:r>
            <a:r>
              <a:rPr sz="1700" spc="51" dirty="0">
                <a:latin typeface="Times New Roman"/>
                <a:cs typeface="Times New Roman"/>
              </a:rPr>
              <a:t> </a:t>
            </a:r>
            <a:r>
              <a:rPr sz="1700" spc="-2" dirty="0">
                <a:latin typeface="Times New Roman"/>
                <a:cs typeface="Times New Roman"/>
              </a:rPr>
              <a:t>wo</a:t>
            </a:r>
            <a:r>
              <a:rPr sz="1700" spc="-5" dirty="0">
                <a:latin typeface="Times New Roman"/>
                <a:cs typeface="Times New Roman"/>
              </a:rPr>
              <a:t>r</a:t>
            </a:r>
            <a:r>
              <a:rPr sz="1700" dirty="0">
                <a:latin typeface="Times New Roman"/>
                <a:cs typeface="Times New Roman"/>
              </a:rPr>
              <a:t>k,</a:t>
            </a:r>
            <a:r>
              <a:rPr sz="1700" spc="51" dirty="0">
                <a:latin typeface="Times New Roman"/>
                <a:cs typeface="Times New Roman"/>
              </a:rPr>
              <a:t> </a:t>
            </a:r>
            <a:r>
              <a:rPr sz="1700" spc="-5" dirty="0">
                <a:latin typeface="Times New Roman"/>
                <a:cs typeface="Times New Roman"/>
              </a:rPr>
              <a:t>mai</a:t>
            </a:r>
            <a:r>
              <a:rPr sz="1700" dirty="0">
                <a:latin typeface="Times New Roman"/>
                <a:cs typeface="Times New Roman"/>
              </a:rPr>
              <a:t>n</a:t>
            </a:r>
            <a:r>
              <a:rPr sz="1700" spc="-2" dirty="0">
                <a:latin typeface="Times New Roman"/>
                <a:cs typeface="Times New Roman"/>
              </a:rPr>
              <a:t>ten</a:t>
            </a:r>
            <a:r>
              <a:rPr sz="1700" spc="-10" dirty="0">
                <a:latin typeface="Times New Roman"/>
                <a:cs typeface="Times New Roman"/>
              </a:rPr>
              <a:t>a</a:t>
            </a:r>
            <a:r>
              <a:rPr sz="1700" spc="-5" dirty="0">
                <a:latin typeface="Times New Roman"/>
                <a:cs typeface="Times New Roman"/>
              </a:rPr>
              <a:t>n</a:t>
            </a:r>
            <a:r>
              <a:rPr sz="1700" spc="-7" dirty="0">
                <a:latin typeface="Times New Roman"/>
                <a:cs typeface="Times New Roman"/>
              </a:rPr>
              <a:t>c</a:t>
            </a:r>
            <a:r>
              <a:rPr sz="1700" spc="-5" dirty="0">
                <a:latin typeface="Times New Roman"/>
                <a:cs typeface="Times New Roman"/>
              </a:rPr>
              <a:t>e</a:t>
            </a:r>
            <a:r>
              <a:rPr sz="1700" spc="48" dirty="0">
                <a:latin typeface="Times New Roman"/>
                <a:cs typeface="Times New Roman"/>
              </a:rPr>
              <a:t> </a:t>
            </a:r>
            <a:r>
              <a:rPr sz="1700" dirty="0">
                <a:latin typeface="Times New Roman"/>
                <a:cs typeface="Times New Roman"/>
              </a:rPr>
              <a:t>p</a:t>
            </a:r>
            <a:r>
              <a:rPr sz="1700" spc="5" dirty="0">
                <a:latin typeface="Times New Roman"/>
                <a:cs typeface="Times New Roman"/>
              </a:rPr>
              <a:t>u</a:t>
            </a:r>
            <a:r>
              <a:rPr sz="1700" dirty="0">
                <a:latin typeface="Times New Roman"/>
                <a:cs typeface="Times New Roman"/>
              </a:rPr>
              <a:t>rpos</a:t>
            </a:r>
            <a:r>
              <a:rPr sz="1700" spc="-5" dirty="0">
                <a:latin typeface="Times New Roman"/>
                <a:cs typeface="Times New Roman"/>
              </a:rPr>
              <a:t>e</a:t>
            </a:r>
            <a:r>
              <a:rPr sz="1700" spc="-2" dirty="0">
                <a:latin typeface="Times New Roman"/>
                <a:cs typeface="Times New Roman"/>
              </a:rPr>
              <a:t>s</a:t>
            </a:r>
            <a:r>
              <a:rPr sz="1700" dirty="0">
                <a:latin typeface="Times New Roman"/>
                <a:cs typeface="Times New Roman"/>
              </a:rPr>
              <a:t>,</a:t>
            </a:r>
            <a:r>
              <a:rPr sz="1700" spc="51" dirty="0">
                <a:latin typeface="Times New Roman"/>
                <a:cs typeface="Times New Roman"/>
              </a:rPr>
              <a:t> </a:t>
            </a:r>
            <a:r>
              <a:rPr sz="1700" spc="-7" dirty="0">
                <a:latin typeface="Times New Roman"/>
                <a:cs typeface="Times New Roman"/>
              </a:rPr>
              <a:t>a</a:t>
            </a:r>
            <a:r>
              <a:rPr sz="1700" dirty="0">
                <a:latin typeface="Times New Roman"/>
                <a:cs typeface="Times New Roman"/>
              </a:rPr>
              <a:t>nd</a:t>
            </a:r>
            <a:r>
              <a:rPr sz="1700" spc="55" dirty="0">
                <a:latin typeface="Times New Roman"/>
                <a:cs typeface="Times New Roman"/>
              </a:rPr>
              <a:t> </a:t>
            </a:r>
            <a:r>
              <a:rPr sz="1700" spc="-7" dirty="0">
                <a:latin typeface="Times New Roman"/>
                <a:cs typeface="Times New Roman"/>
              </a:rPr>
              <a:t>a</a:t>
            </a:r>
            <a:r>
              <a:rPr sz="1700" spc="-2" dirty="0">
                <a:latin typeface="Times New Roman"/>
                <a:cs typeface="Times New Roman"/>
              </a:rPr>
              <a:t>lso</a:t>
            </a:r>
            <a:r>
              <a:rPr sz="1700" spc="51" dirty="0">
                <a:latin typeface="Times New Roman"/>
                <a:cs typeface="Times New Roman"/>
              </a:rPr>
              <a:t> </a:t>
            </a:r>
            <a:r>
              <a:rPr sz="1700" dirty="0">
                <a:latin typeface="Times New Roman"/>
                <a:cs typeface="Times New Roman"/>
              </a:rPr>
              <a:t>for</a:t>
            </a:r>
            <a:r>
              <a:rPr sz="1700" spc="46" dirty="0">
                <a:latin typeface="Times New Roman"/>
                <a:cs typeface="Times New Roman"/>
              </a:rPr>
              <a:t> </a:t>
            </a:r>
            <a:r>
              <a:rPr sz="1700" spc="-7" dirty="0">
                <a:latin typeface="Times New Roman"/>
                <a:cs typeface="Times New Roman"/>
              </a:rPr>
              <a:t>a</a:t>
            </a:r>
            <a:r>
              <a:rPr sz="1700" dirty="0">
                <a:latin typeface="Times New Roman"/>
                <a:cs typeface="Times New Roman"/>
              </a:rPr>
              <a:t>n</a:t>
            </a:r>
            <a:r>
              <a:rPr sz="1700" spc="51" dirty="0">
                <a:latin typeface="Times New Roman"/>
                <a:cs typeface="Times New Roman"/>
              </a:rPr>
              <a:t> </a:t>
            </a:r>
            <a:r>
              <a:rPr sz="1700" dirty="0">
                <a:latin typeface="Times New Roman"/>
                <a:cs typeface="Times New Roman"/>
              </a:rPr>
              <a:t>upg</a:t>
            </a:r>
            <a:r>
              <a:rPr sz="1700" spc="2" dirty="0">
                <a:latin typeface="Times New Roman"/>
                <a:cs typeface="Times New Roman"/>
              </a:rPr>
              <a:t>r</a:t>
            </a:r>
            <a:r>
              <a:rPr sz="1700" spc="-7" dirty="0">
                <a:latin typeface="Times New Roman"/>
                <a:cs typeface="Times New Roman"/>
              </a:rPr>
              <a:t>a</a:t>
            </a:r>
            <a:r>
              <a:rPr sz="1700" spc="-5" dirty="0">
                <a:latin typeface="Times New Roman"/>
                <a:cs typeface="Times New Roman"/>
              </a:rPr>
              <a:t>d</a:t>
            </a:r>
            <a:r>
              <a:rPr sz="1700" spc="-7" dirty="0">
                <a:latin typeface="Times New Roman"/>
                <a:cs typeface="Times New Roman"/>
              </a:rPr>
              <a:t>e</a:t>
            </a:r>
            <a:r>
              <a:rPr sz="1700" dirty="0">
                <a:latin typeface="Times New Roman"/>
                <a:cs typeface="Times New Roman"/>
              </a:rPr>
              <a:t>,</a:t>
            </a:r>
            <a:r>
              <a:rPr sz="1700" spc="51" dirty="0">
                <a:latin typeface="Times New Roman"/>
                <a:cs typeface="Times New Roman"/>
              </a:rPr>
              <a:t> </a:t>
            </a:r>
            <a:r>
              <a:rPr sz="1700" spc="-7" dirty="0">
                <a:latin typeface="Times New Roman"/>
                <a:cs typeface="Times New Roman"/>
              </a:rPr>
              <a:t>e</a:t>
            </a:r>
            <a:r>
              <a:rPr sz="1700" dirty="0">
                <a:latin typeface="Times New Roman"/>
                <a:cs typeface="Times New Roman"/>
              </a:rPr>
              <a:t>t</a:t>
            </a:r>
            <a:r>
              <a:rPr sz="1700" spc="-7" dirty="0">
                <a:latin typeface="Times New Roman"/>
                <a:cs typeface="Times New Roman"/>
              </a:rPr>
              <a:t>c</a:t>
            </a:r>
            <a:r>
              <a:rPr sz="1700" dirty="0">
                <a:latin typeface="Times New Roman"/>
                <a:cs typeface="Times New Roman"/>
              </a:rPr>
              <a:t>.</a:t>
            </a:r>
            <a:endParaRPr lang="en-US" sz="1700" spc="55" dirty="0">
              <a:latin typeface="Times New Roman"/>
              <a:cs typeface="Times New Roman"/>
            </a:endParaRPr>
          </a:p>
          <a:p>
            <a:pPr marL="291859" marR="2443" indent="-285750" algn="just">
              <a:spcBef>
                <a:spcPts val="375"/>
              </a:spcBef>
              <a:buFont typeface="Arial" panose="020B0604020202020204" pitchFamily="34" charset="0"/>
              <a:buChar char="•"/>
            </a:pPr>
            <a:r>
              <a:rPr sz="1700" spc="-5" dirty="0">
                <a:latin typeface="Times New Roman"/>
                <a:cs typeface="Times New Roman"/>
              </a:rPr>
              <a:t>But</a:t>
            </a:r>
            <a:r>
              <a:rPr sz="1700" spc="51" dirty="0">
                <a:latin typeface="Times New Roman"/>
                <a:cs typeface="Times New Roman"/>
              </a:rPr>
              <a:t> </a:t>
            </a:r>
            <a:r>
              <a:rPr sz="1700" spc="-2" dirty="0">
                <a:latin typeface="Times New Roman"/>
                <a:cs typeface="Times New Roman"/>
              </a:rPr>
              <a:t>in</a:t>
            </a:r>
            <a:r>
              <a:rPr sz="1700" spc="51" dirty="0">
                <a:latin typeface="Times New Roman"/>
                <a:cs typeface="Times New Roman"/>
              </a:rPr>
              <a:t> </a:t>
            </a:r>
            <a:r>
              <a:rPr sz="1700" spc="-5" dirty="0">
                <a:latin typeface="Times New Roman"/>
                <a:cs typeface="Times New Roman"/>
              </a:rPr>
              <a:t>g</a:t>
            </a:r>
            <a:r>
              <a:rPr sz="1700" spc="-7" dirty="0">
                <a:latin typeface="Times New Roman"/>
                <a:cs typeface="Times New Roman"/>
              </a:rPr>
              <a:t>e</a:t>
            </a:r>
            <a:r>
              <a:rPr sz="1700" spc="-5" dirty="0">
                <a:latin typeface="Times New Roman"/>
                <a:cs typeface="Times New Roman"/>
              </a:rPr>
              <a:t>n</a:t>
            </a:r>
            <a:r>
              <a:rPr sz="1700" spc="-7" dirty="0">
                <a:latin typeface="Times New Roman"/>
                <a:cs typeface="Times New Roman"/>
              </a:rPr>
              <a:t>e</a:t>
            </a:r>
            <a:r>
              <a:rPr sz="1700" spc="-2" dirty="0">
                <a:latin typeface="Times New Roman"/>
                <a:cs typeface="Times New Roman"/>
              </a:rPr>
              <a:t>r</a:t>
            </a:r>
            <a:r>
              <a:rPr sz="1700" spc="-10" dirty="0">
                <a:latin typeface="Times New Roman"/>
                <a:cs typeface="Times New Roman"/>
              </a:rPr>
              <a:t>a</a:t>
            </a:r>
            <a:r>
              <a:rPr sz="1700" spc="-2" dirty="0">
                <a:latin typeface="Times New Roman"/>
                <a:cs typeface="Times New Roman"/>
              </a:rPr>
              <a:t>l,</a:t>
            </a:r>
            <a:r>
              <a:rPr sz="1700" spc="51" dirty="0">
                <a:latin typeface="Times New Roman"/>
                <a:cs typeface="Times New Roman"/>
              </a:rPr>
              <a:t> </a:t>
            </a:r>
            <a:r>
              <a:rPr sz="1700" spc="-2" dirty="0">
                <a:latin typeface="Times New Roman"/>
                <a:cs typeface="Times New Roman"/>
              </a:rPr>
              <a:t>thi</a:t>
            </a:r>
            <a:r>
              <a:rPr sz="1700" dirty="0">
                <a:latin typeface="Times New Roman"/>
                <a:cs typeface="Times New Roman"/>
              </a:rPr>
              <a:t>s </a:t>
            </a:r>
            <a:r>
              <a:rPr sz="1700" spc="-7" dirty="0">
                <a:latin typeface="Times New Roman"/>
                <a:cs typeface="Times New Roman"/>
              </a:rPr>
              <a:t>ca</a:t>
            </a:r>
            <a:r>
              <a:rPr sz="1700" spc="-5" dirty="0">
                <a:latin typeface="Times New Roman"/>
                <a:cs typeface="Times New Roman"/>
              </a:rPr>
              <a:t>n</a:t>
            </a:r>
            <a:r>
              <a:rPr sz="1700" spc="-2" dirty="0">
                <a:latin typeface="Times New Roman"/>
                <a:cs typeface="Times New Roman"/>
              </a:rPr>
              <a:t>’t</a:t>
            </a:r>
            <a:r>
              <a:rPr sz="1700" spc="63" dirty="0">
                <a:latin typeface="Times New Roman"/>
                <a:cs typeface="Times New Roman"/>
              </a:rPr>
              <a:t> </a:t>
            </a:r>
            <a:r>
              <a:rPr sz="1700" spc="-5" dirty="0">
                <a:latin typeface="Times New Roman"/>
                <a:cs typeface="Times New Roman"/>
              </a:rPr>
              <a:t>be</a:t>
            </a:r>
            <a:r>
              <a:rPr sz="1700" spc="60" dirty="0">
                <a:latin typeface="Times New Roman"/>
                <a:cs typeface="Times New Roman"/>
              </a:rPr>
              <a:t> </a:t>
            </a:r>
            <a:r>
              <a:rPr sz="1700" spc="-5" dirty="0">
                <a:latin typeface="Times New Roman"/>
                <a:cs typeface="Times New Roman"/>
              </a:rPr>
              <a:t>done</a:t>
            </a:r>
            <a:r>
              <a:rPr sz="1700" spc="60" dirty="0">
                <a:latin typeface="Times New Roman"/>
                <a:cs typeface="Times New Roman"/>
              </a:rPr>
              <a:t> </a:t>
            </a:r>
            <a:r>
              <a:rPr sz="1700" spc="-7" dirty="0">
                <a:latin typeface="Times New Roman"/>
                <a:cs typeface="Times New Roman"/>
              </a:rPr>
              <a:t>withou</a:t>
            </a:r>
            <a:r>
              <a:rPr sz="1700" spc="-2" dirty="0">
                <a:latin typeface="Times New Roman"/>
                <a:cs typeface="Times New Roman"/>
              </a:rPr>
              <a:t>t</a:t>
            </a:r>
            <a:r>
              <a:rPr sz="1700" spc="65" dirty="0">
                <a:latin typeface="Times New Roman"/>
                <a:cs typeface="Times New Roman"/>
              </a:rPr>
              <a:t> </a:t>
            </a:r>
            <a:r>
              <a:rPr sz="1700" spc="-5" dirty="0">
                <a:latin typeface="Times New Roman"/>
                <a:cs typeface="Times New Roman"/>
              </a:rPr>
              <a:t>a</a:t>
            </a:r>
            <a:r>
              <a:rPr sz="1700" spc="60" dirty="0">
                <a:latin typeface="Times New Roman"/>
                <a:cs typeface="Times New Roman"/>
              </a:rPr>
              <a:t> </a:t>
            </a:r>
            <a:r>
              <a:rPr sz="1700" spc="-5" dirty="0">
                <a:latin typeface="Times New Roman"/>
                <a:cs typeface="Times New Roman"/>
              </a:rPr>
              <a:t>prop</a:t>
            </a:r>
            <a:r>
              <a:rPr sz="1700" spc="-10" dirty="0">
                <a:latin typeface="Times New Roman"/>
                <a:cs typeface="Times New Roman"/>
              </a:rPr>
              <a:t>e</a:t>
            </a:r>
            <a:r>
              <a:rPr sz="1700" dirty="0">
                <a:latin typeface="Times New Roman"/>
                <a:cs typeface="Times New Roman"/>
              </a:rPr>
              <a:t>r</a:t>
            </a:r>
            <a:r>
              <a:rPr sz="1700" spc="60" dirty="0">
                <a:latin typeface="Times New Roman"/>
                <a:cs typeface="Times New Roman"/>
              </a:rPr>
              <a:t> </a:t>
            </a:r>
            <a:r>
              <a:rPr sz="1700" spc="-2" dirty="0">
                <a:latin typeface="Times New Roman"/>
                <a:cs typeface="Times New Roman"/>
              </a:rPr>
              <a:t>toolkit</a:t>
            </a:r>
            <a:r>
              <a:rPr sz="1700" spc="63" dirty="0">
                <a:latin typeface="Times New Roman"/>
                <a:cs typeface="Times New Roman"/>
              </a:rPr>
              <a:t> </a:t>
            </a:r>
            <a:r>
              <a:rPr sz="1700" spc="-2" dirty="0">
                <a:latin typeface="Times New Roman"/>
                <a:cs typeface="Times New Roman"/>
              </a:rPr>
              <a:t>to</a:t>
            </a:r>
            <a:r>
              <a:rPr sz="1700" spc="63" dirty="0">
                <a:latin typeface="Times New Roman"/>
                <a:cs typeface="Times New Roman"/>
              </a:rPr>
              <a:t> </a:t>
            </a:r>
            <a:r>
              <a:rPr sz="1700" spc="-5" dirty="0">
                <a:latin typeface="Times New Roman"/>
                <a:cs typeface="Times New Roman"/>
              </a:rPr>
              <a:t>op</a:t>
            </a:r>
            <a:r>
              <a:rPr sz="1700" spc="-7" dirty="0">
                <a:latin typeface="Times New Roman"/>
                <a:cs typeface="Times New Roman"/>
              </a:rPr>
              <a:t>e</a:t>
            </a:r>
            <a:r>
              <a:rPr sz="1700" dirty="0">
                <a:latin typeface="Times New Roman"/>
                <a:cs typeface="Times New Roman"/>
              </a:rPr>
              <a:t>n</a:t>
            </a:r>
            <a:r>
              <a:rPr sz="1700" spc="63" dirty="0">
                <a:latin typeface="Times New Roman"/>
                <a:cs typeface="Times New Roman"/>
              </a:rPr>
              <a:t> </a:t>
            </a:r>
            <a:r>
              <a:rPr sz="1700" spc="-7" dirty="0">
                <a:latin typeface="Times New Roman"/>
                <a:cs typeface="Times New Roman"/>
              </a:rPr>
              <a:t>u</a:t>
            </a:r>
            <a:r>
              <a:rPr sz="1700" dirty="0">
                <a:latin typeface="Times New Roman"/>
                <a:cs typeface="Times New Roman"/>
              </a:rPr>
              <a:t>p</a:t>
            </a:r>
            <a:r>
              <a:rPr sz="1700" spc="63" dirty="0">
                <a:latin typeface="Times New Roman"/>
                <a:cs typeface="Times New Roman"/>
              </a:rPr>
              <a:t> </a:t>
            </a:r>
            <a:r>
              <a:rPr sz="1700" spc="-2" dirty="0">
                <a:latin typeface="Times New Roman"/>
                <a:cs typeface="Times New Roman"/>
              </a:rPr>
              <a:t>the</a:t>
            </a:r>
            <a:r>
              <a:rPr sz="1700" spc="60" dirty="0">
                <a:latin typeface="Times New Roman"/>
                <a:cs typeface="Times New Roman"/>
              </a:rPr>
              <a:t> </a:t>
            </a:r>
            <a:r>
              <a:rPr sz="1700" spc="-7" dirty="0">
                <a:latin typeface="Times New Roman"/>
                <a:cs typeface="Times New Roman"/>
              </a:rPr>
              <a:t>c</a:t>
            </a:r>
            <a:r>
              <a:rPr sz="1700" spc="-5" dirty="0">
                <a:latin typeface="Times New Roman"/>
                <a:cs typeface="Times New Roman"/>
              </a:rPr>
              <a:t>omput</a:t>
            </a:r>
            <a:r>
              <a:rPr sz="1700" spc="-7" dirty="0">
                <a:latin typeface="Times New Roman"/>
                <a:cs typeface="Times New Roman"/>
              </a:rPr>
              <a:t>e</a:t>
            </a:r>
            <a:r>
              <a:rPr sz="1700" dirty="0">
                <a:latin typeface="Times New Roman"/>
                <a:cs typeface="Times New Roman"/>
              </a:rPr>
              <a:t>r</a:t>
            </a:r>
            <a:r>
              <a:rPr sz="1700" spc="60" dirty="0">
                <a:latin typeface="Times New Roman"/>
                <a:cs typeface="Times New Roman"/>
              </a:rPr>
              <a:t> </a:t>
            </a:r>
            <a:r>
              <a:rPr sz="1700" spc="-2" dirty="0">
                <a:latin typeface="Times New Roman"/>
                <a:cs typeface="Times New Roman"/>
              </a:rPr>
              <a:t>sys</a:t>
            </a:r>
            <a:r>
              <a:rPr sz="1700" dirty="0">
                <a:latin typeface="Times New Roman"/>
                <a:cs typeface="Times New Roman"/>
              </a:rPr>
              <a:t>t</a:t>
            </a:r>
            <a:r>
              <a:rPr sz="1700" spc="-7" dirty="0">
                <a:latin typeface="Times New Roman"/>
                <a:cs typeface="Times New Roman"/>
              </a:rPr>
              <a:t>e</a:t>
            </a:r>
            <a:r>
              <a:rPr sz="1700" spc="-5" dirty="0">
                <a:latin typeface="Times New Roman"/>
                <a:cs typeface="Times New Roman"/>
              </a:rPr>
              <a:t>m</a:t>
            </a:r>
            <a:r>
              <a:rPr sz="1700" spc="63" dirty="0">
                <a:latin typeface="Times New Roman"/>
                <a:cs typeface="Times New Roman"/>
              </a:rPr>
              <a:t> </a:t>
            </a:r>
            <a:r>
              <a:rPr sz="1700" spc="-7" dirty="0">
                <a:latin typeface="Times New Roman"/>
                <a:cs typeface="Times New Roman"/>
              </a:rPr>
              <a:t>t</a:t>
            </a:r>
            <a:r>
              <a:rPr sz="1700" dirty="0">
                <a:latin typeface="Times New Roman"/>
                <a:cs typeface="Times New Roman"/>
              </a:rPr>
              <a:t>o</a:t>
            </a:r>
            <a:r>
              <a:rPr sz="1700" spc="63" dirty="0">
                <a:latin typeface="Times New Roman"/>
                <a:cs typeface="Times New Roman"/>
              </a:rPr>
              <a:t> </a:t>
            </a:r>
            <a:r>
              <a:rPr sz="1700" spc="-5" dirty="0">
                <a:latin typeface="Times New Roman"/>
                <a:cs typeface="Times New Roman"/>
              </a:rPr>
              <a:t>provide</a:t>
            </a:r>
            <a:r>
              <a:rPr sz="1700" spc="60" dirty="0">
                <a:latin typeface="Times New Roman"/>
                <a:cs typeface="Times New Roman"/>
              </a:rPr>
              <a:t> </a:t>
            </a:r>
            <a:r>
              <a:rPr sz="1700" spc="-5" dirty="0">
                <a:latin typeface="Times New Roman"/>
                <a:cs typeface="Times New Roman"/>
              </a:rPr>
              <a:t>physi</a:t>
            </a:r>
            <a:r>
              <a:rPr sz="1700" spc="-7" dirty="0">
                <a:latin typeface="Times New Roman"/>
                <a:cs typeface="Times New Roman"/>
              </a:rPr>
              <a:t>ca</a:t>
            </a:r>
            <a:r>
              <a:rPr sz="1700" spc="-2" dirty="0">
                <a:latin typeface="Times New Roman"/>
                <a:cs typeface="Times New Roman"/>
              </a:rPr>
              <a:t>l </a:t>
            </a:r>
            <a:r>
              <a:rPr sz="1700" spc="-7" dirty="0">
                <a:latin typeface="Times New Roman"/>
                <a:cs typeface="Times New Roman"/>
              </a:rPr>
              <a:t>ac</a:t>
            </a:r>
            <a:r>
              <a:rPr sz="1700" spc="-2" dirty="0">
                <a:latin typeface="Times New Roman"/>
                <a:cs typeface="Times New Roman"/>
              </a:rPr>
              <a:t>c</a:t>
            </a:r>
            <a:r>
              <a:rPr sz="1700" spc="-7" dirty="0">
                <a:latin typeface="Times New Roman"/>
                <a:cs typeface="Times New Roman"/>
              </a:rPr>
              <a:t>e</a:t>
            </a:r>
            <a:r>
              <a:rPr sz="1700" spc="-2" dirty="0">
                <a:latin typeface="Times New Roman"/>
                <a:cs typeface="Times New Roman"/>
              </a:rPr>
              <a:t>ss</a:t>
            </a:r>
            <a:r>
              <a:rPr sz="1700" dirty="0">
                <a:latin typeface="Times New Roman"/>
                <a:cs typeface="Times New Roman"/>
              </a:rPr>
              <a:t>,        </a:t>
            </a:r>
            <a:r>
              <a:rPr sz="1700" spc="-12" dirty="0">
                <a:latin typeface="Times New Roman"/>
                <a:cs typeface="Times New Roman"/>
              </a:rPr>
              <a:t> </a:t>
            </a:r>
            <a:r>
              <a:rPr sz="1700" spc="-7" dirty="0">
                <a:latin typeface="Times New Roman"/>
                <a:cs typeface="Times New Roman"/>
              </a:rPr>
              <a:t>a</a:t>
            </a:r>
            <a:r>
              <a:rPr sz="1700" dirty="0">
                <a:latin typeface="Times New Roman"/>
                <a:cs typeface="Times New Roman"/>
              </a:rPr>
              <a:t>nd        </a:t>
            </a:r>
            <a:r>
              <a:rPr sz="1700" spc="-14" dirty="0">
                <a:latin typeface="Times New Roman"/>
                <a:cs typeface="Times New Roman"/>
              </a:rPr>
              <a:t> </a:t>
            </a:r>
            <a:r>
              <a:rPr sz="1700" spc="-2" dirty="0">
                <a:latin typeface="Times New Roman"/>
                <a:cs typeface="Times New Roman"/>
              </a:rPr>
              <a:t>that</a:t>
            </a:r>
            <a:r>
              <a:rPr sz="1700" dirty="0">
                <a:latin typeface="Times New Roman"/>
                <a:cs typeface="Times New Roman"/>
              </a:rPr>
              <a:t>        </a:t>
            </a:r>
            <a:r>
              <a:rPr sz="1700" spc="-14" dirty="0">
                <a:latin typeface="Times New Roman"/>
                <a:cs typeface="Times New Roman"/>
              </a:rPr>
              <a:t> </a:t>
            </a:r>
            <a:r>
              <a:rPr sz="1700" spc="-5" dirty="0">
                <a:latin typeface="Times New Roman"/>
                <a:cs typeface="Times New Roman"/>
              </a:rPr>
              <a:t>n</a:t>
            </a:r>
            <a:r>
              <a:rPr sz="1700" spc="-7" dirty="0">
                <a:latin typeface="Times New Roman"/>
                <a:cs typeface="Times New Roman"/>
              </a:rPr>
              <a:t>ee</a:t>
            </a:r>
            <a:r>
              <a:rPr sz="1700" dirty="0">
                <a:latin typeface="Times New Roman"/>
                <a:cs typeface="Times New Roman"/>
              </a:rPr>
              <a:t>ds        </a:t>
            </a:r>
            <a:r>
              <a:rPr sz="1700" spc="-12" dirty="0">
                <a:latin typeface="Times New Roman"/>
                <a:cs typeface="Times New Roman"/>
              </a:rPr>
              <a:t> </a:t>
            </a:r>
            <a:r>
              <a:rPr sz="1700" spc="-2" dirty="0">
                <a:latin typeface="Times New Roman"/>
                <a:cs typeface="Times New Roman"/>
              </a:rPr>
              <a:t>to</a:t>
            </a:r>
            <a:r>
              <a:rPr sz="1700" dirty="0">
                <a:latin typeface="Times New Roman"/>
                <a:cs typeface="Times New Roman"/>
              </a:rPr>
              <a:t>        </a:t>
            </a:r>
            <a:r>
              <a:rPr sz="1700" spc="-12" dirty="0">
                <a:latin typeface="Times New Roman"/>
                <a:cs typeface="Times New Roman"/>
              </a:rPr>
              <a:t> </a:t>
            </a:r>
            <a:r>
              <a:rPr sz="1700" spc="-7" dirty="0">
                <a:latin typeface="Times New Roman"/>
                <a:cs typeface="Times New Roman"/>
              </a:rPr>
              <a:t>b</a:t>
            </a:r>
            <a:r>
              <a:rPr sz="1700" spc="-5" dirty="0">
                <a:latin typeface="Times New Roman"/>
                <a:cs typeface="Times New Roman"/>
              </a:rPr>
              <a:t>e</a:t>
            </a:r>
            <a:r>
              <a:rPr sz="1700" dirty="0">
                <a:latin typeface="Times New Roman"/>
                <a:cs typeface="Times New Roman"/>
              </a:rPr>
              <a:t>        </a:t>
            </a:r>
            <a:r>
              <a:rPr sz="1700" spc="-14" dirty="0">
                <a:latin typeface="Times New Roman"/>
                <a:cs typeface="Times New Roman"/>
              </a:rPr>
              <a:t> </a:t>
            </a:r>
            <a:r>
              <a:rPr sz="1700" spc="-5" dirty="0">
                <a:latin typeface="Times New Roman"/>
                <a:cs typeface="Times New Roman"/>
              </a:rPr>
              <a:t>done</a:t>
            </a:r>
            <a:r>
              <a:rPr sz="1700" dirty="0">
                <a:latin typeface="Times New Roman"/>
                <a:cs typeface="Times New Roman"/>
              </a:rPr>
              <a:t>        </a:t>
            </a:r>
            <a:r>
              <a:rPr sz="1700" spc="-14" dirty="0">
                <a:latin typeface="Times New Roman"/>
                <a:cs typeface="Times New Roman"/>
              </a:rPr>
              <a:t> </a:t>
            </a:r>
            <a:r>
              <a:rPr sz="1700" dirty="0">
                <a:latin typeface="Times New Roman"/>
                <a:cs typeface="Times New Roman"/>
              </a:rPr>
              <a:t>by        </a:t>
            </a:r>
            <a:r>
              <a:rPr sz="1700" spc="-14" dirty="0">
                <a:latin typeface="Times New Roman"/>
                <a:cs typeface="Times New Roman"/>
              </a:rPr>
              <a:t> </a:t>
            </a:r>
            <a:r>
              <a:rPr sz="1700" spc="-7" dirty="0">
                <a:latin typeface="Times New Roman"/>
                <a:cs typeface="Times New Roman"/>
              </a:rPr>
              <a:t>a</a:t>
            </a:r>
            <a:r>
              <a:rPr sz="1700" dirty="0">
                <a:latin typeface="Times New Roman"/>
                <a:cs typeface="Times New Roman"/>
              </a:rPr>
              <a:t>n        </a:t>
            </a:r>
            <a:r>
              <a:rPr sz="1700" spc="-14" dirty="0">
                <a:latin typeface="Times New Roman"/>
                <a:cs typeface="Times New Roman"/>
              </a:rPr>
              <a:t> </a:t>
            </a:r>
            <a:r>
              <a:rPr sz="1700" spc="-7" dirty="0">
                <a:latin typeface="Times New Roman"/>
                <a:cs typeface="Times New Roman"/>
              </a:rPr>
              <a:t>e</a:t>
            </a:r>
            <a:r>
              <a:rPr sz="1700" spc="-5" dirty="0">
                <a:latin typeface="Times New Roman"/>
                <a:cs typeface="Times New Roman"/>
              </a:rPr>
              <a:t>ngine</a:t>
            </a:r>
            <a:r>
              <a:rPr sz="1700" spc="-10" dirty="0">
                <a:latin typeface="Times New Roman"/>
                <a:cs typeface="Times New Roman"/>
              </a:rPr>
              <a:t>e</a:t>
            </a:r>
            <a:r>
              <a:rPr sz="1700" dirty="0">
                <a:latin typeface="Times New Roman"/>
                <a:cs typeface="Times New Roman"/>
              </a:rPr>
              <a:t>r.</a:t>
            </a:r>
            <a:endParaRPr lang="en-US" sz="1700" dirty="0">
              <a:latin typeface="Times New Roman"/>
              <a:cs typeface="Times New Roman"/>
            </a:endParaRPr>
          </a:p>
          <a:p>
            <a:pPr marL="291859" marR="2443" indent="-285750" algn="just">
              <a:spcBef>
                <a:spcPts val="375"/>
              </a:spcBef>
              <a:buFont typeface="Arial" panose="020B0604020202020204" pitchFamily="34" charset="0"/>
              <a:buChar char="•"/>
            </a:pPr>
            <a:r>
              <a:rPr sz="1700" spc="-5" dirty="0">
                <a:latin typeface="Times New Roman"/>
                <a:cs typeface="Times New Roman"/>
              </a:rPr>
              <a:t>T</a:t>
            </a:r>
            <a:r>
              <a:rPr sz="1700" spc="-10" dirty="0">
                <a:latin typeface="Times New Roman"/>
                <a:cs typeface="Times New Roman"/>
              </a:rPr>
              <a:t>e</a:t>
            </a:r>
            <a:r>
              <a:rPr sz="1700" spc="-7" dirty="0">
                <a:latin typeface="Times New Roman"/>
                <a:cs typeface="Times New Roman"/>
              </a:rPr>
              <a:t>c</a:t>
            </a:r>
            <a:r>
              <a:rPr sz="1700" spc="-5" dirty="0">
                <a:latin typeface="Times New Roman"/>
                <a:cs typeface="Times New Roman"/>
              </a:rPr>
              <a:t>hnic</a:t>
            </a:r>
            <a:r>
              <a:rPr sz="1700" spc="-10" dirty="0">
                <a:latin typeface="Times New Roman"/>
                <a:cs typeface="Times New Roman"/>
              </a:rPr>
              <a:t>a</a:t>
            </a:r>
            <a:r>
              <a:rPr sz="1700" spc="-2" dirty="0">
                <a:latin typeface="Times New Roman"/>
                <a:cs typeface="Times New Roman"/>
              </a:rPr>
              <a:t>ll</a:t>
            </a:r>
            <a:r>
              <a:rPr sz="1700" dirty="0">
                <a:latin typeface="Times New Roman"/>
                <a:cs typeface="Times New Roman"/>
              </a:rPr>
              <a:t>y,</a:t>
            </a:r>
            <a:r>
              <a:rPr sz="1700" spc="-12" dirty="0">
                <a:latin typeface="Times New Roman"/>
                <a:cs typeface="Times New Roman"/>
              </a:rPr>
              <a:t> </a:t>
            </a:r>
            <a:r>
              <a:rPr sz="1700" spc="-7" dirty="0">
                <a:latin typeface="Times New Roman"/>
                <a:cs typeface="Times New Roman"/>
              </a:rPr>
              <a:t>a</a:t>
            </a:r>
            <a:r>
              <a:rPr sz="1700" spc="-5" dirty="0">
                <a:latin typeface="Times New Roman"/>
                <a:cs typeface="Times New Roman"/>
              </a:rPr>
              <a:t>lmost</a:t>
            </a:r>
            <a:r>
              <a:rPr sz="1700" spc="-12" dirty="0">
                <a:latin typeface="Times New Roman"/>
                <a:cs typeface="Times New Roman"/>
              </a:rPr>
              <a:t> </a:t>
            </a:r>
            <a:r>
              <a:rPr sz="1700" spc="-7" dirty="0">
                <a:latin typeface="Times New Roman"/>
                <a:cs typeface="Times New Roman"/>
              </a:rPr>
              <a:t>a</a:t>
            </a:r>
            <a:r>
              <a:rPr sz="1700" spc="-2" dirty="0">
                <a:latin typeface="Times New Roman"/>
                <a:cs typeface="Times New Roman"/>
              </a:rPr>
              <a:t>ll</a:t>
            </a:r>
            <a:r>
              <a:rPr sz="1700" spc="-12" dirty="0">
                <a:latin typeface="Times New Roman"/>
                <a:cs typeface="Times New Roman"/>
              </a:rPr>
              <a:t> </a:t>
            </a:r>
            <a:r>
              <a:rPr sz="1700" dirty="0">
                <a:latin typeface="Times New Roman"/>
                <a:cs typeface="Times New Roman"/>
              </a:rPr>
              <a:t>of</a:t>
            </a:r>
            <a:r>
              <a:rPr sz="1700" spc="-14" dirty="0">
                <a:latin typeface="Times New Roman"/>
                <a:cs typeface="Times New Roman"/>
              </a:rPr>
              <a:t> </a:t>
            </a:r>
            <a:r>
              <a:rPr sz="1700" spc="-2" dirty="0">
                <a:latin typeface="Times New Roman"/>
                <a:cs typeface="Times New Roman"/>
              </a:rPr>
              <a:t>the</a:t>
            </a:r>
            <a:r>
              <a:rPr sz="1700" spc="-14" dirty="0">
                <a:latin typeface="Times New Roman"/>
                <a:cs typeface="Times New Roman"/>
              </a:rPr>
              <a:t> </a:t>
            </a:r>
            <a:r>
              <a:rPr sz="1700" spc="-5" dirty="0">
                <a:latin typeface="Times New Roman"/>
                <a:cs typeface="Times New Roman"/>
              </a:rPr>
              <a:t>d</a:t>
            </a:r>
            <a:r>
              <a:rPr sz="1700" spc="-7" dirty="0">
                <a:latin typeface="Times New Roman"/>
                <a:cs typeface="Times New Roman"/>
              </a:rPr>
              <a:t>a</a:t>
            </a:r>
            <a:r>
              <a:rPr sz="1700" spc="-2" dirty="0">
                <a:latin typeface="Times New Roman"/>
                <a:cs typeface="Times New Roman"/>
              </a:rPr>
              <a:t>ta</a:t>
            </a:r>
            <a:r>
              <a:rPr sz="1700" spc="-14" dirty="0">
                <a:latin typeface="Times New Roman"/>
                <a:cs typeface="Times New Roman"/>
              </a:rPr>
              <a:t> </a:t>
            </a:r>
            <a:r>
              <a:rPr sz="1700" spc="-2" dirty="0">
                <a:latin typeface="Times New Roman"/>
                <a:cs typeface="Times New Roman"/>
              </a:rPr>
              <a:t>i.e.</a:t>
            </a:r>
            <a:r>
              <a:rPr sz="1700" spc="-14" dirty="0">
                <a:latin typeface="Times New Roman"/>
                <a:cs typeface="Times New Roman"/>
              </a:rPr>
              <a:t> </a:t>
            </a:r>
            <a:r>
              <a:rPr sz="1700" spc="-5" dirty="0">
                <a:latin typeface="Times New Roman"/>
                <a:cs typeface="Times New Roman"/>
              </a:rPr>
              <a:t>b</a:t>
            </a:r>
            <a:r>
              <a:rPr sz="1700" spc="-7" dirty="0">
                <a:latin typeface="Times New Roman"/>
                <a:cs typeface="Times New Roman"/>
              </a:rPr>
              <a:t>e</a:t>
            </a:r>
            <a:r>
              <a:rPr sz="1700" spc="-5" dirty="0">
                <a:latin typeface="Times New Roman"/>
                <a:cs typeface="Times New Roman"/>
              </a:rPr>
              <a:t>ing</a:t>
            </a:r>
            <a:r>
              <a:rPr sz="1700" spc="-12" dirty="0">
                <a:latin typeface="Times New Roman"/>
                <a:cs typeface="Times New Roman"/>
              </a:rPr>
              <a:t> </a:t>
            </a:r>
            <a:r>
              <a:rPr sz="1700" spc="-5" dirty="0">
                <a:latin typeface="Times New Roman"/>
                <a:cs typeface="Times New Roman"/>
              </a:rPr>
              <a:t>pro</a:t>
            </a:r>
            <a:r>
              <a:rPr sz="1700" spc="-10" dirty="0">
                <a:latin typeface="Times New Roman"/>
                <a:cs typeface="Times New Roman"/>
              </a:rPr>
              <a:t>c</a:t>
            </a:r>
            <a:r>
              <a:rPr sz="1700" spc="-7" dirty="0">
                <a:latin typeface="Times New Roman"/>
                <a:cs typeface="Times New Roman"/>
              </a:rPr>
              <a:t>e</a:t>
            </a:r>
            <a:r>
              <a:rPr sz="1700" spc="5" dirty="0">
                <a:latin typeface="Times New Roman"/>
                <a:cs typeface="Times New Roman"/>
              </a:rPr>
              <a:t>s</a:t>
            </a:r>
            <a:r>
              <a:rPr sz="1700" spc="-2" dirty="0">
                <a:latin typeface="Times New Roman"/>
                <a:cs typeface="Times New Roman"/>
              </a:rPr>
              <a:t>se</a:t>
            </a:r>
            <a:r>
              <a:rPr sz="1700" dirty="0">
                <a:latin typeface="Times New Roman"/>
                <a:cs typeface="Times New Roman"/>
              </a:rPr>
              <a:t>d</a:t>
            </a:r>
            <a:r>
              <a:rPr sz="1700" spc="-12" dirty="0">
                <a:latin typeface="Times New Roman"/>
                <a:cs typeface="Times New Roman"/>
              </a:rPr>
              <a:t> </a:t>
            </a:r>
            <a:r>
              <a:rPr sz="1700" dirty="0">
                <a:latin typeface="Times New Roman"/>
                <a:cs typeface="Times New Roman"/>
              </a:rPr>
              <a:t>on</a:t>
            </a:r>
            <a:r>
              <a:rPr sz="1700" spc="-12" dirty="0">
                <a:latin typeface="Times New Roman"/>
                <a:cs typeface="Times New Roman"/>
              </a:rPr>
              <a:t> </a:t>
            </a:r>
            <a:r>
              <a:rPr sz="1700" spc="-5" dirty="0">
                <a:latin typeface="Times New Roman"/>
                <a:cs typeface="Times New Roman"/>
              </a:rPr>
              <a:t>a</a:t>
            </a:r>
            <a:r>
              <a:rPr sz="1700" spc="-14" dirty="0">
                <a:latin typeface="Times New Roman"/>
                <a:cs typeface="Times New Roman"/>
              </a:rPr>
              <a:t> </a:t>
            </a:r>
            <a:r>
              <a:rPr sz="1700" spc="-7" dirty="0">
                <a:latin typeface="Times New Roman"/>
                <a:cs typeface="Times New Roman"/>
              </a:rPr>
              <a:t>c</a:t>
            </a:r>
            <a:r>
              <a:rPr sz="1700" spc="-5" dirty="0">
                <a:latin typeface="Times New Roman"/>
                <a:cs typeface="Times New Roman"/>
              </a:rPr>
              <a:t>omput</a:t>
            </a:r>
            <a:r>
              <a:rPr sz="1700" spc="-7" dirty="0">
                <a:latin typeface="Times New Roman"/>
                <a:cs typeface="Times New Roman"/>
              </a:rPr>
              <a:t>e</a:t>
            </a:r>
            <a:r>
              <a:rPr sz="1700" dirty="0">
                <a:latin typeface="Times New Roman"/>
                <a:cs typeface="Times New Roman"/>
              </a:rPr>
              <a:t>r</a:t>
            </a:r>
            <a:r>
              <a:rPr sz="1700" spc="-14" dirty="0">
                <a:latin typeface="Times New Roman"/>
                <a:cs typeface="Times New Roman"/>
              </a:rPr>
              <a:t> </a:t>
            </a:r>
            <a:r>
              <a:rPr sz="1700" spc="-2" dirty="0">
                <a:latin typeface="Times New Roman"/>
                <a:cs typeface="Times New Roman"/>
              </a:rPr>
              <a:t>sys</a:t>
            </a:r>
            <a:r>
              <a:rPr sz="1700" dirty="0">
                <a:latin typeface="Times New Roman"/>
                <a:cs typeface="Times New Roman"/>
              </a:rPr>
              <a:t>t</a:t>
            </a:r>
            <a:r>
              <a:rPr sz="1700" spc="-2" dirty="0">
                <a:latin typeface="Times New Roman"/>
                <a:cs typeface="Times New Roman"/>
              </a:rPr>
              <a:t>e</a:t>
            </a:r>
            <a:r>
              <a:rPr sz="1700" spc="-5" dirty="0">
                <a:latin typeface="Times New Roman"/>
                <a:cs typeface="Times New Roman"/>
              </a:rPr>
              <a:t>m</a:t>
            </a:r>
            <a:r>
              <a:rPr sz="1700" spc="-12" dirty="0">
                <a:latin typeface="Times New Roman"/>
                <a:cs typeface="Times New Roman"/>
              </a:rPr>
              <a:t> </a:t>
            </a:r>
            <a:r>
              <a:rPr sz="1700" spc="-2" dirty="0">
                <a:latin typeface="Times New Roman"/>
                <a:cs typeface="Times New Roman"/>
              </a:rPr>
              <a:t>is</a:t>
            </a:r>
            <a:r>
              <a:rPr sz="1700" spc="-12" dirty="0">
                <a:latin typeface="Times New Roman"/>
                <a:cs typeface="Times New Roman"/>
              </a:rPr>
              <a:t> </a:t>
            </a:r>
            <a:r>
              <a:rPr sz="1700" spc="-5" dirty="0">
                <a:latin typeface="Times New Roman"/>
                <a:cs typeface="Times New Roman"/>
              </a:rPr>
              <a:t>store</a:t>
            </a:r>
            <a:r>
              <a:rPr sz="1700" dirty="0">
                <a:latin typeface="Times New Roman"/>
                <a:cs typeface="Times New Roman"/>
              </a:rPr>
              <a:t>d</a:t>
            </a:r>
            <a:r>
              <a:rPr sz="1700" spc="-12" dirty="0">
                <a:latin typeface="Times New Roman"/>
                <a:cs typeface="Times New Roman"/>
              </a:rPr>
              <a:t> </a:t>
            </a:r>
            <a:r>
              <a:rPr sz="1700" dirty="0">
                <a:latin typeface="Times New Roman"/>
                <a:cs typeface="Times New Roman"/>
              </a:rPr>
              <a:t>on</a:t>
            </a:r>
            <a:r>
              <a:rPr sz="1700" spc="-12" dirty="0">
                <a:latin typeface="Times New Roman"/>
                <a:cs typeface="Times New Roman"/>
              </a:rPr>
              <a:t> </a:t>
            </a:r>
            <a:r>
              <a:rPr sz="1700" spc="-7" dirty="0">
                <a:latin typeface="Times New Roman"/>
                <a:cs typeface="Times New Roman"/>
              </a:rPr>
              <a:t>some</a:t>
            </a:r>
            <a:r>
              <a:rPr sz="1700" spc="-5" dirty="0">
                <a:latin typeface="Times New Roman"/>
                <a:cs typeface="Times New Roman"/>
              </a:rPr>
              <a:t> type</a:t>
            </a:r>
            <a:r>
              <a:rPr sz="1700" spc="-2" dirty="0">
                <a:latin typeface="Times New Roman"/>
                <a:cs typeface="Times New Roman"/>
              </a:rPr>
              <a:t> </a:t>
            </a:r>
            <a:r>
              <a:rPr sz="1700" dirty="0">
                <a:latin typeface="Times New Roman"/>
                <a:cs typeface="Times New Roman"/>
              </a:rPr>
              <a:t>of</a:t>
            </a:r>
            <a:r>
              <a:rPr sz="1700" spc="-5" dirty="0">
                <a:latin typeface="Times New Roman"/>
                <a:cs typeface="Times New Roman"/>
              </a:rPr>
              <a:t> a</a:t>
            </a:r>
            <a:r>
              <a:rPr sz="1700" spc="-2" dirty="0">
                <a:latin typeface="Times New Roman"/>
                <a:cs typeface="Times New Roman"/>
              </a:rPr>
              <a:t> built-in fix</a:t>
            </a:r>
            <a:r>
              <a:rPr sz="1700" spc="-7" dirty="0">
                <a:latin typeface="Times New Roman"/>
                <a:cs typeface="Times New Roman"/>
              </a:rPr>
              <a:t>e</a:t>
            </a:r>
            <a:r>
              <a:rPr sz="1700" dirty="0">
                <a:latin typeface="Times New Roman"/>
                <a:cs typeface="Times New Roman"/>
              </a:rPr>
              <a:t>d </a:t>
            </a:r>
            <a:r>
              <a:rPr sz="1700" spc="-5" dirty="0">
                <a:latin typeface="Times New Roman"/>
                <a:cs typeface="Times New Roman"/>
              </a:rPr>
              <a:t>s</a:t>
            </a:r>
            <a:r>
              <a:rPr sz="1700" dirty="0">
                <a:latin typeface="Times New Roman"/>
                <a:cs typeface="Times New Roman"/>
              </a:rPr>
              <a:t>t</a:t>
            </a:r>
            <a:r>
              <a:rPr sz="1700" spc="-2" dirty="0">
                <a:latin typeface="Times New Roman"/>
                <a:cs typeface="Times New Roman"/>
              </a:rPr>
              <a:t>or</a:t>
            </a:r>
            <a:r>
              <a:rPr sz="1700" spc="-10" dirty="0">
                <a:latin typeface="Times New Roman"/>
                <a:cs typeface="Times New Roman"/>
              </a:rPr>
              <a:t>a</a:t>
            </a:r>
            <a:r>
              <a:rPr sz="1700" spc="-5" dirty="0">
                <a:latin typeface="Times New Roman"/>
                <a:cs typeface="Times New Roman"/>
              </a:rPr>
              <a:t>ge</a:t>
            </a:r>
            <a:r>
              <a:rPr sz="1700" spc="-2" dirty="0">
                <a:latin typeface="Times New Roman"/>
                <a:cs typeface="Times New Roman"/>
              </a:rPr>
              <a:t> </a:t>
            </a:r>
            <a:r>
              <a:rPr sz="1700" spc="-5" dirty="0">
                <a:latin typeface="Times New Roman"/>
                <a:cs typeface="Times New Roman"/>
              </a:rPr>
              <a:t>d</a:t>
            </a:r>
            <a:r>
              <a:rPr sz="1700" spc="-7" dirty="0">
                <a:latin typeface="Times New Roman"/>
                <a:cs typeface="Times New Roman"/>
              </a:rPr>
              <a:t>e</a:t>
            </a:r>
            <a:r>
              <a:rPr sz="1700" spc="-5" dirty="0">
                <a:latin typeface="Times New Roman"/>
                <a:cs typeface="Times New Roman"/>
              </a:rPr>
              <a:t>v</a:t>
            </a:r>
            <a:r>
              <a:rPr sz="1700" dirty="0">
                <a:latin typeface="Times New Roman"/>
                <a:cs typeface="Times New Roman"/>
              </a:rPr>
              <a:t>i</a:t>
            </a:r>
            <a:r>
              <a:rPr sz="1700" spc="-7" dirty="0">
                <a:latin typeface="Times New Roman"/>
                <a:cs typeface="Times New Roman"/>
              </a:rPr>
              <a:t>ce</a:t>
            </a:r>
            <a:r>
              <a:rPr sz="1700" dirty="0">
                <a:latin typeface="Times New Roman"/>
                <a:cs typeface="Times New Roman"/>
              </a:rPr>
              <a:t>.</a:t>
            </a:r>
          </a:p>
        </p:txBody>
      </p:sp>
    </p:spTree>
    <p:extLst>
      <p:ext uri="{BB962C8B-B14F-4D97-AF65-F5344CB8AC3E}">
        <p14:creationId xmlns:p14="http://schemas.microsoft.com/office/powerpoint/2010/main" val="8478669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F30CA4-2DC9-DB87-5C9D-BA90E2E8E16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0815825-E267-FDB8-D2AB-F8DD4077084C}"/>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BB862DDA-EAF8-C0EC-EFA6-D8943898365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9BA25A4F-BA53-DCFD-5A0E-8EB4AA6FE273}"/>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68809848-64AD-DD86-FDE2-C8115C16070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3">
            <a:extLst>
              <a:ext uri="{FF2B5EF4-FFF2-40B4-BE49-F238E27FC236}">
                <a16:creationId xmlns:a16="http://schemas.microsoft.com/office/drawing/2014/main" id="{0A094A4C-BF8A-DF8D-8290-E725E31B2024}"/>
              </a:ext>
            </a:extLst>
          </p:cNvPr>
          <p:cNvSpPr txBox="1"/>
          <p:nvPr/>
        </p:nvSpPr>
        <p:spPr>
          <a:xfrm>
            <a:off x="952500" y="684894"/>
            <a:ext cx="7239000" cy="4039567"/>
          </a:xfrm>
          <a:prstGeom prst="rect">
            <a:avLst/>
          </a:prstGeom>
        </p:spPr>
        <p:txBody>
          <a:bodyPr vert="horz" wrap="square" lIns="0" tIns="0" rIns="0" bIns="0" rtlCol="0">
            <a:spAutoFit/>
          </a:bodyPr>
          <a:lstStyle/>
          <a:p>
            <a:pPr marL="6109" algn="just">
              <a:spcBef>
                <a:spcPts val="317"/>
              </a:spcBef>
            </a:pPr>
            <a:r>
              <a:rPr sz="1700" b="1" spc="-5" dirty="0">
                <a:latin typeface="Times New Roman"/>
                <a:cs typeface="Times New Roman"/>
              </a:rPr>
              <a:t>Typ</a:t>
            </a:r>
            <a:r>
              <a:rPr sz="1700" b="1" spc="-7" dirty="0">
                <a:latin typeface="Times New Roman"/>
                <a:cs typeface="Times New Roman"/>
              </a:rPr>
              <a:t>e</a:t>
            </a:r>
            <a:r>
              <a:rPr sz="1700" b="1" dirty="0">
                <a:latin typeface="Times New Roman"/>
                <a:cs typeface="Times New Roman"/>
              </a:rPr>
              <a:t>s</a:t>
            </a:r>
            <a:r>
              <a:rPr sz="1700" b="1" spc="-2" dirty="0">
                <a:latin typeface="Times New Roman"/>
                <a:cs typeface="Times New Roman"/>
              </a:rPr>
              <a:t> </a:t>
            </a:r>
            <a:r>
              <a:rPr sz="1700" b="1" dirty="0">
                <a:latin typeface="Times New Roman"/>
                <a:cs typeface="Times New Roman"/>
              </a:rPr>
              <a:t>of </a:t>
            </a:r>
            <a:r>
              <a:rPr sz="1700" b="1" spc="-5" dirty="0">
                <a:latin typeface="Times New Roman"/>
                <a:cs typeface="Times New Roman"/>
              </a:rPr>
              <a:t>fixed</a:t>
            </a:r>
            <a:r>
              <a:rPr sz="1700" b="1" spc="-2" dirty="0">
                <a:latin typeface="Times New Roman"/>
                <a:cs typeface="Times New Roman"/>
              </a:rPr>
              <a:t> </a:t>
            </a:r>
            <a:r>
              <a:rPr sz="1700" b="1" dirty="0">
                <a:latin typeface="Times New Roman"/>
                <a:cs typeface="Times New Roman"/>
              </a:rPr>
              <a:t>s</a:t>
            </a:r>
            <a:r>
              <a:rPr sz="1700" b="1" spc="-2" dirty="0">
                <a:latin typeface="Times New Roman"/>
                <a:cs typeface="Times New Roman"/>
              </a:rPr>
              <a:t>to</a:t>
            </a:r>
            <a:r>
              <a:rPr sz="1700" b="1" spc="-10" dirty="0">
                <a:latin typeface="Times New Roman"/>
                <a:cs typeface="Times New Roman"/>
              </a:rPr>
              <a:t>r</a:t>
            </a:r>
            <a:r>
              <a:rPr sz="1700" b="1" spc="-5" dirty="0">
                <a:latin typeface="Times New Roman"/>
                <a:cs typeface="Times New Roman"/>
              </a:rPr>
              <a:t>ag</a:t>
            </a:r>
            <a:r>
              <a:rPr sz="1700" b="1" spc="-7" dirty="0">
                <a:latin typeface="Times New Roman"/>
                <a:cs typeface="Times New Roman"/>
              </a:rPr>
              <a:t>e</a:t>
            </a:r>
            <a:r>
              <a:rPr sz="1700" b="1" dirty="0">
                <a:latin typeface="Times New Roman"/>
                <a:cs typeface="Times New Roman"/>
              </a:rPr>
              <a:t>:</a:t>
            </a:r>
            <a:endParaRPr sz="1700" dirty="0">
              <a:latin typeface="Times New Roman"/>
              <a:cs typeface="Times New Roman"/>
            </a:endParaRPr>
          </a:p>
          <a:p>
            <a:pPr marL="225716" indent="-109651">
              <a:spcBef>
                <a:spcPts val="329"/>
              </a:spcBef>
              <a:buSzPct val="83333"/>
              <a:buFont typeface="Symbol"/>
              <a:buChar char=""/>
              <a:tabLst>
                <a:tab pos="226022" algn="l"/>
              </a:tabLst>
            </a:pPr>
            <a:r>
              <a:rPr sz="1700" spc="-10" dirty="0">
                <a:latin typeface="Times New Roman"/>
                <a:cs typeface="Times New Roman"/>
              </a:rPr>
              <a:t>I</a:t>
            </a:r>
            <a:r>
              <a:rPr sz="1700" spc="-2" dirty="0">
                <a:latin typeface="Times New Roman"/>
                <a:cs typeface="Times New Roman"/>
              </a:rPr>
              <a:t>ntern</a:t>
            </a:r>
            <a:r>
              <a:rPr sz="1700" spc="-10" dirty="0">
                <a:latin typeface="Times New Roman"/>
                <a:cs typeface="Times New Roman"/>
              </a:rPr>
              <a:t>a</a:t>
            </a:r>
            <a:r>
              <a:rPr sz="1700" spc="-2" dirty="0">
                <a:latin typeface="Times New Roman"/>
                <a:cs typeface="Times New Roman"/>
              </a:rPr>
              <a:t>l</a:t>
            </a:r>
            <a:r>
              <a:rPr sz="1700" dirty="0">
                <a:latin typeface="Times New Roman"/>
                <a:cs typeface="Times New Roman"/>
              </a:rPr>
              <a:t> </a:t>
            </a:r>
            <a:r>
              <a:rPr sz="1700" spc="-2" dirty="0">
                <a:latin typeface="Times New Roman"/>
                <a:cs typeface="Times New Roman"/>
              </a:rPr>
              <a:t>fl</a:t>
            </a:r>
            <a:r>
              <a:rPr sz="1700" spc="-7" dirty="0">
                <a:latin typeface="Times New Roman"/>
                <a:cs typeface="Times New Roman"/>
              </a:rPr>
              <a:t>a</a:t>
            </a:r>
            <a:r>
              <a:rPr sz="1700" spc="-2" dirty="0">
                <a:latin typeface="Times New Roman"/>
                <a:cs typeface="Times New Roman"/>
              </a:rPr>
              <a:t>s</a:t>
            </a:r>
            <a:r>
              <a:rPr sz="1700" dirty="0">
                <a:latin typeface="Times New Roman"/>
                <a:cs typeface="Times New Roman"/>
              </a:rPr>
              <a:t>h m</a:t>
            </a:r>
            <a:r>
              <a:rPr sz="1700" spc="-7" dirty="0">
                <a:latin typeface="Times New Roman"/>
                <a:cs typeface="Times New Roman"/>
              </a:rPr>
              <a:t>e</a:t>
            </a:r>
            <a:r>
              <a:rPr sz="1700" spc="-5" dirty="0">
                <a:latin typeface="Times New Roman"/>
                <a:cs typeface="Times New Roman"/>
              </a:rPr>
              <a:t>mory</a:t>
            </a:r>
            <a:r>
              <a:rPr sz="1700" spc="-2" dirty="0">
                <a:latin typeface="Times New Roman"/>
                <a:cs typeface="Times New Roman"/>
              </a:rPr>
              <a:t> (</a:t>
            </a:r>
            <a:r>
              <a:rPr sz="1700" spc="2" dirty="0">
                <a:latin typeface="Times New Roman"/>
                <a:cs typeface="Times New Roman"/>
              </a:rPr>
              <a:t>r</a:t>
            </a:r>
            <a:r>
              <a:rPr sz="1700" spc="-7" dirty="0">
                <a:latin typeface="Times New Roman"/>
                <a:cs typeface="Times New Roman"/>
              </a:rPr>
              <a:t>a</a:t>
            </a:r>
            <a:r>
              <a:rPr sz="1700" spc="-2" dirty="0">
                <a:latin typeface="Times New Roman"/>
                <a:cs typeface="Times New Roman"/>
              </a:rPr>
              <a:t>r</a:t>
            </a:r>
            <a:r>
              <a:rPr sz="1700" spc="-10" dirty="0">
                <a:latin typeface="Times New Roman"/>
                <a:cs typeface="Times New Roman"/>
              </a:rPr>
              <a:t>e</a:t>
            </a:r>
            <a:r>
              <a:rPr sz="1700" dirty="0">
                <a:latin typeface="Times New Roman"/>
                <a:cs typeface="Times New Roman"/>
              </a:rPr>
              <a:t>)</a:t>
            </a:r>
          </a:p>
          <a:p>
            <a:pPr marL="225716" indent="-109651">
              <a:spcBef>
                <a:spcPts val="334"/>
              </a:spcBef>
              <a:buSzPct val="83333"/>
              <a:buFont typeface="Symbol"/>
              <a:buChar char=""/>
              <a:tabLst>
                <a:tab pos="226022" algn="l"/>
              </a:tabLst>
            </a:pPr>
            <a:r>
              <a:rPr sz="1700" dirty="0">
                <a:latin typeface="Times New Roman"/>
                <a:cs typeface="Times New Roman"/>
              </a:rPr>
              <a:t>SSD</a:t>
            </a:r>
            <a:r>
              <a:rPr sz="1700" spc="-2" dirty="0">
                <a:latin typeface="Times New Roman"/>
                <a:cs typeface="Times New Roman"/>
              </a:rPr>
              <a:t> </a:t>
            </a:r>
            <a:r>
              <a:rPr sz="1700" spc="-5" dirty="0">
                <a:latin typeface="Times New Roman"/>
                <a:cs typeface="Times New Roman"/>
              </a:rPr>
              <a:t>(sol</a:t>
            </a:r>
            <a:r>
              <a:rPr sz="1700" dirty="0">
                <a:latin typeface="Times New Roman"/>
                <a:cs typeface="Times New Roman"/>
              </a:rPr>
              <a:t>i</a:t>
            </a:r>
            <a:r>
              <a:rPr sz="1700" spc="2" dirty="0">
                <a:latin typeface="Times New Roman"/>
                <a:cs typeface="Times New Roman"/>
              </a:rPr>
              <a:t>d</a:t>
            </a:r>
            <a:r>
              <a:rPr sz="1700" spc="-2" dirty="0">
                <a:latin typeface="Times New Roman"/>
                <a:cs typeface="Times New Roman"/>
              </a:rPr>
              <a:t>-</a:t>
            </a:r>
            <a:r>
              <a:rPr sz="1700" spc="-5" dirty="0">
                <a:latin typeface="Times New Roman"/>
                <a:cs typeface="Times New Roman"/>
              </a:rPr>
              <a:t>state</a:t>
            </a:r>
            <a:r>
              <a:rPr sz="1700" spc="-2" dirty="0">
                <a:latin typeface="Times New Roman"/>
                <a:cs typeface="Times New Roman"/>
              </a:rPr>
              <a:t> </a:t>
            </a:r>
            <a:r>
              <a:rPr sz="1700" dirty="0">
                <a:latin typeface="Times New Roman"/>
                <a:cs typeface="Times New Roman"/>
              </a:rPr>
              <a:t>disk) </a:t>
            </a:r>
            <a:r>
              <a:rPr sz="1700" spc="-2" dirty="0">
                <a:latin typeface="Times New Roman"/>
                <a:cs typeface="Times New Roman"/>
              </a:rPr>
              <a:t>unit</a:t>
            </a:r>
            <a:r>
              <a:rPr sz="1700" dirty="0">
                <a:latin typeface="Times New Roman"/>
                <a:cs typeface="Times New Roman"/>
              </a:rPr>
              <a:t>s</a:t>
            </a:r>
          </a:p>
          <a:p>
            <a:pPr marL="225716" indent="-109651">
              <a:spcBef>
                <a:spcPts val="329"/>
              </a:spcBef>
              <a:buSzPct val="83333"/>
              <a:buFont typeface="Symbol"/>
              <a:buChar char=""/>
              <a:tabLst>
                <a:tab pos="226022" algn="l"/>
              </a:tabLst>
            </a:pPr>
            <a:r>
              <a:rPr sz="1700" spc="-2" dirty="0">
                <a:latin typeface="Times New Roman"/>
                <a:cs typeface="Times New Roman"/>
              </a:rPr>
              <a:t>H</a:t>
            </a:r>
            <a:r>
              <a:rPr sz="1700" spc="-5" dirty="0">
                <a:latin typeface="Times New Roman"/>
                <a:cs typeface="Times New Roman"/>
              </a:rPr>
              <a:t>a</a:t>
            </a:r>
            <a:r>
              <a:rPr sz="1700" dirty="0">
                <a:latin typeface="Times New Roman"/>
                <a:cs typeface="Times New Roman"/>
              </a:rPr>
              <a:t>rd </a:t>
            </a:r>
            <a:r>
              <a:rPr sz="1700" spc="-2" dirty="0">
                <a:latin typeface="Times New Roman"/>
                <a:cs typeface="Times New Roman"/>
              </a:rPr>
              <a:t>disk</a:t>
            </a:r>
            <a:r>
              <a:rPr sz="1700" dirty="0">
                <a:latin typeface="Times New Roman"/>
                <a:cs typeface="Times New Roman"/>
              </a:rPr>
              <a:t> d</a:t>
            </a:r>
            <a:r>
              <a:rPr sz="1700" spc="-2" dirty="0">
                <a:latin typeface="Times New Roman"/>
                <a:cs typeface="Times New Roman"/>
              </a:rPr>
              <a:t>rives </a:t>
            </a:r>
            <a:r>
              <a:rPr sz="1700" spc="2" dirty="0">
                <a:latin typeface="Times New Roman"/>
                <a:cs typeface="Times New Roman"/>
              </a:rPr>
              <a:t>(</a:t>
            </a:r>
            <a:r>
              <a:rPr sz="1700" spc="-2" dirty="0">
                <a:latin typeface="Times New Roman"/>
                <a:cs typeface="Times New Roman"/>
              </a:rPr>
              <a:t>HDD)</a:t>
            </a:r>
            <a:endParaRPr sz="1700" dirty="0">
              <a:latin typeface="Times New Roman"/>
              <a:cs typeface="Times New Roman"/>
            </a:endParaRPr>
          </a:p>
          <a:p>
            <a:endParaRPr sz="1700" dirty="0">
              <a:latin typeface="Times New Roman"/>
              <a:cs typeface="Times New Roman"/>
            </a:endParaRPr>
          </a:p>
          <a:p>
            <a:pPr marL="6109" algn="just"/>
            <a:r>
              <a:rPr sz="1700" b="1" spc="-2" dirty="0">
                <a:latin typeface="Times New Roman"/>
                <a:cs typeface="Times New Roman"/>
              </a:rPr>
              <a:t>R</a:t>
            </a:r>
            <a:r>
              <a:rPr sz="1700" b="1" spc="-5" dirty="0">
                <a:latin typeface="Times New Roman"/>
                <a:cs typeface="Times New Roman"/>
              </a:rPr>
              <a:t>e</a:t>
            </a:r>
            <a:r>
              <a:rPr sz="1700" b="1" spc="2" dirty="0">
                <a:latin typeface="Times New Roman"/>
                <a:cs typeface="Times New Roman"/>
              </a:rPr>
              <a:t>m</a:t>
            </a:r>
            <a:r>
              <a:rPr sz="1700" b="1" dirty="0">
                <a:latin typeface="Times New Roman"/>
                <a:cs typeface="Times New Roman"/>
              </a:rPr>
              <a:t>ovab</a:t>
            </a:r>
            <a:r>
              <a:rPr sz="1700" b="1" spc="-2" dirty="0">
                <a:latin typeface="Times New Roman"/>
                <a:cs typeface="Times New Roman"/>
              </a:rPr>
              <a:t>le</a:t>
            </a:r>
            <a:r>
              <a:rPr sz="1700" b="1" dirty="0">
                <a:latin typeface="Times New Roman"/>
                <a:cs typeface="Times New Roman"/>
              </a:rPr>
              <a:t> </a:t>
            </a:r>
            <a:r>
              <a:rPr sz="1700" b="1" spc="-2" dirty="0">
                <a:latin typeface="Times New Roman"/>
                <a:cs typeface="Times New Roman"/>
              </a:rPr>
              <a:t>Sto</a:t>
            </a:r>
            <a:r>
              <a:rPr sz="1700" b="1" spc="-5" dirty="0">
                <a:latin typeface="Times New Roman"/>
                <a:cs typeface="Times New Roman"/>
              </a:rPr>
              <a:t>rage</a:t>
            </a:r>
            <a:r>
              <a:rPr sz="1700" b="1" dirty="0">
                <a:latin typeface="Times New Roman"/>
                <a:cs typeface="Times New Roman"/>
              </a:rPr>
              <a:t>-</a:t>
            </a:r>
            <a:endParaRPr lang="en-US" sz="1700" b="1" dirty="0">
              <a:latin typeface="Times New Roman"/>
              <a:cs typeface="Times New Roman"/>
            </a:endParaRPr>
          </a:p>
          <a:p>
            <a:pPr marL="6109" algn="just"/>
            <a:r>
              <a:rPr lang="en-US" sz="1700" dirty="0">
                <a:latin typeface="Times New Roman"/>
                <a:cs typeface="Times New Roman"/>
              </a:rPr>
              <a:t>Removable storage is an external media device that is used by a computer system to store data, and  usually,  these  are  referred  to  as  the  Removable  Disks  drives  or  the  External  Drives. Removable storage is any type of storage device that can be removed/ejected from a computer system while the system is running. Examples of external devices include CDs, DVDs, and Blu-ray disk drives, as well as diskettes and USB drives. Removable storage makes it easier for     a     user     to     transfer     data     from     one     computer     system     to     another. In storage factors, the main benefit of removable disks is that they can provide the fast data transfer rates associated with storage area networks (SANs)</a:t>
            </a:r>
          </a:p>
        </p:txBody>
      </p:sp>
    </p:spTree>
    <p:extLst>
      <p:ext uri="{BB962C8B-B14F-4D97-AF65-F5344CB8AC3E}">
        <p14:creationId xmlns:p14="http://schemas.microsoft.com/office/powerpoint/2010/main" val="13980449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0A5DFD-C6D8-FFE9-58F7-1F61EC8079A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88933F2-F3A9-F5F1-D28B-D9D31346E7AE}"/>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368A4CED-4862-AE06-49B7-3732E0D8C10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BB8740D3-8915-BC51-92D3-DDE32140EB7E}"/>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7C3D41F9-E1D0-20A1-56A4-681E6CE0CC3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p:cNvSpPr txBox="1"/>
          <p:nvPr/>
        </p:nvSpPr>
        <p:spPr>
          <a:xfrm>
            <a:off x="990600" y="923001"/>
            <a:ext cx="6987912" cy="2362185"/>
          </a:xfrm>
          <a:prstGeom prst="rect">
            <a:avLst/>
          </a:prstGeom>
        </p:spPr>
        <p:txBody>
          <a:bodyPr vert="horz" wrap="square" lIns="0" tIns="0" rIns="0" bIns="0" rtlCol="0">
            <a:spAutoFit/>
          </a:bodyPr>
          <a:lstStyle/>
          <a:p>
            <a:pPr marL="6109" algn="just">
              <a:spcBef>
                <a:spcPts val="327"/>
              </a:spcBef>
            </a:pPr>
            <a:r>
              <a:rPr sz="1700" b="1" spc="-5" dirty="0">
                <a:latin typeface="Times New Roman"/>
                <a:cs typeface="Times New Roman"/>
              </a:rPr>
              <a:t>Typ</a:t>
            </a:r>
            <a:r>
              <a:rPr sz="1700" b="1" spc="-7" dirty="0">
                <a:latin typeface="Times New Roman"/>
                <a:cs typeface="Times New Roman"/>
              </a:rPr>
              <a:t>e</a:t>
            </a:r>
            <a:r>
              <a:rPr sz="1700" b="1" dirty="0">
                <a:latin typeface="Times New Roman"/>
                <a:cs typeface="Times New Roman"/>
              </a:rPr>
              <a:t>s</a:t>
            </a:r>
            <a:r>
              <a:rPr sz="1700" b="1" spc="-2" dirty="0">
                <a:latin typeface="Times New Roman"/>
                <a:cs typeface="Times New Roman"/>
              </a:rPr>
              <a:t> </a:t>
            </a:r>
            <a:r>
              <a:rPr sz="1700" b="1" dirty="0">
                <a:latin typeface="Times New Roman"/>
                <a:cs typeface="Times New Roman"/>
              </a:rPr>
              <a:t>of </a:t>
            </a:r>
            <a:r>
              <a:rPr sz="1700" b="1" spc="-2" dirty="0">
                <a:latin typeface="Times New Roman"/>
                <a:cs typeface="Times New Roman"/>
              </a:rPr>
              <a:t>R</a:t>
            </a:r>
            <a:r>
              <a:rPr sz="1700" b="1" spc="-7" dirty="0">
                <a:latin typeface="Times New Roman"/>
                <a:cs typeface="Times New Roman"/>
              </a:rPr>
              <a:t>e</a:t>
            </a:r>
            <a:r>
              <a:rPr sz="1700" b="1" spc="2" dirty="0">
                <a:latin typeface="Times New Roman"/>
                <a:cs typeface="Times New Roman"/>
              </a:rPr>
              <a:t>m</a:t>
            </a:r>
            <a:r>
              <a:rPr sz="1700" b="1" dirty="0">
                <a:latin typeface="Times New Roman"/>
                <a:cs typeface="Times New Roman"/>
              </a:rPr>
              <a:t>ovab</a:t>
            </a:r>
            <a:r>
              <a:rPr sz="1700" b="1" spc="-2" dirty="0">
                <a:latin typeface="Times New Roman"/>
                <a:cs typeface="Times New Roman"/>
              </a:rPr>
              <a:t>le</a:t>
            </a:r>
            <a:r>
              <a:rPr sz="1700" b="1" dirty="0">
                <a:latin typeface="Times New Roman"/>
                <a:cs typeface="Times New Roman"/>
              </a:rPr>
              <a:t> </a:t>
            </a:r>
            <a:r>
              <a:rPr sz="1700" b="1" spc="-2" dirty="0">
                <a:latin typeface="Times New Roman"/>
                <a:cs typeface="Times New Roman"/>
              </a:rPr>
              <a:t>Sto</a:t>
            </a:r>
            <a:r>
              <a:rPr sz="1700" b="1" spc="-5" dirty="0">
                <a:latin typeface="Times New Roman"/>
                <a:cs typeface="Times New Roman"/>
              </a:rPr>
              <a:t>rag</a:t>
            </a:r>
            <a:r>
              <a:rPr sz="1700" b="1" spc="-7" dirty="0">
                <a:latin typeface="Times New Roman"/>
                <a:cs typeface="Times New Roman"/>
              </a:rPr>
              <a:t>e</a:t>
            </a:r>
            <a:r>
              <a:rPr sz="1700" b="1" dirty="0">
                <a:latin typeface="Times New Roman"/>
                <a:cs typeface="Times New Roman"/>
              </a:rPr>
              <a:t>:</a:t>
            </a:r>
            <a:endParaRPr lang="en-US" sz="1700" b="1" dirty="0">
              <a:latin typeface="Times New Roman"/>
              <a:cs typeface="Times New Roman"/>
            </a:endParaRPr>
          </a:p>
          <a:p>
            <a:pPr marL="6109" algn="just">
              <a:spcBef>
                <a:spcPts val="327"/>
              </a:spcBef>
            </a:pPr>
            <a:endParaRPr sz="1700" dirty="0">
              <a:latin typeface="Times New Roman"/>
              <a:cs typeface="Times New Roman"/>
            </a:endParaRPr>
          </a:p>
          <a:p>
            <a:pPr marL="225716" indent="-109651">
              <a:spcBef>
                <a:spcPts val="334"/>
              </a:spcBef>
              <a:buSzPct val="83333"/>
              <a:buFont typeface="Symbol"/>
              <a:buChar char=""/>
              <a:tabLst>
                <a:tab pos="226022" algn="l"/>
              </a:tabLst>
            </a:pPr>
            <a:r>
              <a:rPr sz="1700" spc="-7" dirty="0">
                <a:latin typeface="Times New Roman"/>
                <a:cs typeface="Times New Roman"/>
              </a:rPr>
              <a:t>Optic</a:t>
            </a:r>
            <a:r>
              <a:rPr sz="1700" spc="-10" dirty="0">
                <a:latin typeface="Times New Roman"/>
                <a:cs typeface="Times New Roman"/>
              </a:rPr>
              <a:t>a</a:t>
            </a:r>
            <a:r>
              <a:rPr sz="1700" spc="-2" dirty="0">
                <a:latin typeface="Times New Roman"/>
                <a:cs typeface="Times New Roman"/>
              </a:rPr>
              <a:t>l</a:t>
            </a:r>
            <a:r>
              <a:rPr sz="1700" dirty="0">
                <a:latin typeface="Times New Roman"/>
                <a:cs typeface="Times New Roman"/>
              </a:rPr>
              <a:t> </a:t>
            </a:r>
            <a:r>
              <a:rPr sz="1700" spc="-2" dirty="0">
                <a:latin typeface="Times New Roman"/>
                <a:cs typeface="Times New Roman"/>
              </a:rPr>
              <a:t>disc</a:t>
            </a:r>
            <a:r>
              <a:rPr sz="1700" dirty="0">
                <a:latin typeface="Times New Roman"/>
                <a:cs typeface="Times New Roman"/>
              </a:rPr>
              <a:t>s</a:t>
            </a:r>
            <a:r>
              <a:rPr sz="1700" spc="-2" dirty="0">
                <a:latin typeface="Times New Roman"/>
                <a:cs typeface="Times New Roman"/>
              </a:rPr>
              <a:t> </a:t>
            </a:r>
            <a:r>
              <a:rPr sz="1700" dirty="0">
                <a:latin typeface="Times New Roman"/>
                <a:cs typeface="Times New Roman"/>
              </a:rPr>
              <a:t>(CDs,</a:t>
            </a:r>
            <a:r>
              <a:rPr sz="1700" spc="-2" dirty="0">
                <a:latin typeface="Times New Roman"/>
                <a:cs typeface="Times New Roman"/>
              </a:rPr>
              <a:t> DV</a:t>
            </a:r>
            <a:r>
              <a:rPr sz="1700" spc="2" dirty="0">
                <a:latin typeface="Times New Roman"/>
                <a:cs typeface="Times New Roman"/>
              </a:rPr>
              <a:t>D</a:t>
            </a:r>
            <a:r>
              <a:rPr sz="1700" spc="-2" dirty="0">
                <a:latin typeface="Times New Roman"/>
                <a:cs typeface="Times New Roman"/>
              </a:rPr>
              <a:t>s</a:t>
            </a:r>
            <a:r>
              <a:rPr sz="1700" dirty="0">
                <a:latin typeface="Times New Roman"/>
                <a:cs typeface="Times New Roman"/>
              </a:rPr>
              <a:t>, </a:t>
            </a:r>
            <a:r>
              <a:rPr sz="1700" spc="-5" dirty="0">
                <a:latin typeface="Times New Roman"/>
                <a:cs typeface="Times New Roman"/>
              </a:rPr>
              <a:t>Bl</a:t>
            </a:r>
            <a:r>
              <a:rPr sz="1700" spc="-2" dirty="0">
                <a:latin typeface="Times New Roman"/>
                <a:cs typeface="Times New Roman"/>
              </a:rPr>
              <a:t>u-r</a:t>
            </a:r>
            <a:r>
              <a:rPr sz="1700" spc="-10" dirty="0">
                <a:latin typeface="Times New Roman"/>
                <a:cs typeface="Times New Roman"/>
              </a:rPr>
              <a:t>a</a:t>
            </a:r>
            <a:r>
              <a:rPr sz="1700" dirty="0">
                <a:latin typeface="Times New Roman"/>
                <a:cs typeface="Times New Roman"/>
              </a:rPr>
              <a:t>y discs)</a:t>
            </a:r>
          </a:p>
          <a:p>
            <a:pPr marL="225716" indent="-109651">
              <a:spcBef>
                <a:spcPts val="327"/>
              </a:spcBef>
              <a:buSzPct val="83333"/>
              <a:buFont typeface="Symbol"/>
              <a:buChar char=""/>
              <a:tabLst>
                <a:tab pos="226022" algn="l"/>
              </a:tabLst>
            </a:pPr>
            <a:r>
              <a:rPr sz="1700" spc="-2" dirty="0">
                <a:latin typeface="Times New Roman"/>
                <a:cs typeface="Times New Roman"/>
              </a:rPr>
              <a:t>Me</a:t>
            </a:r>
            <a:r>
              <a:rPr sz="1700" spc="-5" dirty="0">
                <a:latin typeface="Times New Roman"/>
                <a:cs typeface="Times New Roman"/>
              </a:rPr>
              <a:t>mory</a:t>
            </a:r>
            <a:r>
              <a:rPr sz="1700" spc="-2" dirty="0">
                <a:latin typeface="Times New Roman"/>
                <a:cs typeface="Times New Roman"/>
              </a:rPr>
              <a:t> </a:t>
            </a:r>
            <a:r>
              <a:rPr sz="1700" spc="-10" dirty="0">
                <a:latin typeface="Times New Roman"/>
                <a:cs typeface="Times New Roman"/>
              </a:rPr>
              <a:t>c</a:t>
            </a:r>
            <a:r>
              <a:rPr sz="1700" spc="-7" dirty="0">
                <a:latin typeface="Times New Roman"/>
                <a:cs typeface="Times New Roman"/>
              </a:rPr>
              <a:t>a</a:t>
            </a:r>
            <a:r>
              <a:rPr sz="1700" dirty="0">
                <a:latin typeface="Times New Roman"/>
                <a:cs typeface="Times New Roman"/>
              </a:rPr>
              <a:t>rds</a:t>
            </a:r>
          </a:p>
          <a:p>
            <a:pPr marL="225716" indent="-109651">
              <a:spcBef>
                <a:spcPts val="337"/>
              </a:spcBef>
              <a:buSzPct val="83333"/>
              <a:buFont typeface="Symbol"/>
              <a:buChar char=""/>
              <a:tabLst>
                <a:tab pos="226022" algn="l"/>
              </a:tabLst>
            </a:pPr>
            <a:r>
              <a:rPr sz="1700" spc="-5" dirty="0">
                <a:latin typeface="Times New Roman"/>
                <a:cs typeface="Times New Roman"/>
              </a:rPr>
              <a:t>Floppy</a:t>
            </a:r>
            <a:r>
              <a:rPr sz="1700" spc="-2" dirty="0">
                <a:latin typeface="Times New Roman"/>
                <a:cs typeface="Times New Roman"/>
              </a:rPr>
              <a:t> disks</a:t>
            </a:r>
            <a:endParaRPr sz="1700" dirty="0">
              <a:latin typeface="Times New Roman"/>
              <a:cs typeface="Times New Roman"/>
            </a:endParaRPr>
          </a:p>
          <a:p>
            <a:pPr marL="225716" indent="-109651">
              <a:spcBef>
                <a:spcPts val="327"/>
              </a:spcBef>
              <a:buSzPct val="83333"/>
              <a:buFont typeface="Symbol"/>
              <a:buChar char=""/>
              <a:tabLst>
                <a:tab pos="226022" algn="l"/>
              </a:tabLst>
            </a:pPr>
            <a:r>
              <a:rPr sz="1700" spc="-2" dirty="0">
                <a:latin typeface="Times New Roman"/>
                <a:cs typeface="Times New Roman"/>
              </a:rPr>
              <a:t>Ma</a:t>
            </a:r>
            <a:r>
              <a:rPr sz="1700" spc="-5" dirty="0">
                <a:latin typeface="Times New Roman"/>
                <a:cs typeface="Times New Roman"/>
              </a:rPr>
              <a:t>gn</a:t>
            </a:r>
            <a:r>
              <a:rPr sz="1700" spc="-7" dirty="0">
                <a:latin typeface="Times New Roman"/>
                <a:cs typeface="Times New Roman"/>
              </a:rPr>
              <a:t>e</a:t>
            </a:r>
            <a:r>
              <a:rPr sz="1700" spc="-2" dirty="0">
                <a:latin typeface="Times New Roman"/>
                <a:cs typeface="Times New Roman"/>
              </a:rPr>
              <a:t>tic tap</a:t>
            </a:r>
            <a:r>
              <a:rPr sz="1700" spc="-10" dirty="0">
                <a:latin typeface="Times New Roman"/>
                <a:cs typeface="Times New Roman"/>
              </a:rPr>
              <a:t>e</a:t>
            </a:r>
            <a:r>
              <a:rPr sz="1700" dirty="0">
                <a:latin typeface="Times New Roman"/>
                <a:cs typeface="Times New Roman"/>
              </a:rPr>
              <a:t>s</a:t>
            </a:r>
          </a:p>
          <a:p>
            <a:pPr marL="225716" indent="-109651">
              <a:spcBef>
                <a:spcPts val="334"/>
              </a:spcBef>
              <a:buSzPct val="83333"/>
              <a:buFont typeface="Symbol"/>
              <a:buChar char=""/>
              <a:tabLst>
                <a:tab pos="226022" algn="l"/>
              </a:tabLst>
            </a:pPr>
            <a:r>
              <a:rPr sz="1700" spc="-2" dirty="0">
                <a:latin typeface="Times New Roman"/>
                <a:cs typeface="Times New Roman"/>
              </a:rPr>
              <a:t>Dis</a:t>
            </a:r>
            <a:r>
              <a:rPr sz="1700" dirty="0">
                <a:latin typeface="Times New Roman"/>
                <a:cs typeface="Times New Roman"/>
              </a:rPr>
              <a:t>k </a:t>
            </a:r>
            <a:r>
              <a:rPr sz="1700" spc="-5" dirty="0">
                <a:latin typeface="Times New Roman"/>
                <a:cs typeface="Times New Roman"/>
              </a:rPr>
              <a:t>p</a:t>
            </a:r>
            <a:r>
              <a:rPr sz="1700" spc="-7" dirty="0">
                <a:latin typeface="Times New Roman"/>
                <a:cs typeface="Times New Roman"/>
              </a:rPr>
              <a:t>ac</a:t>
            </a:r>
            <a:r>
              <a:rPr sz="1700" dirty="0">
                <a:latin typeface="Times New Roman"/>
                <a:cs typeface="Times New Roman"/>
              </a:rPr>
              <a:t>ks</a:t>
            </a:r>
          </a:p>
          <a:p>
            <a:pPr marL="225716" indent="-109651">
              <a:spcBef>
                <a:spcPts val="327"/>
              </a:spcBef>
              <a:buSzPct val="83333"/>
              <a:buFont typeface="Symbol"/>
              <a:buChar char=""/>
              <a:tabLst>
                <a:tab pos="226022" algn="l"/>
              </a:tabLst>
            </a:pPr>
            <a:r>
              <a:rPr sz="1700" dirty="0">
                <a:latin typeface="Times New Roman"/>
                <a:cs typeface="Times New Roman"/>
              </a:rPr>
              <a:t>P</a:t>
            </a:r>
            <a:r>
              <a:rPr sz="1700" spc="-7" dirty="0">
                <a:latin typeface="Times New Roman"/>
                <a:cs typeface="Times New Roman"/>
              </a:rPr>
              <a:t>a</a:t>
            </a:r>
            <a:r>
              <a:rPr sz="1700" spc="-5" dirty="0">
                <a:latin typeface="Times New Roman"/>
                <a:cs typeface="Times New Roman"/>
              </a:rPr>
              <a:t>p</a:t>
            </a:r>
            <a:r>
              <a:rPr sz="1700" spc="-7" dirty="0">
                <a:latin typeface="Times New Roman"/>
                <a:cs typeface="Times New Roman"/>
              </a:rPr>
              <a:t>e</a:t>
            </a:r>
            <a:r>
              <a:rPr sz="1700" dirty="0">
                <a:latin typeface="Times New Roman"/>
                <a:cs typeface="Times New Roman"/>
              </a:rPr>
              <a:t>r </a:t>
            </a:r>
            <a:r>
              <a:rPr sz="1700" spc="-2" dirty="0">
                <a:latin typeface="Times New Roman"/>
                <a:cs typeface="Times New Roman"/>
              </a:rPr>
              <a:t>stor</a:t>
            </a:r>
            <a:r>
              <a:rPr sz="1700" spc="-7" dirty="0">
                <a:latin typeface="Times New Roman"/>
                <a:cs typeface="Times New Roman"/>
              </a:rPr>
              <a:t>a</a:t>
            </a:r>
            <a:r>
              <a:rPr sz="1700" spc="-5" dirty="0">
                <a:latin typeface="Times New Roman"/>
                <a:cs typeface="Times New Roman"/>
              </a:rPr>
              <a:t>ge</a:t>
            </a:r>
            <a:r>
              <a:rPr sz="1700" spc="2" dirty="0">
                <a:latin typeface="Times New Roman"/>
                <a:cs typeface="Times New Roman"/>
              </a:rPr>
              <a:t> </a:t>
            </a:r>
            <a:r>
              <a:rPr sz="1700" spc="-5" dirty="0">
                <a:latin typeface="Times New Roman"/>
                <a:cs typeface="Times New Roman"/>
              </a:rPr>
              <a:t>(pun</a:t>
            </a:r>
            <a:r>
              <a:rPr sz="1700" spc="-10" dirty="0">
                <a:latin typeface="Times New Roman"/>
                <a:cs typeface="Times New Roman"/>
              </a:rPr>
              <a:t>c</a:t>
            </a:r>
            <a:r>
              <a:rPr sz="1700" spc="5" dirty="0">
                <a:latin typeface="Times New Roman"/>
                <a:cs typeface="Times New Roman"/>
              </a:rPr>
              <a:t>h</a:t>
            </a:r>
            <a:r>
              <a:rPr sz="1700" spc="-7" dirty="0">
                <a:latin typeface="Times New Roman"/>
                <a:cs typeface="Times New Roman"/>
              </a:rPr>
              <a:t>e</a:t>
            </a:r>
            <a:r>
              <a:rPr sz="1700" dirty="0">
                <a:latin typeface="Times New Roman"/>
                <a:cs typeface="Times New Roman"/>
              </a:rPr>
              <a:t>d </a:t>
            </a:r>
            <a:r>
              <a:rPr sz="1700" spc="-2" dirty="0">
                <a:latin typeface="Times New Roman"/>
                <a:cs typeface="Times New Roman"/>
              </a:rPr>
              <a:t>tap</a:t>
            </a:r>
            <a:r>
              <a:rPr sz="1700" spc="-10" dirty="0">
                <a:latin typeface="Times New Roman"/>
                <a:cs typeface="Times New Roman"/>
              </a:rPr>
              <a:t>e</a:t>
            </a:r>
            <a:r>
              <a:rPr sz="1700" spc="-2" dirty="0">
                <a:latin typeface="Times New Roman"/>
                <a:cs typeface="Times New Roman"/>
              </a:rPr>
              <a:t>s</a:t>
            </a:r>
            <a:r>
              <a:rPr sz="1700" dirty="0">
                <a:latin typeface="Times New Roman"/>
                <a:cs typeface="Times New Roman"/>
              </a:rPr>
              <a:t>, </a:t>
            </a:r>
            <a:r>
              <a:rPr sz="1700" spc="-5" dirty="0">
                <a:latin typeface="Times New Roman"/>
                <a:cs typeface="Times New Roman"/>
              </a:rPr>
              <a:t>pun</a:t>
            </a:r>
            <a:r>
              <a:rPr sz="1700" spc="-7" dirty="0">
                <a:latin typeface="Times New Roman"/>
                <a:cs typeface="Times New Roman"/>
              </a:rPr>
              <a:t>c</a:t>
            </a:r>
            <a:r>
              <a:rPr sz="1700" spc="-5" dirty="0">
                <a:latin typeface="Times New Roman"/>
                <a:cs typeface="Times New Roman"/>
              </a:rPr>
              <a:t>h</a:t>
            </a:r>
            <a:r>
              <a:rPr sz="1700" spc="-7" dirty="0">
                <a:latin typeface="Times New Roman"/>
                <a:cs typeface="Times New Roman"/>
              </a:rPr>
              <a:t>e</a:t>
            </a:r>
            <a:r>
              <a:rPr sz="1700" dirty="0">
                <a:latin typeface="Times New Roman"/>
                <a:cs typeface="Times New Roman"/>
              </a:rPr>
              <a:t>d</a:t>
            </a:r>
            <a:r>
              <a:rPr sz="1700" spc="5" dirty="0">
                <a:latin typeface="Times New Roman"/>
                <a:cs typeface="Times New Roman"/>
              </a:rPr>
              <a:t> </a:t>
            </a:r>
            <a:r>
              <a:rPr sz="1700" spc="-7" dirty="0">
                <a:latin typeface="Times New Roman"/>
                <a:cs typeface="Times New Roman"/>
              </a:rPr>
              <a:t>c</a:t>
            </a:r>
            <a:r>
              <a:rPr sz="1700" spc="-2" dirty="0">
                <a:latin typeface="Times New Roman"/>
                <a:cs typeface="Times New Roman"/>
              </a:rPr>
              <a:t>a</a:t>
            </a:r>
            <a:r>
              <a:rPr sz="1700" dirty="0">
                <a:latin typeface="Times New Roman"/>
                <a:cs typeface="Times New Roman"/>
              </a:rPr>
              <a:t>rds)</a:t>
            </a:r>
          </a:p>
        </p:txBody>
      </p:sp>
    </p:spTree>
    <p:extLst>
      <p:ext uri="{BB962C8B-B14F-4D97-AF65-F5344CB8AC3E}">
        <p14:creationId xmlns:p14="http://schemas.microsoft.com/office/powerpoint/2010/main" val="291900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471DEB-C09A-526B-F4CA-D4268809A3E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A24D074-4A0B-7964-CC7B-4C72DF376654}"/>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7580C3C9-8DC4-970F-EA7E-5738D3D23A8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A26B7BE5-2E2C-4339-C97E-2D7948378B30}"/>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24DD3F52-AA4D-4868-12F1-F342101B9AD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a:extLst>
              <a:ext uri="{FF2B5EF4-FFF2-40B4-BE49-F238E27FC236}">
                <a16:creationId xmlns:a16="http://schemas.microsoft.com/office/drawing/2014/main" id="{E132034A-68FA-CD66-B4FA-CEF319A5FB9E}"/>
              </a:ext>
            </a:extLst>
          </p:cNvPr>
          <p:cNvSpPr txBox="1"/>
          <p:nvPr/>
        </p:nvSpPr>
        <p:spPr>
          <a:xfrm>
            <a:off x="1013088" y="742950"/>
            <a:ext cx="6987912" cy="3344505"/>
          </a:xfrm>
          <a:prstGeom prst="rect">
            <a:avLst/>
          </a:prstGeom>
        </p:spPr>
        <p:txBody>
          <a:bodyPr vert="horz" wrap="square" lIns="0" tIns="0" rIns="0" bIns="0" rtlCol="0">
            <a:spAutoFit/>
          </a:bodyPr>
          <a:lstStyle/>
          <a:p>
            <a:pPr marL="6109" algn="just"/>
            <a:r>
              <a:rPr sz="1700" b="1" spc="-2" dirty="0">
                <a:latin typeface="Times New Roman"/>
                <a:cs typeface="Times New Roman"/>
              </a:rPr>
              <a:t>Adva</a:t>
            </a:r>
            <a:r>
              <a:rPr sz="1700" b="1" spc="2" dirty="0">
                <a:latin typeface="Times New Roman"/>
                <a:cs typeface="Times New Roman"/>
              </a:rPr>
              <a:t>n</a:t>
            </a:r>
            <a:r>
              <a:rPr sz="1700" b="1" spc="-5" dirty="0">
                <a:latin typeface="Times New Roman"/>
                <a:cs typeface="Times New Roman"/>
              </a:rPr>
              <a:t>tag</a:t>
            </a:r>
            <a:r>
              <a:rPr sz="1700" b="1" spc="-10" dirty="0">
                <a:latin typeface="Times New Roman"/>
                <a:cs typeface="Times New Roman"/>
              </a:rPr>
              <a:t>e</a:t>
            </a:r>
            <a:r>
              <a:rPr sz="1700" b="1" spc="-2" dirty="0">
                <a:latin typeface="Times New Roman"/>
                <a:cs typeface="Times New Roman"/>
              </a:rPr>
              <a:t>s:</a:t>
            </a:r>
            <a:endParaRPr lang="en-US" sz="1700" b="1" spc="-2" dirty="0">
              <a:latin typeface="Times New Roman"/>
              <a:cs typeface="Times New Roman"/>
            </a:endParaRPr>
          </a:p>
          <a:p>
            <a:pPr marL="6109" algn="just"/>
            <a:endParaRPr sz="1700" dirty="0">
              <a:latin typeface="Times New Roman"/>
              <a:cs typeface="Times New Roman"/>
            </a:endParaRPr>
          </a:p>
          <a:p>
            <a:pPr marL="225716" marR="4887" indent="-109651" algn="just">
              <a:spcBef>
                <a:spcPts val="380"/>
              </a:spcBef>
              <a:buFont typeface="Times New Roman"/>
              <a:buAutoNum type="arabicPeriod"/>
              <a:tabLst>
                <a:tab pos="226022" algn="l"/>
              </a:tabLst>
            </a:pPr>
            <a:r>
              <a:rPr lang="en-US" sz="1700" b="1" spc="-5" dirty="0">
                <a:latin typeface="Times New Roman"/>
                <a:cs typeface="Times New Roman"/>
              </a:rPr>
              <a:t> </a:t>
            </a:r>
            <a:r>
              <a:rPr sz="1700" b="1" spc="-5" dirty="0">
                <a:latin typeface="Times New Roman"/>
                <a:cs typeface="Times New Roman"/>
              </a:rPr>
              <a:t>L</a:t>
            </a:r>
            <a:r>
              <a:rPr sz="1700" b="1" spc="-10" dirty="0">
                <a:latin typeface="Times New Roman"/>
                <a:cs typeface="Times New Roman"/>
              </a:rPr>
              <a:t>a</a:t>
            </a:r>
            <a:r>
              <a:rPr sz="1700" b="1" spc="-5" dirty="0">
                <a:latin typeface="Times New Roman"/>
                <a:cs typeface="Times New Roman"/>
              </a:rPr>
              <a:t>rge</a:t>
            </a:r>
            <a:r>
              <a:rPr sz="1700" b="1" dirty="0">
                <a:latin typeface="Times New Roman"/>
                <a:cs typeface="Times New Roman"/>
              </a:rPr>
              <a:t> </a:t>
            </a:r>
            <a:r>
              <a:rPr sz="1700" b="1" spc="-12" dirty="0">
                <a:latin typeface="Times New Roman"/>
                <a:cs typeface="Times New Roman"/>
              </a:rPr>
              <a:t> </a:t>
            </a:r>
            <a:r>
              <a:rPr sz="1700" b="1" spc="-5" dirty="0">
                <a:latin typeface="Times New Roman"/>
                <a:cs typeface="Times New Roman"/>
              </a:rPr>
              <a:t>storage</a:t>
            </a:r>
            <a:r>
              <a:rPr sz="1700" b="1" dirty="0">
                <a:latin typeface="Times New Roman"/>
                <a:cs typeface="Times New Roman"/>
              </a:rPr>
              <a:t> </a:t>
            </a:r>
            <a:r>
              <a:rPr sz="1700" b="1" spc="-10" dirty="0">
                <a:latin typeface="Times New Roman"/>
                <a:cs typeface="Times New Roman"/>
              </a:rPr>
              <a:t> </a:t>
            </a:r>
            <a:r>
              <a:rPr sz="1700" b="1" spc="-2" dirty="0">
                <a:latin typeface="Times New Roman"/>
                <a:cs typeface="Times New Roman"/>
              </a:rPr>
              <a:t>c</a:t>
            </a:r>
            <a:r>
              <a:rPr sz="1700" b="1" spc="-7" dirty="0">
                <a:latin typeface="Times New Roman"/>
                <a:cs typeface="Times New Roman"/>
              </a:rPr>
              <a:t>a</a:t>
            </a:r>
            <a:r>
              <a:rPr sz="1700" b="1" spc="-5" dirty="0">
                <a:latin typeface="Times New Roman"/>
                <a:cs typeface="Times New Roman"/>
              </a:rPr>
              <a:t>p</a:t>
            </a:r>
            <a:r>
              <a:rPr sz="1700" b="1" spc="-7" dirty="0">
                <a:latin typeface="Times New Roman"/>
                <a:cs typeface="Times New Roman"/>
              </a:rPr>
              <a:t>ac</a:t>
            </a:r>
            <a:r>
              <a:rPr sz="1700" b="1" spc="-2" dirty="0">
                <a:latin typeface="Times New Roman"/>
                <a:cs typeface="Times New Roman"/>
              </a:rPr>
              <a:t>ity:</a:t>
            </a:r>
            <a:r>
              <a:rPr sz="1700" b="1" dirty="0">
                <a:latin typeface="Times New Roman"/>
                <a:cs typeface="Times New Roman"/>
              </a:rPr>
              <a:t> </a:t>
            </a:r>
            <a:r>
              <a:rPr sz="1700" b="1" spc="-7" dirty="0">
                <a:latin typeface="Times New Roman"/>
                <a:cs typeface="Times New Roman"/>
              </a:rPr>
              <a:t> </a:t>
            </a:r>
            <a:r>
              <a:rPr sz="1700" dirty="0">
                <a:latin typeface="Times New Roman"/>
                <a:cs typeface="Times New Roman"/>
              </a:rPr>
              <a:t>S</a:t>
            </a:r>
            <a:r>
              <a:rPr sz="1700" spc="-7" dirty="0">
                <a:latin typeface="Times New Roman"/>
                <a:cs typeface="Times New Roman"/>
              </a:rPr>
              <a:t>ec</a:t>
            </a:r>
            <a:r>
              <a:rPr sz="1700" spc="-5" dirty="0">
                <a:latin typeface="Times New Roman"/>
                <a:cs typeface="Times New Roman"/>
              </a:rPr>
              <a:t>ond</a:t>
            </a:r>
            <a:r>
              <a:rPr sz="1700" spc="-2" dirty="0">
                <a:latin typeface="Times New Roman"/>
                <a:cs typeface="Times New Roman"/>
              </a:rPr>
              <a:t>a</a:t>
            </a:r>
            <a:r>
              <a:rPr sz="1700" dirty="0">
                <a:latin typeface="Times New Roman"/>
                <a:cs typeface="Times New Roman"/>
              </a:rPr>
              <a:t>ry </a:t>
            </a:r>
            <a:r>
              <a:rPr sz="1700" spc="-7" dirty="0">
                <a:latin typeface="Times New Roman"/>
                <a:cs typeface="Times New Roman"/>
              </a:rPr>
              <a:t> </a:t>
            </a:r>
            <a:r>
              <a:rPr sz="1700" spc="-5" dirty="0">
                <a:latin typeface="Times New Roman"/>
                <a:cs typeface="Times New Roman"/>
              </a:rPr>
              <a:t>memor</a:t>
            </a:r>
            <a:r>
              <a:rPr sz="1700" dirty="0">
                <a:latin typeface="Times New Roman"/>
                <a:cs typeface="Times New Roman"/>
              </a:rPr>
              <a:t>y </a:t>
            </a:r>
            <a:r>
              <a:rPr sz="1700" spc="-7" dirty="0">
                <a:latin typeface="Times New Roman"/>
                <a:cs typeface="Times New Roman"/>
              </a:rPr>
              <a:t> </a:t>
            </a:r>
            <a:r>
              <a:rPr sz="1700" spc="-5" dirty="0">
                <a:latin typeface="Times New Roman"/>
                <a:cs typeface="Times New Roman"/>
              </a:rPr>
              <a:t>d</a:t>
            </a:r>
            <a:r>
              <a:rPr sz="1700" spc="-2" dirty="0">
                <a:latin typeface="Times New Roman"/>
                <a:cs typeface="Times New Roman"/>
              </a:rPr>
              <a:t>evic</a:t>
            </a:r>
            <a:r>
              <a:rPr sz="1700" spc="-10" dirty="0">
                <a:latin typeface="Times New Roman"/>
                <a:cs typeface="Times New Roman"/>
              </a:rPr>
              <a:t>e</a:t>
            </a:r>
            <a:r>
              <a:rPr sz="1700" dirty="0">
                <a:latin typeface="Times New Roman"/>
                <a:cs typeface="Times New Roman"/>
              </a:rPr>
              <a:t>s </a:t>
            </a:r>
            <a:r>
              <a:rPr sz="1700" spc="-12" dirty="0">
                <a:latin typeface="Times New Roman"/>
                <a:cs typeface="Times New Roman"/>
              </a:rPr>
              <a:t> </a:t>
            </a:r>
            <a:r>
              <a:rPr sz="1700" spc="-2" dirty="0">
                <a:latin typeface="Times New Roman"/>
                <a:cs typeface="Times New Roman"/>
              </a:rPr>
              <a:t>typi</a:t>
            </a:r>
            <a:r>
              <a:rPr sz="1700" spc="-7" dirty="0">
                <a:latin typeface="Times New Roman"/>
                <a:cs typeface="Times New Roman"/>
              </a:rPr>
              <a:t>ca</a:t>
            </a:r>
            <a:r>
              <a:rPr sz="1700" spc="-2" dirty="0">
                <a:latin typeface="Times New Roman"/>
                <a:cs typeface="Times New Roman"/>
              </a:rPr>
              <a:t>ll</a:t>
            </a:r>
            <a:r>
              <a:rPr sz="1700" dirty="0">
                <a:latin typeface="Times New Roman"/>
                <a:cs typeface="Times New Roman"/>
              </a:rPr>
              <a:t>y </a:t>
            </a:r>
            <a:r>
              <a:rPr sz="1700" spc="-14" dirty="0">
                <a:latin typeface="Times New Roman"/>
                <a:cs typeface="Times New Roman"/>
              </a:rPr>
              <a:t> </a:t>
            </a:r>
            <a:r>
              <a:rPr sz="1700" spc="5" dirty="0">
                <a:latin typeface="Times New Roman"/>
                <a:cs typeface="Times New Roman"/>
              </a:rPr>
              <a:t>h</a:t>
            </a:r>
            <a:r>
              <a:rPr sz="1700" spc="-7" dirty="0">
                <a:latin typeface="Times New Roman"/>
                <a:cs typeface="Times New Roman"/>
              </a:rPr>
              <a:t>a</a:t>
            </a:r>
            <a:r>
              <a:rPr sz="1700" spc="-5" dirty="0">
                <a:latin typeface="Times New Roman"/>
                <a:cs typeface="Times New Roman"/>
              </a:rPr>
              <a:t>ve</a:t>
            </a:r>
            <a:r>
              <a:rPr sz="1700" dirty="0">
                <a:latin typeface="Times New Roman"/>
                <a:cs typeface="Times New Roman"/>
              </a:rPr>
              <a:t> </a:t>
            </a:r>
            <a:r>
              <a:rPr sz="1700" spc="-10" dirty="0">
                <a:latin typeface="Times New Roman"/>
                <a:cs typeface="Times New Roman"/>
              </a:rPr>
              <a:t> </a:t>
            </a:r>
            <a:r>
              <a:rPr sz="1700" spc="-5" dirty="0">
                <a:latin typeface="Times New Roman"/>
                <a:cs typeface="Times New Roman"/>
              </a:rPr>
              <a:t>a</a:t>
            </a:r>
            <a:r>
              <a:rPr sz="1700" dirty="0">
                <a:latin typeface="Times New Roman"/>
                <a:cs typeface="Times New Roman"/>
              </a:rPr>
              <a:t> </a:t>
            </a:r>
            <a:r>
              <a:rPr sz="1700" spc="-10" dirty="0">
                <a:latin typeface="Times New Roman"/>
                <a:cs typeface="Times New Roman"/>
              </a:rPr>
              <a:t> </a:t>
            </a:r>
            <a:r>
              <a:rPr sz="1700" spc="-5" dirty="0">
                <a:latin typeface="Times New Roman"/>
                <a:cs typeface="Times New Roman"/>
              </a:rPr>
              <a:t>much</a:t>
            </a:r>
            <a:r>
              <a:rPr sz="1700" dirty="0">
                <a:latin typeface="Times New Roman"/>
                <a:cs typeface="Times New Roman"/>
              </a:rPr>
              <a:t> </a:t>
            </a:r>
            <a:r>
              <a:rPr sz="1700" spc="-14" dirty="0">
                <a:latin typeface="Times New Roman"/>
                <a:cs typeface="Times New Roman"/>
              </a:rPr>
              <a:t> </a:t>
            </a:r>
            <a:r>
              <a:rPr sz="1700" spc="-2" dirty="0">
                <a:latin typeface="Times New Roman"/>
                <a:cs typeface="Times New Roman"/>
              </a:rPr>
              <a:t>la</a:t>
            </a:r>
            <a:r>
              <a:rPr sz="1700" spc="-7" dirty="0">
                <a:latin typeface="Times New Roman"/>
                <a:cs typeface="Times New Roman"/>
              </a:rPr>
              <a:t>r</a:t>
            </a:r>
            <a:r>
              <a:rPr sz="1700" spc="5" dirty="0">
                <a:latin typeface="Times New Roman"/>
                <a:cs typeface="Times New Roman"/>
              </a:rPr>
              <a:t>g</a:t>
            </a:r>
            <a:r>
              <a:rPr sz="1700" spc="-7" dirty="0">
                <a:latin typeface="Times New Roman"/>
                <a:cs typeface="Times New Roman"/>
              </a:rPr>
              <a:t>e</a:t>
            </a:r>
            <a:r>
              <a:rPr sz="1700" dirty="0">
                <a:latin typeface="Times New Roman"/>
                <a:cs typeface="Times New Roman"/>
              </a:rPr>
              <a:t>r </a:t>
            </a:r>
            <a:r>
              <a:rPr sz="1700" spc="-5" dirty="0">
                <a:latin typeface="Times New Roman"/>
                <a:cs typeface="Times New Roman"/>
              </a:rPr>
              <a:t>storage</a:t>
            </a:r>
            <a:r>
              <a:rPr sz="1700" spc="31" dirty="0">
                <a:latin typeface="Times New Roman"/>
                <a:cs typeface="Times New Roman"/>
              </a:rPr>
              <a:t> </a:t>
            </a:r>
            <a:r>
              <a:rPr sz="1700" spc="-2" dirty="0">
                <a:latin typeface="Times New Roman"/>
                <a:cs typeface="Times New Roman"/>
              </a:rPr>
              <a:t>c</a:t>
            </a:r>
            <a:r>
              <a:rPr sz="1700" spc="-7" dirty="0">
                <a:latin typeface="Times New Roman"/>
                <a:cs typeface="Times New Roman"/>
              </a:rPr>
              <a:t>a</a:t>
            </a:r>
            <a:r>
              <a:rPr sz="1700" spc="-5" dirty="0">
                <a:latin typeface="Times New Roman"/>
                <a:cs typeface="Times New Roman"/>
              </a:rPr>
              <a:t>p</a:t>
            </a:r>
            <a:r>
              <a:rPr sz="1700" spc="-2" dirty="0">
                <a:latin typeface="Times New Roman"/>
                <a:cs typeface="Times New Roman"/>
              </a:rPr>
              <a:t>a</a:t>
            </a:r>
            <a:r>
              <a:rPr sz="1700" spc="-7" dirty="0">
                <a:latin typeface="Times New Roman"/>
                <a:cs typeface="Times New Roman"/>
              </a:rPr>
              <a:t>c</a:t>
            </a:r>
            <a:r>
              <a:rPr sz="1700" spc="-2" dirty="0">
                <a:latin typeface="Times New Roman"/>
                <a:cs typeface="Times New Roman"/>
              </a:rPr>
              <a:t>it</a:t>
            </a:r>
            <a:r>
              <a:rPr sz="1700" dirty="0">
                <a:latin typeface="Times New Roman"/>
                <a:cs typeface="Times New Roman"/>
              </a:rPr>
              <a:t>y</a:t>
            </a:r>
            <a:r>
              <a:rPr sz="1700" spc="34" dirty="0">
                <a:latin typeface="Times New Roman"/>
                <a:cs typeface="Times New Roman"/>
              </a:rPr>
              <a:t> </a:t>
            </a:r>
            <a:r>
              <a:rPr sz="1700" spc="-5" dirty="0">
                <a:latin typeface="Times New Roman"/>
                <a:cs typeface="Times New Roman"/>
              </a:rPr>
              <a:t>than</a:t>
            </a:r>
            <a:r>
              <a:rPr sz="1700" spc="31" dirty="0">
                <a:latin typeface="Times New Roman"/>
                <a:cs typeface="Times New Roman"/>
              </a:rPr>
              <a:t> </a:t>
            </a:r>
            <a:r>
              <a:rPr sz="1700" spc="-2" dirty="0">
                <a:latin typeface="Times New Roman"/>
                <a:cs typeface="Times New Roman"/>
              </a:rPr>
              <a:t>pr</a:t>
            </a:r>
            <a:r>
              <a:rPr sz="1700" dirty="0">
                <a:latin typeface="Times New Roman"/>
                <a:cs typeface="Times New Roman"/>
              </a:rPr>
              <a:t>i</a:t>
            </a:r>
            <a:r>
              <a:rPr sz="1700" spc="-5" dirty="0">
                <a:latin typeface="Times New Roman"/>
                <a:cs typeface="Times New Roman"/>
              </a:rPr>
              <a:t>ma</a:t>
            </a:r>
            <a:r>
              <a:rPr sz="1700" spc="-7" dirty="0">
                <a:latin typeface="Times New Roman"/>
                <a:cs typeface="Times New Roman"/>
              </a:rPr>
              <a:t>r</a:t>
            </a:r>
            <a:r>
              <a:rPr sz="1700" dirty="0">
                <a:latin typeface="Times New Roman"/>
                <a:cs typeface="Times New Roman"/>
              </a:rPr>
              <a:t>y</a:t>
            </a:r>
            <a:r>
              <a:rPr sz="1700" spc="34" dirty="0">
                <a:latin typeface="Times New Roman"/>
                <a:cs typeface="Times New Roman"/>
              </a:rPr>
              <a:t> </a:t>
            </a:r>
            <a:r>
              <a:rPr sz="1700" spc="-5" dirty="0">
                <a:latin typeface="Times New Roman"/>
                <a:cs typeface="Times New Roman"/>
              </a:rPr>
              <a:t>memor</a:t>
            </a:r>
            <a:r>
              <a:rPr sz="1700" dirty="0">
                <a:latin typeface="Times New Roman"/>
                <a:cs typeface="Times New Roman"/>
              </a:rPr>
              <a:t>y,</a:t>
            </a:r>
            <a:r>
              <a:rPr sz="1700" spc="38" dirty="0">
                <a:latin typeface="Times New Roman"/>
                <a:cs typeface="Times New Roman"/>
              </a:rPr>
              <a:t> </a:t>
            </a:r>
            <a:r>
              <a:rPr sz="1700" spc="-7" dirty="0">
                <a:latin typeface="Times New Roman"/>
                <a:cs typeface="Times New Roman"/>
              </a:rPr>
              <a:t>a</a:t>
            </a:r>
            <a:r>
              <a:rPr sz="1700" spc="-2" dirty="0">
                <a:latin typeface="Times New Roman"/>
                <a:cs typeface="Times New Roman"/>
              </a:rPr>
              <a:t>ll</a:t>
            </a:r>
            <a:r>
              <a:rPr sz="1700" dirty="0">
                <a:latin typeface="Times New Roman"/>
                <a:cs typeface="Times New Roman"/>
              </a:rPr>
              <a:t>owing</a:t>
            </a:r>
            <a:r>
              <a:rPr sz="1700" spc="38" dirty="0">
                <a:latin typeface="Times New Roman"/>
                <a:cs typeface="Times New Roman"/>
              </a:rPr>
              <a:t> </a:t>
            </a:r>
            <a:r>
              <a:rPr sz="1700" dirty="0">
                <a:latin typeface="Times New Roman"/>
                <a:cs typeface="Times New Roman"/>
              </a:rPr>
              <a:t>us</a:t>
            </a:r>
            <a:r>
              <a:rPr sz="1700" spc="-2" dirty="0">
                <a:latin typeface="Times New Roman"/>
                <a:cs typeface="Times New Roman"/>
              </a:rPr>
              <a:t>e</a:t>
            </a:r>
            <a:r>
              <a:rPr sz="1700" dirty="0">
                <a:latin typeface="Times New Roman"/>
                <a:cs typeface="Times New Roman"/>
              </a:rPr>
              <a:t>rs</a:t>
            </a:r>
            <a:r>
              <a:rPr sz="1700" spc="31" dirty="0">
                <a:latin typeface="Times New Roman"/>
                <a:cs typeface="Times New Roman"/>
              </a:rPr>
              <a:t> </a:t>
            </a:r>
            <a:r>
              <a:rPr sz="1700" spc="-2" dirty="0">
                <a:latin typeface="Times New Roman"/>
                <a:cs typeface="Times New Roman"/>
              </a:rPr>
              <a:t>to</a:t>
            </a:r>
            <a:r>
              <a:rPr sz="1700" spc="34" dirty="0">
                <a:latin typeface="Times New Roman"/>
                <a:cs typeface="Times New Roman"/>
              </a:rPr>
              <a:t> </a:t>
            </a:r>
            <a:r>
              <a:rPr sz="1700" spc="-5" dirty="0">
                <a:latin typeface="Times New Roman"/>
                <a:cs typeface="Times New Roman"/>
              </a:rPr>
              <a:t>store</a:t>
            </a:r>
            <a:r>
              <a:rPr sz="1700" spc="36" dirty="0">
                <a:latin typeface="Times New Roman"/>
                <a:cs typeface="Times New Roman"/>
              </a:rPr>
              <a:t> </a:t>
            </a:r>
            <a:r>
              <a:rPr sz="1700" spc="-2" dirty="0">
                <a:latin typeface="Times New Roman"/>
                <a:cs typeface="Times New Roman"/>
              </a:rPr>
              <a:t>la</a:t>
            </a:r>
            <a:r>
              <a:rPr sz="1700" spc="-7" dirty="0">
                <a:latin typeface="Times New Roman"/>
                <a:cs typeface="Times New Roman"/>
              </a:rPr>
              <a:t>r</a:t>
            </a:r>
            <a:r>
              <a:rPr sz="1700" spc="5" dirty="0">
                <a:latin typeface="Times New Roman"/>
                <a:cs typeface="Times New Roman"/>
              </a:rPr>
              <a:t>g</a:t>
            </a:r>
            <a:r>
              <a:rPr sz="1700" spc="-5" dirty="0">
                <a:latin typeface="Times New Roman"/>
                <a:cs typeface="Times New Roman"/>
              </a:rPr>
              <a:t>e</a:t>
            </a:r>
            <a:r>
              <a:rPr sz="1700" spc="31" dirty="0">
                <a:latin typeface="Times New Roman"/>
                <a:cs typeface="Times New Roman"/>
              </a:rPr>
              <a:t> </a:t>
            </a:r>
            <a:r>
              <a:rPr sz="1700" spc="-7" dirty="0">
                <a:latin typeface="Times New Roman"/>
                <a:cs typeface="Times New Roman"/>
              </a:rPr>
              <a:t>a</a:t>
            </a:r>
            <a:r>
              <a:rPr sz="1700" spc="-5" dirty="0">
                <a:latin typeface="Times New Roman"/>
                <a:cs typeface="Times New Roman"/>
              </a:rPr>
              <a:t>m</a:t>
            </a:r>
            <a:r>
              <a:rPr sz="1700" dirty="0">
                <a:latin typeface="Times New Roman"/>
                <a:cs typeface="Times New Roman"/>
              </a:rPr>
              <a:t>o</a:t>
            </a:r>
            <a:r>
              <a:rPr sz="1700" spc="-2" dirty="0">
                <a:latin typeface="Times New Roman"/>
                <a:cs typeface="Times New Roman"/>
              </a:rPr>
              <a:t>unts</a:t>
            </a:r>
            <a:r>
              <a:rPr sz="1700" spc="34" dirty="0">
                <a:latin typeface="Times New Roman"/>
                <a:cs typeface="Times New Roman"/>
              </a:rPr>
              <a:t> </a:t>
            </a:r>
            <a:r>
              <a:rPr sz="1700" dirty="0">
                <a:latin typeface="Times New Roman"/>
                <a:cs typeface="Times New Roman"/>
              </a:rPr>
              <a:t>of</a:t>
            </a:r>
            <a:r>
              <a:rPr sz="1700" spc="31" dirty="0">
                <a:latin typeface="Times New Roman"/>
                <a:cs typeface="Times New Roman"/>
              </a:rPr>
              <a:t> </a:t>
            </a:r>
            <a:r>
              <a:rPr sz="1700" spc="-5" dirty="0">
                <a:latin typeface="Times New Roman"/>
                <a:cs typeface="Times New Roman"/>
              </a:rPr>
              <a:t>d</a:t>
            </a:r>
            <a:r>
              <a:rPr sz="1700" spc="-7" dirty="0">
                <a:latin typeface="Times New Roman"/>
                <a:cs typeface="Times New Roman"/>
              </a:rPr>
              <a:t>a</a:t>
            </a:r>
            <a:r>
              <a:rPr sz="1700" spc="-2" dirty="0">
                <a:latin typeface="Times New Roman"/>
                <a:cs typeface="Times New Roman"/>
              </a:rPr>
              <a:t>ta </a:t>
            </a:r>
            <a:r>
              <a:rPr sz="1700" spc="-7" dirty="0">
                <a:latin typeface="Times New Roman"/>
                <a:cs typeface="Times New Roman"/>
              </a:rPr>
              <a:t>a</a:t>
            </a:r>
            <a:r>
              <a:rPr sz="1700" dirty="0">
                <a:latin typeface="Times New Roman"/>
                <a:cs typeface="Times New Roman"/>
              </a:rPr>
              <a:t>nd p</a:t>
            </a:r>
            <a:r>
              <a:rPr sz="1700" spc="-2" dirty="0">
                <a:latin typeface="Times New Roman"/>
                <a:cs typeface="Times New Roman"/>
              </a:rPr>
              <a:t>r</a:t>
            </a:r>
            <a:r>
              <a:rPr sz="1700" spc="-5" dirty="0">
                <a:latin typeface="Times New Roman"/>
                <a:cs typeface="Times New Roman"/>
              </a:rPr>
              <a:t>ogr</a:t>
            </a:r>
            <a:r>
              <a:rPr sz="1700" spc="-10" dirty="0">
                <a:latin typeface="Times New Roman"/>
                <a:cs typeface="Times New Roman"/>
              </a:rPr>
              <a:t>a</a:t>
            </a:r>
            <a:r>
              <a:rPr sz="1700" spc="-5" dirty="0">
                <a:latin typeface="Times New Roman"/>
                <a:cs typeface="Times New Roman"/>
              </a:rPr>
              <a:t>ms.</a:t>
            </a:r>
            <a:endParaRPr sz="1700" dirty="0">
              <a:latin typeface="Times New Roman"/>
              <a:cs typeface="Times New Roman"/>
            </a:endParaRPr>
          </a:p>
          <a:p>
            <a:pPr marL="225716" marR="2443" indent="-109651">
              <a:spcBef>
                <a:spcPts val="358"/>
              </a:spcBef>
              <a:buFont typeface="Times New Roman"/>
              <a:buAutoNum type="arabicPeriod"/>
              <a:tabLst>
                <a:tab pos="226022" algn="l"/>
              </a:tabLst>
            </a:pPr>
            <a:r>
              <a:rPr lang="en-US" sz="1700" b="1" spc="-2" dirty="0">
                <a:latin typeface="Times New Roman"/>
                <a:cs typeface="Times New Roman"/>
              </a:rPr>
              <a:t> </a:t>
            </a:r>
            <a:r>
              <a:rPr sz="1700" b="1" spc="-2" dirty="0">
                <a:latin typeface="Times New Roman"/>
                <a:cs typeface="Times New Roman"/>
              </a:rPr>
              <a:t>Non-volatile</a:t>
            </a:r>
            <a:r>
              <a:rPr sz="1700" b="1" dirty="0">
                <a:latin typeface="Times New Roman"/>
                <a:cs typeface="Times New Roman"/>
              </a:rPr>
              <a:t> </a:t>
            </a:r>
            <a:r>
              <a:rPr sz="1700" b="1" spc="-22" dirty="0">
                <a:latin typeface="Times New Roman"/>
                <a:cs typeface="Times New Roman"/>
              </a:rPr>
              <a:t> </a:t>
            </a:r>
            <a:r>
              <a:rPr sz="1700" b="1" spc="-5" dirty="0">
                <a:latin typeface="Times New Roman"/>
                <a:cs typeface="Times New Roman"/>
              </a:rPr>
              <a:t>storag</a:t>
            </a:r>
            <a:r>
              <a:rPr sz="1700" b="1" spc="-7" dirty="0">
                <a:latin typeface="Times New Roman"/>
                <a:cs typeface="Times New Roman"/>
              </a:rPr>
              <a:t>e</a:t>
            </a:r>
            <a:r>
              <a:rPr sz="1700" b="1" spc="-2" dirty="0">
                <a:latin typeface="Times New Roman"/>
                <a:cs typeface="Times New Roman"/>
              </a:rPr>
              <a:t>:</a:t>
            </a:r>
            <a:r>
              <a:rPr sz="1700" b="1" dirty="0">
                <a:latin typeface="Times New Roman"/>
                <a:cs typeface="Times New Roman"/>
              </a:rPr>
              <a:t> </a:t>
            </a:r>
            <a:r>
              <a:rPr sz="1700" b="1" spc="-17" dirty="0">
                <a:latin typeface="Times New Roman"/>
                <a:cs typeface="Times New Roman"/>
              </a:rPr>
              <a:t> </a:t>
            </a:r>
            <a:r>
              <a:rPr sz="1700" spc="2" dirty="0">
                <a:latin typeface="Times New Roman"/>
                <a:cs typeface="Times New Roman"/>
              </a:rPr>
              <a:t>D</a:t>
            </a:r>
            <a:r>
              <a:rPr sz="1700" spc="-7" dirty="0">
                <a:latin typeface="Times New Roman"/>
                <a:cs typeface="Times New Roman"/>
              </a:rPr>
              <a:t>a</a:t>
            </a:r>
            <a:r>
              <a:rPr sz="1700" spc="-2" dirty="0">
                <a:latin typeface="Times New Roman"/>
                <a:cs typeface="Times New Roman"/>
              </a:rPr>
              <a:t>ta</a:t>
            </a:r>
            <a:r>
              <a:rPr sz="1700" dirty="0">
                <a:latin typeface="Times New Roman"/>
                <a:cs typeface="Times New Roman"/>
              </a:rPr>
              <a:t> </a:t>
            </a:r>
            <a:r>
              <a:rPr sz="1700" spc="-19" dirty="0">
                <a:latin typeface="Times New Roman"/>
                <a:cs typeface="Times New Roman"/>
              </a:rPr>
              <a:t> </a:t>
            </a:r>
            <a:r>
              <a:rPr sz="1700" spc="-5" dirty="0">
                <a:latin typeface="Times New Roman"/>
                <a:cs typeface="Times New Roman"/>
              </a:rPr>
              <a:t>store</a:t>
            </a:r>
            <a:r>
              <a:rPr sz="1700" dirty="0">
                <a:latin typeface="Times New Roman"/>
                <a:cs typeface="Times New Roman"/>
              </a:rPr>
              <a:t>d </a:t>
            </a:r>
            <a:r>
              <a:rPr sz="1700" spc="-19" dirty="0">
                <a:latin typeface="Times New Roman"/>
                <a:cs typeface="Times New Roman"/>
              </a:rPr>
              <a:t> </a:t>
            </a:r>
            <a:r>
              <a:rPr sz="1700" dirty="0">
                <a:latin typeface="Times New Roman"/>
                <a:cs typeface="Times New Roman"/>
              </a:rPr>
              <a:t>on </a:t>
            </a:r>
            <a:r>
              <a:rPr sz="1700" spc="-19" dirty="0">
                <a:latin typeface="Times New Roman"/>
                <a:cs typeface="Times New Roman"/>
              </a:rPr>
              <a:t> </a:t>
            </a:r>
            <a:r>
              <a:rPr sz="1700" spc="-2" dirty="0">
                <a:latin typeface="Times New Roman"/>
                <a:cs typeface="Times New Roman"/>
              </a:rPr>
              <a:t>se</a:t>
            </a:r>
            <a:r>
              <a:rPr sz="1700" spc="-7" dirty="0">
                <a:latin typeface="Times New Roman"/>
                <a:cs typeface="Times New Roman"/>
              </a:rPr>
              <a:t>c</a:t>
            </a:r>
            <a:r>
              <a:rPr sz="1700" spc="-5" dirty="0">
                <a:latin typeface="Times New Roman"/>
                <a:cs typeface="Times New Roman"/>
              </a:rPr>
              <a:t>ond</a:t>
            </a:r>
            <a:r>
              <a:rPr sz="1700" spc="-2" dirty="0">
                <a:latin typeface="Times New Roman"/>
                <a:cs typeface="Times New Roman"/>
              </a:rPr>
              <a:t>a</a:t>
            </a:r>
            <a:r>
              <a:rPr sz="1700" dirty="0">
                <a:latin typeface="Times New Roman"/>
                <a:cs typeface="Times New Roman"/>
              </a:rPr>
              <a:t>ry </a:t>
            </a:r>
            <a:r>
              <a:rPr sz="1700" spc="-14" dirty="0">
                <a:latin typeface="Times New Roman"/>
                <a:cs typeface="Times New Roman"/>
              </a:rPr>
              <a:t> </a:t>
            </a:r>
            <a:r>
              <a:rPr sz="1700" spc="-5" dirty="0">
                <a:latin typeface="Times New Roman"/>
                <a:cs typeface="Times New Roman"/>
              </a:rPr>
              <a:t>memor</a:t>
            </a:r>
            <a:r>
              <a:rPr sz="1700" dirty="0">
                <a:latin typeface="Times New Roman"/>
                <a:cs typeface="Times New Roman"/>
              </a:rPr>
              <a:t>y </a:t>
            </a:r>
            <a:r>
              <a:rPr sz="1700" spc="-19" dirty="0">
                <a:latin typeface="Times New Roman"/>
                <a:cs typeface="Times New Roman"/>
              </a:rPr>
              <a:t> </a:t>
            </a:r>
            <a:r>
              <a:rPr sz="1700" spc="-5" dirty="0">
                <a:latin typeface="Times New Roman"/>
                <a:cs typeface="Times New Roman"/>
              </a:rPr>
              <a:t>d</a:t>
            </a:r>
            <a:r>
              <a:rPr sz="1700" spc="-7" dirty="0">
                <a:latin typeface="Times New Roman"/>
                <a:cs typeface="Times New Roman"/>
              </a:rPr>
              <a:t>e</a:t>
            </a:r>
            <a:r>
              <a:rPr sz="1700" spc="-2" dirty="0">
                <a:latin typeface="Times New Roman"/>
                <a:cs typeface="Times New Roman"/>
              </a:rPr>
              <a:t>vic</a:t>
            </a:r>
            <a:r>
              <a:rPr sz="1700" spc="-10" dirty="0">
                <a:latin typeface="Times New Roman"/>
                <a:cs typeface="Times New Roman"/>
              </a:rPr>
              <a:t>e</a:t>
            </a:r>
            <a:r>
              <a:rPr sz="1700" dirty="0">
                <a:latin typeface="Times New Roman"/>
                <a:cs typeface="Times New Roman"/>
              </a:rPr>
              <a:t>s </a:t>
            </a:r>
            <a:r>
              <a:rPr sz="1700" spc="-19" dirty="0">
                <a:latin typeface="Times New Roman"/>
                <a:cs typeface="Times New Roman"/>
              </a:rPr>
              <a:t> </a:t>
            </a:r>
            <a:r>
              <a:rPr sz="1700" spc="-2" dirty="0">
                <a:latin typeface="Times New Roman"/>
                <a:cs typeface="Times New Roman"/>
              </a:rPr>
              <a:t>is</a:t>
            </a:r>
            <a:r>
              <a:rPr sz="1700" dirty="0">
                <a:latin typeface="Times New Roman"/>
                <a:cs typeface="Times New Roman"/>
              </a:rPr>
              <a:t> </a:t>
            </a:r>
            <a:r>
              <a:rPr sz="1700" spc="-17" dirty="0">
                <a:latin typeface="Times New Roman"/>
                <a:cs typeface="Times New Roman"/>
              </a:rPr>
              <a:t> </a:t>
            </a:r>
            <a:r>
              <a:rPr sz="1700" spc="-2" dirty="0">
                <a:latin typeface="Times New Roman"/>
                <a:cs typeface="Times New Roman"/>
              </a:rPr>
              <a:t>typi</a:t>
            </a:r>
            <a:r>
              <a:rPr sz="1700" spc="-7" dirty="0">
                <a:latin typeface="Times New Roman"/>
                <a:cs typeface="Times New Roman"/>
              </a:rPr>
              <a:t>ca</a:t>
            </a:r>
            <a:r>
              <a:rPr sz="1700" spc="-2" dirty="0">
                <a:latin typeface="Times New Roman"/>
                <a:cs typeface="Times New Roman"/>
              </a:rPr>
              <a:t>ll</a:t>
            </a:r>
            <a:r>
              <a:rPr sz="1700" dirty="0">
                <a:latin typeface="Times New Roman"/>
                <a:cs typeface="Times New Roman"/>
              </a:rPr>
              <a:t>y </a:t>
            </a:r>
            <a:r>
              <a:rPr sz="1700" spc="-19" dirty="0">
                <a:latin typeface="Times New Roman"/>
                <a:cs typeface="Times New Roman"/>
              </a:rPr>
              <a:t> </a:t>
            </a:r>
            <a:r>
              <a:rPr sz="1700" dirty="0">
                <a:latin typeface="Times New Roman"/>
                <a:cs typeface="Times New Roman"/>
              </a:rPr>
              <a:t>no</a:t>
            </a:r>
            <a:r>
              <a:rPr sz="1700" spc="12" dirty="0">
                <a:latin typeface="Times New Roman"/>
                <a:cs typeface="Times New Roman"/>
              </a:rPr>
              <a:t>n</a:t>
            </a:r>
            <a:r>
              <a:rPr sz="1700" dirty="0">
                <a:latin typeface="Times New Roman"/>
                <a:cs typeface="Times New Roman"/>
              </a:rPr>
              <a:t>- </a:t>
            </a:r>
            <a:r>
              <a:rPr sz="1700" spc="-2" dirty="0">
                <a:latin typeface="Times New Roman"/>
                <a:cs typeface="Times New Roman"/>
              </a:rPr>
              <a:t>volatil</a:t>
            </a:r>
            <a:r>
              <a:rPr sz="1700" spc="-7" dirty="0">
                <a:latin typeface="Times New Roman"/>
                <a:cs typeface="Times New Roman"/>
              </a:rPr>
              <a:t>e</a:t>
            </a:r>
            <a:r>
              <a:rPr sz="1700" dirty="0">
                <a:latin typeface="Times New Roman"/>
                <a:cs typeface="Times New Roman"/>
              </a:rPr>
              <a:t>, </a:t>
            </a:r>
            <a:r>
              <a:rPr sz="1700" spc="-5" dirty="0">
                <a:latin typeface="Times New Roman"/>
                <a:cs typeface="Times New Roman"/>
              </a:rPr>
              <a:t>me</a:t>
            </a:r>
            <a:r>
              <a:rPr sz="1700" spc="-10" dirty="0">
                <a:latin typeface="Times New Roman"/>
                <a:cs typeface="Times New Roman"/>
              </a:rPr>
              <a:t>a</a:t>
            </a:r>
            <a:r>
              <a:rPr sz="1700" spc="-5" dirty="0">
                <a:latin typeface="Times New Roman"/>
                <a:cs typeface="Times New Roman"/>
              </a:rPr>
              <a:t>ning</a:t>
            </a:r>
            <a:r>
              <a:rPr sz="1700" dirty="0">
                <a:latin typeface="Times New Roman"/>
                <a:cs typeface="Times New Roman"/>
              </a:rPr>
              <a:t> </a:t>
            </a:r>
            <a:r>
              <a:rPr sz="1700" spc="-2" dirty="0">
                <a:latin typeface="Times New Roman"/>
                <a:cs typeface="Times New Roman"/>
              </a:rPr>
              <a:t>it</a:t>
            </a:r>
            <a:r>
              <a:rPr sz="1700" dirty="0">
                <a:latin typeface="Times New Roman"/>
                <a:cs typeface="Times New Roman"/>
              </a:rPr>
              <a:t> </a:t>
            </a:r>
            <a:r>
              <a:rPr sz="1700" spc="-5" dirty="0">
                <a:latin typeface="Times New Roman"/>
                <a:cs typeface="Times New Roman"/>
              </a:rPr>
              <a:t>c</a:t>
            </a:r>
            <a:r>
              <a:rPr sz="1700" spc="-10" dirty="0">
                <a:latin typeface="Times New Roman"/>
                <a:cs typeface="Times New Roman"/>
              </a:rPr>
              <a:t>a</a:t>
            </a:r>
            <a:r>
              <a:rPr sz="1700" dirty="0">
                <a:latin typeface="Times New Roman"/>
                <a:cs typeface="Times New Roman"/>
              </a:rPr>
              <a:t>n </a:t>
            </a:r>
            <a:r>
              <a:rPr sz="1700" spc="5" dirty="0">
                <a:latin typeface="Times New Roman"/>
                <a:cs typeface="Times New Roman"/>
              </a:rPr>
              <a:t>b</a:t>
            </a:r>
            <a:r>
              <a:rPr sz="1700" spc="-5" dirty="0">
                <a:latin typeface="Times New Roman"/>
                <a:cs typeface="Times New Roman"/>
              </a:rPr>
              <a:t>e</a:t>
            </a:r>
            <a:r>
              <a:rPr sz="1700" spc="-2" dirty="0">
                <a:latin typeface="Times New Roman"/>
                <a:cs typeface="Times New Roman"/>
              </a:rPr>
              <a:t> r</a:t>
            </a:r>
            <a:r>
              <a:rPr sz="1700" spc="-10" dirty="0">
                <a:latin typeface="Times New Roman"/>
                <a:cs typeface="Times New Roman"/>
              </a:rPr>
              <a:t>e</a:t>
            </a:r>
            <a:r>
              <a:rPr sz="1700" spc="-2" dirty="0">
                <a:latin typeface="Times New Roman"/>
                <a:cs typeface="Times New Roman"/>
              </a:rPr>
              <a:t>tain</a:t>
            </a:r>
            <a:r>
              <a:rPr sz="1700" spc="-7" dirty="0">
                <a:latin typeface="Times New Roman"/>
                <a:cs typeface="Times New Roman"/>
              </a:rPr>
              <a:t>e</a:t>
            </a:r>
            <a:r>
              <a:rPr sz="1700" dirty="0">
                <a:latin typeface="Times New Roman"/>
                <a:cs typeface="Times New Roman"/>
              </a:rPr>
              <a:t>d</a:t>
            </a:r>
            <a:r>
              <a:rPr sz="1700" spc="5" dirty="0">
                <a:latin typeface="Times New Roman"/>
                <a:cs typeface="Times New Roman"/>
              </a:rPr>
              <a:t> </a:t>
            </a:r>
            <a:r>
              <a:rPr sz="1700" spc="-7" dirty="0">
                <a:latin typeface="Times New Roman"/>
                <a:cs typeface="Times New Roman"/>
              </a:rPr>
              <a:t>e</a:t>
            </a:r>
            <a:r>
              <a:rPr sz="1700" spc="-5" dirty="0">
                <a:latin typeface="Times New Roman"/>
                <a:cs typeface="Times New Roman"/>
              </a:rPr>
              <a:t>v</a:t>
            </a:r>
            <a:r>
              <a:rPr sz="1700" spc="-7" dirty="0">
                <a:latin typeface="Times New Roman"/>
                <a:cs typeface="Times New Roman"/>
              </a:rPr>
              <a:t>e</a:t>
            </a:r>
            <a:r>
              <a:rPr sz="1700" dirty="0">
                <a:latin typeface="Times New Roman"/>
                <a:cs typeface="Times New Roman"/>
              </a:rPr>
              <a:t>n </a:t>
            </a:r>
            <a:r>
              <a:rPr sz="1700" spc="-2" dirty="0">
                <a:latin typeface="Times New Roman"/>
                <a:cs typeface="Times New Roman"/>
              </a:rPr>
              <a:t>w</a:t>
            </a:r>
            <a:r>
              <a:rPr sz="1700" spc="2" dirty="0">
                <a:latin typeface="Times New Roman"/>
                <a:cs typeface="Times New Roman"/>
              </a:rPr>
              <a:t>h</a:t>
            </a:r>
            <a:r>
              <a:rPr sz="1700" spc="-7" dirty="0">
                <a:latin typeface="Times New Roman"/>
                <a:cs typeface="Times New Roman"/>
              </a:rPr>
              <a:t>e</a:t>
            </a:r>
            <a:r>
              <a:rPr sz="1700" dirty="0">
                <a:latin typeface="Times New Roman"/>
                <a:cs typeface="Times New Roman"/>
              </a:rPr>
              <a:t>n </a:t>
            </a:r>
            <a:r>
              <a:rPr sz="1700" spc="-2" dirty="0">
                <a:latin typeface="Times New Roman"/>
                <a:cs typeface="Times New Roman"/>
              </a:rPr>
              <a:t>the</a:t>
            </a:r>
            <a:r>
              <a:rPr sz="1700" spc="2" dirty="0">
                <a:latin typeface="Times New Roman"/>
                <a:cs typeface="Times New Roman"/>
              </a:rPr>
              <a:t> </a:t>
            </a:r>
            <a:r>
              <a:rPr sz="1700" spc="-7" dirty="0">
                <a:latin typeface="Times New Roman"/>
                <a:cs typeface="Times New Roman"/>
              </a:rPr>
              <a:t>c</a:t>
            </a:r>
            <a:r>
              <a:rPr sz="1700" spc="-5" dirty="0">
                <a:latin typeface="Times New Roman"/>
                <a:cs typeface="Times New Roman"/>
              </a:rPr>
              <a:t>omput</a:t>
            </a:r>
            <a:r>
              <a:rPr sz="1700" spc="-7" dirty="0">
                <a:latin typeface="Times New Roman"/>
                <a:cs typeface="Times New Roman"/>
              </a:rPr>
              <a:t>e</a:t>
            </a:r>
            <a:r>
              <a:rPr sz="1700" dirty="0">
                <a:latin typeface="Times New Roman"/>
                <a:cs typeface="Times New Roman"/>
              </a:rPr>
              <a:t>r </a:t>
            </a:r>
            <a:r>
              <a:rPr sz="1700" spc="-2" dirty="0">
                <a:latin typeface="Times New Roman"/>
                <a:cs typeface="Times New Roman"/>
              </a:rPr>
              <a:t>is turn</a:t>
            </a:r>
            <a:r>
              <a:rPr sz="1700" spc="-10" dirty="0">
                <a:latin typeface="Times New Roman"/>
                <a:cs typeface="Times New Roman"/>
              </a:rPr>
              <a:t>e</a:t>
            </a:r>
            <a:r>
              <a:rPr sz="1700" dirty="0">
                <a:latin typeface="Times New Roman"/>
                <a:cs typeface="Times New Roman"/>
              </a:rPr>
              <a:t>d of</a:t>
            </a:r>
            <a:r>
              <a:rPr sz="1700" spc="-5" dirty="0">
                <a:latin typeface="Times New Roman"/>
                <a:cs typeface="Times New Roman"/>
              </a:rPr>
              <a:t>f</a:t>
            </a:r>
            <a:r>
              <a:rPr sz="1700" dirty="0">
                <a:latin typeface="Times New Roman"/>
                <a:cs typeface="Times New Roman"/>
              </a:rPr>
              <a:t>.</a:t>
            </a:r>
          </a:p>
          <a:p>
            <a:pPr marL="225716" marR="5498" indent="-109651">
              <a:spcBef>
                <a:spcPts val="363"/>
              </a:spcBef>
              <a:buFont typeface="Times New Roman"/>
              <a:buAutoNum type="arabicPeriod"/>
              <a:tabLst>
                <a:tab pos="226022" algn="l"/>
              </a:tabLst>
            </a:pPr>
            <a:r>
              <a:rPr lang="en-US" sz="1700" b="1" dirty="0">
                <a:latin typeface="Times New Roman"/>
                <a:cs typeface="Times New Roman"/>
              </a:rPr>
              <a:t> </a:t>
            </a:r>
            <a:r>
              <a:rPr sz="1700" b="1" dirty="0">
                <a:latin typeface="Times New Roman"/>
                <a:cs typeface="Times New Roman"/>
              </a:rPr>
              <a:t>P</a:t>
            </a:r>
            <a:r>
              <a:rPr sz="1700" b="1" spc="-2" dirty="0">
                <a:latin typeface="Times New Roman"/>
                <a:cs typeface="Times New Roman"/>
              </a:rPr>
              <a:t>ort</a:t>
            </a:r>
            <a:r>
              <a:rPr sz="1700" b="1" spc="-10" dirty="0">
                <a:latin typeface="Times New Roman"/>
                <a:cs typeface="Times New Roman"/>
              </a:rPr>
              <a:t>a</a:t>
            </a:r>
            <a:r>
              <a:rPr sz="1700" b="1" spc="-2" dirty="0">
                <a:latin typeface="Times New Roman"/>
                <a:cs typeface="Times New Roman"/>
              </a:rPr>
              <a:t>bility:</a:t>
            </a:r>
            <a:r>
              <a:rPr sz="1700" b="1" spc="41" dirty="0">
                <a:latin typeface="Times New Roman"/>
                <a:cs typeface="Times New Roman"/>
              </a:rPr>
              <a:t> </a:t>
            </a:r>
            <a:r>
              <a:rPr sz="1700" spc="-2" dirty="0">
                <a:latin typeface="Times New Roman"/>
                <a:cs typeface="Times New Roman"/>
              </a:rPr>
              <a:t>Ma</a:t>
            </a:r>
            <a:r>
              <a:rPr sz="1700" dirty="0">
                <a:latin typeface="Times New Roman"/>
                <a:cs typeface="Times New Roman"/>
              </a:rPr>
              <a:t>ny</a:t>
            </a:r>
            <a:r>
              <a:rPr sz="1700" spc="38" dirty="0">
                <a:latin typeface="Times New Roman"/>
                <a:cs typeface="Times New Roman"/>
              </a:rPr>
              <a:t> </a:t>
            </a:r>
            <a:r>
              <a:rPr sz="1700" spc="-2" dirty="0">
                <a:latin typeface="Times New Roman"/>
                <a:cs typeface="Times New Roman"/>
              </a:rPr>
              <a:t>se</a:t>
            </a:r>
            <a:r>
              <a:rPr sz="1700" spc="-7" dirty="0">
                <a:latin typeface="Times New Roman"/>
                <a:cs typeface="Times New Roman"/>
              </a:rPr>
              <a:t>c</a:t>
            </a:r>
            <a:r>
              <a:rPr sz="1700" dirty="0">
                <a:latin typeface="Times New Roman"/>
                <a:cs typeface="Times New Roman"/>
              </a:rPr>
              <a:t>o</a:t>
            </a:r>
            <a:r>
              <a:rPr sz="1700" spc="-7" dirty="0">
                <a:latin typeface="Times New Roman"/>
                <a:cs typeface="Times New Roman"/>
              </a:rPr>
              <a:t>n</a:t>
            </a:r>
            <a:r>
              <a:rPr sz="1700" spc="-5" dirty="0">
                <a:latin typeface="Times New Roman"/>
                <a:cs typeface="Times New Roman"/>
              </a:rPr>
              <a:t>d</a:t>
            </a:r>
            <a:r>
              <a:rPr sz="1700" spc="-7" dirty="0">
                <a:latin typeface="Times New Roman"/>
                <a:cs typeface="Times New Roman"/>
              </a:rPr>
              <a:t>a</a:t>
            </a:r>
            <a:r>
              <a:rPr sz="1700" dirty="0">
                <a:latin typeface="Times New Roman"/>
                <a:cs typeface="Times New Roman"/>
              </a:rPr>
              <a:t>ry</a:t>
            </a:r>
            <a:r>
              <a:rPr sz="1700" spc="36" dirty="0">
                <a:latin typeface="Times New Roman"/>
                <a:cs typeface="Times New Roman"/>
              </a:rPr>
              <a:t> </a:t>
            </a:r>
            <a:r>
              <a:rPr sz="1700" spc="-5" dirty="0">
                <a:latin typeface="Times New Roman"/>
                <a:cs typeface="Times New Roman"/>
              </a:rPr>
              <a:t>memor</a:t>
            </a:r>
            <a:r>
              <a:rPr sz="1700" dirty="0">
                <a:latin typeface="Times New Roman"/>
                <a:cs typeface="Times New Roman"/>
              </a:rPr>
              <a:t>y</a:t>
            </a:r>
            <a:r>
              <a:rPr sz="1700" spc="38" dirty="0">
                <a:latin typeface="Times New Roman"/>
                <a:cs typeface="Times New Roman"/>
              </a:rPr>
              <a:t> </a:t>
            </a:r>
            <a:r>
              <a:rPr sz="1700" spc="-5" dirty="0">
                <a:latin typeface="Times New Roman"/>
                <a:cs typeface="Times New Roman"/>
              </a:rPr>
              <a:t>d</a:t>
            </a:r>
            <a:r>
              <a:rPr sz="1700" spc="-7" dirty="0">
                <a:latin typeface="Times New Roman"/>
                <a:cs typeface="Times New Roman"/>
              </a:rPr>
              <a:t>e</a:t>
            </a:r>
            <a:r>
              <a:rPr sz="1700" spc="-2" dirty="0">
                <a:latin typeface="Times New Roman"/>
                <a:cs typeface="Times New Roman"/>
              </a:rPr>
              <a:t>vic</a:t>
            </a:r>
            <a:r>
              <a:rPr sz="1700" spc="-10" dirty="0">
                <a:latin typeface="Times New Roman"/>
                <a:cs typeface="Times New Roman"/>
              </a:rPr>
              <a:t>e</a:t>
            </a:r>
            <a:r>
              <a:rPr sz="1700" dirty="0">
                <a:latin typeface="Times New Roman"/>
                <a:cs typeface="Times New Roman"/>
              </a:rPr>
              <a:t>s</a:t>
            </a:r>
            <a:r>
              <a:rPr sz="1700" spc="38" dirty="0">
                <a:latin typeface="Times New Roman"/>
                <a:cs typeface="Times New Roman"/>
              </a:rPr>
              <a:t> </a:t>
            </a:r>
            <a:r>
              <a:rPr sz="1700" spc="-7" dirty="0">
                <a:latin typeface="Times New Roman"/>
                <a:cs typeface="Times New Roman"/>
              </a:rPr>
              <a:t>a</a:t>
            </a:r>
            <a:r>
              <a:rPr sz="1700" spc="2" dirty="0">
                <a:latin typeface="Times New Roman"/>
                <a:cs typeface="Times New Roman"/>
              </a:rPr>
              <a:t>r</a:t>
            </a:r>
            <a:r>
              <a:rPr sz="1700" spc="-5" dirty="0">
                <a:latin typeface="Times New Roman"/>
                <a:cs typeface="Times New Roman"/>
              </a:rPr>
              <a:t>e</a:t>
            </a:r>
            <a:r>
              <a:rPr sz="1700" spc="36" dirty="0">
                <a:latin typeface="Times New Roman"/>
                <a:cs typeface="Times New Roman"/>
              </a:rPr>
              <a:t> </a:t>
            </a:r>
            <a:r>
              <a:rPr sz="1700" spc="-2" dirty="0">
                <a:latin typeface="Times New Roman"/>
                <a:cs typeface="Times New Roman"/>
              </a:rPr>
              <a:t>port</a:t>
            </a:r>
            <a:r>
              <a:rPr sz="1700" spc="-10" dirty="0">
                <a:latin typeface="Times New Roman"/>
                <a:cs typeface="Times New Roman"/>
              </a:rPr>
              <a:t>a</a:t>
            </a:r>
            <a:r>
              <a:rPr sz="1700" spc="-2" dirty="0">
                <a:latin typeface="Times New Roman"/>
                <a:cs typeface="Times New Roman"/>
              </a:rPr>
              <a:t>ble,</a:t>
            </a:r>
            <a:r>
              <a:rPr sz="1700" spc="38" dirty="0">
                <a:latin typeface="Times New Roman"/>
                <a:cs typeface="Times New Roman"/>
              </a:rPr>
              <a:t> </a:t>
            </a:r>
            <a:r>
              <a:rPr sz="1700" spc="-5" dirty="0">
                <a:latin typeface="Times New Roman"/>
                <a:cs typeface="Times New Roman"/>
              </a:rPr>
              <a:t>making</a:t>
            </a:r>
            <a:r>
              <a:rPr sz="1700" spc="38" dirty="0">
                <a:latin typeface="Times New Roman"/>
                <a:cs typeface="Times New Roman"/>
              </a:rPr>
              <a:t> </a:t>
            </a:r>
            <a:r>
              <a:rPr sz="1700" spc="-2" dirty="0">
                <a:latin typeface="Times New Roman"/>
                <a:cs typeface="Times New Roman"/>
              </a:rPr>
              <a:t>it</a:t>
            </a:r>
            <a:r>
              <a:rPr sz="1700" spc="41" dirty="0">
                <a:latin typeface="Times New Roman"/>
                <a:cs typeface="Times New Roman"/>
              </a:rPr>
              <a:t> </a:t>
            </a:r>
            <a:r>
              <a:rPr sz="1700" spc="-7" dirty="0">
                <a:latin typeface="Times New Roman"/>
                <a:cs typeface="Times New Roman"/>
              </a:rPr>
              <a:t>ea</a:t>
            </a:r>
            <a:r>
              <a:rPr sz="1700" spc="-2" dirty="0">
                <a:latin typeface="Times New Roman"/>
                <a:cs typeface="Times New Roman"/>
              </a:rPr>
              <a:t>s</a:t>
            </a:r>
            <a:r>
              <a:rPr sz="1700" dirty="0">
                <a:latin typeface="Times New Roman"/>
                <a:cs typeface="Times New Roman"/>
              </a:rPr>
              <a:t>y</a:t>
            </a:r>
            <a:r>
              <a:rPr sz="1700" spc="38" dirty="0">
                <a:latin typeface="Times New Roman"/>
                <a:cs typeface="Times New Roman"/>
              </a:rPr>
              <a:t> </a:t>
            </a:r>
            <a:r>
              <a:rPr sz="1700" spc="-2" dirty="0">
                <a:latin typeface="Times New Roman"/>
                <a:cs typeface="Times New Roman"/>
              </a:rPr>
              <a:t>to</a:t>
            </a:r>
            <a:r>
              <a:rPr sz="1700" spc="41" dirty="0">
                <a:latin typeface="Times New Roman"/>
                <a:cs typeface="Times New Roman"/>
              </a:rPr>
              <a:t> </a:t>
            </a:r>
            <a:r>
              <a:rPr sz="1700" spc="-2" dirty="0">
                <a:latin typeface="Times New Roman"/>
                <a:cs typeface="Times New Roman"/>
              </a:rPr>
              <a:t>tr</a:t>
            </a:r>
            <a:r>
              <a:rPr sz="1700" spc="-10" dirty="0">
                <a:latin typeface="Times New Roman"/>
                <a:cs typeface="Times New Roman"/>
              </a:rPr>
              <a:t>a</a:t>
            </a:r>
            <a:r>
              <a:rPr sz="1700" dirty="0">
                <a:latin typeface="Times New Roman"/>
                <a:cs typeface="Times New Roman"/>
              </a:rPr>
              <a:t>nsf</a:t>
            </a:r>
            <a:r>
              <a:rPr sz="1700" spc="-5" dirty="0">
                <a:latin typeface="Times New Roman"/>
                <a:cs typeface="Times New Roman"/>
              </a:rPr>
              <a:t>e</a:t>
            </a:r>
            <a:r>
              <a:rPr sz="1700" dirty="0">
                <a:latin typeface="Times New Roman"/>
                <a:cs typeface="Times New Roman"/>
              </a:rPr>
              <a:t>r </a:t>
            </a:r>
            <a:r>
              <a:rPr sz="1700" spc="-5" dirty="0">
                <a:latin typeface="Times New Roman"/>
                <a:cs typeface="Times New Roman"/>
              </a:rPr>
              <a:t>d</a:t>
            </a:r>
            <a:r>
              <a:rPr sz="1700" spc="-7" dirty="0">
                <a:latin typeface="Times New Roman"/>
                <a:cs typeface="Times New Roman"/>
              </a:rPr>
              <a:t>a</a:t>
            </a:r>
            <a:r>
              <a:rPr sz="1700" spc="-2" dirty="0">
                <a:latin typeface="Times New Roman"/>
                <a:cs typeface="Times New Roman"/>
              </a:rPr>
              <a:t>ta</a:t>
            </a:r>
            <a:r>
              <a:rPr sz="1700" dirty="0">
                <a:latin typeface="Times New Roman"/>
                <a:cs typeface="Times New Roman"/>
              </a:rPr>
              <a:t> </a:t>
            </a:r>
            <a:r>
              <a:rPr sz="1700" spc="-5" dirty="0">
                <a:latin typeface="Times New Roman"/>
                <a:cs typeface="Times New Roman"/>
              </a:rPr>
              <a:t>b</a:t>
            </a:r>
            <a:r>
              <a:rPr sz="1700" spc="-10" dirty="0">
                <a:latin typeface="Times New Roman"/>
                <a:cs typeface="Times New Roman"/>
              </a:rPr>
              <a:t>e</a:t>
            </a:r>
            <a:r>
              <a:rPr sz="1700" spc="-5" dirty="0">
                <a:latin typeface="Times New Roman"/>
                <a:cs typeface="Times New Roman"/>
              </a:rPr>
              <a:t>tw</a:t>
            </a:r>
            <a:r>
              <a:rPr sz="1700" spc="-2" dirty="0">
                <a:latin typeface="Times New Roman"/>
                <a:cs typeface="Times New Roman"/>
              </a:rPr>
              <a:t>e</a:t>
            </a:r>
            <a:r>
              <a:rPr sz="1700" spc="-7" dirty="0">
                <a:latin typeface="Times New Roman"/>
                <a:cs typeface="Times New Roman"/>
              </a:rPr>
              <a:t>e</a:t>
            </a:r>
            <a:r>
              <a:rPr sz="1700" dirty="0">
                <a:latin typeface="Times New Roman"/>
                <a:cs typeface="Times New Roman"/>
              </a:rPr>
              <a:t>n </a:t>
            </a:r>
            <a:r>
              <a:rPr sz="1700" spc="-7" dirty="0">
                <a:latin typeface="Times New Roman"/>
                <a:cs typeface="Times New Roman"/>
              </a:rPr>
              <a:t>c</a:t>
            </a:r>
            <a:r>
              <a:rPr sz="1700" spc="-5" dirty="0">
                <a:latin typeface="Times New Roman"/>
                <a:cs typeface="Times New Roman"/>
              </a:rPr>
              <a:t>omput</a:t>
            </a:r>
            <a:r>
              <a:rPr sz="1700" spc="-7" dirty="0">
                <a:latin typeface="Times New Roman"/>
                <a:cs typeface="Times New Roman"/>
              </a:rPr>
              <a:t>e</a:t>
            </a:r>
            <a:r>
              <a:rPr sz="1700" dirty="0">
                <a:latin typeface="Times New Roman"/>
                <a:cs typeface="Times New Roman"/>
              </a:rPr>
              <a:t>rs</a:t>
            </a:r>
            <a:r>
              <a:rPr sz="1700" spc="2" dirty="0">
                <a:latin typeface="Times New Roman"/>
                <a:cs typeface="Times New Roman"/>
              </a:rPr>
              <a:t> </a:t>
            </a:r>
            <a:r>
              <a:rPr sz="1700" dirty="0">
                <a:latin typeface="Times New Roman"/>
                <a:cs typeface="Times New Roman"/>
              </a:rPr>
              <a:t>or </a:t>
            </a:r>
            <a:r>
              <a:rPr sz="1700" spc="-5" dirty="0">
                <a:latin typeface="Times New Roman"/>
                <a:cs typeface="Times New Roman"/>
              </a:rPr>
              <a:t>d</a:t>
            </a:r>
            <a:r>
              <a:rPr sz="1700" spc="-10" dirty="0">
                <a:latin typeface="Times New Roman"/>
                <a:cs typeface="Times New Roman"/>
              </a:rPr>
              <a:t>e</a:t>
            </a:r>
            <a:r>
              <a:rPr sz="1700" spc="-2" dirty="0">
                <a:latin typeface="Times New Roman"/>
                <a:cs typeface="Times New Roman"/>
              </a:rPr>
              <a:t>vic</a:t>
            </a:r>
            <a:r>
              <a:rPr sz="1700" spc="-10" dirty="0">
                <a:latin typeface="Times New Roman"/>
                <a:cs typeface="Times New Roman"/>
              </a:rPr>
              <a:t>e</a:t>
            </a:r>
            <a:r>
              <a:rPr sz="1700" spc="-2" dirty="0">
                <a:latin typeface="Times New Roman"/>
                <a:cs typeface="Times New Roman"/>
              </a:rPr>
              <a:t>s.</a:t>
            </a:r>
            <a:endParaRPr sz="1700" dirty="0">
              <a:latin typeface="Times New Roman"/>
              <a:cs typeface="Times New Roman"/>
            </a:endParaRPr>
          </a:p>
          <a:p>
            <a:pPr marL="225716" marR="4276" indent="-109651">
              <a:spcBef>
                <a:spcPts val="358"/>
              </a:spcBef>
              <a:buFont typeface="Times New Roman"/>
              <a:buAutoNum type="arabicPeriod"/>
              <a:tabLst>
                <a:tab pos="226022" algn="l"/>
              </a:tabLst>
            </a:pPr>
            <a:r>
              <a:rPr lang="en-US" sz="1700" b="1" spc="-5" dirty="0">
                <a:latin typeface="Times New Roman"/>
                <a:cs typeface="Times New Roman"/>
              </a:rPr>
              <a:t> </a:t>
            </a:r>
            <a:r>
              <a:rPr sz="1700" b="1" spc="-5" dirty="0">
                <a:latin typeface="Times New Roman"/>
                <a:cs typeface="Times New Roman"/>
              </a:rPr>
              <a:t>Cost</a:t>
            </a:r>
            <a:r>
              <a:rPr sz="1700" b="1" spc="-2" dirty="0">
                <a:latin typeface="Times New Roman"/>
                <a:cs typeface="Times New Roman"/>
              </a:rPr>
              <a:t>-</a:t>
            </a:r>
            <a:r>
              <a:rPr sz="1700" b="1" spc="-7" dirty="0">
                <a:latin typeface="Times New Roman"/>
                <a:cs typeface="Times New Roman"/>
              </a:rPr>
              <a:t>e</a:t>
            </a:r>
            <a:r>
              <a:rPr sz="1700" b="1" dirty="0">
                <a:latin typeface="Times New Roman"/>
                <a:cs typeface="Times New Roman"/>
              </a:rPr>
              <a:t>f</a:t>
            </a:r>
            <a:r>
              <a:rPr sz="1700" b="1" spc="-5" dirty="0">
                <a:latin typeface="Times New Roman"/>
                <a:cs typeface="Times New Roman"/>
              </a:rPr>
              <a:t>f</a:t>
            </a:r>
            <a:r>
              <a:rPr sz="1700" b="1" spc="-7" dirty="0">
                <a:latin typeface="Times New Roman"/>
                <a:cs typeface="Times New Roman"/>
              </a:rPr>
              <a:t>ec</a:t>
            </a:r>
            <a:r>
              <a:rPr sz="1700" b="1" spc="-2" dirty="0">
                <a:latin typeface="Times New Roman"/>
                <a:cs typeface="Times New Roman"/>
              </a:rPr>
              <a:t>tiv</a:t>
            </a:r>
            <a:r>
              <a:rPr sz="1700" b="1" spc="-7" dirty="0">
                <a:latin typeface="Times New Roman"/>
                <a:cs typeface="Times New Roman"/>
              </a:rPr>
              <a:t>e</a:t>
            </a:r>
            <a:r>
              <a:rPr sz="1700" b="1" spc="-2" dirty="0">
                <a:latin typeface="Times New Roman"/>
                <a:cs typeface="Times New Roman"/>
              </a:rPr>
              <a:t>:</a:t>
            </a:r>
            <a:r>
              <a:rPr sz="1700" b="1" dirty="0">
                <a:latin typeface="Times New Roman"/>
                <a:cs typeface="Times New Roman"/>
              </a:rPr>
              <a:t>  </a:t>
            </a:r>
            <a:r>
              <a:rPr sz="1700" dirty="0">
                <a:latin typeface="Times New Roman"/>
                <a:cs typeface="Times New Roman"/>
              </a:rPr>
              <a:t>S</a:t>
            </a:r>
            <a:r>
              <a:rPr sz="1700" spc="-7" dirty="0">
                <a:latin typeface="Times New Roman"/>
                <a:cs typeface="Times New Roman"/>
              </a:rPr>
              <a:t>ec</a:t>
            </a:r>
            <a:r>
              <a:rPr sz="1700" spc="-5" dirty="0">
                <a:latin typeface="Times New Roman"/>
                <a:cs typeface="Times New Roman"/>
              </a:rPr>
              <a:t>ond</a:t>
            </a:r>
            <a:r>
              <a:rPr sz="1700" spc="-2" dirty="0">
                <a:latin typeface="Times New Roman"/>
                <a:cs typeface="Times New Roman"/>
              </a:rPr>
              <a:t>a</a:t>
            </a:r>
            <a:r>
              <a:rPr sz="1700" spc="2" dirty="0">
                <a:latin typeface="Times New Roman"/>
                <a:cs typeface="Times New Roman"/>
              </a:rPr>
              <a:t>r</a:t>
            </a:r>
            <a:r>
              <a:rPr sz="1700" dirty="0">
                <a:latin typeface="Times New Roman"/>
                <a:cs typeface="Times New Roman"/>
              </a:rPr>
              <a:t>y </a:t>
            </a:r>
            <a:r>
              <a:rPr sz="1700" spc="-7" dirty="0">
                <a:latin typeface="Times New Roman"/>
                <a:cs typeface="Times New Roman"/>
              </a:rPr>
              <a:t> </a:t>
            </a:r>
            <a:r>
              <a:rPr sz="1700" spc="-5" dirty="0">
                <a:latin typeface="Times New Roman"/>
                <a:cs typeface="Times New Roman"/>
              </a:rPr>
              <a:t>memor</a:t>
            </a:r>
            <a:r>
              <a:rPr sz="1700" dirty="0">
                <a:latin typeface="Times New Roman"/>
                <a:cs typeface="Times New Roman"/>
              </a:rPr>
              <a:t>y </a:t>
            </a:r>
            <a:r>
              <a:rPr sz="1700" spc="-7" dirty="0">
                <a:latin typeface="Times New Roman"/>
                <a:cs typeface="Times New Roman"/>
              </a:rPr>
              <a:t> </a:t>
            </a:r>
            <a:r>
              <a:rPr sz="1700" spc="5" dirty="0">
                <a:latin typeface="Times New Roman"/>
                <a:cs typeface="Times New Roman"/>
              </a:rPr>
              <a:t>d</a:t>
            </a:r>
            <a:r>
              <a:rPr sz="1700" spc="-7" dirty="0">
                <a:latin typeface="Times New Roman"/>
                <a:cs typeface="Times New Roman"/>
              </a:rPr>
              <a:t>e</a:t>
            </a:r>
            <a:r>
              <a:rPr sz="1700" spc="-2" dirty="0">
                <a:latin typeface="Times New Roman"/>
                <a:cs typeface="Times New Roman"/>
              </a:rPr>
              <a:t>vic</a:t>
            </a:r>
            <a:r>
              <a:rPr sz="1700" spc="-10" dirty="0">
                <a:latin typeface="Times New Roman"/>
                <a:cs typeface="Times New Roman"/>
              </a:rPr>
              <a:t>e</a:t>
            </a:r>
            <a:r>
              <a:rPr sz="1700" dirty="0">
                <a:latin typeface="Times New Roman"/>
                <a:cs typeface="Times New Roman"/>
              </a:rPr>
              <a:t>s </a:t>
            </a:r>
            <a:r>
              <a:rPr sz="1700" spc="-2" dirty="0">
                <a:latin typeface="Times New Roman"/>
                <a:cs typeface="Times New Roman"/>
              </a:rPr>
              <a:t> </a:t>
            </a:r>
            <a:r>
              <a:rPr sz="1700" spc="-7" dirty="0">
                <a:latin typeface="Times New Roman"/>
                <a:cs typeface="Times New Roman"/>
              </a:rPr>
              <a:t>a</a:t>
            </a:r>
            <a:r>
              <a:rPr sz="1700" spc="2" dirty="0">
                <a:latin typeface="Times New Roman"/>
                <a:cs typeface="Times New Roman"/>
              </a:rPr>
              <a:t>r</a:t>
            </a:r>
            <a:r>
              <a:rPr sz="1700" spc="-5" dirty="0">
                <a:latin typeface="Times New Roman"/>
                <a:cs typeface="Times New Roman"/>
              </a:rPr>
              <a:t>e</a:t>
            </a:r>
            <a:r>
              <a:rPr sz="1700" dirty="0">
                <a:latin typeface="Times New Roman"/>
                <a:cs typeface="Times New Roman"/>
              </a:rPr>
              <a:t> </a:t>
            </a:r>
            <a:r>
              <a:rPr sz="1700" spc="-5" dirty="0">
                <a:latin typeface="Times New Roman"/>
                <a:cs typeface="Times New Roman"/>
              </a:rPr>
              <a:t> g</a:t>
            </a:r>
            <a:r>
              <a:rPr sz="1700" spc="-7" dirty="0">
                <a:latin typeface="Times New Roman"/>
                <a:cs typeface="Times New Roman"/>
              </a:rPr>
              <a:t>e</a:t>
            </a:r>
            <a:r>
              <a:rPr sz="1700" spc="-5" dirty="0">
                <a:latin typeface="Times New Roman"/>
                <a:cs typeface="Times New Roman"/>
              </a:rPr>
              <a:t>n</a:t>
            </a:r>
            <a:r>
              <a:rPr sz="1700" spc="-7" dirty="0">
                <a:latin typeface="Times New Roman"/>
                <a:cs typeface="Times New Roman"/>
              </a:rPr>
              <a:t>e</a:t>
            </a:r>
            <a:r>
              <a:rPr sz="1700" spc="-2" dirty="0">
                <a:latin typeface="Times New Roman"/>
                <a:cs typeface="Times New Roman"/>
              </a:rPr>
              <a:t>r</a:t>
            </a:r>
            <a:r>
              <a:rPr sz="1700" spc="-10" dirty="0">
                <a:latin typeface="Times New Roman"/>
                <a:cs typeface="Times New Roman"/>
              </a:rPr>
              <a:t>a</a:t>
            </a:r>
            <a:r>
              <a:rPr sz="1700" spc="-2" dirty="0">
                <a:latin typeface="Times New Roman"/>
                <a:cs typeface="Times New Roman"/>
              </a:rPr>
              <a:t>ll</a:t>
            </a:r>
            <a:r>
              <a:rPr sz="1700" dirty="0">
                <a:latin typeface="Times New Roman"/>
                <a:cs typeface="Times New Roman"/>
              </a:rPr>
              <a:t>y </a:t>
            </a:r>
            <a:r>
              <a:rPr sz="1700" spc="-2" dirty="0">
                <a:latin typeface="Times New Roman"/>
                <a:cs typeface="Times New Roman"/>
              </a:rPr>
              <a:t> </a:t>
            </a:r>
            <a:r>
              <a:rPr sz="1700" spc="-5" dirty="0">
                <a:latin typeface="Times New Roman"/>
                <a:cs typeface="Times New Roman"/>
              </a:rPr>
              <a:t>more</a:t>
            </a:r>
            <a:r>
              <a:rPr sz="1700" dirty="0">
                <a:latin typeface="Times New Roman"/>
                <a:cs typeface="Times New Roman"/>
              </a:rPr>
              <a:t> </a:t>
            </a:r>
            <a:r>
              <a:rPr sz="1700" spc="-5" dirty="0">
                <a:latin typeface="Times New Roman"/>
                <a:cs typeface="Times New Roman"/>
              </a:rPr>
              <a:t> </a:t>
            </a:r>
            <a:r>
              <a:rPr sz="1700" spc="-7" dirty="0">
                <a:latin typeface="Times New Roman"/>
                <a:cs typeface="Times New Roman"/>
              </a:rPr>
              <a:t>c</a:t>
            </a:r>
            <a:r>
              <a:rPr sz="1700" spc="-5" dirty="0">
                <a:latin typeface="Times New Roman"/>
                <a:cs typeface="Times New Roman"/>
              </a:rPr>
              <a:t>os</a:t>
            </a:r>
            <a:r>
              <a:rPr sz="1700" spc="12" dirty="0">
                <a:latin typeface="Times New Roman"/>
                <a:cs typeface="Times New Roman"/>
              </a:rPr>
              <a:t>t</a:t>
            </a:r>
            <a:r>
              <a:rPr sz="1700" spc="-2" dirty="0">
                <a:latin typeface="Times New Roman"/>
                <a:cs typeface="Times New Roman"/>
              </a:rPr>
              <a:t>-e</a:t>
            </a:r>
            <a:r>
              <a:rPr sz="1700" dirty="0">
                <a:latin typeface="Times New Roman"/>
                <a:cs typeface="Times New Roman"/>
              </a:rPr>
              <a:t>ff</a:t>
            </a:r>
            <a:r>
              <a:rPr sz="1700" spc="-7" dirty="0">
                <a:latin typeface="Times New Roman"/>
                <a:cs typeface="Times New Roman"/>
              </a:rPr>
              <a:t>ec</a:t>
            </a:r>
            <a:r>
              <a:rPr sz="1700" spc="-2" dirty="0">
                <a:latin typeface="Times New Roman"/>
                <a:cs typeface="Times New Roman"/>
              </a:rPr>
              <a:t>tive</a:t>
            </a:r>
            <a:r>
              <a:rPr sz="1700" dirty="0">
                <a:latin typeface="Times New Roman"/>
                <a:cs typeface="Times New Roman"/>
              </a:rPr>
              <a:t> </a:t>
            </a:r>
            <a:r>
              <a:rPr sz="1700" spc="-10" dirty="0">
                <a:latin typeface="Times New Roman"/>
                <a:cs typeface="Times New Roman"/>
              </a:rPr>
              <a:t> </a:t>
            </a:r>
            <a:r>
              <a:rPr sz="1700" spc="-5" dirty="0">
                <a:latin typeface="Times New Roman"/>
                <a:cs typeface="Times New Roman"/>
              </a:rPr>
              <a:t>than</a:t>
            </a:r>
            <a:r>
              <a:rPr sz="1700" spc="-2" dirty="0">
                <a:latin typeface="Times New Roman"/>
                <a:cs typeface="Times New Roman"/>
              </a:rPr>
              <a:t> </a:t>
            </a:r>
            <a:r>
              <a:rPr sz="1700" spc="-5" dirty="0">
                <a:latin typeface="Times New Roman"/>
                <a:cs typeface="Times New Roman"/>
              </a:rPr>
              <a:t>prim</a:t>
            </a:r>
            <a:r>
              <a:rPr sz="1700" spc="-7" dirty="0">
                <a:latin typeface="Times New Roman"/>
                <a:cs typeface="Times New Roman"/>
              </a:rPr>
              <a:t>a</a:t>
            </a:r>
            <a:r>
              <a:rPr sz="1700" dirty="0">
                <a:latin typeface="Times New Roman"/>
                <a:cs typeface="Times New Roman"/>
              </a:rPr>
              <a:t>ry </a:t>
            </a:r>
            <a:r>
              <a:rPr sz="1700" spc="-5" dirty="0">
                <a:latin typeface="Times New Roman"/>
                <a:cs typeface="Times New Roman"/>
              </a:rPr>
              <a:t>m</a:t>
            </a:r>
            <a:r>
              <a:rPr sz="1700" spc="-10" dirty="0">
                <a:latin typeface="Times New Roman"/>
                <a:cs typeface="Times New Roman"/>
              </a:rPr>
              <a:t>e</a:t>
            </a:r>
            <a:r>
              <a:rPr sz="1700" spc="-5" dirty="0">
                <a:latin typeface="Times New Roman"/>
                <a:cs typeface="Times New Roman"/>
              </a:rPr>
              <a:t>mory.</a:t>
            </a:r>
            <a:endParaRPr sz="1700" dirty="0">
              <a:latin typeface="Times New Roman"/>
              <a:cs typeface="Times New Roman"/>
            </a:endParaRPr>
          </a:p>
        </p:txBody>
      </p:sp>
    </p:spTree>
    <p:extLst>
      <p:ext uri="{BB962C8B-B14F-4D97-AF65-F5344CB8AC3E}">
        <p14:creationId xmlns:p14="http://schemas.microsoft.com/office/powerpoint/2010/main" val="18519324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0CBFB-BDEB-0F3A-4EC9-4A9DF08709D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CAE651F-E6A8-B967-85F1-D86467AA7EAA}"/>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E1989B67-6138-0808-C2EB-B393DF3924E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5A2DC617-A9B8-2964-06A2-1DADA9D759F9}"/>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69E8A9D8-1CD3-57A9-F10B-73070500E1F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a:extLst>
              <a:ext uri="{FF2B5EF4-FFF2-40B4-BE49-F238E27FC236}">
                <a16:creationId xmlns:a16="http://schemas.microsoft.com/office/drawing/2014/main" id="{0096A5E5-50A7-A6DD-E4F8-85B8125FCA45}"/>
              </a:ext>
            </a:extLst>
          </p:cNvPr>
          <p:cNvSpPr txBox="1"/>
          <p:nvPr/>
        </p:nvSpPr>
        <p:spPr>
          <a:xfrm>
            <a:off x="762000" y="662034"/>
            <a:ext cx="7543800" cy="3708708"/>
          </a:xfrm>
          <a:prstGeom prst="rect">
            <a:avLst/>
          </a:prstGeom>
        </p:spPr>
        <p:txBody>
          <a:bodyPr vert="horz" wrap="square" lIns="0" tIns="0" rIns="0" bIns="0" rtlCol="0">
            <a:spAutoFit/>
          </a:bodyPr>
          <a:lstStyle/>
          <a:p>
            <a:pPr marL="6109" algn="just"/>
            <a:r>
              <a:rPr sz="1700" b="1" spc="-2" dirty="0">
                <a:latin typeface="Times New Roman"/>
                <a:cs typeface="Times New Roman"/>
              </a:rPr>
              <a:t>Disa</a:t>
            </a:r>
            <a:r>
              <a:rPr sz="1700" b="1" spc="2" dirty="0">
                <a:latin typeface="Times New Roman"/>
                <a:cs typeface="Times New Roman"/>
              </a:rPr>
              <a:t>d</a:t>
            </a:r>
            <a:r>
              <a:rPr sz="1700" b="1" dirty="0">
                <a:latin typeface="Times New Roman"/>
                <a:cs typeface="Times New Roman"/>
              </a:rPr>
              <a:t>van</a:t>
            </a:r>
            <a:r>
              <a:rPr sz="1700" b="1" spc="-5" dirty="0">
                <a:latin typeface="Times New Roman"/>
                <a:cs typeface="Times New Roman"/>
              </a:rPr>
              <a:t>tag</a:t>
            </a:r>
            <a:r>
              <a:rPr sz="1700" b="1" spc="-10" dirty="0">
                <a:latin typeface="Times New Roman"/>
                <a:cs typeface="Times New Roman"/>
              </a:rPr>
              <a:t>e</a:t>
            </a:r>
            <a:r>
              <a:rPr sz="1700" b="1" spc="-2" dirty="0">
                <a:latin typeface="Times New Roman"/>
                <a:cs typeface="Times New Roman"/>
              </a:rPr>
              <a:t>s:</a:t>
            </a:r>
            <a:endParaRPr sz="1700" dirty="0">
              <a:latin typeface="Times New Roman"/>
              <a:cs typeface="Times New Roman"/>
            </a:endParaRPr>
          </a:p>
          <a:p>
            <a:pPr marL="225716" marR="6109" indent="-109651">
              <a:spcBef>
                <a:spcPts val="380"/>
              </a:spcBef>
              <a:buFont typeface="Times New Roman"/>
              <a:buAutoNum type="arabicPeriod"/>
              <a:tabLst>
                <a:tab pos="226022" algn="l"/>
              </a:tabLst>
            </a:pPr>
            <a:endParaRPr lang="en-US" sz="1700" dirty="0">
              <a:latin typeface="Times New Roman"/>
              <a:cs typeface="Times New Roman"/>
            </a:endParaRPr>
          </a:p>
          <a:p>
            <a:pPr marL="225716" marR="6109" indent="-109651">
              <a:spcBef>
                <a:spcPts val="380"/>
              </a:spcBef>
              <a:buFont typeface="Times New Roman"/>
              <a:buAutoNum type="arabicPeriod"/>
              <a:tabLst>
                <a:tab pos="226022" algn="l"/>
              </a:tabLst>
            </a:pPr>
            <a:r>
              <a:rPr lang="en-US" sz="1700" b="1" dirty="0">
                <a:latin typeface="Times New Roman"/>
                <a:cs typeface="Times New Roman"/>
              </a:rPr>
              <a:t> </a:t>
            </a:r>
            <a:r>
              <a:rPr sz="1700" b="1" dirty="0">
                <a:latin typeface="Times New Roman"/>
                <a:cs typeface="Times New Roman"/>
              </a:rPr>
              <a:t>S</a:t>
            </a:r>
            <a:r>
              <a:rPr sz="1700" b="1" spc="-5" dirty="0">
                <a:latin typeface="Times New Roman"/>
                <a:cs typeface="Times New Roman"/>
              </a:rPr>
              <a:t>low</a:t>
            </a:r>
            <a:r>
              <a:rPr sz="1700" b="1" spc="-10" dirty="0">
                <a:latin typeface="Times New Roman"/>
                <a:cs typeface="Times New Roman"/>
              </a:rPr>
              <a:t>e</a:t>
            </a:r>
            <a:r>
              <a:rPr sz="1700" b="1" dirty="0">
                <a:latin typeface="Times New Roman"/>
                <a:cs typeface="Times New Roman"/>
              </a:rPr>
              <a:t>r</a:t>
            </a:r>
            <a:r>
              <a:rPr sz="1700" b="1" spc="31" dirty="0">
                <a:latin typeface="Times New Roman"/>
                <a:cs typeface="Times New Roman"/>
              </a:rPr>
              <a:t> </a:t>
            </a:r>
            <a:r>
              <a:rPr sz="1700" b="1" spc="-7" dirty="0">
                <a:latin typeface="Times New Roman"/>
                <a:cs typeface="Times New Roman"/>
              </a:rPr>
              <a:t>a</a:t>
            </a:r>
            <a:r>
              <a:rPr sz="1700" b="1" spc="-2" dirty="0">
                <a:latin typeface="Times New Roman"/>
                <a:cs typeface="Times New Roman"/>
              </a:rPr>
              <a:t>c</a:t>
            </a:r>
            <a:r>
              <a:rPr sz="1700" b="1" spc="-7" dirty="0">
                <a:latin typeface="Times New Roman"/>
                <a:cs typeface="Times New Roman"/>
              </a:rPr>
              <a:t>ce</a:t>
            </a:r>
            <a:r>
              <a:rPr sz="1700" b="1" spc="-2" dirty="0">
                <a:latin typeface="Times New Roman"/>
                <a:cs typeface="Times New Roman"/>
              </a:rPr>
              <a:t>s</a:t>
            </a:r>
            <a:r>
              <a:rPr sz="1700" b="1" dirty="0">
                <a:latin typeface="Times New Roman"/>
                <a:cs typeface="Times New Roman"/>
              </a:rPr>
              <a:t>s</a:t>
            </a:r>
            <a:r>
              <a:rPr sz="1700" b="1" spc="34" dirty="0">
                <a:latin typeface="Times New Roman"/>
                <a:cs typeface="Times New Roman"/>
              </a:rPr>
              <a:t> </a:t>
            </a:r>
            <a:r>
              <a:rPr sz="1700" b="1" spc="-2" dirty="0">
                <a:latin typeface="Times New Roman"/>
                <a:cs typeface="Times New Roman"/>
              </a:rPr>
              <a:t>times:</a:t>
            </a:r>
            <a:r>
              <a:rPr sz="1700" spc="34" dirty="0">
                <a:latin typeface="Times New Roman"/>
                <a:cs typeface="Times New Roman"/>
              </a:rPr>
              <a:t> </a:t>
            </a:r>
            <a:r>
              <a:rPr sz="1700" spc="-2" dirty="0">
                <a:latin typeface="Times New Roman"/>
                <a:cs typeface="Times New Roman"/>
              </a:rPr>
              <a:t>A</a:t>
            </a:r>
            <a:r>
              <a:rPr sz="1700" dirty="0">
                <a:latin typeface="Times New Roman"/>
                <a:cs typeface="Times New Roman"/>
              </a:rPr>
              <a:t>c</a:t>
            </a:r>
            <a:r>
              <a:rPr sz="1700" spc="-7" dirty="0">
                <a:latin typeface="Times New Roman"/>
                <a:cs typeface="Times New Roman"/>
              </a:rPr>
              <a:t>ce</a:t>
            </a:r>
            <a:r>
              <a:rPr sz="1700" spc="-2" dirty="0">
                <a:latin typeface="Times New Roman"/>
                <a:cs typeface="Times New Roman"/>
              </a:rPr>
              <a:t>ss</a:t>
            </a:r>
            <a:r>
              <a:rPr sz="1700" dirty="0">
                <a:latin typeface="Times New Roman"/>
                <a:cs typeface="Times New Roman"/>
              </a:rPr>
              <a:t>ing</a:t>
            </a:r>
            <a:r>
              <a:rPr sz="1700" spc="34" dirty="0">
                <a:latin typeface="Times New Roman"/>
                <a:cs typeface="Times New Roman"/>
              </a:rPr>
              <a:t> </a:t>
            </a:r>
            <a:r>
              <a:rPr sz="1700" spc="-5" dirty="0">
                <a:latin typeface="Times New Roman"/>
                <a:cs typeface="Times New Roman"/>
              </a:rPr>
              <a:t>d</a:t>
            </a:r>
            <a:r>
              <a:rPr sz="1700" spc="-7" dirty="0">
                <a:latin typeface="Times New Roman"/>
                <a:cs typeface="Times New Roman"/>
              </a:rPr>
              <a:t>a</a:t>
            </a:r>
            <a:r>
              <a:rPr sz="1700" spc="-2" dirty="0">
                <a:latin typeface="Times New Roman"/>
                <a:cs typeface="Times New Roman"/>
              </a:rPr>
              <a:t>ta</a:t>
            </a:r>
            <a:r>
              <a:rPr sz="1700" spc="38" dirty="0">
                <a:latin typeface="Times New Roman"/>
                <a:cs typeface="Times New Roman"/>
              </a:rPr>
              <a:t> </a:t>
            </a:r>
            <a:r>
              <a:rPr sz="1700" dirty="0">
                <a:latin typeface="Times New Roman"/>
                <a:cs typeface="Times New Roman"/>
              </a:rPr>
              <a:t>f</a:t>
            </a:r>
            <a:r>
              <a:rPr sz="1700" spc="-5" dirty="0">
                <a:latin typeface="Times New Roman"/>
                <a:cs typeface="Times New Roman"/>
              </a:rPr>
              <a:t>rom</a:t>
            </a:r>
            <a:r>
              <a:rPr sz="1700" spc="34" dirty="0">
                <a:latin typeface="Times New Roman"/>
                <a:cs typeface="Times New Roman"/>
              </a:rPr>
              <a:t> </a:t>
            </a:r>
            <a:r>
              <a:rPr sz="1700" spc="-2" dirty="0">
                <a:latin typeface="Times New Roman"/>
                <a:cs typeface="Times New Roman"/>
              </a:rPr>
              <a:t>s</a:t>
            </a:r>
            <a:r>
              <a:rPr sz="1700" spc="2" dirty="0">
                <a:latin typeface="Times New Roman"/>
                <a:cs typeface="Times New Roman"/>
              </a:rPr>
              <a:t>e</a:t>
            </a:r>
            <a:r>
              <a:rPr sz="1700" spc="-7" dirty="0">
                <a:latin typeface="Times New Roman"/>
                <a:cs typeface="Times New Roman"/>
              </a:rPr>
              <a:t>c</a:t>
            </a:r>
            <a:r>
              <a:rPr sz="1700" dirty="0">
                <a:latin typeface="Times New Roman"/>
                <a:cs typeface="Times New Roman"/>
              </a:rPr>
              <a:t>o</a:t>
            </a:r>
            <a:r>
              <a:rPr sz="1700" spc="5" dirty="0">
                <a:latin typeface="Times New Roman"/>
                <a:cs typeface="Times New Roman"/>
              </a:rPr>
              <a:t>n</a:t>
            </a:r>
            <a:r>
              <a:rPr sz="1700" spc="-5" dirty="0">
                <a:latin typeface="Times New Roman"/>
                <a:cs typeface="Times New Roman"/>
              </a:rPr>
              <a:t>d</a:t>
            </a:r>
            <a:r>
              <a:rPr sz="1700" spc="-7" dirty="0">
                <a:latin typeface="Times New Roman"/>
                <a:cs typeface="Times New Roman"/>
              </a:rPr>
              <a:t>a</a:t>
            </a:r>
            <a:r>
              <a:rPr sz="1700" dirty="0">
                <a:latin typeface="Times New Roman"/>
                <a:cs typeface="Times New Roman"/>
              </a:rPr>
              <a:t>ry</a:t>
            </a:r>
            <a:r>
              <a:rPr sz="1700" spc="31" dirty="0">
                <a:latin typeface="Times New Roman"/>
                <a:cs typeface="Times New Roman"/>
              </a:rPr>
              <a:t> </a:t>
            </a:r>
            <a:r>
              <a:rPr sz="1700" spc="-5" dirty="0">
                <a:latin typeface="Times New Roman"/>
                <a:cs typeface="Times New Roman"/>
              </a:rPr>
              <a:t>memor</a:t>
            </a:r>
            <a:r>
              <a:rPr sz="1700" dirty="0">
                <a:latin typeface="Times New Roman"/>
                <a:cs typeface="Times New Roman"/>
              </a:rPr>
              <a:t>y</a:t>
            </a:r>
            <a:r>
              <a:rPr sz="1700" spc="34" dirty="0">
                <a:latin typeface="Times New Roman"/>
                <a:cs typeface="Times New Roman"/>
              </a:rPr>
              <a:t> </a:t>
            </a:r>
            <a:r>
              <a:rPr sz="1700" spc="5" dirty="0">
                <a:latin typeface="Times New Roman"/>
                <a:cs typeface="Times New Roman"/>
              </a:rPr>
              <a:t>d</a:t>
            </a:r>
            <a:r>
              <a:rPr sz="1700" spc="-7" dirty="0">
                <a:latin typeface="Times New Roman"/>
                <a:cs typeface="Times New Roman"/>
              </a:rPr>
              <a:t>e</a:t>
            </a:r>
            <a:r>
              <a:rPr sz="1700" spc="-2" dirty="0">
                <a:latin typeface="Times New Roman"/>
                <a:cs typeface="Times New Roman"/>
              </a:rPr>
              <a:t>vic</a:t>
            </a:r>
            <a:r>
              <a:rPr sz="1700" spc="-10" dirty="0">
                <a:latin typeface="Times New Roman"/>
                <a:cs typeface="Times New Roman"/>
              </a:rPr>
              <a:t>e</a:t>
            </a:r>
            <a:r>
              <a:rPr sz="1700" dirty="0">
                <a:latin typeface="Times New Roman"/>
                <a:cs typeface="Times New Roman"/>
              </a:rPr>
              <a:t>s</a:t>
            </a:r>
            <a:r>
              <a:rPr sz="1700" spc="34" dirty="0">
                <a:latin typeface="Times New Roman"/>
                <a:cs typeface="Times New Roman"/>
              </a:rPr>
              <a:t> </a:t>
            </a:r>
            <a:r>
              <a:rPr sz="1700" spc="-2" dirty="0">
                <a:latin typeface="Times New Roman"/>
                <a:cs typeface="Times New Roman"/>
              </a:rPr>
              <a:t>t</a:t>
            </a:r>
            <a:r>
              <a:rPr sz="1700" dirty="0">
                <a:latin typeface="Times New Roman"/>
                <a:cs typeface="Times New Roman"/>
              </a:rPr>
              <a:t>y</a:t>
            </a:r>
            <a:r>
              <a:rPr sz="1700" spc="-2" dirty="0">
                <a:latin typeface="Times New Roman"/>
                <a:cs typeface="Times New Roman"/>
              </a:rPr>
              <a:t>pic</a:t>
            </a:r>
            <a:r>
              <a:rPr sz="1700" spc="-10" dirty="0">
                <a:latin typeface="Times New Roman"/>
                <a:cs typeface="Times New Roman"/>
              </a:rPr>
              <a:t>a</a:t>
            </a:r>
            <a:r>
              <a:rPr sz="1700" spc="-2" dirty="0">
                <a:latin typeface="Times New Roman"/>
                <a:cs typeface="Times New Roman"/>
              </a:rPr>
              <a:t>ll</a:t>
            </a:r>
            <a:r>
              <a:rPr sz="1700" dirty="0">
                <a:latin typeface="Times New Roman"/>
                <a:cs typeface="Times New Roman"/>
              </a:rPr>
              <a:t>y</a:t>
            </a:r>
            <a:r>
              <a:rPr sz="1700" spc="34" dirty="0">
                <a:latin typeface="Times New Roman"/>
                <a:cs typeface="Times New Roman"/>
              </a:rPr>
              <a:t> </a:t>
            </a:r>
            <a:r>
              <a:rPr sz="1700" spc="-2" dirty="0">
                <a:latin typeface="Times New Roman"/>
                <a:cs typeface="Times New Roman"/>
              </a:rPr>
              <a:t>tak</a:t>
            </a:r>
            <a:r>
              <a:rPr sz="1700" spc="-10" dirty="0">
                <a:latin typeface="Times New Roman"/>
                <a:cs typeface="Times New Roman"/>
              </a:rPr>
              <a:t>e</a:t>
            </a:r>
            <a:r>
              <a:rPr sz="1700" dirty="0">
                <a:latin typeface="Times New Roman"/>
                <a:cs typeface="Times New Roman"/>
              </a:rPr>
              <a:t>s </a:t>
            </a:r>
            <a:r>
              <a:rPr sz="1700" spc="-5" dirty="0">
                <a:latin typeface="Times New Roman"/>
                <a:cs typeface="Times New Roman"/>
              </a:rPr>
              <a:t>longer than</a:t>
            </a:r>
            <a:r>
              <a:rPr sz="1700" spc="-2" dirty="0">
                <a:latin typeface="Times New Roman"/>
                <a:cs typeface="Times New Roman"/>
              </a:rPr>
              <a:t> </a:t>
            </a:r>
            <a:r>
              <a:rPr sz="1700" spc="-10" dirty="0">
                <a:latin typeface="Times New Roman"/>
                <a:cs typeface="Times New Roman"/>
              </a:rPr>
              <a:t>a</a:t>
            </a:r>
            <a:r>
              <a:rPr sz="1700" spc="-2" dirty="0">
                <a:latin typeface="Times New Roman"/>
                <a:cs typeface="Times New Roman"/>
              </a:rPr>
              <a:t>c</a:t>
            </a:r>
            <a:r>
              <a:rPr sz="1700" spc="-7" dirty="0">
                <a:latin typeface="Times New Roman"/>
                <a:cs typeface="Times New Roman"/>
              </a:rPr>
              <a:t>ce</a:t>
            </a:r>
            <a:r>
              <a:rPr sz="1700" spc="-2" dirty="0">
                <a:latin typeface="Times New Roman"/>
                <a:cs typeface="Times New Roman"/>
              </a:rPr>
              <a:t>ss</a:t>
            </a:r>
            <a:r>
              <a:rPr sz="1700" dirty="0">
                <a:latin typeface="Times New Roman"/>
                <a:cs typeface="Times New Roman"/>
              </a:rPr>
              <a:t>ing </a:t>
            </a:r>
            <a:r>
              <a:rPr sz="1700" spc="-5" dirty="0">
                <a:latin typeface="Times New Roman"/>
                <a:cs typeface="Times New Roman"/>
              </a:rPr>
              <a:t>d</a:t>
            </a:r>
            <a:r>
              <a:rPr sz="1700" spc="-7" dirty="0">
                <a:latin typeface="Times New Roman"/>
                <a:cs typeface="Times New Roman"/>
              </a:rPr>
              <a:t>a</a:t>
            </a:r>
            <a:r>
              <a:rPr sz="1700" dirty="0">
                <a:latin typeface="Times New Roman"/>
                <a:cs typeface="Times New Roman"/>
              </a:rPr>
              <a:t>t</a:t>
            </a:r>
            <a:r>
              <a:rPr sz="1700" spc="-5" dirty="0">
                <a:latin typeface="Times New Roman"/>
                <a:cs typeface="Times New Roman"/>
              </a:rPr>
              <a:t>a</a:t>
            </a:r>
            <a:r>
              <a:rPr sz="1700" spc="-2" dirty="0">
                <a:latin typeface="Times New Roman"/>
                <a:cs typeface="Times New Roman"/>
              </a:rPr>
              <a:t> </a:t>
            </a:r>
            <a:r>
              <a:rPr sz="1700" dirty="0">
                <a:latin typeface="Times New Roman"/>
                <a:cs typeface="Times New Roman"/>
              </a:rPr>
              <a:t>f</a:t>
            </a:r>
            <a:r>
              <a:rPr sz="1700" spc="-5" dirty="0">
                <a:latin typeface="Times New Roman"/>
                <a:cs typeface="Times New Roman"/>
              </a:rPr>
              <a:t>rom</a:t>
            </a:r>
            <a:r>
              <a:rPr sz="1700" dirty="0">
                <a:latin typeface="Times New Roman"/>
                <a:cs typeface="Times New Roman"/>
              </a:rPr>
              <a:t> </a:t>
            </a:r>
            <a:r>
              <a:rPr sz="1700" spc="-5" dirty="0">
                <a:latin typeface="Times New Roman"/>
                <a:cs typeface="Times New Roman"/>
              </a:rPr>
              <a:t>prim</a:t>
            </a:r>
            <a:r>
              <a:rPr sz="1700" spc="-7" dirty="0">
                <a:latin typeface="Times New Roman"/>
                <a:cs typeface="Times New Roman"/>
              </a:rPr>
              <a:t>a</a:t>
            </a:r>
            <a:r>
              <a:rPr sz="1700" dirty="0">
                <a:latin typeface="Times New Roman"/>
                <a:cs typeface="Times New Roman"/>
              </a:rPr>
              <a:t>ry </a:t>
            </a:r>
            <a:r>
              <a:rPr sz="1700" spc="-2" dirty="0">
                <a:latin typeface="Times New Roman"/>
                <a:cs typeface="Times New Roman"/>
              </a:rPr>
              <a:t>m</a:t>
            </a:r>
            <a:r>
              <a:rPr sz="1700" spc="-7" dirty="0">
                <a:latin typeface="Times New Roman"/>
                <a:cs typeface="Times New Roman"/>
              </a:rPr>
              <a:t>e</a:t>
            </a:r>
            <a:r>
              <a:rPr sz="1700" spc="-5" dirty="0">
                <a:latin typeface="Times New Roman"/>
                <a:cs typeface="Times New Roman"/>
              </a:rPr>
              <a:t>mory.</a:t>
            </a:r>
            <a:endParaRPr sz="1700" dirty="0">
              <a:latin typeface="Times New Roman"/>
              <a:cs typeface="Times New Roman"/>
            </a:endParaRPr>
          </a:p>
          <a:p>
            <a:pPr marL="225716" marR="5192" indent="-109651">
              <a:spcBef>
                <a:spcPts val="358"/>
              </a:spcBef>
              <a:buFont typeface="Times New Roman"/>
              <a:buAutoNum type="arabicPeriod"/>
              <a:tabLst>
                <a:tab pos="226022" algn="l"/>
              </a:tabLst>
            </a:pPr>
            <a:r>
              <a:rPr lang="en-US" sz="1700" b="1" spc="-2" dirty="0">
                <a:latin typeface="Times New Roman"/>
                <a:cs typeface="Times New Roman"/>
              </a:rPr>
              <a:t> </a:t>
            </a:r>
            <a:r>
              <a:rPr sz="1700" b="1" spc="-2" dirty="0">
                <a:latin typeface="Times New Roman"/>
                <a:cs typeface="Times New Roman"/>
              </a:rPr>
              <a:t>Me</a:t>
            </a:r>
            <a:r>
              <a:rPr sz="1700" b="1" spc="-7" dirty="0">
                <a:latin typeface="Times New Roman"/>
                <a:cs typeface="Times New Roman"/>
              </a:rPr>
              <a:t>c</a:t>
            </a:r>
            <a:r>
              <a:rPr sz="1700" b="1" spc="-5" dirty="0">
                <a:latin typeface="Times New Roman"/>
                <a:cs typeface="Times New Roman"/>
              </a:rPr>
              <a:t>h</a:t>
            </a:r>
            <a:r>
              <a:rPr sz="1700" b="1" spc="-7" dirty="0">
                <a:latin typeface="Times New Roman"/>
                <a:cs typeface="Times New Roman"/>
              </a:rPr>
              <a:t>a</a:t>
            </a:r>
            <a:r>
              <a:rPr sz="1700" b="1" spc="-2" dirty="0">
                <a:latin typeface="Times New Roman"/>
                <a:cs typeface="Times New Roman"/>
              </a:rPr>
              <a:t>nic</a:t>
            </a:r>
            <a:r>
              <a:rPr sz="1700" b="1" spc="-7" dirty="0">
                <a:latin typeface="Times New Roman"/>
                <a:cs typeface="Times New Roman"/>
              </a:rPr>
              <a:t>a</a:t>
            </a:r>
            <a:r>
              <a:rPr sz="1700" b="1" spc="-2" dirty="0">
                <a:latin typeface="Times New Roman"/>
                <a:cs typeface="Times New Roman"/>
              </a:rPr>
              <a:t>l</a:t>
            </a:r>
            <a:r>
              <a:rPr sz="1700" b="1" dirty="0">
                <a:latin typeface="Times New Roman"/>
                <a:cs typeface="Times New Roman"/>
              </a:rPr>
              <a:t> </a:t>
            </a:r>
            <a:r>
              <a:rPr sz="1700" b="1" spc="-41" dirty="0">
                <a:latin typeface="Times New Roman"/>
                <a:cs typeface="Times New Roman"/>
              </a:rPr>
              <a:t> </a:t>
            </a:r>
            <a:r>
              <a:rPr sz="1700" b="1" spc="-2" dirty="0">
                <a:latin typeface="Times New Roman"/>
                <a:cs typeface="Times New Roman"/>
              </a:rPr>
              <a:t>f</a:t>
            </a:r>
            <a:r>
              <a:rPr sz="1700" b="1" spc="-10" dirty="0">
                <a:latin typeface="Times New Roman"/>
                <a:cs typeface="Times New Roman"/>
              </a:rPr>
              <a:t>a</a:t>
            </a:r>
            <a:r>
              <a:rPr sz="1700" b="1" spc="-2" dirty="0">
                <a:latin typeface="Times New Roman"/>
                <a:cs typeface="Times New Roman"/>
              </a:rPr>
              <a:t>ilur</a:t>
            </a:r>
            <a:r>
              <a:rPr sz="1700" b="1" spc="-10" dirty="0">
                <a:latin typeface="Times New Roman"/>
                <a:cs typeface="Times New Roman"/>
              </a:rPr>
              <a:t>e</a:t>
            </a:r>
            <a:r>
              <a:rPr sz="1700" b="1" spc="-5" dirty="0">
                <a:latin typeface="Times New Roman"/>
                <a:cs typeface="Times New Roman"/>
              </a:rPr>
              <a:t>s</a:t>
            </a:r>
            <a:r>
              <a:rPr sz="1700" b="1" spc="-2" dirty="0">
                <a:latin typeface="Times New Roman"/>
                <a:cs typeface="Times New Roman"/>
              </a:rPr>
              <a:t>:</a:t>
            </a:r>
            <a:r>
              <a:rPr sz="1700" b="1" dirty="0">
                <a:latin typeface="Times New Roman"/>
                <a:cs typeface="Times New Roman"/>
              </a:rPr>
              <a:t> </a:t>
            </a:r>
            <a:r>
              <a:rPr sz="1700" b="1" spc="-41" dirty="0">
                <a:latin typeface="Times New Roman"/>
                <a:cs typeface="Times New Roman"/>
              </a:rPr>
              <a:t> </a:t>
            </a:r>
            <a:r>
              <a:rPr sz="1700" dirty="0">
                <a:latin typeface="Times New Roman"/>
                <a:cs typeface="Times New Roman"/>
              </a:rPr>
              <a:t>S</a:t>
            </a:r>
            <a:r>
              <a:rPr sz="1700" spc="-5" dirty="0">
                <a:latin typeface="Times New Roman"/>
                <a:cs typeface="Times New Roman"/>
              </a:rPr>
              <a:t>ome</a:t>
            </a:r>
            <a:r>
              <a:rPr sz="1700" dirty="0">
                <a:latin typeface="Times New Roman"/>
                <a:cs typeface="Times New Roman"/>
              </a:rPr>
              <a:t> </a:t>
            </a:r>
            <a:r>
              <a:rPr sz="1700" spc="-43" dirty="0">
                <a:latin typeface="Times New Roman"/>
                <a:cs typeface="Times New Roman"/>
              </a:rPr>
              <a:t> </a:t>
            </a:r>
            <a:r>
              <a:rPr sz="1700" spc="-2" dirty="0">
                <a:latin typeface="Times New Roman"/>
                <a:cs typeface="Times New Roman"/>
              </a:rPr>
              <a:t>types</a:t>
            </a:r>
            <a:r>
              <a:rPr sz="1700" dirty="0">
                <a:latin typeface="Times New Roman"/>
                <a:cs typeface="Times New Roman"/>
              </a:rPr>
              <a:t> </a:t>
            </a:r>
            <a:r>
              <a:rPr sz="1700" spc="-43" dirty="0">
                <a:latin typeface="Times New Roman"/>
                <a:cs typeface="Times New Roman"/>
              </a:rPr>
              <a:t> </a:t>
            </a:r>
            <a:r>
              <a:rPr sz="1700" dirty="0">
                <a:latin typeface="Times New Roman"/>
                <a:cs typeface="Times New Roman"/>
              </a:rPr>
              <a:t>of </a:t>
            </a:r>
            <a:r>
              <a:rPr sz="1700" spc="-43" dirty="0">
                <a:latin typeface="Times New Roman"/>
                <a:cs typeface="Times New Roman"/>
              </a:rPr>
              <a:t> </a:t>
            </a:r>
            <a:r>
              <a:rPr sz="1700" spc="-2" dirty="0">
                <a:latin typeface="Times New Roman"/>
                <a:cs typeface="Times New Roman"/>
              </a:rPr>
              <a:t>se</a:t>
            </a:r>
            <a:r>
              <a:rPr sz="1700" spc="-7" dirty="0">
                <a:latin typeface="Times New Roman"/>
                <a:cs typeface="Times New Roman"/>
              </a:rPr>
              <a:t>c</a:t>
            </a:r>
            <a:r>
              <a:rPr sz="1700" spc="-5" dirty="0">
                <a:latin typeface="Times New Roman"/>
                <a:cs typeface="Times New Roman"/>
              </a:rPr>
              <a:t>ond</a:t>
            </a:r>
            <a:r>
              <a:rPr sz="1700" spc="-7" dirty="0">
                <a:latin typeface="Times New Roman"/>
                <a:cs typeface="Times New Roman"/>
              </a:rPr>
              <a:t>a</a:t>
            </a:r>
            <a:r>
              <a:rPr sz="1700" dirty="0">
                <a:latin typeface="Times New Roman"/>
                <a:cs typeface="Times New Roman"/>
              </a:rPr>
              <a:t>ry </a:t>
            </a:r>
            <a:r>
              <a:rPr sz="1700" spc="-38" dirty="0">
                <a:latin typeface="Times New Roman"/>
                <a:cs typeface="Times New Roman"/>
              </a:rPr>
              <a:t> </a:t>
            </a:r>
            <a:r>
              <a:rPr sz="1700" spc="-5" dirty="0">
                <a:latin typeface="Times New Roman"/>
                <a:cs typeface="Times New Roman"/>
              </a:rPr>
              <a:t>memor</a:t>
            </a:r>
            <a:r>
              <a:rPr sz="1700" dirty="0">
                <a:latin typeface="Times New Roman"/>
                <a:cs typeface="Times New Roman"/>
              </a:rPr>
              <a:t>y </a:t>
            </a:r>
            <a:r>
              <a:rPr sz="1700" spc="-43" dirty="0">
                <a:latin typeface="Times New Roman"/>
                <a:cs typeface="Times New Roman"/>
              </a:rPr>
              <a:t> </a:t>
            </a:r>
            <a:r>
              <a:rPr sz="1700" spc="-5" dirty="0">
                <a:latin typeface="Times New Roman"/>
                <a:cs typeface="Times New Roman"/>
              </a:rPr>
              <a:t>d</a:t>
            </a:r>
            <a:r>
              <a:rPr sz="1700" spc="-7" dirty="0">
                <a:latin typeface="Times New Roman"/>
                <a:cs typeface="Times New Roman"/>
              </a:rPr>
              <a:t>e</a:t>
            </a:r>
            <a:r>
              <a:rPr sz="1700" spc="-2" dirty="0">
                <a:latin typeface="Times New Roman"/>
                <a:cs typeface="Times New Roman"/>
              </a:rPr>
              <a:t>vic</a:t>
            </a:r>
            <a:r>
              <a:rPr sz="1700" spc="-10" dirty="0">
                <a:latin typeface="Times New Roman"/>
                <a:cs typeface="Times New Roman"/>
              </a:rPr>
              <a:t>e</a:t>
            </a:r>
            <a:r>
              <a:rPr sz="1700" spc="-2" dirty="0">
                <a:latin typeface="Times New Roman"/>
                <a:cs typeface="Times New Roman"/>
              </a:rPr>
              <a:t>s</a:t>
            </a:r>
            <a:r>
              <a:rPr sz="1700" dirty="0">
                <a:latin typeface="Times New Roman"/>
                <a:cs typeface="Times New Roman"/>
              </a:rPr>
              <a:t>, </a:t>
            </a:r>
            <a:r>
              <a:rPr sz="1700" spc="-41" dirty="0">
                <a:latin typeface="Times New Roman"/>
                <a:cs typeface="Times New Roman"/>
              </a:rPr>
              <a:t> </a:t>
            </a:r>
            <a:r>
              <a:rPr sz="1700" spc="-2" dirty="0">
                <a:latin typeface="Times New Roman"/>
                <a:cs typeface="Times New Roman"/>
              </a:rPr>
              <a:t>suc</a:t>
            </a:r>
            <a:r>
              <a:rPr sz="1700" dirty="0">
                <a:latin typeface="Times New Roman"/>
                <a:cs typeface="Times New Roman"/>
              </a:rPr>
              <a:t>h </a:t>
            </a:r>
            <a:r>
              <a:rPr sz="1700" spc="-43" dirty="0">
                <a:latin typeface="Times New Roman"/>
                <a:cs typeface="Times New Roman"/>
              </a:rPr>
              <a:t> </a:t>
            </a:r>
            <a:r>
              <a:rPr sz="1700" spc="-2" dirty="0">
                <a:latin typeface="Times New Roman"/>
                <a:cs typeface="Times New Roman"/>
              </a:rPr>
              <a:t>a</a:t>
            </a:r>
            <a:r>
              <a:rPr sz="1700" dirty="0">
                <a:latin typeface="Times New Roman"/>
                <a:cs typeface="Times New Roman"/>
              </a:rPr>
              <a:t>s </a:t>
            </a:r>
            <a:r>
              <a:rPr sz="1700" spc="-41" dirty="0">
                <a:latin typeface="Times New Roman"/>
                <a:cs typeface="Times New Roman"/>
              </a:rPr>
              <a:t> </a:t>
            </a:r>
            <a:r>
              <a:rPr sz="1700" spc="-5" dirty="0">
                <a:latin typeface="Times New Roman"/>
                <a:cs typeface="Times New Roman"/>
              </a:rPr>
              <a:t>h</a:t>
            </a:r>
            <a:r>
              <a:rPr sz="1700" spc="-7" dirty="0">
                <a:latin typeface="Times New Roman"/>
                <a:cs typeface="Times New Roman"/>
              </a:rPr>
              <a:t>a</a:t>
            </a:r>
            <a:r>
              <a:rPr sz="1700" dirty="0">
                <a:latin typeface="Times New Roman"/>
                <a:cs typeface="Times New Roman"/>
              </a:rPr>
              <a:t>rd </a:t>
            </a:r>
            <a:r>
              <a:rPr sz="1700" spc="-43" dirty="0">
                <a:latin typeface="Times New Roman"/>
                <a:cs typeface="Times New Roman"/>
              </a:rPr>
              <a:t> </a:t>
            </a:r>
            <a:r>
              <a:rPr sz="1700" spc="-2" dirty="0">
                <a:latin typeface="Times New Roman"/>
                <a:cs typeface="Times New Roman"/>
              </a:rPr>
              <a:t>disk driv</a:t>
            </a:r>
            <a:r>
              <a:rPr sz="1700" spc="-10" dirty="0">
                <a:latin typeface="Times New Roman"/>
                <a:cs typeface="Times New Roman"/>
              </a:rPr>
              <a:t>e</a:t>
            </a:r>
            <a:r>
              <a:rPr sz="1700" spc="-2" dirty="0">
                <a:latin typeface="Times New Roman"/>
                <a:cs typeface="Times New Roman"/>
              </a:rPr>
              <a:t>s</a:t>
            </a:r>
            <a:r>
              <a:rPr sz="1700" dirty="0">
                <a:latin typeface="Times New Roman"/>
                <a:cs typeface="Times New Roman"/>
              </a:rPr>
              <a:t>, </a:t>
            </a:r>
            <a:r>
              <a:rPr sz="1700" spc="-7" dirty="0">
                <a:latin typeface="Times New Roman"/>
                <a:cs typeface="Times New Roman"/>
              </a:rPr>
              <a:t>a</a:t>
            </a:r>
            <a:r>
              <a:rPr sz="1700" spc="-2" dirty="0">
                <a:latin typeface="Times New Roman"/>
                <a:cs typeface="Times New Roman"/>
              </a:rPr>
              <a:t>re</a:t>
            </a:r>
            <a:r>
              <a:rPr sz="1700" spc="-5" dirty="0">
                <a:latin typeface="Times New Roman"/>
                <a:cs typeface="Times New Roman"/>
              </a:rPr>
              <a:t> </a:t>
            </a:r>
            <a:r>
              <a:rPr sz="1700" spc="5" dirty="0">
                <a:latin typeface="Times New Roman"/>
                <a:cs typeface="Times New Roman"/>
              </a:rPr>
              <a:t>p</a:t>
            </a:r>
            <a:r>
              <a:rPr sz="1700" spc="-5" dirty="0">
                <a:latin typeface="Times New Roman"/>
                <a:cs typeface="Times New Roman"/>
              </a:rPr>
              <a:t>rone </a:t>
            </a:r>
            <a:r>
              <a:rPr sz="1700" spc="-2" dirty="0">
                <a:latin typeface="Times New Roman"/>
                <a:cs typeface="Times New Roman"/>
              </a:rPr>
              <a:t>to </a:t>
            </a:r>
            <a:r>
              <a:rPr sz="1700" spc="-5" dirty="0">
                <a:latin typeface="Times New Roman"/>
                <a:cs typeface="Times New Roman"/>
              </a:rPr>
              <a:t>m</a:t>
            </a:r>
            <a:r>
              <a:rPr sz="1700" spc="-2" dirty="0">
                <a:latin typeface="Times New Roman"/>
                <a:cs typeface="Times New Roman"/>
              </a:rPr>
              <a:t>e</a:t>
            </a:r>
            <a:r>
              <a:rPr sz="1700" spc="-7" dirty="0">
                <a:latin typeface="Times New Roman"/>
                <a:cs typeface="Times New Roman"/>
              </a:rPr>
              <a:t>c</a:t>
            </a:r>
            <a:r>
              <a:rPr sz="1700" spc="5" dirty="0">
                <a:latin typeface="Times New Roman"/>
                <a:cs typeface="Times New Roman"/>
              </a:rPr>
              <a:t>h</a:t>
            </a:r>
            <a:r>
              <a:rPr sz="1700" spc="-7" dirty="0">
                <a:latin typeface="Times New Roman"/>
                <a:cs typeface="Times New Roman"/>
              </a:rPr>
              <a:t>a</a:t>
            </a:r>
            <a:r>
              <a:rPr sz="1700" spc="-2" dirty="0">
                <a:latin typeface="Times New Roman"/>
                <a:cs typeface="Times New Roman"/>
              </a:rPr>
              <a:t>nic</a:t>
            </a:r>
            <a:r>
              <a:rPr sz="1700" spc="-10" dirty="0">
                <a:latin typeface="Times New Roman"/>
                <a:cs typeface="Times New Roman"/>
              </a:rPr>
              <a:t>a</a:t>
            </a:r>
            <a:r>
              <a:rPr sz="1700" spc="-2" dirty="0">
                <a:latin typeface="Times New Roman"/>
                <a:cs typeface="Times New Roman"/>
              </a:rPr>
              <a:t>l</a:t>
            </a:r>
            <a:r>
              <a:rPr sz="1700" dirty="0">
                <a:latin typeface="Times New Roman"/>
                <a:cs typeface="Times New Roman"/>
              </a:rPr>
              <a:t> </a:t>
            </a:r>
            <a:r>
              <a:rPr sz="1700" spc="-2" dirty="0">
                <a:latin typeface="Times New Roman"/>
                <a:cs typeface="Times New Roman"/>
              </a:rPr>
              <a:t>f</a:t>
            </a:r>
            <a:r>
              <a:rPr sz="1700" spc="-10" dirty="0">
                <a:latin typeface="Times New Roman"/>
                <a:cs typeface="Times New Roman"/>
              </a:rPr>
              <a:t>a</a:t>
            </a:r>
            <a:r>
              <a:rPr sz="1700" spc="-2" dirty="0">
                <a:latin typeface="Times New Roman"/>
                <a:cs typeface="Times New Roman"/>
              </a:rPr>
              <a:t>il</a:t>
            </a:r>
            <a:r>
              <a:rPr sz="1700" dirty="0">
                <a:latin typeface="Times New Roman"/>
                <a:cs typeface="Times New Roman"/>
              </a:rPr>
              <a:t>u</a:t>
            </a:r>
            <a:r>
              <a:rPr sz="1700" spc="2" dirty="0">
                <a:latin typeface="Times New Roman"/>
                <a:cs typeface="Times New Roman"/>
              </a:rPr>
              <a:t>r</a:t>
            </a:r>
            <a:r>
              <a:rPr sz="1700" spc="-7" dirty="0">
                <a:latin typeface="Times New Roman"/>
                <a:cs typeface="Times New Roman"/>
              </a:rPr>
              <a:t>e</a:t>
            </a:r>
            <a:r>
              <a:rPr sz="1700" dirty="0">
                <a:latin typeface="Times New Roman"/>
                <a:cs typeface="Times New Roman"/>
              </a:rPr>
              <a:t>s</a:t>
            </a:r>
            <a:r>
              <a:rPr sz="1700" spc="-2" dirty="0">
                <a:latin typeface="Times New Roman"/>
                <a:cs typeface="Times New Roman"/>
              </a:rPr>
              <a:t> that </a:t>
            </a:r>
            <a:r>
              <a:rPr sz="1700" spc="-7" dirty="0">
                <a:latin typeface="Times New Roman"/>
                <a:cs typeface="Times New Roman"/>
              </a:rPr>
              <a:t>ca</a:t>
            </a:r>
            <a:r>
              <a:rPr sz="1700" dirty="0">
                <a:latin typeface="Times New Roman"/>
                <a:cs typeface="Times New Roman"/>
              </a:rPr>
              <a:t>n</a:t>
            </a:r>
            <a:r>
              <a:rPr sz="1700" spc="5" dirty="0">
                <a:latin typeface="Times New Roman"/>
                <a:cs typeface="Times New Roman"/>
              </a:rPr>
              <a:t> </a:t>
            </a:r>
            <a:r>
              <a:rPr sz="1700" spc="-2" dirty="0">
                <a:latin typeface="Times New Roman"/>
                <a:cs typeface="Times New Roman"/>
              </a:rPr>
              <a:t>re</a:t>
            </a:r>
            <a:r>
              <a:rPr sz="1700" spc="-5" dirty="0">
                <a:latin typeface="Times New Roman"/>
                <a:cs typeface="Times New Roman"/>
              </a:rPr>
              <a:t>sul</a:t>
            </a:r>
            <a:r>
              <a:rPr sz="1700" spc="-2" dirty="0">
                <a:latin typeface="Times New Roman"/>
                <a:cs typeface="Times New Roman"/>
              </a:rPr>
              <a:t>t</a:t>
            </a:r>
            <a:r>
              <a:rPr sz="1700" spc="2" dirty="0">
                <a:latin typeface="Times New Roman"/>
                <a:cs typeface="Times New Roman"/>
              </a:rPr>
              <a:t> </a:t>
            </a:r>
            <a:r>
              <a:rPr sz="1700" spc="-2" dirty="0">
                <a:latin typeface="Times New Roman"/>
                <a:cs typeface="Times New Roman"/>
              </a:rPr>
              <a:t>in data </a:t>
            </a:r>
            <a:r>
              <a:rPr sz="1700" dirty="0">
                <a:latin typeface="Times New Roman"/>
                <a:cs typeface="Times New Roman"/>
              </a:rPr>
              <a:t>loss.</a:t>
            </a:r>
          </a:p>
          <a:p>
            <a:pPr marL="225716" marR="5498" indent="-109651">
              <a:spcBef>
                <a:spcPts val="363"/>
              </a:spcBef>
              <a:buFont typeface="Times New Roman"/>
              <a:buAutoNum type="arabicPeriod"/>
              <a:tabLst>
                <a:tab pos="226022" algn="l"/>
              </a:tabLst>
            </a:pPr>
            <a:r>
              <a:rPr lang="en-US" sz="1700" b="1" spc="-5" dirty="0">
                <a:latin typeface="Times New Roman"/>
                <a:cs typeface="Times New Roman"/>
              </a:rPr>
              <a:t> </a:t>
            </a:r>
            <a:r>
              <a:rPr sz="1700" b="1" spc="-5" dirty="0">
                <a:latin typeface="Times New Roman"/>
                <a:cs typeface="Times New Roman"/>
              </a:rPr>
              <a:t>Lim</a:t>
            </a:r>
            <a:r>
              <a:rPr sz="1700" b="1" dirty="0">
                <a:latin typeface="Times New Roman"/>
                <a:cs typeface="Times New Roman"/>
              </a:rPr>
              <a:t>i</a:t>
            </a:r>
            <a:r>
              <a:rPr sz="1700" b="1" spc="-2" dirty="0">
                <a:latin typeface="Times New Roman"/>
                <a:cs typeface="Times New Roman"/>
              </a:rPr>
              <a:t>ted</a:t>
            </a:r>
            <a:r>
              <a:rPr sz="1700" b="1" dirty="0">
                <a:latin typeface="Times New Roman"/>
                <a:cs typeface="Times New Roman"/>
              </a:rPr>
              <a:t> </a:t>
            </a:r>
            <a:r>
              <a:rPr sz="1700" b="1" spc="-67" dirty="0">
                <a:latin typeface="Times New Roman"/>
                <a:cs typeface="Times New Roman"/>
              </a:rPr>
              <a:t> </a:t>
            </a:r>
            <a:r>
              <a:rPr sz="1700" b="1" spc="-2" dirty="0">
                <a:latin typeface="Times New Roman"/>
                <a:cs typeface="Times New Roman"/>
              </a:rPr>
              <a:t>lif</a:t>
            </a:r>
            <a:r>
              <a:rPr sz="1700" b="1" spc="-10" dirty="0">
                <a:latin typeface="Times New Roman"/>
                <a:cs typeface="Times New Roman"/>
              </a:rPr>
              <a:t>e</a:t>
            </a:r>
            <a:r>
              <a:rPr sz="1700" b="1" spc="-2" dirty="0">
                <a:latin typeface="Times New Roman"/>
                <a:cs typeface="Times New Roman"/>
              </a:rPr>
              <a:t>span:</a:t>
            </a:r>
            <a:r>
              <a:rPr sz="1700" b="1" dirty="0">
                <a:latin typeface="Times New Roman"/>
                <a:cs typeface="Times New Roman"/>
              </a:rPr>
              <a:t> </a:t>
            </a:r>
            <a:r>
              <a:rPr sz="1700" b="1" spc="-65" dirty="0">
                <a:latin typeface="Times New Roman"/>
                <a:cs typeface="Times New Roman"/>
              </a:rPr>
              <a:t> </a:t>
            </a:r>
            <a:r>
              <a:rPr sz="1700" dirty="0">
                <a:latin typeface="Times New Roman"/>
                <a:cs typeface="Times New Roman"/>
              </a:rPr>
              <a:t>S</a:t>
            </a:r>
            <a:r>
              <a:rPr sz="1700" spc="-7" dirty="0">
                <a:latin typeface="Times New Roman"/>
                <a:cs typeface="Times New Roman"/>
              </a:rPr>
              <a:t>ec</a:t>
            </a:r>
            <a:r>
              <a:rPr sz="1700" spc="-5" dirty="0">
                <a:latin typeface="Times New Roman"/>
                <a:cs typeface="Times New Roman"/>
              </a:rPr>
              <a:t>ond</a:t>
            </a:r>
            <a:r>
              <a:rPr sz="1700" spc="-7" dirty="0">
                <a:latin typeface="Times New Roman"/>
                <a:cs typeface="Times New Roman"/>
              </a:rPr>
              <a:t>a</a:t>
            </a:r>
            <a:r>
              <a:rPr sz="1700" dirty="0">
                <a:latin typeface="Times New Roman"/>
                <a:cs typeface="Times New Roman"/>
              </a:rPr>
              <a:t>ry </a:t>
            </a:r>
            <a:r>
              <a:rPr sz="1700" spc="-67" dirty="0">
                <a:latin typeface="Times New Roman"/>
                <a:cs typeface="Times New Roman"/>
              </a:rPr>
              <a:t> </a:t>
            </a:r>
            <a:r>
              <a:rPr sz="1700" spc="-5" dirty="0">
                <a:latin typeface="Times New Roman"/>
                <a:cs typeface="Times New Roman"/>
              </a:rPr>
              <a:t>memor</a:t>
            </a:r>
            <a:r>
              <a:rPr sz="1700" dirty="0">
                <a:latin typeface="Times New Roman"/>
                <a:cs typeface="Times New Roman"/>
              </a:rPr>
              <a:t>y </a:t>
            </a:r>
            <a:r>
              <a:rPr sz="1700" spc="-65" dirty="0">
                <a:latin typeface="Times New Roman"/>
                <a:cs typeface="Times New Roman"/>
              </a:rPr>
              <a:t> </a:t>
            </a:r>
            <a:r>
              <a:rPr sz="1700" spc="-5" dirty="0">
                <a:latin typeface="Times New Roman"/>
                <a:cs typeface="Times New Roman"/>
              </a:rPr>
              <a:t>d</a:t>
            </a:r>
            <a:r>
              <a:rPr sz="1700" spc="-7" dirty="0">
                <a:latin typeface="Times New Roman"/>
                <a:cs typeface="Times New Roman"/>
              </a:rPr>
              <a:t>e</a:t>
            </a:r>
            <a:r>
              <a:rPr sz="1700" spc="-2" dirty="0">
                <a:latin typeface="Times New Roman"/>
                <a:cs typeface="Times New Roman"/>
              </a:rPr>
              <a:t>vic</a:t>
            </a:r>
            <a:r>
              <a:rPr sz="1700" spc="-10" dirty="0">
                <a:latin typeface="Times New Roman"/>
                <a:cs typeface="Times New Roman"/>
              </a:rPr>
              <a:t>e</a:t>
            </a:r>
            <a:r>
              <a:rPr sz="1700" dirty="0">
                <a:latin typeface="Times New Roman"/>
                <a:cs typeface="Times New Roman"/>
              </a:rPr>
              <a:t>s </a:t>
            </a:r>
            <a:r>
              <a:rPr sz="1700" spc="-65" dirty="0">
                <a:latin typeface="Times New Roman"/>
                <a:cs typeface="Times New Roman"/>
              </a:rPr>
              <a:t> </a:t>
            </a:r>
            <a:r>
              <a:rPr sz="1700" spc="-5" dirty="0">
                <a:latin typeface="Times New Roman"/>
                <a:cs typeface="Times New Roman"/>
              </a:rPr>
              <a:t>h</a:t>
            </a:r>
            <a:r>
              <a:rPr sz="1700" spc="-2" dirty="0">
                <a:latin typeface="Times New Roman"/>
                <a:cs typeface="Times New Roman"/>
              </a:rPr>
              <a:t>a</a:t>
            </a:r>
            <a:r>
              <a:rPr sz="1700" spc="-5" dirty="0">
                <a:latin typeface="Times New Roman"/>
                <a:cs typeface="Times New Roman"/>
              </a:rPr>
              <a:t>ve</a:t>
            </a:r>
            <a:r>
              <a:rPr sz="1700" dirty="0">
                <a:latin typeface="Times New Roman"/>
                <a:cs typeface="Times New Roman"/>
              </a:rPr>
              <a:t> </a:t>
            </a:r>
            <a:r>
              <a:rPr sz="1700" spc="-67" dirty="0">
                <a:latin typeface="Times New Roman"/>
                <a:cs typeface="Times New Roman"/>
              </a:rPr>
              <a:t> </a:t>
            </a:r>
            <a:r>
              <a:rPr sz="1700" spc="-5" dirty="0">
                <a:latin typeface="Times New Roman"/>
                <a:cs typeface="Times New Roman"/>
              </a:rPr>
              <a:t>a</a:t>
            </a:r>
            <a:r>
              <a:rPr sz="1700" dirty="0">
                <a:latin typeface="Times New Roman"/>
                <a:cs typeface="Times New Roman"/>
              </a:rPr>
              <a:t> </a:t>
            </a:r>
            <a:r>
              <a:rPr sz="1700" spc="-67" dirty="0">
                <a:latin typeface="Times New Roman"/>
                <a:cs typeface="Times New Roman"/>
              </a:rPr>
              <a:t> </a:t>
            </a:r>
            <a:r>
              <a:rPr sz="1700" spc="-2" dirty="0">
                <a:latin typeface="Times New Roman"/>
                <a:cs typeface="Times New Roman"/>
              </a:rPr>
              <a:t>limited</a:t>
            </a:r>
            <a:r>
              <a:rPr sz="1700" dirty="0">
                <a:latin typeface="Times New Roman"/>
                <a:cs typeface="Times New Roman"/>
              </a:rPr>
              <a:t> </a:t>
            </a:r>
            <a:r>
              <a:rPr sz="1700" spc="-67" dirty="0">
                <a:latin typeface="Times New Roman"/>
                <a:cs typeface="Times New Roman"/>
              </a:rPr>
              <a:t> </a:t>
            </a:r>
            <a:r>
              <a:rPr sz="1700" spc="-2" dirty="0">
                <a:latin typeface="Times New Roman"/>
                <a:cs typeface="Times New Roman"/>
              </a:rPr>
              <a:t>lif</a:t>
            </a:r>
            <a:r>
              <a:rPr sz="1700" spc="-10" dirty="0">
                <a:latin typeface="Times New Roman"/>
                <a:cs typeface="Times New Roman"/>
              </a:rPr>
              <a:t>e</a:t>
            </a:r>
            <a:r>
              <a:rPr sz="1700" spc="-2" dirty="0">
                <a:latin typeface="Times New Roman"/>
                <a:cs typeface="Times New Roman"/>
              </a:rPr>
              <a:t>spa</a:t>
            </a:r>
            <a:r>
              <a:rPr sz="1700" dirty="0">
                <a:latin typeface="Times New Roman"/>
                <a:cs typeface="Times New Roman"/>
              </a:rPr>
              <a:t>n, </a:t>
            </a:r>
            <a:r>
              <a:rPr sz="1700" spc="-65" dirty="0">
                <a:latin typeface="Times New Roman"/>
                <a:cs typeface="Times New Roman"/>
              </a:rPr>
              <a:t> </a:t>
            </a:r>
            <a:r>
              <a:rPr sz="1700" spc="-7" dirty="0">
                <a:latin typeface="Times New Roman"/>
                <a:cs typeface="Times New Roman"/>
              </a:rPr>
              <a:t>a</a:t>
            </a:r>
            <a:r>
              <a:rPr sz="1700" dirty="0">
                <a:latin typeface="Times New Roman"/>
                <a:cs typeface="Times New Roman"/>
              </a:rPr>
              <a:t>nd </a:t>
            </a:r>
            <a:r>
              <a:rPr sz="1700" spc="-65" dirty="0">
                <a:latin typeface="Times New Roman"/>
                <a:cs typeface="Times New Roman"/>
              </a:rPr>
              <a:t> </a:t>
            </a:r>
            <a:r>
              <a:rPr sz="1700" spc="-7" dirty="0">
                <a:latin typeface="Times New Roman"/>
                <a:cs typeface="Times New Roman"/>
              </a:rPr>
              <a:t>ca</a:t>
            </a:r>
            <a:r>
              <a:rPr sz="1700" dirty="0">
                <a:latin typeface="Times New Roman"/>
                <a:cs typeface="Times New Roman"/>
              </a:rPr>
              <a:t>n </a:t>
            </a:r>
            <a:r>
              <a:rPr sz="1700" spc="-65" dirty="0">
                <a:latin typeface="Times New Roman"/>
                <a:cs typeface="Times New Roman"/>
              </a:rPr>
              <a:t> </a:t>
            </a:r>
            <a:r>
              <a:rPr sz="1700" spc="-5" dirty="0">
                <a:latin typeface="Times New Roman"/>
                <a:cs typeface="Times New Roman"/>
              </a:rPr>
              <a:t>only</a:t>
            </a:r>
            <a:r>
              <a:rPr sz="1700" spc="-2" dirty="0">
                <a:latin typeface="Times New Roman"/>
                <a:cs typeface="Times New Roman"/>
              </a:rPr>
              <a:t> </a:t>
            </a:r>
            <a:r>
              <a:rPr sz="1700" spc="-7" dirty="0">
                <a:latin typeface="Times New Roman"/>
                <a:cs typeface="Times New Roman"/>
              </a:rPr>
              <a:t>with</a:t>
            </a:r>
            <a:r>
              <a:rPr sz="1700" spc="-2" dirty="0">
                <a:latin typeface="Times New Roman"/>
                <a:cs typeface="Times New Roman"/>
              </a:rPr>
              <a:t>stand </a:t>
            </a:r>
            <a:r>
              <a:rPr sz="1700" spc="-5" dirty="0">
                <a:latin typeface="Times New Roman"/>
                <a:cs typeface="Times New Roman"/>
              </a:rPr>
              <a:t>a </a:t>
            </a:r>
            <a:r>
              <a:rPr sz="1700" spc="-7" dirty="0">
                <a:latin typeface="Times New Roman"/>
                <a:cs typeface="Times New Roman"/>
              </a:rPr>
              <a:t>ce</a:t>
            </a:r>
            <a:r>
              <a:rPr sz="1700" spc="-2" dirty="0">
                <a:latin typeface="Times New Roman"/>
                <a:cs typeface="Times New Roman"/>
              </a:rPr>
              <a:t>r</a:t>
            </a:r>
            <a:r>
              <a:rPr sz="1700" dirty="0">
                <a:latin typeface="Times New Roman"/>
                <a:cs typeface="Times New Roman"/>
              </a:rPr>
              <a:t>t</a:t>
            </a:r>
            <a:r>
              <a:rPr sz="1700" spc="-7" dirty="0">
                <a:latin typeface="Times New Roman"/>
                <a:cs typeface="Times New Roman"/>
              </a:rPr>
              <a:t>a</a:t>
            </a:r>
            <a:r>
              <a:rPr sz="1700" spc="-2" dirty="0">
                <a:latin typeface="Times New Roman"/>
                <a:cs typeface="Times New Roman"/>
              </a:rPr>
              <a:t>in </a:t>
            </a:r>
            <a:r>
              <a:rPr sz="1700" spc="-5" dirty="0">
                <a:latin typeface="Times New Roman"/>
                <a:cs typeface="Times New Roman"/>
              </a:rPr>
              <a:t>numb</a:t>
            </a:r>
            <a:r>
              <a:rPr sz="1700" spc="-7" dirty="0">
                <a:latin typeface="Times New Roman"/>
                <a:cs typeface="Times New Roman"/>
              </a:rPr>
              <a:t>e</a:t>
            </a:r>
            <a:r>
              <a:rPr sz="1700" dirty="0">
                <a:latin typeface="Times New Roman"/>
                <a:cs typeface="Times New Roman"/>
              </a:rPr>
              <a:t>r of</a:t>
            </a:r>
            <a:r>
              <a:rPr sz="1700" spc="-5" dirty="0">
                <a:latin typeface="Times New Roman"/>
                <a:cs typeface="Times New Roman"/>
              </a:rPr>
              <a:t> </a:t>
            </a:r>
            <a:r>
              <a:rPr sz="1700" spc="2" dirty="0">
                <a:latin typeface="Times New Roman"/>
                <a:cs typeface="Times New Roman"/>
              </a:rPr>
              <a:t>r</a:t>
            </a:r>
            <a:r>
              <a:rPr sz="1700" spc="-7" dirty="0">
                <a:latin typeface="Times New Roman"/>
                <a:cs typeface="Times New Roman"/>
              </a:rPr>
              <a:t>ea</a:t>
            </a:r>
            <a:r>
              <a:rPr sz="1700" dirty="0">
                <a:latin typeface="Times New Roman"/>
                <a:cs typeface="Times New Roman"/>
              </a:rPr>
              <a:t>d </a:t>
            </a:r>
            <a:r>
              <a:rPr sz="1700" spc="-7" dirty="0">
                <a:latin typeface="Times New Roman"/>
                <a:cs typeface="Times New Roman"/>
              </a:rPr>
              <a:t>a</a:t>
            </a:r>
            <a:r>
              <a:rPr sz="1700" dirty="0">
                <a:latin typeface="Times New Roman"/>
                <a:cs typeface="Times New Roman"/>
              </a:rPr>
              <a:t>nd</a:t>
            </a:r>
            <a:r>
              <a:rPr sz="1700" spc="5" dirty="0">
                <a:latin typeface="Times New Roman"/>
                <a:cs typeface="Times New Roman"/>
              </a:rPr>
              <a:t> </a:t>
            </a:r>
            <a:r>
              <a:rPr sz="1700" spc="-2" dirty="0">
                <a:latin typeface="Times New Roman"/>
                <a:cs typeface="Times New Roman"/>
              </a:rPr>
              <a:t>w</a:t>
            </a:r>
            <a:r>
              <a:rPr sz="1700" spc="-5" dirty="0">
                <a:latin typeface="Times New Roman"/>
                <a:cs typeface="Times New Roman"/>
              </a:rPr>
              <a:t>r</a:t>
            </a:r>
            <a:r>
              <a:rPr sz="1700" spc="-2" dirty="0">
                <a:latin typeface="Times New Roman"/>
                <a:cs typeface="Times New Roman"/>
              </a:rPr>
              <a:t>ite </a:t>
            </a:r>
            <a:r>
              <a:rPr sz="1700" spc="-7" dirty="0">
                <a:latin typeface="Times New Roman"/>
                <a:cs typeface="Times New Roman"/>
              </a:rPr>
              <a:t>c</a:t>
            </a:r>
            <a:r>
              <a:rPr sz="1700" spc="5" dirty="0">
                <a:latin typeface="Times New Roman"/>
                <a:cs typeface="Times New Roman"/>
              </a:rPr>
              <a:t>y</a:t>
            </a:r>
            <a:r>
              <a:rPr sz="1700" spc="-7" dirty="0">
                <a:latin typeface="Times New Roman"/>
                <a:cs typeface="Times New Roman"/>
              </a:rPr>
              <a:t>c</a:t>
            </a:r>
            <a:r>
              <a:rPr sz="1700" spc="-2" dirty="0">
                <a:latin typeface="Times New Roman"/>
                <a:cs typeface="Times New Roman"/>
              </a:rPr>
              <a:t>le</a:t>
            </a:r>
            <a:r>
              <a:rPr sz="1700" dirty="0">
                <a:latin typeface="Times New Roman"/>
                <a:cs typeface="Times New Roman"/>
              </a:rPr>
              <a:t>s</a:t>
            </a:r>
            <a:r>
              <a:rPr sz="1700" spc="-2" dirty="0">
                <a:latin typeface="Times New Roman"/>
                <a:cs typeface="Times New Roman"/>
              </a:rPr>
              <a:t> </a:t>
            </a:r>
            <a:r>
              <a:rPr sz="1700" spc="-5" dirty="0">
                <a:latin typeface="Times New Roman"/>
                <a:cs typeface="Times New Roman"/>
              </a:rPr>
              <a:t>b</a:t>
            </a:r>
            <a:r>
              <a:rPr sz="1700" spc="-7" dirty="0">
                <a:latin typeface="Times New Roman"/>
                <a:cs typeface="Times New Roman"/>
              </a:rPr>
              <a:t>e</a:t>
            </a:r>
            <a:r>
              <a:rPr sz="1700" dirty="0">
                <a:latin typeface="Times New Roman"/>
                <a:cs typeface="Times New Roman"/>
              </a:rPr>
              <a:t>fo</a:t>
            </a:r>
            <a:r>
              <a:rPr sz="1700" spc="-5" dirty="0">
                <a:latin typeface="Times New Roman"/>
                <a:cs typeface="Times New Roman"/>
              </a:rPr>
              <a:t>re</a:t>
            </a:r>
            <a:r>
              <a:rPr sz="1700" spc="-2" dirty="0">
                <a:latin typeface="Times New Roman"/>
                <a:cs typeface="Times New Roman"/>
              </a:rPr>
              <a:t> </a:t>
            </a:r>
            <a:r>
              <a:rPr sz="1700" spc="-5" dirty="0">
                <a:latin typeface="Times New Roman"/>
                <a:cs typeface="Times New Roman"/>
              </a:rPr>
              <a:t>they</a:t>
            </a:r>
            <a:r>
              <a:rPr sz="1700" spc="2" dirty="0">
                <a:latin typeface="Times New Roman"/>
                <a:cs typeface="Times New Roman"/>
              </a:rPr>
              <a:t> </a:t>
            </a:r>
            <a:r>
              <a:rPr sz="1700" spc="-2" dirty="0">
                <a:latin typeface="Times New Roman"/>
                <a:cs typeface="Times New Roman"/>
              </a:rPr>
              <a:t>f</a:t>
            </a:r>
            <a:r>
              <a:rPr sz="1700" spc="-10" dirty="0">
                <a:latin typeface="Times New Roman"/>
                <a:cs typeface="Times New Roman"/>
              </a:rPr>
              <a:t>a</a:t>
            </a:r>
            <a:r>
              <a:rPr sz="1700" spc="-2" dirty="0">
                <a:latin typeface="Times New Roman"/>
                <a:cs typeface="Times New Roman"/>
              </a:rPr>
              <a:t>il</a:t>
            </a:r>
            <a:r>
              <a:rPr sz="1700" dirty="0">
                <a:latin typeface="Times New Roman"/>
                <a:cs typeface="Times New Roman"/>
              </a:rPr>
              <a:t>.</a:t>
            </a:r>
          </a:p>
          <a:p>
            <a:pPr marL="225716" marR="3971" indent="-109651">
              <a:spcBef>
                <a:spcPts val="358"/>
              </a:spcBef>
              <a:buFont typeface="Times New Roman"/>
              <a:buAutoNum type="arabicPeriod"/>
              <a:tabLst>
                <a:tab pos="226022" algn="l"/>
              </a:tabLst>
            </a:pPr>
            <a:r>
              <a:rPr lang="en-US" sz="1700" b="1" spc="-2" dirty="0">
                <a:latin typeface="Times New Roman"/>
                <a:cs typeface="Times New Roman"/>
              </a:rPr>
              <a:t> </a:t>
            </a:r>
            <a:r>
              <a:rPr sz="1700" b="1" spc="-2" dirty="0">
                <a:latin typeface="Times New Roman"/>
                <a:cs typeface="Times New Roman"/>
              </a:rPr>
              <a:t>D</a:t>
            </a:r>
            <a:r>
              <a:rPr sz="1700" b="1" spc="-5" dirty="0">
                <a:latin typeface="Times New Roman"/>
                <a:cs typeface="Times New Roman"/>
              </a:rPr>
              <a:t>a</a:t>
            </a:r>
            <a:r>
              <a:rPr sz="1700" b="1" spc="-2" dirty="0">
                <a:latin typeface="Times New Roman"/>
                <a:cs typeface="Times New Roman"/>
              </a:rPr>
              <a:t>ta</a:t>
            </a:r>
            <a:r>
              <a:rPr sz="1700" b="1" spc="2" dirty="0">
                <a:latin typeface="Times New Roman"/>
                <a:cs typeface="Times New Roman"/>
              </a:rPr>
              <a:t> </a:t>
            </a:r>
            <a:r>
              <a:rPr sz="1700" b="1" spc="-7" dirty="0">
                <a:latin typeface="Times New Roman"/>
                <a:cs typeface="Times New Roman"/>
              </a:rPr>
              <a:t>c</a:t>
            </a:r>
            <a:r>
              <a:rPr sz="1700" b="1" dirty="0">
                <a:latin typeface="Times New Roman"/>
                <a:cs typeface="Times New Roman"/>
              </a:rPr>
              <a:t>or</a:t>
            </a:r>
            <a:r>
              <a:rPr sz="1700" b="1" spc="-5" dirty="0">
                <a:latin typeface="Times New Roman"/>
                <a:cs typeface="Times New Roman"/>
              </a:rPr>
              <a:t>r</a:t>
            </a:r>
            <a:r>
              <a:rPr sz="1700" b="1" spc="-2" dirty="0">
                <a:latin typeface="Times New Roman"/>
                <a:cs typeface="Times New Roman"/>
              </a:rPr>
              <a:t>uption:</a:t>
            </a:r>
            <a:r>
              <a:rPr sz="1700" b="1" dirty="0">
                <a:latin typeface="Times New Roman"/>
                <a:cs typeface="Times New Roman"/>
              </a:rPr>
              <a:t> </a:t>
            </a:r>
            <a:r>
              <a:rPr sz="1700" spc="-2" dirty="0">
                <a:latin typeface="Times New Roman"/>
                <a:cs typeface="Times New Roman"/>
              </a:rPr>
              <a:t>Da</a:t>
            </a:r>
            <a:r>
              <a:rPr sz="1700" dirty="0">
                <a:latin typeface="Times New Roman"/>
                <a:cs typeface="Times New Roman"/>
              </a:rPr>
              <a:t>t</a:t>
            </a:r>
            <a:r>
              <a:rPr sz="1700" spc="-5" dirty="0">
                <a:latin typeface="Times New Roman"/>
                <a:cs typeface="Times New Roman"/>
              </a:rPr>
              <a:t>a</a:t>
            </a:r>
            <a:r>
              <a:rPr sz="1700" spc="-2" dirty="0">
                <a:latin typeface="Times New Roman"/>
                <a:cs typeface="Times New Roman"/>
              </a:rPr>
              <a:t> </a:t>
            </a:r>
            <a:r>
              <a:rPr sz="1700" spc="-5" dirty="0">
                <a:latin typeface="Times New Roman"/>
                <a:cs typeface="Times New Roman"/>
              </a:rPr>
              <a:t>st</a:t>
            </a:r>
            <a:r>
              <a:rPr sz="1700" dirty="0">
                <a:latin typeface="Times New Roman"/>
                <a:cs typeface="Times New Roman"/>
              </a:rPr>
              <a:t>o</a:t>
            </a:r>
            <a:r>
              <a:rPr sz="1700" spc="-2" dirty="0">
                <a:latin typeface="Times New Roman"/>
                <a:cs typeface="Times New Roman"/>
              </a:rPr>
              <a:t>r</a:t>
            </a:r>
            <a:r>
              <a:rPr sz="1700" spc="-10" dirty="0">
                <a:latin typeface="Times New Roman"/>
                <a:cs typeface="Times New Roman"/>
              </a:rPr>
              <a:t>e</a:t>
            </a:r>
            <a:r>
              <a:rPr sz="1700" dirty="0">
                <a:latin typeface="Times New Roman"/>
                <a:cs typeface="Times New Roman"/>
              </a:rPr>
              <a:t>d on </a:t>
            </a:r>
            <a:r>
              <a:rPr sz="1700" spc="5" dirty="0">
                <a:latin typeface="Times New Roman"/>
                <a:cs typeface="Times New Roman"/>
              </a:rPr>
              <a:t>s</a:t>
            </a:r>
            <a:r>
              <a:rPr sz="1700" spc="-7" dirty="0">
                <a:latin typeface="Times New Roman"/>
                <a:cs typeface="Times New Roman"/>
              </a:rPr>
              <a:t>ec</a:t>
            </a:r>
            <a:r>
              <a:rPr sz="1700" dirty="0">
                <a:latin typeface="Times New Roman"/>
                <a:cs typeface="Times New Roman"/>
              </a:rPr>
              <a:t>on</a:t>
            </a:r>
            <a:r>
              <a:rPr sz="1700" spc="5" dirty="0">
                <a:latin typeface="Times New Roman"/>
                <a:cs typeface="Times New Roman"/>
              </a:rPr>
              <a:t>d</a:t>
            </a:r>
            <a:r>
              <a:rPr sz="1700" spc="-7" dirty="0">
                <a:latin typeface="Times New Roman"/>
                <a:cs typeface="Times New Roman"/>
              </a:rPr>
              <a:t>a</a:t>
            </a:r>
            <a:r>
              <a:rPr sz="1700" dirty="0">
                <a:latin typeface="Times New Roman"/>
                <a:cs typeface="Times New Roman"/>
              </a:rPr>
              <a:t>ry </a:t>
            </a:r>
            <a:r>
              <a:rPr sz="1700" spc="-5" dirty="0">
                <a:latin typeface="Times New Roman"/>
                <a:cs typeface="Times New Roman"/>
              </a:rPr>
              <a:t>m</a:t>
            </a:r>
            <a:r>
              <a:rPr sz="1700" spc="-10" dirty="0">
                <a:latin typeface="Times New Roman"/>
                <a:cs typeface="Times New Roman"/>
              </a:rPr>
              <a:t>e</a:t>
            </a:r>
            <a:r>
              <a:rPr sz="1700" spc="-5" dirty="0">
                <a:latin typeface="Times New Roman"/>
                <a:cs typeface="Times New Roman"/>
              </a:rPr>
              <a:t>mo</a:t>
            </a:r>
            <a:r>
              <a:rPr sz="1700" dirty="0">
                <a:latin typeface="Times New Roman"/>
                <a:cs typeface="Times New Roman"/>
              </a:rPr>
              <a:t>ry </a:t>
            </a:r>
            <a:r>
              <a:rPr sz="1700" spc="-5" dirty="0">
                <a:latin typeface="Times New Roman"/>
                <a:cs typeface="Times New Roman"/>
              </a:rPr>
              <a:t>d</a:t>
            </a:r>
            <a:r>
              <a:rPr sz="1700" spc="-7" dirty="0">
                <a:latin typeface="Times New Roman"/>
                <a:cs typeface="Times New Roman"/>
              </a:rPr>
              <a:t>e</a:t>
            </a:r>
            <a:r>
              <a:rPr sz="1700" spc="-2" dirty="0">
                <a:latin typeface="Times New Roman"/>
                <a:cs typeface="Times New Roman"/>
              </a:rPr>
              <a:t>vic</a:t>
            </a:r>
            <a:r>
              <a:rPr sz="1700" spc="-10" dirty="0">
                <a:latin typeface="Times New Roman"/>
                <a:cs typeface="Times New Roman"/>
              </a:rPr>
              <a:t>e</a:t>
            </a:r>
            <a:r>
              <a:rPr sz="1700" dirty="0">
                <a:latin typeface="Times New Roman"/>
                <a:cs typeface="Times New Roman"/>
              </a:rPr>
              <a:t>s</a:t>
            </a:r>
            <a:r>
              <a:rPr sz="1700" spc="5" dirty="0">
                <a:latin typeface="Times New Roman"/>
                <a:cs typeface="Times New Roman"/>
              </a:rPr>
              <a:t> </a:t>
            </a:r>
            <a:r>
              <a:rPr sz="1700" spc="-7" dirty="0">
                <a:latin typeface="Times New Roman"/>
                <a:cs typeface="Times New Roman"/>
              </a:rPr>
              <a:t>ca</a:t>
            </a:r>
            <a:r>
              <a:rPr sz="1700" dirty="0">
                <a:latin typeface="Times New Roman"/>
                <a:cs typeface="Times New Roman"/>
              </a:rPr>
              <a:t>n</a:t>
            </a:r>
            <a:r>
              <a:rPr sz="1700" spc="12" dirty="0">
                <a:latin typeface="Times New Roman"/>
                <a:cs typeface="Times New Roman"/>
              </a:rPr>
              <a:t> </a:t>
            </a:r>
            <a:r>
              <a:rPr sz="1700" spc="-5" dirty="0">
                <a:latin typeface="Times New Roman"/>
                <a:cs typeface="Times New Roman"/>
              </a:rPr>
              <a:t>b</a:t>
            </a:r>
            <a:r>
              <a:rPr sz="1700" spc="-7" dirty="0">
                <a:latin typeface="Times New Roman"/>
                <a:cs typeface="Times New Roman"/>
              </a:rPr>
              <a:t>e</a:t>
            </a:r>
            <a:r>
              <a:rPr sz="1700" spc="-2" dirty="0">
                <a:latin typeface="Times New Roman"/>
                <a:cs typeface="Times New Roman"/>
              </a:rPr>
              <a:t>c</a:t>
            </a:r>
            <a:r>
              <a:rPr sz="1700" spc="-5" dirty="0">
                <a:latin typeface="Times New Roman"/>
                <a:cs typeface="Times New Roman"/>
              </a:rPr>
              <a:t>ome</a:t>
            </a:r>
            <a:r>
              <a:rPr sz="1700" dirty="0">
                <a:latin typeface="Times New Roman"/>
                <a:cs typeface="Times New Roman"/>
              </a:rPr>
              <a:t> </a:t>
            </a:r>
            <a:r>
              <a:rPr sz="1700" spc="-10" dirty="0">
                <a:latin typeface="Times New Roman"/>
                <a:cs typeface="Times New Roman"/>
              </a:rPr>
              <a:t>c</a:t>
            </a:r>
            <a:r>
              <a:rPr sz="1700" spc="5" dirty="0">
                <a:latin typeface="Times New Roman"/>
                <a:cs typeface="Times New Roman"/>
              </a:rPr>
              <a:t>o</a:t>
            </a:r>
            <a:r>
              <a:rPr sz="1700" dirty="0">
                <a:latin typeface="Times New Roman"/>
                <a:cs typeface="Times New Roman"/>
              </a:rPr>
              <a:t>r</a:t>
            </a:r>
            <a:r>
              <a:rPr sz="1700" spc="-5" dirty="0">
                <a:latin typeface="Times New Roman"/>
                <a:cs typeface="Times New Roman"/>
              </a:rPr>
              <a:t>rupted</a:t>
            </a:r>
            <a:r>
              <a:rPr sz="1700" dirty="0">
                <a:latin typeface="Times New Roman"/>
                <a:cs typeface="Times New Roman"/>
              </a:rPr>
              <a:t> d</a:t>
            </a:r>
            <a:r>
              <a:rPr sz="1700" spc="2" dirty="0">
                <a:latin typeface="Times New Roman"/>
                <a:cs typeface="Times New Roman"/>
              </a:rPr>
              <a:t>u</a:t>
            </a:r>
            <a:r>
              <a:rPr sz="1700" spc="-5" dirty="0">
                <a:latin typeface="Times New Roman"/>
                <a:cs typeface="Times New Roman"/>
              </a:rPr>
              <a:t>e</a:t>
            </a:r>
            <a:r>
              <a:rPr sz="1700" spc="-2" dirty="0">
                <a:latin typeface="Times New Roman"/>
                <a:cs typeface="Times New Roman"/>
              </a:rPr>
              <a:t> to f</a:t>
            </a:r>
            <a:r>
              <a:rPr sz="1700" spc="-10" dirty="0">
                <a:latin typeface="Times New Roman"/>
                <a:cs typeface="Times New Roman"/>
              </a:rPr>
              <a:t>a</a:t>
            </a:r>
            <a:r>
              <a:rPr sz="1700" spc="-7" dirty="0">
                <a:latin typeface="Times New Roman"/>
                <a:cs typeface="Times New Roman"/>
              </a:rPr>
              <a:t>c</a:t>
            </a:r>
            <a:r>
              <a:rPr sz="1700" dirty="0">
                <a:latin typeface="Times New Roman"/>
                <a:cs typeface="Times New Roman"/>
              </a:rPr>
              <a:t>tors</a:t>
            </a:r>
            <a:r>
              <a:rPr sz="1700" spc="-2" dirty="0">
                <a:latin typeface="Times New Roman"/>
                <a:cs typeface="Times New Roman"/>
              </a:rPr>
              <a:t> suc</a:t>
            </a:r>
            <a:r>
              <a:rPr sz="1700" dirty="0">
                <a:latin typeface="Times New Roman"/>
                <a:cs typeface="Times New Roman"/>
              </a:rPr>
              <a:t>h</a:t>
            </a:r>
            <a:r>
              <a:rPr sz="1700" spc="5" dirty="0">
                <a:latin typeface="Times New Roman"/>
                <a:cs typeface="Times New Roman"/>
              </a:rPr>
              <a:t> </a:t>
            </a:r>
            <a:r>
              <a:rPr sz="1700" spc="-7" dirty="0">
                <a:latin typeface="Times New Roman"/>
                <a:cs typeface="Times New Roman"/>
              </a:rPr>
              <a:t>a</a:t>
            </a:r>
            <a:r>
              <a:rPr sz="1700" dirty="0">
                <a:latin typeface="Times New Roman"/>
                <a:cs typeface="Times New Roman"/>
              </a:rPr>
              <a:t>s</a:t>
            </a:r>
            <a:r>
              <a:rPr sz="1700" spc="-2" dirty="0">
                <a:latin typeface="Times New Roman"/>
                <a:cs typeface="Times New Roman"/>
              </a:rPr>
              <a:t> </a:t>
            </a:r>
            <a:r>
              <a:rPr sz="1700" spc="-7" dirty="0">
                <a:latin typeface="Times New Roman"/>
                <a:cs typeface="Times New Roman"/>
              </a:rPr>
              <a:t>e</a:t>
            </a:r>
            <a:r>
              <a:rPr sz="1700" spc="-2" dirty="0">
                <a:latin typeface="Times New Roman"/>
                <a:cs typeface="Times New Roman"/>
              </a:rPr>
              <a:t>le</a:t>
            </a:r>
            <a:r>
              <a:rPr sz="1700" spc="-10" dirty="0">
                <a:latin typeface="Times New Roman"/>
                <a:cs typeface="Times New Roman"/>
              </a:rPr>
              <a:t>c</a:t>
            </a:r>
            <a:r>
              <a:rPr sz="1700" dirty="0">
                <a:latin typeface="Times New Roman"/>
                <a:cs typeface="Times New Roman"/>
              </a:rPr>
              <a:t>tr</a:t>
            </a:r>
            <a:r>
              <a:rPr sz="1700" spc="2" dirty="0">
                <a:latin typeface="Times New Roman"/>
                <a:cs typeface="Times New Roman"/>
              </a:rPr>
              <a:t>o</a:t>
            </a:r>
            <a:r>
              <a:rPr sz="1700" spc="-5" dirty="0">
                <a:latin typeface="Times New Roman"/>
                <a:cs typeface="Times New Roman"/>
              </a:rPr>
              <a:t>magn</a:t>
            </a:r>
            <a:r>
              <a:rPr sz="1700" spc="-10" dirty="0">
                <a:latin typeface="Times New Roman"/>
                <a:cs typeface="Times New Roman"/>
              </a:rPr>
              <a:t>e</a:t>
            </a:r>
            <a:r>
              <a:rPr sz="1700" spc="-2" dirty="0">
                <a:latin typeface="Times New Roman"/>
                <a:cs typeface="Times New Roman"/>
              </a:rPr>
              <a:t>tic int</a:t>
            </a:r>
            <a:r>
              <a:rPr sz="1700" spc="-7" dirty="0">
                <a:latin typeface="Times New Roman"/>
                <a:cs typeface="Times New Roman"/>
              </a:rPr>
              <a:t>e</a:t>
            </a:r>
            <a:r>
              <a:rPr sz="1700" dirty="0">
                <a:latin typeface="Times New Roman"/>
                <a:cs typeface="Times New Roman"/>
              </a:rPr>
              <a:t>r</a:t>
            </a:r>
            <a:r>
              <a:rPr sz="1700" spc="-5" dirty="0">
                <a:latin typeface="Times New Roman"/>
                <a:cs typeface="Times New Roman"/>
              </a:rPr>
              <a:t>f</a:t>
            </a:r>
            <a:r>
              <a:rPr sz="1700" spc="-2" dirty="0">
                <a:latin typeface="Times New Roman"/>
                <a:cs typeface="Times New Roman"/>
              </a:rPr>
              <a:t>er</a:t>
            </a:r>
            <a:r>
              <a:rPr sz="1700" spc="-10" dirty="0">
                <a:latin typeface="Times New Roman"/>
                <a:cs typeface="Times New Roman"/>
              </a:rPr>
              <a:t>e</a:t>
            </a:r>
            <a:r>
              <a:rPr sz="1700" spc="5" dirty="0">
                <a:latin typeface="Times New Roman"/>
                <a:cs typeface="Times New Roman"/>
              </a:rPr>
              <a:t>n</a:t>
            </a:r>
            <a:r>
              <a:rPr sz="1700" spc="-7" dirty="0">
                <a:latin typeface="Times New Roman"/>
                <a:cs typeface="Times New Roman"/>
              </a:rPr>
              <a:t>ce</a:t>
            </a:r>
            <a:r>
              <a:rPr sz="1700" dirty="0">
                <a:latin typeface="Times New Roman"/>
                <a:cs typeface="Times New Roman"/>
              </a:rPr>
              <a:t>, </a:t>
            </a:r>
            <a:r>
              <a:rPr sz="1700" spc="-5" dirty="0">
                <a:latin typeface="Times New Roman"/>
                <a:cs typeface="Times New Roman"/>
              </a:rPr>
              <a:t>v</a:t>
            </a:r>
            <a:r>
              <a:rPr sz="1700" dirty="0">
                <a:latin typeface="Times New Roman"/>
                <a:cs typeface="Times New Roman"/>
              </a:rPr>
              <a:t>irus</a:t>
            </a:r>
            <a:r>
              <a:rPr sz="1700" spc="-5" dirty="0">
                <a:latin typeface="Times New Roman"/>
                <a:cs typeface="Times New Roman"/>
              </a:rPr>
              <a:t>e</a:t>
            </a:r>
            <a:r>
              <a:rPr sz="1700" spc="-2" dirty="0">
                <a:latin typeface="Times New Roman"/>
                <a:cs typeface="Times New Roman"/>
              </a:rPr>
              <a:t>s</a:t>
            </a:r>
            <a:r>
              <a:rPr sz="1700" dirty="0">
                <a:latin typeface="Times New Roman"/>
                <a:cs typeface="Times New Roman"/>
              </a:rPr>
              <a:t>, or </a:t>
            </a:r>
            <a:r>
              <a:rPr sz="1700" spc="-5" dirty="0">
                <a:latin typeface="Times New Roman"/>
                <a:cs typeface="Times New Roman"/>
              </a:rPr>
              <a:t>physic</a:t>
            </a:r>
            <a:r>
              <a:rPr sz="1700" spc="-10" dirty="0">
                <a:latin typeface="Times New Roman"/>
                <a:cs typeface="Times New Roman"/>
              </a:rPr>
              <a:t>a</a:t>
            </a:r>
            <a:r>
              <a:rPr sz="1700" spc="-2" dirty="0">
                <a:latin typeface="Times New Roman"/>
                <a:cs typeface="Times New Roman"/>
              </a:rPr>
              <a:t>l</a:t>
            </a:r>
            <a:r>
              <a:rPr sz="1700" dirty="0">
                <a:latin typeface="Times New Roman"/>
                <a:cs typeface="Times New Roman"/>
              </a:rPr>
              <a:t> </a:t>
            </a:r>
            <a:r>
              <a:rPr sz="1700" spc="5" dirty="0">
                <a:latin typeface="Times New Roman"/>
                <a:cs typeface="Times New Roman"/>
              </a:rPr>
              <a:t>d</a:t>
            </a:r>
            <a:r>
              <a:rPr sz="1700" spc="-7" dirty="0">
                <a:latin typeface="Times New Roman"/>
                <a:cs typeface="Times New Roman"/>
              </a:rPr>
              <a:t>a</a:t>
            </a:r>
            <a:r>
              <a:rPr sz="1700" spc="-5" dirty="0">
                <a:latin typeface="Times New Roman"/>
                <a:cs typeface="Times New Roman"/>
              </a:rPr>
              <a:t>ma</a:t>
            </a:r>
            <a:r>
              <a:rPr sz="1700" spc="-2" dirty="0">
                <a:latin typeface="Times New Roman"/>
                <a:cs typeface="Times New Roman"/>
              </a:rPr>
              <a:t>g</a:t>
            </a:r>
            <a:r>
              <a:rPr sz="1700" spc="-7" dirty="0">
                <a:latin typeface="Times New Roman"/>
                <a:cs typeface="Times New Roman"/>
              </a:rPr>
              <a:t>e</a:t>
            </a:r>
            <a:r>
              <a:rPr sz="1700" dirty="0">
                <a:latin typeface="Times New Roman"/>
                <a:cs typeface="Times New Roman"/>
              </a:rPr>
              <a:t>.</a:t>
            </a:r>
            <a:endParaRPr lang="en-US" sz="1700" dirty="0">
              <a:latin typeface="Times New Roman"/>
              <a:cs typeface="Times New Roman"/>
            </a:endParaRPr>
          </a:p>
          <a:p>
            <a:pPr marL="116065" marR="3971">
              <a:spcBef>
                <a:spcPts val="358"/>
              </a:spcBef>
              <a:tabLst>
                <a:tab pos="226022" algn="l"/>
              </a:tabLst>
            </a:pPr>
            <a:r>
              <a:rPr sz="1700" spc="-2" dirty="0">
                <a:latin typeface="Times New Roman"/>
                <a:cs typeface="Times New Roman"/>
              </a:rPr>
              <a:t>Ov</a:t>
            </a:r>
            <a:r>
              <a:rPr sz="1700" spc="-5" dirty="0">
                <a:latin typeface="Times New Roman"/>
                <a:cs typeface="Times New Roman"/>
              </a:rPr>
              <a:t>e</a:t>
            </a:r>
            <a:r>
              <a:rPr sz="1700" spc="-2" dirty="0">
                <a:latin typeface="Times New Roman"/>
                <a:cs typeface="Times New Roman"/>
              </a:rPr>
              <a:t>r</a:t>
            </a:r>
            <a:r>
              <a:rPr sz="1700" spc="-10" dirty="0">
                <a:latin typeface="Times New Roman"/>
                <a:cs typeface="Times New Roman"/>
              </a:rPr>
              <a:t>a</a:t>
            </a:r>
            <a:r>
              <a:rPr sz="1700" spc="-2" dirty="0">
                <a:latin typeface="Times New Roman"/>
                <a:cs typeface="Times New Roman"/>
              </a:rPr>
              <a:t>ll</a:t>
            </a:r>
            <a:r>
              <a:rPr sz="1700" dirty="0">
                <a:latin typeface="Times New Roman"/>
                <a:cs typeface="Times New Roman"/>
              </a:rPr>
              <a:t>,</a:t>
            </a:r>
            <a:r>
              <a:rPr sz="1700" spc="22" dirty="0">
                <a:latin typeface="Times New Roman"/>
                <a:cs typeface="Times New Roman"/>
              </a:rPr>
              <a:t> </a:t>
            </a:r>
            <a:r>
              <a:rPr sz="1700" spc="-2" dirty="0">
                <a:latin typeface="Times New Roman"/>
                <a:cs typeface="Times New Roman"/>
              </a:rPr>
              <a:t>s</a:t>
            </a:r>
            <a:r>
              <a:rPr sz="1700" spc="2" dirty="0">
                <a:latin typeface="Times New Roman"/>
                <a:cs typeface="Times New Roman"/>
              </a:rPr>
              <a:t>e</a:t>
            </a:r>
            <a:r>
              <a:rPr sz="1700" spc="-7" dirty="0">
                <a:latin typeface="Times New Roman"/>
                <a:cs typeface="Times New Roman"/>
              </a:rPr>
              <a:t>c</a:t>
            </a:r>
            <a:r>
              <a:rPr sz="1700" spc="-5" dirty="0">
                <a:latin typeface="Times New Roman"/>
                <a:cs typeface="Times New Roman"/>
              </a:rPr>
              <a:t>ond</a:t>
            </a:r>
            <a:r>
              <a:rPr sz="1700" spc="-7" dirty="0">
                <a:latin typeface="Times New Roman"/>
                <a:cs typeface="Times New Roman"/>
              </a:rPr>
              <a:t>a</a:t>
            </a:r>
            <a:r>
              <a:rPr sz="1700" dirty="0">
                <a:latin typeface="Times New Roman"/>
                <a:cs typeface="Times New Roman"/>
              </a:rPr>
              <a:t>ry</a:t>
            </a:r>
            <a:r>
              <a:rPr sz="1700" spc="19" dirty="0">
                <a:latin typeface="Times New Roman"/>
                <a:cs typeface="Times New Roman"/>
              </a:rPr>
              <a:t> </a:t>
            </a:r>
            <a:r>
              <a:rPr sz="1700" spc="-5" dirty="0">
                <a:latin typeface="Times New Roman"/>
                <a:cs typeface="Times New Roman"/>
              </a:rPr>
              <a:t>me</a:t>
            </a:r>
            <a:r>
              <a:rPr sz="1700" dirty="0">
                <a:latin typeface="Times New Roman"/>
                <a:cs typeface="Times New Roman"/>
              </a:rPr>
              <a:t>mory</a:t>
            </a:r>
            <a:r>
              <a:rPr sz="1700" spc="19" dirty="0">
                <a:latin typeface="Times New Roman"/>
                <a:cs typeface="Times New Roman"/>
              </a:rPr>
              <a:t> </a:t>
            </a:r>
            <a:r>
              <a:rPr sz="1700" spc="-2" dirty="0">
                <a:latin typeface="Times New Roman"/>
                <a:cs typeface="Times New Roman"/>
              </a:rPr>
              <a:t>is</a:t>
            </a:r>
            <a:r>
              <a:rPr sz="1700" spc="24" dirty="0">
                <a:latin typeface="Times New Roman"/>
                <a:cs typeface="Times New Roman"/>
              </a:rPr>
              <a:t> </a:t>
            </a:r>
            <a:r>
              <a:rPr sz="1700" spc="-7" dirty="0">
                <a:latin typeface="Times New Roman"/>
                <a:cs typeface="Times New Roman"/>
              </a:rPr>
              <a:t>a</a:t>
            </a:r>
            <a:r>
              <a:rPr sz="1700" dirty="0">
                <a:latin typeface="Times New Roman"/>
                <a:cs typeface="Times New Roman"/>
              </a:rPr>
              <a:t>n</a:t>
            </a:r>
            <a:r>
              <a:rPr sz="1700" spc="22" dirty="0">
                <a:latin typeface="Times New Roman"/>
                <a:cs typeface="Times New Roman"/>
              </a:rPr>
              <a:t> </a:t>
            </a:r>
            <a:r>
              <a:rPr sz="1700" spc="-5" dirty="0">
                <a:latin typeface="Times New Roman"/>
                <a:cs typeface="Times New Roman"/>
              </a:rPr>
              <a:t>essentia</a:t>
            </a:r>
            <a:r>
              <a:rPr sz="1700" spc="-2" dirty="0">
                <a:latin typeface="Times New Roman"/>
                <a:cs typeface="Times New Roman"/>
              </a:rPr>
              <a:t>l</a:t>
            </a:r>
            <a:r>
              <a:rPr sz="1700" spc="24" dirty="0">
                <a:latin typeface="Times New Roman"/>
                <a:cs typeface="Times New Roman"/>
              </a:rPr>
              <a:t> </a:t>
            </a:r>
            <a:r>
              <a:rPr sz="1700" spc="-7" dirty="0">
                <a:latin typeface="Times New Roman"/>
                <a:cs typeface="Times New Roman"/>
              </a:rPr>
              <a:t>c</a:t>
            </a:r>
            <a:r>
              <a:rPr sz="1700" spc="-5" dirty="0">
                <a:latin typeface="Times New Roman"/>
                <a:cs typeface="Times New Roman"/>
              </a:rPr>
              <a:t>om</a:t>
            </a:r>
            <a:r>
              <a:rPr sz="1700" dirty="0">
                <a:latin typeface="Times New Roman"/>
                <a:cs typeface="Times New Roman"/>
              </a:rPr>
              <a:t>p</a:t>
            </a:r>
            <a:r>
              <a:rPr sz="1700" spc="-5" dirty="0">
                <a:latin typeface="Times New Roman"/>
                <a:cs typeface="Times New Roman"/>
              </a:rPr>
              <a:t>on</a:t>
            </a:r>
            <a:r>
              <a:rPr sz="1700" spc="-7" dirty="0">
                <a:latin typeface="Times New Roman"/>
                <a:cs typeface="Times New Roman"/>
              </a:rPr>
              <a:t>e</a:t>
            </a:r>
            <a:r>
              <a:rPr sz="1700" spc="-2" dirty="0">
                <a:latin typeface="Times New Roman"/>
                <a:cs typeface="Times New Roman"/>
              </a:rPr>
              <a:t>nt</a:t>
            </a:r>
            <a:r>
              <a:rPr sz="1700" spc="22" dirty="0">
                <a:latin typeface="Times New Roman"/>
                <a:cs typeface="Times New Roman"/>
              </a:rPr>
              <a:t> </a:t>
            </a:r>
            <a:r>
              <a:rPr sz="1700" dirty="0">
                <a:latin typeface="Times New Roman"/>
                <a:cs typeface="Times New Roman"/>
              </a:rPr>
              <a:t>of</a:t>
            </a:r>
            <a:r>
              <a:rPr sz="1700" spc="19" dirty="0">
                <a:latin typeface="Times New Roman"/>
                <a:cs typeface="Times New Roman"/>
              </a:rPr>
              <a:t> </a:t>
            </a:r>
            <a:r>
              <a:rPr sz="1700" spc="-5" dirty="0">
                <a:latin typeface="Times New Roman"/>
                <a:cs typeface="Times New Roman"/>
              </a:rPr>
              <a:t>mode</a:t>
            </a:r>
            <a:r>
              <a:rPr sz="1700" spc="-7" dirty="0">
                <a:latin typeface="Times New Roman"/>
                <a:cs typeface="Times New Roman"/>
              </a:rPr>
              <a:t>r</a:t>
            </a:r>
            <a:r>
              <a:rPr sz="1700" dirty="0">
                <a:latin typeface="Times New Roman"/>
                <a:cs typeface="Times New Roman"/>
              </a:rPr>
              <a:t>n</a:t>
            </a:r>
            <a:r>
              <a:rPr sz="1700" spc="22" dirty="0">
                <a:latin typeface="Times New Roman"/>
                <a:cs typeface="Times New Roman"/>
              </a:rPr>
              <a:t> </a:t>
            </a:r>
            <a:r>
              <a:rPr sz="1700" spc="-7" dirty="0">
                <a:latin typeface="Times New Roman"/>
                <a:cs typeface="Times New Roman"/>
              </a:rPr>
              <a:t>c</a:t>
            </a:r>
            <a:r>
              <a:rPr sz="1700" spc="-5" dirty="0">
                <a:latin typeface="Times New Roman"/>
                <a:cs typeface="Times New Roman"/>
              </a:rPr>
              <a:t>ompu</a:t>
            </a:r>
            <a:r>
              <a:rPr sz="1700" spc="2" dirty="0">
                <a:latin typeface="Times New Roman"/>
                <a:cs typeface="Times New Roman"/>
              </a:rPr>
              <a:t>t</a:t>
            </a:r>
            <a:r>
              <a:rPr sz="1700" spc="-5" dirty="0">
                <a:latin typeface="Times New Roman"/>
                <a:cs typeface="Times New Roman"/>
              </a:rPr>
              <a:t>ing</a:t>
            </a:r>
            <a:r>
              <a:rPr sz="1700" spc="22" dirty="0">
                <a:latin typeface="Times New Roman"/>
                <a:cs typeface="Times New Roman"/>
              </a:rPr>
              <a:t> </a:t>
            </a:r>
            <a:r>
              <a:rPr sz="1700" spc="-2" dirty="0">
                <a:latin typeface="Times New Roman"/>
                <a:cs typeface="Times New Roman"/>
              </a:rPr>
              <a:t>sys</a:t>
            </a:r>
            <a:r>
              <a:rPr sz="1700" dirty="0">
                <a:latin typeface="Times New Roman"/>
                <a:cs typeface="Times New Roman"/>
              </a:rPr>
              <a:t>t</a:t>
            </a:r>
            <a:r>
              <a:rPr sz="1700" spc="-7" dirty="0">
                <a:latin typeface="Times New Roman"/>
                <a:cs typeface="Times New Roman"/>
              </a:rPr>
              <a:t>e</a:t>
            </a:r>
            <a:r>
              <a:rPr sz="1700" spc="-5" dirty="0">
                <a:latin typeface="Times New Roman"/>
                <a:cs typeface="Times New Roman"/>
              </a:rPr>
              <a:t>ms,</a:t>
            </a:r>
            <a:r>
              <a:rPr sz="1700" spc="-2" dirty="0">
                <a:latin typeface="Times New Roman"/>
                <a:cs typeface="Times New Roman"/>
              </a:rPr>
              <a:t> </a:t>
            </a:r>
            <a:r>
              <a:rPr sz="1700" spc="-5" dirty="0">
                <a:latin typeface="Times New Roman"/>
                <a:cs typeface="Times New Roman"/>
              </a:rPr>
              <a:t>but</a:t>
            </a:r>
            <a:r>
              <a:rPr sz="1700" dirty="0">
                <a:latin typeface="Times New Roman"/>
                <a:cs typeface="Times New Roman"/>
              </a:rPr>
              <a:t> </a:t>
            </a:r>
            <a:r>
              <a:rPr sz="1700" spc="-53" dirty="0">
                <a:latin typeface="Times New Roman"/>
                <a:cs typeface="Times New Roman"/>
              </a:rPr>
              <a:t> </a:t>
            </a:r>
            <a:r>
              <a:rPr sz="1700" spc="-2" dirty="0">
                <a:latin typeface="Times New Roman"/>
                <a:cs typeface="Times New Roman"/>
              </a:rPr>
              <a:t>it</a:t>
            </a:r>
            <a:r>
              <a:rPr sz="1700" dirty="0">
                <a:latin typeface="Times New Roman"/>
                <a:cs typeface="Times New Roman"/>
              </a:rPr>
              <a:t> </a:t>
            </a:r>
            <a:r>
              <a:rPr sz="1700" spc="-53" dirty="0">
                <a:latin typeface="Times New Roman"/>
                <a:cs typeface="Times New Roman"/>
              </a:rPr>
              <a:t> </a:t>
            </a:r>
            <a:r>
              <a:rPr sz="1700" spc="-7" dirty="0">
                <a:latin typeface="Times New Roman"/>
                <a:cs typeface="Times New Roman"/>
              </a:rPr>
              <a:t>a</a:t>
            </a:r>
            <a:r>
              <a:rPr sz="1700" spc="-2" dirty="0">
                <a:latin typeface="Times New Roman"/>
                <a:cs typeface="Times New Roman"/>
              </a:rPr>
              <a:t>lso</a:t>
            </a:r>
            <a:r>
              <a:rPr sz="1700" dirty="0">
                <a:latin typeface="Times New Roman"/>
                <a:cs typeface="Times New Roman"/>
              </a:rPr>
              <a:t> </a:t>
            </a:r>
            <a:r>
              <a:rPr sz="1700" spc="-53" dirty="0">
                <a:latin typeface="Times New Roman"/>
                <a:cs typeface="Times New Roman"/>
              </a:rPr>
              <a:t> </a:t>
            </a:r>
            <a:r>
              <a:rPr sz="1700" spc="-5" dirty="0">
                <a:latin typeface="Times New Roman"/>
                <a:cs typeface="Times New Roman"/>
              </a:rPr>
              <a:t>h</a:t>
            </a:r>
            <a:r>
              <a:rPr sz="1700" spc="-7" dirty="0">
                <a:latin typeface="Times New Roman"/>
                <a:cs typeface="Times New Roman"/>
              </a:rPr>
              <a:t>a</a:t>
            </a:r>
            <a:r>
              <a:rPr sz="1700" dirty="0">
                <a:latin typeface="Times New Roman"/>
                <a:cs typeface="Times New Roman"/>
              </a:rPr>
              <a:t>s </a:t>
            </a:r>
            <a:r>
              <a:rPr sz="1700" spc="-53" dirty="0">
                <a:latin typeface="Times New Roman"/>
                <a:cs typeface="Times New Roman"/>
              </a:rPr>
              <a:t> </a:t>
            </a:r>
            <a:r>
              <a:rPr sz="1700" spc="-2" dirty="0">
                <a:latin typeface="Times New Roman"/>
                <a:cs typeface="Times New Roman"/>
              </a:rPr>
              <a:t>it</a:t>
            </a:r>
            <a:r>
              <a:rPr sz="1700" dirty="0">
                <a:latin typeface="Times New Roman"/>
                <a:cs typeface="Times New Roman"/>
              </a:rPr>
              <a:t>s </a:t>
            </a:r>
            <a:r>
              <a:rPr sz="1700" spc="-60" dirty="0">
                <a:latin typeface="Times New Roman"/>
                <a:cs typeface="Times New Roman"/>
              </a:rPr>
              <a:t> </a:t>
            </a:r>
            <a:r>
              <a:rPr sz="1700" spc="-2" dirty="0">
                <a:latin typeface="Times New Roman"/>
                <a:cs typeface="Times New Roman"/>
              </a:rPr>
              <a:t>limit</a:t>
            </a:r>
            <a:r>
              <a:rPr sz="1700" spc="-12" dirty="0">
                <a:latin typeface="Times New Roman"/>
                <a:cs typeface="Times New Roman"/>
              </a:rPr>
              <a:t>a</a:t>
            </a:r>
            <a:r>
              <a:rPr sz="1700" spc="-2" dirty="0">
                <a:latin typeface="Times New Roman"/>
                <a:cs typeface="Times New Roman"/>
              </a:rPr>
              <a:t>ti</a:t>
            </a:r>
            <a:r>
              <a:rPr sz="1700" dirty="0">
                <a:latin typeface="Times New Roman"/>
                <a:cs typeface="Times New Roman"/>
              </a:rPr>
              <a:t>ons </a:t>
            </a:r>
            <a:r>
              <a:rPr sz="1700" spc="-53" dirty="0">
                <a:latin typeface="Times New Roman"/>
                <a:cs typeface="Times New Roman"/>
              </a:rPr>
              <a:t> </a:t>
            </a:r>
            <a:r>
              <a:rPr sz="1700" spc="-7" dirty="0">
                <a:latin typeface="Times New Roman"/>
                <a:cs typeface="Times New Roman"/>
              </a:rPr>
              <a:t>a</a:t>
            </a:r>
            <a:r>
              <a:rPr sz="1700" dirty="0">
                <a:latin typeface="Times New Roman"/>
                <a:cs typeface="Times New Roman"/>
              </a:rPr>
              <a:t>nd </a:t>
            </a:r>
            <a:r>
              <a:rPr sz="1700" spc="-53" dirty="0">
                <a:latin typeface="Times New Roman"/>
                <a:cs typeface="Times New Roman"/>
              </a:rPr>
              <a:t> </a:t>
            </a:r>
            <a:r>
              <a:rPr sz="1700" spc="-2" dirty="0">
                <a:latin typeface="Times New Roman"/>
                <a:cs typeface="Times New Roman"/>
              </a:rPr>
              <a:t>dr</a:t>
            </a:r>
            <a:r>
              <a:rPr sz="1700" spc="-10" dirty="0">
                <a:latin typeface="Times New Roman"/>
                <a:cs typeface="Times New Roman"/>
              </a:rPr>
              <a:t>a</a:t>
            </a:r>
            <a:r>
              <a:rPr sz="1700" spc="-2" dirty="0">
                <a:latin typeface="Times New Roman"/>
                <a:cs typeface="Times New Roman"/>
              </a:rPr>
              <a:t>wb</a:t>
            </a:r>
            <a:r>
              <a:rPr sz="1700" spc="-5" dirty="0">
                <a:latin typeface="Times New Roman"/>
                <a:cs typeface="Times New Roman"/>
              </a:rPr>
              <a:t>a</a:t>
            </a:r>
            <a:r>
              <a:rPr sz="1700" spc="-7" dirty="0">
                <a:latin typeface="Times New Roman"/>
                <a:cs typeface="Times New Roman"/>
              </a:rPr>
              <a:t>c</a:t>
            </a:r>
            <a:r>
              <a:rPr sz="1700" dirty="0">
                <a:latin typeface="Times New Roman"/>
                <a:cs typeface="Times New Roman"/>
              </a:rPr>
              <a:t>ks. </a:t>
            </a:r>
            <a:r>
              <a:rPr sz="1700" spc="-53" dirty="0">
                <a:latin typeface="Times New Roman"/>
                <a:cs typeface="Times New Roman"/>
              </a:rPr>
              <a:t> </a:t>
            </a:r>
            <a:r>
              <a:rPr sz="1700" spc="-2" dirty="0">
                <a:latin typeface="Times New Roman"/>
                <a:cs typeface="Times New Roman"/>
              </a:rPr>
              <a:t>T</a:t>
            </a:r>
            <a:r>
              <a:rPr sz="1700" spc="-5" dirty="0">
                <a:latin typeface="Times New Roman"/>
                <a:cs typeface="Times New Roman"/>
              </a:rPr>
              <a:t>he</a:t>
            </a:r>
            <a:r>
              <a:rPr sz="1700" dirty="0">
                <a:latin typeface="Times New Roman"/>
                <a:cs typeface="Times New Roman"/>
              </a:rPr>
              <a:t> </a:t>
            </a:r>
            <a:r>
              <a:rPr sz="1700" spc="-55" dirty="0">
                <a:latin typeface="Times New Roman"/>
                <a:cs typeface="Times New Roman"/>
              </a:rPr>
              <a:t> </a:t>
            </a:r>
            <a:r>
              <a:rPr sz="1700" spc="-7" dirty="0">
                <a:latin typeface="Times New Roman"/>
                <a:cs typeface="Times New Roman"/>
              </a:rPr>
              <a:t>c</a:t>
            </a:r>
            <a:r>
              <a:rPr sz="1700" spc="-5" dirty="0">
                <a:latin typeface="Times New Roman"/>
                <a:cs typeface="Times New Roman"/>
              </a:rPr>
              <a:t>hoice</a:t>
            </a:r>
            <a:r>
              <a:rPr sz="1700" dirty="0">
                <a:latin typeface="Times New Roman"/>
                <a:cs typeface="Times New Roman"/>
              </a:rPr>
              <a:t> </a:t>
            </a:r>
            <a:r>
              <a:rPr sz="1700" spc="-58" dirty="0">
                <a:latin typeface="Times New Roman"/>
                <a:cs typeface="Times New Roman"/>
              </a:rPr>
              <a:t> </a:t>
            </a:r>
            <a:r>
              <a:rPr sz="1700" dirty="0">
                <a:latin typeface="Times New Roman"/>
                <a:cs typeface="Times New Roman"/>
              </a:rPr>
              <a:t>of </a:t>
            </a:r>
            <a:r>
              <a:rPr sz="1700" spc="-51" dirty="0">
                <a:latin typeface="Times New Roman"/>
                <a:cs typeface="Times New Roman"/>
              </a:rPr>
              <a:t> </a:t>
            </a:r>
            <a:r>
              <a:rPr sz="1700" spc="-5" dirty="0">
                <a:latin typeface="Times New Roman"/>
                <a:cs typeface="Times New Roman"/>
              </a:rPr>
              <a:t>a</a:t>
            </a:r>
            <a:r>
              <a:rPr sz="1700" dirty="0">
                <a:latin typeface="Times New Roman"/>
                <a:cs typeface="Times New Roman"/>
              </a:rPr>
              <a:t> </a:t>
            </a:r>
            <a:r>
              <a:rPr sz="1700" spc="-55" dirty="0">
                <a:latin typeface="Times New Roman"/>
                <a:cs typeface="Times New Roman"/>
              </a:rPr>
              <a:t> </a:t>
            </a:r>
            <a:r>
              <a:rPr sz="1700" spc="-5" dirty="0">
                <a:latin typeface="Times New Roman"/>
                <a:cs typeface="Times New Roman"/>
              </a:rPr>
              <a:t>p</a:t>
            </a:r>
            <a:r>
              <a:rPr sz="1700" spc="-7" dirty="0">
                <a:latin typeface="Times New Roman"/>
                <a:cs typeface="Times New Roman"/>
              </a:rPr>
              <a:t>a</a:t>
            </a:r>
            <a:r>
              <a:rPr sz="1700" spc="-2" dirty="0">
                <a:latin typeface="Times New Roman"/>
                <a:cs typeface="Times New Roman"/>
              </a:rPr>
              <a:t>rti</a:t>
            </a:r>
            <a:r>
              <a:rPr sz="1700" spc="-7" dirty="0">
                <a:latin typeface="Times New Roman"/>
                <a:cs typeface="Times New Roman"/>
              </a:rPr>
              <a:t>c</a:t>
            </a:r>
            <a:r>
              <a:rPr sz="1700" spc="-2" dirty="0">
                <a:latin typeface="Times New Roman"/>
                <a:cs typeface="Times New Roman"/>
              </a:rPr>
              <a:t>ula</a:t>
            </a:r>
            <a:r>
              <a:rPr sz="1700" dirty="0">
                <a:latin typeface="Times New Roman"/>
                <a:cs typeface="Times New Roman"/>
              </a:rPr>
              <a:t>r </a:t>
            </a:r>
            <a:r>
              <a:rPr sz="1700" spc="-55" dirty="0">
                <a:latin typeface="Times New Roman"/>
                <a:cs typeface="Times New Roman"/>
              </a:rPr>
              <a:t> </a:t>
            </a:r>
            <a:r>
              <a:rPr sz="1700" spc="-2" dirty="0">
                <a:latin typeface="Times New Roman"/>
                <a:cs typeface="Times New Roman"/>
              </a:rPr>
              <a:t>se</a:t>
            </a:r>
            <a:r>
              <a:rPr sz="1700" spc="-7" dirty="0">
                <a:latin typeface="Times New Roman"/>
                <a:cs typeface="Times New Roman"/>
              </a:rPr>
              <a:t>c</a:t>
            </a:r>
            <a:r>
              <a:rPr sz="1700" spc="-5" dirty="0">
                <a:latin typeface="Times New Roman"/>
                <a:cs typeface="Times New Roman"/>
              </a:rPr>
              <a:t>ond</a:t>
            </a:r>
            <a:r>
              <a:rPr sz="1700" spc="-2" dirty="0">
                <a:latin typeface="Times New Roman"/>
                <a:cs typeface="Times New Roman"/>
              </a:rPr>
              <a:t>a</a:t>
            </a:r>
            <a:r>
              <a:rPr sz="1700" dirty="0">
                <a:latin typeface="Times New Roman"/>
                <a:cs typeface="Times New Roman"/>
              </a:rPr>
              <a:t>ry </a:t>
            </a:r>
            <a:r>
              <a:rPr sz="1700" spc="-5" dirty="0">
                <a:latin typeface="Times New Roman"/>
                <a:cs typeface="Times New Roman"/>
              </a:rPr>
              <a:t>memor</a:t>
            </a:r>
            <a:r>
              <a:rPr sz="1700" dirty="0">
                <a:latin typeface="Times New Roman"/>
                <a:cs typeface="Times New Roman"/>
              </a:rPr>
              <a:t>y </a:t>
            </a:r>
            <a:r>
              <a:rPr sz="1700" spc="-5" dirty="0">
                <a:latin typeface="Times New Roman"/>
                <a:cs typeface="Times New Roman"/>
              </a:rPr>
              <a:t>d</a:t>
            </a:r>
            <a:r>
              <a:rPr sz="1700" spc="-7" dirty="0">
                <a:latin typeface="Times New Roman"/>
                <a:cs typeface="Times New Roman"/>
              </a:rPr>
              <a:t>e</a:t>
            </a:r>
            <a:r>
              <a:rPr sz="1700" spc="-2" dirty="0">
                <a:latin typeface="Times New Roman"/>
                <a:cs typeface="Times New Roman"/>
              </a:rPr>
              <a:t>vice</a:t>
            </a:r>
            <a:r>
              <a:rPr sz="1700" spc="-5" dirty="0">
                <a:latin typeface="Times New Roman"/>
                <a:cs typeface="Times New Roman"/>
              </a:rPr>
              <a:t> </a:t>
            </a:r>
            <a:r>
              <a:rPr sz="1700" spc="5" dirty="0">
                <a:latin typeface="Times New Roman"/>
                <a:cs typeface="Times New Roman"/>
              </a:rPr>
              <a:t>d</a:t>
            </a:r>
            <a:r>
              <a:rPr sz="1700" spc="-7" dirty="0">
                <a:latin typeface="Times New Roman"/>
                <a:cs typeface="Times New Roman"/>
              </a:rPr>
              <a:t>e</a:t>
            </a:r>
            <a:r>
              <a:rPr sz="1700" spc="-5" dirty="0">
                <a:latin typeface="Times New Roman"/>
                <a:cs typeface="Times New Roman"/>
              </a:rPr>
              <a:t>p</a:t>
            </a:r>
            <a:r>
              <a:rPr sz="1700" spc="-7" dirty="0">
                <a:latin typeface="Times New Roman"/>
                <a:cs typeface="Times New Roman"/>
              </a:rPr>
              <a:t>e</a:t>
            </a:r>
            <a:r>
              <a:rPr sz="1700" dirty="0">
                <a:latin typeface="Times New Roman"/>
                <a:cs typeface="Times New Roman"/>
              </a:rPr>
              <a:t>nds</a:t>
            </a:r>
            <a:r>
              <a:rPr sz="1700" spc="5" dirty="0">
                <a:latin typeface="Times New Roman"/>
                <a:cs typeface="Times New Roman"/>
              </a:rPr>
              <a:t> </a:t>
            </a:r>
            <a:r>
              <a:rPr sz="1700" dirty="0">
                <a:latin typeface="Times New Roman"/>
                <a:cs typeface="Times New Roman"/>
              </a:rPr>
              <a:t>on </a:t>
            </a:r>
            <a:r>
              <a:rPr sz="1700" spc="-2" dirty="0">
                <a:latin typeface="Times New Roman"/>
                <a:cs typeface="Times New Roman"/>
              </a:rPr>
              <a:t>the </a:t>
            </a:r>
            <a:r>
              <a:rPr sz="1700" dirty="0">
                <a:latin typeface="Times New Roman"/>
                <a:cs typeface="Times New Roman"/>
              </a:rPr>
              <a:t>us</a:t>
            </a:r>
            <a:r>
              <a:rPr sz="1700" spc="-5" dirty="0">
                <a:latin typeface="Times New Roman"/>
                <a:cs typeface="Times New Roman"/>
              </a:rPr>
              <a:t>e</a:t>
            </a:r>
            <a:r>
              <a:rPr sz="1700" dirty="0">
                <a:latin typeface="Times New Roman"/>
                <a:cs typeface="Times New Roman"/>
              </a:rPr>
              <a:t>r</a:t>
            </a:r>
            <a:r>
              <a:rPr sz="1700" spc="-2" dirty="0">
                <a:latin typeface="Times New Roman"/>
                <a:cs typeface="Times New Roman"/>
              </a:rPr>
              <a:t>’</a:t>
            </a:r>
            <a:r>
              <a:rPr sz="1700" dirty="0">
                <a:latin typeface="Times New Roman"/>
                <a:cs typeface="Times New Roman"/>
              </a:rPr>
              <a:t>s</a:t>
            </a:r>
            <a:r>
              <a:rPr sz="1700" spc="-2" dirty="0">
                <a:latin typeface="Times New Roman"/>
                <a:cs typeface="Times New Roman"/>
              </a:rPr>
              <a:t> sp</a:t>
            </a:r>
            <a:r>
              <a:rPr sz="1700" spc="2" dirty="0">
                <a:latin typeface="Times New Roman"/>
                <a:cs typeface="Times New Roman"/>
              </a:rPr>
              <a:t>e</a:t>
            </a:r>
            <a:r>
              <a:rPr sz="1700" spc="-7" dirty="0">
                <a:latin typeface="Times New Roman"/>
                <a:cs typeface="Times New Roman"/>
              </a:rPr>
              <a:t>c</a:t>
            </a:r>
            <a:r>
              <a:rPr sz="1700" spc="-2" dirty="0">
                <a:latin typeface="Times New Roman"/>
                <a:cs typeface="Times New Roman"/>
              </a:rPr>
              <a:t>ific </a:t>
            </a:r>
            <a:r>
              <a:rPr sz="1700" spc="-5" dirty="0">
                <a:latin typeface="Times New Roman"/>
                <a:cs typeface="Times New Roman"/>
              </a:rPr>
              <a:t>n</a:t>
            </a:r>
            <a:r>
              <a:rPr sz="1700" spc="-2" dirty="0">
                <a:latin typeface="Times New Roman"/>
                <a:cs typeface="Times New Roman"/>
              </a:rPr>
              <a:t>ee</a:t>
            </a:r>
            <a:r>
              <a:rPr sz="1700" dirty="0">
                <a:latin typeface="Times New Roman"/>
                <a:cs typeface="Times New Roman"/>
              </a:rPr>
              <a:t>ds</a:t>
            </a:r>
            <a:r>
              <a:rPr sz="1700" spc="-2" dirty="0">
                <a:latin typeface="Times New Roman"/>
                <a:cs typeface="Times New Roman"/>
              </a:rPr>
              <a:t> </a:t>
            </a:r>
            <a:r>
              <a:rPr sz="1700" spc="-7" dirty="0">
                <a:latin typeface="Times New Roman"/>
                <a:cs typeface="Times New Roman"/>
              </a:rPr>
              <a:t>a</a:t>
            </a:r>
            <a:r>
              <a:rPr sz="1700" dirty="0">
                <a:latin typeface="Times New Roman"/>
                <a:cs typeface="Times New Roman"/>
              </a:rPr>
              <a:t>nd </a:t>
            </a:r>
            <a:r>
              <a:rPr sz="1700" spc="-2" dirty="0">
                <a:latin typeface="Times New Roman"/>
                <a:cs typeface="Times New Roman"/>
              </a:rPr>
              <a:t>r</a:t>
            </a:r>
            <a:r>
              <a:rPr sz="1700" spc="-10" dirty="0">
                <a:latin typeface="Times New Roman"/>
                <a:cs typeface="Times New Roman"/>
              </a:rPr>
              <a:t>e</a:t>
            </a:r>
            <a:r>
              <a:rPr sz="1700" spc="-2" dirty="0">
                <a:latin typeface="Times New Roman"/>
                <a:cs typeface="Times New Roman"/>
              </a:rPr>
              <a:t>quir</a:t>
            </a:r>
            <a:r>
              <a:rPr sz="1700" spc="-10" dirty="0">
                <a:latin typeface="Times New Roman"/>
                <a:cs typeface="Times New Roman"/>
              </a:rPr>
              <a:t>e</a:t>
            </a:r>
            <a:r>
              <a:rPr sz="1700" dirty="0">
                <a:latin typeface="Times New Roman"/>
                <a:cs typeface="Times New Roman"/>
              </a:rPr>
              <a:t>m</a:t>
            </a:r>
            <a:r>
              <a:rPr sz="1700" spc="-7" dirty="0">
                <a:latin typeface="Times New Roman"/>
                <a:cs typeface="Times New Roman"/>
              </a:rPr>
              <a:t>e</a:t>
            </a:r>
            <a:r>
              <a:rPr sz="1700" spc="-2" dirty="0">
                <a:latin typeface="Times New Roman"/>
                <a:cs typeface="Times New Roman"/>
              </a:rPr>
              <a:t>nts.</a:t>
            </a:r>
            <a:endParaRPr sz="1700" dirty="0">
              <a:latin typeface="Times New Roman"/>
              <a:cs typeface="Times New Roman"/>
            </a:endParaRPr>
          </a:p>
        </p:txBody>
      </p:sp>
    </p:spTree>
    <p:extLst>
      <p:ext uri="{BB962C8B-B14F-4D97-AF65-F5344CB8AC3E}">
        <p14:creationId xmlns:p14="http://schemas.microsoft.com/office/powerpoint/2010/main" val="38073661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E4F7C-8F83-4E36-405B-71CE3CFA52A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39133EE-5522-0410-83D5-821C90F105F3}"/>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5DDA8857-88C9-CD19-AC61-8F21C5E2509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09EF45D7-482D-C24A-4DDC-D61FA6B75F9F}"/>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A007CB58-C57D-B363-4D2D-7927D371027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p:cNvSpPr txBox="1"/>
          <p:nvPr/>
        </p:nvSpPr>
        <p:spPr>
          <a:xfrm>
            <a:off x="838200" y="444597"/>
            <a:ext cx="7086600" cy="4254306"/>
          </a:xfrm>
          <a:prstGeom prst="rect">
            <a:avLst/>
          </a:prstGeom>
        </p:spPr>
        <p:txBody>
          <a:bodyPr vert="horz" wrap="square" lIns="0" tIns="0" rIns="0" bIns="0" rtlCol="0">
            <a:spAutoFit/>
          </a:bodyPr>
          <a:lstStyle/>
          <a:p>
            <a:pPr marL="6109" marR="2213487">
              <a:lnSpc>
                <a:spcPct val="159300"/>
              </a:lnSpc>
            </a:pPr>
            <a:r>
              <a:rPr sz="1700" b="1" spc="-2" dirty="0">
                <a:latin typeface="Times New Roman"/>
                <a:cs typeface="Times New Roman"/>
              </a:rPr>
              <a:t>R</a:t>
            </a:r>
            <a:r>
              <a:rPr sz="1700" b="1" spc="-5" dirty="0">
                <a:latin typeface="Times New Roman"/>
                <a:cs typeface="Times New Roman"/>
              </a:rPr>
              <a:t>e</a:t>
            </a:r>
            <a:r>
              <a:rPr sz="1700" b="1" spc="-2" dirty="0">
                <a:latin typeface="Times New Roman"/>
                <a:cs typeface="Times New Roman"/>
              </a:rPr>
              <a:t>fe</a:t>
            </a:r>
            <a:r>
              <a:rPr sz="1700" b="1" spc="-7" dirty="0">
                <a:latin typeface="Times New Roman"/>
                <a:cs typeface="Times New Roman"/>
              </a:rPr>
              <a:t>re</a:t>
            </a:r>
            <a:r>
              <a:rPr sz="1700" b="1" dirty="0">
                <a:latin typeface="Times New Roman"/>
                <a:cs typeface="Times New Roman"/>
              </a:rPr>
              <a:t>n</a:t>
            </a:r>
            <a:r>
              <a:rPr sz="1700" b="1" spc="-7" dirty="0">
                <a:latin typeface="Times New Roman"/>
                <a:cs typeface="Times New Roman"/>
              </a:rPr>
              <a:t>ce</a:t>
            </a:r>
            <a:r>
              <a:rPr sz="1700" b="1" dirty="0">
                <a:latin typeface="Times New Roman"/>
                <a:cs typeface="Times New Roman"/>
              </a:rPr>
              <a:t>s</a:t>
            </a:r>
            <a:endParaRPr lang="en-US" sz="1700" b="1" dirty="0">
              <a:latin typeface="Times New Roman"/>
              <a:cs typeface="Times New Roman"/>
            </a:endParaRPr>
          </a:p>
          <a:p>
            <a:pPr marL="6109" marR="2213487">
              <a:lnSpc>
                <a:spcPct val="159300"/>
              </a:lnSpc>
            </a:pPr>
            <a:endParaRPr lang="en-US" sz="1700" b="1" spc="-2" dirty="0">
              <a:latin typeface="Times New Roman"/>
              <a:cs typeface="Times New Roman"/>
            </a:endParaRPr>
          </a:p>
          <a:p>
            <a:pPr marL="6109" marR="2213487">
              <a:lnSpc>
                <a:spcPct val="159300"/>
              </a:lnSpc>
            </a:pPr>
            <a:r>
              <a:rPr sz="1700" b="1" spc="-2" dirty="0">
                <a:latin typeface="Times New Roman"/>
                <a:cs typeface="Times New Roman"/>
              </a:rPr>
              <a:t>R</a:t>
            </a:r>
            <a:r>
              <a:rPr sz="1700" b="1" spc="-5" dirty="0">
                <a:latin typeface="Times New Roman"/>
                <a:cs typeface="Times New Roman"/>
              </a:rPr>
              <a:t>e</a:t>
            </a:r>
            <a:r>
              <a:rPr sz="1700" b="1" spc="-2" dirty="0">
                <a:latin typeface="Times New Roman"/>
                <a:cs typeface="Times New Roman"/>
              </a:rPr>
              <a:t>fe</a:t>
            </a:r>
            <a:r>
              <a:rPr sz="1700" b="1" spc="-7" dirty="0">
                <a:latin typeface="Times New Roman"/>
                <a:cs typeface="Times New Roman"/>
              </a:rPr>
              <a:t>re</a:t>
            </a:r>
            <a:r>
              <a:rPr sz="1700" b="1" dirty="0">
                <a:latin typeface="Times New Roman"/>
                <a:cs typeface="Times New Roman"/>
              </a:rPr>
              <a:t>n</a:t>
            </a:r>
            <a:r>
              <a:rPr sz="1700" b="1" spc="-7" dirty="0">
                <a:latin typeface="Times New Roman"/>
                <a:cs typeface="Times New Roman"/>
              </a:rPr>
              <a:t>c</a:t>
            </a:r>
            <a:r>
              <a:rPr sz="1700" b="1" spc="-5" dirty="0">
                <a:latin typeface="Times New Roman"/>
                <a:cs typeface="Times New Roman"/>
              </a:rPr>
              <a:t>e</a:t>
            </a:r>
            <a:r>
              <a:rPr sz="1700" b="1" spc="-2" dirty="0">
                <a:latin typeface="Times New Roman"/>
                <a:cs typeface="Times New Roman"/>
              </a:rPr>
              <a:t> </a:t>
            </a:r>
            <a:r>
              <a:rPr sz="1700" b="1" spc="-5" dirty="0">
                <a:latin typeface="Times New Roman"/>
                <a:cs typeface="Times New Roman"/>
              </a:rPr>
              <a:t>B</a:t>
            </a:r>
            <a:r>
              <a:rPr sz="1700" b="1" dirty="0">
                <a:latin typeface="Times New Roman"/>
                <a:cs typeface="Times New Roman"/>
              </a:rPr>
              <a:t>ook</a:t>
            </a:r>
            <a:r>
              <a:rPr sz="1700" b="1" spc="-2" dirty="0">
                <a:latin typeface="Times New Roman"/>
                <a:cs typeface="Times New Roman"/>
              </a:rPr>
              <a:t>s:</a:t>
            </a:r>
            <a:endParaRPr sz="1700" dirty="0">
              <a:latin typeface="Times New Roman"/>
              <a:cs typeface="Times New Roman"/>
            </a:endParaRPr>
          </a:p>
          <a:p>
            <a:pPr marL="225716" indent="-109651">
              <a:spcBef>
                <a:spcPts val="409"/>
              </a:spcBef>
              <a:buFont typeface="Times New Roman"/>
              <a:buChar char="●"/>
              <a:tabLst>
                <a:tab pos="226022" algn="l"/>
              </a:tabLst>
            </a:pPr>
            <a:r>
              <a:rPr sz="1700" spc="-2" dirty="0">
                <a:latin typeface="Times New Roman"/>
                <a:cs typeface="Times New Roman"/>
              </a:rPr>
              <a:t>J.</a:t>
            </a:r>
            <a:r>
              <a:rPr sz="1700" dirty="0">
                <a:latin typeface="Times New Roman"/>
                <a:cs typeface="Times New Roman"/>
              </a:rPr>
              <a:t>P. </a:t>
            </a:r>
            <a:r>
              <a:rPr sz="1700" spc="-2" dirty="0">
                <a:latin typeface="Times New Roman"/>
                <a:cs typeface="Times New Roman"/>
              </a:rPr>
              <a:t>H</a:t>
            </a:r>
            <a:r>
              <a:rPr sz="1700" spc="-5" dirty="0">
                <a:latin typeface="Times New Roman"/>
                <a:cs typeface="Times New Roman"/>
              </a:rPr>
              <a:t>ay</a:t>
            </a:r>
            <a:r>
              <a:rPr sz="1700" spc="-7" dirty="0">
                <a:latin typeface="Times New Roman"/>
                <a:cs typeface="Times New Roman"/>
              </a:rPr>
              <a:t>e</a:t>
            </a:r>
            <a:r>
              <a:rPr sz="1700" spc="-2" dirty="0">
                <a:latin typeface="Times New Roman"/>
                <a:cs typeface="Times New Roman"/>
              </a:rPr>
              <a:t>s</a:t>
            </a:r>
            <a:r>
              <a:rPr sz="1700" dirty="0">
                <a:latin typeface="Times New Roman"/>
                <a:cs typeface="Times New Roman"/>
              </a:rPr>
              <a:t>,</a:t>
            </a:r>
            <a:r>
              <a:rPr sz="1700" spc="2" dirty="0">
                <a:latin typeface="Times New Roman"/>
                <a:cs typeface="Times New Roman"/>
              </a:rPr>
              <a:t> </a:t>
            </a:r>
            <a:r>
              <a:rPr sz="1700" spc="-7" dirty="0">
                <a:latin typeface="Times New Roman"/>
                <a:cs typeface="Times New Roman"/>
              </a:rPr>
              <a:t>“</a:t>
            </a:r>
            <a:r>
              <a:rPr sz="1700" spc="-5" dirty="0">
                <a:latin typeface="Times New Roman"/>
                <a:cs typeface="Times New Roman"/>
              </a:rPr>
              <a:t>Comput</a:t>
            </a:r>
            <a:r>
              <a:rPr sz="1700" spc="-7" dirty="0">
                <a:latin typeface="Times New Roman"/>
                <a:cs typeface="Times New Roman"/>
              </a:rPr>
              <a:t>e</a:t>
            </a:r>
            <a:r>
              <a:rPr sz="1700" dirty="0">
                <a:latin typeface="Times New Roman"/>
                <a:cs typeface="Times New Roman"/>
              </a:rPr>
              <a:t>r A</a:t>
            </a:r>
            <a:r>
              <a:rPr sz="1700" spc="-2" dirty="0">
                <a:latin typeface="Times New Roman"/>
                <a:cs typeface="Times New Roman"/>
              </a:rPr>
              <a:t>r</a:t>
            </a:r>
            <a:r>
              <a:rPr sz="1700" spc="-10" dirty="0">
                <a:latin typeface="Times New Roman"/>
                <a:cs typeface="Times New Roman"/>
              </a:rPr>
              <a:t>c</a:t>
            </a:r>
            <a:r>
              <a:rPr sz="1700" spc="-2" dirty="0">
                <a:latin typeface="Times New Roman"/>
                <a:cs typeface="Times New Roman"/>
              </a:rPr>
              <a:t>hit</a:t>
            </a:r>
            <a:r>
              <a:rPr sz="1700" spc="-7" dirty="0">
                <a:latin typeface="Times New Roman"/>
                <a:cs typeface="Times New Roman"/>
              </a:rPr>
              <a:t>ec</a:t>
            </a:r>
            <a:r>
              <a:rPr sz="1700" spc="-2" dirty="0">
                <a:latin typeface="Times New Roman"/>
                <a:cs typeface="Times New Roman"/>
              </a:rPr>
              <a:t>tu</a:t>
            </a:r>
            <a:r>
              <a:rPr sz="1700" dirty="0">
                <a:latin typeface="Times New Roman"/>
                <a:cs typeface="Times New Roman"/>
              </a:rPr>
              <a:t>r</a:t>
            </a:r>
            <a:r>
              <a:rPr sz="1700" spc="-5" dirty="0">
                <a:latin typeface="Times New Roman"/>
                <a:cs typeface="Times New Roman"/>
              </a:rPr>
              <a:t>e</a:t>
            </a:r>
            <a:r>
              <a:rPr sz="1700" spc="-2" dirty="0">
                <a:latin typeface="Times New Roman"/>
                <a:cs typeface="Times New Roman"/>
              </a:rPr>
              <a:t> </a:t>
            </a:r>
            <a:r>
              <a:rPr sz="1700" spc="-7" dirty="0">
                <a:latin typeface="Times New Roman"/>
                <a:cs typeface="Times New Roman"/>
              </a:rPr>
              <a:t>a</a:t>
            </a:r>
            <a:r>
              <a:rPr sz="1700" dirty="0">
                <a:latin typeface="Times New Roman"/>
                <a:cs typeface="Times New Roman"/>
              </a:rPr>
              <a:t>nd </a:t>
            </a:r>
            <a:r>
              <a:rPr sz="1700" spc="-2" dirty="0">
                <a:latin typeface="Times New Roman"/>
                <a:cs typeface="Times New Roman"/>
              </a:rPr>
              <a:t>O</a:t>
            </a:r>
            <a:r>
              <a:rPr sz="1700" spc="-5" dirty="0">
                <a:latin typeface="Times New Roman"/>
                <a:cs typeface="Times New Roman"/>
              </a:rPr>
              <a:t>r</a:t>
            </a:r>
            <a:r>
              <a:rPr sz="1700" spc="5" dirty="0">
                <a:latin typeface="Times New Roman"/>
                <a:cs typeface="Times New Roman"/>
              </a:rPr>
              <a:t>g</a:t>
            </a:r>
            <a:r>
              <a:rPr sz="1700" spc="-7" dirty="0">
                <a:latin typeface="Times New Roman"/>
                <a:cs typeface="Times New Roman"/>
              </a:rPr>
              <a:t>a</a:t>
            </a:r>
            <a:r>
              <a:rPr sz="1700" spc="-2" dirty="0">
                <a:latin typeface="Times New Roman"/>
                <a:cs typeface="Times New Roman"/>
              </a:rPr>
              <a:t>niz</a:t>
            </a:r>
            <a:r>
              <a:rPr sz="1700" spc="-10" dirty="0">
                <a:latin typeface="Times New Roman"/>
                <a:cs typeface="Times New Roman"/>
              </a:rPr>
              <a:t>a</a:t>
            </a:r>
            <a:r>
              <a:rPr sz="1700" dirty="0">
                <a:latin typeface="Times New Roman"/>
                <a:cs typeface="Times New Roman"/>
              </a:rPr>
              <a:t>t</a:t>
            </a:r>
            <a:r>
              <a:rPr sz="1700" spc="-2" dirty="0">
                <a:latin typeface="Times New Roman"/>
                <a:cs typeface="Times New Roman"/>
              </a:rPr>
              <a:t>io</a:t>
            </a:r>
            <a:r>
              <a:rPr sz="1700" dirty="0">
                <a:latin typeface="Times New Roman"/>
                <a:cs typeface="Times New Roman"/>
              </a:rPr>
              <a:t>n</a:t>
            </a:r>
            <a:r>
              <a:rPr sz="1700" spc="-7" dirty="0">
                <a:latin typeface="Times New Roman"/>
                <a:cs typeface="Times New Roman"/>
              </a:rPr>
              <a:t>”</a:t>
            </a:r>
            <a:r>
              <a:rPr sz="1700" dirty="0">
                <a:latin typeface="Times New Roman"/>
                <a:cs typeface="Times New Roman"/>
              </a:rPr>
              <a:t>, </a:t>
            </a:r>
            <a:r>
              <a:rPr sz="1700" spc="-5" dirty="0">
                <a:latin typeface="Times New Roman"/>
                <a:cs typeface="Times New Roman"/>
              </a:rPr>
              <a:t>Third</a:t>
            </a:r>
            <a:r>
              <a:rPr sz="1700" spc="-2" dirty="0">
                <a:latin typeface="Times New Roman"/>
                <a:cs typeface="Times New Roman"/>
              </a:rPr>
              <a:t> </a:t>
            </a:r>
            <a:r>
              <a:rPr sz="1700" spc="-7" dirty="0">
                <a:latin typeface="Times New Roman"/>
                <a:cs typeface="Times New Roman"/>
              </a:rPr>
              <a:t>E</a:t>
            </a:r>
            <a:r>
              <a:rPr sz="1700" spc="-2" dirty="0">
                <a:latin typeface="Times New Roman"/>
                <a:cs typeface="Times New Roman"/>
              </a:rPr>
              <a:t>dition.</a:t>
            </a:r>
            <a:endParaRPr sz="1700" dirty="0">
              <a:latin typeface="Times New Roman"/>
              <a:cs typeface="Times New Roman"/>
            </a:endParaRPr>
          </a:p>
          <a:p>
            <a:pPr marL="225716" indent="-109651">
              <a:spcBef>
                <a:spcPts val="404"/>
              </a:spcBef>
              <a:buFont typeface="Times New Roman"/>
              <a:buChar char="●"/>
              <a:tabLst>
                <a:tab pos="226022" algn="l"/>
              </a:tabLst>
            </a:pPr>
            <a:r>
              <a:rPr sz="1700" spc="-2" dirty="0">
                <a:latin typeface="Times New Roman"/>
                <a:cs typeface="Times New Roman"/>
              </a:rPr>
              <a:t>Ma</a:t>
            </a:r>
            <a:r>
              <a:rPr sz="1700" dirty="0">
                <a:latin typeface="Times New Roman"/>
                <a:cs typeface="Times New Roman"/>
              </a:rPr>
              <a:t>no, </a:t>
            </a:r>
            <a:r>
              <a:rPr sz="1700" spc="-2" dirty="0">
                <a:latin typeface="Times New Roman"/>
                <a:cs typeface="Times New Roman"/>
              </a:rPr>
              <a:t>M.</a:t>
            </a:r>
            <a:r>
              <a:rPr sz="1700" dirty="0">
                <a:latin typeface="Times New Roman"/>
                <a:cs typeface="Times New Roman"/>
              </a:rPr>
              <a:t>, </a:t>
            </a:r>
            <a:r>
              <a:rPr sz="1700" spc="-7" dirty="0">
                <a:latin typeface="Times New Roman"/>
                <a:cs typeface="Times New Roman"/>
              </a:rPr>
              <a:t>“</a:t>
            </a:r>
            <a:r>
              <a:rPr sz="1700" spc="-5" dirty="0">
                <a:latin typeface="Times New Roman"/>
                <a:cs typeface="Times New Roman"/>
              </a:rPr>
              <a:t>Comput</a:t>
            </a:r>
            <a:r>
              <a:rPr sz="1700" spc="-7" dirty="0">
                <a:latin typeface="Times New Roman"/>
                <a:cs typeface="Times New Roman"/>
              </a:rPr>
              <a:t>e</a:t>
            </a:r>
            <a:r>
              <a:rPr sz="1700" dirty="0">
                <a:latin typeface="Times New Roman"/>
                <a:cs typeface="Times New Roman"/>
              </a:rPr>
              <a:t>r </a:t>
            </a:r>
            <a:r>
              <a:rPr sz="1700" spc="-2" dirty="0">
                <a:latin typeface="Times New Roman"/>
                <a:cs typeface="Times New Roman"/>
              </a:rPr>
              <a:t>Sys</a:t>
            </a:r>
            <a:r>
              <a:rPr sz="1700" dirty="0">
                <a:latin typeface="Times New Roman"/>
                <a:cs typeface="Times New Roman"/>
              </a:rPr>
              <a:t>t</a:t>
            </a:r>
            <a:r>
              <a:rPr sz="1700" spc="-7" dirty="0">
                <a:latin typeface="Times New Roman"/>
                <a:cs typeface="Times New Roman"/>
              </a:rPr>
              <a:t>e</a:t>
            </a:r>
            <a:r>
              <a:rPr sz="1700" spc="-5" dirty="0">
                <a:latin typeface="Times New Roman"/>
                <a:cs typeface="Times New Roman"/>
              </a:rPr>
              <a:t>m</a:t>
            </a:r>
            <a:r>
              <a:rPr sz="1700" dirty="0">
                <a:latin typeface="Times New Roman"/>
                <a:cs typeface="Times New Roman"/>
              </a:rPr>
              <a:t> </a:t>
            </a:r>
            <a:r>
              <a:rPr sz="1700" spc="-2" dirty="0">
                <a:latin typeface="Times New Roman"/>
                <a:cs typeface="Times New Roman"/>
              </a:rPr>
              <a:t>Ar</a:t>
            </a:r>
            <a:r>
              <a:rPr sz="1700" spc="-7" dirty="0">
                <a:latin typeface="Times New Roman"/>
                <a:cs typeface="Times New Roman"/>
              </a:rPr>
              <a:t>c</a:t>
            </a:r>
            <a:r>
              <a:rPr sz="1700" spc="-2" dirty="0">
                <a:latin typeface="Times New Roman"/>
                <a:cs typeface="Times New Roman"/>
              </a:rPr>
              <a:t>hit</a:t>
            </a:r>
            <a:r>
              <a:rPr sz="1700" spc="-7" dirty="0">
                <a:latin typeface="Times New Roman"/>
                <a:cs typeface="Times New Roman"/>
              </a:rPr>
              <a:t>ec</a:t>
            </a:r>
            <a:r>
              <a:rPr sz="1700" spc="-2" dirty="0">
                <a:latin typeface="Times New Roman"/>
                <a:cs typeface="Times New Roman"/>
              </a:rPr>
              <a:t>tu</a:t>
            </a:r>
            <a:r>
              <a:rPr sz="1700" dirty="0">
                <a:latin typeface="Times New Roman"/>
                <a:cs typeface="Times New Roman"/>
              </a:rPr>
              <a:t>r</a:t>
            </a:r>
            <a:r>
              <a:rPr sz="1700" spc="-5" dirty="0">
                <a:latin typeface="Times New Roman"/>
                <a:cs typeface="Times New Roman"/>
              </a:rPr>
              <a:t>e</a:t>
            </a:r>
            <a:r>
              <a:rPr sz="1700" spc="-7" dirty="0">
                <a:latin typeface="Times New Roman"/>
                <a:cs typeface="Times New Roman"/>
              </a:rPr>
              <a:t>”</a:t>
            </a:r>
            <a:r>
              <a:rPr sz="1700" dirty="0">
                <a:latin typeface="Times New Roman"/>
                <a:cs typeface="Times New Roman"/>
              </a:rPr>
              <a:t>, </a:t>
            </a:r>
            <a:r>
              <a:rPr sz="1700" spc="-5" dirty="0">
                <a:latin typeface="Times New Roman"/>
                <a:cs typeface="Times New Roman"/>
              </a:rPr>
              <a:t>Thi</a:t>
            </a:r>
            <a:r>
              <a:rPr sz="1700" dirty="0">
                <a:latin typeface="Times New Roman"/>
                <a:cs typeface="Times New Roman"/>
              </a:rPr>
              <a:t>rd </a:t>
            </a:r>
            <a:r>
              <a:rPr sz="1700" spc="-2" dirty="0">
                <a:latin typeface="Times New Roman"/>
                <a:cs typeface="Times New Roman"/>
              </a:rPr>
              <a:t>Edition, </a:t>
            </a:r>
            <a:r>
              <a:rPr sz="1700" spc="2" dirty="0">
                <a:latin typeface="Times New Roman"/>
                <a:cs typeface="Times New Roman"/>
              </a:rPr>
              <a:t>P</a:t>
            </a:r>
            <a:r>
              <a:rPr sz="1700" spc="-2" dirty="0">
                <a:latin typeface="Times New Roman"/>
                <a:cs typeface="Times New Roman"/>
              </a:rPr>
              <a:t>r</a:t>
            </a:r>
            <a:r>
              <a:rPr sz="1700" spc="-10" dirty="0">
                <a:latin typeface="Times New Roman"/>
                <a:cs typeface="Times New Roman"/>
              </a:rPr>
              <a:t>e</a:t>
            </a:r>
            <a:r>
              <a:rPr sz="1700" spc="-2" dirty="0">
                <a:latin typeface="Times New Roman"/>
                <a:cs typeface="Times New Roman"/>
              </a:rPr>
              <a:t>nti</a:t>
            </a:r>
            <a:r>
              <a:rPr sz="1700" spc="-7" dirty="0">
                <a:latin typeface="Times New Roman"/>
                <a:cs typeface="Times New Roman"/>
              </a:rPr>
              <a:t>c</a:t>
            </a:r>
            <a:r>
              <a:rPr sz="1700" spc="-5" dirty="0">
                <a:latin typeface="Times New Roman"/>
                <a:cs typeface="Times New Roman"/>
              </a:rPr>
              <a:t>e</a:t>
            </a:r>
            <a:r>
              <a:rPr sz="1700" spc="-2" dirty="0">
                <a:latin typeface="Times New Roman"/>
                <a:cs typeface="Times New Roman"/>
              </a:rPr>
              <a:t> H</a:t>
            </a:r>
            <a:r>
              <a:rPr sz="1700" spc="-5" dirty="0">
                <a:latin typeface="Times New Roman"/>
                <a:cs typeface="Times New Roman"/>
              </a:rPr>
              <a:t>a</a:t>
            </a:r>
            <a:r>
              <a:rPr sz="1700" spc="-2" dirty="0">
                <a:latin typeface="Times New Roman"/>
                <a:cs typeface="Times New Roman"/>
              </a:rPr>
              <a:t>ll</a:t>
            </a:r>
            <a:r>
              <a:rPr sz="1700" dirty="0">
                <a:latin typeface="Times New Roman"/>
                <a:cs typeface="Times New Roman"/>
              </a:rPr>
              <a:t>.</a:t>
            </a:r>
          </a:p>
          <a:p>
            <a:pPr marL="225716" marR="3665" indent="-109651">
              <a:lnSpc>
                <a:spcPct val="103299"/>
              </a:lnSpc>
              <a:spcBef>
                <a:spcPts val="387"/>
              </a:spcBef>
              <a:buFont typeface="Times New Roman"/>
              <a:buChar char="●"/>
              <a:tabLst>
                <a:tab pos="226022" algn="l"/>
              </a:tabLst>
            </a:pPr>
            <a:r>
              <a:rPr sz="1700" dirty="0">
                <a:latin typeface="Times New Roman"/>
                <a:cs typeface="Times New Roman"/>
              </a:rPr>
              <a:t>S</a:t>
            </a:r>
            <a:r>
              <a:rPr sz="1700" spc="-2" dirty="0">
                <a:latin typeface="Times New Roman"/>
                <a:cs typeface="Times New Roman"/>
              </a:rPr>
              <a:t>tallings, </a:t>
            </a:r>
            <a:r>
              <a:rPr sz="1700" spc="-31" dirty="0">
                <a:latin typeface="Times New Roman"/>
                <a:cs typeface="Times New Roman"/>
              </a:rPr>
              <a:t> </a:t>
            </a:r>
            <a:r>
              <a:rPr sz="1700" spc="-10" dirty="0">
                <a:latin typeface="Times New Roman"/>
                <a:cs typeface="Times New Roman"/>
              </a:rPr>
              <a:t>W</a:t>
            </a:r>
            <a:r>
              <a:rPr sz="1700" dirty="0">
                <a:latin typeface="Times New Roman"/>
                <a:cs typeface="Times New Roman"/>
              </a:rPr>
              <a:t>., </a:t>
            </a:r>
            <a:r>
              <a:rPr sz="1700" spc="-26" dirty="0">
                <a:latin typeface="Times New Roman"/>
                <a:cs typeface="Times New Roman"/>
              </a:rPr>
              <a:t> </a:t>
            </a:r>
            <a:r>
              <a:rPr sz="1700" spc="-7" dirty="0">
                <a:latin typeface="Times New Roman"/>
                <a:cs typeface="Times New Roman"/>
              </a:rPr>
              <a:t>“</a:t>
            </a:r>
            <a:r>
              <a:rPr sz="1700" spc="-5" dirty="0">
                <a:latin typeface="Times New Roman"/>
                <a:cs typeface="Times New Roman"/>
              </a:rPr>
              <a:t>Comput</a:t>
            </a:r>
            <a:r>
              <a:rPr sz="1700" spc="-14" dirty="0">
                <a:latin typeface="Times New Roman"/>
                <a:cs typeface="Times New Roman"/>
              </a:rPr>
              <a:t>e</a:t>
            </a:r>
            <a:r>
              <a:rPr sz="1700" dirty="0">
                <a:latin typeface="Times New Roman"/>
                <a:cs typeface="Times New Roman"/>
              </a:rPr>
              <a:t>r </a:t>
            </a:r>
            <a:r>
              <a:rPr sz="1700" spc="-31" dirty="0">
                <a:latin typeface="Times New Roman"/>
                <a:cs typeface="Times New Roman"/>
              </a:rPr>
              <a:t> </a:t>
            </a:r>
            <a:r>
              <a:rPr sz="1700" spc="-2" dirty="0">
                <a:latin typeface="Times New Roman"/>
                <a:cs typeface="Times New Roman"/>
              </a:rPr>
              <a:t>O</a:t>
            </a:r>
            <a:r>
              <a:rPr sz="1700" spc="-5" dirty="0">
                <a:latin typeface="Times New Roman"/>
                <a:cs typeface="Times New Roman"/>
              </a:rPr>
              <a:t>rg</a:t>
            </a:r>
            <a:r>
              <a:rPr sz="1700" spc="-7" dirty="0">
                <a:latin typeface="Times New Roman"/>
                <a:cs typeface="Times New Roman"/>
              </a:rPr>
              <a:t>a</a:t>
            </a:r>
            <a:r>
              <a:rPr sz="1700" spc="-2" dirty="0">
                <a:latin typeface="Times New Roman"/>
                <a:cs typeface="Times New Roman"/>
              </a:rPr>
              <a:t>niz</a:t>
            </a:r>
            <a:r>
              <a:rPr sz="1700" spc="-7" dirty="0">
                <a:latin typeface="Times New Roman"/>
                <a:cs typeface="Times New Roman"/>
              </a:rPr>
              <a:t>a</a:t>
            </a:r>
            <a:r>
              <a:rPr sz="1700" spc="-2" dirty="0">
                <a:latin typeface="Times New Roman"/>
                <a:cs typeface="Times New Roman"/>
              </a:rPr>
              <a:t>ti</a:t>
            </a:r>
            <a:r>
              <a:rPr sz="1700" dirty="0">
                <a:latin typeface="Times New Roman"/>
                <a:cs typeface="Times New Roman"/>
              </a:rPr>
              <a:t>on </a:t>
            </a:r>
            <a:r>
              <a:rPr sz="1700" spc="-31" dirty="0">
                <a:latin typeface="Times New Roman"/>
                <a:cs typeface="Times New Roman"/>
              </a:rPr>
              <a:t> </a:t>
            </a:r>
            <a:r>
              <a:rPr sz="1700" spc="-7" dirty="0">
                <a:latin typeface="Times New Roman"/>
                <a:cs typeface="Times New Roman"/>
              </a:rPr>
              <a:t>a</a:t>
            </a:r>
            <a:r>
              <a:rPr sz="1700" dirty="0">
                <a:latin typeface="Times New Roman"/>
                <a:cs typeface="Times New Roman"/>
              </a:rPr>
              <a:t>nd </a:t>
            </a:r>
            <a:r>
              <a:rPr sz="1700" spc="-31" dirty="0">
                <a:latin typeface="Times New Roman"/>
                <a:cs typeface="Times New Roman"/>
              </a:rPr>
              <a:t> </a:t>
            </a:r>
            <a:r>
              <a:rPr sz="1700" spc="-2" dirty="0">
                <a:latin typeface="Times New Roman"/>
                <a:cs typeface="Times New Roman"/>
              </a:rPr>
              <a:t>A</a:t>
            </a:r>
            <a:r>
              <a:rPr sz="1700" spc="-5" dirty="0">
                <a:latin typeface="Times New Roman"/>
                <a:cs typeface="Times New Roman"/>
              </a:rPr>
              <a:t>r</a:t>
            </a:r>
            <a:r>
              <a:rPr sz="1700" spc="-2" dirty="0">
                <a:latin typeface="Times New Roman"/>
                <a:cs typeface="Times New Roman"/>
              </a:rPr>
              <a:t>chit</a:t>
            </a:r>
            <a:r>
              <a:rPr sz="1700" spc="-7" dirty="0">
                <a:latin typeface="Times New Roman"/>
                <a:cs typeface="Times New Roman"/>
              </a:rPr>
              <a:t>ec</a:t>
            </a:r>
            <a:r>
              <a:rPr sz="1700" spc="-2" dirty="0">
                <a:latin typeface="Times New Roman"/>
                <a:cs typeface="Times New Roman"/>
              </a:rPr>
              <a:t>ture</a:t>
            </a:r>
            <a:r>
              <a:rPr sz="1700" spc="-7" dirty="0">
                <a:latin typeface="Times New Roman"/>
                <a:cs typeface="Times New Roman"/>
              </a:rPr>
              <a:t>”</a:t>
            </a:r>
            <a:r>
              <a:rPr sz="1700" dirty="0">
                <a:latin typeface="Times New Roman"/>
                <a:cs typeface="Times New Roman"/>
              </a:rPr>
              <a:t>, </a:t>
            </a:r>
            <a:r>
              <a:rPr sz="1700" spc="-31" dirty="0">
                <a:latin typeface="Times New Roman"/>
                <a:cs typeface="Times New Roman"/>
              </a:rPr>
              <a:t> </a:t>
            </a:r>
            <a:r>
              <a:rPr sz="1700" spc="-5" dirty="0">
                <a:latin typeface="Times New Roman"/>
                <a:cs typeface="Times New Roman"/>
              </a:rPr>
              <a:t>Eight</a:t>
            </a:r>
            <a:r>
              <a:rPr sz="1700" dirty="0">
                <a:latin typeface="Times New Roman"/>
                <a:cs typeface="Times New Roman"/>
              </a:rPr>
              <a:t>h </a:t>
            </a:r>
            <a:r>
              <a:rPr sz="1700" spc="-31" dirty="0">
                <a:latin typeface="Times New Roman"/>
                <a:cs typeface="Times New Roman"/>
              </a:rPr>
              <a:t> </a:t>
            </a:r>
            <a:r>
              <a:rPr sz="1700" spc="-2" dirty="0">
                <a:latin typeface="Times New Roman"/>
                <a:cs typeface="Times New Roman"/>
              </a:rPr>
              <a:t>Editi</a:t>
            </a:r>
            <a:r>
              <a:rPr sz="1700" dirty="0">
                <a:latin typeface="Times New Roman"/>
                <a:cs typeface="Times New Roman"/>
              </a:rPr>
              <a:t>on, </a:t>
            </a:r>
            <a:r>
              <a:rPr sz="1700" spc="-31" dirty="0">
                <a:latin typeface="Times New Roman"/>
                <a:cs typeface="Times New Roman"/>
              </a:rPr>
              <a:t> </a:t>
            </a:r>
            <a:r>
              <a:rPr sz="1700" dirty="0">
                <a:latin typeface="Times New Roman"/>
                <a:cs typeface="Times New Roman"/>
              </a:rPr>
              <a:t>P</a:t>
            </a:r>
            <a:r>
              <a:rPr sz="1700" spc="-7" dirty="0">
                <a:latin typeface="Times New Roman"/>
                <a:cs typeface="Times New Roman"/>
              </a:rPr>
              <a:t>ea</a:t>
            </a:r>
            <a:r>
              <a:rPr sz="1700" dirty="0">
                <a:latin typeface="Times New Roman"/>
                <a:cs typeface="Times New Roman"/>
              </a:rPr>
              <a:t>rson </a:t>
            </a:r>
            <a:r>
              <a:rPr sz="1700" spc="-5" dirty="0">
                <a:latin typeface="Times New Roman"/>
                <a:cs typeface="Times New Roman"/>
              </a:rPr>
              <a:t>Edu</a:t>
            </a:r>
            <a:r>
              <a:rPr sz="1700" spc="-10" dirty="0">
                <a:latin typeface="Times New Roman"/>
                <a:cs typeface="Times New Roman"/>
              </a:rPr>
              <a:t>c</a:t>
            </a:r>
            <a:r>
              <a:rPr sz="1700" spc="-7" dirty="0">
                <a:latin typeface="Times New Roman"/>
                <a:cs typeface="Times New Roman"/>
              </a:rPr>
              <a:t>a</a:t>
            </a:r>
            <a:r>
              <a:rPr sz="1700" spc="-2" dirty="0">
                <a:latin typeface="Times New Roman"/>
                <a:cs typeface="Times New Roman"/>
              </a:rPr>
              <a:t>ti</a:t>
            </a:r>
            <a:r>
              <a:rPr sz="1700" dirty="0">
                <a:latin typeface="Times New Roman"/>
                <a:cs typeface="Times New Roman"/>
              </a:rPr>
              <a:t>on.</a:t>
            </a:r>
          </a:p>
          <a:p>
            <a:pPr marL="6109">
              <a:spcBef>
                <a:spcPts val="409"/>
              </a:spcBef>
            </a:pPr>
            <a:endParaRPr lang="en-US" sz="1700" b="1" spc="-5" dirty="0">
              <a:latin typeface="Times New Roman"/>
              <a:cs typeface="Times New Roman"/>
            </a:endParaRPr>
          </a:p>
          <a:p>
            <a:pPr marL="6109">
              <a:spcBef>
                <a:spcPts val="409"/>
              </a:spcBef>
            </a:pPr>
            <a:r>
              <a:rPr sz="1700" b="1" spc="-5" dirty="0">
                <a:latin typeface="Times New Roman"/>
                <a:cs typeface="Times New Roman"/>
              </a:rPr>
              <a:t>T</a:t>
            </a:r>
            <a:r>
              <a:rPr sz="1700" b="1" spc="-7" dirty="0">
                <a:latin typeface="Times New Roman"/>
                <a:cs typeface="Times New Roman"/>
              </a:rPr>
              <a:t>e</a:t>
            </a:r>
            <a:r>
              <a:rPr sz="1700" b="1" dirty="0">
                <a:latin typeface="Times New Roman"/>
                <a:cs typeface="Times New Roman"/>
              </a:rPr>
              <a:t>xt Book</a:t>
            </a:r>
            <a:r>
              <a:rPr sz="1700" b="1" spc="-2" dirty="0">
                <a:latin typeface="Times New Roman"/>
                <a:cs typeface="Times New Roman"/>
              </a:rPr>
              <a:t>s:</a:t>
            </a:r>
            <a:endParaRPr sz="1700" dirty="0">
              <a:latin typeface="Times New Roman"/>
              <a:cs typeface="Times New Roman"/>
            </a:endParaRPr>
          </a:p>
          <a:p>
            <a:pPr marL="225716" marR="2443" indent="-109651">
              <a:lnSpc>
                <a:spcPct val="103299"/>
              </a:lnSpc>
              <a:spcBef>
                <a:spcPts val="387"/>
              </a:spcBef>
              <a:buFont typeface="Times New Roman"/>
              <a:buChar char="●"/>
              <a:tabLst>
                <a:tab pos="226022" algn="l"/>
              </a:tabLst>
            </a:pPr>
            <a:r>
              <a:rPr sz="1700" spc="-5" dirty="0">
                <a:latin typeface="Times New Roman"/>
                <a:cs typeface="Times New Roman"/>
              </a:rPr>
              <a:t>C</a:t>
            </a:r>
            <a:r>
              <a:rPr sz="1700" spc="-7" dirty="0">
                <a:latin typeface="Times New Roman"/>
                <a:cs typeface="Times New Roman"/>
              </a:rPr>
              <a:t>a</a:t>
            </a:r>
            <a:r>
              <a:rPr sz="1700" spc="-2" dirty="0">
                <a:latin typeface="Times New Roman"/>
                <a:cs typeface="Times New Roman"/>
              </a:rPr>
              <a:t>rpin</a:t>
            </a:r>
            <a:r>
              <a:rPr sz="1700" spc="-10" dirty="0">
                <a:latin typeface="Times New Roman"/>
                <a:cs typeface="Times New Roman"/>
              </a:rPr>
              <a:t>e</a:t>
            </a:r>
            <a:r>
              <a:rPr sz="1700" spc="-2" dirty="0">
                <a:latin typeface="Times New Roman"/>
                <a:cs typeface="Times New Roman"/>
              </a:rPr>
              <a:t>lli</a:t>
            </a:r>
            <a:r>
              <a:rPr sz="1700" dirty="0">
                <a:latin typeface="Times New Roman"/>
                <a:cs typeface="Times New Roman"/>
              </a:rPr>
              <a:t> </a:t>
            </a:r>
            <a:r>
              <a:rPr sz="1700" spc="46" dirty="0">
                <a:latin typeface="Times New Roman"/>
                <a:cs typeface="Times New Roman"/>
              </a:rPr>
              <a:t> </a:t>
            </a:r>
            <a:r>
              <a:rPr sz="1700" spc="-2" dirty="0">
                <a:latin typeface="Times New Roman"/>
                <a:cs typeface="Times New Roman"/>
              </a:rPr>
              <a:t>J.D</a:t>
            </a:r>
            <a:r>
              <a:rPr sz="1700" spc="2" dirty="0">
                <a:latin typeface="Times New Roman"/>
                <a:cs typeface="Times New Roman"/>
              </a:rPr>
              <a:t>,</a:t>
            </a:r>
            <a:r>
              <a:rPr sz="1700" spc="-5" dirty="0">
                <a:latin typeface="Times New Roman"/>
                <a:cs typeface="Times New Roman"/>
              </a:rPr>
              <a:t>”</a:t>
            </a:r>
            <a:r>
              <a:rPr sz="1700" dirty="0">
                <a:latin typeface="Times New Roman"/>
                <a:cs typeface="Times New Roman"/>
              </a:rPr>
              <a:t> </a:t>
            </a:r>
            <a:r>
              <a:rPr sz="1700" spc="43" dirty="0">
                <a:latin typeface="Times New Roman"/>
                <a:cs typeface="Times New Roman"/>
              </a:rPr>
              <a:t> </a:t>
            </a:r>
            <a:r>
              <a:rPr sz="1700" spc="-5" dirty="0">
                <a:latin typeface="Times New Roman"/>
                <a:cs typeface="Times New Roman"/>
              </a:rPr>
              <a:t>Comput</a:t>
            </a:r>
            <a:r>
              <a:rPr sz="1700" spc="-7" dirty="0">
                <a:latin typeface="Times New Roman"/>
                <a:cs typeface="Times New Roman"/>
              </a:rPr>
              <a:t>e</a:t>
            </a:r>
            <a:r>
              <a:rPr sz="1700" dirty="0">
                <a:latin typeface="Times New Roman"/>
                <a:cs typeface="Times New Roman"/>
              </a:rPr>
              <a:t>r </a:t>
            </a:r>
            <a:r>
              <a:rPr sz="1700" spc="43" dirty="0">
                <a:latin typeface="Times New Roman"/>
                <a:cs typeface="Times New Roman"/>
              </a:rPr>
              <a:t> </a:t>
            </a:r>
            <a:r>
              <a:rPr sz="1700" spc="-2" dirty="0">
                <a:latin typeface="Times New Roman"/>
                <a:cs typeface="Times New Roman"/>
              </a:rPr>
              <a:t>sys</a:t>
            </a:r>
            <a:r>
              <a:rPr sz="1700" dirty="0">
                <a:latin typeface="Times New Roman"/>
                <a:cs typeface="Times New Roman"/>
              </a:rPr>
              <a:t>t</a:t>
            </a:r>
            <a:r>
              <a:rPr sz="1700" spc="-7" dirty="0">
                <a:latin typeface="Times New Roman"/>
                <a:cs typeface="Times New Roman"/>
              </a:rPr>
              <a:t>e</a:t>
            </a:r>
            <a:r>
              <a:rPr sz="1700" spc="-5" dirty="0">
                <a:latin typeface="Times New Roman"/>
                <a:cs typeface="Times New Roman"/>
              </a:rPr>
              <a:t>ms</a:t>
            </a:r>
            <a:r>
              <a:rPr sz="1700" dirty="0">
                <a:latin typeface="Times New Roman"/>
                <a:cs typeface="Times New Roman"/>
              </a:rPr>
              <a:t> </a:t>
            </a:r>
            <a:r>
              <a:rPr sz="1700" spc="46" dirty="0">
                <a:latin typeface="Times New Roman"/>
                <a:cs typeface="Times New Roman"/>
              </a:rPr>
              <a:t> </a:t>
            </a:r>
            <a:r>
              <a:rPr sz="1700" spc="-5" dirty="0">
                <a:latin typeface="Times New Roman"/>
                <a:cs typeface="Times New Roman"/>
              </a:rPr>
              <a:t>org</a:t>
            </a:r>
            <a:r>
              <a:rPr sz="1700" spc="-10" dirty="0">
                <a:latin typeface="Times New Roman"/>
                <a:cs typeface="Times New Roman"/>
              </a:rPr>
              <a:t>a</a:t>
            </a:r>
            <a:r>
              <a:rPr sz="1700" spc="-2" dirty="0">
                <a:latin typeface="Times New Roman"/>
                <a:cs typeface="Times New Roman"/>
              </a:rPr>
              <a:t>niz</a:t>
            </a:r>
            <a:r>
              <a:rPr sz="1700" spc="-10" dirty="0">
                <a:latin typeface="Times New Roman"/>
                <a:cs typeface="Times New Roman"/>
              </a:rPr>
              <a:t>a</a:t>
            </a:r>
            <a:r>
              <a:rPr sz="1700" spc="-2" dirty="0">
                <a:latin typeface="Times New Roman"/>
                <a:cs typeface="Times New Roman"/>
              </a:rPr>
              <a:t>ti</a:t>
            </a:r>
            <a:r>
              <a:rPr sz="1700" spc="5" dirty="0">
                <a:latin typeface="Times New Roman"/>
                <a:cs typeface="Times New Roman"/>
              </a:rPr>
              <a:t>o</a:t>
            </a:r>
            <a:r>
              <a:rPr sz="1700" dirty="0">
                <a:latin typeface="Times New Roman"/>
                <a:cs typeface="Times New Roman"/>
              </a:rPr>
              <a:t>n </a:t>
            </a:r>
            <a:r>
              <a:rPr sz="1700" spc="43" dirty="0">
                <a:latin typeface="Times New Roman"/>
                <a:cs typeface="Times New Roman"/>
              </a:rPr>
              <a:t> </a:t>
            </a:r>
            <a:r>
              <a:rPr sz="1700" spc="-5" dirty="0">
                <a:latin typeface="Times New Roman"/>
                <a:cs typeface="Times New Roman"/>
              </a:rPr>
              <a:t>&amp;Ar</a:t>
            </a:r>
            <a:r>
              <a:rPr sz="1700" spc="-10" dirty="0">
                <a:latin typeface="Times New Roman"/>
                <a:cs typeface="Times New Roman"/>
              </a:rPr>
              <a:t>c</a:t>
            </a:r>
            <a:r>
              <a:rPr sz="1700" spc="-2" dirty="0">
                <a:latin typeface="Times New Roman"/>
                <a:cs typeface="Times New Roman"/>
              </a:rPr>
              <a:t>hit</a:t>
            </a:r>
            <a:r>
              <a:rPr sz="1700" spc="-7" dirty="0">
                <a:latin typeface="Times New Roman"/>
                <a:cs typeface="Times New Roman"/>
              </a:rPr>
              <a:t>ec</a:t>
            </a:r>
            <a:r>
              <a:rPr sz="1700" spc="-2" dirty="0">
                <a:latin typeface="Times New Roman"/>
                <a:cs typeface="Times New Roman"/>
              </a:rPr>
              <a:t>tu</a:t>
            </a:r>
            <a:r>
              <a:rPr sz="1700" dirty="0">
                <a:latin typeface="Times New Roman"/>
                <a:cs typeface="Times New Roman"/>
              </a:rPr>
              <a:t>re</a:t>
            </a:r>
            <a:r>
              <a:rPr sz="1700" spc="-7" dirty="0">
                <a:latin typeface="Times New Roman"/>
                <a:cs typeface="Times New Roman"/>
              </a:rPr>
              <a:t>”</a:t>
            </a:r>
            <a:r>
              <a:rPr sz="1700" dirty="0">
                <a:latin typeface="Times New Roman"/>
                <a:cs typeface="Times New Roman"/>
              </a:rPr>
              <a:t>, </a:t>
            </a:r>
            <a:r>
              <a:rPr sz="1700" spc="51" dirty="0">
                <a:latin typeface="Times New Roman"/>
                <a:cs typeface="Times New Roman"/>
              </a:rPr>
              <a:t> </a:t>
            </a:r>
            <a:r>
              <a:rPr sz="1700" spc="-5" dirty="0">
                <a:latin typeface="Times New Roman"/>
                <a:cs typeface="Times New Roman"/>
              </a:rPr>
              <a:t>F</a:t>
            </a:r>
            <a:r>
              <a:rPr sz="1700" dirty="0">
                <a:latin typeface="Times New Roman"/>
                <a:cs typeface="Times New Roman"/>
              </a:rPr>
              <a:t>ou</a:t>
            </a:r>
            <a:r>
              <a:rPr sz="1700" spc="2" dirty="0">
                <a:latin typeface="Times New Roman"/>
                <a:cs typeface="Times New Roman"/>
              </a:rPr>
              <a:t>r</a:t>
            </a:r>
            <a:r>
              <a:rPr sz="1700" spc="-2" dirty="0">
                <a:latin typeface="Times New Roman"/>
                <a:cs typeface="Times New Roman"/>
              </a:rPr>
              <a:t>th</a:t>
            </a:r>
            <a:r>
              <a:rPr sz="1700" dirty="0">
                <a:latin typeface="Times New Roman"/>
                <a:cs typeface="Times New Roman"/>
              </a:rPr>
              <a:t> </a:t>
            </a:r>
            <a:r>
              <a:rPr sz="1700" spc="46" dirty="0">
                <a:latin typeface="Times New Roman"/>
                <a:cs typeface="Times New Roman"/>
              </a:rPr>
              <a:t> </a:t>
            </a:r>
            <a:r>
              <a:rPr sz="1700" spc="-2" dirty="0">
                <a:latin typeface="Times New Roman"/>
                <a:cs typeface="Times New Roman"/>
              </a:rPr>
              <a:t>Editi</a:t>
            </a:r>
            <a:r>
              <a:rPr sz="1700" dirty="0">
                <a:latin typeface="Times New Roman"/>
                <a:cs typeface="Times New Roman"/>
              </a:rPr>
              <a:t>on, </a:t>
            </a:r>
            <a:r>
              <a:rPr sz="1700" spc="-2" dirty="0">
                <a:latin typeface="Times New Roman"/>
                <a:cs typeface="Times New Roman"/>
              </a:rPr>
              <a:t>Addiso</a:t>
            </a:r>
            <a:r>
              <a:rPr sz="1700" dirty="0">
                <a:latin typeface="Times New Roman"/>
                <a:cs typeface="Times New Roman"/>
              </a:rPr>
              <a:t>n </a:t>
            </a:r>
            <a:r>
              <a:rPr sz="1700" spc="-10" dirty="0">
                <a:latin typeface="Times New Roman"/>
                <a:cs typeface="Times New Roman"/>
              </a:rPr>
              <a:t>W</a:t>
            </a:r>
            <a:r>
              <a:rPr sz="1700" spc="-5" dirty="0">
                <a:latin typeface="Times New Roman"/>
                <a:cs typeface="Times New Roman"/>
              </a:rPr>
              <a:t>esley.</a:t>
            </a:r>
            <a:endParaRPr sz="1700" dirty="0">
              <a:latin typeface="Times New Roman"/>
              <a:cs typeface="Times New Roman"/>
            </a:endParaRPr>
          </a:p>
          <a:p>
            <a:pPr marL="225716" indent="-109651">
              <a:spcBef>
                <a:spcPts val="411"/>
              </a:spcBef>
              <a:buFont typeface="Times New Roman"/>
              <a:buChar char="●"/>
              <a:tabLst>
                <a:tab pos="226022" algn="l"/>
              </a:tabLst>
            </a:pPr>
            <a:r>
              <a:rPr sz="1700" dirty="0">
                <a:latin typeface="Times New Roman"/>
                <a:cs typeface="Times New Roman"/>
              </a:rPr>
              <a:t>P</a:t>
            </a:r>
            <a:r>
              <a:rPr sz="1700" spc="-7" dirty="0">
                <a:latin typeface="Times New Roman"/>
                <a:cs typeface="Times New Roman"/>
              </a:rPr>
              <a:t>a</a:t>
            </a:r>
            <a:r>
              <a:rPr sz="1700" spc="-2" dirty="0">
                <a:latin typeface="Times New Roman"/>
                <a:cs typeface="Times New Roman"/>
              </a:rPr>
              <a:t>tt</a:t>
            </a:r>
            <a:r>
              <a:rPr sz="1700" spc="-7" dirty="0">
                <a:latin typeface="Times New Roman"/>
                <a:cs typeface="Times New Roman"/>
              </a:rPr>
              <a:t>e</a:t>
            </a:r>
            <a:r>
              <a:rPr sz="1700" dirty="0">
                <a:latin typeface="Times New Roman"/>
                <a:cs typeface="Times New Roman"/>
              </a:rPr>
              <a:t>rson</a:t>
            </a:r>
            <a:r>
              <a:rPr sz="1700" spc="-2" dirty="0">
                <a:latin typeface="Times New Roman"/>
                <a:cs typeface="Times New Roman"/>
              </a:rPr>
              <a:t> </a:t>
            </a:r>
            <a:r>
              <a:rPr sz="1700" spc="-10" dirty="0">
                <a:latin typeface="Times New Roman"/>
                <a:cs typeface="Times New Roman"/>
              </a:rPr>
              <a:t>a</a:t>
            </a:r>
            <a:r>
              <a:rPr sz="1700" dirty="0">
                <a:latin typeface="Times New Roman"/>
                <a:cs typeface="Times New Roman"/>
              </a:rPr>
              <a:t>nd </a:t>
            </a:r>
            <a:r>
              <a:rPr sz="1700" spc="-2" dirty="0">
                <a:latin typeface="Times New Roman"/>
                <a:cs typeface="Times New Roman"/>
              </a:rPr>
              <a:t>H</a:t>
            </a:r>
            <a:r>
              <a:rPr sz="1700" spc="-5" dirty="0">
                <a:latin typeface="Times New Roman"/>
                <a:cs typeface="Times New Roman"/>
              </a:rPr>
              <a:t>e</a:t>
            </a:r>
            <a:r>
              <a:rPr sz="1700" dirty="0">
                <a:latin typeface="Times New Roman"/>
                <a:cs typeface="Times New Roman"/>
              </a:rPr>
              <a:t>n</a:t>
            </a:r>
            <a:r>
              <a:rPr sz="1700" spc="5" dirty="0">
                <a:latin typeface="Times New Roman"/>
                <a:cs typeface="Times New Roman"/>
              </a:rPr>
              <a:t>n</a:t>
            </a:r>
            <a:r>
              <a:rPr sz="1700" spc="-7" dirty="0">
                <a:latin typeface="Times New Roman"/>
                <a:cs typeface="Times New Roman"/>
              </a:rPr>
              <a:t>e</a:t>
            </a:r>
            <a:r>
              <a:rPr sz="1700" spc="-2" dirty="0">
                <a:latin typeface="Times New Roman"/>
                <a:cs typeface="Times New Roman"/>
              </a:rPr>
              <a:t>ssy</a:t>
            </a:r>
            <a:r>
              <a:rPr sz="1700" dirty="0">
                <a:latin typeface="Times New Roman"/>
                <a:cs typeface="Times New Roman"/>
              </a:rPr>
              <a:t>,</a:t>
            </a:r>
            <a:r>
              <a:rPr sz="1700" spc="2" dirty="0">
                <a:latin typeface="Times New Roman"/>
                <a:cs typeface="Times New Roman"/>
              </a:rPr>
              <a:t> </a:t>
            </a:r>
            <a:r>
              <a:rPr sz="1700" spc="-7" dirty="0">
                <a:latin typeface="Times New Roman"/>
                <a:cs typeface="Times New Roman"/>
              </a:rPr>
              <a:t>“</a:t>
            </a:r>
            <a:r>
              <a:rPr sz="1700" spc="-5" dirty="0">
                <a:latin typeface="Times New Roman"/>
                <a:cs typeface="Times New Roman"/>
              </a:rPr>
              <a:t>Comput</a:t>
            </a:r>
            <a:r>
              <a:rPr sz="1700" spc="-7" dirty="0">
                <a:latin typeface="Times New Roman"/>
                <a:cs typeface="Times New Roman"/>
              </a:rPr>
              <a:t>e</a:t>
            </a:r>
            <a:r>
              <a:rPr sz="1700" dirty="0">
                <a:latin typeface="Times New Roman"/>
                <a:cs typeface="Times New Roman"/>
              </a:rPr>
              <a:t>r </a:t>
            </a:r>
            <a:r>
              <a:rPr sz="1700" spc="-5" dirty="0">
                <a:latin typeface="Times New Roman"/>
                <a:cs typeface="Times New Roman"/>
              </a:rPr>
              <a:t>A</a:t>
            </a:r>
            <a:r>
              <a:rPr sz="1700" spc="-2" dirty="0">
                <a:latin typeface="Times New Roman"/>
                <a:cs typeface="Times New Roman"/>
              </a:rPr>
              <a:t>r</a:t>
            </a:r>
            <a:r>
              <a:rPr sz="1700" spc="-10" dirty="0">
                <a:latin typeface="Times New Roman"/>
                <a:cs typeface="Times New Roman"/>
              </a:rPr>
              <a:t>c</a:t>
            </a:r>
            <a:r>
              <a:rPr sz="1700" spc="-2" dirty="0">
                <a:latin typeface="Times New Roman"/>
                <a:cs typeface="Times New Roman"/>
              </a:rPr>
              <a:t>hite</a:t>
            </a:r>
            <a:r>
              <a:rPr sz="1700" spc="-7" dirty="0">
                <a:latin typeface="Times New Roman"/>
                <a:cs typeface="Times New Roman"/>
              </a:rPr>
              <a:t>c</a:t>
            </a:r>
            <a:r>
              <a:rPr sz="1700" spc="-2" dirty="0">
                <a:latin typeface="Times New Roman"/>
                <a:cs typeface="Times New Roman"/>
              </a:rPr>
              <a:t>tur</a:t>
            </a:r>
            <a:r>
              <a:rPr sz="1700" dirty="0">
                <a:latin typeface="Times New Roman"/>
                <a:cs typeface="Times New Roman"/>
              </a:rPr>
              <a:t>e</a:t>
            </a:r>
            <a:r>
              <a:rPr sz="1700" spc="-2" dirty="0">
                <a:latin typeface="Times New Roman"/>
                <a:cs typeface="Times New Roman"/>
              </a:rPr>
              <a:t>”</a:t>
            </a:r>
            <a:r>
              <a:rPr sz="1700" dirty="0">
                <a:latin typeface="Times New Roman"/>
                <a:cs typeface="Times New Roman"/>
              </a:rPr>
              <a:t>, </a:t>
            </a:r>
            <a:r>
              <a:rPr sz="1700" spc="-5" dirty="0">
                <a:latin typeface="Times New Roman"/>
                <a:cs typeface="Times New Roman"/>
              </a:rPr>
              <a:t>F</a:t>
            </a:r>
            <a:r>
              <a:rPr sz="1700" spc="-2" dirty="0">
                <a:latin typeface="Times New Roman"/>
                <a:cs typeface="Times New Roman"/>
              </a:rPr>
              <a:t>ifth Edition Morga</a:t>
            </a:r>
            <a:r>
              <a:rPr sz="1700" dirty="0">
                <a:latin typeface="Times New Roman"/>
                <a:cs typeface="Times New Roman"/>
              </a:rPr>
              <a:t>on</a:t>
            </a:r>
            <a:r>
              <a:rPr sz="1700" spc="5" dirty="0">
                <a:latin typeface="Times New Roman"/>
                <a:cs typeface="Times New Roman"/>
              </a:rPr>
              <a:t> </a:t>
            </a:r>
            <a:r>
              <a:rPr sz="1700" spc="-2" dirty="0">
                <a:latin typeface="Times New Roman"/>
                <a:cs typeface="Times New Roman"/>
              </a:rPr>
              <a:t>K</a:t>
            </a:r>
            <a:r>
              <a:rPr sz="1700" spc="-5" dirty="0">
                <a:latin typeface="Times New Roman"/>
                <a:cs typeface="Times New Roman"/>
              </a:rPr>
              <a:t>a</a:t>
            </a:r>
            <a:r>
              <a:rPr sz="1700" dirty="0">
                <a:latin typeface="Times New Roman"/>
                <a:cs typeface="Times New Roman"/>
              </a:rPr>
              <a:t>uf</a:t>
            </a:r>
            <a:r>
              <a:rPr sz="1700" spc="-5" dirty="0">
                <a:latin typeface="Times New Roman"/>
                <a:cs typeface="Times New Roman"/>
              </a:rPr>
              <a:t>fman.</a:t>
            </a:r>
            <a:endParaRPr sz="1700" dirty="0">
              <a:latin typeface="Times New Roman"/>
              <a:cs typeface="Times New Roman"/>
            </a:endParaRPr>
          </a:p>
        </p:txBody>
      </p:sp>
    </p:spTree>
    <p:extLst>
      <p:ext uri="{BB962C8B-B14F-4D97-AF65-F5344CB8AC3E}">
        <p14:creationId xmlns:p14="http://schemas.microsoft.com/office/powerpoint/2010/main" val="2878621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443790-8D1F-5D66-1D60-3DC790FE552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FFBEF4C-96B9-11E9-713A-751188B2DC54}"/>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9302C634-0C2F-74C1-D963-D9DFF9DCBAB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5DA480E9-281A-CDF1-5469-F6A68440FB3D}"/>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0BC9F437-D24F-2472-79E2-687E5532812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a:extLst>
              <a:ext uri="{FF2B5EF4-FFF2-40B4-BE49-F238E27FC236}">
                <a16:creationId xmlns:a16="http://schemas.microsoft.com/office/drawing/2014/main" id="{CA692773-6856-0640-68E4-02D372CA9DD7}"/>
              </a:ext>
            </a:extLst>
          </p:cNvPr>
          <p:cNvSpPr txBox="1"/>
          <p:nvPr/>
        </p:nvSpPr>
        <p:spPr>
          <a:xfrm>
            <a:off x="914400" y="1047750"/>
            <a:ext cx="7086600" cy="2885405"/>
          </a:xfrm>
          <a:prstGeom prst="rect">
            <a:avLst/>
          </a:prstGeom>
        </p:spPr>
        <p:txBody>
          <a:bodyPr vert="horz" wrap="square" lIns="0" tIns="0" rIns="0" bIns="0" rtlCol="0">
            <a:spAutoFit/>
          </a:bodyPr>
          <a:lstStyle/>
          <a:p>
            <a:pPr marL="6109">
              <a:spcBef>
                <a:spcPts val="404"/>
              </a:spcBef>
            </a:pPr>
            <a:r>
              <a:rPr sz="1700" b="1" spc="-2" dirty="0">
                <a:latin typeface="Times New Roman"/>
                <a:cs typeface="Times New Roman"/>
              </a:rPr>
              <a:t>R</a:t>
            </a:r>
            <a:r>
              <a:rPr sz="1700" b="1" spc="-5" dirty="0">
                <a:latin typeface="Times New Roman"/>
                <a:cs typeface="Times New Roman"/>
              </a:rPr>
              <a:t>e</a:t>
            </a:r>
            <a:r>
              <a:rPr sz="1700" b="1" spc="-2" dirty="0">
                <a:latin typeface="Times New Roman"/>
                <a:cs typeface="Times New Roman"/>
              </a:rPr>
              <a:t>fe</a:t>
            </a:r>
            <a:r>
              <a:rPr sz="1700" b="1" spc="-7" dirty="0">
                <a:latin typeface="Times New Roman"/>
                <a:cs typeface="Times New Roman"/>
              </a:rPr>
              <a:t>re</a:t>
            </a:r>
            <a:r>
              <a:rPr sz="1700" b="1" dirty="0">
                <a:latin typeface="Times New Roman"/>
                <a:cs typeface="Times New Roman"/>
              </a:rPr>
              <a:t>n</a:t>
            </a:r>
            <a:r>
              <a:rPr sz="1700" b="1" spc="-7" dirty="0">
                <a:latin typeface="Times New Roman"/>
                <a:cs typeface="Times New Roman"/>
              </a:rPr>
              <a:t>c</a:t>
            </a:r>
            <a:r>
              <a:rPr sz="1700" b="1" spc="-5" dirty="0">
                <a:latin typeface="Times New Roman"/>
                <a:cs typeface="Times New Roman"/>
              </a:rPr>
              <a:t>e</a:t>
            </a:r>
            <a:r>
              <a:rPr sz="1700" b="1" spc="-2" dirty="0">
                <a:latin typeface="Times New Roman"/>
                <a:cs typeface="Times New Roman"/>
              </a:rPr>
              <a:t> </a:t>
            </a:r>
            <a:r>
              <a:rPr sz="1700" b="1" spc="5" dirty="0">
                <a:latin typeface="Times New Roman"/>
                <a:cs typeface="Times New Roman"/>
              </a:rPr>
              <a:t>W</a:t>
            </a:r>
            <a:r>
              <a:rPr sz="1700" b="1" spc="-7" dirty="0">
                <a:latin typeface="Times New Roman"/>
                <a:cs typeface="Times New Roman"/>
              </a:rPr>
              <a:t>e</a:t>
            </a:r>
            <a:r>
              <a:rPr sz="1700" b="1" dirty="0">
                <a:latin typeface="Times New Roman"/>
                <a:cs typeface="Times New Roman"/>
              </a:rPr>
              <a:t>b</a:t>
            </a:r>
            <a:r>
              <a:rPr sz="1700" b="1" spc="-5" dirty="0">
                <a:latin typeface="Times New Roman"/>
                <a:cs typeface="Times New Roman"/>
              </a:rPr>
              <a:t>site</a:t>
            </a:r>
            <a:r>
              <a:rPr sz="1700" b="1" dirty="0">
                <a:latin typeface="Times New Roman"/>
                <a:cs typeface="Times New Roman"/>
              </a:rPr>
              <a:t>:</a:t>
            </a:r>
            <a:endParaRPr sz="1700" dirty="0">
              <a:latin typeface="Times New Roman"/>
              <a:cs typeface="Times New Roman"/>
            </a:endParaRPr>
          </a:p>
          <a:p>
            <a:pPr marL="225716" indent="-109651">
              <a:spcBef>
                <a:spcPts val="409"/>
              </a:spcBef>
              <a:buFont typeface="Times New Roman"/>
              <a:buChar char="●"/>
              <a:tabLst>
                <a:tab pos="226022" algn="l"/>
              </a:tabLst>
            </a:pPr>
            <a:r>
              <a:rPr sz="1700" u="sng" spc="-2" dirty="0">
                <a:latin typeface="Times New Roman"/>
                <a:cs typeface="Times New Roman"/>
              </a:rPr>
              <a:t>Me</a:t>
            </a:r>
            <a:r>
              <a:rPr sz="1700" u="sng" spc="-5" dirty="0">
                <a:latin typeface="Times New Roman"/>
                <a:cs typeface="Times New Roman"/>
              </a:rPr>
              <a:t>mory</a:t>
            </a:r>
            <a:r>
              <a:rPr sz="1700" u="sng" spc="-2" dirty="0">
                <a:latin typeface="Times New Roman"/>
                <a:cs typeface="Times New Roman"/>
              </a:rPr>
              <a:t> Hier</a:t>
            </a:r>
            <a:r>
              <a:rPr sz="1700" u="sng" spc="-7" dirty="0">
                <a:latin typeface="Times New Roman"/>
                <a:cs typeface="Times New Roman"/>
              </a:rPr>
              <a:t>a</a:t>
            </a:r>
            <a:r>
              <a:rPr sz="1700" u="sng" spc="-2" dirty="0">
                <a:latin typeface="Times New Roman"/>
                <a:cs typeface="Times New Roman"/>
              </a:rPr>
              <a:t>r</a:t>
            </a:r>
            <a:r>
              <a:rPr sz="1700" u="sng" spc="-10" dirty="0">
                <a:latin typeface="Times New Roman"/>
                <a:cs typeface="Times New Roman"/>
              </a:rPr>
              <a:t>c</a:t>
            </a:r>
            <a:r>
              <a:rPr sz="1700" u="sng" dirty="0">
                <a:latin typeface="Times New Roman"/>
                <a:cs typeface="Times New Roman"/>
              </a:rPr>
              <a:t>hy </a:t>
            </a:r>
            <a:r>
              <a:rPr sz="1700" u="sng" spc="2" dirty="0">
                <a:latin typeface="Times New Roman"/>
                <a:cs typeface="Times New Roman"/>
              </a:rPr>
              <a:t>D</a:t>
            </a:r>
            <a:r>
              <a:rPr sz="1700" u="sng" spc="-7" dirty="0">
                <a:latin typeface="Times New Roman"/>
                <a:cs typeface="Times New Roman"/>
              </a:rPr>
              <a:t>e</a:t>
            </a:r>
            <a:r>
              <a:rPr sz="1700" u="sng" spc="-5" dirty="0">
                <a:latin typeface="Times New Roman"/>
                <a:cs typeface="Times New Roman"/>
              </a:rPr>
              <a:t>s</a:t>
            </a:r>
            <a:r>
              <a:rPr sz="1700" u="sng" dirty="0">
                <a:latin typeface="Times New Roman"/>
                <a:cs typeface="Times New Roman"/>
              </a:rPr>
              <a:t>ign </a:t>
            </a:r>
            <a:r>
              <a:rPr sz="1700" u="sng" spc="-7" dirty="0">
                <a:latin typeface="Times New Roman"/>
                <a:cs typeface="Times New Roman"/>
              </a:rPr>
              <a:t>a</a:t>
            </a:r>
            <a:r>
              <a:rPr sz="1700" u="sng" dirty="0">
                <a:latin typeface="Times New Roman"/>
                <a:cs typeface="Times New Roman"/>
              </a:rPr>
              <a:t>nd </a:t>
            </a:r>
            <a:r>
              <a:rPr sz="1700" u="sng" spc="-2" dirty="0">
                <a:latin typeface="Times New Roman"/>
                <a:cs typeface="Times New Roman"/>
              </a:rPr>
              <a:t>it</a:t>
            </a:r>
            <a:r>
              <a:rPr sz="1700" u="sng" dirty="0">
                <a:latin typeface="Times New Roman"/>
                <a:cs typeface="Times New Roman"/>
              </a:rPr>
              <a:t>s</a:t>
            </a:r>
            <a:r>
              <a:rPr sz="1700" u="sng" spc="-2" dirty="0">
                <a:latin typeface="Times New Roman"/>
                <a:cs typeface="Times New Roman"/>
              </a:rPr>
              <a:t> </a:t>
            </a:r>
            <a:r>
              <a:rPr sz="1700" u="sng" spc="-5" dirty="0">
                <a:latin typeface="Times New Roman"/>
                <a:cs typeface="Times New Roman"/>
              </a:rPr>
              <a:t>Ch</a:t>
            </a:r>
            <a:r>
              <a:rPr sz="1700" u="sng" spc="-7" dirty="0">
                <a:latin typeface="Times New Roman"/>
                <a:cs typeface="Times New Roman"/>
              </a:rPr>
              <a:t>a</a:t>
            </a:r>
            <a:r>
              <a:rPr sz="1700" u="sng" spc="-2" dirty="0">
                <a:latin typeface="Times New Roman"/>
                <a:cs typeface="Times New Roman"/>
              </a:rPr>
              <a:t>r</a:t>
            </a:r>
            <a:r>
              <a:rPr sz="1700" u="sng" spc="-10" dirty="0">
                <a:latin typeface="Times New Roman"/>
                <a:cs typeface="Times New Roman"/>
              </a:rPr>
              <a:t>a</a:t>
            </a:r>
            <a:r>
              <a:rPr sz="1700" u="sng" spc="-7" dirty="0">
                <a:latin typeface="Times New Roman"/>
                <a:cs typeface="Times New Roman"/>
              </a:rPr>
              <a:t>c</a:t>
            </a:r>
            <a:r>
              <a:rPr sz="1700" u="sng" spc="-2" dirty="0">
                <a:latin typeface="Times New Roman"/>
                <a:cs typeface="Times New Roman"/>
              </a:rPr>
              <a:t>teristi</a:t>
            </a:r>
            <a:r>
              <a:rPr sz="1700" u="sng" spc="-7" dirty="0">
                <a:latin typeface="Times New Roman"/>
                <a:cs typeface="Times New Roman"/>
              </a:rPr>
              <a:t>c</a:t>
            </a:r>
            <a:r>
              <a:rPr sz="1700" u="sng" dirty="0">
                <a:latin typeface="Times New Roman"/>
                <a:cs typeface="Times New Roman"/>
              </a:rPr>
              <a:t>s</a:t>
            </a:r>
            <a:r>
              <a:rPr sz="1700" u="sng" spc="5" dirty="0">
                <a:latin typeface="Times New Roman"/>
                <a:cs typeface="Times New Roman"/>
              </a:rPr>
              <a:t> </a:t>
            </a:r>
            <a:r>
              <a:rPr sz="1700" u="sng" dirty="0">
                <a:latin typeface="Times New Roman"/>
                <a:cs typeface="Times New Roman"/>
              </a:rPr>
              <a:t>-</a:t>
            </a:r>
            <a:r>
              <a:rPr sz="1700" u="sng" spc="-2" dirty="0">
                <a:latin typeface="Times New Roman"/>
                <a:cs typeface="Times New Roman"/>
              </a:rPr>
              <a:t> G</a:t>
            </a:r>
            <a:r>
              <a:rPr sz="1700" u="sng" spc="-5" dirty="0">
                <a:latin typeface="Times New Roman"/>
                <a:cs typeface="Times New Roman"/>
              </a:rPr>
              <a:t>e</a:t>
            </a:r>
            <a:r>
              <a:rPr sz="1700" u="sng" spc="-7" dirty="0">
                <a:latin typeface="Times New Roman"/>
                <a:cs typeface="Times New Roman"/>
              </a:rPr>
              <a:t>e</a:t>
            </a:r>
            <a:r>
              <a:rPr sz="1700" u="sng" dirty="0">
                <a:latin typeface="Times New Roman"/>
                <a:cs typeface="Times New Roman"/>
              </a:rPr>
              <a:t>k</a:t>
            </a:r>
            <a:r>
              <a:rPr sz="1700" u="sng" spc="5" dirty="0">
                <a:latin typeface="Times New Roman"/>
                <a:cs typeface="Times New Roman"/>
              </a:rPr>
              <a:t>s</a:t>
            </a:r>
            <a:r>
              <a:rPr sz="1700" u="sng" dirty="0">
                <a:latin typeface="Times New Roman"/>
                <a:cs typeface="Times New Roman"/>
              </a:rPr>
              <a:t>fo</a:t>
            </a:r>
            <a:r>
              <a:rPr sz="1700" u="sng" spc="-5" dirty="0">
                <a:latin typeface="Times New Roman"/>
                <a:cs typeface="Times New Roman"/>
              </a:rPr>
              <a:t>r</a:t>
            </a:r>
            <a:r>
              <a:rPr sz="1700" u="sng" spc="-2" dirty="0">
                <a:latin typeface="Times New Roman"/>
                <a:cs typeface="Times New Roman"/>
              </a:rPr>
              <a:t>G</a:t>
            </a:r>
            <a:r>
              <a:rPr sz="1700" u="sng" dirty="0">
                <a:latin typeface="Times New Roman"/>
                <a:cs typeface="Times New Roman"/>
              </a:rPr>
              <a:t>e</a:t>
            </a:r>
            <a:r>
              <a:rPr sz="1700" u="sng" spc="-7" dirty="0">
                <a:latin typeface="Times New Roman"/>
                <a:cs typeface="Times New Roman"/>
              </a:rPr>
              <a:t>e</a:t>
            </a:r>
            <a:r>
              <a:rPr sz="1700" u="sng" dirty="0">
                <a:latin typeface="Times New Roman"/>
                <a:cs typeface="Times New Roman"/>
              </a:rPr>
              <a:t>ks</a:t>
            </a:r>
            <a:endParaRPr sz="1700" dirty="0">
              <a:latin typeface="Times New Roman"/>
              <a:cs typeface="Times New Roman"/>
            </a:endParaRPr>
          </a:p>
          <a:p>
            <a:pPr marL="225716" indent="-109651">
              <a:spcBef>
                <a:spcPts val="22"/>
              </a:spcBef>
              <a:buFont typeface="Times New Roman"/>
              <a:buChar char="●"/>
              <a:tabLst>
                <a:tab pos="226022" algn="l"/>
              </a:tabLst>
            </a:pPr>
            <a:r>
              <a:rPr sz="1700" u="sng" spc="-10" dirty="0">
                <a:latin typeface="Times New Roman"/>
                <a:cs typeface="Times New Roman"/>
              </a:rPr>
              <a:t>W</a:t>
            </a:r>
            <a:r>
              <a:rPr sz="1700" u="sng" spc="-5" dirty="0">
                <a:latin typeface="Times New Roman"/>
                <a:cs typeface="Times New Roman"/>
              </a:rPr>
              <a:t>h</a:t>
            </a:r>
            <a:r>
              <a:rPr sz="1700" u="sng" spc="-7" dirty="0">
                <a:latin typeface="Times New Roman"/>
                <a:cs typeface="Times New Roman"/>
              </a:rPr>
              <a:t>a</a:t>
            </a:r>
            <a:r>
              <a:rPr sz="1700" u="sng" spc="-2" dirty="0">
                <a:latin typeface="Times New Roman"/>
                <a:cs typeface="Times New Roman"/>
              </a:rPr>
              <a:t>t</a:t>
            </a:r>
            <a:r>
              <a:rPr sz="1700" u="sng" dirty="0">
                <a:latin typeface="Times New Roman"/>
                <a:cs typeface="Times New Roman"/>
              </a:rPr>
              <a:t> </a:t>
            </a:r>
            <a:r>
              <a:rPr sz="1700" u="sng" spc="-2" dirty="0">
                <a:latin typeface="Times New Roman"/>
                <a:cs typeface="Times New Roman"/>
              </a:rPr>
              <a:t>i</a:t>
            </a:r>
            <a:r>
              <a:rPr sz="1700" u="sng" dirty="0">
                <a:latin typeface="Times New Roman"/>
                <a:cs typeface="Times New Roman"/>
              </a:rPr>
              <a:t>s</a:t>
            </a:r>
            <a:r>
              <a:rPr sz="1700" u="sng" spc="-2" dirty="0">
                <a:latin typeface="Times New Roman"/>
                <a:cs typeface="Times New Roman"/>
              </a:rPr>
              <a:t> </a:t>
            </a:r>
            <a:r>
              <a:rPr sz="1700" u="sng" spc="-5" dirty="0">
                <a:latin typeface="Times New Roman"/>
                <a:cs typeface="Times New Roman"/>
              </a:rPr>
              <a:t>memory</a:t>
            </a:r>
            <a:r>
              <a:rPr sz="1700" u="sng" spc="-2" dirty="0">
                <a:latin typeface="Times New Roman"/>
                <a:cs typeface="Times New Roman"/>
              </a:rPr>
              <a:t> hi</a:t>
            </a:r>
            <a:r>
              <a:rPr sz="1700" u="sng" spc="-7" dirty="0">
                <a:latin typeface="Times New Roman"/>
                <a:cs typeface="Times New Roman"/>
              </a:rPr>
              <a:t>e</a:t>
            </a:r>
            <a:r>
              <a:rPr sz="1700" u="sng" spc="-2" dirty="0">
                <a:latin typeface="Times New Roman"/>
                <a:cs typeface="Times New Roman"/>
              </a:rPr>
              <a:t>rar</a:t>
            </a:r>
            <a:r>
              <a:rPr sz="1700" u="sng" spc="-10" dirty="0">
                <a:latin typeface="Times New Roman"/>
                <a:cs typeface="Times New Roman"/>
              </a:rPr>
              <a:t>c</a:t>
            </a:r>
            <a:r>
              <a:rPr sz="1700" u="sng" spc="5" dirty="0">
                <a:latin typeface="Times New Roman"/>
                <a:cs typeface="Times New Roman"/>
              </a:rPr>
              <a:t>h</a:t>
            </a:r>
            <a:r>
              <a:rPr sz="1700" u="sng" spc="-5" dirty="0">
                <a:latin typeface="Times New Roman"/>
                <a:cs typeface="Times New Roman"/>
              </a:rPr>
              <a:t>y?</a:t>
            </a:r>
            <a:r>
              <a:rPr sz="1700" u="sng" spc="-2" dirty="0">
                <a:latin typeface="Times New Roman"/>
                <a:cs typeface="Times New Roman"/>
              </a:rPr>
              <a:t> (tutori</a:t>
            </a:r>
            <a:r>
              <a:rPr sz="1700" u="sng" spc="-7" dirty="0">
                <a:latin typeface="Times New Roman"/>
                <a:cs typeface="Times New Roman"/>
              </a:rPr>
              <a:t>a</a:t>
            </a:r>
            <a:r>
              <a:rPr sz="1700" u="sng" spc="-2" dirty="0">
                <a:latin typeface="Times New Roman"/>
                <a:cs typeface="Times New Roman"/>
              </a:rPr>
              <a:t>lspoi</a:t>
            </a:r>
            <a:r>
              <a:rPr sz="1700" u="sng" spc="-5" dirty="0">
                <a:latin typeface="Times New Roman"/>
                <a:cs typeface="Times New Roman"/>
              </a:rPr>
              <a:t>nt.com)</a:t>
            </a:r>
            <a:endParaRPr sz="1700" dirty="0">
              <a:latin typeface="Times New Roman"/>
              <a:cs typeface="Times New Roman"/>
            </a:endParaRPr>
          </a:p>
          <a:p>
            <a:pPr marL="6109">
              <a:spcBef>
                <a:spcPts val="409"/>
              </a:spcBef>
            </a:pPr>
            <a:endParaRPr lang="en-US" sz="1700" b="1" spc="-2" dirty="0">
              <a:latin typeface="Times New Roman"/>
              <a:cs typeface="Times New Roman"/>
            </a:endParaRPr>
          </a:p>
          <a:p>
            <a:pPr marL="6109">
              <a:spcBef>
                <a:spcPts val="409"/>
              </a:spcBef>
            </a:pPr>
            <a:r>
              <a:rPr sz="1700" b="1" spc="-2" dirty="0">
                <a:latin typeface="Times New Roman"/>
                <a:cs typeface="Times New Roman"/>
              </a:rPr>
              <a:t>Vi</a:t>
            </a:r>
            <a:r>
              <a:rPr sz="1700" b="1" dirty="0">
                <a:latin typeface="Times New Roman"/>
                <a:cs typeface="Times New Roman"/>
              </a:rPr>
              <a:t>d</a:t>
            </a:r>
            <a:r>
              <a:rPr sz="1700" b="1" spc="-7" dirty="0">
                <a:latin typeface="Times New Roman"/>
                <a:cs typeface="Times New Roman"/>
              </a:rPr>
              <a:t>e</a:t>
            </a:r>
            <a:r>
              <a:rPr sz="1700" b="1" dirty="0">
                <a:latin typeface="Times New Roman"/>
                <a:cs typeface="Times New Roman"/>
              </a:rPr>
              <a:t>o </a:t>
            </a:r>
            <a:r>
              <a:rPr sz="1700" b="1" spc="-5" dirty="0">
                <a:latin typeface="Times New Roman"/>
                <a:cs typeface="Times New Roman"/>
              </a:rPr>
              <a:t>Li</a:t>
            </a:r>
            <a:r>
              <a:rPr sz="1700" b="1" spc="-2" dirty="0">
                <a:latin typeface="Times New Roman"/>
                <a:cs typeface="Times New Roman"/>
              </a:rPr>
              <a:t>n</a:t>
            </a:r>
            <a:r>
              <a:rPr sz="1700" b="1" dirty="0">
                <a:latin typeface="Times New Roman"/>
                <a:cs typeface="Times New Roman"/>
              </a:rPr>
              <a:t>k</a:t>
            </a:r>
            <a:r>
              <a:rPr sz="1700" b="1" spc="-2" dirty="0">
                <a:latin typeface="Times New Roman"/>
                <a:cs typeface="Times New Roman"/>
              </a:rPr>
              <a:t>s:</a:t>
            </a:r>
            <a:endParaRPr sz="1700" dirty="0">
              <a:latin typeface="Times New Roman"/>
              <a:cs typeface="Times New Roman"/>
            </a:endParaRPr>
          </a:p>
          <a:p>
            <a:pPr marL="225716" indent="-109651">
              <a:spcBef>
                <a:spcPts val="454"/>
              </a:spcBef>
              <a:buFont typeface="Symbol"/>
              <a:buChar char=""/>
              <a:tabLst>
                <a:tab pos="226022" algn="l"/>
              </a:tabLst>
            </a:pPr>
            <a:r>
              <a:rPr sz="1700" u="sng" spc="-2" dirty="0">
                <a:solidFill>
                  <a:srgbClr val="0000FF"/>
                </a:solidFill>
                <a:latin typeface="Times New Roman"/>
                <a:cs typeface="Times New Roman"/>
              </a:rPr>
              <a:t>https:</a:t>
            </a:r>
            <a:r>
              <a:rPr sz="1700" u="sng" dirty="0">
                <a:solidFill>
                  <a:srgbClr val="0000FF"/>
                </a:solidFill>
                <a:latin typeface="Times New Roman"/>
                <a:cs typeface="Times New Roman"/>
              </a:rPr>
              <a:t>/</a:t>
            </a:r>
            <a:r>
              <a:rPr sz="1700" u="sng" spc="-2" dirty="0">
                <a:solidFill>
                  <a:srgbClr val="0000FF"/>
                </a:solidFill>
                <a:latin typeface="Times New Roman"/>
                <a:cs typeface="Times New Roman"/>
              </a:rPr>
              <a:t>/youtu.b</a:t>
            </a:r>
            <a:r>
              <a:rPr sz="1700" u="sng" spc="-7" dirty="0">
                <a:solidFill>
                  <a:srgbClr val="0000FF"/>
                </a:solidFill>
                <a:latin typeface="Times New Roman"/>
                <a:cs typeface="Times New Roman"/>
              </a:rPr>
              <a:t>e</a:t>
            </a:r>
            <a:r>
              <a:rPr sz="1700" u="sng" spc="-2" dirty="0">
                <a:solidFill>
                  <a:srgbClr val="0000FF"/>
                </a:solidFill>
                <a:latin typeface="Times New Roman"/>
                <a:cs typeface="Times New Roman"/>
              </a:rPr>
              <a:t>/oj</a:t>
            </a:r>
            <a:r>
              <a:rPr sz="1700" u="sng" spc="-5" dirty="0">
                <a:solidFill>
                  <a:srgbClr val="0000FF"/>
                </a:solidFill>
                <a:latin typeface="Times New Roman"/>
                <a:cs typeface="Times New Roman"/>
              </a:rPr>
              <a:t>4_</a:t>
            </a:r>
            <a:r>
              <a:rPr sz="1700" u="sng" spc="-7" dirty="0">
                <a:solidFill>
                  <a:srgbClr val="0000FF"/>
                </a:solidFill>
                <a:latin typeface="Times New Roman"/>
                <a:cs typeface="Times New Roman"/>
              </a:rPr>
              <a:t>c</a:t>
            </a:r>
            <a:r>
              <a:rPr sz="1700" u="sng" dirty="0">
                <a:solidFill>
                  <a:srgbClr val="0000FF"/>
                </a:solidFill>
                <a:latin typeface="Times New Roman"/>
                <a:cs typeface="Times New Roman"/>
              </a:rPr>
              <a:t>9</a:t>
            </a:r>
            <a:r>
              <a:rPr sz="1700" u="sng" spc="-10" dirty="0">
                <a:solidFill>
                  <a:srgbClr val="0000FF"/>
                </a:solidFill>
                <a:latin typeface="Times New Roman"/>
                <a:cs typeface="Times New Roman"/>
              </a:rPr>
              <a:t>I</a:t>
            </a:r>
            <a:r>
              <a:rPr sz="1700" u="sng" spc="-2" dirty="0">
                <a:solidFill>
                  <a:srgbClr val="0000FF"/>
                </a:solidFill>
                <a:latin typeface="Times New Roman"/>
                <a:cs typeface="Times New Roman"/>
              </a:rPr>
              <a:t>MOCg?si=1</a:t>
            </a:r>
            <a:r>
              <a:rPr sz="1700" u="sng" spc="-5" dirty="0">
                <a:solidFill>
                  <a:srgbClr val="0000FF"/>
                </a:solidFill>
                <a:latin typeface="Times New Roman"/>
                <a:cs typeface="Times New Roman"/>
              </a:rPr>
              <a:t>F</a:t>
            </a:r>
            <a:r>
              <a:rPr sz="1700" u="sng" spc="-2" dirty="0">
                <a:solidFill>
                  <a:srgbClr val="0000FF"/>
                </a:solidFill>
                <a:latin typeface="Times New Roman"/>
                <a:cs typeface="Times New Roman"/>
              </a:rPr>
              <a:t>MiriyxX7</a:t>
            </a:r>
            <a:r>
              <a:rPr sz="1700" u="sng" spc="5" dirty="0">
                <a:solidFill>
                  <a:srgbClr val="0000FF"/>
                </a:solidFill>
                <a:latin typeface="Times New Roman"/>
                <a:cs typeface="Times New Roman"/>
              </a:rPr>
              <a:t>J</a:t>
            </a:r>
            <a:r>
              <a:rPr sz="1700" u="sng" spc="-2" dirty="0">
                <a:solidFill>
                  <a:srgbClr val="0000FF"/>
                </a:solidFill>
                <a:latin typeface="Times New Roman"/>
                <a:cs typeface="Times New Roman"/>
              </a:rPr>
              <a:t>wkE4</a:t>
            </a:r>
            <a:r>
              <a:rPr sz="1700" u="sng" dirty="0">
                <a:solidFill>
                  <a:srgbClr val="0000FF"/>
                </a:solidFill>
                <a:latin typeface="Times New Roman"/>
                <a:cs typeface="Times New Roman"/>
              </a:rPr>
              <a:t>h</a:t>
            </a:r>
            <a:endParaRPr sz="1700" dirty="0">
              <a:latin typeface="Times New Roman"/>
              <a:cs typeface="Times New Roman"/>
            </a:endParaRPr>
          </a:p>
          <a:p>
            <a:pPr marL="225716" indent="-109651">
              <a:spcBef>
                <a:spcPts val="63"/>
              </a:spcBef>
              <a:buFont typeface="Symbol"/>
              <a:buChar char=""/>
              <a:tabLst>
                <a:tab pos="226022" algn="l"/>
              </a:tabLst>
            </a:pPr>
            <a:r>
              <a:rPr sz="1700" u="sng" spc="-2" dirty="0">
                <a:solidFill>
                  <a:srgbClr val="0000FF"/>
                </a:solidFill>
                <a:latin typeface="Times New Roman"/>
                <a:cs typeface="Times New Roman"/>
              </a:rPr>
              <a:t>https:</a:t>
            </a:r>
            <a:r>
              <a:rPr sz="1700" u="sng" dirty="0">
                <a:solidFill>
                  <a:srgbClr val="0000FF"/>
                </a:solidFill>
                <a:latin typeface="Times New Roman"/>
                <a:cs typeface="Times New Roman"/>
              </a:rPr>
              <a:t>/</a:t>
            </a:r>
            <a:r>
              <a:rPr sz="1700" u="sng" spc="-2" dirty="0">
                <a:solidFill>
                  <a:srgbClr val="0000FF"/>
                </a:solidFill>
                <a:latin typeface="Times New Roman"/>
                <a:cs typeface="Times New Roman"/>
              </a:rPr>
              <a:t>/youtu.b</a:t>
            </a:r>
            <a:r>
              <a:rPr sz="1700" u="sng" spc="-7" dirty="0">
                <a:solidFill>
                  <a:srgbClr val="0000FF"/>
                </a:solidFill>
                <a:latin typeface="Times New Roman"/>
                <a:cs typeface="Times New Roman"/>
              </a:rPr>
              <a:t>e</a:t>
            </a:r>
            <a:r>
              <a:rPr sz="1700" u="sng" spc="-2" dirty="0">
                <a:solidFill>
                  <a:srgbClr val="0000FF"/>
                </a:solidFill>
                <a:latin typeface="Times New Roman"/>
                <a:cs typeface="Times New Roman"/>
              </a:rPr>
              <a:t>/z</a:t>
            </a:r>
            <a:r>
              <a:rPr sz="1700" u="sng" spc="-7" dirty="0">
                <a:solidFill>
                  <a:srgbClr val="0000FF"/>
                </a:solidFill>
                <a:latin typeface="Times New Roman"/>
                <a:cs typeface="Times New Roman"/>
              </a:rPr>
              <a:t>w</a:t>
            </a:r>
            <a:r>
              <a:rPr sz="1700" u="sng" spc="-5" dirty="0">
                <a:solidFill>
                  <a:srgbClr val="0000FF"/>
                </a:solidFill>
                <a:latin typeface="Times New Roman"/>
                <a:cs typeface="Times New Roman"/>
              </a:rPr>
              <a:t>ovv</a:t>
            </a:r>
            <a:r>
              <a:rPr sz="1700" u="sng" spc="-10" dirty="0">
                <a:solidFill>
                  <a:srgbClr val="0000FF"/>
                </a:solidFill>
                <a:latin typeface="Times New Roman"/>
                <a:cs typeface="Times New Roman"/>
              </a:rPr>
              <a:t>W</a:t>
            </a:r>
            <a:r>
              <a:rPr sz="1700" u="sng" spc="-5" dirty="0">
                <a:solidFill>
                  <a:srgbClr val="0000FF"/>
                </a:solidFill>
                <a:latin typeface="Times New Roman"/>
                <a:cs typeface="Times New Roman"/>
              </a:rPr>
              <a:t>fkuSg?si</a:t>
            </a:r>
            <a:r>
              <a:rPr sz="1700" u="sng" spc="-7" dirty="0">
                <a:solidFill>
                  <a:srgbClr val="0000FF"/>
                </a:solidFill>
                <a:latin typeface="Times New Roman"/>
                <a:cs typeface="Times New Roman"/>
              </a:rPr>
              <a:t>=</a:t>
            </a:r>
            <a:r>
              <a:rPr sz="1700" u="sng" dirty="0">
                <a:solidFill>
                  <a:srgbClr val="0000FF"/>
                </a:solidFill>
                <a:latin typeface="Times New Roman"/>
                <a:cs typeface="Times New Roman"/>
              </a:rPr>
              <a:t>f</a:t>
            </a:r>
            <a:r>
              <a:rPr sz="1700" u="sng" spc="-5" dirty="0">
                <a:solidFill>
                  <a:srgbClr val="0000FF"/>
                </a:solidFill>
                <a:latin typeface="Times New Roman"/>
                <a:cs typeface="Times New Roman"/>
              </a:rPr>
              <a:t>Kl4vq0THS</a:t>
            </a:r>
            <a:r>
              <a:rPr sz="1700" u="sng" dirty="0">
                <a:solidFill>
                  <a:srgbClr val="0000FF"/>
                </a:solidFill>
                <a:latin typeface="Times New Roman"/>
                <a:cs typeface="Times New Roman"/>
              </a:rPr>
              <a:t>piMa0M</a:t>
            </a:r>
            <a:endParaRPr sz="1700" dirty="0">
              <a:latin typeface="Times New Roman"/>
              <a:cs typeface="Times New Roman"/>
            </a:endParaRPr>
          </a:p>
          <a:p>
            <a:pPr marL="225716" indent="-109651">
              <a:spcBef>
                <a:spcPts val="63"/>
              </a:spcBef>
              <a:buFont typeface="Symbol"/>
              <a:buChar char=""/>
              <a:tabLst>
                <a:tab pos="226022" algn="l"/>
              </a:tabLst>
            </a:pPr>
            <a:r>
              <a:rPr sz="1700" u="sng" spc="-2" dirty="0">
                <a:solidFill>
                  <a:srgbClr val="0000FF"/>
                </a:solidFill>
                <a:latin typeface="Times New Roman"/>
                <a:cs typeface="Times New Roman"/>
              </a:rPr>
              <a:t>https:</a:t>
            </a:r>
            <a:r>
              <a:rPr sz="1700" u="sng" dirty="0">
                <a:solidFill>
                  <a:srgbClr val="0000FF"/>
                </a:solidFill>
                <a:latin typeface="Times New Roman"/>
                <a:cs typeface="Times New Roman"/>
              </a:rPr>
              <a:t>/</a:t>
            </a:r>
            <a:r>
              <a:rPr sz="1700" u="sng" spc="-2" dirty="0">
                <a:solidFill>
                  <a:srgbClr val="0000FF"/>
                </a:solidFill>
                <a:latin typeface="Times New Roman"/>
                <a:cs typeface="Times New Roman"/>
              </a:rPr>
              <a:t>/youtu.b</a:t>
            </a:r>
            <a:r>
              <a:rPr sz="1700" u="sng" spc="-7" dirty="0">
                <a:solidFill>
                  <a:srgbClr val="0000FF"/>
                </a:solidFill>
                <a:latin typeface="Times New Roman"/>
                <a:cs typeface="Times New Roman"/>
              </a:rPr>
              <a:t>e</a:t>
            </a:r>
            <a:r>
              <a:rPr sz="1700" u="sng" dirty="0">
                <a:solidFill>
                  <a:srgbClr val="0000FF"/>
                </a:solidFill>
                <a:latin typeface="Times New Roman"/>
                <a:cs typeface="Times New Roman"/>
              </a:rPr>
              <a:t>/NV</a:t>
            </a:r>
            <a:r>
              <a:rPr sz="1700" u="sng" spc="-5" dirty="0">
                <a:solidFill>
                  <a:srgbClr val="0000FF"/>
                </a:solidFill>
                <a:latin typeface="Times New Roman"/>
                <a:cs typeface="Times New Roman"/>
              </a:rPr>
              <a:t>U</a:t>
            </a:r>
            <a:r>
              <a:rPr sz="1700" u="sng" spc="-10" dirty="0">
                <a:solidFill>
                  <a:srgbClr val="0000FF"/>
                </a:solidFill>
                <a:latin typeface="Times New Roman"/>
                <a:cs typeface="Times New Roman"/>
              </a:rPr>
              <a:t>W</a:t>
            </a:r>
            <a:r>
              <a:rPr sz="1700" u="sng" spc="-5" dirty="0">
                <a:solidFill>
                  <a:srgbClr val="0000FF"/>
                </a:solidFill>
                <a:latin typeface="Times New Roman"/>
                <a:cs typeface="Times New Roman"/>
              </a:rPr>
              <a:t>lO5</a:t>
            </a:r>
            <a:r>
              <a:rPr sz="1700" u="sng" spc="-10" dirty="0">
                <a:solidFill>
                  <a:srgbClr val="0000FF"/>
                </a:solidFill>
                <a:latin typeface="Times New Roman"/>
                <a:cs typeface="Times New Roman"/>
              </a:rPr>
              <a:t>z</a:t>
            </a:r>
            <a:r>
              <a:rPr sz="1700" u="sng" spc="-2" dirty="0">
                <a:solidFill>
                  <a:srgbClr val="0000FF"/>
                </a:solidFill>
                <a:latin typeface="Times New Roman"/>
                <a:cs typeface="Times New Roman"/>
              </a:rPr>
              <a:t>sk0?</a:t>
            </a:r>
            <a:r>
              <a:rPr sz="1700" u="sng" spc="-7" dirty="0">
                <a:solidFill>
                  <a:srgbClr val="0000FF"/>
                </a:solidFill>
                <a:latin typeface="Times New Roman"/>
                <a:cs typeface="Times New Roman"/>
              </a:rPr>
              <a:t>si=blZ</a:t>
            </a:r>
            <a:r>
              <a:rPr sz="1700" u="sng" spc="-2" dirty="0">
                <a:solidFill>
                  <a:srgbClr val="0000FF"/>
                </a:solidFill>
                <a:latin typeface="Times New Roman"/>
                <a:cs typeface="Times New Roman"/>
              </a:rPr>
              <a:t>S</a:t>
            </a:r>
            <a:r>
              <a:rPr sz="1700" u="sng" spc="-5" dirty="0">
                <a:solidFill>
                  <a:srgbClr val="0000FF"/>
                </a:solidFill>
                <a:latin typeface="Times New Roman"/>
                <a:cs typeface="Times New Roman"/>
              </a:rPr>
              <a:t>6dXlR</a:t>
            </a:r>
            <a:r>
              <a:rPr sz="1700" u="sng" dirty="0">
                <a:solidFill>
                  <a:srgbClr val="0000FF"/>
                </a:solidFill>
                <a:latin typeface="Times New Roman"/>
                <a:cs typeface="Times New Roman"/>
              </a:rPr>
              <a:t>5NJ</a:t>
            </a:r>
            <a:r>
              <a:rPr sz="1700" u="sng" spc="-2" dirty="0">
                <a:solidFill>
                  <a:srgbClr val="0000FF"/>
                </a:solidFill>
                <a:latin typeface="Times New Roman"/>
                <a:cs typeface="Times New Roman"/>
              </a:rPr>
              <a:t>O</a:t>
            </a:r>
            <a:r>
              <a:rPr sz="1700" u="sng" dirty="0">
                <a:solidFill>
                  <a:srgbClr val="0000FF"/>
                </a:solidFill>
                <a:latin typeface="Times New Roman"/>
                <a:cs typeface="Times New Roman"/>
              </a:rPr>
              <a:t>m</a:t>
            </a:r>
            <a:r>
              <a:rPr sz="1700" u="sng" spc="5" dirty="0">
                <a:solidFill>
                  <a:srgbClr val="0000FF"/>
                </a:solidFill>
                <a:latin typeface="Times New Roman"/>
                <a:cs typeface="Times New Roman"/>
              </a:rPr>
              <a:t>K</a:t>
            </a:r>
            <a:r>
              <a:rPr sz="1700" u="sng" dirty="0">
                <a:solidFill>
                  <a:srgbClr val="0000FF"/>
                </a:solidFill>
                <a:latin typeface="Times New Roman"/>
                <a:cs typeface="Times New Roman"/>
              </a:rPr>
              <a:t>I</a:t>
            </a:r>
            <a:endParaRPr sz="1700" dirty="0">
              <a:latin typeface="Times New Roman"/>
              <a:cs typeface="Times New Roman"/>
            </a:endParaRPr>
          </a:p>
          <a:p>
            <a:pPr marL="225716" indent="-109651">
              <a:spcBef>
                <a:spcPts val="63"/>
              </a:spcBef>
              <a:buFont typeface="Symbol"/>
              <a:buChar char=""/>
              <a:tabLst>
                <a:tab pos="226022" algn="l"/>
              </a:tabLst>
            </a:pPr>
            <a:r>
              <a:rPr sz="1700" u="sng" spc="-2" dirty="0">
                <a:solidFill>
                  <a:srgbClr val="0000FF"/>
                </a:solidFill>
                <a:latin typeface="Times New Roman"/>
                <a:cs typeface="Times New Roman"/>
              </a:rPr>
              <a:t>https:</a:t>
            </a:r>
            <a:r>
              <a:rPr sz="1700" u="sng" dirty="0">
                <a:solidFill>
                  <a:srgbClr val="0000FF"/>
                </a:solidFill>
                <a:latin typeface="Times New Roman"/>
                <a:cs typeface="Times New Roman"/>
              </a:rPr>
              <a:t>/</a:t>
            </a:r>
            <a:r>
              <a:rPr sz="1700" u="sng" spc="-2" dirty="0">
                <a:solidFill>
                  <a:srgbClr val="0000FF"/>
                </a:solidFill>
                <a:latin typeface="Times New Roman"/>
                <a:cs typeface="Times New Roman"/>
              </a:rPr>
              <a:t>/youtu.b</a:t>
            </a:r>
            <a:r>
              <a:rPr sz="1700" u="sng" spc="-7" dirty="0">
                <a:solidFill>
                  <a:srgbClr val="0000FF"/>
                </a:solidFill>
                <a:latin typeface="Times New Roman"/>
                <a:cs typeface="Times New Roman"/>
              </a:rPr>
              <a:t>e</a:t>
            </a:r>
            <a:r>
              <a:rPr sz="1700" u="sng" dirty="0">
                <a:solidFill>
                  <a:srgbClr val="0000FF"/>
                </a:solidFill>
                <a:latin typeface="Times New Roman"/>
                <a:cs typeface="Times New Roman"/>
              </a:rPr>
              <a:t>/_dfsb7</a:t>
            </a:r>
            <a:r>
              <a:rPr sz="1700" u="sng" spc="-10" dirty="0">
                <a:solidFill>
                  <a:srgbClr val="0000FF"/>
                </a:solidFill>
                <a:latin typeface="Times New Roman"/>
                <a:cs typeface="Times New Roman"/>
              </a:rPr>
              <a:t>G</a:t>
            </a:r>
            <a:r>
              <a:rPr sz="1700" u="sng" spc="-2" dirty="0">
                <a:solidFill>
                  <a:srgbClr val="0000FF"/>
                </a:solidFill>
                <a:latin typeface="Times New Roman"/>
                <a:cs typeface="Times New Roman"/>
              </a:rPr>
              <a:t>w</a:t>
            </a:r>
            <a:r>
              <a:rPr sz="1700" u="sng" spc="-5" dirty="0">
                <a:solidFill>
                  <a:srgbClr val="0000FF"/>
                </a:solidFill>
                <a:latin typeface="Times New Roman"/>
                <a:cs typeface="Times New Roman"/>
              </a:rPr>
              <a:t>ems?si=</a:t>
            </a:r>
            <a:r>
              <a:rPr sz="1700" u="sng" spc="-10" dirty="0">
                <a:solidFill>
                  <a:srgbClr val="0000FF"/>
                </a:solidFill>
                <a:latin typeface="Times New Roman"/>
                <a:cs typeface="Times New Roman"/>
              </a:rPr>
              <a:t>z</a:t>
            </a:r>
            <a:r>
              <a:rPr sz="1700" u="sng" spc="-2" dirty="0">
                <a:solidFill>
                  <a:srgbClr val="0000FF"/>
                </a:solidFill>
                <a:latin typeface="Times New Roman"/>
                <a:cs typeface="Times New Roman"/>
              </a:rPr>
              <a:t>Yh</a:t>
            </a:r>
            <a:r>
              <a:rPr sz="1700" u="sng" spc="2" dirty="0">
                <a:solidFill>
                  <a:srgbClr val="0000FF"/>
                </a:solidFill>
                <a:latin typeface="Times New Roman"/>
                <a:cs typeface="Times New Roman"/>
              </a:rPr>
              <a:t>3</a:t>
            </a:r>
            <a:r>
              <a:rPr sz="1700" u="sng" dirty="0">
                <a:solidFill>
                  <a:srgbClr val="0000FF"/>
                </a:solidFill>
                <a:latin typeface="Times New Roman"/>
                <a:cs typeface="Times New Roman"/>
              </a:rPr>
              <a:t>T</a:t>
            </a:r>
            <a:r>
              <a:rPr sz="1700" u="sng" spc="-2" dirty="0">
                <a:solidFill>
                  <a:srgbClr val="0000FF"/>
                </a:solidFill>
                <a:latin typeface="Times New Roman"/>
                <a:cs typeface="Times New Roman"/>
              </a:rPr>
              <a:t>Y</a:t>
            </a:r>
            <a:r>
              <a:rPr sz="1700" u="sng" spc="-7" dirty="0">
                <a:solidFill>
                  <a:srgbClr val="0000FF"/>
                </a:solidFill>
                <a:latin typeface="Times New Roman"/>
                <a:cs typeface="Times New Roman"/>
              </a:rPr>
              <a:t>a</a:t>
            </a:r>
            <a:r>
              <a:rPr sz="1700" u="sng" dirty="0">
                <a:solidFill>
                  <a:srgbClr val="0000FF"/>
                </a:solidFill>
                <a:latin typeface="Times New Roman"/>
                <a:cs typeface="Times New Roman"/>
              </a:rPr>
              <a:t>j</a:t>
            </a:r>
            <a:r>
              <a:rPr sz="1700" u="sng" spc="5" dirty="0">
                <a:solidFill>
                  <a:srgbClr val="0000FF"/>
                </a:solidFill>
                <a:latin typeface="Times New Roman"/>
                <a:cs typeface="Times New Roman"/>
              </a:rPr>
              <a:t>V</a:t>
            </a:r>
            <a:r>
              <a:rPr sz="1700" u="sng" spc="-7" dirty="0">
                <a:solidFill>
                  <a:srgbClr val="0000FF"/>
                </a:solidFill>
                <a:latin typeface="Times New Roman"/>
                <a:cs typeface="Times New Roman"/>
              </a:rPr>
              <a:t>c</a:t>
            </a:r>
            <a:r>
              <a:rPr sz="1700" u="sng" spc="2" dirty="0">
                <a:solidFill>
                  <a:srgbClr val="0000FF"/>
                </a:solidFill>
                <a:latin typeface="Times New Roman"/>
                <a:cs typeface="Times New Roman"/>
              </a:rPr>
              <a:t>Y</a:t>
            </a:r>
            <a:r>
              <a:rPr sz="1700" u="sng" spc="-2" dirty="0">
                <a:solidFill>
                  <a:srgbClr val="0000FF"/>
                </a:solidFill>
                <a:latin typeface="Times New Roman"/>
                <a:cs typeface="Times New Roman"/>
              </a:rPr>
              <a:t>HgA</a:t>
            </a:r>
            <a:r>
              <a:rPr sz="1700" u="sng" spc="-7" dirty="0">
                <a:solidFill>
                  <a:srgbClr val="0000FF"/>
                </a:solidFill>
                <a:latin typeface="Times New Roman"/>
                <a:cs typeface="Times New Roman"/>
              </a:rPr>
              <a:t>e</a:t>
            </a:r>
            <a:r>
              <a:rPr sz="1700" u="sng" dirty="0">
                <a:solidFill>
                  <a:srgbClr val="0000FF"/>
                </a:solidFill>
                <a:latin typeface="Times New Roman"/>
                <a:cs typeface="Times New Roman"/>
              </a:rPr>
              <a:t>9</a:t>
            </a:r>
            <a:endParaRPr sz="1700" dirty="0">
              <a:latin typeface="Times New Roman"/>
              <a:cs typeface="Times New Roman"/>
            </a:endParaRPr>
          </a:p>
          <a:p>
            <a:pPr marL="225716" indent="-109651">
              <a:spcBef>
                <a:spcPts val="70"/>
              </a:spcBef>
              <a:buFont typeface="Symbol"/>
              <a:buChar char=""/>
              <a:tabLst>
                <a:tab pos="226022" algn="l"/>
              </a:tabLst>
            </a:pPr>
            <a:r>
              <a:rPr sz="1700" u="sng" spc="-2" dirty="0">
                <a:solidFill>
                  <a:srgbClr val="0000FF"/>
                </a:solidFill>
                <a:latin typeface="Times New Roman"/>
                <a:cs typeface="Times New Roman"/>
              </a:rPr>
              <a:t>https:</a:t>
            </a:r>
            <a:r>
              <a:rPr sz="1700" u="sng" dirty="0">
                <a:solidFill>
                  <a:srgbClr val="0000FF"/>
                </a:solidFill>
                <a:latin typeface="Times New Roman"/>
                <a:cs typeface="Times New Roman"/>
              </a:rPr>
              <a:t>/</a:t>
            </a:r>
            <a:r>
              <a:rPr sz="1700" u="sng" spc="-2" dirty="0">
                <a:solidFill>
                  <a:srgbClr val="0000FF"/>
                </a:solidFill>
                <a:latin typeface="Times New Roman"/>
                <a:cs typeface="Times New Roman"/>
              </a:rPr>
              <a:t>/youtu.b</a:t>
            </a:r>
            <a:r>
              <a:rPr sz="1700" u="sng" spc="-7" dirty="0">
                <a:solidFill>
                  <a:srgbClr val="0000FF"/>
                </a:solidFill>
                <a:latin typeface="Times New Roman"/>
                <a:cs typeface="Times New Roman"/>
              </a:rPr>
              <a:t>e</a:t>
            </a:r>
            <a:r>
              <a:rPr sz="1700" u="sng" dirty="0">
                <a:solidFill>
                  <a:srgbClr val="0000FF"/>
                </a:solidFill>
                <a:latin typeface="Times New Roman"/>
                <a:cs typeface="Times New Roman"/>
              </a:rPr>
              <a:t>/w04A</a:t>
            </a:r>
            <a:r>
              <a:rPr sz="1700" u="sng" spc="-7" dirty="0">
                <a:solidFill>
                  <a:srgbClr val="0000FF"/>
                </a:solidFill>
                <a:latin typeface="Times New Roman"/>
                <a:cs typeface="Times New Roman"/>
              </a:rPr>
              <a:t>M</a:t>
            </a:r>
            <a:r>
              <a:rPr sz="1700" u="sng" spc="-2" dirty="0">
                <a:solidFill>
                  <a:srgbClr val="0000FF"/>
                </a:solidFill>
                <a:latin typeface="Times New Roman"/>
                <a:cs typeface="Times New Roman"/>
              </a:rPr>
              <a:t>A</a:t>
            </a:r>
            <a:r>
              <a:rPr sz="1700" u="sng" spc="-5" dirty="0">
                <a:solidFill>
                  <a:srgbClr val="0000FF"/>
                </a:solidFill>
                <a:latin typeface="Times New Roman"/>
                <a:cs typeface="Times New Roman"/>
              </a:rPr>
              <a:t>eR60k</a:t>
            </a:r>
            <a:r>
              <a:rPr sz="1700" u="sng" spc="-7" dirty="0">
                <a:solidFill>
                  <a:srgbClr val="0000FF"/>
                </a:solidFill>
                <a:latin typeface="Times New Roman"/>
                <a:cs typeface="Times New Roman"/>
              </a:rPr>
              <a:t>?si=o</a:t>
            </a:r>
            <a:r>
              <a:rPr sz="1700" u="sng" spc="-5" dirty="0">
                <a:solidFill>
                  <a:srgbClr val="0000FF"/>
                </a:solidFill>
                <a:latin typeface="Times New Roman"/>
                <a:cs typeface="Times New Roman"/>
              </a:rPr>
              <a:t>W</a:t>
            </a:r>
            <a:r>
              <a:rPr sz="1700" u="sng" spc="-2" dirty="0">
                <a:solidFill>
                  <a:srgbClr val="0000FF"/>
                </a:solidFill>
                <a:latin typeface="Times New Roman"/>
                <a:cs typeface="Times New Roman"/>
              </a:rPr>
              <a:t>f</a:t>
            </a:r>
            <a:r>
              <a:rPr sz="1700" u="sng" spc="-7" dirty="0">
                <a:solidFill>
                  <a:srgbClr val="0000FF"/>
                </a:solidFill>
                <a:latin typeface="Times New Roman"/>
                <a:cs typeface="Times New Roman"/>
              </a:rPr>
              <a:t>L</a:t>
            </a:r>
            <a:r>
              <a:rPr sz="1700" u="sng" spc="-5" dirty="0">
                <a:solidFill>
                  <a:srgbClr val="0000FF"/>
                </a:solidFill>
                <a:latin typeface="Times New Roman"/>
                <a:cs typeface="Times New Roman"/>
              </a:rPr>
              <a:t>6R</a:t>
            </a:r>
            <a:r>
              <a:rPr sz="1700" u="sng" dirty="0">
                <a:solidFill>
                  <a:srgbClr val="0000FF"/>
                </a:solidFill>
                <a:latin typeface="Times New Roman"/>
                <a:cs typeface="Times New Roman"/>
              </a:rPr>
              <a:t>rk</a:t>
            </a:r>
            <a:r>
              <a:rPr sz="1700" u="sng" spc="2" dirty="0">
                <a:solidFill>
                  <a:srgbClr val="0000FF"/>
                </a:solidFill>
                <a:latin typeface="Times New Roman"/>
                <a:cs typeface="Times New Roman"/>
              </a:rPr>
              <a:t>0</a:t>
            </a:r>
            <a:r>
              <a:rPr sz="1700" u="sng" dirty="0">
                <a:solidFill>
                  <a:srgbClr val="0000FF"/>
                </a:solidFill>
                <a:latin typeface="Times New Roman"/>
                <a:cs typeface="Times New Roman"/>
              </a:rPr>
              <a:t>_Y</a:t>
            </a:r>
            <a:r>
              <a:rPr sz="1700" u="sng" spc="2" dirty="0">
                <a:solidFill>
                  <a:srgbClr val="0000FF"/>
                </a:solidFill>
                <a:latin typeface="Times New Roman"/>
                <a:cs typeface="Times New Roman"/>
              </a:rPr>
              <a:t>f</a:t>
            </a:r>
            <a:r>
              <a:rPr sz="1700" u="sng" spc="-2" dirty="0">
                <a:solidFill>
                  <a:srgbClr val="0000FF"/>
                </a:solidFill>
                <a:latin typeface="Times New Roman"/>
                <a:cs typeface="Times New Roman"/>
              </a:rPr>
              <a:t>-</a:t>
            </a:r>
            <a:r>
              <a:rPr sz="1700" u="sng" spc="-5" dirty="0">
                <a:solidFill>
                  <a:srgbClr val="0000FF"/>
                </a:solidFill>
                <a:latin typeface="Times New Roman"/>
                <a:cs typeface="Times New Roman"/>
              </a:rPr>
              <a:t>gZ0</a:t>
            </a:r>
            <a:endParaRPr sz="1700" dirty="0">
              <a:latin typeface="Times New Roman"/>
              <a:cs typeface="Times New Roman"/>
            </a:endParaRPr>
          </a:p>
        </p:txBody>
      </p:sp>
    </p:spTree>
    <p:extLst>
      <p:ext uri="{BB962C8B-B14F-4D97-AF65-F5344CB8AC3E}">
        <p14:creationId xmlns:p14="http://schemas.microsoft.com/office/powerpoint/2010/main" val="2173231890"/>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40</TotalTime>
  <Words>1366</Words>
  <Application>Microsoft Office PowerPoint</Application>
  <PresentationFormat>On-screen Show (16:9)</PresentationFormat>
  <Paragraphs>93</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Calibri Light</vt:lpstr>
      <vt:lpstr>Symbol</vt:lpstr>
      <vt:lpstr>Times New Roman</vt:lpstr>
      <vt:lpstr>Retrospect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Online2PDF.com</dc:creator>
  <cp:lastModifiedBy>Shikha Atwal</cp:lastModifiedBy>
  <cp:revision>3</cp:revision>
  <dcterms:created xsi:type="dcterms:W3CDTF">2024-12-24T22:25:42Z</dcterms:created>
  <dcterms:modified xsi:type="dcterms:W3CDTF">2024-12-25T15:20:16Z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2024-12-24T00:00:00Z</vt:filetime>
  </property>
  <property fmtid="{D5CDD505-2E9C-101B-9397-08002B2CF9AE}" pid="3" name="LastSaved">
    <vt:filetime>2024-12-24T00:00:00Z</vt:filetime>
  </property>
</Properties>
</file>