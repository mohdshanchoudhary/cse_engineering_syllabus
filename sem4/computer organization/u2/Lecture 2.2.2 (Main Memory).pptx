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9.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17"/>
  </p:notesMasterIdLst>
  <p:sldIdLst>
    <p:sldId id="265" r:id="rId2"/>
    <p:sldId id="488" r:id="rId3"/>
    <p:sldId id="492" r:id="rId4"/>
    <p:sldId id="489" r:id="rId5"/>
    <p:sldId id="490" r:id="rId6"/>
    <p:sldId id="493" r:id="rId7"/>
    <p:sldId id="491" r:id="rId8"/>
    <p:sldId id="494" r:id="rId9"/>
    <p:sldId id="498" r:id="rId10"/>
    <p:sldId id="495" r:id="rId11"/>
    <p:sldId id="496" r:id="rId12"/>
    <p:sldId id="497" r:id="rId13"/>
    <p:sldId id="500" r:id="rId14"/>
    <p:sldId id="501" r:id="rId15"/>
    <p:sldId id="502" r:id="rId16"/>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47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93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5746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428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0758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0753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15427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87588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99277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3938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13690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9061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12/25/2024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27064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www.youtube.com/watch?v=_ImgTuITW-s&amp;amp;list=PL3R9-"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www.youtube.com/watch?v=LE_lyLCqy8I&amp;amp;list=PL3R9-"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74A5-F3D9-1D59-5D81-48A57F0C69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8D3114-630C-1D8B-9534-51A7047B18E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7752EC0-A6FC-36B4-5386-4A0BDFA666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CBBC3E7-3573-F355-978A-76715A8D24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E41F886-4870-E9AA-6D23-5BA7BDF678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143000" y="880185"/>
            <a:ext cx="6781800" cy="3185487"/>
          </a:xfrm>
          <a:prstGeom prst="rect">
            <a:avLst/>
          </a:prstGeom>
        </p:spPr>
        <p:txBody>
          <a:bodyPr vert="horz" wrap="square" lIns="0" tIns="0" rIns="0" bIns="0" rtlCol="0">
            <a:spAutoFit/>
          </a:bodyPr>
          <a:lstStyle/>
          <a:p>
            <a:pPr marL="6109" algn="ctr"/>
            <a:r>
              <a:rPr sz="1700" b="1" spc="-10" dirty="0">
                <a:latin typeface="Times New Roman"/>
                <a:cs typeface="Times New Roman"/>
              </a:rPr>
              <a:t>M</a:t>
            </a:r>
            <a:r>
              <a:rPr sz="1700" b="1" spc="-2" dirty="0">
                <a:latin typeface="Times New Roman"/>
                <a:cs typeface="Times New Roman"/>
              </a:rPr>
              <a:t>AI</a:t>
            </a:r>
            <a:r>
              <a:rPr sz="1700" b="1" dirty="0">
                <a:latin typeface="Times New Roman"/>
                <a:cs typeface="Times New Roman"/>
              </a:rPr>
              <a:t>N</a:t>
            </a:r>
            <a:r>
              <a:rPr sz="1700" b="1" spc="-2" dirty="0">
                <a:latin typeface="Times New Roman"/>
                <a:cs typeface="Times New Roman"/>
              </a:rPr>
              <a:t>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ORY</a:t>
            </a:r>
            <a:endParaRPr sz="1700" dirty="0">
              <a:latin typeface="Times New Roman"/>
              <a:cs typeface="Times New Roman"/>
            </a:endParaRPr>
          </a:p>
          <a:p>
            <a:pPr marL="6109" marR="4276" algn="just">
              <a:spcBef>
                <a:spcPts val="450"/>
              </a:spcBef>
            </a:pPr>
            <a:endParaRPr lang="en-US" sz="1700" spc="-5" dirty="0">
              <a:latin typeface="Times New Roman"/>
              <a:cs typeface="Times New Roman"/>
            </a:endParaRPr>
          </a:p>
          <a:p>
            <a:pPr marL="6109" marR="4276" algn="just">
              <a:spcBef>
                <a:spcPts val="450"/>
              </a:spcBef>
            </a:pPr>
            <a:r>
              <a:rPr sz="1700" spc="-5" dirty="0">
                <a:latin typeface="Times New Roman"/>
                <a:cs typeface="Times New Roman"/>
              </a:rPr>
              <a:t>The main</a:t>
            </a:r>
            <a:r>
              <a:rPr sz="1700" spc="5"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 dirty="0">
                <a:latin typeface="Times New Roman"/>
                <a:cs typeface="Times New Roman"/>
              </a:rPr>
              <a:t> </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ts</a:t>
            </a:r>
            <a:r>
              <a:rPr sz="1700" spc="5" dirty="0">
                <a:latin typeface="Times New Roman"/>
                <a:cs typeface="Times New Roman"/>
              </a:rPr>
              <a:t> </a:t>
            </a:r>
            <a:r>
              <a:rPr sz="1700" spc="-2"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ce</a:t>
            </a:r>
            <a:r>
              <a:rPr sz="1700" spc="-2" dirty="0">
                <a:latin typeface="Times New Roman"/>
                <a:cs typeface="Times New Roman"/>
              </a:rPr>
              <a:t>ntr</a:t>
            </a:r>
            <a:r>
              <a:rPr sz="1700" spc="-10" dirty="0">
                <a:latin typeface="Times New Roman"/>
                <a:cs typeface="Times New Roman"/>
              </a:rPr>
              <a:t>a</a:t>
            </a:r>
            <a:r>
              <a:rPr sz="1700" spc="-2" dirty="0">
                <a:latin typeface="Times New Roman"/>
                <a:cs typeface="Times New Roman"/>
              </a:rPr>
              <a:t>l</a:t>
            </a:r>
            <a:r>
              <a:rPr sz="1700" spc="5"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2" dirty="0">
                <a:latin typeface="Times New Roman"/>
                <a:cs typeface="Times New Roman"/>
              </a:rPr>
              <a:t>unit</a:t>
            </a:r>
            <a:r>
              <a:rPr sz="1700" spc="12"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12"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5"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latively</a:t>
            </a:r>
            <a:r>
              <a:rPr sz="1700" spc="2" dirty="0">
                <a:latin typeface="Times New Roman"/>
                <a:cs typeface="Times New Roman"/>
              </a:rPr>
              <a:t> </a:t>
            </a:r>
            <a:r>
              <a:rPr sz="1700" spc="-2" dirty="0">
                <a:latin typeface="Times New Roman"/>
                <a:cs typeface="Times New Roman"/>
              </a:rPr>
              <a:t>la</a:t>
            </a:r>
            <a:r>
              <a:rPr sz="1700" spc="-5" dirty="0">
                <a:latin typeface="Times New Roman"/>
                <a:cs typeface="Times New Roman"/>
              </a:rPr>
              <a:t>rge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f</a:t>
            </a:r>
            <a:r>
              <a:rPr sz="1700" spc="-10" dirty="0">
                <a:latin typeface="Times New Roman"/>
                <a:cs typeface="Times New Roman"/>
              </a:rPr>
              <a:t>a</a:t>
            </a:r>
            <a:r>
              <a:rPr sz="1700" spc="-5" dirty="0">
                <a:latin typeface="Times New Roman"/>
                <a:cs typeface="Times New Roman"/>
              </a:rPr>
              <a:t>s</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w</a:t>
            </a:r>
            <a:r>
              <a:rPr sz="1700" spc="-5" dirty="0">
                <a:latin typeface="Times New Roman"/>
                <a:cs typeface="Times New Roman"/>
              </a:rPr>
              <a:t>hich</a:t>
            </a:r>
            <a:r>
              <a:rPr sz="1700" dirty="0">
                <a:latin typeface="Times New Roman"/>
                <a:cs typeface="Times New Roman"/>
              </a:rPr>
              <a:t> is</a:t>
            </a:r>
            <a:r>
              <a:rPr sz="1700" spc="-2" dirty="0">
                <a:latin typeface="Times New Roman"/>
                <a:cs typeface="Times New Roman"/>
              </a:rPr>
              <a:t> </a:t>
            </a:r>
            <a:r>
              <a:rPr sz="1700" dirty="0">
                <a:latin typeface="Times New Roman"/>
                <a:cs typeface="Times New Roman"/>
              </a:rPr>
              <a:t>used </a:t>
            </a:r>
            <a:r>
              <a:rPr sz="1700" spc="-2" dirty="0">
                <a:latin typeface="Times New Roman"/>
                <a:cs typeface="Times New Roman"/>
              </a:rPr>
              <a:t>to </a:t>
            </a:r>
            <a:r>
              <a:rPr sz="1700" spc="-5" dirty="0">
                <a:latin typeface="Times New Roman"/>
                <a:cs typeface="Times New Roman"/>
              </a:rPr>
              <a:t>s</a:t>
            </a:r>
            <a:r>
              <a:rPr sz="1700" spc="-2" dirty="0">
                <a:latin typeface="Times New Roman"/>
                <a:cs typeface="Times New Roman"/>
              </a:rPr>
              <a:t>tore</a:t>
            </a:r>
            <a:r>
              <a:rPr sz="1700" spc="-5" dirty="0">
                <a:latin typeface="Times New Roman"/>
                <a:cs typeface="Times New Roman"/>
              </a:rPr>
              <a:t> </a:t>
            </a:r>
            <a:r>
              <a:rPr sz="1700" dirty="0">
                <a:latin typeface="Times New Roman"/>
                <a:cs typeface="Times New Roman"/>
              </a:rPr>
              <a:t>pro</a:t>
            </a:r>
            <a:r>
              <a:rPr sz="1700" spc="-2" dirty="0">
                <a:latin typeface="Times New Roman"/>
                <a:cs typeface="Times New Roman"/>
              </a:rPr>
              <a:t>gr</a:t>
            </a:r>
            <a:r>
              <a:rPr sz="1700" spc="-10" dirty="0">
                <a:latin typeface="Times New Roman"/>
                <a:cs typeface="Times New Roman"/>
              </a:rPr>
              <a:t>a</a:t>
            </a:r>
            <a:r>
              <a:rPr sz="1700" spc="-5" dirty="0">
                <a:latin typeface="Times New Roman"/>
                <a:cs typeface="Times New Roman"/>
              </a:rPr>
              <a:t>ms</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du</a:t>
            </a:r>
            <a:r>
              <a:rPr sz="1700" spc="-5" dirty="0">
                <a:latin typeface="Times New Roman"/>
                <a:cs typeface="Times New Roman"/>
              </a:rPr>
              <a:t>ring</a:t>
            </a:r>
            <a:r>
              <a:rPr sz="1700" spc="-2" dirty="0">
                <a:latin typeface="Times New Roman"/>
                <a:cs typeface="Times New Roman"/>
              </a:rPr>
              <a:t> the</a:t>
            </a:r>
            <a:r>
              <a:rPr sz="1700" spc="2" dirty="0">
                <a:latin typeface="Times New Roman"/>
                <a:cs typeface="Times New Roman"/>
              </a:rPr>
              <a:t> </a:t>
            </a:r>
            <a:r>
              <a:rPr sz="1700" dirty="0">
                <a:latin typeface="Times New Roman"/>
                <a:cs typeface="Times New Roman"/>
              </a:rPr>
              <a:t>run </a:t>
            </a:r>
            <a:r>
              <a:rPr sz="1700" spc="-5" dirty="0">
                <a:latin typeface="Times New Roman"/>
                <a:cs typeface="Times New Roman"/>
              </a:rPr>
              <a:t>time</a:t>
            </a:r>
            <a:r>
              <a:rPr sz="1700" spc="-2"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p>
          <a:p>
            <a:pPr marL="6109" marR="4276" algn="just">
              <a:spcBef>
                <a:spcPts val="363"/>
              </a:spcBef>
            </a:pPr>
            <a:r>
              <a:rPr sz="1700" spc="-5" dirty="0">
                <a:latin typeface="Times New Roman"/>
                <a:cs typeface="Times New Roman"/>
              </a:rPr>
              <a:t>The </a:t>
            </a:r>
            <a:r>
              <a:rPr sz="1700" spc="-51"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48" dirty="0">
                <a:latin typeface="Times New Roman"/>
                <a:cs typeface="Times New Roman"/>
              </a:rPr>
              <a:t> </a:t>
            </a:r>
            <a:r>
              <a:rPr sz="1700" dirty="0">
                <a:latin typeface="Times New Roman"/>
                <a:cs typeface="Times New Roman"/>
              </a:rPr>
              <a:t>t</a:t>
            </a:r>
            <a:r>
              <a:rPr sz="1700" spc="-7" dirty="0">
                <a:latin typeface="Times New Roman"/>
                <a:cs typeface="Times New Roman"/>
              </a:rPr>
              <a:t>ec</a:t>
            </a:r>
            <a:r>
              <a:rPr sz="1700" spc="-5" dirty="0">
                <a:latin typeface="Times New Roman"/>
                <a:cs typeface="Times New Roman"/>
              </a:rPr>
              <a:t>hnology</a:t>
            </a:r>
            <a:r>
              <a:rPr sz="1700" dirty="0">
                <a:latin typeface="Times New Roman"/>
                <a:cs typeface="Times New Roman"/>
              </a:rPr>
              <a:t> </a:t>
            </a:r>
            <a:r>
              <a:rPr sz="1700" spc="-41"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48" dirty="0">
                <a:latin typeface="Times New Roman"/>
                <a:cs typeface="Times New Roman"/>
              </a:rPr>
              <a:t> </a:t>
            </a:r>
            <a:r>
              <a:rPr sz="1700" dirty="0">
                <a:latin typeface="Times New Roman"/>
                <a:cs typeface="Times New Roman"/>
              </a:rPr>
              <a:t>for </a:t>
            </a:r>
            <a:r>
              <a:rPr sz="1700" spc="-4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main</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5" dirty="0">
                <a:latin typeface="Times New Roman"/>
                <a:cs typeface="Times New Roman"/>
              </a:rPr>
              <a:t>mory</a:t>
            </a:r>
            <a:r>
              <a:rPr sz="1700" dirty="0">
                <a:latin typeface="Times New Roman"/>
                <a:cs typeface="Times New Roman"/>
              </a:rPr>
              <a:t> </a:t>
            </a:r>
            <a:r>
              <a:rPr sz="1700" spc="-48"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b</a:t>
            </a:r>
            <a:r>
              <a:rPr sz="1700" spc="-7" dirty="0">
                <a:latin typeface="Times New Roman"/>
                <a:cs typeface="Times New Roman"/>
              </a:rPr>
              <a:t>a</a:t>
            </a:r>
            <a:r>
              <a:rPr sz="1700" spc="-2" dirty="0">
                <a:latin typeface="Times New Roman"/>
                <a:cs typeface="Times New Roman"/>
              </a:rPr>
              <a:t>se</a:t>
            </a:r>
            <a:r>
              <a:rPr sz="1700" dirty="0">
                <a:latin typeface="Times New Roman"/>
                <a:cs typeface="Times New Roman"/>
              </a:rPr>
              <a:t>d </a:t>
            </a:r>
            <a:r>
              <a:rPr sz="1700" spc="-48" dirty="0">
                <a:latin typeface="Times New Roman"/>
                <a:cs typeface="Times New Roman"/>
              </a:rPr>
              <a:t> </a:t>
            </a:r>
            <a:r>
              <a:rPr sz="1700" dirty="0">
                <a:latin typeface="Times New Roman"/>
                <a:cs typeface="Times New Roman"/>
              </a:rPr>
              <a:t>on </a:t>
            </a:r>
            <a:r>
              <a:rPr sz="1700" spc="-48" dirty="0">
                <a:latin typeface="Times New Roman"/>
                <a:cs typeface="Times New Roman"/>
              </a:rPr>
              <a:t> </a:t>
            </a:r>
            <a:r>
              <a:rPr sz="1700" spc="5" dirty="0">
                <a:latin typeface="Times New Roman"/>
                <a:cs typeface="Times New Roman"/>
              </a:rPr>
              <a:t>s</a:t>
            </a:r>
            <a:r>
              <a:rPr sz="1700" spc="-7" dirty="0">
                <a:latin typeface="Times New Roman"/>
                <a:cs typeface="Times New Roman"/>
              </a:rPr>
              <a:t>e</a:t>
            </a:r>
            <a:r>
              <a:rPr sz="1700" spc="-5" dirty="0">
                <a:latin typeface="Times New Roman"/>
                <a:cs typeface="Times New Roman"/>
              </a:rPr>
              <a:t>mi</a:t>
            </a:r>
            <a:r>
              <a:rPr sz="1700" spc="-2" dirty="0">
                <a:latin typeface="Times New Roman"/>
                <a:cs typeface="Times New Roman"/>
              </a:rPr>
              <a:t>c</a:t>
            </a:r>
            <a:r>
              <a:rPr sz="1700" spc="-5" dirty="0">
                <a:latin typeface="Times New Roman"/>
                <a:cs typeface="Times New Roman"/>
              </a:rPr>
              <a:t>ondu</a:t>
            </a:r>
            <a:r>
              <a:rPr sz="1700" spc="-7" dirty="0">
                <a:latin typeface="Times New Roman"/>
                <a:cs typeface="Times New Roman"/>
              </a:rPr>
              <a:t>c</a:t>
            </a:r>
            <a:r>
              <a:rPr sz="1700" spc="-2" dirty="0">
                <a:latin typeface="Times New Roman"/>
                <a:cs typeface="Times New Roman"/>
              </a:rPr>
              <a:t>tor</a:t>
            </a:r>
            <a:r>
              <a:rPr sz="1700" dirty="0">
                <a:latin typeface="Times New Roman"/>
                <a:cs typeface="Times New Roman"/>
              </a:rPr>
              <a:t> </a:t>
            </a:r>
            <a:r>
              <a:rPr sz="1700" spc="-48"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gr</a:t>
            </a:r>
            <a:r>
              <a:rPr sz="1700" spc="-10" dirty="0">
                <a:latin typeface="Times New Roman"/>
                <a:cs typeface="Times New Roman"/>
              </a:rPr>
              <a:t>a</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 </a:t>
            </a:r>
            <a:r>
              <a:rPr sz="1700" spc="-7" dirty="0">
                <a:latin typeface="Times New Roman"/>
                <a:cs typeface="Times New Roman"/>
              </a:rPr>
              <a:t>c</a:t>
            </a:r>
            <a:r>
              <a:rPr sz="1700" spc="-2" dirty="0">
                <a:latin typeface="Times New Roman"/>
                <a:cs typeface="Times New Roman"/>
              </a:rPr>
              <a:t>ir</a:t>
            </a:r>
            <a:r>
              <a:rPr sz="1700" spc="-10" dirty="0">
                <a:latin typeface="Times New Roman"/>
                <a:cs typeface="Times New Roman"/>
              </a:rPr>
              <a:t>c</a:t>
            </a:r>
            <a:r>
              <a:rPr sz="1700" spc="-2" dirty="0">
                <a:latin typeface="Times New Roman"/>
                <a:cs typeface="Times New Roman"/>
              </a:rPr>
              <a:t>uits</a:t>
            </a:r>
            <a:r>
              <a:rPr sz="1700" dirty="0">
                <a:latin typeface="Times New Roman"/>
                <a:cs typeface="Times New Roman"/>
              </a:rPr>
              <a:t>.</a:t>
            </a:r>
            <a:endParaRPr lang="en-US" sz="1700" dirty="0">
              <a:latin typeface="Times New Roman"/>
              <a:cs typeface="Times New Roman"/>
            </a:endParaRPr>
          </a:p>
          <a:p>
            <a:pPr marL="6109" marR="4276" algn="just">
              <a:spcBef>
                <a:spcPts val="363"/>
              </a:spcBef>
            </a:pPr>
            <a:r>
              <a:rPr sz="1700" spc="-5" dirty="0">
                <a:latin typeface="Times New Roman"/>
                <a:cs typeface="Times New Roman"/>
              </a:rPr>
              <a:t>The</a:t>
            </a:r>
            <a:r>
              <a:rPr sz="1700" spc="-2" dirty="0">
                <a:latin typeface="Times New Roman"/>
                <a:cs typeface="Times New Roman"/>
              </a:rPr>
              <a:t> int</a:t>
            </a:r>
            <a:r>
              <a:rPr sz="1700" spc="-7" dirty="0">
                <a:latin typeface="Times New Roman"/>
                <a:cs typeface="Times New Roman"/>
              </a:rPr>
              <a:t>e</a:t>
            </a:r>
            <a:r>
              <a:rPr sz="1700" dirty="0">
                <a:latin typeface="Times New Roman"/>
                <a:cs typeface="Times New Roman"/>
              </a:rPr>
              <a:t>g</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ted </a:t>
            </a:r>
            <a:r>
              <a:rPr sz="1700" spc="-10" dirty="0">
                <a:latin typeface="Times New Roman"/>
                <a:cs typeface="Times New Roman"/>
              </a:rPr>
              <a:t>c</a:t>
            </a:r>
            <a:r>
              <a:rPr sz="1700" dirty="0">
                <a:latin typeface="Times New Roman"/>
                <a:cs typeface="Times New Roman"/>
              </a:rPr>
              <a:t>i</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uit</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for</a:t>
            </a:r>
            <a:r>
              <a:rPr sz="1700" spc="-5" dirty="0">
                <a:latin typeface="Times New Roman"/>
                <a:cs typeface="Times New Roman"/>
              </a:rPr>
              <a:t>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ory </a:t>
            </a:r>
            <a:r>
              <a:rPr sz="1700" spc="-10"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lassifi</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int</a:t>
            </a:r>
            <a:r>
              <a:rPr sz="1700" dirty="0">
                <a:latin typeface="Times New Roman"/>
                <a:cs typeface="Times New Roman"/>
              </a:rPr>
              <a:t>o two</a:t>
            </a:r>
            <a:r>
              <a:rPr sz="1700" spc="5" dirty="0">
                <a:latin typeface="Times New Roman"/>
                <a:cs typeface="Times New Roman"/>
              </a:rPr>
              <a:t> </a:t>
            </a:r>
            <a:r>
              <a:rPr sz="1700" spc="-5" dirty="0">
                <a:latin typeface="Times New Roman"/>
                <a:cs typeface="Times New Roman"/>
              </a:rPr>
              <a:t>major</a:t>
            </a:r>
            <a:r>
              <a:rPr sz="1700" spc="-2" dirty="0">
                <a:latin typeface="Times New Roman"/>
                <a:cs typeface="Times New Roman"/>
              </a:rPr>
              <a:t> units.</a:t>
            </a:r>
            <a:endParaRPr sz="1700" dirty="0">
              <a:latin typeface="Times New Roman"/>
              <a:cs typeface="Times New Roman"/>
            </a:endParaRPr>
          </a:p>
          <a:p>
            <a:pPr marL="225716" indent="-109651" algn="just">
              <a:spcBef>
                <a:spcPts val="310"/>
              </a:spcBef>
              <a:buFont typeface="Times New Roman"/>
              <a:buAutoNum type="arabicPeriod"/>
              <a:tabLst>
                <a:tab pos="226022" algn="l"/>
              </a:tabLst>
            </a:pP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2" dirty="0">
                <a:latin typeface="Times New Roman"/>
                <a:cs typeface="Times New Roman"/>
              </a:rPr>
              <a:t>(</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ndom</a:t>
            </a:r>
            <a:r>
              <a:rPr sz="1700" dirty="0">
                <a:latin typeface="Times New Roman"/>
                <a:cs typeface="Times New Roman"/>
              </a:rPr>
              <a:t> </a:t>
            </a:r>
            <a:r>
              <a:rPr sz="1700" spc="-2" dirty="0">
                <a:latin typeface="Times New Roman"/>
                <a:cs typeface="Times New Roman"/>
              </a:rPr>
              <a:t>Ac</a:t>
            </a:r>
            <a:r>
              <a:rPr sz="1700" spc="-7" dirty="0">
                <a:latin typeface="Times New Roman"/>
                <a:cs typeface="Times New Roman"/>
              </a:rPr>
              <a:t>ce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Me</a:t>
            </a:r>
            <a:r>
              <a:rPr sz="1700" spc="-5" dirty="0">
                <a:latin typeface="Times New Roman"/>
                <a:cs typeface="Times New Roman"/>
              </a:rPr>
              <a:t>mory)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gr</a:t>
            </a:r>
            <a:r>
              <a:rPr sz="1700" spc="-10" dirty="0">
                <a:latin typeface="Times New Roman"/>
                <a:cs typeface="Times New Roman"/>
              </a:rPr>
              <a:t>a</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 </a:t>
            </a:r>
            <a:r>
              <a:rPr sz="1700" spc="-7" dirty="0">
                <a:latin typeface="Times New Roman"/>
                <a:cs typeface="Times New Roman"/>
              </a:rPr>
              <a:t>c</a:t>
            </a:r>
            <a:r>
              <a:rPr sz="1700" spc="-2" dirty="0">
                <a:latin typeface="Times New Roman"/>
                <a:cs typeface="Times New Roman"/>
              </a:rPr>
              <a:t>ircuit</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endParaRPr sz="1700" dirty="0">
              <a:latin typeface="Times New Roman"/>
              <a:cs typeface="Times New Roman"/>
            </a:endParaRPr>
          </a:p>
          <a:p>
            <a:pPr marL="225716" indent="-109651" algn="just">
              <a:spcBef>
                <a:spcPts val="334"/>
              </a:spcBef>
              <a:buFont typeface="Times New Roman"/>
              <a:buAutoNum type="arabicPeriod"/>
              <a:tabLst>
                <a:tab pos="226022" algn="l"/>
              </a:tabLst>
            </a:pP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2" dirty="0">
                <a:latin typeface="Times New Roman"/>
                <a:cs typeface="Times New Roman"/>
              </a:rPr>
              <a:t>(</a:t>
            </a:r>
            <a:r>
              <a:rPr sz="1700" spc="-5" dirty="0">
                <a:latin typeface="Times New Roman"/>
                <a:cs typeface="Times New Roman"/>
              </a:rPr>
              <a:t>R</a:t>
            </a:r>
            <a:r>
              <a:rPr sz="1700" spc="-7" dirty="0">
                <a:latin typeface="Times New Roman"/>
                <a:cs typeface="Times New Roman"/>
              </a:rPr>
              <a:t>ea</a:t>
            </a:r>
            <a:r>
              <a:rPr sz="1700" dirty="0">
                <a:latin typeface="Times New Roman"/>
                <a:cs typeface="Times New Roman"/>
              </a:rPr>
              <a:t>d </a:t>
            </a:r>
            <a:r>
              <a:rPr sz="1700" spc="-2" dirty="0">
                <a:latin typeface="Times New Roman"/>
                <a:cs typeface="Times New Roman"/>
              </a:rPr>
              <a:t>Onl</a:t>
            </a:r>
            <a:r>
              <a:rPr sz="1700" dirty="0">
                <a:latin typeface="Times New Roman"/>
                <a:cs typeface="Times New Roman"/>
              </a:rPr>
              <a:t>y </a:t>
            </a:r>
            <a:r>
              <a:rPr sz="1700" spc="-2" dirty="0">
                <a:latin typeface="Times New Roman"/>
                <a:cs typeface="Times New Roman"/>
              </a:rPr>
              <a:t>Me</a:t>
            </a:r>
            <a:r>
              <a:rPr sz="1700" spc="-5" dirty="0">
                <a:latin typeface="Times New Roman"/>
                <a:cs typeface="Times New Roman"/>
              </a:rPr>
              <a:t>m</a:t>
            </a:r>
            <a:r>
              <a:rPr sz="1700" dirty="0">
                <a:latin typeface="Times New Roman"/>
                <a:cs typeface="Times New Roman"/>
              </a:rPr>
              <a:t>ory)</a:t>
            </a:r>
            <a:r>
              <a:rPr sz="1700" spc="-5"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gr</a:t>
            </a:r>
            <a:r>
              <a:rPr sz="1700" spc="-10" dirty="0">
                <a:latin typeface="Times New Roman"/>
                <a:cs typeface="Times New Roman"/>
              </a:rPr>
              <a:t>a</a:t>
            </a:r>
            <a:r>
              <a:rPr sz="1700" spc="-2" dirty="0">
                <a:latin typeface="Times New Roman"/>
                <a:cs typeface="Times New Roman"/>
              </a:rPr>
              <a:t>ted</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ir</a:t>
            </a:r>
            <a:r>
              <a:rPr sz="1700" spc="-10" dirty="0">
                <a:latin typeface="Times New Roman"/>
                <a:cs typeface="Times New Roman"/>
              </a:rPr>
              <a:t>c</a:t>
            </a:r>
            <a:r>
              <a:rPr sz="1700" spc="-2" dirty="0">
                <a:latin typeface="Times New Roman"/>
                <a:cs typeface="Times New Roman"/>
              </a:rPr>
              <a:t>uit</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hi</a:t>
            </a:r>
            <a:r>
              <a:rPr sz="1700" dirty="0">
                <a:latin typeface="Times New Roman"/>
                <a:cs typeface="Times New Roman"/>
              </a:rPr>
              <a:t>ps</a:t>
            </a:r>
          </a:p>
        </p:txBody>
      </p:sp>
    </p:spTree>
    <p:extLst>
      <p:ext uri="{BB962C8B-B14F-4D97-AF65-F5344CB8AC3E}">
        <p14:creationId xmlns:p14="http://schemas.microsoft.com/office/powerpoint/2010/main" val="3758903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4C5E1-81EA-E648-D5A7-D9C99B3E9F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35A06B-C352-B708-613B-F30ED2CA5ED7}"/>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43ED453-132C-9DEB-F62F-52E741C913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123E929-A0F2-29EB-A890-B34D9D751FE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168696C-BEAF-66A4-FF5F-20ECC88286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909A7B30-67C8-450B-A363-76E7F213EA46}"/>
              </a:ext>
            </a:extLst>
          </p:cNvPr>
          <p:cNvSpPr txBox="1"/>
          <p:nvPr/>
        </p:nvSpPr>
        <p:spPr>
          <a:xfrm>
            <a:off x="1143000" y="742950"/>
            <a:ext cx="6781800" cy="3662541"/>
          </a:xfrm>
          <a:prstGeom prst="rect">
            <a:avLst/>
          </a:prstGeom>
        </p:spPr>
        <p:txBody>
          <a:bodyPr vert="horz" wrap="square" lIns="0" tIns="0" rIns="0" bIns="0" rtlCol="0">
            <a:spAutoFit/>
          </a:bodyPr>
          <a:lstStyle/>
          <a:p>
            <a:pPr marL="116065"/>
            <a:r>
              <a:rPr sz="1700" b="1" dirty="0">
                <a:latin typeface="Times New Roman"/>
                <a:cs typeface="Times New Roman"/>
              </a:rPr>
              <a:t>1.  </a:t>
            </a:r>
            <a:r>
              <a:rPr sz="1700" b="1" spc="-2" dirty="0">
                <a:latin typeface="Times New Roman"/>
                <a:cs typeface="Times New Roman"/>
              </a:rPr>
              <a:t> RA</a:t>
            </a:r>
            <a:r>
              <a:rPr sz="1700" b="1" spc="-7" dirty="0">
                <a:latin typeface="Times New Roman"/>
                <a:cs typeface="Times New Roman"/>
              </a:rPr>
              <a:t>M</a:t>
            </a:r>
            <a:r>
              <a:rPr sz="1700" b="1" spc="-2" dirty="0">
                <a:latin typeface="Times New Roman"/>
                <a:cs typeface="Times New Roman"/>
              </a:rPr>
              <a:t> int</a:t>
            </a:r>
            <a:r>
              <a:rPr sz="1700" b="1" spc="-10" dirty="0">
                <a:latin typeface="Times New Roman"/>
                <a:cs typeface="Times New Roman"/>
              </a:rPr>
              <a:t>e</a:t>
            </a:r>
            <a:r>
              <a:rPr sz="1700" b="1" spc="-5" dirty="0">
                <a:latin typeface="Times New Roman"/>
                <a:cs typeface="Times New Roman"/>
              </a:rPr>
              <a:t>g</a:t>
            </a:r>
            <a:r>
              <a:rPr sz="1700" b="1" spc="-7" dirty="0">
                <a:latin typeface="Times New Roman"/>
                <a:cs typeface="Times New Roman"/>
              </a:rPr>
              <a:t>r</a:t>
            </a:r>
            <a:r>
              <a:rPr sz="1700" b="1" spc="5" dirty="0">
                <a:latin typeface="Times New Roman"/>
                <a:cs typeface="Times New Roman"/>
              </a:rPr>
              <a:t>a</a:t>
            </a:r>
            <a:r>
              <a:rPr sz="1700" b="1" spc="-2" dirty="0">
                <a:latin typeface="Times New Roman"/>
                <a:cs typeface="Times New Roman"/>
              </a:rPr>
              <a:t>t</a:t>
            </a:r>
            <a:r>
              <a:rPr sz="1700" b="1" spc="-10" dirty="0">
                <a:latin typeface="Times New Roman"/>
                <a:cs typeface="Times New Roman"/>
              </a:rPr>
              <a:t>e</a:t>
            </a:r>
            <a:r>
              <a:rPr sz="1700" b="1" dirty="0">
                <a:latin typeface="Times New Roman"/>
                <a:cs typeface="Times New Roman"/>
              </a:rPr>
              <a:t>d </a:t>
            </a:r>
            <a:r>
              <a:rPr sz="1700" b="1" spc="-7" dirty="0">
                <a:latin typeface="Times New Roman"/>
                <a:cs typeface="Times New Roman"/>
              </a:rPr>
              <a:t>c</a:t>
            </a:r>
            <a:r>
              <a:rPr sz="1700" b="1" spc="-2" dirty="0">
                <a:latin typeface="Times New Roman"/>
                <a:cs typeface="Times New Roman"/>
              </a:rPr>
              <a:t>ir</a:t>
            </a:r>
            <a:r>
              <a:rPr sz="1700" b="1" spc="-7" dirty="0">
                <a:latin typeface="Times New Roman"/>
                <a:cs typeface="Times New Roman"/>
              </a:rPr>
              <a:t>c</a:t>
            </a:r>
            <a:r>
              <a:rPr sz="1700" b="1" dirty="0">
                <a:latin typeface="Times New Roman"/>
                <a:cs typeface="Times New Roman"/>
              </a:rPr>
              <a:t>u</a:t>
            </a:r>
            <a:r>
              <a:rPr sz="1700" b="1" spc="-2" dirty="0">
                <a:latin typeface="Times New Roman"/>
                <a:cs typeface="Times New Roman"/>
              </a:rPr>
              <a:t>it </a:t>
            </a:r>
            <a:r>
              <a:rPr sz="1700" b="1" spc="-10" dirty="0">
                <a:latin typeface="Times New Roman"/>
                <a:cs typeface="Times New Roman"/>
              </a:rPr>
              <a:t>c</a:t>
            </a:r>
            <a:r>
              <a:rPr sz="1700" b="1" dirty="0">
                <a:latin typeface="Times New Roman"/>
                <a:cs typeface="Times New Roman"/>
              </a:rPr>
              <a:t>h</a:t>
            </a:r>
            <a:r>
              <a:rPr sz="1700" b="1" spc="-2" dirty="0">
                <a:latin typeface="Times New Roman"/>
                <a:cs typeface="Times New Roman"/>
              </a:rPr>
              <a:t>ip</a:t>
            </a:r>
            <a:r>
              <a:rPr sz="1700" b="1" dirty="0">
                <a:latin typeface="Times New Roman"/>
                <a:cs typeface="Times New Roman"/>
              </a:rPr>
              <a:t>s</a:t>
            </a:r>
            <a:endParaRPr sz="1700" dirty="0">
              <a:latin typeface="Times New Roman"/>
              <a:cs typeface="Times New Roman"/>
            </a:endParaRPr>
          </a:p>
          <a:p>
            <a:pPr marL="225716" marR="5192" algn="just">
              <a:spcBef>
                <a:spcPts val="31"/>
              </a:spcBef>
            </a:pPr>
            <a:r>
              <a:rPr sz="1700" spc="-5" dirty="0">
                <a:latin typeface="Times New Roman"/>
                <a:cs typeface="Times New Roman"/>
              </a:rPr>
              <a:t>The </a:t>
            </a:r>
            <a:r>
              <a:rPr sz="1700" spc="-67"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65"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gr</a:t>
            </a:r>
            <a:r>
              <a:rPr sz="1700" spc="-10" dirty="0">
                <a:latin typeface="Times New Roman"/>
                <a:cs typeface="Times New Roman"/>
              </a:rPr>
              <a:t>a</a:t>
            </a:r>
            <a:r>
              <a:rPr sz="1700" spc="-2" dirty="0">
                <a:latin typeface="Times New Roman"/>
                <a:cs typeface="Times New Roman"/>
              </a:rPr>
              <a:t>ted</a:t>
            </a:r>
            <a:r>
              <a:rPr sz="1700" dirty="0">
                <a:latin typeface="Times New Roman"/>
                <a:cs typeface="Times New Roman"/>
              </a:rPr>
              <a:t> </a:t>
            </a:r>
            <a:r>
              <a:rPr sz="1700" spc="-67" dirty="0">
                <a:latin typeface="Times New Roman"/>
                <a:cs typeface="Times New Roman"/>
              </a:rPr>
              <a:t> </a:t>
            </a:r>
            <a:r>
              <a:rPr sz="1700" spc="-7" dirty="0">
                <a:latin typeface="Times New Roman"/>
                <a:cs typeface="Times New Roman"/>
              </a:rPr>
              <a:t>c</a:t>
            </a:r>
            <a:r>
              <a:rPr sz="1700" dirty="0">
                <a:latin typeface="Times New Roman"/>
                <a:cs typeface="Times New Roman"/>
              </a:rPr>
              <a:t>i</a:t>
            </a:r>
            <a:r>
              <a:rPr sz="1700" spc="2" dirty="0">
                <a:latin typeface="Times New Roman"/>
                <a:cs typeface="Times New Roman"/>
              </a:rPr>
              <a:t>r</a:t>
            </a:r>
            <a:r>
              <a:rPr sz="1700" spc="-7" dirty="0">
                <a:latin typeface="Times New Roman"/>
                <a:cs typeface="Times New Roman"/>
              </a:rPr>
              <a:t>c</a:t>
            </a:r>
            <a:r>
              <a:rPr sz="1700" spc="-2" dirty="0">
                <a:latin typeface="Times New Roman"/>
                <a:cs typeface="Times New Roman"/>
              </a:rPr>
              <a:t>uit</a:t>
            </a:r>
            <a:r>
              <a:rPr sz="1700" dirty="0">
                <a:latin typeface="Times New Roman"/>
                <a:cs typeface="Times New Roman"/>
              </a:rPr>
              <a:t> </a:t>
            </a:r>
            <a:r>
              <a:rPr sz="1700" spc="-63"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dirty="0">
                <a:latin typeface="Times New Roman"/>
                <a:cs typeface="Times New Roman"/>
              </a:rPr>
              <a:t> </a:t>
            </a:r>
            <a:r>
              <a:rPr sz="1700" spc="-63"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70" dirty="0">
                <a:latin typeface="Times New Roman"/>
                <a:cs typeface="Times New Roman"/>
              </a:rPr>
              <a:t> </a:t>
            </a:r>
            <a:r>
              <a:rPr sz="1700" dirty="0">
                <a:latin typeface="Times New Roman"/>
                <a:cs typeface="Times New Roman"/>
              </a:rPr>
              <a:t>f</a:t>
            </a:r>
            <a:r>
              <a:rPr sz="1700" spc="2" dirty="0">
                <a:latin typeface="Times New Roman"/>
                <a:cs typeface="Times New Roman"/>
              </a:rPr>
              <a:t>u</a:t>
            </a:r>
            <a:r>
              <a:rPr sz="1700" spc="-2" dirty="0">
                <a:latin typeface="Times New Roman"/>
                <a:cs typeface="Times New Roman"/>
              </a:rPr>
              <a:t>rth</a:t>
            </a:r>
            <a:r>
              <a:rPr sz="1700" spc="-10" dirty="0">
                <a:latin typeface="Times New Roman"/>
                <a:cs typeface="Times New Roman"/>
              </a:rPr>
              <a:t>e</a:t>
            </a:r>
            <a:r>
              <a:rPr sz="1700" dirty="0">
                <a:latin typeface="Times New Roman"/>
                <a:cs typeface="Times New Roman"/>
              </a:rPr>
              <a:t>r </a:t>
            </a:r>
            <a:r>
              <a:rPr sz="1700" spc="-67" dirty="0">
                <a:latin typeface="Times New Roman"/>
                <a:cs typeface="Times New Roman"/>
              </a:rPr>
              <a:t> </a:t>
            </a:r>
            <a:r>
              <a:rPr sz="1700" spc="-7" dirty="0">
                <a:latin typeface="Times New Roman"/>
                <a:cs typeface="Times New Roman"/>
              </a:rPr>
              <a:t>c</a:t>
            </a:r>
            <a:r>
              <a:rPr sz="1700" dirty="0">
                <a:latin typeface="Times New Roman"/>
                <a:cs typeface="Times New Roman"/>
              </a:rPr>
              <a:t>l</a:t>
            </a:r>
            <a:r>
              <a:rPr sz="1700" spc="-7" dirty="0">
                <a:latin typeface="Times New Roman"/>
                <a:cs typeface="Times New Roman"/>
              </a:rPr>
              <a:t>a</a:t>
            </a:r>
            <a:r>
              <a:rPr sz="1700" spc="-2" dirty="0">
                <a:latin typeface="Times New Roman"/>
                <a:cs typeface="Times New Roman"/>
              </a:rPr>
              <a:t>ss</a:t>
            </a:r>
            <a:r>
              <a:rPr sz="1700" dirty="0">
                <a:latin typeface="Times New Roman"/>
                <a:cs typeface="Times New Roman"/>
              </a:rPr>
              <a:t>i</a:t>
            </a:r>
            <a:r>
              <a:rPr sz="1700" spc="-2" dirty="0">
                <a:latin typeface="Times New Roman"/>
                <a:cs typeface="Times New Roman"/>
              </a:rPr>
              <a:t>fi</a:t>
            </a:r>
            <a:r>
              <a:rPr sz="1700" spc="-10" dirty="0">
                <a:latin typeface="Times New Roman"/>
                <a:cs typeface="Times New Roman"/>
              </a:rPr>
              <a:t>e</a:t>
            </a:r>
            <a:r>
              <a:rPr sz="1700" dirty="0">
                <a:latin typeface="Times New Roman"/>
                <a:cs typeface="Times New Roman"/>
              </a:rPr>
              <a:t>d </a:t>
            </a:r>
            <a:r>
              <a:rPr sz="1700" spc="-65" dirty="0">
                <a:latin typeface="Times New Roman"/>
                <a:cs typeface="Times New Roman"/>
              </a:rPr>
              <a:t> </a:t>
            </a:r>
            <a:r>
              <a:rPr sz="1700" spc="-2" dirty="0">
                <a:latin typeface="Times New Roman"/>
                <a:cs typeface="Times New Roman"/>
              </a:rPr>
              <a:t>int</a:t>
            </a:r>
            <a:r>
              <a:rPr sz="1700" dirty="0">
                <a:latin typeface="Times New Roman"/>
                <a:cs typeface="Times New Roman"/>
              </a:rPr>
              <a:t>o </a:t>
            </a:r>
            <a:r>
              <a:rPr sz="1700" spc="-65" dirty="0">
                <a:latin typeface="Times New Roman"/>
                <a:cs typeface="Times New Roman"/>
              </a:rPr>
              <a:t> </a:t>
            </a:r>
            <a:r>
              <a:rPr sz="1700" dirty="0">
                <a:latin typeface="Times New Roman"/>
                <a:cs typeface="Times New Roman"/>
              </a:rPr>
              <a:t>two </a:t>
            </a:r>
            <a:r>
              <a:rPr sz="1700" spc="-65" dirty="0">
                <a:latin typeface="Times New Roman"/>
                <a:cs typeface="Times New Roman"/>
              </a:rPr>
              <a:t> </a:t>
            </a:r>
            <a:r>
              <a:rPr sz="1700" dirty="0">
                <a:latin typeface="Times New Roman"/>
                <a:cs typeface="Times New Roman"/>
              </a:rPr>
              <a:t>possi</a:t>
            </a:r>
            <a:r>
              <a:rPr sz="1700" spc="-5" dirty="0">
                <a:latin typeface="Times New Roman"/>
                <a:cs typeface="Times New Roman"/>
              </a:rPr>
              <a:t>b</a:t>
            </a:r>
            <a:r>
              <a:rPr sz="1700" spc="-7" dirty="0">
                <a:latin typeface="Times New Roman"/>
                <a:cs typeface="Times New Roman"/>
              </a:rPr>
              <a:t>l</a:t>
            </a:r>
            <a:r>
              <a:rPr sz="1700" spc="-5" dirty="0">
                <a:latin typeface="Times New Roman"/>
                <a:cs typeface="Times New Roman"/>
              </a:rPr>
              <a:t>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ng </a:t>
            </a:r>
            <a:r>
              <a:rPr sz="1700" spc="-5" dirty="0">
                <a:latin typeface="Times New Roman"/>
                <a:cs typeface="Times New Roman"/>
              </a:rPr>
              <a:t>modes,</a:t>
            </a:r>
            <a:r>
              <a:rPr sz="1700" spc="-2" dirty="0">
                <a:latin typeface="Times New Roman"/>
                <a:cs typeface="Times New Roman"/>
              </a:rPr>
              <a:t> </a:t>
            </a:r>
            <a:r>
              <a:rPr sz="1700" b="1" spc="-2" dirty="0">
                <a:latin typeface="Times New Roman"/>
                <a:cs typeface="Times New Roman"/>
              </a:rPr>
              <a:t>sta</a:t>
            </a:r>
            <a:r>
              <a:rPr sz="1700" b="1" spc="-5" dirty="0">
                <a:latin typeface="Times New Roman"/>
                <a:cs typeface="Times New Roman"/>
              </a:rPr>
              <a:t>t</a:t>
            </a:r>
            <a:r>
              <a:rPr sz="1700" b="1" spc="-2" dirty="0">
                <a:latin typeface="Times New Roman"/>
                <a:cs typeface="Times New Roman"/>
              </a:rPr>
              <a:t>ic</a:t>
            </a:r>
            <a:r>
              <a:rPr sz="1700" b="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b="1" dirty="0">
                <a:latin typeface="Times New Roman"/>
                <a:cs typeface="Times New Roman"/>
              </a:rPr>
              <a:t>dyna</a:t>
            </a:r>
            <a:r>
              <a:rPr sz="1700" b="1" spc="2" dirty="0">
                <a:latin typeface="Times New Roman"/>
                <a:cs typeface="Times New Roman"/>
              </a:rPr>
              <a:t>m</a:t>
            </a:r>
            <a:r>
              <a:rPr sz="1700" b="1" spc="-2" dirty="0">
                <a:latin typeface="Times New Roman"/>
                <a:cs typeface="Times New Roman"/>
              </a:rPr>
              <a:t>ic</a:t>
            </a:r>
            <a:r>
              <a:rPr sz="1700" dirty="0">
                <a:latin typeface="Times New Roman"/>
                <a:cs typeface="Times New Roman"/>
              </a:rPr>
              <a:t>.</a:t>
            </a:r>
          </a:p>
          <a:p>
            <a:pPr marL="225716" marR="2443" algn="just"/>
            <a:r>
              <a:rPr sz="1700" spc="-5" dirty="0">
                <a:latin typeface="Times New Roman"/>
                <a:cs typeface="Times New Roman"/>
              </a:rPr>
              <a:t>The </a:t>
            </a:r>
            <a:r>
              <a:rPr sz="1700" spc="29"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36" dirty="0">
                <a:latin typeface="Times New Roman"/>
                <a:cs typeface="Times New Roman"/>
              </a:rPr>
              <a:t> </a:t>
            </a:r>
            <a:r>
              <a:rPr sz="1700" spc="-7" dirty="0">
                <a:latin typeface="Times New Roman"/>
                <a:cs typeface="Times New Roman"/>
              </a:rPr>
              <a:t>c</a:t>
            </a:r>
            <a:r>
              <a:rPr sz="1700" spc="-5" dirty="0">
                <a:latin typeface="Times New Roman"/>
                <a:cs typeface="Times New Roman"/>
              </a:rPr>
              <a:t>ompositions</a:t>
            </a:r>
            <a:r>
              <a:rPr sz="1700" dirty="0">
                <a:latin typeface="Times New Roman"/>
                <a:cs typeface="Times New Roman"/>
              </a:rPr>
              <a:t> </a:t>
            </a:r>
            <a:r>
              <a:rPr sz="1700" spc="34" dirty="0">
                <a:latin typeface="Times New Roman"/>
                <a:cs typeface="Times New Roman"/>
              </a:rPr>
              <a:t> </a:t>
            </a:r>
            <a:r>
              <a:rPr sz="1700" dirty="0">
                <a:latin typeface="Times New Roman"/>
                <a:cs typeface="Times New Roman"/>
              </a:rPr>
              <a:t>of </a:t>
            </a:r>
            <a:r>
              <a:rPr sz="1700" spc="31"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static</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29" dirty="0">
                <a:latin typeface="Times New Roman"/>
                <a:cs typeface="Times New Roman"/>
              </a:rPr>
              <a:t> </a:t>
            </a:r>
            <a:r>
              <a:rPr sz="1700" spc="-2" dirty="0">
                <a:latin typeface="Times New Roman"/>
                <a:cs typeface="Times New Roman"/>
              </a:rPr>
              <a:t>fli</a:t>
            </a:r>
            <a:r>
              <a:rPr sz="1700" spc="2" dirty="0">
                <a:latin typeface="Times New Roman"/>
                <a:cs typeface="Times New Roman"/>
              </a:rPr>
              <a:t>p-</a:t>
            </a:r>
            <a:r>
              <a:rPr sz="1700" dirty="0">
                <a:latin typeface="Times New Roman"/>
                <a:cs typeface="Times New Roman"/>
              </a:rPr>
              <a:t>flops </a:t>
            </a:r>
            <a:r>
              <a:rPr sz="1700" spc="34"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store</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bina</a:t>
            </a:r>
            <a:r>
              <a:rPr sz="1700" spc="-7" dirty="0">
                <a:latin typeface="Times New Roman"/>
                <a:cs typeface="Times New Roman"/>
              </a:rPr>
              <a:t>r</a:t>
            </a:r>
            <a:r>
              <a:rPr sz="1700" dirty="0">
                <a:latin typeface="Times New Roman"/>
                <a:cs typeface="Times New Roman"/>
              </a:rPr>
              <a:t>y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24" dirty="0">
                <a:latin typeface="Times New Roman"/>
                <a:cs typeface="Times New Roman"/>
              </a:rPr>
              <a:t> </a:t>
            </a:r>
            <a:r>
              <a:rPr sz="1700" spc="-5" dirty="0">
                <a:latin typeface="Times New Roman"/>
                <a:cs typeface="Times New Roman"/>
              </a:rPr>
              <a:t>The</a:t>
            </a:r>
            <a:r>
              <a:rPr sz="1700" spc="-26" dirty="0">
                <a:latin typeface="Times New Roman"/>
                <a:cs typeface="Times New Roman"/>
              </a:rPr>
              <a:t> </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ture</a:t>
            </a:r>
            <a:r>
              <a:rPr sz="1700" spc="-26"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24"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24"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volatil</a:t>
            </a:r>
            <a:r>
              <a:rPr sz="1700" spc="-7" dirty="0">
                <a:latin typeface="Times New Roman"/>
                <a:cs typeface="Times New Roman"/>
              </a:rPr>
              <a:t>e</a:t>
            </a:r>
            <a:r>
              <a:rPr sz="1700" dirty="0">
                <a:latin typeface="Times New Roman"/>
                <a:cs typeface="Times New Roman"/>
              </a:rPr>
              <a:t>,</a:t>
            </a:r>
            <a:r>
              <a:rPr sz="1700" spc="-24" dirty="0">
                <a:latin typeface="Times New Roman"/>
                <a:cs typeface="Times New Roman"/>
              </a:rPr>
              <a:t> </a:t>
            </a:r>
            <a:r>
              <a:rPr sz="1700" spc="-2" dirty="0">
                <a:latin typeface="Times New Roman"/>
                <a:cs typeface="Times New Roman"/>
              </a:rPr>
              <a:t>i.e.</a:t>
            </a:r>
            <a:r>
              <a:rPr sz="1700" spc="-26" dirty="0">
                <a:latin typeface="Times New Roman"/>
                <a:cs typeface="Times New Roman"/>
              </a:rPr>
              <a:t> </a:t>
            </a:r>
            <a:r>
              <a:rPr sz="1700" spc="-2" dirty="0">
                <a:latin typeface="Times New Roman"/>
                <a:cs typeface="Times New Roman"/>
              </a:rPr>
              <a:t>it</a:t>
            </a:r>
            <a:r>
              <a:rPr sz="1700" spc="-2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mains</a:t>
            </a:r>
            <a:r>
              <a:rPr sz="1700" spc="-24"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li</a:t>
            </a:r>
            <a:r>
              <a:rPr sz="1700" dirty="0">
                <a:latin typeface="Times New Roman"/>
                <a:cs typeface="Times New Roman"/>
              </a:rPr>
              <a:t>d</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long</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38" dirty="0">
                <a:latin typeface="Times New Roman"/>
                <a:cs typeface="Times New Roman"/>
              </a:rPr>
              <a:t> </a:t>
            </a:r>
            <a:r>
              <a:rPr sz="1700" dirty="0">
                <a:latin typeface="Times New Roman"/>
                <a:cs typeface="Times New Roman"/>
              </a:rPr>
              <a:t>pow</a:t>
            </a:r>
            <a:r>
              <a:rPr sz="1700" spc="-5"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spc="-2" dirty="0">
                <a:latin typeface="Times New Roman"/>
                <a:cs typeface="Times New Roman"/>
              </a:rPr>
              <a:t>to</a:t>
            </a:r>
            <a:r>
              <a:rPr sz="1700" spc="41" dirty="0">
                <a:latin typeface="Times New Roman"/>
                <a:cs typeface="Times New Roman"/>
              </a:rPr>
              <a:t> </a:t>
            </a:r>
            <a:r>
              <a:rPr sz="1700" spc="-2" dirty="0">
                <a:latin typeface="Times New Roman"/>
                <a:cs typeface="Times New Roman"/>
              </a:rPr>
              <a:t>t</a:t>
            </a:r>
            <a:r>
              <a:rPr sz="1700" spc="-10" dirty="0">
                <a:latin typeface="Times New Roman"/>
                <a:cs typeface="Times New Roman"/>
              </a:rPr>
              <a:t>h</a:t>
            </a:r>
            <a:r>
              <a:rPr sz="1700" spc="-5" dirty="0">
                <a:latin typeface="Times New Roman"/>
                <a:cs typeface="Times New Roman"/>
              </a:rPr>
              <a:t>e</a:t>
            </a:r>
            <a:r>
              <a:rPr sz="1700" spc="36"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41" dirty="0">
                <a:latin typeface="Times New Roman"/>
                <a:cs typeface="Times New Roman"/>
              </a:rPr>
              <a:t> </a:t>
            </a:r>
            <a:r>
              <a:rPr sz="1700" spc="-5" dirty="0">
                <a:latin typeface="Times New Roman"/>
                <a:cs typeface="Times New Roman"/>
              </a:rPr>
              <a:t>The</a:t>
            </a:r>
            <a:r>
              <a:rPr sz="1700" spc="36" dirty="0">
                <a:latin typeface="Times New Roman"/>
                <a:cs typeface="Times New Roman"/>
              </a:rPr>
              <a:t> </a:t>
            </a:r>
            <a:r>
              <a:rPr sz="1700" spc="-5" dirty="0">
                <a:latin typeface="Times New Roman"/>
                <a:cs typeface="Times New Roman"/>
              </a:rPr>
              <a:t>static</a:t>
            </a:r>
            <a:r>
              <a:rPr sz="1700" spc="38" dirty="0">
                <a:latin typeface="Times New Roman"/>
                <a:cs typeface="Times New Roman"/>
              </a:rPr>
              <a:t> </a:t>
            </a:r>
            <a:r>
              <a:rPr sz="1700" spc="-5" dirty="0">
                <a:latin typeface="Times New Roman"/>
                <a:cs typeface="Times New Roman"/>
              </a:rPr>
              <a:t>R</a:t>
            </a:r>
            <a:r>
              <a:rPr sz="1700" spc="-7" dirty="0">
                <a:latin typeface="Times New Roman"/>
                <a:cs typeface="Times New Roman"/>
              </a:rPr>
              <a:t>A</a:t>
            </a:r>
            <a:r>
              <a:rPr sz="1700" dirty="0">
                <a:latin typeface="Times New Roman"/>
                <a:cs typeface="Times New Roman"/>
              </a:rPr>
              <a:t>M</a:t>
            </a:r>
            <a:r>
              <a:rPr sz="1700" spc="38"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7" dirty="0">
                <a:latin typeface="Times New Roman"/>
                <a:cs typeface="Times New Roman"/>
              </a:rPr>
              <a:t>ea</a:t>
            </a:r>
            <a:r>
              <a:rPr sz="1700" spc="-2" dirty="0">
                <a:latin typeface="Times New Roman"/>
                <a:cs typeface="Times New Roman"/>
              </a:rPr>
              <a:t>s</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dirty="0">
                <a:latin typeface="Times New Roman"/>
                <a:cs typeface="Times New Roman"/>
              </a:rPr>
              <a:t>use</a:t>
            </a:r>
            <a:r>
              <a:rPr sz="1700" spc="36"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ta</a:t>
            </a:r>
            <a:r>
              <a:rPr sz="1700" spc="-12" dirty="0">
                <a:latin typeface="Times New Roman"/>
                <a:cs typeface="Times New Roman"/>
              </a:rPr>
              <a:t>k</a:t>
            </a:r>
            <a:r>
              <a:rPr sz="1700" spc="-7"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dirty="0">
                <a:latin typeface="Times New Roman"/>
                <a:cs typeface="Times New Roman"/>
              </a:rPr>
              <a:t>less</a:t>
            </a:r>
            <a:r>
              <a:rPr sz="1700" spc="38" dirty="0">
                <a:latin typeface="Times New Roman"/>
                <a:cs typeface="Times New Roman"/>
              </a:rPr>
              <a:t> </a:t>
            </a:r>
            <a:r>
              <a:rPr sz="1700" spc="-5" dirty="0">
                <a:latin typeface="Times New Roman"/>
                <a:cs typeface="Times New Roman"/>
              </a:rPr>
              <a:t>time</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forming</a:t>
            </a:r>
            <a:r>
              <a:rPr sz="1700"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w</a:t>
            </a:r>
            <a:r>
              <a:rPr sz="1700" spc="-5" dirty="0">
                <a:latin typeface="Times New Roman"/>
                <a:cs typeface="Times New Roman"/>
              </a:rPr>
              <a:t>r</a:t>
            </a:r>
            <a:r>
              <a:rPr sz="1700" spc="-2" dirty="0">
                <a:latin typeface="Times New Roman"/>
                <a:cs typeface="Times New Roman"/>
              </a:rPr>
              <a:t>ite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c</a:t>
            </a:r>
            <a:r>
              <a:rPr sz="1700" spc="-5" dirty="0">
                <a:latin typeface="Times New Roman"/>
                <a:cs typeface="Times New Roman"/>
              </a:rPr>
              <a:t>ompa</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to </a:t>
            </a:r>
            <a:r>
              <a:rPr sz="1700" spc="-5" dirty="0">
                <a:latin typeface="Times New Roman"/>
                <a:cs typeface="Times New Roman"/>
              </a:rPr>
              <a:t>dynamic</a:t>
            </a:r>
            <a:r>
              <a:rPr sz="1700" dirty="0">
                <a:latin typeface="Times New Roman"/>
                <a:cs typeface="Times New Roman"/>
              </a:rPr>
              <a:t> RAM.</a:t>
            </a:r>
          </a:p>
          <a:p>
            <a:pPr marL="225716" marR="4582" algn="just"/>
            <a:r>
              <a:rPr sz="1700" spc="-5" dirty="0">
                <a:latin typeface="Times New Roman"/>
                <a:cs typeface="Times New Roman"/>
              </a:rPr>
              <a:t>The dyn</a:t>
            </a:r>
            <a:r>
              <a:rPr sz="1700" spc="-7" dirty="0">
                <a:latin typeface="Times New Roman"/>
                <a:cs typeface="Times New Roman"/>
              </a:rPr>
              <a:t>a</a:t>
            </a:r>
            <a:r>
              <a:rPr sz="1700" spc="-5" dirty="0">
                <a:latin typeface="Times New Roman"/>
                <a:cs typeface="Times New Roman"/>
              </a:rPr>
              <a:t>mic</a:t>
            </a:r>
            <a:r>
              <a:rPr sz="1700" spc="2"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xh</a:t>
            </a:r>
            <a:r>
              <a:rPr sz="1700" dirty="0">
                <a:latin typeface="Times New Roman"/>
                <a:cs typeface="Times New Roman"/>
              </a:rPr>
              <a:t>i</a:t>
            </a:r>
            <a:r>
              <a:rPr sz="1700" spc="-2" dirty="0">
                <a:latin typeface="Times New Roman"/>
                <a:cs typeface="Times New Roman"/>
              </a:rPr>
              <a:t>bit</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bina</a:t>
            </a:r>
            <a:r>
              <a:rPr sz="1700" spc="-7" dirty="0">
                <a:latin typeface="Times New Roman"/>
                <a:cs typeface="Times New Roman"/>
              </a:rPr>
              <a:t>r</a:t>
            </a:r>
            <a:r>
              <a:rPr sz="1700" dirty="0">
                <a:latin typeface="Times New Roman"/>
                <a:cs typeface="Times New Roman"/>
              </a:rPr>
              <a:t>y</a:t>
            </a:r>
            <a:r>
              <a:rPr sz="1700" spc="5"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dirty="0">
                <a:latin typeface="Times New Roman"/>
                <a:cs typeface="Times New Roman"/>
              </a:rPr>
              <a:t>fo</a:t>
            </a:r>
            <a:r>
              <a:rPr sz="1700" spc="-5" dirty="0">
                <a:latin typeface="Times New Roman"/>
                <a:cs typeface="Times New Roman"/>
              </a:rPr>
              <a:t>rm</a:t>
            </a:r>
            <a:r>
              <a:rPr sz="1700" spc="5"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7" dirty="0">
                <a:latin typeface="Times New Roman"/>
                <a:cs typeface="Times New Roman"/>
              </a:rPr>
              <a:t>e</a:t>
            </a:r>
            <a:r>
              <a:rPr sz="1700" spc="-2" dirty="0">
                <a:latin typeface="Times New Roman"/>
                <a:cs typeface="Times New Roman"/>
              </a:rPr>
              <a:t>le</a:t>
            </a:r>
            <a:r>
              <a:rPr sz="1700" spc="-10" dirty="0">
                <a:latin typeface="Times New Roman"/>
                <a:cs typeface="Times New Roman"/>
              </a:rPr>
              <a:t>c</a:t>
            </a:r>
            <a:r>
              <a:rPr sz="1700" spc="-2" dirty="0">
                <a:latin typeface="Times New Roman"/>
                <a:cs typeface="Times New Roman"/>
              </a:rPr>
              <a:t>tr</a:t>
            </a:r>
            <a:r>
              <a:rPr sz="1700" dirty="0">
                <a:latin typeface="Times New Roman"/>
                <a:cs typeface="Times New Roman"/>
              </a:rPr>
              <a:t>i</a:t>
            </a:r>
            <a:r>
              <a:rPr sz="1700" spc="-5" dirty="0">
                <a:latin typeface="Times New Roman"/>
                <a:cs typeface="Times New Roman"/>
              </a:rPr>
              <a:t>c</a:t>
            </a:r>
            <a:r>
              <a:rPr sz="1700" spc="2" dirty="0">
                <a:latin typeface="Times New Roman"/>
                <a:cs typeface="Times New Roman"/>
              </a:rPr>
              <a:t> </a:t>
            </a:r>
            <a:r>
              <a:rPr sz="1700" spc="-2"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rg</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 to</a:t>
            </a:r>
            <a:r>
              <a:rPr sz="1700" dirty="0">
                <a:latin typeface="Times New Roman"/>
                <a:cs typeface="Times New Roman"/>
              </a:rPr>
              <a:t> </a:t>
            </a:r>
            <a:r>
              <a:rPr sz="1700" spc="5" dirty="0">
                <a:latin typeface="Times New Roman"/>
                <a:cs typeface="Times New Roman"/>
              </a:rPr>
              <a:t> </a:t>
            </a:r>
            <a:r>
              <a:rPr sz="1700" spc="-7" dirty="0">
                <a:latin typeface="Times New Roman"/>
                <a:cs typeface="Times New Roman"/>
              </a:rPr>
              <a:t>ca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o</a:t>
            </a:r>
            <a:r>
              <a:rPr sz="1700" spc="2" dirty="0">
                <a:latin typeface="Times New Roman"/>
                <a:cs typeface="Times New Roman"/>
              </a:rPr>
              <a:t>r</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5"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ors </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5" dirty="0">
                <a:latin typeface="Times New Roman"/>
                <a:cs typeface="Times New Roman"/>
              </a:rPr>
              <a:t> </a:t>
            </a:r>
            <a:r>
              <a:rPr sz="1700" dirty="0">
                <a:latin typeface="Times New Roman"/>
                <a:cs typeface="Times New Roman"/>
              </a:rPr>
              <a:t>i</a:t>
            </a:r>
            <a:r>
              <a:rPr sz="1700" spc="-5" dirty="0">
                <a:latin typeface="Times New Roman"/>
                <a:cs typeface="Times New Roman"/>
              </a:rPr>
              <a:t>nteg</a:t>
            </a:r>
            <a:r>
              <a:rPr sz="1700" spc="-7" dirty="0">
                <a:latin typeface="Times New Roman"/>
                <a:cs typeface="Times New Roman"/>
              </a:rPr>
              <a:t>ra</a:t>
            </a:r>
            <a:r>
              <a:rPr sz="1700" spc="-2" dirty="0">
                <a:latin typeface="Times New Roman"/>
                <a:cs typeface="Times New Roman"/>
              </a:rPr>
              <a:t>ted</a:t>
            </a:r>
            <a:r>
              <a:rPr sz="1700" dirty="0">
                <a:latin typeface="Times New Roman"/>
                <a:cs typeface="Times New Roman"/>
              </a:rPr>
              <a:t> </a:t>
            </a:r>
            <a:r>
              <a:rPr sz="1700" spc="-2" dirty="0">
                <a:latin typeface="Times New Roman"/>
                <a:cs typeface="Times New Roman"/>
              </a:rPr>
              <a:t> inside</a:t>
            </a:r>
            <a:r>
              <a:rPr sz="1700" dirty="0">
                <a:latin typeface="Times New Roman"/>
                <a:cs typeface="Times New Roman"/>
              </a:rPr>
              <a:t> </a:t>
            </a:r>
            <a:r>
              <a:rPr sz="1700" spc="2"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h</a:t>
            </a:r>
            <a:r>
              <a:rPr sz="1700" dirty="0">
                <a:latin typeface="Times New Roman"/>
                <a:cs typeface="Times New Roman"/>
              </a:rPr>
              <a:t>ip </a:t>
            </a:r>
            <a:r>
              <a:rPr sz="1700" spc="-2" dirty="0">
                <a:latin typeface="Times New Roman"/>
                <a:cs typeface="Times New Roman"/>
              </a:rPr>
              <a:t> </a:t>
            </a:r>
            <a:r>
              <a:rPr sz="1700" dirty="0">
                <a:latin typeface="Times New Roman"/>
                <a:cs typeface="Times New Roman"/>
              </a:rPr>
              <a:t>by </a:t>
            </a:r>
            <a:r>
              <a:rPr sz="1700" spc="-2" dirty="0">
                <a:latin typeface="Times New Roman"/>
                <a:cs typeface="Times New Roman"/>
              </a:rPr>
              <a:t> MOS tr</a:t>
            </a:r>
            <a:r>
              <a:rPr sz="1700" spc="-10" dirty="0">
                <a:latin typeface="Times New Roman"/>
                <a:cs typeface="Times New Roman"/>
              </a:rPr>
              <a:t>a</a:t>
            </a:r>
            <a:r>
              <a:rPr sz="1700" dirty="0">
                <a:latin typeface="Times New Roman"/>
                <a:cs typeface="Times New Roman"/>
              </a:rPr>
              <a:t>nsistors. </a:t>
            </a:r>
            <a:r>
              <a:rPr sz="1700" spc="14"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12" dirty="0">
                <a:latin typeface="Times New Roman"/>
                <a:cs typeface="Times New Roman"/>
              </a:rPr>
              <a:t> </a:t>
            </a:r>
            <a:r>
              <a:rPr sz="1700" spc="-5" dirty="0">
                <a:latin typeface="Times New Roman"/>
                <a:cs typeface="Times New Roman"/>
              </a:rPr>
              <a:t>dyn</a:t>
            </a:r>
            <a:r>
              <a:rPr sz="1700" spc="-7" dirty="0">
                <a:latin typeface="Times New Roman"/>
                <a:cs typeface="Times New Roman"/>
              </a:rPr>
              <a:t>a</a:t>
            </a:r>
            <a:r>
              <a:rPr sz="1700" spc="-5" dirty="0">
                <a:latin typeface="Times New Roman"/>
                <a:cs typeface="Times New Roman"/>
              </a:rPr>
              <a:t>mic</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onsum</a:t>
            </a:r>
            <a:r>
              <a:rPr sz="1700" spc="-7" dirty="0">
                <a:latin typeface="Times New Roman"/>
                <a:cs typeface="Times New Roman"/>
              </a:rPr>
              <a:t>e</a:t>
            </a:r>
            <a:r>
              <a:rPr sz="1700" dirty="0">
                <a:latin typeface="Times New Roman"/>
                <a:cs typeface="Times New Roman"/>
              </a:rPr>
              <a:t>s </a:t>
            </a:r>
            <a:r>
              <a:rPr sz="1700" spc="17" dirty="0">
                <a:latin typeface="Times New Roman"/>
                <a:cs typeface="Times New Roman"/>
              </a:rPr>
              <a:t> </a:t>
            </a:r>
            <a:r>
              <a:rPr sz="1700" dirty="0">
                <a:latin typeface="Times New Roman"/>
                <a:cs typeface="Times New Roman"/>
              </a:rPr>
              <a:t>less </a:t>
            </a:r>
            <a:r>
              <a:rPr sz="1700" spc="10" dirty="0">
                <a:latin typeface="Times New Roman"/>
                <a:cs typeface="Times New Roman"/>
              </a:rPr>
              <a:t> </a:t>
            </a:r>
            <a:r>
              <a:rPr sz="1700" dirty="0">
                <a:latin typeface="Times New Roman"/>
                <a:cs typeface="Times New Roman"/>
              </a:rPr>
              <a:t>pow</a:t>
            </a:r>
            <a:r>
              <a:rPr sz="1700" spc="-5" dirty="0">
                <a:latin typeface="Times New Roman"/>
                <a:cs typeface="Times New Roman"/>
              </a:rPr>
              <a:t>e</a:t>
            </a:r>
            <a:r>
              <a:rPr sz="1700" dirty="0">
                <a:latin typeface="Times New Roman"/>
                <a:cs typeface="Times New Roman"/>
              </a:rPr>
              <a:t>r </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14" dirty="0">
                <a:latin typeface="Times New Roman"/>
                <a:cs typeface="Times New Roman"/>
              </a:rPr>
              <a:t> </a:t>
            </a:r>
            <a:r>
              <a:rPr sz="1700" spc="-5" dirty="0">
                <a:latin typeface="Times New Roman"/>
                <a:cs typeface="Times New Roman"/>
              </a:rPr>
              <a:t>provid</a:t>
            </a:r>
            <a:r>
              <a:rPr sz="1700" spc="-10" dirty="0">
                <a:latin typeface="Times New Roman"/>
                <a:cs typeface="Times New Roman"/>
              </a:rPr>
              <a:t>e</a:t>
            </a:r>
            <a:r>
              <a:rPr sz="1700" dirty="0">
                <a:latin typeface="Times New Roman"/>
                <a:cs typeface="Times New Roman"/>
              </a:rPr>
              <a:t>s </a:t>
            </a:r>
            <a:r>
              <a:rPr sz="1700" spc="17"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ge</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storage</a:t>
            </a:r>
            <a:r>
              <a:rPr sz="1700" spc="-2" dirty="0">
                <a:latin typeface="Times New Roman"/>
                <a:cs typeface="Times New Roman"/>
              </a:rPr>
              <a:t> </a:t>
            </a:r>
            <a:r>
              <a:rPr sz="1700" spc="-7" dirty="0">
                <a:latin typeface="Times New Roman"/>
                <a:cs typeface="Times New Roman"/>
              </a:rPr>
              <a:t>ca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 </a:t>
            </a:r>
            <a:r>
              <a:rPr sz="1700" spc="-2" dirty="0">
                <a:latin typeface="Times New Roman"/>
                <a:cs typeface="Times New Roman"/>
              </a:rPr>
              <a:t>in </a:t>
            </a:r>
            <a:r>
              <a:rPr sz="1700" spc="-5" dirty="0">
                <a:latin typeface="Times New Roman"/>
                <a:cs typeface="Times New Roman"/>
              </a:rPr>
              <a:t>a</a:t>
            </a:r>
            <a:r>
              <a:rPr sz="1700" dirty="0">
                <a:latin typeface="Times New Roman"/>
                <a:cs typeface="Times New Roman"/>
              </a:rPr>
              <a:t> s</a:t>
            </a:r>
            <a:r>
              <a:rPr sz="1700" spc="-2" dirty="0">
                <a:latin typeface="Times New Roman"/>
                <a:cs typeface="Times New Roman"/>
              </a:rPr>
              <a:t>ingle </a:t>
            </a:r>
            <a:r>
              <a:rPr sz="1700" spc="-5" dirty="0">
                <a:latin typeface="Times New Roman"/>
                <a:cs typeface="Times New Roman"/>
              </a:rPr>
              <a:t>memor</a:t>
            </a:r>
            <a:r>
              <a:rPr sz="1700" dirty="0">
                <a:latin typeface="Times New Roman"/>
                <a:cs typeface="Times New Roman"/>
              </a:rPr>
              <a:t>y </a:t>
            </a:r>
            <a:r>
              <a:rPr sz="1700" spc="-7" dirty="0">
                <a:latin typeface="Times New Roman"/>
                <a:cs typeface="Times New Roman"/>
              </a:rPr>
              <a:t>c</a:t>
            </a:r>
            <a:r>
              <a:rPr sz="1700" spc="-2" dirty="0">
                <a:latin typeface="Times New Roman"/>
                <a:cs typeface="Times New Roman"/>
              </a:rPr>
              <a:t>hip.</a:t>
            </a:r>
            <a:endParaRPr sz="1700" dirty="0">
              <a:latin typeface="Times New Roman"/>
              <a:cs typeface="Times New Roman"/>
            </a:endParaRPr>
          </a:p>
          <a:p>
            <a:pPr marL="225716" algn="just"/>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4"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dirty="0">
                <a:latin typeface="Times New Roman"/>
                <a:cs typeface="Times New Roman"/>
              </a:rPr>
              <a:t> </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19" dirty="0">
                <a:latin typeface="Times New Roman"/>
                <a:cs typeface="Times New Roman"/>
              </a:rPr>
              <a:t>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5" dirty="0">
                <a:latin typeface="Times New Roman"/>
                <a:cs typeface="Times New Roman"/>
              </a:rPr>
              <a:t>b</a:t>
            </a:r>
            <a:r>
              <a:rPr sz="1700" spc="-2" dirty="0">
                <a:latin typeface="Times New Roman"/>
                <a:cs typeface="Times New Roman"/>
              </a:rPr>
              <a:t>le</a:t>
            </a:r>
            <a:r>
              <a:rPr sz="1700" dirty="0">
                <a:latin typeface="Times New Roman"/>
                <a:cs typeface="Times New Roman"/>
              </a:rPr>
              <a:t> </a:t>
            </a:r>
            <a:r>
              <a:rPr sz="1700" spc="14"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17"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19"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ri</a:t>
            </a:r>
            <a:r>
              <a:rPr sz="1700" spc="-10" dirty="0">
                <a:latin typeface="Times New Roman"/>
                <a:cs typeface="Times New Roman"/>
              </a:rPr>
              <a:t>e</a:t>
            </a:r>
            <a:r>
              <a:rPr sz="1700" spc="-2" dirty="0">
                <a:latin typeface="Times New Roman"/>
                <a:cs typeface="Times New Roman"/>
              </a:rPr>
              <a:t>ty</a:t>
            </a:r>
            <a:r>
              <a:rPr sz="1700" dirty="0">
                <a:latin typeface="Times New Roman"/>
                <a:cs typeface="Times New Roman"/>
              </a:rPr>
              <a:t> </a:t>
            </a:r>
            <a:r>
              <a:rPr sz="1700" spc="22" dirty="0">
                <a:latin typeface="Times New Roman"/>
                <a:cs typeface="Times New Roman"/>
              </a:rPr>
              <a:t> </a:t>
            </a:r>
            <a:r>
              <a:rPr sz="1700" dirty="0">
                <a:latin typeface="Times New Roman"/>
                <a:cs typeface="Times New Roman"/>
              </a:rPr>
              <a:t>of </a:t>
            </a:r>
            <a:r>
              <a:rPr sz="1700" spc="14" dirty="0">
                <a:latin typeface="Times New Roman"/>
                <a:cs typeface="Times New Roman"/>
              </a:rPr>
              <a:t> </a:t>
            </a:r>
            <a:r>
              <a:rPr sz="1700" spc="-5" dirty="0">
                <a:latin typeface="Times New Roman"/>
                <a:cs typeface="Times New Roman"/>
              </a:rPr>
              <a:t>si</a:t>
            </a:r>
            <a:r>
              <a:rPr sz="1700" dirty="0">
                <a:latin typeface="Times New Roman"/>
                <a:cs typeface="Times New Roman"/>
              </a:rPr>
              <a:t>z</a:t>
            </a:r>
            <a:r>
              <a:rPr sz="1700" spc="-7" dirty="0">
                <a:latin typeface="Times New Roman"/>
                <a:cs typeface="Times New Roman"/>
              </a:rPr>
              <a:t>e</a:t>
            </a:r>
            <a:r>
              <a:rPr sz="1700" dirty="0">
                <a:latin typeface="Times New Roman"/>
                <a:cs typeface="Times New Roman"/>
              </a:rPr>
              <a:t>s </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17"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s </a:t>
            </a:r>
            <a:r>
              <a:rPr sz="1700" spc="17" dirty="0">
                <a:latin typeface="Times New Roman"/>
                <a:cs typeface="Times New Roman"/>
              </a:rPr>
              <a:t> </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r </a:t>
            </a:r>
            <a:r>
              <a:rPr sz="1700" spc="14"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dirty="0">
                <a:latin typeface="Times New Roman"/>
                <a:cs typeface="Times New Roman"/>
              </a:rPr>
              <a:t> </a:t>
            </a:r>
            <a:r>
              <a:rPr sz="1700" spc="1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lang="en-US"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spc="-5" dirty="0">
                <a:latin typeface="Times New Roman"/>
                <a:cs typeface="Times New Roman"/>
              </a:rPr>
              <a:t>ment</a:t>
            </a:r>
            <a:r>
              <a:rPr lang="en-US" sz="1700" spc="-5" dirty="0">
                <a:latin typeface="Times New Roman"/>
                <a:cs typeface="Times New Roman"/>
              </a:rPr>
              <a:t>s</a:t>
            </a:r>
            <a:r>
              <a:rPr sz="1700" spc="-5" dirty="0">
                <a:latin typeface="Times New Roman"/>
                <a:cs typeface="Times New Roman"/>
              </a:rPr>
              <a:t>.</a:t>
            </a:r>
            <a:endParaRPr sz="1700" dirty="0">
              <a:latin typeface="Times New Roman"/>
              <a:cs typeface="Times New Roman"/>
            </a:endParaRPr>
          </a:p>
        </p:txBody>
      </p:sp>
    </p:spTree>
    <p:extLst>
      <p:ext uri="{BB962C8B-B14F-4D97-AF65-F5344CB8AC3E}">
        <p14:creationId xmlns:p14="http://schemas.microsoft.com/office/powerpoint/2010/main" val="342479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74A5-F3D9-1D59-5D81-48A57F0C69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8D3114-630C-1D8B-9534-51A7047B18E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7752EC0-A6FC-36B4-5386-4A0BDFA666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CBBC3E7-3573-F355-978A-76715A8D24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E41F886-4870-E9AA-6D23-5BA7BDF678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p:nvPr/>
        </p:nvSpPr>
        <p:spPr>
          <a:xfrm>
            <a:off x="1115507" y="1347079"/>
            <a:ext cx="3480110" cy="1816134"/>
          </a:xfrm>
          <a:prstGeom prst="rect">
            <a:avLst/>
          </a:prstGeom>
          <a:blipFill>
            <a:blip r:embed="rId6" cstate="print"/>
            <a:stretch>
              <a:fillRect/>
            </a:stretch>
          </a:blipFill>
        </p:spPr>
        <p:txBody>
          <a:bodyPr wrap="square" lIns="0" tIns="0" rIns="0" bIns="0" rtlCol="0"/>
          <a:lstStyle/>
          <a:p>
            <a:endParaRPr sz="866"/>
          </a:p>
        </p:txBody>
      </p:sp>
      <p:sp>
        <p:nvSpPr>
          <p:cNvPr id="2" name="object 3"/>
          <p:cNvSpPr txBox="1"/>
          <p:nvPr/>
        </p:nvSpPr>
        <p:spPr>
          <a:xfrm>
            <a:off x="1107887" y="3232705"/>
            <a:ext cx="7060580" cy="1359346"/>
          </a:xfrm>
          <a:prstGeom prst="rect">
            <a:avLst/>
          </a:prstGeom>
        </p:spPr>
        <p:txBody>
          <a:bodyPr vert="horz" wrap="square" lIns="0" tIns="0" rIns="0" bIns="0" rtlCol="0">
            <a:spAutoFit/>
          </a:bodyPr>
          <a:lstStyle/>
          <a:p>
            <a:pPr marL="116065" marR="3054" indent="-109957" algn="just">
              <a:buSzPct val="83333"/>
              <a:buFont typeface="Courier New"/>
              <a:buChar char="o"/>
              <a:tabLst>
                <a:tab pos="116065" algn="l"/>
              </a:tabLst>
            </a:pPr>
            <a:r>
              <a:rPr lang="en-US" sz="1700" dirty="0">
                <a:latin typeface="Times New Roman"/>
                <a:cs typeface="Times New Roman"/>
              </a:rPr>
              <a:t> </a:t>
            </a:r>
            <a:r>
              <a:rPr sz="1700" dirty="0">
                <a:latin typeface="Times New Roman"/>
                <a:cs typeface="Times New Roman"/>
              </a:rPr>
              <a:t>A</a:t>
            </a:r>
            <a:r>
              <a:rPr sz="1700" spc="10" dirty="0">
                <a:latin typeface="Times New Roman"/>
                <a:cs typeface="Times New Roman"/>
              </a:rPr>
              <a:t> </a:t>
            </a:r>
            <a:r>
              <a:rPr sz="1700" dirty="0">
                <a:latin typeface="Times New Roman"/>
                <a:cs typeface="Times New Roman"/>
              </a:rPr>
              <a:t>128</a:t>
            </a:r>
            <a:r>
              <a:rPr sz="1700" spc="10" dirty="0">
                <a:latin typeface="Times New Roman"/>
                <a:cs typeface="Times New Roman"/>
              </a:rPr>
              <a:t> </a:t>
            </a:r>
            <a:r>
              <a:rPr sz="1700" dirty="0">
                <a:latin typeface="Times New Roman"/>
                <a:cs typeface="Times New Roman"/>
              </a:rPr>
              <a:t>*</a:t>
            </a:r>
            <a:r>
              <a:rPr sz="1700" spc="10" dirty="0">
                <a:latin typeface="Times New Roman"/>
                <a:cs typeface="Times New Roman"/>
              </a:rPr>
              <a:t> </a:t>
            </a:r>
            <a:r>
              <a:rPr sz="1700" dirty="0">
                <a:latin typeface="Times New Roman"/>
                <a:cs typeface="Times New Roman"/>
              </a:rPr>
              <a:t>8</a:t>
            </a:r>
            <a:r>
              <a:rPr sz="1700" spc="10"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1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10" dirty="0">
                <a:latin typeface="Times New Roman"/>
                <a:cs typeface="Times New Roman"/>
              </a:rPr>
              <a:t> </a:t>
            </a:r>
            <a:r>
              <a:rPr sz="1700" spc="-5" dirty="0">
                <a:latin typeface="Times New Roman"/>
                <a:cs typeface="Times New Roman"/>
              </a:rPr>
              <a:t>a</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7" dirty="0">
                <a:latin typeface="Times New Roman"/>
                <a:cs typeface="Times New Roman"/>
              </a:rPr>
              <a:t>ca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10"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dirty="0">
                <a:latin typeface="Times New Roman"/>
                <a:cs typeface="Times New Roman"/>
              </a:rPr>
              <a:t>128</a:t>
            </a:r>
            <a:r>
              <a:rPr sz="1700" spc="10"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10"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7" dirty="0">
                <a:latin typeface="Times New Roman"/>
                <a:cs typeface="Times New Roman"/>
              </a:rPr>
              <a:t>e</a:t>
            </a:r>
            <a:r>
              <a:rPr sz="1700" spc="-2" dirty="0">
                <a:latin typeface="Times New Roman"/>
                <a:cs typeface="Times New Roman"/>
              </a:rPr>
              <a:t>ight</a:t>
            </a:r>
            <a:r>
              <a:rPr sz="1700" spc="12"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10" dirty="0">
                <a:latin typeface="Times New Roman"/>
                <a:cs typeface="Times New Roman"/>
              </a:rPr>
              <a:t> </a:t>
            </a:r>
            <a:r>
              <a:rPr sz="1700" spc="-5" dirty="0">
                <a:latin typeface="Times New Roman"/>
                <a:cs typeface="Times New Roman"/>
              </a:rPr>
              <a:t>(one</a:t>
            </a:r>
            <a:r>
              <a:rPr sz="1700" spc="5" dirty="0">
                <a:latin typeface="Times New Roman"/>
                <a:cs typeface="Times New Roman"/>
              </a:rPr>
              <a:t> </a:t>
            </a:r>
            <a:r>
              <a:rPr sz="1700" spc="-2" dirty="0">
                <a:latin typeface="Times New Roman"/>
                <a:cs typeface="Times New Roman"/>
              </a:rPr>
              <a:t>byte)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w</a:t>
            </a:r>
            <a:r>
              <a:rPr sz="1700" dirty="0">
                <a:latin typeface="Times New Roman"/>
                <a:cs typeface="Times New Roman"/>
              </a:rPr>
              <a:t>ord. </a:t>
            </a:r>
            <a:r>
              <a:rPr sz="1700" spc="-7" dirty="0">
                <a:latin typeface="Times New Roman"/>
                <a:cs typeface="Times New Roman"/>
              </a:rPr>
              <a:t>T</a:t>
            </a:r>
            <a:r>
              <a:rPr sz="1700" spc="-2" dirty="0">
                <a:latin typeface="Times New Roman"/>
                <a:cs typeface="Times New Roman"/>
              </a:rPr>
              <a:t>his</a:t>
            </a:r>
            <a:r>
              <a:rPr sz="1700"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7</a:t>
            </a:r>
            <a:r>
              <a:rPr sz="1700" spc="-2" dirty="0">
                <a:latin typeface="Times New Roman"/>
                <a:cs typeface="Times New Roman"/>
              </a:rPr>
              <a:t>-bit</a:t>
            </a:r>
            <a:r>
              <a:rPr sz="1700"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and</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 8</a:t>
            </a:r>
            <a:r>
              <a:rPr sz="1700" spc="-2" dirty="0">
                <a:latin typeface="Times New Roman"/>
                <a:cs typeface="Times New Roman"/>
              </a:rPr>
              <a:t>-</a:t>
            </a:r>
            <a:r>
              <a:rPr sz="1700" spc="-5" dirty="0">
                <a:latin typeface="Times New Roman"/>
                <a:cs typeface="Times New Roman"/>
              </a:rPr>
              <a:t>b</a:t>
            </a:r>
            <a:r>
              <a:rPr sz="170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bidir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tion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data </a:t>
            </a:r>
            <a:r>
              <a:rPr sz="1700" dirty="0">
                <a:latin typeface="Times New Roman"/>
                <a:cs typeface="Times New Roman"/>
              </a:rPr>
              <a:t>bus.</a:t>
            </a:r>
          </a:p>
          <a:p>
            <a:pPr marL="116065" marR="2443" indent="-109957" algn="just">
              <a:spcBef>
                <a:spcPts val="363"/>
              </a:spcBef>
              <a:buSzPct val="83333"/>
              <a:buFont typeface="Courier New"/>
              <a:buChar char="o"/>
              <a:tabLst>
                <a:tab pos="116065" algn="l"/>
              </a:tabLst>
            </a:pPr>
            <a:r>
              <a:rPr lang="en-US" sz="1700" spc="-5" dirty="0">
                <a:latin typeface="Times New Roman"/>
                <a:cs typeface="Times New Roman"/>
              </a:rPr>
              <a:t> </a:t>
            </a:r>
            <a:r>
              <a:rPr sz="1700" spc="-5" dirty="0">
                <a:latin typeface="Times New Roman"/>
                <a:cs typeface="Times New Roman"/>
              </a:rPr>
              <a:t>The</a:t>
            </a:r>
            <a:r>
              <a:rPr sz="1700" spc="24" dirty="0">
                <a:latin typeface="Times New Roman"/>
                <a:cs typeface="Times New Roman"/>
              </a:rPr>
              <a:t> </a:t>
            </a:r>
            <a:r>
              <a:rPr sz="1700" dirty="0">
                <a:latin typeface="Times New Roman"/>
                <a:cs typeface="Times New Roman"/>
              </a:rPr>
              <a:t>8</a:t>
            </a:r>
            <a:r>
              <a:rPr sz="1700" spc="-2" dirty="0">
                <a:latin typeface="Times New Roman"/>
                <a:cs typeface="Times New Roman"/>
              </a:rPr>
              <a:t>-bit</a:t>
            </a:r>
            <a:r>
              <a:rPr sz="1700" spc="29" dirty="0">
                <a:latin typeface="Times New Roman"/>
                <a:cs typeface="Times New Roman"/>
              </a:rPr>
              <a:t> </a:t>
            </a:r>
            <a:r>
              <a:rPr sz="1700" spc="-2" dirty="0">
                <a:latin typeface="Times New Roman"/>
                <a:cs typeface="Times New Roman"/>
              </a:rPr>
              <a:t>bidir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tion</a:t>
            </a:r>
            <a:r>
              <a:rPr sz="1700" spc="-7" dirty="0">
                <a:latin typeface="Times New Roman"/>
                <a:cs typeface="Times New Roman"/>
              </a:rPr>
              <a:t>a</a:t>
            </a:r>
            <a:r>
              <a:rPr sz="1700" spc="-2" dirty="0">
                <a:latin typeface="Times New Roman"/>
                <a:cs typeface="Times New Roman"/>
              </a:rPr>
              <a:t>l</a:t>
            </a:r>
            <a:r>
              <a:rPr sz="1700" spc="29" dirty="0">
                <a:latin typeface="Times New Roman"/>
                <a:cs typeface="Times New Roman"/>
              </a:rPr>
              <a:t> </a:t>
            </a:r>
            <a:r>
              <a:rPr sz="1700" spc="-7" dirty="0">
                <a:latin typeface="Times New Roman"/>
                <a:cs typeface="Times New Roman"/>
              </a:rPr>
              <a:t>da</a:t>
            </a:r>
            <a:r>
              <a:rPr sz="1700" spc="-2" dirty="0">
                <a:latin typeface="Times New Roman"/>
                <a:cs typeface="Times New Roman"/>
              </a:rPr>
              <a:t>ta</a:t>
            </a:r>
            <a:r>
              <a:rPr sz="1700" spc="26" dirty="0">
                <a:latin typeface="Times New Roman"/>
                <a:cs typeface="Times New Roman"/>
              </a:rPr>
              <a:t> </a:t>
            </a:r>
            <a:r>
              <a:rPr sz="1700" dirty="0">
                <a:latin typeface="Times New Roman"/>
                <a:cs typeface="Times New Roman"/>
              </a:rPr>
              <a:t>bus</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ows</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a:t>
            </a:r>
            <a:r>
              <a:rPr sz="1700" spc="26"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spc="-7" dirty="0">
                <a:latin typeface="Times New Roman"/>
                <a:cs typeface="Times New Roman"/>
              </a:rPr>
              <a:t>e</a:t>
            </a:r>
            <a:r>
              <a:rPr sz="1700" spc="-2" dirty="0">
                <a:latin typeface="Times New Roman"/>
                <a:cs typeface="Times New Roman"/>
              </a:rPr>
              <a:t>ith</a:t>
            </a:r>
            <a:r>
              <a:rPr sz="1700" spc="-7" dirty="0">
                <a:latin typeface="Times New Roman"/>
                <a:cs typeface="Times New Roman"/>
              </a:rPr>
              <a:t>e</a:t>
            </a:r>
            <a:r>
              <a:rPr sz="1700" dirty="0">
                <a:latin typeface="Times New Roman"/>
                <a:cs typeface="Times New Roman"/>
              </a:rPr>
              <a:t>r</a:t>
            </a:r>
            <a:r>
              <a:rPr sz="1700" spc="26"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29"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5" dirty="0">
                <a:latin typeface="Times New Roman"/>
                <a:cs typeface="Times New Roman"/>
              </a:rPr>
              <a:t>mory</a:t>
            </a:r>
            <a:r>
              <a:rPr sz="1700" spc="26" dirty="0">
                <a:latin typeface="Times New Roman"/>
                <a:cs typeface="Times New Roman"/>
              </a:rPr>
              <a:t> </a:t>
            </a:r>
            <a:r>
              <a:rPr sz="1700" spc="-2" dirty="0">
                <a:latin typeface="Times New Roman"/>
                <a:cs typeface="Times New Roman"/>
              </a:rPr>
              <a:t>to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dirty="0">
                <a:latin typeface="Times New Roman"/>
                <a:cs typeface="Times New Roman"/>
              </a:rPr>
              <a:t>du</a:t>
            </a:r>
            <a:r>
              <a:rPr sz="1700" spc="-5" dirty="0">
                <a:latin typeface="Times New Roman"/>
                <a:cs typeface="Times New Roman"/>
              </a:rPr>
              <a:t>ring</a:t>
            </a:r>
            <a:r>
              <a:rPr sz="1700" spc="-2"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b="1" spc="-7" dirty="0">
                <a:latin typeface="Times New Roman"/>
                <a:cs typeface="Times New Roman"/>
              </a:rPr>
              <a:t>re</a:t>
            </a:r>
            <a:r>
              <a:rPr sz="1700" b="1" dirty="0">
                <a:latin typeface="Times New Roman"/>
                <a:cs typeface="Times New Roman"/>
              </a:rPr>
              <a:t>ad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2" dirty="0">
                <a:latin typeface="Times New Roman"/>
                <a:cs typeface="Times New Roman"/>
              </a:rPr>
              <a:t>ati</a:t>
            </a:r>
            <a:r>
              <a:rPr sz="1700" dirty="0">
                <a:latin typeface="Times New Roman"/>
                <a:cs typeface="Times New Roman"/>
              </a:rPr>
              <a:t>on or</a:t>
            </a:r>
            <a:r>
              <a:rPr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to </a:t>
            </a:r>
            <a:r>
              <a:rPr sz="1700" spc="-5" dirty="0">
                <a:latin typeface="Times New Roman"/>
                <a:cs typeface="Times New Roman"/>
              </a:rPr>
              <a:t>memor</a:t>
            </a:r>
            <a:r>
              <a:rPr sz="1700" dirty="0">
                <a:latin typeface="Times New Roman"/>
                <a:cs typeface="Times New Roman"/>
              </a:rPr>
              <a:t>y du</a:t>
            </a:r>
            <a:r>
              <a:rPr sz="1700" spc="-2" dirty="0">
                <a:latin typeface="Times New Roman"/>
                <a:cs typeface="Times New Roman"/>
              </a:rPr>
              <a:t>r</a:t>
            </a:r>
            <a:r>
              <a:rPr sz="1700" spc="-5" dirty="0">
                <a:latin typeface="Times New Roman"/>
                <a:cs typeface="Times New Roman"/>
              </a:rPr>
              <a:t>ing</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b="1" spc="-2" dirty="0">
                <a:latin typeface="Times New Roman"/>
                <a:cs typeface="Times New Roman"/>
              </a:rPr>
              <a:t>w</a:t>
            </a:r>
            <a:r>
              <a:rPr sz="1700" b="1" spc="-5" dirty="0">
                <a:latin typeface="Times New Roman"/>
                <a:cs typeface="Times New Roman"/>
              </a:rPr>
              <a:t>r</a:t>
            </a:r>
            <a:r>
              <a:rPr sz="1700" b="1" spc="-2" dirty="0">
                <a:latin typeface="Times New Roman"/>
                <a:cs typeface="Times New Roman"/>
              </a:rPr>
              <a:t>i</a:t>
            </a:r>
            <a:r>
              <a:rPr sz="1700" b="1" dirty="0">
                <a:latin typeface="Times New Roman"/>
                <a:cs typeface="Times New Roman"/>
              </a:rPr>
              <a:t>t</a:t>
            </a:r>
            <a:r>
              <a:rPr sz="1700" b="1" spc="-5" dirty="0">
                <a:latin typeface="Times New Roman"/>
                <a:cs typeface="Times New Roman"/>
              </a:rPr>
              <a:t>e</a:t>
            </a:r>
            <a:r>
              <a:rPr sz="1700" b="1" spc="-2"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p:txBody>
      </p:sp>
      <p:sp>
        <p:nvSpPr>
          <p:cNvPr id="7" name="TextBox 6">
            <a:extLst>
              <a:ext uri="{FF2B5EF4-FFF2-40B4-BE49-F238E27FC236}">
                <a16:creationId xmlns:a16="http://schemas.microsoft.com/office/drawing/2014/main" id="{248FD51E-2840-8F34-64A9-1F098897ACB4}"/>
              </a:ext>
            </a:extLst>
          </p:cNvPr>
          <p:cNvSpPr txBox="1"/>
          <p:nvPr/>
        </p:nvSpPr>
        <p:spPr>
          <a:xfrm>
            <a:off x="838200" y="662034"/>
            <a:ext cx="7365380" cy="615553"/>
          </a:xfrm>
          <a:prstGeom prst="rect">
            <a:avLst/>
          </a:prstGeom>
          <a:noFill/>
        </p:spPr>
        <p:txBody>
          <a:bodyPr wrap="square">
            <a:spAutoFit/>
          </a:bodyPr>
          <a:lstStyle/>
          <a:p>
            <a:pPr marL="225716" algn="just"/>
            <a:r>
              <a:rPr lang="en-US" sz="1700" spc="-5" dirty="0">
                <a:latin typeface="Times New Roman"/>
                <a:cs typeface="Times New Roman"/>
              </a:rPr>
              <a:t>T</a:t>
            </a:r>
            <a:r>
              <a:rPr lang="en-US" sz="1700" spc="-2" dirty="0">
                <a:latin typeface="Times New Roman"/>
                <a:cs typeface="Times New Roman"/>
              </a:rPr>
              <a:t>h</a:t>
            </a:r>
            <a:r>
              <a:rPr lang="en-US" sz="1700" spc="-5" dirty="0">
                <a:latin typeface="Times New Roman"/>
                <a:cs typeface="Times New Roman"/>
              </a:rPr>
              <a:t>e</a:t>
            </a:r>
            <a:r>
              <a:rPr lang="en-US" sz="1700" spc="19" dirty="0">
                <a:latin typeface="Times New Roman"/>
                <a:cs typeface="Times New Roman"/>
              </a:rPr>
              <a:t> </a:t>
            </a:r>
            <a:r>
              <a:rPr lang="en-US" sz="1700" spc="-5" dirty="0">
                <a:latin typeface="Times New Roman"/>
                <a:cs typeface="Times New Roman"/>
              </a:rPr>
              <a:t>follow</a:t>
            </a:r>
            <a:r>
              <a:rPr lang="en-US" sz="1700" dirty="0">
                <a:latin typeface="Times New Roman"/>
                <a:cs typeface="Times New Roman"/>
              </a:rPr>
              <a:t>ing</a:t>
            </a:r>
            <a:r>
              <a:rPr lang="en-US" sz="1700" spc="22" dirty="0">
                <a:latin typeface="Times New Roman"/>
                <a:cs typeface="Times New Roman"/>
              </a:rPr>
              <a:t> </a:t>
            </a:r>
            <a:r>
              <a:rPr lang="en-US" sz="1700" spc="-5" dirty="0">
                <a:latin typeface="Times New Roman"/>
                <a:cs typeface="Times New Roman"/>
              </a:rPr>
              <a:t>block</a:t>
            </a:r>
            <a:r>
              <a:rPr lang="en-US" sz="1700" spc="19" dirty="0">
                <a:latin typeface="Times New Roman"/>
                <a:cs typeface="Times New Roman"/>
              </a:rPr>
              <a:t> </a:t>
            </a:r>
            <a:r>
              <a:rPr lang="en-US" sz="1700" spc="-5" dirty="0">
                <a:latin typeface="Times New Roman"/>
                <a:cs typeface="Times New Roman"/>
              </a:rPr>
              <a:t>diag</a:t>
            </a:r>
            <a:r>
              <a:rPr lang="en-US" sz="1700" dirty="0">
                <a:latin typeface="Times New Roman"/>
                <a:cs typeface="Times New Roman"/>
              </a:rPr>
              <a:t>r</a:t>
            </a:r>
            <a:r>
              <a:rPr lang="en-US" sz="1700" spc="-7" dirty="0">
                <a:latin typeface="Times New Roman"/>
                <a:cs typeface="Times New Roman"/>
              </a:rPr>
              <a:t>a</a:t>
            </a:r>
            <a:r>
              <a:rPr lang="en-US" sz="1700" spc="-5" dirty="0">
                <a:latin typeface="Times New Roman"/>
                <a:cs typeface="Times New Roman"/>
              </a:rPr>
              <a:t>m</a:t>
            </a:r>
            <a:r>
              <a:rPr lang="en-US" sz="1700" spc="22"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a:t>
            </a:r>
            <a:r>
              <a:rPr lang="en-US" sz="1700" spc="-5" dirty="0">
                <a:latin typeface="Times New Roman"/>
                <a:cs typeface="Times New Roman"/>
              </a:rPr>
              <a:t>mo</a:t>
            </a:r>
            <a:r>
              <a:rPr lang="en-US" sz="1700" dirty="0">
                <a:latin typeface="Times New Roman"/>
                <a:cs typeface="Times New Roman"/>
              </a:rPr>
              <a:t>n</a:t>
            </a:r>
            <a:r>
              <a:rPr lang="en-US" sz="1700" spc="-5" dirty="0">
                <a:latin typeface="Times New Roman"/>
                <a:cs typeface="Times New Roman"/>
              </a:rPr>
              <a:t>stra</a:t>
            </a:r>
            <a:r>
              <a:rPr lang="en-US" sz="1700" spc="-2" dirty="0">
                <a:latin typeface="Times New Roman"/>
                <a:cs typeface="Times New Roman"/>
              </a:rPr>
              <a:t>tes</a:t>
            </a:r>
            <a:r>
              <a:rPr lang="en-US" sz="1700" spc="22" dirty="0">
                <a:latin typeface="Times New Roman"/>
                <a:cs typeface="Times New Roman"/>
              </a:rPr>
              <a:t> </a:t>
            </a:r>
            <a:r>
              <a:rPr lang="en-US" sz="1700" spc="-2" dirty="0">
                <a:latin typeface="Times New Roman"/>
                <a:cs typeface="Times New Roman"/>
              </a:rPr>
              <a:t>the</a:t>
            </a:r>
            <a:r>
              <a:rPr lang="en-US" sz="1700" spc="26"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hip</a:t>
            </a:r>
            <a:r>
              <a:rPr lang="en-US" sz="1700" spc="22" dirty="0">
                <a:latin typeface="Times New Roman"/>
                <a:cs typeface="Times New Roman"/>
              </a:rPr>
              <a:t> </a:t>
            </a:r>
            <a:r>
              <a:rPr lang="en-US" sz="1700" spc="-2" dirty="0">
                <a:latin typeface="Times New Roman"/>
                <a:cs typeface="Times New Roman"/>
              </a:rPr>
              <a:t>int</a:t>
            </a:r>
            <a:r>
              <a:rPr lang="en-US" sz="1700" spc="-7" dirty="0">
                <a:latin typeface="Times New Roman"/>
                <a:cs typeface="Times New Roman"/>
              </a:rPr>
              <a:t>e</a:t>
            </a:r>
            <a:r>
              <a:rPr lang="en-US" sz="1700" spc="-2" dirty="0">
                <a:latin typeface="Times New Roman"/>
                <a:cs typeface="Times New Roman"/>
              </a:rPr>
              <a:t>r</a:t>
            </a:r>
            <a:r>
              <a:rPr lang="en-US" sz="1700" spc="-10" dirty="0">
                <a:latin typeface="Times New Roman"/>
                <a:cs typeface="Times New Roman"/>
              </a:rPr>
              <a:t>c</a:t>
            </a:r>
            <a:r>
              <a:rPr lang="en-US" sz="1700" dirty="0">
                <a:latin typeface="Times New Roman"/>
                <a:cs typeface="Times New Roman"/>
              </a:rPr>
              <a:t>on</a:t>
            </a:r>
            <a:r>
              <a:rPr lang="en-US" sz="1700" spc="5" dirty="0">
                <a:latin typeface="Times New Roman"/>
                <a:cs typeface="Times New Roman"/>
              </a:rPr>
              <a:t>n</a:t>
            </a:r>
            <a:r>
              <a:rPr lang="en-US" sz="1700" spc="-7" dirty="0">
                <a:latin typeface="Times New Roman"/>
                <a:cs typeface="Times New Roman"/>
              </a:rPr>
              <a:t>ec</a:t>
            </a:r>
            <a:r>
              <a:rPr lang="en-US" sz="1700" spc="-2" dirty="0">
                <a:latin typeface="Times New Roman"/>
                <a:cs typeface="Times New Roman"/>
              </a:rPr>
              <a:t>ti</a:t>
            </a:r>
            <a:r>
              <a:rPr lang="en-US" sz="1700" dirty="0">
                <a:latin typeface="Times New Roman"/>
                <a:cs typeface="Times New Roman"/>
              </a:rPr>
              <a:t>on</a:t>
            </a:r>
            <a:r>
              <a:rPr lang="en-US" sz="1700" spc="22" dirty="0">
                <a:latin typeface="Times New Roman"/>
                <a:cs typeface="Times New Roman"/>
              </a:rPr>
              <a:t> </a:t>
            </a:r>
            <a:r>
              <a:rPr lang="en-US" sz="1700" spc="-2" dirty="0">
                <a:latin typeface="Times New Roman"/>
                <a:cs typeface="Times New Roman"/>
              </a:rPr>
              <a:t>in</a:t>
            </a:r>
            <a:r>
              <a:rPr lang="en-US" sz="1700" spc="22" dirty="0">
                <a:latin typeface="Times New Roman"/>
                <a:cs typeface="Times New Roman"/>
              </a:rPr>
              <a:t> </a:t>
            </a:r>
            <a:r>
              <a:rPr lang="en-US" sz="1700" spc="-5" dirty="0">
                <a:latin typeface="Times New Roman"/>
                <a:cs typeface="Times New Roman"/>
              </a:rPr>
              <a:t>a</a:t>
            </a:r>
            <a:r>
              <a:rPr lang="en-US" sz="1700" spc="-2" dirty="0">
                <a:latin typeface="Times New Roman"/>
                <a:cs typeface="Times New Roman"/>
              </a:rPr>
              <a:t> </a:t>
            </a:r>
            <a:r>
              <a:rPr lang="en-US" sz="1700" dirty="0">
                <a:latin typeface="Times New Roman"/>
                <a:cs typeface="Times New Roman"/>
              </a:rPr>
              <a:t>128 * 8 </a:t>
            </a:r>
            <a:r>
              <a:rPr lang="en-US" sz="1700" spc="-5" dirty="0">
                <a:latin typeface="Times New Roman"/>
                <a:cs typeface="Times New Roman"/>
              </a:rPr>
              <a:t>R</a:t>
            </a:r>
            <a:r>
              <a:rPr lang="en-US" sz="1700" spc="-2" dirty="0">
                <a:latin typeface="Times New Roman"/>
                <a:cs typeface="Times New Roman"/>
              </a:rPr>
              <a:t>A</a:t>
            </a:r>
            <a:r>
              <a:rPr lang="en-US" sz="1700" dirty="0">
                <a:latin typeface="Times New Roman"/>
                <a:cs typeface="Times New Roman"/>
              </a:rPr>
              <a:t>M </a:t>
            </a:r>
            <a:r>
              <a:rPr lang="en-US" sz="1700" spc="-10" dirty="0">
                <a:latin typeface="Times New Roman"/>
                <a:cs typeface="Times New Roman"/>
              </a:rPr>
              <a:t>c</a:t>
            </a:r>
            <a:r>
              <a:rPr lang="en-US" sz="1700" spc="-2" dirty="0">
                <a:latin typeface="Times New Roman"/>
                <a:cs typeface="Times New Roman"/>
              </a:rPr>
              <a:t>hip.</a:t>
            </a:r>
            <a:endParaRPr lang="en-US" sz="1700" dirty="0">
              <a:latin typeface="Times New Roman"/>
              <a:cs typeface="Times New Roman"/>
            </a:endParaRPr>
          </a:p>
        </p:txBody>
      </p:sp>
    </p:spTree>
    <p:extLst>
      <p:ext uri="{BB962C8B-B14F-4D97-AF65-F5344CB8AC3E}">
        <p14:creationId xmlns:p14="http://schemas.microsoft.com/office/powerpoint/2010/main" val="3428678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74A5-F3D9-1D59-5D81-48A57F0C69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8D3114-630C-1D8B-9534-51A7047B18E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7752EC0-A6FC-36B4-5386-4A0BDFA666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CBBC3E7-3573-F355-978A-76715A8D24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E41F886-4870-E9AA-6D23-5BA7BDF678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28700" y="887805"/>
            <a:ext cx="7086600" cy="3070071"/>
          </a:xfrm>
          <a:prstGeom prst="rect">
            <a:avLst/>
          </a:prstGeom>
        </p:spPr>
        <p:txBody>
          <a:bodyPr vert="horz" wrap="square" lIns="0" tIns="0" rIns="0" bIns="0" rtlCol="0">
            <a:spAutoFit/>
          </a:bodyPr>
          <a:lstStyle/>
          <a:p>
            <a:pPr marL="116065" marR="3054" indent="-109957" algn="just">
              <a:buSzPct val="83333"/>
              <a:buFont typeface="Courier New"/>
              <a:buChar char="o"/>
              <a:tabLst>
                <a:tab pos="116065" algn="l"/>
              </a:tabLst>
            </a:pPr>
            <a:r>
              <a:rPr sz="1700" spc="-5" dirty="0">
                <a:latin typeface="Times New Roman"/>
                <a:cs typeface="Times New Roman"/>
              </a:rPr>
              <a:t>The </a:t>
            </a:r>
            <a:r>
              <a:rPr sz="1700" b="1" spc="-7" dirty="0">
                <a:latin typeface="Times New Roman"/>
                <a:cs typeface="Times New Roman"/>
              </a:rPr>
              <a:t>re</a:t>
            </a:r>
            <a:r>
              <a:rPr sz="1700" b="1" dirty="0">
                <a:latin typeface="Times New Roman"/>
                <a:cs typeface="Times New Roman"/>
              </a:rPr>
              <a:t>ad</a:t>
            </a:r>
            <a:r>
              <a:rPr sz="1700" b="1" spc="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b="1" spc="-2" dirty="0">
                <a:latin typeface="Times New Roman"/>
                <a:cs typeface="Times New Roman"/>
              </a:rPr>
              <a:t>w</a:t>
            </a:r>
            <a:r>
              <a:rPr sz="1700" b="1" spc="-5" dirty="0">
                <a:latin typeface="Times New Roman"/>
                <a:cs typeface="Times New Roman"/>
              </a:rPr>
              <a:t>r</a:t>
            </a:r>
            <a:r>
              <a:rPr sz="1700" b="1" spc="-2" dirty="0">
                <a:latin typeface="Times New Roman"/>
                <a:cs typeface="Times New Roman"/>
              </a:rPr>
              <a:t>ite</a:t>
            </a:r>
            <a:r>
              <a:rPr sz="1700" b="1" spc="-5" dirty="0">
                <a:latin typeface="Times New Roman"/>
                <a:cs typeface="Times New Roman"/>
              </a:rPr>
              <a:t> </a:t>
            </a:r>
            <a:r>
              <a:rPr sz="1700" spc="-5" dirty="0">
                <a:latin typeface="Times New Roman"/>
                <a:cs typeface="Times New Roman"/>
              </a:rPr>
              <a:t>inpu</a:t>
            </a:r>
            <a:r>
              <a:rPr sz="1700" spc="2" dirty="0">
                <a:latin typeface="Times New Roman"/>
                <a:cs typeface="Times New Roman"/>
              </a:rPr>
              <a:t>t</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spe</a:t>
            </a:r>
            <a:r>
              <a:rPr sz="1700" spc="-7" dirty="0">
                <a:latin typeface="Times New Roman"/>
                <a:cs typeface="Times New Roman"/>
              </a:rPr>
              <a:t>c</a:t>
            </a:r>
            <a:r>
              <a:rPr sz="1700" spc="-2" dirty="0">
                <a:latin typeface="Times New Roman"/>
                <a:cs typeface="Times New Roman"/>
              </a:rPr>
              <a:t>ify</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8" dirty="0">
                <a:latin typeface="Times New Roman"/>
                <a:cs typeface="Times New Roman"/>
              </a:rPr>
              <a:t> </a:t>
            </a:r>
            <a:r>
              <a:rPr sz="1700" dirty="0">
                <a:latin typeface="Times New Roman"/>
                <a:cs typeface="Times New Roman"/>
              </a:rPr>
              <a:t>o</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dirty="0">
                <a:latin typeface="Times New Roman"/>
                <a:cs typeface="Times New Roman"/>
              </a:rPr>
              <a:t>two</a:t>
            </a:r>
            <a:r>
              <a:rPr sz="1700" spc="38"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46" dirty="0">
                <a:latin typeface="Times New Roman"/>
                <a:cs typeface="Times New Roman"/>
              </a:rPr>
              <a:t> </a:t>
            </a:r>
            <a:r>
              <a:rPr sz="1700" spc="-2" dirty="0">
                <a:latin typeface="Times New Roman"/>
                <a:cs typeface="Times New Roman"/>
              </a:rPr>
              <a:t>sele</a:t>
            </a:r>
            <a:r>
              <a:rPr sz="1700" spc="-10" dirty="0">
                <a:latin typeface="Times New Roman"/>
                <a:cs typeface="Times New Roman"/>
              </a:rPr>
              <a:t>c</a:t>
            </a:r>
            <a:r>
              <a:rPr sz="1700" spc="-2" dirty="0">
                <a:latin typeface="Times New Roman"/>
                <a:cs typeface="Times New Roman"/>
              </a:rPr>
              <a:t>t </a:t>
            </a:r>
            <a:r>
              <a:rPr sz="1700" dirty="0">
                <a:latin typeface="Times New Roman"/>
                <a:cs typeface="Times New Roman"/>
              </a:rPr>
              <a:t>(CS)</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5" dirty="0">
                <a:latin typeface="Times New Roman"/>
                <a:cs typeface="Times New Roman"/>
              </a:rPr>
              <a:t> </a:t>
            </a:r>
            <a:r>
              <a:rPr sz="1700" spc="-2" dirty="0">
                <a:latin typeface="Times New Roman"/>
                <a:cs typeface="Times New Roman"/>
              </a:rPr>
              <a:t>input</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are</a:t>
            </a:r>
            <a:r>
              <a:rPr sz="1700" spc="5" dirty="0">
                <a:latin typeface="Times New Roman"/>
                <a:cs typeface="Times New Roman"/>
              </a:rPr>
              <a:t> </a:t>
            </a:r>
            <a:r>
              <a:rPr sz="1700" spc="2" dirty="0">
                <a:latin typeface="Times New Roman"/>
                <a:cs typeface="Times New Roman"/>
              </a:rPr>
              <a:t>f</a:t>
            </a:r>
            <a:r>
              <a:rPr sz="1700" dirty="0">
                <a:latin typeface="Times New Roman"/>
                <a:cs typeface="Times New Roman"/>
              </a:rPr>
              <a:t>or</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bli</a:t>
            </a:r>
            <a:r>
              <a:rPr sz="1700" dirty="0">
                <a:latin typeface="Times New Roman"/>
                <a:cs typeface="Times New Roman"/>
              </a:rPr>
              <a:t>ng</a:t>
            </a:r>
            <a:r>
              <a:rPr sz="1700" spc="5"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5" dirty="0">
                <a:latin typeface="Times New Roman"/>
                <a:cs typeface="Times New Roman"/>
              </a:rPr>
              <a:t> </a:t>
            </a:r>
            <a:r>
              <a:rPr sz="1700" spc="-5" dirty="0">
                <a:latin typeface="Times New Roman"/>
                <a:cs typeface="Times New Roman"/>
              </a:rPr>
              <a:t>only</a:t>
            </a:r>
            <a:r>
              <a:rPr sz="1700" spc="10"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10"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mi</a:t>
            </a:r>
            <a:r>
              <a:rPr sz="1700" spc="-7" dirty="0">
                <a:latin typeface="Times New Roman"/>
                <a:cs typeface="Times New Roman"/>
              </a:rPr>
              <a:t>c</a:t>
            </a:r>
            <a:r>
              <a:rPr sz="1700" dirty="0">
                <a:latin typeface="Times New Roman"/>
                <a:cs typeface="Times New Roman"/>
              </a:rPr>
              <a:t>ro</a:t>
            </a:r>
            <a:r>
              <a:rPr sz="1700" spc="2"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a:t>
            </a:r>
            <a:r>
              <a:rPr sz="1700" spc="5" dirty="0">
                <a:latin typeface="Times New Roman"/>
                <a:cs typeface="Times New Roman"/>
              </a:rPr>
              <a:t>o</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ts it.</a:t>
            </a:r>
            <a:endParaRPr sz="1700" dirty="0">
              <a:latin typeface="Times New Roman"/>
              <a:cs typeface="Times New Roman"/>
            </a:endParaRPr>
          </a:p>
          <a:p>
            <a:pPr marL="116065" indent="-109957" algn="just">
              <a:spcBef>
                <a:spcPts val="310"/>
              </a:spcBef>
              <a:buSzPct val="83333"/>
              <a:buFont typeface="Courier New"/>
              <a:buChar char="o"/>
              <a:tabLst>
                <a:tab pos="116065" algn="l"/>
              </a:tabLst>
            </a:pPr>
            <a:r>
              <a:rPr sz="1700" spc="-5" dirty="0">
                <a:latin typeface="Times New Roman"/>
                <a:cs typeface="Times New Roman"/>
              </a:rPr>
              <a:t>The </a:t>
            </a:r>
            <a:r>
              <a:rPr sz="1700" spc="-2" dirty="0">
                <a:latin typeface="Times New Roman"/>
                <a:cs typeface="Times New Roman"/>
              </a:rPr>
              <a:t>bidir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tion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data </a:t>
            </a:r>
            <a:r>
              <a:rPr sz="1700" dirty="0">
                <a:latin typeface="Times New Roman"/>
                <a:cs typeface="Times New Roman"/>
              </a:rPr>
              <a:t>b</a:t>
            </a:r>
            <a:r>
              <a:rPr sz="1700" spc="5" dirty="0">
                <a:latin typeface="Times New Roman"/>
                <a:cs typeface="Times New Roman"/>
              </a:rPr>
              <a:t>u</a:t>
            </a:r>
            <a:r>
              <a:rPr sz="1700" dirty="0">
                <a:latin typeface="Times New Roman"/>
                <a:cs typeface="Times New Roman"/>
              </a:rPr>
              <a:t>s</a:t>
            </a:r>
            <a:r>
              <a:rPr sz="1700" spc="-2" dirty="0">
                <a:latin typeface="Times New Roman"/>
                <a:cs typeface="Times New Roman"/>
              </a:rPr>
              <a:t> is</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onstru</a:t>
            </a:r>
            <a:r>
              <a:rPr sz="1700" spc="-10" dirty="0">
                <a:latin typeface="Times New Roman"/>
                <a:cs typeface="Times New Roman"/>
              </a:rPr>
              <a:t>c</a:t>
            </a:r>
            <a:r>
              <a:rPr sz="1700" spc="-2" dirty="0">
                <a:latin typeface="Times New Roman"/>
                <a:cs typeface="Times New Roman"/>
              </a:rPr>
              <a:t>ted </a:t>
            </a:r>
            <a:r>
              <a:rPr sz="1700" spc="-5" dirty="0">
                <a:latin typeface="Times New Roman"/>
                <a:cs typeface="Times New Roman"/>
              </a:rPr>
              <a:t>using</a:t>
            </a:r>
            <a:r>
              <a:rPr sz="1700" spc="5" dirty="0">
                <a:latin typeface="Times New Roman"/>
                <a:cs typeface="Times New Roman"/>
              </a:rPr>
              <a:t> </a:t>
            </a:r>
            <a:r>
              <a:rPr sz="1700" b="1" dirty="0">
                <a:latin typeface="Times New Roman"/>
                <a:cs typeface="Times New Roman"/>
              </a:rPr>
              <a:t>th</a:t>
            </a:r>
            <a:r>
              <a:rPr sz="1700" b="1" spc="2" dirty="0">
                <a:latin typeface="Times New Roman"/>
                <a:cs typeface="Times New Roman"/>
              </a:rPr>
              <a:t>r</a:t>
            </a:r>
            <a:r>
              <a:rPr sz="1700" b="1" spc="-7" dirty="0">
                <a:latin typeface="Times New Roman"/>
                <a:cs typeface="Times New Roman"/>
              </a:rPr>
              <a:t>ee</a:t>
            </a:r>
            <a:r>
              <a:rPr sz="1700" b="1" spc="-2" dirty="0">
                <a:latin typeface="Times New Roman"/>
                <a:cs typeface="Times New Roman"/>
              </a:rPr>
              <a:t>-st</a:t>
            </a:r>
            <a:r>
              <a:rPr sz="1700" b="1" spc="2" dirty="0">
                <a:latin typeface="Times New Roman"/>
                <a:cs typeface="Times New Roman"/>
              </a:rPr>
              <a:t>a</a:t>
            </a:r>
            <a:r>
              <a:rPr sz="1700" b="1" spc="-2" dirty="0">
                <a:latin typeface="Times New Roman"/>
                <a:cs typeface="Times New Roman"/>
              </a:rPr>
              <a:t>te</a:t>
            </a:r>
            <a:r>
              <a:rPr sz="1700" b="1" spc="-5" dirty="0">
                <a:latin typeface="Times New Roman"/>
                <a:cs typeface="Times New Roman"/>
              </a:rPr>
              <a:t> </a:t>
            </a:r>
            <a:r>
              <a:rPr sz="1700" b="1" dirty="0">
                <a:latin typeface="Times New Roman"/>
                <a:cs typeface="Times New Roman"/>
              </a:rPr>
              <a:t>buf</a:t>
            </a:r>
            <a:r>
              <a:rPr sz="1700" b="1" spc="-5" dirty="0">
                <a:latin typeface="Times New Roman"/>
                <a:cs typeface="Times New Roman"/>
              </a:rPr>
              <a:t>f</a:t>
            </a:r>
            <a:r>
              <a:rPr sz="1700" b="1" spc="-2" dirty="0">
                <a:latin typeface="Times New Roman"/>
                <a:cs typeface="Times New Roman"/>
              </a:rPr>
              <a:t>e</a:t>
            </a:r>
            <a:r>
              <a:rPr sz="1700" b="1" spc="-7" dirty="0">
                <a:latin typeface="Times New Roman"/>
                <a:cs typeface="Times New Roman"/>
              </a:rPr>
              <a:t>r</a:t>
            </a:r>
            <a:r>
              <a:rPr sz="1700" b="1" spc="2" dirty="0">
                <a:latin typeface="Times New Roman"/>
                <a:cs typeface="Times New Roman"/>
              </a:rPr>
              <a:t>s</a:t>
            </a:r>
            <a:r>
              <a:rPr sz="1700" dirty="0">
                <a:latin typeface="Times New Roman"/>
                <a:cs typeface="Times New Roman"/>
              </a:rPr>
              <a:t>.</a:t>
            </a:r>
          </a:p>
          <a:p>
            <a:pPr marL="116065" marR="2749" indent="-109957" algn="just">
              <a:spcBef>
                <a:spcPts val="380"/>
              </a:spcBef>
              <a:buSzPct val="83333"/>
              <a:buFont typeface="Courier New"/>
              <a:buChar char="o"/>
              <a:tabLst>
                <a:tab pos="116065" algn="l"/>
              </a:tabLst>
            </a:pPr>
            <a:r>
              <a:rPr sz="1700" spc="-5" dirty="0">
                <a:latin typeface="Times New Roman"/>
                <a:cs typeface="Times New Roman"/>
              </a:rPr>
              <a:t>The</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output</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ted</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b</a:t>
            </a:r>
            <a:r>
              <a:rPr sz="1700" dirty="0">
                <a:latin typeface="Times New Roman"/>
                <a:cs typeface="Times New Roman"/>
              </a:rPr>
              <a:t>y </a:t>
            </a:r>
            <a:r>
              <a:rPr sz="1700" spc="-31" dirty="0">
                <a:latin typeface="Times New Roman"/>
                <a:cs typeface="Times New Roman"/>
              </a:rPr>
              <a:t> </a:t>
            </a:r>
            <a:r>
              <a:rPr sz="1700" spc="-2" dirty="0">
                <a:latin typeface="Times New Roman"/>
                <a:cs typeface="Times New Roman"/>
              </a:rPr>
              <a:t>thr</a:t>
            </a:r>
            <a:r>
              <a:rPr sz="1700" spc="-10" dirty="0">
                <a:latin typeface="Times New Roman"/>
                <a:cs typeface="Times New Roman"/>
              </a:rPr>
              <a:t>e</a:t>
            </a:r>
            <a:r>
              <a:rPr sz="1700" spc="2" dirty="0">
                <a:latin typeface="Times New Roman"/>
                <a:cs typeface="Times New Roman"/>
              </a:rPr>
              <a:t>e</a:t>
            </a:r>
            <a:r>
              <a:rPr sz="1700" spc="-2" dirty="0">
                <a:latin typeface="Times New Roman"/>
                <a:cs typeface="Times New Roman"/>
              </a:rPr>
              <a:t>-</a:t>
            </a:r>
            <a:r>
              <a:rPr sz="1700" spc="-5" dirty="0">
                <a:latin typeface="Times New Roman"/>
                <a:cs typeface="Times New Roman"/>
              </a:rPr>
              <a:t>state</a:t>
            </a:r>
            <a:r>
              <a:rPr sz="1700" dirty="0">
                <a:latin typeface="Times New Roman"/>
                <a:cs typeface="Times New Roman"/>
              </a:rPr>
              <a:t> </a:t>
            </a:r>
            <a:r>
              <a:rPr sz="1700" spc="-31" dirty="0">
                <a:latin typeface="Times New Roman"/>
                <a:cs typeface="Times New Roman"/>
              </a:rPr>
              <a:t> </a:t>
            </a:r>
            <a:r>
              <a:rPr sz="1700" dirty="0">
                <a:latin typeface="Times New Roman"/>
                <a:cs typeface="Times New Roman"/>
              </a:rPr>
              <a:t>b</a:t>
            </a:r>
            <a:r>
              <a:rPr sz="1700" spc="5" dirty="0">
                <a:latin typeface="Times New Roman"/>
                <a:cs typeface="Times New Roman"/>
              </a:rPr>
              <a:t>u</a:t>
            </a:r>
            <a:r>
              <a:rPr sz="1700" dirty="0">
                <a:latin typeface="Times New Roman"/>
                <a:cs typeface="Times New Roman"/>
              </a:rPr>
              <a:t>f</a:t>
            </a:r>
            <a:r>
              <a:rPr sz="1700" spc="-5" dirty="0">
                <a:latin typeface="Times New Roman"/>
                <a:cs typeface="Times New Roman"/>
              </a:rPr>
              <a:t>f</a:t>
            </a:r>
            <a:r>
              <a:rPr sz="1700" spc="-2" dirty="0">
                <a:latin typeface="Times New Roman"/>
                <a:cs typeface="Times New Roman"/>
              </a:rPr>
              <a:t>e</a:t>
            </a:r>
            <a:r>
              <a:rPr sz="1700" dirty="0">
                <a:latin typeface="Times New Roman"/>
                <a:cs typeface="Times New Roman"/>
              </a:rPr>
              <a:t>rs </a:t>
            </a:r>
            <a:r>
              <a:rPr sz="1700" spc="-31" dirty="0">
                <a:latin typeface="Times New Roman"/>
                <a:cs typeface="Times New Roman"/>
              </a:rPr>
              <a:t> </a:t>
            </a:r>
            <a:r>
              <a:rPr sz="1700" spc="-2" dirty="0">
                <a:latin typeface="Times New Roman"/>
                <a:cs typeface="Times New Roman"/>
              </a:rPr>
              <a:t>ca</a:t>
            </a:r>
            <a:r>
              <a:rPr sz="1700" dirty="0">
                <a:latin typeface="Times New Roman"/>
                <a:cs typeface="Times New Roman"/>
              </a:rPr>
              <a:t>n </a:t>
            </a:r>
            <a:r>
              <a:rPr sz="1700" spc="-31"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pla</a:t>
            </a:r>
            <a:r>
              <a:rPr sz="1700" spc="-7" dirty="0">
                <a:latin typeface="Times New Roman"/>
                <a:cs typeface="Times New Roman"/>
              </a:rPr>
              <a:t>ce</a:t>
            </a:r>
            <a:r>
              <a:rPr sz="1700" dirty="0">
                <a:latin typeface="Times New Roman"/>
                <a:cs typeface="Times New Roman"/>
              </a:rPr>
              <a:t>d </a:t>
            </a:r>
            <a:r>
              <a:rPr sz="1700" spc="-26"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one</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o</a:t>
            </a:r>
            <a:r>
              <a:rPr sz="1700" dirty="0">
                <a:latin typeface="Times New Roman"/>
                <a:cs typeface="Times New Roman"/>
              </a:rPr>
              <a:t>f </a:t>
            </a:r>
            <a:r>
              <a:rPr sz="1700" spc="-31"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three </a:t>
            </a:r>
            <a:r>
              <a:rPr sz="1700" dirty="0">
                <a:latin typeface="Times New Roman"/>
                <a:cs typeface="Times New Roman"/>
              </a:rPr>
              <a:t>possi</a:t>
            </a:r>
            <a:r>
              <a:rPr sz="1700" spc="-2" dirty="0">
                <a:latin typeface="Times New Roman"/>
                <a:cs typeface="Times New Roman"/>
              </a:rPr>
              <a:t>ble</a:t>
            </a:r>
            <a:r>
              <a:rPr sz="1700" spc="14" dirty="0">
                <a:latin typeface="Times New Roman"/>
                <a:cs typeface="Times New Roman"/>
              </a:rPr>
              <a:t> </a:t>
            </a:r>
            <a:r>
              <a:rPr sz="1700" spc="-5" dirty="0">
                <a:latin typeface="Times New Roman"/>
                <a:cs typeface="Times New Roman"/>
              </a:rPr>
              <a:t>state</a:t>
            </a:r>
            <a:r>
              <a:rPr sz="1700" dirty="0">
                <a:latin typeface="Times New Roman"/>
                <a:cs typeface="Times New Roman"/>
              </a:rPr>
              <a:t>s</a:t>
            </a:r>
            <a:r>
              <a:rPr sz="1700" spc="17"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14" dirty="0">
                <a:latin typeface="Times New Roman"/>
                <a:cs typeface="Times New Roman"/>
              </a:rPr>
              <a:t> </a:t>
            </a:r>
            <a:r>
              <a:rPr sz="1700" spc="-2" dirty="0">
                <a:latin typeface="Times New Roman"/>
                <a:cs typeface="Times New Roman"/>
              </a:rPr>
              <a:t>inc</a:t>
            </a:r>
            <a:r>
              <a:rPr sz="1700" spc="-5" dirty="0">
                <a:latin typeface="Times New Roman"/>
                <a:cs typeface="Times New Roman"/>
              </a:rPr>
              <a:t>lude</a:t>
            </a:r>
            <a:r>
              <a:rPr sz="1700" spc="14"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17" dirty="0">
                <a:latin typeface="Times New Roman"/>
                <a:cs typeface="Times New Roman"/>
              </a:rPr>
              <a:t> </a:t>
            </a:r>
            <a:r>
              <a:rPr sz="1700" spc="-7" dirty="0">
                <a:latin typeface="Times New Roman"/>
                <a:cs typeface="Times New Roman"/>
              </a:rPr>
              <a:t>e</a:t>
            </a:r>
            <a:r>
              <a:rPr sz="1700" spc="-2" dirty="0">
                <a:latin typeface="Times New Roman"/>
                <a:cs typeface="Times New Roman"/>
              </a:rPr>
              <a:t>quival</a:t>
            </a:r>
            <a:r>
              <a:rPr sz="1700" spc="-7" dirty="0">
                <a:latin typeface="Times New Roman"/>
                <a:cs typeface="Times New Roman"/>
              </a:rPr>
              <a:t>e</a:t>
            </a:r>
            <a:r>
              <a:rPr sz="1700" spc="-2" dirty="0">
                <a:latin typeface="Times New Roman"/>
                <a:cs typeface="Times New Roman"/>
              </a:rPr>
              <a:t>nt</a:t>
            </a:r>
            <a:r>
              <a:rPr sz="1700" spc="17" dirty="0">
                <a:latin typeface="Times New Roman"/>
                <a:cs typeface="Times New Roman"/>
              </a:rPr>
              <a:t> </a:t>
            </a:r>
            <a:r>
              <a:rPr sz="1700" dirty="0">
                <a:latin typeface="Times New Roman"/>
                <a:cs typeface="Times New Roman"/>
              </a:rPr>
              <a:t>to</a:t>
            </a:r>
            <a:r>
              <a:rPr sz="1700" spc="14" dirty="0">
                <a:latin typeface="Times New Roman"/>
                <a:cs typeface="Times New Roman"/>
              </a:rPr>
              <a:t> </a:t>
            </a:r>
            <a:r>
              <a:rPr sz="1700" spc="-2" dirty="0">
                <a:latin typeface="Times New Roman"/>
                <a:cs typeface="Times New Roman"/>
              </a:rPr>
              <a:t>logic</a:t>
            </a:r>
            <a:r>
              <a:rPr sz="1700" spc="14" dirty="0">
                <a:latin typeface="Times New Roman"/>
                <a:cs typeface="Times New Roman"/>
              </a:rPr>
              <a:t> </a:t>
            </a:r>
            <a:r>
              <a:rPr sz="1700" dirty="0">
                <a:latin typeface="Times New Roman"/>
                <a:cs typeface="Times New Roman"/>
              </a:rPr>
              <a:t>1,</a:t>
            </a:r>
            <a:r>
              <a:rPr sz="1700" spc="14"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17" dirty="0">
                <a:latin typeface="Times New Roman"/>
                <a:cs typeface="Times New Roman"/>
              </a:rPr>
              <a:t> </a:t>
            </a:r>
            <a:r>
              <a:rPr sz="1700" spc="-7" dirty="0">
                <a:latin typeface="Times New Roman"/>
                <a:cs typeface="Times New Roman"/>
              </a:rPr>
              <a:t>e</a:t>
            </a:r>
            <a:r>
              <a:rPr sz="1700" spc="-5" dirty="0">
                <a:latin typeface="Times New Roman"/>
                <a:cs typeface="Times New Roman"/>
              </a:rPr>
              <a:t>qu</a:t>
            </a:r>
            <a:r>
              <a:rPr sz="1700" spc="-7" dirty="0">
                <a:latin typeface="Times New Roman"/>
                <a:cs typeface="Times New Roman"/>
              </a:rPr>
              <a:t>a</a:t>
            </a:r>
            <a:r>
              <a:rPr sz="1700" spc="-2" dirty="0">
                <a:latin typeface="Times New Roman"/>
                <a:cs typeface="Times New Roman"/>
              </a:rPr>
              <a:t>l</a:t>
            </a:r>
            <a:r>
              <a:rPr sz="1700" spc="17" dirty="0">
                <a:latin typeface="Times New Roman"/>
                <a:cs typeface="Times New Roman"/>
              </a:rPr>
              <a:t> </a:t>
            </a:r>
            <a:r>
              <a:rPr sz="1700" dirty="0">
                <a:latin typeface="Times New Roman"/>
                <a:cs typeface="Times New Roman"/>
              </a:rPr>
              <a:t>to</a:t>
            </a:r>
            <a:r>
              <a:rPr sz="1700" spc="14" dirty="0">
                <a:latin typeface="Times New Roman"/>
                <a:cs typeface="Times New Roman"/>
              </a:rPr>
              <a:t> </a:t>
            </a:r>
            <a:r>
              <a:rPr sz="1700" spc="-2" dirty="0">
                <a:latin typeface="Times New Roman"/>
                <a:cs typeface="Times New Roman"/>
              </a:rPr>
              <a:t>logic </a:t>
            </a:r>
            <a:r>
              <a:rPr sz="1700" dirty="0">
                <a:latin typeface="Times New Roman"/>
                <a:cs typeface="Times New Roman"/>
              </a:rPr>
              <a:t>0, or</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hig</a:t>
            </a:r>
            <a:r>
              <a:rPr sz="1700" spc="-2" dirty="0">
                <a:latin typeface="Times New Roman"/>
                <a:cs typeface="Times New Roman"/>
              </a:rPr>
              <a:t>h-</a:t>
            </a:r>
            <a:r>
              <a:rPr sz="1700" spc="-5" dirty="0">
                <a:latin typeface="Times New Roman"/>
                <a:cs typeface="Times New Roman"/>
              </a:rPr>
              <a:t>imp</a:t>
            </a:r>
            <a:r>
              <a:rPr sz="1700" spc="-7" dirty="0">
                <a:latin typeface="Times New Roman"/>
                <a:cs typeface="Times New Roman"/>
              </a:rPr>
              <a:t>e</a:t>
            </a:r>
            <a:r>
              <a:rPr sz="1700" spc="-5" dirty="0">
                <a:latin typeface="Times New Roman"/>
                <a:cs typeface="Times New Roman"/>
              </a:rPr>
              <a:t>d</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s</a:t>
            </a:r>
            <a:r>
              <a:rPr sz="1700" dirty="0">
                <a:latin typeface="Times New Roman"/>
                <a:cs typeface="Times New Roman"/>
              </a:rPr>
              <a:t>t</a:t>
            </a:r>
            <a:r>
              <a:rPr sz="1700" spc="-7" dirty="0">
                <a:latin typeface="Times New Roman"/>
                <a:cs typeface="Times New Roman"/>
              </a:rPr>
              <a:t>a</a:t>
            </a:r>
            <a:r>
              <a:rPr sz="1700" spc="-2" dirty="0">
                <a:latin typeface="Times New Roman"/>
                <a:cs typeface="Times New Roman"/>
              </a:rPr>
              <a:t>te.</a:t>
            </a:r>
            <a:endParaRPr sz="1700" dirty="0">
              <a:latin typeface="Times New Roman"/>
              <a:cs typeface="Times New Roman"/>
            </a:endParaRPr>
          </a:p>
          <a:p>
            <a:pPr marL="6109" marR="2443" algn="just">
              <a:spcBef>
                <a:spcPts val="358"/>
              </a:spcBef>
            </a:pPr>
            <a:endParaRPr lang="en-US" sz="1700" i="1" spc="-5" dirty="0">
              <a:latin typeface="Times New Roman"/>
              <a:cs typeface="Times New Roman"/>
            </a:endParaRPr>
          </a:p>
          <a:p>
            <a:pPr marL="6109" marR="2443" algn="just">
              <a:spcBef>
                <a:spcPts val="358"/>
              </a:spcBef>
            </a:pPr>
            <a:r>
              <a:rPr sz="1700" i="1" spc="-5" dirty="0">
                <a:latin typeface="Times New Roman"/>
                <a:cs typeface="Times New Roman"/>
              </a:rPr>
              <a:t>Note:</a:t>
            </a:r>
            <a:r>
              <a:rPr sz="1700" i="1" spc="-10" dirty="0">
                <a:latin typeface="Times New Roman"/>
                <a:cs typeface="Times New Roman"/>
              </a:rPr>
              <a:t> </a:t>
            </a:r>
            <a:r>
              <a:rPr sz="1700" i="1" dirty="0">
                <a:latin typeface="Times New Roman"/>
                <a:cs typeface="Times New Roman"/>
              </a:rPr>
              <a:t>T</a:t>
            </a:r>
            <a:r>
              <a:rPr sz="1700" i="1" spc="-5" dirty="0">
                <a:latin typeface="Times New Roman"/>
                <a:cs typeface="Times New Roman"/>
              </a:rPr>
              <a:t>he</a:t>
            </a:r>
            <a:r>
              <a:rPr sz="1700" i="1" spc="-10" dirty="0">
                <a:latin typeface="Times New Roman"/>
                <a:cs typeface="Times New Roman"/>
              </a:rPr>
              <a:t> </a:t>
            </a:r>
            <a:r>
              <a:rPr sz="1700" i="1" spc="-2" dirty="0">
                <a:latin typeface="Times New Roman"/>
                <a:cs typeface="Times New Roman"/>
              </a:rPr>
              <a:t>logic</a:t>
            </a:r>
            <a:r>
              <a:rPr sz="1700" i="1" spc="-10" dirty="0">
                <a:latin typeface="Times New Roman"/>
                <a:cs typeface="Times New Roman"/>
              </a:rPr>
              <a:t> </a:t>
            </a:r>
            <a:r>
              <a:rPr sz="1700" i="1" dirty="0">
                <a:latin typeface="Times New Roman"/>
                <a:cs typeface="Times New Roman"/>
              </a:rPr>
              <a:t>1</a:t>
            </a:r>
            <a:r>
              <a:rPr sz="1700" i="1" spc="-2" dirty="0">
                <a:latin typeface="Times New Roman"/>
                <a:cs typeface="Times New Roman"/>
              </a:rPr>
              <a:t> </a:t>
            </a:r>
            <a:r>
              <a:rPr sz="1700" i="1" dirty="0">
                <a:latin typeface="Times New Roman"/>
                <a:cs typeface="Times New Roman"/>
              </a:rPr>
              <a:t>and</a:t>
            </a:r>
            <a:r>
              <a:rPr sz="1700" i="1" spc="-7" dirty="0">
                <a:latin typeface="Times New Roman"/>
                <a:cs typeface="Times New Roman"/>
              </a:rPr>
              <a:t> </a:t>
            </a:r>
            <a:r>
              <a:rPr sz="1700" i="1" dirty="0">
                <a:latin typeface="Times New Roman"/>
                <a:cs typeface="Times New Roman"/>
              </a:rPr>
              <a:t>0</a:t>
            </a:r>
            <a:r>
              <a:rPr sz="1700" i="1" spc="-7" dirty="0">
                <a:latin typeface="Times New Roman"/>
                <a:cs typeface="Times New Roman"/>
              </a:rPr>
              <a:t> </a:t>
            </a:r>
            <a:r>
              <a:rPr sz="1700" i="1" spc="5" dirty="0">
                <a:latin typeface="Times New Roman"/>
                <a:cs typeface="Times New Roman"/>
              </a:rPr>
              <a:t>a</a:t>
            </a:r>
            <a:r>
              <a:rPr sz="1700" i="1" spc="-2" dirty="0">
                <a:latin typeface="Times New Roman"/>
                <a:cs typeface="Times New Roman"/>
              </a:rPr>
              <a:t>r</a:t>
            </a:r>
            <a:r>
              <a:rPr sz="1700" i="1" dirty="0">
                <a:latin typeface="Times New Roman"/>
                <a:cs typeface="Times New Roman"/>
              </a:rPr>
              <a:t>e</a:t>
            </a:r>
            <a:r>
              <a:rPr sz="1700" i="1" spc="-10" dirty="0">
                <a:latin typeface="Times New Roman"/>
                <a:cs typeface="Times New Roman"/>
              </a:rPr>
              <a:t> </a:t>
            </a:r>
            <a:r>
              <a:rPr sz="1700" i="1" spc="-5" dirty="0">
                <a:latin typeface="Times New Roman"/>
                <a:cs typeface="Times New Roman"/>
              </a:rPr>
              <a:t>stand</a:t>
            </a:r>
            <a:r>
              <a:rPr sz="1700" i="1" dirty="0">
                <a:latin typeface="Times New Roman"/>
                <a:cs typeface="Times New Roman"/>
              </a:rPr>
              <a:t>ard</a:t>
            </a:r>
            <a:r>
              <a:rPr sz="1700" i="1" spc="-7" dirty="0">
                <a:latin typeface="Times New Roman"/>
                <a:cs typeface="Times New Roman"/>
              </a:rPr>
              <a:t> </a:t>
            </a:r>
            <a:r>
              <a:rPr sz="1700" i="1" spc="-2" dirty="0">
                <a:latin typeface="Times New Roman"/>
                <a:cs typeface="Times New Roman"/>
              </a:rPr>
              <a:t>digital</a:t>
            </a:r>
            <a:r>
              <a:rPr sz="1700" i="1" spc="-5" dirty="0">
                <a:latin typeface="Times New Roman"/>
                <a:cs typeface="Times New Roman"/>
              </a:rPr>
              <a:t> sign</a:t>
            </a:r>
            <a:r>
              <a:rPr sz="1700" i="1" spc="-2" dirty="0">
                <a:latin typeface="Times New Roman"/>
                <a:cs typeface="Times New Roman"/>
              </a:rPr>
              <a:t>als</a:t>
            </a:r>
            <a:r>
              <a:rPr sz="1700" i="1" spc="-5" dirty="0">
                <a:latin typeface="Times New Roman"/>
                <a:cs typeface="Times New Roman"/>
              </a:rPr>
              <a:t> wh</a:t>
            </a:r>
            <a:r>
              <a:rPr sz="1700" i="1" spc="-7" dirty="0">
                <a:latin typeface="Times New Roman"/>
                <a:cs typeface="Times New Roman"/>
              </a:rPr>
              <a:t>e</a:t>
            </a:r>
            <a:r>
              <a:rPr sz="1700" i="1" spc="-2" dirty="0">
                <a:latin typeface="Times New Roman"/>
                <a:cs typeface="Times New Roman"/>
              </a:rPr>
              <a:t>re</a:t>
            </a:r>
            <a:r>
              <a:rPr sz="1700" i="1" dirty="0">
                <a:latin typeface="Times New Roman"/>
                <a:cs typeface="Times New Roman"/>
              </a:rPr>
              <a:t>as</a:t>
            </a:r>
            <a:r>
              <a:rPr sz="1700" i="1" spc="-7" dirty="0">
                <a:latin typeface="Times New Roman"/>
                <a:cs typeface="Times New Roman"/>
              </a:rPr>
              <a:t> </a:t>
            </a:r>
            <a:r>
              <a:rPr sz="1700" i="1" spc="-2" dirty="0">
                <a:latin typeface="Times New Roman"/>
                <a:cs typeface="Times New Roman"/>
              </a:rPr>
              <a:t>the </a:t>
            </a:r>
            <a:r>
              <a:rPr sz="1700" i="1" spc="-5" dirty="0">
                <a:latin typeface="Times New Roman"/>
                <a:cs typeface="Times New Roman"/>
              </a:rPr>
              <a:t>hig</a:t>
            </a:r>
            <a:r>
              <a:rPr sz="1700" i="1" spc="2" dirty="0">
                <a:latin typeface="Times New Roman"/>
                <a:cs typeface="Times New Roman"/>
              </a:rPr>
              <a:t>h</a:t>
            </a:r>
            <a:r>
              <a:rPr sz="1700" i="1" spc="-2" dirty="0">
                <a:latin typeface="Times New Roman"/>
                <a:cs typeface="Times New Roman"/>
              </a:rPr>
              <a:t>-</a:t>
            </a:r>
            <a:r>
              <a:rPr sz="1700" i="1" spc="-5" dirty="0">
                <a:latin typeface="Times New Roman"/>
                <a:cs typeface="Times New Roman"/>
              </a:rPr>
              <a:t>imp</a:t>
            </a:r>
            <a:r>
              <a:rPr sz="1700" i="1" spc="-10" dirty="0">
                <a:latin typeface="Times New Roman"/>
                <a:cs typeface="Times New Roman"/>
              </a:rPr>
              <a:t>e</a:t>
            </a:r>
            <a:r>
              <a:rPr sz="1700" i="1" spc="5" dirty="0">
                <a:latin typeface="Times New Roman"/>
                <a:cs typeface="Times New Roman"/>
              </a:rPr>
              <a:t>d</a:t>
            </a:r>
            <a:r>
              <a:rPr sz="1700" i="1" spc="-5" dirty="0">
                <a:latin typeface="Times New Roman"/>
                <a:cs typeface="Times New Roman"/>
              </a:rPr>
              <a:t>an</a:t>
            </a:r>
            <a:r>
              <a:rPr sz="1700" i="1" spc="-7" dirty="0">
                <a:latin typeface="Times New Roman"/>
                <a:cs typeface="Times New Roman"/>
              </a:rPr>
              <a:t>c</a:t>
            </a:r>
            <a:r>
              <a:rPr sz="1700" i="1" spc="-5" dirty="0">
                <a:latin typeface="Times New Roman"/>
                <a:cs typeface="Times New Roman"/>
              </a:rPr>
              <a:t>e</a:t>
            </a:r>
            <a:r>
              <a:rPr sz="1700" i="1" spc="-10" dirty="0">
                <a:latin typeface="Times New Roman"/>
                <a:cs typeface="Times New Roman"/>
              </a:rPr>
              <a:t> </a:t>
            </a:r>
            <a:r>
              <a:rPr sz="1700" i="1" spc="-5" dirty="0">
                <a:latin typeface="Times New Roman"/>
                <a:cs typeface="Times New Roman"/>
              </a:rPr>
              <a:t>sta</a:t>
            </a:r>
            <a:r>
              <a:rPr sz="1700" i="1" dirty="0">
                <a:latin typeface="Times New Roman"/>
                <a:cs typeface="Times New Roman"/>
              </a:rPr>
              <a:t>t</a:t>
            </a:r>
            <a:r>
              <a:rPr sz="1700" i="1" spc="-5" dirty="0">
                <a:latin typeface="Times New Roman"/>
                <a:cs typeface="Times New Roman"/>
              </a:rPr>
              <a:t>e</a:t>
            </a:r>
            <a:r>
              <a:rPr sz="1700" i="1" spc="-2" dirty="0">
                <a:latin typeface="Times New Roman"/>
                <a:cs typeface="Times New Roman"/>
              </a:rPr>
              <a:t> </a:t>
            </a:r>
            <a:r>
              <a:rPr sz="1700" i="1" spc="-5" dirty="0">
                <a:latin typeface="Times New Roman"/>
                <a:cs typeface="Times New Roman"/>
              </a:rPr>
              <a:t>b</a:t>
            </a:r>
            <a:r>
              <a:rPr sz="1700" i="1" spc="-7" dirty="0">
                <a:latin typeface="Times New Roman"/>
                <a:cs typeface="Times New Roman"/>
              </a:rPr>
              <a:t>e</a:t>
            </a:r>
            <a:r>
              <a:rPr sz="1700" i="1" spc="-5" dirty="0">
                <a:latin typeface="Times New Roman"/>
                <a:cs typeface="Times New Roman"/>
              </a:rPr>
              <a:t>ha</a:t>
            </a:r>
            <a:r>
              <a:rPr sz="1700" i="1" spc="-7" dirty="0">
                <a:latin typeface="Times New Roman"/>
                <a:cs typeface="Times New Roman"/>
              </a:rPr>
              <a:t>ve</a:t>
            </a:r>
            <a:r>
              <a:rPr sz="1700" i="1" dirty="0">
                <a:latin typeface="Times New Roman"/>
                <a:cs typeface="Times New Roman"/>
              </a:rPr>
              <a:t>s</a:t>
            </a:r>
            <a:r>
              <a:rPr sz="1700" i="1" spc="17" dirty="0">
                <a:latin typeface="Times New Roman"/>
                <a:cs typeface="Times New Roman"/>
              </a:rPr>
              <a:t> </a:t>
            </a:r>
            <a:r>
              <a:rPr sz="1700" i="1" spc="-2" dirty="0">
                <a:latin typeface="Times New Roman"/>
                <a:cs typeface="Times New Roman"/>
              </a:rPr>
              <a:t>li</a:t>
            </a:r>
            <a:r>
              <a:rPr sz="1700" i="1" spc="-7" dirty="0">
                <a:latin typeface="Times New Roman"/>
                <a:cs typeface="Times New Roman"/>
              </a:rPr>
              <a:t>k</a:t>
            </a:r>
            <a:r>
              <a:rPr sz="1700" i="1" spc="-5" dirty="0">
                <a:latin typeface="Times New Roman"/>
                <a:cs typeface="Times New Roman"/>
              </a:rPr>
              <a:t>e</a:t>
            </a:r>
            <a:r>
              <a:rPr sz="1700" i="1" spc="17" dirty="0">
                <a:latin typeface="Times New Roman"/>
                <a:cs typeface="Times New Roman"/>
              </a:rPr>
              <a:t> </a:t>
            </a:r>
            <a:r>
              <a:rPr sz="1700" i="1" dirty="0">
                <a:latin typeface="Times New Roman"/>
                <a:cs typeface="Times New Roman"/>
              </a:rPr>
              <a:t>an</a:t>
            </a:r>
            <a:r>
              <a:rPr sz="1700" i="1" spc="14" dirty="0">
                <a:latin typeface="Times New Roman"/>
                <a:cs typeface="Times New Roman"/>
              </a:rPr>
              <a:t> </a:t>
            </a:r>
            <a:r>
              <a:rPr sz="1700" i="1" spc="-5" dirty="0">
                <a:latin typeface="Times New Roman"/>
                <a:cs typeface="Times New Roman"/>
              </a:rPr>
              <a:t>op</a:t>
            </a:r>
            <a:r>
              <a:rPr sz="1700" i="1" spc="-7" dirty="0">
                <a:latin typeface="Times New Roman"/>
                <a:cs typeface="Times New Roman"/>
              </a:rPr>
              <a:t>e</a:t>
            </a:r>
            <a:r>
              <a:rPr sz="1700" i="1" dirty="0">
                <a:latin typeface="Times New Roman"/>
                <a:cs typeface="Times New Roman"/>
              </a:rPr>
              <a:t>n</a:t>
            </a:r>
            <a:r>
              <a:rPr sz="1700" i="1" spc="14" dirty="0">
                <a:latin typeface="Times New Roman"/>
                <a:cs typeface="Times New Roman"/>
              </a:rPr>
              <a:t> </a:t>
            </a:r>
            <a:r>
              <a:rPr sz="1700" i="1" spc="-7" dirty="0">
                <a:latin typeface="Times New Roman"/>
                <a:cs typeface="Times New Roman"/>
              </a:rPr>
              <a:t>c</a:t>
            </a:r>
            <a:r>
              <a:rPr sz="1700" i="1" spc="-2" dirty="0">
                <a:latin typeface="Times New Roman"/>
                <a:cs typeface="Times New Roman"/>
              </a:rPr>
              <a:t>ircuit,</a:t>
            </a:r>
            <a:r>
              <a:rPr sz="1700" i="1" spc="17" dirty="0">
                <a:latin typeface="Times New Roman"/>
                <a:cs typeface="Times New Roman"/>
              </a:rPr>
              <a:t> </a:t>
            </a:r>
            <a:r>
              <a:rPr sz="1700" i="1" spc="-5" dirty="0">
                <a:latin typeface="Times New Roman"/>
                <a:cs typeface="Times New Roman"/>
              </a:rPr>
              <a:t>which</a:t>
            </a:r>
            <a:r>
              <a:rPr sz="1700" i="1" spc="14" dirty="0">
                <a:latin typeface="Times New Roman"/>
                <a:cs typeface="Times New Roman"/>
              </a:rPr>
              <a:t> </a:t>
            </a:r>
            <a:r>
              <a:rPr sz="1700" i="1" spc="-2" dirty="0">
                <a:latin typeface="Times New Roman"/>
                <a:cs typeface="Times New Roman"/>
              </a:rPr>
              <a:t>m</a:t>
            </a:r>
            <a:r>
              <a:rPr sz="1700" i="1" spc="-5" dirty="0">
                <a:latin typeface="Times New Roman"/>
                <a:cs typeface="Times New Roman"/>
              </a:rPr>
              <a:t>e</a:t>
            </a:r>
            <a:r>
              <a:rPr sz="1700" i="1" dirty="0">
                <a:latin typeface="Times New Roman"/>
                <a:cs typeface="Times New Roman"/>
              </a:rPr>
              <a:t>ans</a:t>
            </a:r>
            <a:r>
              <a:rPr sz="1700" i="1" spc="17" dirty="0">
                <a:latin typeface="Times New Roman"/>
                <a:cs typeface="Times New Roman"/>
              </a:rPr>
              <a:t> </a:t>
            </a:r>
            <a:r>
              <a:rPr sz="1700" i="1" spc="-2" dirty="0">
                <a:latin typeface="Times New Roman"/>
                <a:cs typeface="Times New Roman"/>
              </a:rPr>
              <a:t>that</a:t>
            </a:r>
            <a:r>
              <a:rPr sz="1700" i="1" spc="12" dirty="0">
                <a:latin typeface="Times New Roman"/>
                <a:cs typeface="Times New Roman"/>
              </a:rPr>
              <a:t> </a:t>
            </a:r>
            <a:r>
              <a:rPr sz="1700" i="1" spc="-2" dirty="0">
                <a:latin typeface="Times New Roman"/>
                <a:cs typeface="Times New Roman"/>
              </a:rPr>
              <a:t>t</a:t>
            </a:r>
            <a:r>
              <a:rPr sz="1700" i="1" spc="-10" dirty="0">
                <a:latin typeface="Times New Roman"/>
                <a:cs typeface="Times New Roman"/>
              </a:rPr>
              <a:t>h</a:t>
            </a:r>
            <a:r>
              <a:rPr sz="1700" i="1" spc="-5" dirty="0">
                <a:latin typeface="Times New Roman"/>
                <a:cs typeface="Times New Roman"/>
              </a:rPr>
              <a:t>e</a:t>
            </a:r>
            <a:r>
              <a:rPr sz="1700" i="1" spc="14" dirty="0">
                <a:latin typeface="Times New Roman"/>
                <a:cs typeface="Times New Roman"/>
              </a:rPr>
              <a:t> </a:t>
            </a:r>
            <a:r>
              <a:rPr sz="1700" i="1" spc="-5" dirty="0">
                <a:latin typeface="Times New Roman"/>
                <a:cs typeface="Times New Roman"/>
              </a:rPr>
              <a:t>output</a:t>
            </a:r>
            <a:r>
              <a:rPr sz="1700" i="1" spc="17" dirty="0">
                <a:latin typeface="Times New Roman"/>
                <a:cs typeface="Times New Roman"/>
              </a:rPr>
              <a:t> </a:t>
            </a:r>
            <a:r>
              <a:rPr sz="1700" i="1" spc="-5" dirty="0">
                <a:latin typeface="Times New Roman"/>
                <a:cs typeface="Times New Roman"/>
              </a:rPr>
              <a:t>do</a:t>
            </a:r>
            <a:r>
              <a:rPr sz="1700" i="1" spc="-7" dirty="0">
                <a:latin typeface="Times New Roman"/>
                <a:cs typeface="Times New Roman"/>
              </a:rPr>
              <a:t>e</a:t>
            </a:r>
            <a:r>
              <a:rPr sz="1700" i="1" dirty="0">
                <a:latin typeface="Times New Roman"/>
                <a:cs typeface="Times New Roman"/>
              </a:rPr>
              <a:t>s</a:t>
            </a:r>
            <a:r>
              <a:rPr sz="1700" i="1" spc="17" dirty="0">
                <a:latin typeface="Times New Roman"/>
                <a:cs typeface="Times New Roman"/>
              </a:rPr>
              <a:t> </a:t>
            </a:r>
            <a:r>
              <a:rPr sz="1700" i="1" spc="-5" dirty="0">
                <a:latin typeface="Times New Roman"/>
                <a:cs typeface="Times New Roman"/>
              </a:rPr>
              <a:t>not</a:t>
            </a:r>
            <a:r>
              <a:rPr sz="1700" i="1" spc="17" dirty="0">
                <a:latin typeface="Times New Roman"/>
                <a:cs typeface="Times New Roman"/>
              </a:rPr>
              <a:t> </a:t>
            </a:r>
            <a:r>
              <a:rPr sz="1700" i="1" spc="-7" dirty="0">
                <a:latin typeface="Times New Roman"/>
                <a:cs typeface="Times New Roman"/>
              </a:rPr>
              <a:t>c</a:t>
            </a:r>
            <a:r>
              <a:rPr sz="1700" i="1" dirty="0">
                <a:latin typeface="Times New Roman"/>
                <a:cs typeface="Times New Roman"/>
              </a:rPr>
              <a:t>arry</a:t>
            </a:r>
            <a:r>
              <a:rPr sz="1700" i="1" spc="14" dirty="0">
                <a:latin typeface="Times New Roman"/>
                <a:cs typeface="Times New Roman"/>
              </a:rPr>
              <a:t> </a:t>
            </a:r>
            <a:r>
              <a:rPr sz="1700" i="1" dirty="0">
                <a:latin typeface="Times New Roman"/>
                <a:cs typeface="Times New Roman"/>
              </a:rPr>
              <a:t>a</a:t>
            </a:r>
            <a:r>
              <a:rPr sz="1700" i="1" spc="10" dirty="0">
                <a:latin typeface="Times New Roman"/>
                <a:cs typeface="Times New Roman"/>
              </a:rPr>
              <a:t> </a:t>
            </a:r>
            <a:r>
              <a:rPr sz="1700" i="1" spc="-5" dirty="0">
                <a:latin typeface="Times New Roman"/>
                <a:cs typeface="Times New Roman"/>
              </a:rPr>
              <a:t>sign</a:t>
            </a:r>
            <a:r>
              <a:rPr sz="1700" i="1" spc="-2" dirty="0">
                <a:latin typeface="Times New Roman"/>
                <a:cs typeface="Times New Roman"/>
              </a:rPr>
              <a:t>al</a:t>
            </a:r>
            <a:r>
              <a:rPr sz="1700" i="1" spc="17" dirty="0">
                <a:latin typeface="Times New Roman"/>
                <a:cs typeface="Times New Roman"/>
              </a:rPr>
              <a:t> </a:t>
            </a:r>
            <a:r>
              <a:rPr sz="1700" i="1" dirty="0">
                <a:latin typeface="Times New Roman"/>
                <a:cs typeface="Times New Roman"/>
              </a:rPr>
              <a:t>and has</a:t>
            </a:r>
            <a:r>
              <a:rPr sz="1700" i="1" spc="-2" dirty="0">
                <a:latin typeface="Times New Roman"/>
                <a:cs typeface="Times New Roman"/>
              </a:rPr>
              <a:t> </a:t>
            </a:r>
            <a:r>
              <a:rPr sz="1700" i="1" dirty="0">
                <a:latin typeface="Times New Roman"/>
                <a:cs typeface="Times New Roman"/>
              </a:rPr>
              <a:t>no </a:t>
            </a:r>
            <a:r>
              <a:rPr sz="1700" i="1" spc="-2" dirty="0">
                <a:latin typeface="Times New Roman"/>
                <a:cs typeface="Times New Roman"/>
              </a:rPr>
              <a:t>logic</a:t>
            </a:r>
            <a:r>
              <a:rPr sz="1700" i="1" dirty="0">
                <a:latin typeface="Times New Roman"/>
                <a:cs typeface="Times New Roman"/>
              </a:rPr>
              <a:t> </a:t>
            </a:r>
            <a:r>
              <a:rPr sz="1700" i="1" spc="-5" dirty="0">
                <a:latin typeface="Times New Roman"/>
                <a:cs typeface="Times New Roman"/>
              </a:rPr>
              <a:t>sign</a:t>
            </a:r>
            <a:r>
              <a:rPr sz="1700" i="1" spc="-2" dirty="0">
                <a:latin typeface="Times New Roman"/>
                <a:cs typeface="Times New Roman"/>
              </a:rPr>
              <a:t>ifi</a:t>
            </a:r>
            <a:r>
              <a:rPr sz="1700" i="1" spc="-7" dirty="0">
                <a:latin typeface="Times New Roman"/>
                <a:cs typeface="Times New Roman"/>
              </a:rPr>
              <a:t>c</a:t>
            </a:r>
            <a:r>
              <a:rPr sz="1700" i="1" spc="-5" dirty="0">
                <a:latin typeface="Times New Roman"/>
                <a:cs typeface="Times New Roman"/>
              </a:rPr>
              <a:t>an</a:t>
            </a:r>
            <a:r>
              <a:rPr sz="1700" i="1" spc="-7" dirty="0">
                <a:latin typeface="Times New Roman"/>
                <a:cs typeface="Times New Roman"/>
              </a:rPr>
              <a:t>ce</a:t>
            </a:r>
            <a:r>
              <a:rPr sz="1700" i="1" dirty="0">
                <a:latin typeface="Times New Roman"/>
                <a:cs typeface="Times New Roman"/>
              </a:rPr>
              <a:t>.</a:t>
            </a:r>
            <a:endParaRPr sz="1700" dirty="0">
              <a:latin typeface="Times New Roman"/>
              <a:cs typeface="Times New Roman"/>
            </a:endParaRPr>
          </a:p>
        </p:txBody>
      </p:sp>
    </p:spTree>
    <p:extLst>
      <p:ext uri="{BB962C8B-B14F-4D97-AF65-F5344CB8AC3E}">
        <p14:creationId xmlns:p14="http://schemas.microsoft.com/office/powerpoint/2010/main" val="3539071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96F9-525C-881D-1EA6-B27C60D962B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F9CDF4-E9FC-39A6-A531-0B1BC5D109A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23D23F1-492C-0A2F-9DAE-3D147E3A5C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3A8C6FE-E786-D1AB-8F7D-CDF37454F64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D8009AE-BDF7-FE8A-3F2B-08440B7CC8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DE2389BF-3FB2-C6C4-1D7F-23159E686B10}"/>
              </a:ext>
            </a:extLst>
          </p:cNvPr>
          <p:cNvSpPr txBox="1"/>
          <p:nvPr/>
        </p:nvSpPr>
        <p:spPr>
          <a:xfrm>
            <a:off x="1028700" y="887805"/>
            <a:ext cx="7086600" cy="3485570"/>
          </a:xfrm>
          <a:prstGeom prst="rect">
            <a:avLst/>
          </a:prstGeom>
        </p:spPr>
        <p:txBody>
          <a:bodyPr vert="horz" wrap="square" lIns="0" tIns="0" rIns="0" bIns="0" rtlCol="0">
            <a:spAutoFit/>
          </a:bodyPr>
          <a:lstStyle/>
          <a:p>
            <a:pPr marL="6109" algn="just">
              <a:spcBef>
                <a:spcPts val="317"/>
              </a:spcBef>
            </a:pPr>
            <a:r>
              <a:rPr sz="1700" spc="-5" dirty="0">
                <a:latin typeface="Times New Roman"/>
                <a:cs typeface="Times New Roman"/>
              </a:rPr>
              <a:t>The following</a:t>
            </a:r>
            <a:r>
              <a:rPr sz="1700" dirty="0">
                <a:latin typeface="Times New Roman"/>
                <a:cs typeface="Times New Roman"/>
              </a:rPr>
              <a:t> </a:t>
            </a:r>
            <a:r>
              <a:rPr sz="1700" spc="-5" dirty="0">
                <a:latin typeface="Times New Roman"/>
                <a:cs typeface="Times New Roman"/>
              </a:rPr>
              <a:t>fun</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table spe</a:t>
            </a:r>
            <a:r>
              <a:rPr sz="1700" spc="-7" dirty="0">
                <a:latin typeface="Times New Roman"/>
                <a:cs typeface="Times New Roman"/>
              </a:rPr>
              <a:t>c</a:t>
            </a:r>
            <a:r>
              <a:rPr sz="1700" spc="-2" dirty="0">
                <a:latin typeface="Times New Roman"/>
                <a:cs typeface="Times New Roman"/>
              </a:rPr>
              <a:t>if</a:t>
            </a:r>
            <a:r>
              <a:rPr sz="1700" dirty="0">
                <a:latin typeface="Times New Roman"/>
                <a:cs typeface="Times New Roman"/>
              </a:rPr>
              <a:t>i</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the </a:t>
            </a:r>
            <a:r>
              <a:rPr sz="1700" spc="-5" dirty="0">
                <a:latin typeface="Times New Roman"/>
                <a:cs typeface="Times New Roman"/>
              </a:rPr>
              <a:t>op</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2" dirty="0">
                <a:latin typeface="Times New Roman"/>
                <a:cs typeface="Times New Roman"/>
              </a:rPr>
              <a:t> </a:t>
            </a:r>
            <a:r>
              <a:rPr sz="1700" dirty="0">
                <a:latin typeface="Times New Roman"/>
                <a:cs typeface="Times New Roman"/>
              </a:rPr>
              <a:t>of </a:t>
            </a:r>
            <a:r>
              <a:rPr sz="1700" spc="-5" dirty="0">
                <a:latin typeface="Times New Roman"/>
                <a:cs typeface="Times New Roman"/>
              </a:rPr>
              <a:t>a </a:t>
            </a:r>
            <a:r>
              <a:rPr sz="1700" dirty="0">
                <a:latin typeface="Times New Roman"/>
                <a:cs typeface="Times New Roman"/>
              </a:rPr>
              <a:t>128 * 8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0" dirty="0">
                <a:latin typeface="Times New Roman"/>
                <a:cs typeface="Times New Roman"/>
              </a:rPr>
              <a:t>c</a:t>
            </a:r>
            <a:r>
              <a:rPr sz="1700" spc="5" dirty="0">
                <a:latin typeface="Times New Roman"/>
                <a:cs typeface="Times New Roman"/>
              </a:rPr>
              <a:t>h</a:t>
            </a:r>
            <a:r>
              <a:rPr sz="1700" spc="-2" dirty="0">
                <a:latin typeface="Times New Roman"/>
                <a:cs typeface="Times New Roman"/>
              </a:rPr>
              <a:t>ip.</a:t>
            </a: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endParaRPr lang="en-US" sz="1700" spc="-2" dirty="0">
              <a:latin typeface="Times New Roman"/>
              <a:cs typeface="Times New Roman"/>
            </a:endParaRPr>
          </a:p>
          <a:p>
            <a:pPr marL="6109" algn="just">
              <a:spcBef>
                <a:spcPts val="317"/>
              </a:spcBef>
            </a:pPr>
            <a:r>
              <a:rPr lang="en-US" sz="1700" spc="-5" dirty="0">
                <a:latin typeface="Times New Roman"/>
                <a:cs typeface="Times New Roman"/>
              </a:rPr>
              <a:t>From</a:t>
            </a:r>
            <a:r>
              <a:rPr lang="en-US" sz="1700" spc="-31"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5" dirty="0">
                <a:latin typeface="Times New Roman"/>
                <a:cs typeface="Times New Roman"/>
              </a:rPr>
              <a:t>fun</a:t>
            </a:r>
            <a:r>
              <a:rPr lang="en-US" sz="1700" spc="-10" dirty="0">
                <a:latin typeface="Times New Roman"/>
                <a:cs typeface="Times New Roman"/>
              </a:rPr>
              <a:t>c</a:t>
            </a:r>
            <a:r>
              <a:rPr lang="en-US" sz="1700" spc="-2" dirty="0">
                <a:latin typeface="Times New Roman"/>
                <a:cs typeface="Times New Roman"/>
              </a:rPr>
              <a:t>tion</a:t>
            </a:r>
            <a:r>
              <a:rPr lang="en-US" sz="1700" spc="-7" dirty="0">
                <a:latin typeface="Times New Roman"/>
                <a:cs typeface="Times New Roman"/>
              </a:rPr>
              <a:t>a</a:t>
            </a:r>
            <a:r>
              <a:rPr lang="en-US" sz="1700" spc="-2" dirty="0">
                <a:latin typeface="Times New Roman"/>
                <a:cs typeface="Times New Roman"/>
              </a:rPr>
              <a:t>l</a:t>
            </a:r>
            <a:r>
              <a:rPr lang="en-US" sz="1700" spc="-29" dirty="0">
                <a:latin typeface="Times New Roman"/>
                <a:cs typeface="Times New Roman"/>
              </a:rPr>
              <a:t> </a:t>
            </a:r>
            <a:r>
              <a:rPr lang="en-US" sz="1700" spc="-2" dirty="0">
                <a:latin typeface="Times New Roman"/>
                <a:cs typeface="Times New Roman"/>
              </a:rPr>
              <a:t>table</a:t>
            </a:r>
            <a:r>
              <a:rPr lang="en-US" sz="1700" spc="-24"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bov</a:t>
            </a:r>
            <a:r>
              <a:rPr lang="en-US" sz="1700" spc="-7" dirty="0">
                <a:latin typeface="Times New Roman"/>
                <a:cs typeface="Times New Roman"/>
              </a:rPr>
              <a:t>e</a:t>
            </a:r>
            <a:r>
              <a:rPr lang="en-US" sz="1700" dirty="0">
                <a:latin typeface="Times New Roman"/>
                <a:cs typeface="Times New Roman"/>
              </a:rPr>
              <a:t>,</a:t>
            </a:r>
            <a:r>
              <a:rPr lang="en-US" sz="1700" spc="-29" dirty="0">
                <a:latin typeface="Times New Roman"/>
                <a:cs typeface="Times New Roman"/>
              </a:rPr>
              <a:t> </a:t>
            </a:r>
            <a:r>
              <a:rPr lang="en-US" sz="1700" spc="-2" dirty="0">
                <a:latin typeface="Times New Roman"/>
                <a:cs typeface="Times New Roman"/>
              </a:rPr>
              <a:t>w</a:t>
            </a:r>
            <a:r>
              <a:rPr lang="en-US" sz="1700" dirty="0">
                <a:latin typeface="Times New Roman"/>
                <a:cs typeface="Times New Roman"/>
              </a:rPr>
              <a:t>e</a:t>
            </a:r>
            <a:r>
              <a:rPr lang="en-US" sz="1700" spc="-26" dirty="0">
                <a:latin typeface="Times New Roman"/>
                <a:cs typeface="Times New Roman"/>
              </a:rPr>
              <a:t> </a:t>
            </a:r>
            <a:r>
              <a:rPr lang="en-US" sz="1700" spc="-7" dirty="0">
                <a:latin typeface="Times New Roman"/>
                <a:cs typeface="Times New Roman"/>
              </a:rPr>
              <a:t>ca</a:t>
            </a:r>
            <a:r>
              <a:rPr lang="en-US" sz="1700" dirty="0">
                <a:latin typeface="Times New Roman"/>
                <a:cs typeface="Times New Roman"/>
              </a:rPr>
              <a:t>n</a:t>
            </a:r>
            <a:r>
              <a:rPr lang="en-US" sz="1700" spc="-29" dirty="0">
                <a:latin typeface="Times New Roman"/>
                <a:cs typeface="Times New Roman"/>
              </a:rPr>
              <a:t> </a:t>
            </a:r>
            <a:r>
              <a:rPr lang="en-US" sz="1700" spc="-7" dirty="0">
                <a:latin typeface="Times New Roman"/>
                <a:cs typeface="Times New Roman"/>
              </a:rPr>
              <a:t>c</a:t>
            </a:r>
            <a:r>
              <a:rPr lang="en-US" sz="1700" dirty="0">
                <a:latin typeface="Times New Roman"/>
                <a:cs typeface="Times New Roman"/>
              </a:rPr>
              <a:t>o</a:t>
            </a:r>
            <a:r>
              <a:rPr lang="en-US" sz="1700" spc="5" dirty="0">
                <a:latin typeface="Times New Roman"/>
                <a:cs typeface="Times New Roman"/>
              </a:rPr>
              <a:t>n</a:t>
            </a:r>
            <a:r>
              <a:rPr lang="en-US" sz="1700" spc="-7" dirty="0">
                <a:latin typeface="Times New Roman"/>
                <a:cs typeface="Times New Roman"/>
              </a:rPr>
              <a:t>c</a:t>
            </a:r>
            <a:r>
              <a:rPr lang="en-US" sz="1700" spc="-5" dirty="0">
                <a:latin typeface="Times New Roman"/>
                <a:cs typeface="Times New Roman"/>
              </a:rPr>
              <a:t>lude</a:t>
            </a:r>
            <a:r>
              <a:rPr lang="en-US" sz="1700" spc="-31" dirty="0">
                <a:latin typeface="Times New Roman"/>
                <a:cs typeface="Times New Roman"/>
              </a:rPr>
              <a:t> </a:t>
            </a:r>
            <a:r>
              <a:rPr lang="en-US" sz="1700" spc="-2" dirty="0">
                <a:latin typeface="Times New Roman"/>
                <a:cs typeface="Times New Roman"/>
              </a:rPr>
              <a:t>that</a:t>
            </a:r>
            <a:r>
              <a:rPr lang="en-US" sz="1700" spc="-31"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2" dirty="0">
                <a:latin typeface="Times New Roman"/>
                <a:cs typeface="Times New Roman"/>
              </a:rPr>
              <a:t>unit</a:t>
            </a:r>
            <a:r>
              <a:rPr lang="en-US" sz="1700" spc="-29" dirty="0">
                <a:latin typeface="Times New Roman"/>
                <a:cs typeface="Times New Roman"/>
              </a:rPr>
              <a:t> </a:t>
            </a:r>
            <a:r>
              <a:rPr lang="en-US" sz="1700" spc="-2" dirty="0">
                <a:latin typeface="Times New Roman"/>
                <a:cs typeface="Times New Roman"/>
              </a:rPr>
              <a:t>is</a:t>
            </a:r>
            <a:r>
              <a:rPr lang="en-US" sz="1700" spc="-29" dirty="0">
                <a:latin typeface="Times New Roman"/>
                <a:cs typeface="Times New Roman"/>
              </a:rPr>
              <a:t> </a:t>
            </a:r>
            <a:r>
              <a:rPr lang="en-US" sz="1700" spc="-2" dirty="0">
                <a:latin typeface="Times New Roman"/>
                <a:cs typeface="Times New Roman"/>
              </a:rPr>
              <a:t>in</a:t>
            </a:r>
            <a:r>
              <a:rPr lang="en-US" sz="1700" spc="-26" dirty="0">
                <a:latin typeface="Times New Roman"/>
                <a:cs typeface="Times New Roman"/>
              </a:rPr>
              <a:t> </a:t>
            </a:r>
            <a:r>
              <a:rPr lang="en-US" sz="1700" spc="-5" dirty="0">
                <a:latin typeface="Times New Roman"/>
                <a:cs typeface="Times New Roman"/>
              </a:rPr>
              <a:t>op</a:t>
            </a:r>
            <a:r>
              <a:rPr lang="en-US" sz="1700" spc="-7" dirty="0">
                <a:latin typeface="Times New Roman"/>
                <a:cs typeface="Times New Roman"/>
              </a:rPr>
              <a:t>e</a:t>
            </a:r>
            <a:r>
              <a:rPr lang="en-US" sz="1700" spc="-2" dirty="0">
                <a:latin typeface="Times New Roman"/>
                <a:cs typeface="Times New Roman"/>
              </a:rPr>
              <a:t>r</a:t>
            </a:r>
            <a:r>
              <a:rPr lang="en-US" sz="1700" spc="-10"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36" dirty="0">
                <a:latin typeface="Times New Roman"/>
                <a:cs typeface="Times New Roman"/>
              </a:rPr>
              <a:t> </a:t>
            </a:r>
            <a:r>
              <a:rPr lang="en-US" sz="1700" spc="-5" dirty="0">
                <a:latin typeface="Times New Roman"/>
                <a:cs typeface="Times New Roman"/>
              </a:rPr>
              <a:t>only</a:t>
            </a:r>
            <a:r>
              <a:rPr lang="en-US" sz="1700" spc="-29" dirty="0">
                <a:latin typeface="Times New Roman"/>
                <a:cs typeface="Times New Roman"/>
              </a:rPr>
              <a:t> </a:t>
            </a:r>
            <a:r>
              <a:rPr lang="en-US" sz="1700" spc="-2" dirty="0">
                <a:latin typeface="Times New Roman"/>
                <a:cs typeface="Times New Roman"/>
              </a:rPr>
              <a:t>wh</a:t>
            </a:r>
            <a:r>
              <a:rPr lang="en-US" sz="1700" spc="-5" dirty="0">
                <a:latin typeface="Times New Roman"/>
                <a:cs typeface="Times New Roman"/>
              </a:rPr>
              <a:t>e</a:t>
            </a:r>
            <a:r>
              <a:rPr lang="en-US" sz="1700" dirty="0">
                <a:latin typeface="Times New Roman"/>
                <a:cs typeface="Times New Roman"/>
              </a:rPr>
              <a:t>n </a:t>
            </a:r>
            <a:r>
              <a:rPr lang="en-US" sz="1700" spc="-5" dirty="0">
                <a:latin typeface="Times New Roman"/>
                <a:cs typeface="Times New Roman"/>
              </a:rPr>
              <a:t>C</a:t>
            </a:r>
            <a:r>
              <a:rPr lang="en-US" sz="1700" dirty="0">
                <a:latin typeface="Times New Roman"/>
                <a:cs typeface="Times New Roman"/>
              </a:rPr>
              <a:t>S1</a:t>
            </a:r>
            <a:r>
              <a:rPr lang="en-US" sz="1700" spc="34" dirty="0">
                <a:latin typeface="Times New Roman"/>
                <a:cs typeface="Times New Roman"/>
              </a:rPr>
              <a:t> </a:t>
            </a:r>
            <a:r>
              <a:rPr lang="en-US" sz="1700" spc="-5" dirty="0">
                <a:latin typeface="Times New Roman"/>
                <a:cs typeface="Times New Roman"/>
              </a:rPr>
              <a:t>=</a:t>
            </a:r>
            <a:r>
              <a:rPr lang="en-US" sz="1700" spc="31" dirty="0">
                <a:latin typeface="Times New Roman"/>
                <a:cs typeface="Times New Roman"/>
              </a:rPr>
              <a:t> </a:t>
            </a:r>
            <a:r>
              <a:rPr lang="en-US" sz="1700" dirty="0">
                <a:latin typeface="Times New Roman"/>
                <a:cs typeface="Times New Roman"/>
              </a:rPr>
              <a:t>1</a:t>
            </a:r>
            <a:r>
              <a:rPr lang="en-US" sz="1700" spc="34"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2" dirty="0">
                <a:latin typeface="Times New Roman"/>
                <a:cs typeface="Times New Roman"/>
              </a:rPr>
              <a:t> </a:t>
            </a:r>
            <a:r>
              <a:rPr lang="en-US" sz="1700" spc="-10" dirty="0">
                <a:latin typeface="Times New Roman"/>
                <a:cs typeface="Times New Roman"/>
              </a:rPr>
              <a:t>C</a:t>
            </a:r>
            <a:r>
              <a:rPr lang="en-US" sz="1700" dirty="0">
                <a:latin typeface="Times New Roman"/>
                <a:cs typeface="Times New Roman"/>
              </a:rPr>
              <a:t>S2 </a:t>
            </a:r>
            <a:r>
              <a:rPr lang="en-US" sz="1700" spc="-5" dirty="0">
                <a:latin typeface="Times New Roman"/>
                <a:cs typeface="Times New Roman"/>
              </a:rPr>
              <a:t>=</a:t>
            </a:r>
            <a:r>
              <a:rPr lang="en-US" sz="1700" spc="31" dirty="0">
                <a:latin typeface="Times New Roman"/>
                <a:cs typeface="Times New Roman"/>
              </a:rPr>
              <a:t> </a:t>
            </a:r>
            <a:r>
              <a:rPr lang="en-US" sz="1700" dirty="0">
                <a:latin typeface="Times New Roman"/>
                <a:cs typeface="Times New Roman"/>
              </a:rPr>
              <a:t>0.</a:t>
            </a:r>
            <a:r>
              <a:rPr lang="en-US" sz="1700" spc="34" dirty="0">
                <a:latin typeface="Times New Roman"/>
                <a:cs typeface="Times New Roman"/>
              </a:rPr>
              <a:t> </a:t>
            </a:r>
            <a:r>
              <a:rPr lang="en-US" sz="1700" spc="-12" dirty="0">
                <a:latin typeface="Times New Roman"/>
                <a:cs typeface="Times New Roman"/>
              </a:rPr>
              <a:t>T</a:t>
            </a:r>
            <a:r>
              <a:rPr lang="en-US" sz="1700" spc="-5" dirty="0">
                <a:latin typeface="Times New Roman"/>
                <a:cs typeface="Times New Roman"/>
              </a:rPr>
              <a:t>he</a:t>
            </a:r>
            <a:r>
              <a:rPr lang="en-US" sz="1700" spc="31" dirty="0">
                <a:latin typeface="Times New Roman"/>
                <a:cs typeface="Times New Roman"/>
              </a:rPr>
              <a:t> </a:t>
            </a:r>
            <a:r>
              <a:rPr lang="en-US" sz="1700" spc="-5" dirty="0">
                <a:latin typeface="Times New Roman"/>
                <a:cs typeface="Times New Roman"/>
              </a:rPr>
              <a:t>b</a:t>
            </a:r>
            <a:r>
              <a:rPr lang="en-US" sz="1700" spc="-7" dirty="0">
                <a:latin typeface="Times New Roman"/>
                <a:cs typeface="Times New Roman"/>
              </a:rPr>
              <a:t>a</a:t>
            </a:r>
            <a:r>
              <a:rPr lang="en-US" sz="1700" dirty="0">
                <a:latin typeface="Times New Roman"/>
                <a:cs typeface="Times New Roman"/>
              </a:rPr>
              <a:t>r</a:t>
            </a:r>
            <a:r>
              <a:rPr lang="en-US" sz="1700" spc="31" dirty="0">
                <a:latin typeface="Times New Roman"/>
                <a:cs typeface="Times New Roman"/>
              </a:rPr>
              <a:t> </a:t>
            </a:r>
            <a:r>
              <a:rPr lang="en-US" sz="1700" dirty="0">
                <a:latin typeface="Times New Roman"/>
                <a:cs typeface="Times New Roman"/>
              </a:rPr>
              <a:t>on</a:t>
            </a:r>
            <a:r>
              <a:rPr lang="en-US" sz="1700" spc="34" dirty="0">
                <a:latin typeface="Times New Roman"/>
                <a:cs typeface="Times New Roman"/>
              </a:rPr>
              <a:t> </a:t>
            </a:r>
            <a:r>
              <a:rPr lang="en-US" sz="1700" spc="-5" dirty="0">
                <a:latin typeface="Times New Roman"/>
                <a:cs typeface="Times New Roman"/>
              </a:rPr>
              <a:t>top</a:t>
            </a:r>
            <a:r>
              <a:rPr lang="en-US" sz="1700" spc="34" dirty="0">
                <a:latin typeface="Times New Roman"/>
                <a:cs typeface="Times New Roman"/>
              </a:rPr>
              <a:t> </a:t>
            </a:r>
            <a:r>
              <a:rPr lang="en-US" sz="1700" dirty="0">
                <a:latin typeface="Times New Roman"/>
                <a:cs typeface="Times New Roman"/>
              </a:rPr>
              <a:t>of</a:t>
            </a:r>
            <a:r>
              <a:rPr lang="en-US" sz="1700" spc="31"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2" dirty="0">
                <a:latin typeface="Times New Roman"/>
                <a:cs typeface="Times New Roman"/>
              </a:rPr>
              <a:t>se</a:t>
            </a:r>
            <a:r>
              <a:rPr lang="en-US" sz="1700" spc="-7" dirty="0">
                <a:latin typeface="Times New Roman"/>
                <a:cs typeface="Times New Roman"/>
              </a:rPr>
              <a:t>c</a:t>
            </a:r>
            <a:r>
              <a:rPr lang="en-US" sz="1700" dirty="0">
                <a:latin typeface="Times New Roman"/>
                <a:cs typeface="Times New Roman"/>
              </a:rPr>
              <a:t>ond</a:t>
            </a:r>
            <a:r>
              <a:rPr lang="en-US" sz="1700" spc="34" dirty="0">
                <a:latin typeface="Times New Roman"/>
                <a:cs typeface="Times New Roman"/>
              </a:rPr>
              <a:t> </a:t>
            </a:r>
            <a:r>
              <a:rPr lang="en-US" sz="1700" spc="-2" dirty="0">
                <a:latin typeface="Times New Roman"/>
                <a:cs typeface="Times New Roman"/>
              </a:rPr>
              <a:t>sele</a:t>
            </a:r>
            <a:r>
              <a:rPr lang="en-US" sz="1700" spc="-10" dirty="0">
                <a:latin typeface="Times New Roman"/>
                <a:cs typeface="Times New Roman"/>
              </a:rPr>
              <a:t>c</a:t>
            </a:r>
            <a:r>
              <a:rPr lang="en-US" sz="1700" spc="-2" dirty="0">
                <a:latin typeface="Times New Roman"/>
                <a:cs typeface="Times New Roman"/>
              </a:rPr>
              <a:t>t</a:t>
            </a:r>
            <a:r>
              <a:rPr lang="en-US" sz="1700" spc="34" dirty="0">
                <a:latin typeface="Times New Roman"/>
                <a:cs typeface="Times New Roman"/>
              </a:rPr>
              <a:t> </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ri</a:t>
            </a:r>
            <a:r>
              <a:rPr lang="en-US" sz="1700" spc="-10" dirty="0">
                <a:latin typeface="Times New Roman"/>
                <a:cs typeface="Times New Roman"/>
              </a:rPr>
              <a:t>a</a:t>
            </a:r>
            <a:r>
              <a:rPr lang="en-US" sz="1700" spc="-2" dirty="0">
                <a:latin typeface="Times New Roman"/>
                <a:cs typeface="Times New Roman"/>
              </a:rPr>
              <a:t>ble</a:t>
            </a:r>
            <a:r>
              <a:rPr lang="en-US" sz="1700" spc="31" dirty="0">
                <a:latin typeface="Times New Roman"/>
                <a:cs typeface="Times New Roman"/>
              </a:rPr>
              <a:t> </a:t>
            </a:r>
            <a:r>
              <a:rPr lang="en-US" sz="1700" spc="-2" dirty="0">
                <a:latin typeface="Times New Roman"/>
                <a:cs typeface="Times New Roman"/>
              </a:rPr>
              <a:t>indi</a:t>
            </a:r>
            <a:r>
              <a:rPr lang="en-US" sz="1700" spc="-7" dirty="0">
                <a:latin typeface="Times New Roman"/>
                <a:cs typeface="Times New Roman"/>
              </a:rPr>
              <a:t>ca</a:t>
            </a:r>
            <a:r>
              <a:rPr lang="en-US" sz="1700" dirty="0">
                <a:latin typeface="Times New Roman"/>
                <a:cs typeface="Times New Roman"/>
              </a:rPr>
              <a:t>t</a:t>
            </a:r>
            <a:r>
              <a:rPr lang="en-US" sz="1700" spc="-7" dirty="0">
                <a:latin typeface="Times New Roman"/>
                <a:cs typeface="Times New Roman"/>
              </a:rPr>
              <a:t>e</a:t>
            </a:r>
            <a:r>
              <a:rPr lang="en-US" sz="1700" dirty="0">
                <a:latin typeface="Times New Roman"/>
                <a:cs typeface="Times New Roman"/>
              </a:rPr>
              <a:t>s</a:t>
            </a:r>
            <a:r>
              <a:rPr lang="en-US" sz="1700" spc="34" dirty="0">
                <a:latin typeface="Times New Roman"/>
                <a:cs typeface="Times New Roman"/>
              </a:rPr>
              <a:t> </a:t>
            </a:r>
            <a:r>
              <a:rPr lang="en-US" sz="1700" spc="-2" dirty="0">
                <a:latin typeface="Times New Roman"/>
                <a:cs typeface="Times New Roman"/>
              </a:rPr>
              <a:t>that</a:t>
            </a:r>
            <a:r>
              <a:rPr lang="en-US" sz="1700" spc="34"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s </a:t>
            </a:r>
            <a:r>
              <a:rPr lang="en-US" sz="1700" spc="-2" dirty="0">
                <a:latin typeface="Times New Roman"/>
                <a:cs typeface="Times New Roman"/>
              </a:rPr>
              <a:t>input</a:t>
            </a:r>
            <a:r>
              <a:rPr lang="en-US" sz="1700" dirty="0">
                <a:latin typeface="Times New Roman"/>
                <a:cs typeface="Times New Roman"/>
              </a:rPr>
              <a:t> </a:t>
            </a:r>
            <a:r>
              <a:rPr lang="en-US" sz="1700" spc="-2" dirty="0">
                <a:latin typeface="Times New Roman"/>
                <a:cs typeface="Times New Roman"/>
              </a:rPr>
              <a:t>is </a:t>
            </a:r>
            <a:r>
              <a:rPr lang="en-US" sz="1700" spc="-5" dirty="0">
                <a:latin typeface="Times New Roman"/>
                <a:cs typeface="Times New Roman"/>
              </a:rPr>
              <a:t>en</a:t>
            </a:r>
            <a:r>
              <a:rPr lang="en-US" sz="1700" spc="-10" dirty="0">
                <a:latin typeface="Times New Roman"/>
                <a:cs typeface="Times New Roman"/>
              </a:rPr>
              <a:t>a</a:t>
            </a:r>
            <a:r>
              <a:rPr lang="en-US" sz="1700" spc="-5" dirty="0">
                <a:latin typeface="Times New Roman"/>
                <a:cs typeface="Times New Roman"/>
              </a:rPr>
              <a:t>bled</a:t>
            </a:r>
            <a:r>
              <a:rPr lang="en-US" sz="1700" dirty="0">
                <a:latin typeface="Times New Roman"/>
                <a:cs typeface="Times New Roman"/>
              </a:rPr>
              <a:t> </a:t>
            </a:r>
            <a:r>
              <a:rPr lang="en-US" sz="1700" spc="-2" dirty="0">
                <a:latin typeface="Times New Roman"/>
                <a:cs typeface="Times New Roman"/>
              </a:rPr>
              <a:t>w</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n </a:t>
            </a:r>
            <a:r>
              <a:rPr lang="en-US" sz="1700" spc="-2" dirty="0">
                <a:latin typeface="Times New Roman"/>
                <a:cs typeface="Times New Roman"/>
              </a:rPr>
              <a:t>it</a:t>
            </a:r>
            <a:r>
              <a:rPr lang="en-US" sz="1700" dirty="0">
                <a:latin typeface="Times New Roman"/>
                <a:cs typeface="Times New Roman"/>
              </a:rPr>
              <a:t> </a:t>
            </a:r>
            <a:r>
              <a:rPr lang="en-US" sz="1700" spc="-2" dirty="0">
                <a:latin typeface="Times New Roman"/>
                <a:cs typeface="Times New Roman"/>
              </a:rPr>
              <a:t>is </a:t>
            </a:r>
            <a:r>
              <a:rPr lang="en-US" sz="1700" spc="-5" dirty="0">
                <a:latin typeface="Times New Roman"/>
                <a:cs typeface="Times New Roman"/>
              </a:rPr>
              <a:t>equ</a:t>
            </a:r>
            <a:r>
              <a:rPr lang="en-US" sz="1700" spc="-10"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a:t>
            </a:r>
            <a:r>
              <a:rPr lang="en-US" sz="1700" spc="-2" dirty="0">
                <a:latin typeface="Times New Roman"/>
                <a:cs typeface="Times New Roman"/>
              </a:rPr>
              <a:t>t</a:t>
            </a:r>
            <a:r>
              <a:rPr lang="en-US" sz="1700" dirty="0">
                <a:latin typeface="Times New Roman"/>
                <a:cs typeface="Times New Roman"/>
              </a:rPr>
              <a:t>o 0.</a:t>
            </a:r>
          </a:p>
        </p:txBody>
      </p:sp>
      <p:sp>
        <p:nvSpPr>
          <p:cNvPr id="4" name="object 4"/>
          <p:cNvSpPr/>
          <p:nvPr/>
        </p:nvSpPr>
        <p:spPr>
          <a:xfrm>
            <a:off x="1981200" y="1276350"/>
            <a:ext cx="4606662" cy="2133600"/>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055252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74A5-F3D9-1D59-5D81-48A57F0C69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8D3114-630C-1D8B-9534-51A7047B18E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7752EC0-A6FC-36B4-5386-4A0BDFA666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CBBC3E7-3573-F355-978A-76715A8D24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E41F886-4870-E9AA-6D23-5BA7BDF678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990600" y="819150"/>
            <a:ext cx="7010400" cy="3344505"/>
          </a:xfrm>
          <a:prstGeom prst="rect">
            <a:avLst/>
          </a:prstGeom>
        </p:spPr>
        <p:txBody>
          <a:bodyPr vert="horz" wrap="square" lIns="0" tIns="0" rIns="0" bIns="0" rtlCol="0">
            <a:spAutoFit/>
          </a:bodyPr>
          <a:lstStyle/>
          <a:p>
            <a:pPr marL="6109"/>
            <a:r>
              <a:rPr sz="1700" b="1" dirty="0">
                <a:latin typeface="Times New Roman"/>
                <a:cs typeface="Times New Roman"/>
              </a:rPr>
              <a:t>2.  </a:t>
            </a:r>
            <a:r>
              <a:rPr sz="1700" b="1" spc="-2" dirty="0">
                <a:latin typeface="Times New Roman"/>
                <a:cs typeface="Times New Roman"/>
              </a:rPr>
              <a:t> </a:t>
            </a:r>
            <a:r>
              <a:rPr sz="1700" b="1" spc="-7" dirty="0">
                <a:latin typeface="Times New Roman"/>
                <a:cs typeface="Times New Roman"/>
              </a:rPr>
              <a:t>ROM</a:t>
            </a:r>
            <a:r>
              <a:rPr sz="1700" b="1" spc="-2" dirty="0">
                <a:latin typeface="Times New Roman"/>
                <a:cs typeface="Times New Roman"/>
              </a:rPr>
              <a:t> int</a:t>
            </a:r>
            <a:r>
              <a:rPr sz="1700" b="1" spc="-10" dirty="0">
                <a:latin typeface="Times New Roman"/>
                <a:cs typeface="Times New Roman"/>
              </a:rPr>
              <a:t>e</a:t>
            </a:r>
            <a:r>
              <a:rPr sz="1700" b="1" spc="-5" dirty="0">
                <a:latin typeface="Times New Roman"/>
                <a:cs typeface="Times New Roman"/>
              </a:rPr>
              <a:t>g</a:t>
            </a:r>
            <a:r>
              <a:rPr sz="1700" b="1" spc="-7" dirty="0">
                <a:latin typeface="Times New Roman"/>
                <a:cs typeface="Times New Roman"/>
              </a:rPr>
              <a:t>r</a:t>
            </a:r>
            <a:r>
              <a:rPr sz="1700" b="1" dirty="0">
                <a:latin typeface="Times New Roman"/>
                <a:cs typeface="Times New Roman"/>
              </a:rPr>
              <a:t>a</a:t>
            </a:r>
            <a:r>
              <a:rPr sz="1700" b="1" spc="2" dirty="0">
                <a:latin typeface="Times New Roman"/>
                <a:cs typeface="Times New Roman"/>
              </a:rPr>
              <a:t>t</a:t>
            </a:r>
            <a:r>
              <a:rPr sz="1700" b="1" spc="-7" dirty="0">
                <a:latin typeface="Times New Roman"/>
                <a:cs typeface="Times New Roman"/>
              </a:rPr>
              <a:t>e</a:t>
            </a:r>
            <a:r>
              <a:rPr sz="1700" b="1" dirty="0">
                <a:latin typeface="Times New Roman"/>
                <a:cs typeface="Times New Roman"/>
              </a:rPr>
              <a:t>d </a:t>
            </a:r>
            <a:r>
              <a:rPr sz="1700" b="1" spc="-7" dirty="0">
                <a:latin typeface="Times New Roman"/>
                <a:cs typeface="Times New Roman"/>
              </a:rPr>
              <a:t>c</a:t>
            </a:r>
            <a:r>
              <a:rPr sz="1700" b="1" spc="-2" dirty="0">
                <a:latin typeface="Times New Roman"/>
                <a:cs typeface="Times New Roman"/>
              </a:rPr>
              <a:t>ir</a:t>
            </a:r>
            <a:r>
              <a:rPr sz="1700" b="1" spc="-10" dirty="0">
                <a:latin typeface="Times New Roman"/>
                <a:cs typeface="Times New Roman"/>
              </a:rPr>
              <a:t>c</a:t>
            </a:r>
            <a:r>
              <a:rPr sz="1700" b="1" dirty="0">
                <a:latin typeface="Times New Roman"/>
                <a:cs typeface="Times New Roman"/>
              </a:rPr>
              <a:t>u</a:t>
            </a:r>
            <a:r>
              <a:rPr sz="1700" b="1" spc="-2" dirty="0">
                <a:latin typeface="Times New Roman"/>
                <a:cs typeface="Times New Roman"/>
              </a:rPr>
              <a:t>it</a:t>
            </a:r>
            <a:endParaRPr sz="1700" dirty="0">
              <a:latin typeface="Times New Roman"/>
              <a:cs typeface="Times New Roman"/>
            </a:endParaRPr>
          </a:p>
          <a:p>
            <a:pPr marL="115760" marR="3971" algn="just">
              <a:spcBef>
                <a:spcPts val="375"/>
              </a:spcBef>
            </a:pPr>
            <a:r>
              <a:rPr sz="1700" spc="-5" dirty="0">
                <a:latin typeface="Times New Roman"/>
                <a:cs typeface="Times New Roman"/>
              </a:rPr>
              <a:t>The</a:t>
            </a:r>
            <a:r>
              <a:rPr sz="1700" spc="48" dirty="0">
                <a:latin typeface="Times New Roman"/>
                <a:cs typeface="Times New Roman"/>
              </a:rPr>
              <a:t> </a:t>
            </a:r>
            <a:r>
              <a:rPr sz="1700" spc="-5" dirty="0">
                <a:latin typeface="Times New Roman"/>
                <a:cs typeface="Times New Roman"/>
              </a:rPr>
              <a:t>prim</a:t>
            </a:r>
            <a:r>
              <a:rPr sz="1700" spc="-2" dirty="0">
                <a:latin typeface="Times New Roman"/>
                <a:cs typeface="Times New Roman"/>
              </a:rPr>
              <a:t>a</a:t>
            </a:r>
            <a:r>
              <a:rPr sz="1700" dirty="0">
                <a:latin typeface="Times New Roman"/>
                <a:cs typeface="Times New Roman"/>
              </a:rPr>
              <a:t>ry</a:t>
            </a:r>
            <a:r>
              <a:rPr sz="1700" spc="48" dirty="0">
                <a:latin typeface="Times New Roman"/>
                <a:cs typeface="Times New Roman"/>
              </a:rPr>
              <a:t> </a:t>
            </a:r>
            <a:r>
              <a:rPr sz="1700" spc="-7" dirty="0">
                <a:latin typeface="Times New Roman"/>
                <a:cs typeface="Times New Roman"/>
              </a:rPr>
              <a:t>c</a:t>
            </a:r>
            <a:r>
              <a:rPr sz="1700" spc="-5" dirty="0">
                <a:latin typeface="Times New Roman"/>
                <a:cs typeface="Times New Roman"/>
              </a:rPr>
              <a:t>ompo</a:t>
            </a:r>
            <a:r>
              <a:rPr sz="1700" dirty="0">
                <a:latin typeface="Times New Roman"/>
                <a:cs typeface="Times New Roman"/>
              </a:rPr>
              <a:t>n</a:t>
            </a:r>
            <a:r>
              <a:rPr sz="1700" spc="-7" dirty="0">
                <a:latin typeface="Times New Roman"/>
                <a:cs typeface="Times New Roman"/>
              </a:rPr>
              <a:t>e</a:t>
            </a:r>
            <a:r>
              <a:rPr sz="1700" spc="-2" dirty="0">
                <a:latin typeface="Times New Roman"/>
                <a:cs typeface="Times New Roman"/>
              </a:rPr>
              <a:t>nt</a:t>
            </a:r>
            <a:r>
              <a:rPr sz="1700" spc="58" dirty="0">
                <a:latin typeface="Times New Roman"/>
                <a:cs typeface="Times New Roman"/>
              </a:rPr>
              <a:t> </a:t>
            </a:r>
            <a:r>
              <a:rPr sz="1700" dirty="0">
                <a:latin typeface="Times New Roman"/>
                <a:cs typeface="Times New Roman"/>
              </a:rPr>
              <a:t>of</a:t>
            </a:r>
            <a:r>
              <a:rPr sz="1700" spc="48"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dirty="0">
                <a:latin typeface="Times New Roman"/>
                <a:cs typeface="Times New Roman"/>
              </a:rPr>
              <a:t>m</a:t>
            </a:r>
            <a:r>
              <a:rPr sz="1700" spc="-7" dirty="0">
                <a:latin typeface="Times New Roman"/>
                <a:cs typeface="Times New Roman"/>
              </a:rPr>
              <a:t>a</a:t>
            </a:r>
            <a:r>
              <a:rPr sz="1700" spc="-2" dirty="0">
                <a:latin typeface="Times New Roman"/>
                <a:cs typeface="Times New Roman"/>
              </a:rPr>
              <a:t>in</a:t>
            </a:r>
            <a:r>
              <a:rPr sz="1700" spc="5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5" dirty="0">
                <a:latin typeface="Times New Roman"/>
                <a:cs typeface="Times New Roman"/>
              </a:rPr>
              <a:t> </a:t>
            </a:r>
            <a:r>
              <a:rPr sz="1700" spc="-2" dirty="0">
                <a:latin typeface="Times New Roman"/>
                <a:cs typeface="Times New Roman"/>
              </a:rPr>
              <a:t>is</a:t>
            </a:r>
            <a:r>
              <a:rPr sz="1700" spc="58"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51"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gr</a:t>
            </a:r>
            <a:r>
              <a:rPr sz="1700" spc="-10" dirty="0">
                <a:latin typeface="Times New Roman"/>
                <a:cs typeface="Times New Roman"/>
              </a:rPr>
              <a:t>a</a:t>
            </a:r>
            <a:r>
              <a:rPr sz="1700" spc="-2" dirty="0">
                <a:latin typeface="Times New Roman"/>
                <a:cs typeface="Times New Roman"/>
              </a:rPr>
              <a:t>ted</a:t>
            </a:r>
            <a:r>
              <a:rPr sz="1700" spc="55" dirty="0">
                <a:latin typeface="Times New Roman"/>
                <a:cs typeface="Times New Roman"/>
              </a:rPr>
              <a:t> </a:t>
            </a:r>
            <a:r>
              <a:rPr sz="1700" spc="-7" dirty="0">
                <a:latin typeface="Times New Roman"/>
                <a:cs typeface="Times New Roman"/>
              </a:rPr>
              <a:t>c</a:t>
            </a:r>
            <a:r>
              <a:rPr sz="1700" spc="-2" dirty="0">
                <a:latin typeface="Times New Roman"/>
                <a:cs typeface="Times New Roman"/>
              </a:rPr>
              <a:t>ir</a:t>
            </a:r>
            <a:r>
              <a:rPr sz="1700" spc="-10" dirty="0">
                <a:latin typeface="Times New Roman"/>
                <a:cs typeface="Times New Roman"/>
              </a:rPr>
              <a:t>c</a:t>
            </a:r>
            <a:r>
              <a:rPr sz="1700" spc="-2" dirty="0">
                <a:latin typeface="Times New Roman"/>
                <a:cs typeface="Times New Roman"/>
              </a:rPr>
              <a:t>uit</a:t>
            </a:r>
            <a:r>
              <a:rPr sz="1700" spc="58"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spc="53" dirty="0">
                <a:latin typeface="Times New Roman"/>
                <a:cs typeface="Times New Roman"/>
              </a:rPr>
              <a:t> </a:t>
            </a:r>
            <a:r>
              <a:rPr sz="1700" spc="-5" dirty="0">
                <a:latin typeface="Times New Roman"/>
                <a:cs typeface="Times New Roman"/>
              </a:rPr>
              <a:t>but</a:t>
            </a:r>
            <a:r>
              <a:rPr sz="1700" spc="51" dirty="0">
                <a:latin typeface="Times New Roman"/>
                <a:cs typeface="Times New Roman"/>
              </a:rPr>
              <a:t> </a:t>
            </a:r>
            <a:r>
              <a:rPr sz="1700" spc="-5" dirty="0">
                <a:latin typeface="Times New Roman"/>
                <a:cs typeface="Times New Roman"/>
              </a:rPr>
              <a:t>a</a:t>
            </a:r>
            <a:r>
              <a:rPr sz="1700" spc="-2" dirty="0">
                <a:latin typeface="Times New Roman"/>
                <a:cs typeface="Times New Roman"/>
              </a:rPr>
              <a:t> portion</a:t>
            </a:r>
            <a:r>
              <a:rPr sz="1700" dirty="0">
                <a:latin typeface="Times New Roman"/>
                <a:cs typeface="Times New Roman"/>
              </a:rPr>
              <a:t> of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5" dirty="0">
                <a:latin typeface="Times New Roman"/>
                <a:cs typeface="Times New Roman"/>
              </a:rPr>
              <a:t>may</a:t>
            </a:r>
            <a:r>
              <a:rPr sz="1700" spc="2" dirty="0">
                <a:latin typeface="Times New Roman"/>
                <a:cs typeface="Times New Roman"/>
              </a:rPr>
              <a:t> </a:t>
            </a:r>
            <a:r>
              <a:rPr sz="1700" spc="-5" dirty="0">
                <a:latin typeface="Times New Roman"/>
                <a:cs typeface="Times New Roman"/>
              </a:rPr>
              <a:t>be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onstru</a:t>
            </a:r>
            <a:r>
              <a:rPr sz="1700" spc="-10" dirty="0">
                <a:latin typeface="Times New Roman"/>
                <a:cs typeface="Times New Roman"/>
              </a:rPr>
              <a:t>c</a:t>
            </a:r>
            <a:r>
              <a:rPr sz="1700" spc="-2" dirty="0">
                <a:latin typeface="Times New Roman"/>
                <a:cs typeface="Times New Roman"/>
              </a:rPr>
              <a:t>ted</a:t>
            </a:r>
            <a:r>
              <a:rPr sz="1700" spc="2"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10" dirty="0">
                <a:latin typeface="Times New Roman"/>
                <a:cs typeface="Times New Roman"/>
              </a:rPr>
              <a:t>c</a:t>
            </a:r>
            <a:r>
              <a:rPr sz="1700" spc="-2" dirty="0">
                <a:latin typeface="Times New Roman"/>
                <a:cs typeface="Times New Roman"/>
              </a:rPr>
              <a:t>hips.</a:t>
            </a:r>
            <a:endParaRPr sz="1700" dirty="0">
              <a:latin typeface="Times New Roman"/>
              <a:cs typeface="Times New Roman"/>
            </a:endParaRPr>
          </a:p>
          <a:p>
            <a:pPr marL="115760" marR="4582" algn="just">
              <a:spcBef>
                <a:spcPts val="363"/>
              </a:spcBef>
            </a:pPr>
            <a:r>
              <a:rPr sz="1700" dirty="0">
                <a:latin typeface="Times New Roman"/>
                <a:cs typeface="Times New Roman"/>
              </a:rPr>
              <a:t>A</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1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4"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dirty="0">
                <a:latin typeface="Times New Roman"/>
                <a:cs typeface="Times New Roman"/>
              </a:rPr>
              <a:t>for</a:t>
            </a:r>
            <a:r>
              <a:rPr sz="1700" spc="12" dirty="0">
                <a:latin typeface="Times New Roman"/>
                <a:cs typeface="Times New Roman"/>
              </a:rPr>
              <a:t> </a:t>
            </a:r>
            <a:r>
              <a:rPr sz="1700" spc="5" dirty="0">
                <a:latin typeface="Times New Roman"/>
                <a:cs typeface="Times New Roman"/>
              </a:rPr>
              <a:t>k</a:t>
            </a:r>
            <a:r>
              <a:rPr sz="1700" spc="-7" dirty="0">
                <a:latin typeface="Times New Roman"/>
                <a:cs typeface="Times New Roman"/>
              </a:rPr>
              <a:t>ee</a:t>
            </a:r>
            <a:r>
              <a:rPr sz="1700" spc="-5" dirty="0">
                <a:latin typeface="Times New Roman"/>
                <a:cs typeface="Times New Roman"/>
              </a:rPr>
              <a:t>ping</a:t>
            </a:r>
            <a:r>
              <a:rPr sz="1700" spc="17" dirty="0">
                <a:latin typeface="Times New Roman"/>
                <a:cs typeface="Times New Roman"/>
              </a:rPr>
              <a:t> </a:t>
            </a:r>
            <a:r>
              <a:rPr sz="1700" dirty="0">
                <a:latin typeface="Times New Roman"/>
                <a:cs typeface="Times New Roman"/>
              </a:rPr>
              <a:t>pro</a:t>
            </a:r>
            <a:r>
              <a:rPr sz="1700" spc="2" dirty="0">
                <a:latin typeface="Times New Roman"/>
                <a:cs typeface="Times New Roman"/>
              </a:rPr>
              <a:t>g</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ms</a:t>
            </a:r>
            <a:r>
              <a:rPr sz="1700" spc="17" dirty="0">
                <a:latin typeface="Times New Roman"/>
                <a:cs typeface="Times New Roman"/>
              </a:rPr>
              <a:t> </a:t>
            </a:r>
            <a:r>
              <a:rPr sz="1700" spc="-7" dirty="0">
                <a:latin typeface="Times New Roman"/>
                <a:cs typeface="Times New Roman"/>
              </a:rPr>
              <a:t>a</a:t>
            </a:r>
            <a:r>
              <a:rPr sz="1700" spc="5" dirty="0">
                <a:latin typeface="Times New Roman"/>
                <a:cs typeface="Times New Roman"/>
              </a:rPr>
              <a:t>n</a:t>
            </a:r>
            <a:r>
              <a:rPr sz="1700" dirty="0">
                <a:latin typeface="Times New Roman"/>
                <a:cs typeface="Times New Roman"/>
              </a:rPr>
              <a:t>d</a:t>
            </a:r>
            <a:r>
              <a:rPr sz="1700" spc="1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4" dirty="0">
                <a:latin typeface="Times New Roman"/>
                <a:cs typeface="Times New Roman"/>
              </a:rPr>
              <a:t> </a:t>
            </a:r>
            <a:r>
              <a:rPr sz="1700" spc="-2" dirty="0">
                <a:latin typeface="Times New Roman"/>
                <a:cs typeface="Times New Roman"/>
              </a:rPr>
              <a:t>that</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rm</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tl</a:t>
            </a:r>
            <a:r>
              <a:rPr sz="1700" dirty="0">
                <a:latin typeface="Times New Roman"/>
                <a:cs typeface="Times New Roman"/>
              </a:rPr>
              <a:t>y</a:t>
            </a:r>
            <a:r>
              <a:rPr sz="1700" spc="1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sident </a:t>
            </a:r>
            <a:r>
              <a:rPr sz="1700" spc="-2" dirty="0">
                <a:latin typeface="Times New Roman"/>
                <a:cs typeface="Times New Roman"/>
              </a:rPr>
              <a:t>in the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p>
          <a:p>
            <a:pPr marL="115760" marR="2443" algn="just">
              <a:spcBef>
                <a:spcPts val="358"/>
              </a:spcBef>
            </a:pPr>
            <a:r>
              <a:rPr sz="1700" spc="-2" dirty="0">
                <a:latin typeface="Times New Roman"/>
                <a:cs typeface="Times New Roman"/>
              </a:rPr>
              <a:t>Ap</a:t>
            </a:r>
            <a:r>
              <a:rPr sz="1700" spc="-5" dirty="0">
                <a:latin typeface="Times New Roman"/>
                <a:cs typeface="Times New Roman"/>
              </a:rPr>
              <a:t>a</a:t>
            </a:r>
            <a:r>
              <a:rPr sz="1700" spc="-2" dirty="0">
                <a:latin typeface="Times New Roman"/>
                <a:cs typeface="Times New Roman"/>
              </a:rPr>
              <a:t>rt</a:t>
            </a:r>
            <a:r>
              <a:rPr sz="1700" spc="-12" dirty="0">
                <a:latin typeface="Times New Roman"/>
                <a:cs typeface="Times New Roman"/>
              </a:rPr>
              <a:t> </a:t>
            </a:r>
            <a:r>
              <a:rPr sz="1700" spc="2" dirty="0">
                <a:latin typeface="Times New Roman"/>
                <a:cs typeface="Times New Roman"/>
              </a:rPr>
              <a:t>f</a:t>
            </a:r>
            <a:r>
              <a:rPr sz="1700" spc="-5" dirty="0">
                <a:latin typeface="Times New Roman"/>
                <a:cs typeface="Times New Roman"/>
              </a:rPr>
              <a:t>rom</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a:t>
            </a:r>
            <a:r>
              <a:rPr sz="1700" spc="-2" dirty="0">
                <a:latin typeface="Times New Roman"/>
                <a:cs typeface="Times New Roman"/>
              </a:rPr>
              <a:t>e</a:t>
            </a:r>
            <a:r>
              <a:rPr sz="1700" spc="-5" dirty="0">
                <a:latin typeface="Times New Roman"/>
                <a:cs typeface="Times New Roman"/>
              </a:rPr>
              <a:t>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t</a:t>
            </a:r>
            <a:r>
              <a:rPr sz="1700" spc="-12" dirty="0">
                <a:latin typeface="Times New Roman"/>
                <a:cs typeface="Times New Roman"/>
              </a:rPr>
              <a:t> </a:t>
            </a:r>
            <a:r>
              <a:rPr sz="1700" spc="-5" dirty="0">
                <a:latin typeface="Times New Roman"/>
                <a:cs typeface="Times New Roman"/>
              </a:rPr>
              <a:t>storage</a:t>
            </a:r>
            <a:r>
              <a:rPr sz="1700" spc="-14"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12" dirty="0">
                <a:latin typeface="Times New Roman"/>
                <a:cs typeface="Times New Roman"/>
              </a:rPr>
              <a:t> </a:t>
            </a:r>
            <a:r>
              <a:rPr sz="1700" spc="-2" dirty="0">
                <a:latin typeface="Times New Roman"/>
                <a:cs typeface="Times New Roman"/>
              </a:rPr>
              <a:t>portion</a:t>
            </a:r>
            <a:r>
              <a:rPr sz="1700" spc="-12"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5" dirty="0">
                <a:latin typeface="Times New Roman"/>
                <a:cs typeface="Times New Roman"/>
              </a:rPr>
              <a:t>main</a:t>
            </a:r>
            <a:r>
              <a:rPr sz="1700" spc="-12"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14"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 for </a:t>
            </a:r>
            <a:r>
              <a:rPr sz="1700" spc="-34" dirty="0">
                <a:latin typeface="Times New Roman"/>
                <a:cs typeface="Times New Roman"/>
              </a:rPr>
              <a:t> </a:t>
            </a:r>
            <a:r>
              <a:rPr sz="1700" spc="-5" dirty="0">
                <a:latin typeface="Times New Roman"/>
                <a:cs typeface="Times New Roman"/>
              </a:rPr>
              <a:t>storing</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31"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9" dirty="0">
                <a:latin typeface="Times New Roman"/>
                <a:cs typeface="Times New Roman"/>
              </a:rPr>
              <a:t>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ca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 </a:t>
            </a:r>
            <a:r>
              <a:rPr sz="1700" spc="-24" dirty="0">
                <a:latin typeface="Times New Roman"/>
                <a:cs typeface="Times New Roman"/>
              </a:rPr>
              <a:t> </a:t>
            </a:r>
            <a:r>
              <a:rPr sz="1700" spc="-5" dirty="0">
                <a:latin typeface="Times New Roman"/>
                <a:cs typeface="Times New Roman"/>
              </a:rPr>
              <a:t>a</a:t>
            </a:r>
            <a:r>
              <a:rPr sz="1700" spc="5" dirty="0">
                <a:latin typeface="Times New Roman"/>
                <a:cs typeface="Times New Roman"/>
              </a:rPr>
              <a:t> </a:t>
            </a:r>
            <a:r>
              <a:rPr sz="1700" b="1" dirty="0">
                <a:latin typeface="Times New Roman"/>
                <a:cs typeface="Times New Roman"/>
              </a:rPr>
              <a:t>boots</a:t>
            </a:r>
            <a:r>
              <a:rPr sz="1700" b="1" spc="-5" dirty="0">
                <a:latin typeface="Times New Roman"/>
                <a:cs typeface="Times New Roman"/>
              </a:rPr>
              <a:t>t</a:t>
            </a:r>
            <a:r>
              <a:rPr sz="1700" b="1" spc="-7" dirty="0">
                <a:latin typeface="Times New Roman"/>
                <a:cs typeface="Times New Roman"/>
              </a:rPr>
              <a:t>r</a:t>
            </a:r>
            <a:r>
              <a:rPr sz="1700" b="1" spc="5" dirty="0">
                <a:latin typeface="Times New Roman"/>
                <a:cs typeface="Times New Roman"/>
              </a:rPr>
              <a:t>a</a:t>
            </a:r>
            <a:r>
              <a:rPr sz="1700" b="1" dirty="0">
                <a:latin typeface="Times New Roman"/>
                <a:cs typeface="Times New Roman"/>
              </a:rPr>
              <a:t>p </a:t>
            </a:r>
            <a:r>
              <a:rPr sz="1700" b="1" spc="-29" dirty="0">
                <a:latin typeface="Times New Roman"/>
                <a:cs typeface="Times New Roman"/>
              </a:rPr>
              <a:t> </a:t>
            </a:r>
            <a:r>
              <a:rPr sz="1700" b="1" spc="-5" dirty="0">
                <a:latin typeface="Times New Roman"/>
                <a:cs typeface="Times New Roman"/>
              </a:rPr>
              <a:t>loa</a:t>
            </a:r>
            <a:r>
              <a:rPr sz="1700" b="1" spc="-2" dirty="0">
                <a:latin typeface="Times New Roman"/>
                <a:cs typeface="Times New Roman"/>
              </a:rPr>
              <a:t>d</a:t>
            </a:r>
            <a:r>
              <a:rPr sz="1700" b="1" spc="-7" dirty="0">
                <a:latin typeface="Times New Roman"/>
                <a:cs typeface="Times New Roman"/>
              </a:rPr>
              <a:t>e</a:t>
            </a:r>
            <a:r>
              <a:rPr sz="1700" b="1" spc="-5" dirty="0">
                <a:latin typeface="Times New Roman"/>
                <a:cs typeface="Times New Roman"/>
              </a:rPr>
              <a:t>r</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26" dirty="0">
                <a:latin typeface="Times New Roman"/>
                <a:cs typeface="Times New Roman"/>
              </a:rPr>
              <a:t> </a:t>
            </a:r>
            <a:r>
              <a:rPr sz="1700" spc="-5" dirty="0">
                <a:latin typeface="Times New Roman"/>
                <a:cs typeface="Times New Roman"/>
              </a:rPr>
              <a:t>fun</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of </a:t>
            </a:r>
            <a:r>
              <a:rPr sz="1700" spc="-2" dirty="0">
                <a:latin typeface="Times New Roman"/>
                <a:cs typeface="Times New Roman"/>
              </a:rPr>
              <a:t>the </a:t>
            </a:r>
            <a:r>
              <a:rPr sz="1700" b="1" dirty="0">
                <a:latin typeface="Times New Roman"/>
                <a:cs typeface="Times New Roman"/>
              </a:rPr>
              <a:t>boots</a:t>
            </a:r>
            <a:r>
              <a:rPr sz="1700" b="1" spc="-5" dirty="0">
                <a:latin typeface="Times New Roman"/>
                <a:cs typeface="Times New Roman"/>
              </a:rPr>
              <a:t>t</a:t>
            </a:r>
            <a:r>
              <a:rPr sz="1700" b="1" spc="-7" dirty="0">
                <a:latin typeface="Times New Roman"/>
                <a:cs typeface="Times New Roman"/>
              </a:rPr>
              <a:t>r</a:t>
            </a:r>
            <a:r>
              <a:rPr sz="1700" b="1" dirty="0">
                <a:latin typeface="Times New Roman"/>
                <a:cs typeface="Times New Roman"/>
              </a:rPr>
              <a:t>ap</a:t>
            </a:r>
            <a:r>
              <a:rPr sz="1700" b="1" spc="5" dirty="0">
                <a:latin typeface="Times New Roman"/>
                <a:cs typeface="Times New Roman"/>
              </a:rPr>
              <a:t> </a:t>
            </a:r>
            <a:r>
              <a:rPr sz="1700" b="1" spc="-5" dirty="0">
                <a:latin typeface="Times New Roman"/>
                <a:cs typeface="Times New Roman"/>
              </a:rPr>
              <a:t>loa</a:t>
            </a:r>
            <a:r>
              <a:rPr sz="1700" b="1" spc="-2" dirty="0">
                <a:latin typeface="Times New Roman"/>
                <a:cs typeface="Times New Roman"/>
              </a:rPr>
              <a:t>d</a:t>
            </a:r>
            <a:r>
              <a:rPr sz="1700" b="1" spc="-7" dirty="0">
                <a:latin typeface="Times New Roman"/>
                <a:cs typeface="Times New Roman"/>
              </a:rPr>
              <a:t>e</a:t>
            </a:r>
            <a:r>
              <a:rPr sz="1700" b="1" spc="-5" dirty="0">
                <a:latin typeface="Times New Roman"/>
                <a:cs typeface="Times New Roman"/>
              </a:rPr>
              <a:t>r</a:t>
            </a:r>
            <a:r>
              <a:rPr sz="1700" b="1" dirty="0">
                <a:latin typeface="Times New Roman"/>
                <a:cs typeface="Times New Roman"/>
              </a:rPr>
              <a:t> </a:t>
            </a:r>
            <a:r>
              <a:rPr sz="1700" dirty="0">
                <a:latin typeface="Times New Roman"/>
                <a:cs typeface="Times New Roman"/>
              </a:rPr>
              <a:t>pr</a:t>
            </a:r>
            <a:r>
              <a:rPr sz="1700" spc="2" dirty="0">
                <a:latin typeface="Times New Roman"/>
                <a:cs typeface="Times New Roman"/>
              </a:rPr>
              <a:t>o</a:t>
            </a:r>
            <a:r>
              <a:rPr sz="1700" spc="-2" dirty="0">
                <a:latin typeface="Times New Roman"/>
                <a:cs typeface="Times New Roman"/>
              </a:rPr>
              <a:t>gr</a:t>
            </a:r>
            <a:r>
              <a:rPr sz="1700" spc="-10" dirty="0">
                <a:latin typeface="Times New Roman"/>
                <a:cs typeface="Times New Roman"/>
              </a:rPr>
              <a:t>a</a:t>
            </a:r>
            <a:r>
              <a:rPr sz="1700" spc="-5" dirty="0">
                <a:latin typeface="Times New Roman"/>
                <a:cs typeface="Times New Roman"/>
              </a:rPr>
              <a:t>m</a:t>
            </a:r>
            <a:r>
              <a:rPr sz="1700" spc="5"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5" dirty="0">
                <a:latin typeface="Times New Roman"/>
                <a:cs typeface="Times New Roman"/>
              </a:rPr>
              <a:t>star</a:t>
            </a:r>
            <a:r>
              <a:rPr sz="1700" spc="-2" dirty="0">
                <a:latin typeface="Times New Roman"/>
                <a:cs typeface="Times New Roman"/>
              </a:rPr>
              <a:t>t</a:t>
            </a:r>
            <a:r>
              <a:rPr sz="1700" spc="5"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softw</a:t>
            </a:r>
            <a:r>
              <a:rPr sz="1700" dirty="0">
                <a:latin typeface="Times New Roman"/>
                <a:cs typeface="Times New Roman"/>
              </a:rPr>
              <a:t>a</a:t>
            </a:r>
            <a:r>
              <a:rPr sz="1700" spc="-2" dirty="0">
                <a:latin typeface="Times New Roman"/>
                <a:cs typeface="Times New Roman"/>
              </a:rPr>
              <a:t>re</a:t>
            </a:r>
            <a:r>
              <a:rPr sz="1700" dirty="0">
                <a:latin typeface="Times New Roman"/>
                <a:cs typeface="Times New Roman"/>
              </a:rPr>
              <a:t> o</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ng</a:t>
            </a:r>
            <a:r>
              <a:rPr sz="1700" spc="10"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 </a:t>
            </a:r>
            <a:r>
              <a:rPr sz="1700" dirty="0">
                <a:latin typeface="Times New Roman"/>
                <a:cs typeface="Times New Roman"/>
              </a:rPr>
              <a:t>power </a:t>
            </a:r>
            <a:r>
              <a:rPr sz="1700" spc="-2" dirty="0">
                <a:latin typeface="Times New Roman"/>
                <a:cs typeface="Times New Roman"/>
              </a:rPr>
              <a:t>is </a:t>
            </a:r>
            <a:r>
              <a:rPr sz="1700" dirty="0">
                <a:latin typeface="Times New Roman"/>
                <a:cs typeface="Times New Roman"/>
              </a:rPr>
              <a:t>t</a:t>
            </a:r>
            <a:r>
              <a:rPr sz="1700" spc="-5" dirty="0">
                <a:latin typeface="Times New Roman"/>
                <a:cs typeface="Times New Roman"/>
              </a:rPr>
              <a:t>urn</a:t>
            </a:r>
            <a:r>
              <a:rPr sz="1700" spc="-10" dirty="0">
                <a:latin typeface="Times New Roman"/>
                <a:cs typeface="Times New Roman"/>
              </a:rPr>
              <a:t>e</a:t>
            </a:r>
            <a:r>
              <a:rPr sz="1700" dirty="0">
                <a:latin typeface="Times New Roman"/>
                <a:cs typeface="Times New Roman"/>
              </a:rPr>
              <a:t>d on.</a:t>
            </a:r>
          </a:p>
          <a:p>
            <a:pPr marL="115760" marR="3665" algn="just">
              <a:spcBef>
                <a:spcPts val="363"/>
              </a:spcBef>
            </a:pP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14"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7" dirty="0">
                <a:latin typeface="Times New Roman"/>
                <a:cs typeface="Times New Roman"/>
              </a:rPr>
              <a:t>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spc="14"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v</a:t>
            </a:r>
            <a:r>
              <a:rPr sz="1700" spc="-2" dirty="0">
                <a:latin typeface="Times New Roman"/>
                <a:cs typeface="Times New Roman"/>
              </a:rPr>
              <a:t>ari</a:t>
            </a:r>
            <a:r>
              <a:rPr sz="1700" spc="-10" dirty="0">
                <a:latin typeface="Times New Roman"/>
                <a:cs typeface="Times New Roman"/>
              </a:rPr>
              <a:t>e</a:t>
            </a:r>
            <a:r>
              <a:rPr sz="1700" spc="-2" dirty="0">
                <a:latin typeface="Times New Roman"/>
                <a:cs typeface="Times New Roman"/>
              </a:rPr>
              <a:t>ty</a:t>
            </a:r>
            <a:r>
              <a:rPr sz="1700" spc="17"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5" dirty="0">
                <a:latin typeface="Times New Roman"/>
                <a:cs typeface="Times New Roman"/>
              </a:rPr>
              <a:t>si</a:t>
            </a:r>
            <a:r>
              <a:rPr sz="1700" dirty="0">
                <a:latin typeface="Times New Roman"/>
                <a:cs typeface="Times New Roman"/>
              </a:rPr>
              <a:t>z</a:t>
            </a:r>
            <a:r>
              <a:rPr sz="1700" spc="-7"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14"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7"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7"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spc="-5" dirty="0">
                <a:latin typeface="Times New Roman"/>
                <a:cs typeface="Times New Roman"/>
              </a:rPr>
              <a:t>ment.</a:t>
            </a:r>
            <a:r>
              <a:rPr sz="1700" spc="22"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follow</a:t>
            </a:r>
            <a:r>
              <a:rPr sz="1700" dirty="0">
                <a:latin typeface="Times New Roman"/>
                <a:cs typeface="Times New Roman"/>
              </a:rPr>
              <a:t>ing</a:t>
            </a:r>
            <a:r>
              <a:rPr sz="1700" spc="22" dirty="0">
                <a:latin typeface="Times New Roman"/>
                <a:cs typeface="Times New Roman"/>
              </a:rPr>
              <a:t> </a:t>
            </a:r>
            <a:r>
              <a:rPr sz="1700" spc="-5" dirty="0">
                <a:latin typeface="Times New Roman"/>
                <a:cs typeface="Times New Roman"/>
              </a:rPr>
              <a:t>block</a:t>
            </a:r>
            <a:r>
              <a:rPr sz="1700" spc="19" dirty="0">
                <a:latin typeface="Times New Roman"/>
                <a:cs typeface="Times New Roman"/>
              </a:rPr>
              <a:t> </a:t>
            </a:r>
            <a:r>
              <a:rPr sz="1700" spc="-5" dirty="0">
                <a:latin typeface="Times New Roman"/>
                <a:cs typeface="Times New Roman"/>
              </a:rPr>
              <a:t>diag</a:t>
            </a:r>
            <a:r>
              <a:rPr sz="1700"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spc="2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mo</a:t>
            </a:r>
            <a:r>
              <a:rPr sz="1700" dirty="0">
                <a:latin typeface="Times New Roman"/>
                <a:cs typeface="Times New Roman"/>
              </a:rPr>
              <a:t>n</a:t>
            </a:r>
            <a:r>
              <a:rPr sz="1700" spc="-5" dirty="0">
                <a:latin typeface="Times New Roman"/>
                <a:cs typeface="Times New Roman"/>
              </a:rPr>
              <a:t>stra</a:t>
            </a:r>
            <a:r>
              <a:rPr sz="1700" spc="-2" dirty="0">
                <a:latin typeface="Times New Roman"/>
                <a:cs typeface="Times New Roman"/>
              </a:rPr>
              <a:t>tes</a:t>
            </a:r>
            <a:r>
              <a:rPr sz="1700" spc="22"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22"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c</a:t>
            </a:r>
            <a:r>
              <a:rPr sz="1700" dirty="0">
                <a:latin typeface="Times New Roman"/>
                <a:cs typeface="Times New Roman"/>
              </a:rPr>
              <a:t>on</a:t>
            </a:r>
            <a:r>
              <a:rPr sz="1700" spc="5" dirty="0">
                <a:latin typeface="Times New Roman"/>
                <a:cs typeface="Times New Roman"/>
              </a:rPr>
              <a:t>n</a:t>
            </a:r>
            <a:r>
              <a:rPr sz="1700" spc="-7" dirty="0">
                <a:latin typeface="Times New Roman"/>
                <a:cs typeface="Times New Roman"/>
              </a:rPr>
              <a:t>ec</a:t>
            </a:r>
            <a:r>
              <a:rPr sz="1700" spc="-2" dirty="0">
                <a:latin typeface="Times New Roman"/>
                <a:cs typeface="Times New Roman"/>
              </a:rPr>
              <a:t>ti</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in</a:t>
            </a:r>
            <a:r>
              <a:rPr sz="1700" spc="2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dirty="0">
                <a:latin typeface="Times New Roman"/>
                <a:cs typeface="Times New Roman"/>
              </a:rPr>
              <a:t>512 * 8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10" dirty="0">
                <a:latin typeface="Times New Roman"/>
                <a:cs typeface="Times New Roman"/>
              </a:rPr>
              <a:t>c</a:t>
            </a:r>
            <a:r>
              <a:rPr sz="1700" spc="-2" dirty="0">
                <a:latin typeface="Times New Roman"/>
                <a:cs typeface="Times New Roman"/>
              </a:rPr>
              <a:t>hip.</a:t>
            </a:r>
            <a:endParaRPr sz="1700" dirty="0">
              <a:latin typeface="Times New Roman"/>
              <a:cs typeface="Times New Roman"/>
            </a:endParaRPr>
          </a:p>
        </p:txBody>
      </p:sp>
    </p:spTree>
    <p:extLst>
      <p:ext uri="{BB962C8B-B14F-4D97-AF65-F5344CB8AC3E}">
        <p14:creationId xmlns:p14="http://schemas.microsoft.com/office/powerpoint/2010/main" val="324520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1BBE-C4C3-F167-8B22-D498A809F6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DFD6F8-7E8A-C46D-6D5C-B9EF46485CC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77061D-8289-1715-D585-75BF70B6A0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748FF67-152B-E89F-D453-71F5ED6EF7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CDD7DBD-CBA0-3C86-A839-614FAD0BF9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5"/>
          <p:cNvSpPr/>
          <p:nvPr/>
        </p:nvSpPr>
        <p:spPr>
          <a:xfrm>
            <a:off x="1021580" y="596352"/>
            <a:ext cx="4570506" cy="2134506"/>
          </a:xfrm>
          <a:prstGeom prst="rect">
            <a:avLst/>
          </a:prstGeom>
          <a:blipFill>
            <a:blip r:embed="rId6" cstate="print"/>
            <a:stretch>
              <a:fillRect/>
            </a:stretch>
          </a:blipFill>
        </p:spPr>
        <p:txBody>
          <a:bodyPr wrap="square" lIns="0" tIns="0" rIns="0" bIns="0" rtlCol="0"/>
          <a:lstStyle/>
          <a:p>
            <a:endParaRPr sz="866"/>
          </a:p>
        </p:txBody>
      </p:sp>
      <p:sp>
        <p:nvSpPr>
          <p:cNvPr id="2" name="object 2"/>
          <p:cNvSpPr txBox="1"/>
          <p:nvPr/>
        </p:nvSpPr>
        <p:spPr>
          <a:xfrm>
            <a:off x="838200" y="2800350"/>
            <a:ext cx="7239000" cy="1659429"/>
          </a:xfrm>
          <a:prstGeom prst="rect">
            <a:avLst/>
          </a:prstGeom>
        </p:spPr>
        <p:txBody>
          <a:bodyPr vert="horz" wrap="square" lIns="0" tIns="0" rIns="0" bIns="0" rtlCol="0">
            <a:spAutoFit/>
          </a:bodyPr>
          <a:lstStyle/>
          <a:p>
            <a:pPr marL="335673" marR="4582" indent="-109957" algn="just">
              <a:buSzPct val="83333"/>
              <a:buFont typeface="Courier New"/>
              <a:buChar char="o"/>
              <a:tabLst>
                <a:tab pos="335979" algn="l"/>
              </a:tabLst>
            </a:pPr>
            <a:r>
              <a:rPr lang="en-US" sz="1700" dirty="0">
                <a:latin typeface="Times New Roman"/>
                <a:cs typeface="Times New Roman"/>
              </a:rPr>
              <a:t> </a:t>
            </a:r>
            <a:r>
              <a:rPr sz="1700" dirty="0">
                <a:latin typeface="Times New Roman"/>
                <a:cs typeface="Times New Roman"/>
              </a:rPr>
              <a:t>A</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1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a</a:t>
            </a:r>
            <a:r>
              <a:rPr sz="1700" spc="-10" dirty="0">
                <a:latin typeface="Times New Roman"/>
                <a:cs typeface="Times New Roman"/>
              </a:rPr>
              <a:t> </a:t>
            </a:r>
            <a:r>
              <a:rPr sz="1700" spc="-5" dirty="0">
                <a:latin typeface="Times New Roman"/>
                <a:cs typeface="Times New Roman"/>
              </a:rPr>
              <a:t>si</a:t>
            </a:r>
            <a:r>
              <a:rPr sz="1700" spc="-2" dirty="0">
                <a:latin typeface="Times New Roman"/>
                <a:cs typeface="Times New Roman"/>
              </a:rPr>
              <a:t>mil</a:t>
            </a:r>
            <a:r>
              <a:rPr sz="1700" spc="-7" dirty="0">
                <a:latin typeface="Times New Roman"/>
                <a:cs typeface="Times New Roman"/>
              </a:rPr>
              <a:t>a</a:t>
            </a:r>
            <a:r>
              <a:rPr sz="1700" dirty="0">
                <a:latin typeface="Times New Roman"/>
                <a:cs typeface="Times New Roman"/>
              </a:rPr>
              <a:t>r</a:t>
            </a:r>
            <a:r>
              <a:rPr sz="1700" spc="-14"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5" dirty="0">
                <a:latin typeface="Times New Roman"/>
                <a:cs typeface="Times New Roman"/>
              </a:rPr>
              <a:t>n</a:t>
            </a:r>
            <a:r>
              <a:rPr sz="1700" dirty="0">
                <a:latin typeface="Times New Roman"/>
                <a:cs typeface="Times New Roman"/>
              </a:rPr>
              <a:t>i</a:t>
            </a:r>
            <a:r>
              <a:rPr sz="1700" spc="-7" dirty="0">
                <a:latin typeface="Times New Roman"/>
                <a:cs typeface="Times New Roman"/>
              </a:rPr>
              <a:t>za</a:t>
            </a:r>
            <a:r>
              <a:rPr sz="1700" spc="-2" dirty="0">
                <a:latin typeface="Times New Roman"/>
                <a:cs typeface="Times New Roman"/>
              </a:rPr>
              <a:t>ti</a:t>
            </a:r>
            <a:r>
              <a:rPr sz="1700" dirty="0">
                <a:latin typeface="Times New Roman"/>
                <a:cs typeface="Times New Roman"/>
              </a:rPr>
              <a:t>on</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hip.</a:t>
            </a:r>
            <a:r>
              <a:rPr sz="1700" spc="-12" dirty="0">
                <a:latin typeface="Times New Roman"/>
                <a:cs typeface="Times New Roman"/>
              </a:rPr>
              <a:t> </a:t>
            </a:r>
            <a:r>
              <a:rPr sz="1700" spc="-2" dirty="0">
                <a:latin typeface="Times New Roman"/>
                <a:cs typeface="Times New Roman"/>
              </a:rPr>
              <a:t>How</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7"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a:t>
            </a:r>
            <a:r>
              <a:rPr sz="1700" spc="-12" dirty="0">
                <a:latin typeface="Times New Roman"/>
                <a:cs typeface="Times New Roman"/>
              </a:rPr>
              <a:t> </a:t>
            </a:r>
            <a:r>
              <a:rPr sz="1700" spc="-5" dirty="0">
                <a:latin typeface="Times New Roman"/>
                <a:cs typeface="Times New Roman"/>
              </a:rPr>
              <a:t>only</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 o</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tion;</a:t>
            </a:r>
            <a:r>
              <a:rPr sz="1700" dirty="0">
                <a:latin typeface="Times New Roman"/>
                <a:cs typeface="Times New Roman"/>
              </a:rPr>
              <a:t> </a:t>
            </a:r>
            <a:r>
              <a:rPr sz="1700" spc="-2" dirty="0">
                <a:latin typeface="Times New Roman"/>
                <a:cs typeface="Times New Roman"/>
              </a:rPr>
              <a:t>the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bus</a:t>
            </a:r>
            <a:r>
              <a:rPr sz="1700" spc="-2" dirty="0">
                <a:latin typeface="Times New Roman"/>
                <a:cs typeface="Times New Roman"/>
              </a:rPr>
              <a:t> 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only</a:t>
            </a:r>
            <a:r>
              <a:rPr sz="1700" dirty="0">
                <a:latin typeface="Times New Roman"/>
                <a:cs typeface="Times New Roman"/>
              </a:rPr>
              <a:t> </a:t>
            </a:r>
            <a:r>
              <a:rPr sz="1700" spc="-5" dirty="0">
                <a:latin typeface="Times New Roman"/>
                <a:cs typeface="Times New Roman"/>
              </a:rPr>
              <a:t>ope</a:t>
            </a:r>
            <a:r>
              <a:rPr sz="1700" dirty="0">
                <a:latin typeface="Times New Roman"/>
                <a:cs typeface="Times New Roman"/>
              </a:rPr>
              <a:t>r</a:t>
            </a:r>
            <a:r>
              <a:rPr sz="1700" spc="-7" dirty="0">
                <a:latin typeface="Times New Roman"/>
                <a:cs typeface="Times New Roman"/>
              </a:rPr>
              <a:t>a</a:t>
            </a:r>
            <a:r>
              <a:rPr sz="1700" spc="-2" dirty="0">
                <a:latin typeface="Times New Roman"/>
                <a:cs typeface="Times New Roman"/>
              </a:rPr>
              <a:t>te</a:t>
            </a:r>
            <a:r>
              <a:rPr sz="1700" dirty="0">
                <a:latin typeface="Times New Roman"/>
                <a:cs typeface="Times New Roman"/>
              </a:rPr>
              <a:t> </a:t>
            </a:r>
            <a:r>
              <a:rPr sz="1700" spc="-2" dirty="0">
                <a:latin typeface="Times New Roman"/>
                <a:cs typeface="Times New Roman"/>
              </a:rPr>
              <a:t>in </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output</a:t>
            </a:r>
            <a:r>
              <a:rPr sz="1700" dirty="0">
                <a:latin typeface="Times New Roman"/>
                <a:cs typeface="Times New Roman"/>
              </a:rPr>
              <a:t> </a:t>
            </a:r>
            <a:r>
              <a:rPr sz="1700" spc="-5" dirty="0">
                <a:latin typeface="Times New Roman"/>
                <a:cs typeface="Times New Roman"/>
              </a:rPr>
              <a:t>mode.</a:t>
            </a:r>
            <a:endParaRPr sz="1700" dirty="0">
              <a:latin typeface="Times New Roman"/>
              <a:cs typeface="Times New Roman"/>
            </a:endParaRPr>
          </a:p>
          <a:p>
            <a:pPr marL="335673" marR="4582" indent="-109957" algn="just">
              <a:spcBef>
                <a:spcPts val="356"/>
              </a:spcBef>
              <a:buSzPct val="83333"/>
              <a:buFont typeface="Courier New"/>
              <a:buChar char="o"/>
              <a:tabLst>
                <a:tab pos="335979" algn="l"/>
              </a:tabLst>
            </a:pPr>
            <a:r>
              <a:rPr lang="en-US" sz="1700" spc="-5" dirty="0">
                <a:latin typeface="Times New Roman"/>
                <a:cs typeface="Times New Roman"/>
              </a:rPr>
              <a:t> </a:t>
            </a:r>
            <a:r>
              <a:rPr sz="1700" spc="-5" dirty="0">
                <a:latin typeface="Times New Roman"/>
                <a:cs typeface="Times New Roman"/>
              </a:rPr>
              <a:t>The</a:t>
            </a:r>
            <a:r>
              <a:rPr sz="1700" spc="7" dirty="0">
                <a:latin typeface="Times New Roman"/>
                <a:cs typeface="Times New Roman"/>
              </a:rPr>
              <a:t> </a:t>
            </a:r>
            <a:r>
              <a:rPr sz="1700" spc="-5" dirty="0">
                <a:latin typeface="Times New Roman"/>
                <a:cs typeface="Times New Roman"/>
              </a:rPr>
              <a:t>nine</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12" dirty="0">
                <a:latin typeface="Times New Roman"/>
                <a:cs typeface="Times New Roman"/>
              </a:rPr>
              <a:t> </a:t>
            </a:r>
            <a:r>
              <a:rPr sz="1700" spc="-2" dirty="0">
                <a:latin typeface="Times New Roman"/>
                <a:cs typeface="Times New Roman"/>
              </a:rPr>
              <a:t>spe</a:t>
            </a:r>
            <a:r>
              <a:rPr sz="1700" spc="-7" dirty="0">
                <a:latin typeface="Times New Roman"/>
                <a:cs typeface="Times New Roman"/>
              </a:rPr>
              <a:t>c</a:t>
            </a:r>
            <a:r>
              <a:rPr sz="1700" spc="-2" dirty="0">
                <a:latin typeface="Times New Roman"/>
                <a:cs typeface="Times New Roman"/>
              </a:rPr>
              <a:t>ify</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10" dirty="0">
                <a:latin typeface="Times New Roman"/>
                <a:cs typeface="Times New Roman"/>
              </a:rPr>
              <a:t> </a:t>
            </a:r>
            <a:r>
              <a:rPr sz="1700" spc="-5" dirty="0">
                <a:latin typeface="Times New Roman"/>
                <a:cs typeface="Times New Roman"/>
              </a:rPr>
              <a:t>one</a:t>
            </a:r>
            <a:r>
              <a:rPr sz="1700" spc="7"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dirty="0">
                <a:latin typeface="Times New Roman"/>
                <a:cs typeface="Times New Roman"/>
              </a:rPr>
              <a:t>512</a:t>
            </a:r>
            <a:r>
              <a:rPr sz="1700" spc="10" dirty="0">
                <a:latin typeface="Times New Roman"/>
                <a:cs typeface="Times New Roman"/>
              </a:rPr>
              <a:t> </a:t>
            </a:r>
            <a:r>
              <a:rPr sz="1700" spc="-2" dirty="0">
                <a:latin typeface="Times New Roman"/>
                <a:cs typeface="Times New Roman"/>
              </a:rPr>
              <a:t>bytes</a:t>
            </a:r>
            <a:r>
              <a:rPr sz="1700" spc="10"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in it.</a:t>
            </a:r>
            <a:endParaRPr sz="1700" dirty="0">
              <a:latin typeface="Times New Roman"/>
              <a:cs typeface="Times New Roman"/>
            </a:endParaRPr>
          </a:p>
          <a:p>
            <a:pPr marL="335673" indent="-109957" algn="just">
              <a:spcBef>
                <a:spcPts val="317"/>
              </a:spcBef>
              <a:buSzPct val="83333"/>
              <a:buFont typeface="Courier New"/>
              <a:buChar char="o"/>
              <a:tabLst>
                <a:tab pos="335979" algn="l"/>
              </a:tabLst>
            </a:pPr>
            <a:r>
              <a:rPr lang="en-US" sz="1700" spc="-5" dirty="0">
                <a:latin typeface="Times New Roman"/>
                <a:cs typeface="Times New Roman"/>
              </a:rPr>
              <a:t> </a:t>
            </a:r>
            <a:r>
              <a:rPr sz="1700" spc="-5" dirty="0">
                <a:latin typeface="Times New Roman"/>
                <a:cs typeface="Times New Roman"/>
              </a:rPr>
              <a:t>The </a:t>
            </a:r>
            <a:r>
              <a:rPr sz="1700" spc="-58" dirty="0">
                <a:latin typeface="Times New Roman"/>
                <a:cs typeface="Times New Roman"/>
              </a:rPr>
              <a:t> </a:t>
            </a:r>
            <a:r>
              <a:rPr sz="1700" dirty="0">
                <a:latin typeface="Times New Roman"/>
                <a:cs typeface="Times New Roman"/>
              </a:rPr>
              <a:t>two </a:t>
            </a:r>
            <a:r>
              <a:rPr sz="1700" spc="-48"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in</a:t>
            </a:r>
            <a:r>
              <a:rPr sz="1700" dirty="0">
                <a:latin typeface="Times New Roman"/>
                <a:cs typeface="Times New Roman"/>
              </a:rPr>
              <a:t>p</a:t>
            </a:r>
            <a:r>
              <a:rPr sz="1700" spc="-2" dirty="0">
                <a:latin typeface="Times New Roman"/>
                <a:cs typeface="Times New Roman"/>
              </a:rPr>
              <a:t>uts</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must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55" dirty="0">
                <a:latin typeface="Times New Roman"/>
                <a:cs typeface="Times New Roman"/>
              </a:rPr>
              <a:t> </a:t>
            </a:r>
            <a:r>
              <a:rPr sz="1700" spc="-5" dirty="0">
                <a:latin typeface="Times New Roman"/>
                <a:cs typeface="Times New Roman"/>
              </a:rPr>
              <a:t>C</a:t>
            </a:r>
            <a:r>
              <a:rPr sz="1700" dirty="0">
                <a:latin typeface="Times New Roman"/>
                <a:cs typeface="Times New Roman"/>
              </a:rPr>
              <a:t>S</a:t>
            </a:r>
            <a:r>
              <a:rPr sz="1700" spc="-5" dirty="0">
                <a:latin typeface="Times New Roman"/>
                <a:cs typeface="Times New Roman"/>
              </a:rPr>
              <a:t>1</a:t>
            </a:r>
            <a:r>
              <a:rPr sz="1700" spc="-7" dirty="0">
                <a:latin typeface="Times New Roman"/>
                <a:cs typeface="Times New Roman"/>
              </a:rPr>
              <a:t>=</a:t>
            </a:r>
            <a:r>
              <a:rPr sz="1700" dirty="0">
                <a:latin typeface="Times New Roman"/>
                <a:cs typeface="Times New Roman"/>
              </a:rPr>
              <a:t>1 </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48" dirty="0">
                <a:latin typeface="Times New Roman"/>
                <a:cs typeface="Times New Roman"/>
              </a:rPr>
              <a:t> </a:t>
            </a:r>
            <a:r>
              <a:rPr sz="1700" spc="-5" dirty="0">
                <a:latin typeface="Times New Roman"/>
                <a:cs typeface="Times New Roman"/>
              </a:rPr>
              <a:t>C</a:t>
            </a:r>
            <a:r>
              <a:rPr sz="1700" dirty="0">
                <a:latin typeface="Times New Roman"/>
                <a:cs typeface="Times New Roman"/>
              </a:rPr>
              <a:t>S</a:t>
            </a:r>
            <a:r>
              <a:rPr sz="1700" spc="-5" dirty="0">
                <a:latin typeface="Times New Roman"/>
                <a:cs typeface="Times New Roman"/>
              </a:rPr>
              <a:t>2</a:t>
            </a:r>
            <a:r>
              <a:rPr sz="1700" spc="-7" dirty="0">
                <a:latin typeface="Times New Roman"/>
                <a:cs typeface="Times New Roman"/>
              </a:rPr>
              <a:t>=</a:t>
            </a:r>
            <a:r>
              <a:rPr sz="1700" dirty="0">
                <a:latin typeface="Times New Roman"/>
                <a:cs typeface="Times New Roman"/>
              </a:rPr>
              <a:t>0 </a:t>
            </a:r>
            <a:r>
              <a:rPr sz="1700" spc="-53" dirty="0">
                <a:latin typeface="Times New Roman"/>
                <a:cs typeface="Times New Roman"/>
              </a:rPr>
              <a:t> </a:t>
            </a:r>
            <a:r>
              <a:rPr sz="1700" dirty="0">
                <a:latin typeface="Times New Roman"/>
                <a:cs typeface="Times New Roman"/>
              </a:rPr>
              <a:t>for </a:t>
            </a:r>
            <a:r>
              <a:rPr sz="1700" spc="-58"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dirty="0">
                <a:latin typeface="Times New Roman"/>
                <a:cs typeface="Times New Roman"/>
              </a:rPr>
              <a:t> </a:t>
            </a:r>
            <a:r>
              <a:rPr sz="1700" spc="-55"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lang="en-US" sz="1700" spc="-2" dirty="0">
                <a:latin typeface="Times New Roman"/>
                <a:cs typeface="Times New Roman"/>
              </a:rPr>
              <a:t> </a:t>
            </a:r>
            <a:r>
              <a:rPr sz="1700" spc="-7" dirty="0">
                <a:latin typeface="Times New Roman"/>
                <a:cs typeface="Times New Roman"/>
              </a:rPr>
              <a:t>Othe</a:t>
            </a:r>
            <a:r>
              <a:rPr sz="1700" dirty="0">
                <a:latin typeface="Times New Roman"/>
                <a:cs typeface="Times New Roman"/>
              </a:rPr>
              <a:t>r</a:t>
            </a:r>
            <a:r>
              <a:rPr sz="1700" spc="-5" dirty="0">
                <a:latin typeface="Times New Roman"/>
                <a:cs typeface="Times New Roman"/>
              </a:rPr>
              <a:t>w</a:t>
            </a:r>
            <a:r>
              <a:rPr sz="1700" spc="-2" dirty="0">
                <a:latin typeface="Times New Roman"/>
                <a:cs typeface="Times New Roman"/>
              </a:rPr>
              <a:t>ise, the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bus</a:t>
            </a:r>
            <a:r>
              <a:rPr sz="1700" spc="-2" dirty="0">
                <a:latin typeface="Times New Roman"/>
                <a:cs typeface="Times New Roman"/>
              </a:rPr>
              <a:t> is </a:t>
            </a:r>
            <a:r>
              <a:rPr sz="1700" dirty="0">
                <a:latin typeface="Times New Roman"/>
                <a:cs typeface="Times New Roman"/>
              </a:rPr>
              <a:t>s</a:t>
            </a:r>
            <a:r>
              <a:rPr sz="1700" spc="-7" dirty="0">
                <a:latin typeface="Times New Roman"/>
                <a:cs typeface="Times New Roman"/>
              </a:rPr>
              <a:t>a</a:t>
            </a:r>
            <a:r>
              <a:rPr sz="1700" spc="-2" dirty="0">
                <a:latin typeface="Times New Roman"/>
                <a:cs typeface="Times New Roman"/>
              </a:rPr>
              <a:t>id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in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hig</a:t>
            </a:r>
            <a:r>
              <a:rPr sz="1700" spc="-2" dirty="0">
                <a:latin typeface="Times New Roman"/>
                <a:cs typeface="Times New Roman"/>
              </a:rPr>
              <a:t>h-</a:t>
            </a:r>
            <a:r>
              <a:rPr sz="1700" spc="-5" dirty="0">
                <a:latin typeface="Times New Roman"/>
                <a:cs typeface="Times New Roman"/>
              </a:rPr>
              <a:t>imp</a:t>
            </a:r>
            <a:r>
              <a:rPr sz="1700" spc="-7" dirty="0">
                <a:latin typeface="Times New Roman"/>
                <a:cs typeface="Times New Roman"/>
              </a:rPr>
              <a:t>e</a:t>
            </a:r>
            <a:r>
              <a:rPr sz="1700" spc="-5" dirty="0">
                <a:latin typeface="Times New Roman"/>
                <a:cs typeface="Times New Roman"/>
              </a:rPr>
              <a:t>d</a:t>
            </a:r>
            <a:r>
              <a:rPr sz="1700" spc="-7" dirty="0">
                <a:latin typeface="Times New Roman"/>
                <a:cs typeface="Times New Roman"/>
              </a:rPr>
              <a:t>a</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state</a:t>
            </a:r>
            <a:r>
              <a:rPr sz="1700" dirty="0">
                <a:latin typeface="Times New Roman"/>
                <a:cs typeface="Times New Roman"/>
              </a:rPr>
              <a:t>.</a:t>
            </a:r>
          </a:p>
        </p:txBody>
      </p:sp>
    </p:spTree>
    <p:extLst>
      <p:ext uri="{BB962C8B-B14F-4D97-AF65-F5344CB8AC3E}">
        <p14:creationId xmlns:p14="http://schemas.microsoft.com/office/powerpoint/2010/main" val="2733703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5B8FF-8B69-4291-9499-39D4BDD6BB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4ADCAD-35BA-F1B7-2DD8-43FCFF2FCCB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C3C4175-A922-954A-E482-216C9834FB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F8DF7EB-0ED3-095C-F70D-C31F9E8A9C9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FDF3329-C78D-49F7-8948-93467CE333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97A69025-7D94-2D75-446B-7AB1E8D1386E}"/>
              </a:ext>
            </a:extLst>
          </p:cNvPr>
          <p:cNvSpPr txBox="1"/>
          <p:nvPr/>
        </p:nvSpPr>
        <p:spPr>
          <a:xfrm>
            <a:off x="990600" y="819150"/>
            <a:ext cx="7086600" cy="2444259"/>
          </a:xfrm>
          <a:prstGeom prst="rect">
            <a:avLst/>
          </a:prstGeom>
        </p:spPr>
        <p:txBody>
          <a:bodyPr vert="horz" wrap="square" lIns="0" tIns="0" rIns="0" bIns="0" rtlCol="0">
            <a:spAutoFit/>
          </a:bodyPr>
          <a:lstStyle/>
          <a:p>
            <a:pPr marL="6109" algn="just"/>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 </a:t>
            </a:r>
            <a:r>
              <a:rPr sz="1700" b="1" spc="-2" dirty="0">
                <a:latin typeface="Times New Roman"/>
                <a:cs typeface="Times New Roman"/>
              </a:rPr>
              <a:t>Ad</a:t>
            </a:r>
            <a:r>
              <a:rPr sz="1700" b="1" spc="2" dirty="0">
                <a:latin typeface="Times New Roman"/>
                <a:cs typeface="Times New Roman"/>
              </a:rPr>
              <a:t>d</a:t>
            </a:r>
            <a:r>
              <a:rPr sz="1700" b="1" spc="-7" dirty="0">
                <a:latin typeface="Times New Roman"/>
                <a:cs typeface="Times New Roman"/>
              </a:rPr>
              <a:t>re</a:t>
            </a:r>
            <a:r>
              <a:rPr sz="1700" b="1" spc="-2" dirty="0">
                <a:latin typeface="Times New Roman"/>
                <a:cs typeface="Times New Roman"/>
              </a:rPr>
              <a:t>s</a:t>
            </a:r>
            <a:r>
              <a:rPr sz="1700" b="1" dirty="0">
                <a:latin typeface="Times New Roman"/>
                <a:cs typeface="Times New Roman"/>
              </a:rPr>
              <a:t>s Map</a:t>
            </a:r>
            <a:endParaRPr sz="1700" dirty="0">
              <a:latin typeface="Times New Roman"/>
              <a:cs typeface="Times New Roman"/>
            </a:endParaRPr>
          </a:p>
          <a:p>
            <a:pPr marL="6109" marR="4887" algn="just">
              <a:spcBef>
                <a:spcPts val="375"/>
              </a:spcBef>
            </a:pPr>
            <a:r>
              <a:rPr sz="1700" spc="-5" dirty="0">
                <a:latin typeface="Times New Roman"/>
                <a:cs typeface="Times New Roman"/>
              </a:rPr>
              <a:t>The</a:t>
            </a:r>
            <a:r>
              <a:rPr sz="1700" spc="-26"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esigne</a:t>
            </a:r>
            <a:r>
              <a:rPr sz="1700" spc="-2" dirty="0">
                <a:latin typeface="Times New Roman"/>
                <a:cs typeface="Times New Roman"/>
              </a:rPr>
              <a:t>r</a:t>
            </a:r>
            <a:r>
              <a:rPr sz="1700" spc="-26" dirty="0">
                <a:latin typeface="Times New Roman"/>
                <a:cs typeface="Times New Roman"/>
              </a:rPr>
              <a:t> </a:t>
            </a:r>
            <a:r>
              <a:rPr sz="1700" spc="-5" dirty="0">
                <a:latin typeface="Times New Roman"/>
                <a:cs typeface="Times New Roman"/>
              </a:rPr>
              <a:t>mu</a:t>
            </a:r>
            <a:r>
              <a:rPr sz="1700" dirty="0">
                <a:latin typeface="Times New Roman"/>
                <a:cs typeface="Times New Roman"/>
              </a:rPr>
              <a:t>s</a:t>
            </a:r>
            <a:r>
              <a:rPr sz="1700" spc="-2" dirty="0">
                <a:latin typeface="Times New Roman"/>
                <a:cs typeface="Times New Roman"/>
              </a:rPr>
              <a:t>t</a:t>
            </a:r>
            <a:r>
              <a:rPr sz="1700" spc="-24" dirty="0">
                <a:latin typeface="Times New Roman"/>
                <a:cs typeface="Times New Roman"/>
              </a:rPr>
              <a:t> </a:t>
            </a:r>
            <a:r>
              <a:rPr sz="1700" spc="-7" dirty="0">
                <a:latin typeface="Times New Roman"/>
                <a:cs typeface="Times New Roman"/>
              </a:rPr>
              <a:t>ca</a:t>
            </a:r>
            <a:r>
              <a:rPr sz="1700" spc="-2" dirty="0">
                <a:latin typeface="Times New Roman"/>
                <a:cs typeface="Times New Roman"/>
              </a:rPr>
              <a:t>lcul</a:t>
            </a:r>
            <a:r>
              <a:rPr sz="1700" spc="-7" dirty="0">
                <a:latin typeface="Times New Roman"/>
                <a:cs typeface="Times New Roman"/>
              </a:rPr>
              <a:t>a</a:t>
            </a:r>
            <a:r>
              <a:rPr sz="1700" spc="-2" dirty="0">
                <a:latin typeface="Times New Roman"/>
                <a:cs typeface="Times New Roman"/>
              </a:rPr>
              <a:t>te</a:t>
            </a:r>
            <a:r>
              <a:rPr sz="1700" spc="-26"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7" dirty="0">
                <a:latin typeface="Times New Roman"/>
                <a:cs typeface="Times New Roman"/>
              </a:rPr>
              <a:t>a</a:t>
            </a:r>
            <a:r>
              <a:rPr sz="1700" spc="-5" dirty="0">
                <a:latin typeface="Times New Roman"/>
                <a:cs typeface="Times New Roman"/>
              </a:rPr>
              <a:t>mount</a:t>
            </a:r>
            <a:r>
              <a:rPr sz="1700" spc="-22"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24" dirty="0">
                <a:latin typeface="Times New Roman"/>
                <a:cs typeface="Times New Roman"/>
              </a:rPr>
              <a:t> </a:t>
            </a:r>
            <a:r>
              <a:rPr sz="1700" dirty="0">
                <a:latin typeface="Times New Roman"/>
                <a:cs typeface="Times New Roman"/>
              </a:rPr>
              <a:t>for</a:t>
            </a:r>
            <a:r>
              <a:rPr sz="1700" spc="-22" dirty="0">
                <a:latin typeface="Times New Roman"/>
                <a:cs typeface="Times New Roman"/>
              </a:rPr>
              <a:t> </a:t>
            </a:r>
            <a:r>
              <a:rPr sz="1700" spc="-5" dirty="0">
                <a:latin typeface="Times New Roman"/>
                <a:cs typeface="Times New Roman"/>
              </a:rPr>
              <a:t>a</a:t>
            </a:r>
            <a:r>
              <a:rPr sz="1700" spc="-26" dirty="0">
                <a:latin typeface="Times New Roman"/>
                <a:cs typeface="Times New Roman"/>
              </a:rPr>
              <a:t> </a:t>
            </a:r>
            <a:r>
              <a:rPr sz="1700" spc="-5" dirty="0">
                <a:latin typeface="Times New Roman"/>
                <a:cs typeface="Times New Roman"/>
              </a:rPr>
              <a:t>g</a:t>
            </a:r>
            <a:r>
              <a:rPr sz="1700" dirty="0">
                <a:latin typeface="Times New Roman"/>
                <a:cs typeface="Times New Roman"/>
              </a:rPr>
              <a:t>i</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7" dirty="0">
                <a:latin typeface="Times New Roman"/>
                <a:cs typeface="Times New Roman"/>
              </a:rPr>
              <a:t>a</a:t>
            </a:r>
            <a:r>
              <a:rPr sz="1700" spc="-2" dirty="0">
                <a:latin typeface="Times New Roman"/>
                <a:cs typeface="Times New Roman"/>
              </a:rPr>
              <a:t>ss</a:t>
            </a:r>
            <a:r>
              <a:rPr sz="1700" dirty="0">
                <a:latin typeface="Times New Roman"/>
                <a:cs typeface="Times New Roman"/>
              </a:rPr>
              <a:t>ign </a:t>
            </a:r>
            <a:r>
              <a:rPr sz="1700" spc="-2" dirty="0">
                <a:latin typeface="Times New Roman"/>
                <a:cs typeface="Times New Roman"/>
              </a:rPr>
              <a:t>it</a:t>
            </a:r>
            <a:r>
              <a:rPr sz="1700" dirty="0">
                <a:latin typeface="Times New Roman"/>
                <a:cs typeface="Times New Roman"/>
              </a:rPr>
              <a:t> </a:t>
            </a:r>
            <a:r>
              <a:rPr sz="1700" spc="-2" dirty="0">
                <a:latin typeface="Times New Roman"/>
                <a:cs typeface="Times New Roman"/>
              </a:rPr>
              <a:t>to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or</a:t>
            </a:r>
            <a:r>
              <a:rPr sz="1700" spc="-2" dirty="0">
                <a:latin typeface="Times New Roman"/>
                <a:cs typeface="Times New Roman"/>
              </a:rPr>
              <a:t> </a:t>
            </a:r>
            <a:r>
              <a:rPr sz="1700" spc="-5" dirty="0">
                <a:latin typeface="Times New Roman"/>
                <a:cs typeface="Times New Roman"/>
              </a:rPr>
              <a:t>R</a:t>
            </a:r>
            <a:r>
              <a:rPr sz="1700" spc="-7" dirty="0">
                <a:latin typeface="Times New Roman"/>
                <a:cs typeface="Times New Roman"/>
              </a:rPr>
              <a:t>O</a:t>
            </a:r>
            <a:r>
              <a:rPr sz="1700" spc="-2" dirty="0">
                <a:latin typeface="Times New Roman"/>
                <a:cs typeface="Times New Roman"/>
              </a:rPr>
              <a:t>M.</a:t>
            </a:r>
            <a:endParaRPr sz="1700" dirty="0">
              <a:latin typeface="Times New Roman"/>
              <a:cs typeface="Times New Roman"/>
            </a:endParaRPr>
          </a:p>
          <a:p>
            <a:pPr marL="6109" marR="2443" algn="just">
              <a:spcBef>
                <a:spcPts val="346"/>
              </a:spcBef>
            </a:pPr>
            <a:r>
              <a:rPr sz="1700" spc="-5" dirty="0">
                <a:latin typeface="Times New Roman"/>
                <a:cs typeface="Times New Roman"/>
              </a:rPr>
              <a:t>The</a:t>
            </a:r>
            <a:r>
              <a:rPr sz="1700" spc="-14"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c</a:t>
            </a:r>
            <a:r>
              <a:rPr sz="1700" dirty="0">
                <a:latin typeface="Times New Roman"/>
                <a:cs typeface="Times New Roman"/>
              </a:rPr>
              <a:t>on</a:t>
            </a:r>
            <a:r>
              <a:rPr sz="1700" spc="5" dirty="0">
                <a:latin typeface="Times New Roman"/>
                <a:cs typeface="Times New Roman"/>
              </a:rPr>
              <a:t>n</a:t>
            </a:r>
            <a:r>
              <a:rPr sz="1700" spc="-7" dirty="0">
                <a:latin typeface="Times New Roman"/>
                <a:cs typeface="Times New Roman"/>
              </a:rPr>
              <a:t>ec</a:t>
            </a:r>
            <a:r>
              <a:rPr sz="1700" spc="-2" dirty="0">
                <a:latin typeface="Times New Roman"/>
                <a:cs typeface="Times New Roman"/>
              </a:rPr>
              <a:t>ti</a:t>
            </a:r>
            <a:r>
              <a:rPr sz="1700" dirty="0">
                <a:latin typeface="Times New Roman"/>
                <a:cs typeface="Times New Roman"/>
              </a:rPr>
              <a:t>on</a:t>
            </a:r>
            <a:r>
              <a:rPr sz="1700" spc="-1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a:t>
            </a:r>
            <a:r>
              <a:rPr sz="1700" spc="5" dirty="0">
                <a:latin typeface="Times New Roman"/>
                <a:cs typeface="Times New Roman"/>
              </a:rPr>
              <a:t>o</a:t>
            </a:r>
            <a:r>
              <a:rPr sz="1700" dirty="0">
                <a:latin typeface="Times New Roman"/>
                <a:cs typeface="Times New Roman"/>
              </a:rPr>
              <a:t>r</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2"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5" dirty="0">
                <a:latin typeface="Times New Roman"/>
                <a:cs typeface="Times New Roman"/>
              </a:rPr>
              <a:t>establi</a:t>
            </a:r>
            <a:r>
              <a:rPr sz="1700" dirty="0">
                <a:latin typeface="Times New Roman"/>
                <a:cs typeface="Times New Roman"/>
              </a:rPr>
              <a:t>s</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a:t>
            </a:r>
            <a:r>
              <a:rPr sz="1700" spc="2" dirty="0">
                <a:latin typeface="Times New Roman"/>
                <a:cs typeface="Times New Roman"/>
              </a:rPr>
              <a:t> </a:t>
            </a:r>
            <a:r>
              <a:rPr sz="1700" dirty="0">
                <a:latin typeface="Times New Roman"/>
                <a:cs typeface="Times New Roman"/>
              </a:rPr>
              <a:t>fr</a:t>
            </a:r>
            <a:r>
              <a:rPr sz="1700" spc="-5" dirty="0">
                <a:latin typeface="Times New Roman"/>
                <a:cs typeface="Times New Roman"/>
              </a:rPr>
              <a:t>om</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dirty="0">
                <a:latin typeface="Times New Roman"/>
                <a:cs typeface="Times New Roman"/>
              </a:rPr>
              <a:t>kno</a:t>
            </a:r>
            <a:r>
              <a:rPr sz="1700" spc="-2" dirty="0">
                <a:latin typeface="Times New Roman"/>
                <a:cs typeface="Times New Roman"/>
              </a:rPr>
              <a:t>w</a:t>
            </a:r>
            <a:r>
              <a:rPr sz="1700" spc="-5" dirty="0">
                <a:latin typeface="Times New Roman"/>
                <a:cs typeface="Times New Roman"/>
              </a:rPr>
              <a:t>ledge</a:t>
            </a:r>
            <a:r>
              <a:rPr sz="1700" spc="-2" dirty="0">
                <a:latin typeface="Times New Roman"/>
                <a:cs typeface="Times New Roman"/>
              </a:rPr>
              <a:t> </a:t>
            </a:r>
            <a:r>
              <a:rPr sz="1700" dirty="0">
                <a:latin typeface="Times New Roman"/>
                <a:cs typeface="Times New Roman"/>
              </a:rPr>
              <a:t>of  </a:t>
            </a:r>
            <a:r>
              <a:rPr sz="1700" spc="-4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size</a:t>
            </a:r>
            <a:r>
              <a:rPr sz="1700" dirty="0">
                <a:latin typeface="Times New Roman"/>
                <a:cs typeface="Times New Roman"/>
              </a:rPr>
              <a:t>  </a:t>
            </a:r>
            <a:r>
              <a:rPr sz="1700" spc="-51" dirty="0">
                <a:latin typeface="Times New Roman"/>
                <a:cs typeface="Times New Roman"/>
              </a:rPr>
              <a:t> </a:t>
            </a:r>
            <a:r>
              <a:rPr sz="1700" dirty="0">
                <a:latin typeface="Times New Roman"/>
                <a:cs typeface="Times New Roman"/>
              </a:rPr>
              <a:t>of  </a:t>
            </a:r>
            <a:r>
              <a:rPr sz="1700" spc="-51"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48"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d  </a:t>
            </a:r>
            <a:r>
              <a:rPr sz="1700" spc="-48"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4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type</a:t>
            </a:r>
            <a:r>
              <a:rPr sz="1700" dirty="0">
                <a:latin typeface="Times New Roman"/>
                <a:cs typeface="Times New Roman"/>
              </a:rPr>
              <a:t>  </a:t>
            </a:r>
            <a:r>
              <a:rPr sz="1700" spc="-51" dirty="0">
                <a:latin typeface="Times New Roman"/>
                <a:cs typeface="Times New Roman"/>
              </a:rPr>
              <a:t> </a:t>
            </a:r>
            <a:r>
              <a:rPr sz="1700" dirty="0">
                <a:latin typeface="Times New Roman"/>
                <a:cs typeface="Times New Roman"/>
              </a:rPr>
              <a:t>of  </a:t>
            </a:r>
            <a:r>
              <a:rPr sz="1700" spc="-51"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48"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48" dirty="0">
                <a:latin typeface="Times New Roman"/>
                <a:cs typeface="Times New Roman"/>
              </a:rPr>
              <a:t> </a:t>
            </a:r>
            <a:r>
              <a:rPr sz="1700" spc="-5" dirty="0">
                <a:latin typeface="Times New Roman"/>
                <a:cs typeface="Times New Roman"/>
              </a:rPr>
              <a:t>R</a:t>
            </a:r>
            <a:r>
              <a:rPr sz="1700" spc="-7" dirty="0">
                <a:latin typeface="Times New Roman"/>
                <a:cs typeface="Times New Roman"/>
              </a:rPr>
              <a:t>A</a:t>
            </a:r>
            <a:r>
              <a:rPr sz="1700" dirty="0">
                <a:latin typeface="Times New Roman"/>
                <a:cs typeface="Times New Roman"/>
              </a:rPr>
              <a:t>M  </a:t>
            </a:r>
            <a:r>
              <a:rPr sz="1700" spc="-36"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dirty="0">
                <a:latin typeface="Times New Roman"/>
                <a:cs typeface="Times New Roman"/>
              </a:rPr>
              <a:t>  </a:t>
            </a:r>
            <a:r>
              <a:rPr sz="1700" spc="-46" dirty="0">
                <a:latin typeface="Times New Roman"/>
                <a:cs typeface="Times New Roman"/>
              </a:rPr>
              <a:t>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 </a:t>
            </a:r>
            <a:r>
              <a:rPr sz="1700" spc="-5" dirty="0">
                <a:latin typeface="Times New Roman"/>
                <a:cs typeface="Times New Roman"/>
              </a:rPr>
              <a:t>The</a:t>
            </a:r>
            <a:r>
              <a:rPr sz="1700" spc="48"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ss</a:t>
            </a:r>
            <a:r>
              <a:rPr sz="1700" dirty="0">
                <a:latin typeface="Times New Roman"/>
                <a:cs typeface="Times New Roman"/>
              </a:rPr>
              <a:t>ing</a:t>
            </a:r>
            <a:r>
              <a:rPr sz="1700" spc="51" dirty="0">
                <a:latin typeface="Times New Roman"/>
                <a:cs typeface="Times New Roman"/>
              </a:rPr>
              <a:t> </a:t>
            </a:r>
            <a:r>
              <a:rPr sz="1700" dirty="0">
                <a:latin typeface="Times New Roman"/>
                <a:cs typeface="Times New Roman"/>
              </a:rPr>
              <a:t>of</a:t>
            </a:r>
            <a:r>
              <a:rPr sz="1700" spc="48"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48"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51" dirty="0">
                <a:latin typeface="Times New Roman"/>
                <a:cs typeface="Times New Roman"/>
              </a:rPr>
              <a:t> </a:t>
            </a:r>
            <a:r>
              <a:rPr sz="1700" spc="5" dirty="0">
                <a:latin typeface="Times New Roman"/>
                <a:cs typeface="Times New Roman"/>
              </a:rPr>
              <a:t>b</a:t>
            </a:r>
            <a:r>
              <a:rPr sz="1700" spc="-5" dirty="0">
                <a:latin typeface="Times New Roman"/>
                <a:cs typeface="Times New Roman"/>
              </a:rPr>
              <a:t>e</a:t>
            </a:r>
            <a:r>
              <a:rPr sz="1700" spc="48" dirty="0">
                <a:latin typeface="Times New Roman"/>
                <a:cs typeface="Times New Roman"/>
              </a:rPr>
              <a:t> </a:t>
            </a:r>
            <a:r>
              <a:rPr sz="1700" spc="-5" dirty="0">
                <a:latin typeface="Times New Roman"/>
                <a:cs typeface="Times New Roman"/>
              </a:rPr>
              <a:t>establi</a:t>
            </a:r>
            <a:r>
              <a:rPr sz="1700" dirty="0">
                <a:latin typeface="Times New Roman"/>
                <a:cs typeface="Times New Roman"/>
              </a:rPr>
              <a:t>s</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a:t>
            </a:r>
            <a:r>
              <a:rPr sz="1700" spc="60" dirty="0">
                <a:latin typeface="Times New Roman"/>
                <a:cs typeface="Times New Roman"/>
              </a:rPr>
              <a:t> </a:t>
            </a:r>
            <a:r>
              <a:rPr sz="1700" dirty="0">
                <a:latin typeface="Times New Roman"/>
                <a:cs typeface="Times New Roman"/>
              </a:rPr>
              <a:t>by</a:t>
            </a:r>
            <a:r>
              <a:rPr sz="1700" spc="55"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a:t>
            </a:r>
            <a:r>
              <a:rPr sz="1700" spc="51" dirty="0">
                <a:latin typeface="Times New Roman"/>
                <a:cs typeface="Times New Roman"/>
              </a:rPr>
              <a:t> </a:t>
            </a:r>
            <a:r>
              <a:rPr sz="1700" dirty="0">
                <a:latin typeface="Times New Roman"/>
                <a:cs typeface="Times New Roman"/>
              </a:rPr>
              <a:t>of</a:t>
            </a:r>
            <a:r>
              <a:rPr sz="1700" spc="58" dirty="0">
                <a:latin typeface="Times New Roman"/>
                <a:cs typeface="Times New Roman"/>
              </a:rPr>
              <a:t> </a:t>
            </a:r>
            <a:r>
              <a:rPr sz="1700" spc="-5" dirty="0">
                <a:latin typeface="Times New Roman"/>
                <a:cs typeface="Times New Roman"/>
              </a:rPr>
              <a:t>a</a:t>
            </a:r>
            <a:r>
              <a:rPr sz="1700" spc="48" dirty="0">
                <a:latin typeface="Times New Roman"/>
                <a:cs typeface="Times New Roman"/>
              </a:rPr>
              <a:t> </a:t>
            </a:r>
            <a:r>
              <a:rPr sz="1700" spc="-2" dirty="0">
                <a:latin typeface="Times New Roman"/>
                <a:cs typeface="Times New Roman"/>
              </a:rPr>
              <a:t>table</a:t>
            </a:r>
            <a:r>
              <a:rPr sz="1700" spc="48" dirty="0">
                <a:latin typeface="Times New Roman"/>
                <a:cs typeface="Times New Roman"/>
              </a:rPr>
              <a:t> </a:t>
            </a:r>
            <a:r>
              <a:rPr sz="1700" spc="-2" dirty="0">
                <a:latin typeface="Times New Roman"/>
                <a:cs typeface="Times New Roman"/>
              </a:rPr>
              <a:t>that</a:t>
            </a:r>
            <a:r>
              <a:rPr sz="1700" spc="51" dirty="0">
                <a:latin typeface="Times New Roman"/>
                <a:cs typeface="Times New Roman"/>
              </a:rPr>
              <a:t> </a:t>
            </a:r>
            <a:r>
              <a:rPr sz="1700" spc="-2" dirty="0">
                <a:latin typeface="Times New Roman"/>
                <a:cs typeface="Times New Roman"/>
              </a:rPr>
              <a:t>s</a:t>
            </a:r>
            <a:r>
              <a:rPr sz="1700" spc="5" dirty="0">
                <a:latin typeface="Times New Roman"/>
                <a:cs typeface="Times New Roman"/>
              </a:rPr>
              <a:t>p</a:t>
            </a:r>
            <a:r>
              <a:rPr sz="1700" spc="-7" dirty="0">
                <a:latin typeface="Times New Roman"/>
                <a:cs typeface="Times New Roman"/>
              </a:rPr>
              <a:t>ec</a:t>
            </a:r>
            <a:r>
              <a:rPr sz="1700" spc="-2" dirty="0">
                <a:latin typeface="Times New Roman"/>
                <a:cs typeface="Times New Roman"/>
              </a:rPr>
              <a:t>i</a:t>
            </a:r>
            <a:r>
              <a:rPr sz="1700" dirty="0">
                <a:latin typeface="Times New Roman"/>
                <a:cs typeface="Times New Roman"/>
              </a:rPr>
              <a:t>fy</a:t>
            </a:r>
            <a:r>
              <a:rPr sz="1700" spc="51"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mem</a:t>
            </a:r>
            <a:r>
              <a:rPr sz="1700" dirty="0">
                <a:latin typeface="Times New Roman"/>
                <a:cs typeface="Times New Roman"/>
              </a:rPr>
              <a:t>ory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58" dirty="0">
                <a:latin typeface="Times New Roman"/>
                <a:cs typeface="Times New Roman"/>
              </a:rPr>
              <a:t> </a:t>
            </a:r>
            <a:r>
              <a:rPr sz="1700" spc="-7" dirty="0">
                <a:latin typeface="Times New Roman"/>
                <a:cs typeface="Times New Roman"/>
              </a:rPr>
              <a:t>a</a:t>
            </a:r>
            <a:r>
              <a:rPr sz="1700" spc="-2" dirty="0">
                <a:latin typeface="Times New Roman"/>
                <a:cs typeface="Times New Roman"/>
              </a:rPr>
              <a:t>ss</a:t>
            </a:r>
            <a:r>
              <a:rPr sz="1700" dirty="0">
                <a:latin typeface="Times New Roman"/>
                <a:cs typeface="Times New Roman"/>
              </a:rPr>
              <a:t>i</a:t>
            </a:r>
            <a:r>
              <a:rPr sz="1700" spc="-5" dirty="0">
                <a:latin typeface="Times New Roman"/>
                <a:cs typeface="Times New Roman"/>
              </a:rPr>
              <a:t>gn</a:t>
            </a:r>
            <a:r>
              <a:rPr sz="1700" spc="-7" dirty="0">
                <a:latin typeface="Times New Roman"/>
                <a:cs typeface="Times New Roman"/>
              </a:rPr>
              <a:t>e</a:t>
            </a:r>
            <a:r>
              <a:rPr sz="1700" dirty="0">
                <a:latin typeface="Times New Roman"/>
                <a:cs typeface="Times New Roman"/>
              </a:rPr>
              <a:t>d </a:t>
            </a:r>
            <a:r>
              <a:rPr sz="1700" spc="-60"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58" dirty="0">
                <a:latin typeface="Times New Roman"/>
                <a:cs typeface="Times New Roman"/>
              </a:rPr>
              <a:t> </a:t>
            </a:r>
            <a:r>
              <a:rPr sz="1700" spc="-7" dirty="0">
                <a:latin typeface="Times New Roman"/>
                <a:cs typeface="Times New Roman"/>
              </a:rPr>
              <a:t>ea</a:t>
            </a:r>
            <a:r>
              <a:rPr sz="1700" spc="-2" dirty="0">
                <a:latin typeface="Times New Roman"/>
                <a:cs typeface="Times New Roman"/>
              </a:rPr>
              <a:t>c</a:t>
            </a:r>
            <a:r>
              <a:rPr sz="1700" dirty="0">
                <a:latin typeface="Times New Roman"/>
                <a:cs typeface="Times New Roman"/>
              </a:rPr>
              <a:t>h </a:t>
            </a:r>
            <a:r>
              <a:rPr sz="1700" spc="-60" dirty="0">
                <a:latin typeface="Times New Roman"/>
                <a:cs typeface="Times New Roman"/>
              </a:rPr>
              <a:t> </a:t>
            </a:r>
            <a:r>
              <a:rPr sz="1700" spc="-7" dirty="0">
                <a:latin typeface="Times New Roman"/>
                <a:cs typeface="Times New Roman"/>
              </a:rPr>
              <a:t>c</a:t>
            </a:r>
            <a:r>
              <a:rPr sz="1700" spc="-2" dirty="0">
                <a:latin typeface="Times New Roman"/>
                <a:cs typeface="Times New Roman"/>
              </a:rPr>
              <a:t>hip.</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table</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58" dirty="0">
                <a:latin typeface="Times New Roman"/>
                <a:cs typeface="Times New Roman"/>
              </a:rPr>
              <a:t> </a:t>
            </a:r>
            <a:r>
              <a:rPr sz="1700" spc="-7" dirty="0">
                <a:latin typeface="Times New Roman"/>
                <a:cs typeface="Times New Roman"/>
              </a:rPr>
              <a:t>ca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 </a:t>
            </a:r>
            <a:r>
              <a:rPr sz="1700" spc="-60"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0" dirty="0">
                <a:latin typeface="Times New Roman"/>
                <a:cs typeface="Times New Roman"/>
              </a:rPr>
              <a:t> </a:t>
            </a:r>
            <a:r>
              <a:rPr sz="1700" spc="-2" dirty="0">
                <a:latin typeface="Times New Roman"/>
                <a:cs typeface="Times New Roman"/>
              </a:rPr>
              <a:t>Me</a:t>
            </a:r>
            <a:r>
              <a:rPr sz="1700" spc="-5" dirty="0">
                <a:latin typeface="Times New Roman"/>
                <a:cs typeface="Times New Roman"/>
              </a:rPr>
              <a:t>mory</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53" dirty="0">
                <a:latin typeface="Times New Roman"/>
                <a:cs typeface="Times New Roman"/>
              </a:rPr>
              <a:t> </a:t>
            </a:r>
            <a:r>
              <a:rPr sz="1700" spc="-5" dirty="0">
                <a:latin typeface="Times New Roman"/>
                <a:cs typeface="Times New Roman"/>
              </a:rPr>
              <a:t>ma</a:t>
            </a:r>
            <a:r>
              <a:rPr sz="1700" dirty="0">
                <a:latin typeface="Times New Roman"/>
                <a:cs typeface="Times New Roman"/>
              </a:rPr>
              <a:t>p, </a:t>
            </a:r>
            <a:r>
              <a:rPr sz="1700" spc="-60"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58"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picto</a:t>
            </a:r>
            <a:r>
              <a:rPr sz="1700" spc="-5" dirty="0">
                <a:latin typeface="Times New Roman"/>
                <a:cs typeface="Times New Roman"/>
              </a:rPr>
              <a:t>r</a:t>
            </a:r>
            <a:r>
              <a:rPr sz="1700" spc="-2" dirty="0">
                <a:latin typeface="Times New Roman"/>
                <a:cs typeface="Times New Roman"/>
              </a:rPr>
              <a:t>ial r</a:t>
            </a:r>
            <a:r>
              <a:rPr sz="1700" spc="-10" dirty="0">
                <a:latin typeface="Times New Roman"/>
                <a:cs typeface="Times New Roman"/>
              </a:rPr>
              <a:t>e</a:t>
            </a:r>
            <a:r>
              <a:rPr sz="1700" spc="-2" dirty="0">
                <a:latin typeface="Times New Roman"/>
                <a:cs typeface="Times New Roman"/>
              </a:rPr>
              <a:t>pr</a:t>
            </a:r>
            <a:r>
              <a:rPr sz="1700" spc="-10" dirty="0">
                <a:latin typeface="Times New Roman"/>
                <a:cs typeface="Times New Roman"/>
              </a:rPr>
              <a:t>e</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ntation</a:t>
            </a:r>
            <a:r>
              <a:rPr sz="1700" dirty="0">
                <a:latin typeface="Times New Roman"/>
                <a:cs typeface="Times New Roman"/>
              </a:rPr>
              <a:t> of </a:t>
            </a:r>
            <a:r>
              <a:rPr sz="1700" spc="-10" dirty="0">
                <a:latin typeface="Times New Roman"/>
                <a:cs typeface="Times New Roman"/>
              </a:rPr>
              <a:t>a</a:t>
            </a:r>
            <a:r>
              <a:rPr sz="1700" spc="-2" dirty="0">
                <a:latin typeface="Times New Roman"/>
                <a:cs typeface="Times New Roman"/>
              </a:rPr>
              <a:t>ss</a:t>
            </a:r>
            <a:r>
              <a:rPr sz="1700" dirty="0">
                <a:latin typeface="Times New Roman"/>
                <a:cs typeface="Times New Roman"/>
              </a:rPr>
              <a:t>i</a:t>
            </a:r>
            <a:r>
              <a:rPr sz="1700" spc="-5" dirty="0">
                <a:latin typeface="Times New Roman"/>
                <a:cs typeface="Times New Roman"/>
              </a:rPr>
              <a:t>gn</a:t>
            </a:r>
            <a:r>
              <a:rPr sz="1700" spc="-2" dirty="0">
                <a:latin typeface="Times New Roman"/>
                <a:cs typeface="Times New Roman"/>
              </a:rPr>
              <a:t>e</a:t>
            </a:r>
            <a:r>
              <a:rPr sz="1700" dirty="0">
                <a:latin typeface="Times New Roman"/>
                <a:cs typeface="Times New Roman"/>
              </a:rPr>
              <a:t>d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2" dirty="0">
                <a:latin typeface="Times New Roman"/>
                <a:cs typeface="Times New Roman"/>
              </a:rPr>
              <a:t>sp</a:t>
            </a:r>
            <a:r>
              <a:rPr sz="1700" spc="5" dirty="0">
                <a:latin typeface="Times New Roman"/>
                <a:cs typeface="Times New Roman"/>
              </a:rPr>
              <a:t>a</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 </a:t>
            </a:r>
            <a:r>
              <a:rPr sz="1700" spc="-10"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5"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the </a:t>
            </a:r>
            <a:r>
              <a:rPr sz="1700" spc="-7" dirty="0">
                <a:latin typeface="Times New Roman"/>
                <a:cs typeface="Times New Roman"/>
              </a:rPr>
              <a:t>system.</a:t>
            </a:r>
            <a:endParaRPr sz="1700" dirty="0">
              <a:latin typeface="Times New Roman"/>
              <a:cs typeface="Times New Roman"/>
            </a:endParaRPr>
          </a:p>
        </p:txBody>
      </p:sp>
    </p:spTree>
    <p:extLst>
      <p:ext uri="{BB962C8B-B14F-4D97-AF65-F5344CB8AC3E}">
        <p14:creationId xmlns:p14="http://schemas.microsoft.com/office/powerpoint/2010/main" val="706141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5C275-56BB-CF56-0592-07780EAAFBF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8F05B0-00F5-1383-9BF9-198B696F95D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6CEC042-E097-F1E1-A8C3-7C289085F6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B7AC04E-BD49-D5CC-D31C-8B86E1599A5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80CE0CA-724E-E171-CC00-605C21FDB1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graphicFrame>
        <p:nvGraphicFramePr>
          <p:cNvPr id="2" name="object 3"/>
          <p:cNvGraphicFramePr>
            <a:graphicFrameLocks noGrp="1"/>
          </p:cNvGraphicFramePr>
          <p:nvPr>
            <p:extLst>
              <p:ext uri="{D42A27DB-BD31-4B8C-83A1-F6EECF244321}">
                <p14:modId xmlns:p14="http://schemas.microsoft.com/office/powerpoint/2010/main" val="3271565763"/>
              </p:ext>
            </p:extLst>
          </p:nvPr>
        </p:nvGraphicFramePr>
        <p:xfrm>
          <a:off x="983981" y="1047750"/>
          <a:ext cx="7176038" cy="1813560"/>
        </p:xfrm>
        <a:graphic>
          <a:graphicData uri="http://schemas.openxmlformats.org/drawingml/2006/table">
            <a:tbl>
              <a:tblPr firstRow="1" bandRow="1">
                <a:tableStyleId>{2D5ABB26-0587-4C30-8999-92F81FD0307C}</a:tableStyleId>
              </a:tblPr>
              <a:tblGrid>
                <a:gridCol w="1194393">
                  <a:extLst>
                    <a:ext uri="{9D8B030D-6E8A-4147-A177-3AD203B41FA5}">
                      <a16:colId xmlns:a16="http://schemas.microsoft.com/office/drawing/2014/main" val="20000"/>
                    </a:ext>
                  </a:extLst>
                </a:gridCol>
                <a:gridCol w="1316322">
                  <a:extLst>
                    <a:ext uri="{9D8B030D-6E8A-4147-A177-3AD203B41FA5}">
                      <a16:colId xmlns:a16="http://schemas.microsoft.com/office/drawing/2014/main" val="20001"/>
                    </a:ext>
                  </a:extLst>
                </a:gridCol>
                <a:gridCol w="526157">
                  <a:extLst>
                    <a:ext uri="{9D8B030D-6E8A-4147-A177-3AD203B41FA5}">
                      <a16:colId xmlns:a16="http://schemas.microsoft.com/office/drawing/2014/main" val="20002"/>
                    </a:ext>
                  </a:extLst>
                </a:gridCol>
                <a:gridCol w="460560">
                  <a:extLst>
                    <a:ext uri="{9D8B030D-6E8A-4147-A177-3AD203B41FA5}">
                      <a16:colId xmlns:a16="http://schemas.microsoft.com/office/drawing/2014/main" val="20003"/>
                    </a:ext>
                  </a:extLst>
                </a:gridCol>
                <a:gridCol w="460447">
                  <a:extLst>
                    <a:ext uri="{9D8B030D-6E8A-4147-A177-3AD203B41FA5}">
                      <a16:colId xmlns:a16="http://schemas.microsoft.com/office/drawing/2014/main" val="20004"/>
                    </a:ext>
                  </a:extLst>
                </a:gridCol>
                <a:gridCol w="460447">
                  <a:extLst>
                    <a:ext uri="{9D8B030D-6E8A-4147-A177-3AD203B41FA5}">
                      <a16:colId xmlns:a16="http://schemas.microsoft.com/office/drawing/2014/main" val="20005"/>
                    </a:ext>
                  </a:extLst>
                </a:gridCol>
                <a:gridCol w="459022">
                  <a:extLst>
                    <a:ext uri="{9D8B030D-6E8A-4147-A177-3AD203B41FA5}">
                      <a16:colId xmlns:a16="http://schemas.microsoft.com/office/drawing/2014/main" val="20006"/>
                    </a:ext>
                  </a:extLst>
                </a:gridCol>
                <a:gridCol w="460447">
                  <a:extLst>
                    <a:ext uri="{9D8B030D-6E8A-4147-A177-3AD203B41FA5}">
                      <a16:colId xmlns:a16="http://schemas.microsoft.com/office/drawing/2014/main" val="20007"/>
                    </a:ext>
                  </a:extLst>
                </a:gridCol>
                <a:gridCol w="460447">
                  <a:extLst>
                    <a:ext uri="{9D8B030D-6E8A-4147-A177-3AD203B41FA5}">
                      <a16:colId xmlns:a16="http://schemas.microsoft.com/office/drawing/2014/main" val="20008"/>
                    </a:ext>
                  </a:extLst>
                </a:gridCol>
                <a:gridCol w="460447">
                  <a:extLst>
                    <a:ext uri="{9D8B030D-6E8A-4147-A177-3AD203B41FA5}">
                      <a16:colId xmlns:a16="http://schemas.microsoft.com/office/drawing/2014/main" val="20009"/>
                    </a:ext>
                  </a:extLst>
                </a:gridCol>
                <a:gridCol w="458828">
                  <a:extLst>
                    <a:ext uri="{9D8B030D-6E8A-4147-A177-3AD203B41FA5}">
                      <a16:colId xmlns:a16="http://schemas.microsoft.com/office/drawing/2014/main" val="20010"/>
                    </a:ext>
                  </a:extLst>
                </a:gridCol>
                <a:gridCol w="458521">
                  <a:extLst>
                    <a:ext uri="{9D8B030D-6E8A-4147-A177-3AD203B41FA5}">
                      <a16:colId xmlns:a16="http://schemas.microsoft.com/office/drawing/2014/main" val="20011"/>
                    </a:ext>
                  </a:extLst>
                </a:gridCol>
              </a:tblGrid>
              <a:tr h="145508">
                <a:tc rowSpan="2">
                  <a:txBody>
                    <a:bodyPr/>
                    <a:lstStyle/>
                    <a:p>
                      <a:pPr marL="74930">
                        <a:lnSpc>
                          <a:spcPct val="100000"/>
                        </a:lnSpc>
                      </a:pPr>
                      <a:r>
                        <a:rPr sz="1700" b="1" spc="-5" dirty="0">
                          <a:latin typeface="Times New Roman"/>
                          <a:cs typeface="Times New Roman"/>
                        </a:rPr>
                        <a:t>Co</a:t>
                      </a:r>
                      <a:r>
                        <a:rPr sz="1700" b="1" spc="5" dirty="0">
                          <a:latin typeface="Times New Roman"/>
                          <a:cs typeface="Times New Roman"/>
                        </a:rPr>
                        <a:t>m</a:t>
                      </a:r>
                      <a:r>
                        <a:rPr sz="1700" b="1" dirty="0">
                          <a:latin typeface="Times New Roman"/>
                          <a:cs typeface="Times New Roman"/>
                        </a:rPr>
                        <a:t>pon</a:t>
                      </a:r>
                      <a:r>
                        <a:rPr sz="1700" b="1" spc="-5" dirty="0">
                          <a:latin typeface="Times New Roman"/>
                          <a:cs typeface="Times New Roman"/>
                        </a:rPr>
                        <a:t>e</a:t>
                      </a:r>
                      <a:r>
                        <a:rPr sz="1700" b="1" dirty="0">
                          <a:latin typeface="Times New Roman"/>
                          <a:cs typeface="Times New Roman"/>
                        </a:rPr>
                        <a:t>nt</a:t>
                      </a:r>
                      <a:endParaRPr sz="1700" dirty="0">
                        <a:latin typeface="Times New Roman"/>
                        <a:cs typeface="Times New Roman"/>
                      </a:endParaRPr>
                    </a:p>
                  </a:txBody>
                  <a:tcPr marL="0" marR="0" marT="0" marB="0">
                    <a:lnL w="30225">
                      <a:solidFill>
                        <a:srgbClr val="000000"/>
                      </a:solidFill>
                      <a:prstDash val="solid"/>
                    </a:lnL>
                    <a:lnR w="33273">
                      <a:solidFill>
                        <a:srgbClr val="000000"/>
                      </a:solidFill>
                      <a:prstDash val="solid"/>
                    </a:lnR>
                    <a:lnT w="33273">
                      <a:solidFill>
                        <a:srgbClr val="000000"/>
                      </a:solidFill>
                      <a:prstDash val="solid"/>
                    </a:lnT>
                    <a:lnB w="31749">
                      <a:solidFill>
                        <a:srgbClr val="000000"/>
                      </a:solidFill>
                      <a:prstDash val="solid"/>
                    </a:lnB>
                  </a:tcPr>
                </a:tc>
                <a:tc rowSpan="2">
                  <a:txBody>
                    <a:bodyPr/>
                    <a:lstStyle/>
                    <a:p>
                      <a:pPr marL="237490" marR="72390" indent="-157480">
                        <a:lnSpc>
                          <a:spcPct val="100000"/>
                        </a:lnSpc>
                      </a:pPr>
                      <a:r>
                        <a:rPr sz="1700" b="1" dirty="0">
                          <a:latin typeface="Times New Roman"/>
                          <a:cs typeface="Times New Roman"/>
                        </a:rPr>
                        <a:t>Hexad</a:t>
                      </a:r>
                      <a:r>
                        <a:rPr sz="1700" b="1" spc="-5" dirty="0">
                          <a:latin typeface="Times New Roman"/>
                          <a:cs typeface="Times New Roman"/>
                        </a:rPr>
                        <a:t>ec</a:t>
                      </a:r>
                      <a:r>
                        <a:rPr sz="1700" b="1" dirty="0">
                          <a:latin typeface="Times New Roman"/>
                          <a:cs typeface="Times New Roman"/>
                        </a:rPr>
                        <a:t>i</a:t>
                      </a:r>
                      <a:r>
                        <a:rPr sz="1700" b="1" spc="5" dirty="0">
                          <a:latin typeface="Times New Roman"/>
                          <a:cs typeface="Times New Roman"/>
                        </a:rPr>
                        <a:t>m</a:t>
                      </a:r>
                      <a:r>
                        <a:rPr sz="1700" b="1" dirty="0">
                          <a:latin typeface="Times New Roman"/>
                          <a:cs typeface="Times New Roman"/>
                        </a:rPr>
                        <a:t>al </a:t>
                      </a:r>
                      <a:r>
                        <a:rPr sz="1700" b="1" spc="-5" dirty="0">
                          <a:latin typeface="Times New Roman"/>
                          <a:cs typeface="Times New Roman"/>
                        </a:rPr>
                        <a:t>Ad</a:t>
                      </a:r>
                      <a:r>
                        <a:rPr sz="1700" b="1" spc="5" dirty="0">
                          <a:latin typeface="Times New Roman"/>
                          <a:cs typeface="Times New Roman"/>
                        </a:rPr>
                        <a:t>d</a:t>
                      </a:r>
                      <a:r>
                        <a:rPr sz="1700" b="1" spc="-5" dirty="0">
                          <a:latin typeface="Times New Roman"/>
                          <a:cs typeface="Times New Roman"/>
                        </a:rPr>
                        <a:t>ress</a:t>
                      </a:r>
                      <a:endParaRPr sz="1700" dirty="0">
                        <a:latin typeface="Times New Roman"/>
                        <a:cs typeface="Times New Roman"/>
                      </a:endParaRPr>
                    </a:p>
                  </a:txBody>
                  <a:tcPr marL="0" marR="0" marT="0" marB="0">
                    <a:lnL w="33273">
                      <a:solidFill>
                        <a:srgbClr val="000000"/>
                      </a:solidFill>
                      <a:prstDash val="solid"/>
                    </a:lnL>
                    <a:lnR w="33273">
                      <a:solidFill>
                        <a:srgbClr val="000000"/>
                      </a:solidFill>
                      <a:prstDash val="solid"/>
                    </a:lnR>
                    <a:lnT w="33273">
                      <a:solidFill>
                        <a:srgbClr val="000000"/>
                      </a:solidFill>
                      <a:prstDash val="solid"/>
                    </a:lnT>
                    <a:lnB w="31749">
                      <a:solidFill>
                        <a:srgbClr val="000000"/>
                      </a:solidFill>
                      <a:prstDash val="solid"/>
                    </a:lnB>
                  </a:tcPr>
                </a:tc>
                <a:tc gridSpan="10">
                  <a:txBody>
                    <a:bodyPr/>
                    <a:lstStyle/>
                    <a:p>
                      <a:pPr algn="ctr">
                        <a:lnSpc>
                          <a:spcPct val="100000"/>
                        </a:lnSpc>
                      </a:pPr>
                      <a:r>
                        <a:rPr sz="1700" b="1" spc="-5" dirty="0">
                          <a:latin typeface="Times New Roman"/>
                          <a:cs typeface="Times New Roman"/>
                        </a:rPr>
                        <a:t>Ad</a:t>
                      </a:r>
                      <a:r>
                        <a:rPr sz="1700" b="1" spc="5" dirty="0">
                          <a:latin typeface="Times New Roman"/>
                          <a:cs typeface="Times New Roman"/>
                        </a:rPr>
                        <a:t>d</a:t>
                      </a:r>
                      <a:r>
                        <a:rPr sz="1700" b="1" spc="-5" dirty="0">
                          <a:latin typeface="Times New Roman"/>
                          <a:cs typeface="Times New Roman"/>
                        </a:rPr>
                        <a:t>res</a:t>
                      </a:r>
                      <a:r>
                        <a:rPr sz="1700" b="1" dirty="0">
                          <a:latin typeface="Times New Roman"/>
                          <a:cs typeface="Times New Roman"/>
                        </a:rPr>
                        <a:t>s Bus</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3273">
                      <a:solidFill>
                        <a:srgbClr val="000000"/>
                      </a:solidFill>
                      <a:prstDash val="solid"/>
                    </a:lnT>
                    <a:lnB w="31749">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81794">
                <a:tc vMerge="1">
                  <a:txBody>
                    <a:bodyPr/>
                    <a:lstStyle/>
                    <a:p>
                      <a:endParaRPr/>
                    </a:p>
                  </a:txBody>
                  <a:tcPr marL="0" marR="0" marT="0" marB="0">
                    <a:lnL w="30225">
                      <a:solidFill>
                        <a:srgbClr val="000000"/>
                      </a:solidFill>
                      <a:prstDash val="solid"/>
                    </a:lnL>
                    <a:lnR w="33273">
                      <a:solidFill>
                        <a:srgbClr val="000000"/>
                      </a:solidFill>
                      <a:prstDash val="solid"/>
                    </a:lnR>
                    <a:lnT w="33273">
                      <a:solidFill>
                        <a:srgbClr val="000000"/>
                      </a:solidFill>
                      <a:prstDash val="solid"/>
                    </a:lnT>
                    <a:lnB w="31749">
                      <a:solidFill>
                        <a:srgbClr val="000000"/>
                      </a:solidFill>
                      <a:prstDash val="solid"/>
                    </a:lnB>
                  </a:tcPr>
                </a:tc>
                <a:tc vMerge="1">
                  <a:txBody>
                    <a:bodyPr/>
                    <a:lstStyle/>
                    <a:p>
                      <a:endParaRPr/>
                    </a:p>
                  </a:txBody>
                  <a:tcPr marL="0" marR="0" marT="0" marB="0">
                    <a:lnL w="33273">
                      <a:solidFill>
                        <a:srgbClr val="000000"/>
                      </a:solidFill>
                      <a:prstDash val="solid"/>
                    </a:lnL>
                    <a:lnR w="33273">
                      <a:solidFill>
                        <a:srgbClr val="000000"/>
                      </a:solidFill>
                      <a:prstDash val="solid"/>
                    </a:lnR>
                    <a:lnT w="33273">
                      <a:solidFill>
                        <a:srgbClr val="000000"/>
                      </a:solidFill>
                      <a:prstDash val="solid"/>
                    </a:lnT>
                    <a:lnB w="31749">
                      <a:solidFill>
                        <a:srgbClr val="000000"/>
                      </a:solidFill>
                      <a:prstDash val="solid"/>
                    </a:lnB>
                  </a:tcPr>
                </a:tc>
                <a:tc>
                  <a:txBody>
                    <a:bodyPr/>
                    <a:lstStyle/>
                    <a:p>
                      <a:pPr marL="114935">
                        <a:lnSpc>
                          <a:spcPct val="100000"/>
                        </a:lnSpc>
                      </a:pPr>
                      <a:r>
                        <a:rPr sz="1700" b="1" dirty="0">
                          <a:latin typeface="Times New Roman"/>
                          <a:cs typeface="Times New Roman"/>
                        </a:rPr>
                        <a:t>10</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9</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8</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7</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6</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5</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4</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3</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2</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b="1" dirty="0">
                          <a:latin typeface="Times New Roman"/>
                          <a:cs typeface="Times New Roman"/>
                        </a:rPr>
                        <a:t>1</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1749">
                      <a:solidFill>
                        <a:srgbClr val="000000"/>
                      </a:solidFill>
                      <a:prstDash val="solid"/>
                    </a:lnB>
                  </a:tcPr>
                </a:tc>
                <a:extLst>
                  <a:ext uri="{0D108BD9-81ED-4DB2-BD59-A6C34878D82A}">
                    <a16:rowId xmlns:a16="http://schemas.microsoft.com/office/drawing/2014/main" val="10001"/>
                  </a:ext>
                </a:extLst>
              </a:tr>
              <a:tr h="182527">
                <a:tc>
                  <a:txBody>
                    <a:bodyPr/>
                    <a:lstStyle/>
                    <a:p>
                      <a:pPr marL="224790">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1</a:t>
                      </a:r>
                      <a:endParaRPr sz="1700">
                        <a:latin typeface="Times New Roman"/>
                        <a:cs typeface="Times New Roman"/>
                      </a:endParaRPr>
                    </a:p>
                  </a:txBody>
                  <a:tcPr marL="0" marR="0" marT="0" marB="0">
                    <a:lnL w="30225">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68910">
                        <a:lnSpc>
                          <a:spcPct val="100000"/>
                        </a:lnSpc>
                      </a:pPr>
                      <a:r>
                        <a:rPr sz="1700" dirty="0">
                          <a:latin typeface="Times New Roman"/>
                          <a:cs typeface="Times New Roman"/>
                        </a:rPr>
                        <a:t>0000</a:t>
                      </a:r>
                      <a:r>
                        <a:rPr sz="1700" spc="-5" dirty="0">
                          <a:latin typeface="Times New Roman"/>
                          <a:cs typeface="Times New Roman"/>
                        </a:rPr>
                        <a:t>-</a:t>
                      </a:r>
                      <a:r>
                        <a:rPr sz="1700" dirty="0">
                          <a:latin typeface="Times New Roman"/>
                          <a:cs typeface="Times New Roman"/>
                        </a:rPr>
                        <a:t>007F</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1749">
                      <a:solidFill>
                        <a:srgbClr val="000000"/>
                      </a:solidFill>
                      <a:prstDash val="solid"/>
                    </a:lnB>
                  </a:tcPr>
                </a:tc>
                <a:extLst>
                  <a:ext uri="{0D108BD9-81ED-4DB2-BD59-A6C34878D82A}">
                    <a16:rowId xmlns:a16="http://schemas.microsoft.com/office/drawing/2014/main" val="10002"/>
                  </a:ext>
                </a:extLst>
              </a:tr>
              <a:tr h="181798">
                <a:tc>
                  <a:txBody>
                    <a:bodyPr/>
                    <a:lstStyle/>
                    <a:p>
                      <a:pPr marL="224790">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1</a:t>
                      </a:r>
                      <a:endParaRPr sz="1700">
                        <a:latin typeface="Times New Roman"/>
                        <a:cs typeface="Times New Roman"/>
                      </a:endParaRPr>
                    </a:p>
                  </a:txBody>
                  <a:tcPr marL="0" marR="0" marT="0" marB="0">
                    <a:lnL w="30225">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68910">
                        <a:lnSpc>
                          <a:spcPct val="100000"/>
                        </a:lnSpc>
                      </a:pPr>
                      <a:r>
                        <a:rPr sz="1700" dirty="0">
                          <a:latin typeface="Times New Roman"/>
                          <a:cs typeface="Times New Roman"/>
                        </a:rPr>
                        <a:t>0080</a:t>
                      </a:r>
                      <a:r>
                        <a:rPr sz="1700" spc="-5" dirty="0">
                          <a:latin typeface="Times New Roman"/>
                          <a:cs typeface="Times New Roman"/>
                        </a:rPr>
                        <a:t>-</a:t>
                      </a:r>
                      <a:r>
                        <a:rPr sz="1700" dirty="0">
                          <a:latin typeface="Times New Roman"/>
                          <a:cs typeface="Times New Roman"/>
                        </a:rPr>
                        <a:t>007F</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1</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1749">
                      <a:solidFill>
                        <a:srgbClr val="000000"/>
                      </a:solidFill>
                      <a:prstDash val="solid"/>
                    </a:lnB>
                  </a:tcPr>
                </a:tc>
                <a:extLst>
                  <a:ext uri="{0D108BD9-81ED-4DB2-BD59-A6C34878D82A}">
                    <a16:rowId xmlns:a16="http://schemas.microsoft.com/office/drawing/2014/main" val="10003"/>
                  </a:ext>
                </a:extLst>
              </a:tr>
              <a:tr h="181977">
                <a:tc>
                  <a:txBody>
                    <a:bodyPr/>
                    <a:lstStyle/>
                    <a:p>
                      <a:pPr marL="224790">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1</a:t>
                      </a:r>
                      <a:endParaRPr sz="1700">
                        <a:latin typeface="Times New Roman"/>
                        <a:cs typeface="Times New Roman"/>
                      </a:endParaRPr>
                    </a:p>
                  </a:txBody>
                  <a:tcPr marL="0" marR="0" marT="0" marB="0">
                    <a:lnL w="30225">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68910">
                        <a:lnSpc>
                          <a:spcPct val="100000"/>
                        </a:lnSpc>
                      </a:pPr>
                      <a:r>
                        <a:rPr sz="1700" dirty="0">
                          <a:latin typeface="Times New Roman"/>
                          <a:cs typeface="Times New Roman"/>
                        </a:rPr>
                        <a:t>0100</a:t>
                      </a:r>
                      <a:r>
                        <a:rPr sz="1700" spc="-5" dirty="0">
                          <a:latin typeface="Times New Roman"/>
                          <a:cs typeface="Times New Roman"/>
                        </a:rPr>
                        <a:t>-</a:t>
                      </a:r>
                      <a:r>
                        <a:rPr sz="1700" dirty="0">
                          <a:latin typeface="Times New Roman"/>
                          <a:cs typeface="Times New Roman"/>
                        </a:rPr>
                        <a:t>017F</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1</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1749">
                      <a:solidFill>
                        <a:srgbClr val="000000"/>
                      </a:solidFill>
                      <a:prstDash val="solid"/>
                    </a:lnB>
                  </a:tcPr>
                </a:tc>
                <a:extLst>
                  <a:ext uri="{0D108BD9-81ED-4DB2-BD59-A6C34878D82A}">
                    <a16:rowId xmlns:a16="http://schemas.microsoft.com/office/drawing/2014/main" val="10004"/>
                  </a:ext>
                </a:extLst>
              </a:tr>
              <a:tr h="182527">
                <a:tc>
                  <a:txBody>
                    <a:bodyPr/>
                    <a:lstStyle/>
                    <a:p>
                      <a:pPr marL="224790">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1</a:t>
                      </a:r>
                      <a:endParaRPr sz="1700">
                        <a:latin typeface="Times New Roman"/>
                        <a:cs typeface="Times New Roman"/>
                      </a:endParaRPr>
                    </a:p>
                  </a:txBody>
                  <a:tcPr marL="0" marR="0" marT="0" marB="0">
                    <a:lnL w="30225">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63830">
                        <a:lnSpc>
                          <a:spcPct val="100000"/>
                        </a:lnSpc>
                      </a:pPr>
                      <a:r>
                        <a:rPr sz="1700" dirty="0">
                          <a:latin typeface="Times New Roman"/>
                          <a:cs typeface="Times New Roman"/>
                        </a:rPr>
                        <a:t>0180</a:t>
                      </a:r>
                      <a:r>
                        <a:rPr sz="1700" spc="-5" dirty="0">
                          <a:latin typeface="Times New Roman"/>
                          <a:cs typeface="Times New Roman"/>
                        </a:rPr>
                        <a:t>-</a:t>
                      </a:r>
                      <a:r>
                        <a:rPr sz="1700" dirty="0">
                          <a:latin typeface="Times New Roman"/>
                          <a:cs typeface="Times New Roman"/>
                        </a:rPr>
                        <a:t>01FF</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1</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algn="ctr">
                        <a:lnSpc>
                          <a:spcPct val="100000"/>
                        </a:lnSpc>
                      </a:pPr>
                      <a:r>
                        <a:rPr sz="1700" dirty="0">
                          <a:latin typeface="Times New Roman"/>
                          <a:cs typeface="Times New Roman"/>
                        </a:rPr>
                        <a:t>1</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1749">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1749">
                      <a:solidFill>
                        <a:srgbClr val="000000"/>
                      </a:solidFill>
                      <a:prstDash val="solid"/>
                    </a:lnB>
                  </a:tcPr>
                </a:tc>
                <a:extLst>
                  <a:ext uri="{0D108BD9-81ED-4DB2-BD59-A6C34878D82A}">
                    <a16:rowId xmlns:a16="http://schemas.microsoft.com/office/drawing/2014/main" val="10005"/>
                  </a:ext>
                </a:extLst>
              </a:tr>
              <a:tr h="181427">
                <a:tc>
                  <a:txBody>
                    <a:bodyPr/>
                    <a:lstStyle/>
                    <a:p>
                      <a:pPr marL="282575">
                        <a:lnSpc>
                          <a:spcPct val="100000"/>
                        </a:lnSpc>
                      </a:pPr>
                      <a:r>
                        <a:rPr sz="1700" dirty="0">
                          <a:latin typeface="Times New Roman"/>
                          <a:cs typeface="Times New Roman"/>
                        </a:rPr>
                        <a:t>R</a:t>
                      </a:r>
                      <a:r>
                        <a:rPr sz="1700" spc="-5" dirty="0">
                          <a:latin typeface="Times New Roman"/>
                          <a:cs typeface="Times New Roman"/>
                        </a:rPr>
                        <a:t>OM</a:t>
                      </a:r>
                      <a:endParaRPr sz="1700">
                        <a:latin typeface="Times New Roman"/>
                        <a:cs typeface="Times New Roman"/>
                      </a:endParaRPr>
                    </a:p>
                  </a:txBody>
                  <a:tcPr marL="0" marR="0" marT="0" marB="0">
                    <a:lnL w="30225">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63830">
                        <a:lnSpc>
                          <a:spcPct val="100000"/>
                        </a:lnSpc>
                      </a:pPr>
                      <a:r>
                        <a:rPr sz="1700" dirty="0">
                          <a:latin typeface="Times New Roman"/>
                          <a:cs typeface="Times New Roman"/>
                        </a:rPr>
                        <a:t>0200</a:t>
                      </a:r>
                      <a:r>
                        <a:rPr sz="1700" spc="-5" dirty="0">
                          <a:latin typeface="Times New Roman"/>
                          <a:cs typeface="Times New Roman"/>
                        </a:rPr>
                        <a:t>-</a:t>
                      </a:r>
                      <a:r>
                        <a:rPr sz="1700" dirty="0">
                          <a:latin typeface="Times New Roman"/>
                          <a:cs typeface="Times New Roman"/>
                        </a:rPr>
                        <a:t>03FF</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algn="ctr">
                        <a:lnSpc>
                          <a:spcPct val="100000"/>
                        </a:lnSpc>
                      </a:pPr>
                      <a:r>
                        <a:rPr sz="1700" dirty="0">
                          <a:latin typeface="Times New Roman"/>
                          <a:cs typeface="Times New Roman"/>
                        </a:rPr>
                        <a:t>1</a:t>
                      </a:r>
                      <a:endParaRPr sz="1700">
                        <a:latin typeface="Times New Roman"/>
                        <a:cs typeface="Times New Roman"/>
                      </a:endParaRPr>
                    </a:p>
                  </a:txBody>
                  <a:tcPr marL="0" marR="0" marT="0" marB="0">
                    <a:lnL w="33273">
                      <a:solidFill>
                        <a:srgbClr val="000000"/>
                      </a:solidFill>
                      <a:prstDash val="solid"/>
                    </a:lnL>
                    <a:lnR w="3358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58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08585">
                        <a:lnSpc>
                          <a:spcPct val="100000"/>
                        </a:lnSpc>
                      </a:pPr>
                      <a:r>
                        <a:rPr sz="1700" dirty="0">
                          <a:latin typeface="Times New Roman"/>
                          <a:cs typeface="Times New Roman"/>
                        </a:rPr>
                        <a:t>X</a:t>
                      </a:r>
                      <a:endParaRPr sz="1700">
                        <a:latin typeface="Times New Roman"/>
                        <a:cs typeface="Times New Roman"/>
                      </a:endParaRPr>
                    </a:p>
                  </a:txBody>
                  <a:tcPr marL="0" marR="0" marT="0" marB="0">
                    <a:lnL w="33273">
                      <a:solidFill>
                        <a:srgbClr val="000000"/>
                      </a:solidFill>
                      <a:prstDash val="solid"/>
                    </a:lnL>
                    <a:lnR w="33273">
                      <a:solidFill>
                        <a:srgbClr val="000000"/>
                      </a:solidFill>
                      <a:prstDash val="solid"/>
                    </a:lnR>
                    <a:lnT w="31749">
                      <a:solidFill>
                        <a:srgbClr val="000000"/>
                      </a:solidFill>
                      <a:prstDash val="solid"/>
                    </a:lnT>
                    <a:lnB w="33273">
                      <a:solidFill>
                        <a:srgbClr val="000000"/>
                      </a:solidFill>
                      <a:prstDash val="solid"/>
                    </a:lnB>
                  </a:tcPr>
                </a:tc>
                <a:tc>
                  <a:txBody>
                    <a:bodyPr/>
                    <a:lstStyle/>
                    <a:p>
                      <a:pPr marL="110489">
                        <a:lnSpc>
                          <a:spcPct val="100000"/>
                        </a:lnSpc>
                      </a:pPr>
                      <a:r>
                        <a:rPr sz="1700" dirty="0">
                          <a:latin typeface="Times New Roman"/>
                          <a:cs typeface="Times New Roman"/>
                        </a:rPr>
                        <a:t>X</a:t>
                      </a:r>
                    </a:p>
                  </a:txBody>
                  <a:tcPr marL="0" marR="0" marT="0" marB="0">
                    <a:lnL w="33273">
                      <a:solidFill>
                        <a:srgbClr val="000000"/>
                      </a:solidFill>
                      <a:prstDash val="solid"/>
                    </a:lnL>
                    <a:lnR w="30225">
                      <a:solidFill>
                        <a:srgbClr val="000000"/>
                      </a:solidFill>
                      <a:prstDash val="solid"/>
                    </a:lnR>
                    <a:lnT w="31749">
                      <a:solidFill>
                        <a:srgbClr val="000000"/>
                      </a:solidFill>
                      <a:prstDash val="solid"/>
                    </a:lnT>
                    <a:lnB w="33273">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4"/>
          <p:cNvSpPr txBox="1"/>
          <p:nvPr/>
        </p:nvSpPr>
        <p:spPr>
          <a:xfrm>
            <a:off x="979854" y="3105150"/>
            <a:ext cx="7180165" cy="1569660"/>
          </a:xfrm>
          <a:prstGeom prst="rect">
            <a:avLst/>
          </a:prstGeom>
        </p:spPr>
        <p:txBody>
          <a:bodyPr vert="horz" wrap="square" lIns="0" tIns="0" rIns="0" bIns="0" rtlCol="0">
            <a:spAutoFit/>
          </a:bodyPr>
          <a:lstStyle/>
          <a:p>
            <a:pPr marL="6109" marR="2443" algn="just"/>
            <a:r>
              <a:rPr lang="en-US" sz="1700" spc="-5" dirty="0">
                <a:latin typeface="Times New Roman"/>
                <a:cs typeface="Times New Roman"/>
              </a:rPr>
              <a:t>The</a:t>
            </a:r>
            <a:r>
              <a:rPr lang="en-US" sz="1700" spc="65"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67"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ddr</a:t>
            </a:r>
            <a:r>
              <a:rPr lang="en-US" sz="1700" spc="-10"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s</a:t>
            </a:r>
            <a:r>
              <a:rPr lang="en-US" sz="1700" spc="70" dirty="0">
                <a:latin typeface="Times New Roman"/>
                <a:cs typeface="Times New Roman"/>
              </a:rPr>
              <a:t> </a:t>
            </a:r>
            <a:r>
              <a:rPr lang="en-US" sz="1700" spc="-5" dirty="0">
                <a:latin typeface="Times New Roman"/>
                <a:cs typeface="Times New Roman"/>
              </a:rPr>
              <a:t>m</a:t>
            </a:r>
            <a:r>
              <a:rPr lang="en-US" sz="1700" spc="-2" dirty="0">
                <a:latin typeface="Times New Roman"/>
                <a:cs typeface="Times New Roman"/>
              </a:rPr>
              <a:t>a</a:t>
            </a:r>
            <a:r>
              <a:rPr lang="en-US" sz="1700" dirty="0">
                <a:latin typeface="Times New Roman"/>
                <a:cs typeface="Times New Roman"/>
              </a:rPr>
              <a:t>p</a:t>
            </a:r>
            <a:r>
              <a:rPr lang="en-US" sz="1700" spc="67" dirty="0">
                <a:latin typeface="Times New Roman"/>
                <a:cs typeface="Times New Roman"/>
              </a:rPr>
              <a:t> </a:t>
            </a:r>
            <a:r>
              <a:rPr lang="en-US" sz="1700" dirty="0">
                <a:latin typeface="Times New Roman"/>
                <a:cs typeface="Times New Roman"/>
              </a:rPr>
              <a:t>for</a:t>
            </a:r>
            <a:r>
              <a:rPr lang="en-US" sz="1700" spc="65" dirty="0">
                <a:latin typeface="Times New Roman"/>
                <a:cs typeface="Times New Roman"/>
              </a:rPr>
              <a:t> </a:t>
            </a:r>
            <a:r>
              <a:rPr lang="en-US" sz="1700" spc="-2" dirty="0">
                <a:latin typeface="Times New Roman"/>
                <a:cs typeface="Times New Roman"/>
              </a:rPr>
              <a:t>t</a:t>
            </a:r>
            <a:r>
              <a:rPr lang="en-US" sz="1700" dirty="0">
                <a:latin typeface="Times New Roman"/>
                <a:cs typeface="Times New Roman"/>
              </a:rPr>
              <a:t>h</a:t>
            </a:r>
            <a:r>
              <a:rPr lang="en-US" sz="1700" spc="-5" dirty="0">
                <a:latin typeface="Times New Roman"/>
                <a:cs typeface="Times New Roman"/>
              </a:rPr>
              <a:t>e</a:t>
            </a:r>
            <a:r>
              <a:rPr lang="en-US" sz="1700" spc="6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onfigura</a:t>
            </a:r>
            <a:r>
              <a:rPr lang="en-US" sz="1700" spc="-2" dirty="0">
                <a:latin typeface="Times New Roman"/>
                <a:cs typeface="Times New Roman"/>
              </a:rPr>
              <a:t>ti</a:t>
            </a:r>
            <a:r>
              <a:rPr lang="en-US" sz="1700" dirty="0">
                <a:latin typeface="Times New Roman"/>
                <a:cs typeface="Times New Roman"/>
              </a:rPr>
              <a:t>on</a:t>
            </a:r>
            <a:r>
              <a:rPr lang="en-US" sz="1700" spc="70" dirty="0">
                <a:latin typeface="Times New Roman"/>
                <a:cs typeface="Times New Roman"/>
              </a:rPr>
              <a:t> </a:t>
            </a:r>
            <a:r>
              <a:rPr lang="en-US" sz="1700" dirty="0">
                <a:latin typeface="Times New Roman"/>
                <a:cs typeface="Times New Roman"/>
              </a:rPr>
              <a:t>of</a:t>
            </a:r>
            <a:r>
              <a:rPr lang="en-US" sz="1700" spc="65" dirty="0">
                <a:latin typeface="Times New Roman"/>
                <a:cs typeface="Times New Roman"/>
              </a:rPr>
              <a:t> </a:t>
            </a:r>
            <a:r>
              <a:rPr lang="en-US" sz="1700" dirty="0">
                <a:latin typeface="Times New Roman"/>
                <a:cs typeface="Times New Roman"/>
              </a:rPr>
              <a:t>512</a:t>
            </a:r>
            <a:r>
              <a:rPr lang="en-US" sz="1700" spc="67" dirty="0">
                <a:latin typeface="Times New Roman"/>
                <a:cs typeface="Times New Roman"/>
              </a:rPr>
              <a:t> </a:t>
            </a:r>
            <a:r>
              <a:rPr lang="en-US" sz="1700" spc="-2" dirty="0">
                <a:latin typeface="Times New Roman"/>
                <a:cs typeface="Times New Roman"/>
              </a:rPr>
              <a:t>bytes</a:t>
            </a:r>
            <a:r>
              <a:rPr lang="en-US" sz="1700" spc="67" dirty="0">
                <a:latin typeface="Times New Roman"/>
                <a:cs typeface="Times New Roman"/>
              </a:rPr>
              <a:t> </a:t>
            </a:r>
            <a:r>
              <a:rPr lang="en-US" sz="1700" spc="-5" dirty="0">
                <a:latin typeface="Times New Roman"/>
                <a:cs typeface="Times New Roman"/>
              </a:rPr>
              <a:t>R</a:t>
            </a:r>
            <a:r>
              <a:rPr lang="en-US" sz="1700" spc="-2" dirty="0">
                <a:latin typeface="Times New Roman"/>
                <a:cs typeface="Times New Roman"/>
              </a:rPr>
              <a:t>A</a:t>
            </a:r>
            <a:r>
              <a:rPr lang="en-US" sz="1700" dirty="0">
                <a:latin typeface="Times New Roman"/>
                <a:cs typeface="Times New Roman"/>
              </a:rPr>
              <a:t>M</a:t>
            </a:r>
            <a:r>
              <a:rPr lang="en-US" sz="1700" spc="67"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63" dirty="0">
                <a:latin typeface="Times New Roman"/>
                <a:cs typeface="Times New Roman"/>
              </a:rPr>
              <a:t> </a:t>
            </a:r>
            <a:r>
              <a:rPr lang="en-US" sz="1700" dirty="0">
                <a:latin typeface="Times New Roman"/>
                <a:cs typeface="Times New Roman"/>
              </a:rPr>
              <a:t>512</a:t>
            </a:r>
            <a:r>
              <a:rPr lang="en-US" sz="1700" spc="67" dirty="0">
                <a:latin typeface="Times New Roman"/>
                <a:cs typeface="Times New Roman"/>
              </a:rPr>
              <a:t> </a:t>
            </a:r>
            <a:r>
              <a:rPr lang="en-US" sz="1700" spc="-2" dirty="0">
                <a:latin typeface="Times New Roman"/>
                <a:cs typeface="Times New Roman"/>
              </a:rPr>
              <a:t>bytes</a:t>
            </a:r>
            <a:r>
              <a:rPr lang="en-US" sz="1700" spc="67" dirty="0">
                <a:latin typeface="Times New Roman"/>
                <a:cs typeface="Times New Roman"/>
              </a:rPr>
              <a:t> </a:t>
            </a:r>
            <a:r>
              <a:rPr lang="en-US" sz="1700" spc="-5" dirty="0">
                <a:latin typeface="Times New Roman"/>
                <a:cs typeface="Times New Roman"/>
              </a:rPr>
              <a:t>R</a:t>
            </a:r>
            <a:r>
              <a:rPr lang="en-US" sz="1700" spc="-2" dirty="0">
                <a:latin typeface="Times New Roman"/>
                <a:cs typeface="Times New Roman"/>
              </a:rPr>
              <a:t>O</a:t>
            </a:r>
            <a:r>
              <a:rPr lang="en-US" sz="1700" dirty="0">
                <a:latin typeface="Times New Roman"/>
                <a:cs typeface="Times New Roman"/>
              </a:rPr>
              <a:t>M </a:t>
            </a:r>
            <a:r>
              <a:rPr lang="en-US" sz="1700" spc="-70" dirty="0">
                <a:latin typeface="Times New Roman"/>
                <a:cs typeface="Times New Roman"/>
              </a:rPr>
              <a:t> </a:t>
            </a:r>
            <a:r>
              <a:rPr lang="en-US" sz="1700" spc="-2" dirty="0">
                <a:latin typeface="Times New Roman"/>
                <a:cs typeface="Times New Roman"/>
              </a:rPr>
              <a:t>is show</a:t>
            </a:r>
            <a:r>
              <a:rPr lang="en-US" sz="1700" dirty="0">
                <a:latin typeface="Times New Roman"/>
                <a:cs typeface="Times New Roman"/>
              </a:rPr>
              <a:t>n</a:t>
            </a:r>
            <a:r>
              <a:rPr lang="en-US" sz="1700" spc="55" dirty="0">
                <a:latin typeface="Times New Roman"/>
                <a:cs typeface="Times New Roman"/>
              </a:rPr>
              <a:t> </a:t>
            </a:r>
            <a:r>
              <a:rPr lang="en-US" sz="1700" spc="-2" dirty="0">
                <a:latin typeface="Times New Roman"/>
                <a:cs typeface="Times New Roman"/>
              </a:rPr>
              <a:t>in</a:t>
            </a:r>
            <a:r>
              <a:rPr lang="en-US" sz="1700" spc="58" dirty="0">
                <a:latin typeface="Times New Roman"/>
                <a:cs typeface="Times New Roman"/>
              </a:rPr>
              <a:t> </a:t>
            </a:r>
            <a:r>
              <a:rPr lang="en-US" sz="1700" spc="-2" dirty="0">
                <a:latin typeface="Times New Roman"/>
                <a:cs typeface="Times New Roman"/>
              </a:rPr>
              <a:t>table</a:t>
            </a:r>
            <a:r>
              <a:rPr lang="en-US" sz="1700" spc="55"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bov</a:t>
            </a:r>
            <a:r>
              <a:rPr lang="en-US" sz="1700" spc="-7" dirty="0">
                <a:latin typeface="Times New Roman"/>
                <a:cs typeface="Times New Roman"/>
              </a:rPr>
              <a:t>e</a:t>
            </a:r>
            <a:r>
              <a:rPr lang="en-US" sz="1700" dirty="0">
                <a:latin typeface="Times New Roman"/>
                <a:cs typeface="Times New Roman"/>
              </a:rPr>
              <a:t>.</a:t>
            </a:r>
            <a:r>
              <a:rPr lang="en-US" sz="1700" spc="55" dirty="0">
                <a:latin typeface="Times New Roman"/>
                <a:cs typeface="Times New Roman"/>
              </a:rPr>
              <a:t> </a:t>
            </a:r>
            <a:r>
              <a:rPr lang="en-US" sz="1700" spc="-2" dirty="0">
                <a:latin typeface="Times New Roman"/>
                <a:cs typeface="Times New Roman"/>
              </a:rPr>
              <a:t>T</a:t>
            </a:r>
            <a:r>
              <a:rPr lang="en-US" sz="1700" spc="-5" dirty="0">
                <a:latin typeface="Times New Roman"/>
                <a:cs typeface="Times New Roman"/>
              </a:rPr>
              <a:t>he</a:t>
            </a:r>
            <a:r>
              <a:rPr lang="en-US" sz="1700" spc="53"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omponent</a:t>
            </a:r>
            <a:r>
              <a:rPr lang="en-US" sz="1700" spc="5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olum</a:t>
            </a:r>
            <a:r>
              <a:rPr lang="en-US" sz="1700" dirty="0">
                <a:latin typeface="Times New Roman"/>
                <a:cs typeface="Times New Roman"/>
              </a:rPr>
              <a:t>n</a:t>
            </a:r>
            <a:r>
              <a:rPr lang="en-US" sz="1700" spc="55" dirty="0">
                <a:latin typeface="Times New Roman"/>
                <a:cs typeface="Times New Roman"/>
              </a:rPr>
              <a:t> </a:t>
            </a:r>
            <a:r>
              <a:rPr lang="en-US" sz="1700" spc="5" dirty="0">
                <a:latin typeface="Times New Roman"/>
                <a:cs typeface="Times New Roman"/>
              </a:rPr>
              <a:t>s</a:t>
            </a:r>
            <a:r>
              <a:rPr lang="en-US" sz="1700" spc="-5" dirty="0">
                <a:latin typeface="Times New Roman"/>
                <a:cs typeface="Times New Roman"/>
              </a:rPr>
              <a:t>p</a:t>
            </a:r>
            <a:r>
              <a:rPr lang="en-US" sz="1700" spc="-7" dirty="0">
                <a:latin typeface="Times New Roman"/>
                <a:cs typeface="Times New Roman"/>
              </a:rPr>
              <a:t>ec</a:t>
            </a:r>
            <a:r>
              <a:rPr lang="en-US" sz="1700" spc="-2" dirty="0">
                <a:latin typeface="Times New Roman"/>
                <a:cs typeface="Times New Roman"/>
              </a:rPr>
              <a:t>ifi</a:t>
            </a:r>
            <a:r>
              <a:rPr lang="en-US" sz="1700" spc="-7" dirty="0">
                <a:latin typeface="Times New Roman"/>
                <a:cs typeface="Times New Roman"/>
              </a:rPr>
              <a:t>e</a:t>
            </a:r>
            <a:r>
              <a:rPr lang="en-US" sz="1700" dirty="0">
                <a:latin typeface="Times New Roman"/>
                <a:cs typeface="Times New Roman"/>
              </a:rPr>
              <a:t>s</a:t>
            </a:r>
            <a:r>
              <a:rPr lang="en-US" sz="1700" spc="55" dirty="0">
                <a:latin typeface="Times New Roman"/>
                <a:cs typeface="Times New Roman"/>
              </a:rPr>
              <a:t> </a:t>
            </a:r>
            <a:r>
              <a:rPr lang="en-US" sz="1700" spc="-2" dirty="0">
                <a:latin typeface="Times New Roman"/>
                <a:cs typeface="Times New Roman"/>
              </a:rPr>
              <a:t>w</a:t>
            </a:r>
            <a:r>
              <a:rPr lang="en-US" sz="1700" spc="2" dirty="0">
                <a:latin typeface="Times New Roman"/>
                <a:cs typeface="Times New Roman"/>
              </a:rPr>
              <a:t>h</a:t>
            </a:r>
            <a:r>
              <a:rPr lang="en-US" sz="1700" spc="-7" dirty="0">
                <a:latin typeface="Times New Roman"/>
                <a:cs typeface="Times New Roman"/>
              </a:rPr>
              <a:t>e</a:t>
            </a:r>
            <a:r>
              <a:rPr lang="en-US" sz="1700" spc="-2" dirty="0">
                <a:latin typeface="Times New Roman"/>
                <a:cs typeface="Times New Roman"/>
              </a:rPr>
              <a:t>ther</a:t>
            </a:r>
            <a:r>
              <a:rPr lang="en-US" sz="1700" spc="58" dirty="0">
                <a:latin typeface="Times New Roman"/>
                <a:cs typeface="Times New Roman"/>
              </a:rPr>
              <a:t> </a:t>
            </a:r>
            <a:r>
              <a:rPr lang="en-US" sz="1700" spc="-5" dirty="0">
                <a:latin typeface="Times New Roman"/>
                <a:cs typeface="Times New Roman"/>
              </a:rPr>
              <a:t>a</a:t>
            </a:r>
            <a:r>
              <a:rPr lang="en-US" sz="1700" spc="53" dirty="0">
                <a:latin typeface="Times New Roman"/>
                <a:cs typeface="Times New Roman"/>
              </a:rPr>
              <a:t> </a:t>
            </a:r>
            <a:r>
              <a:rPr lang="en-US" sz="1700" spc="-5" dirty="0">
                <a:latin typeface="Times New Roman"/>
                <a:cs typeface="Times New Roman"/>
              </a:rPr>
              <a:t>R</a:t>
            </a:r>
            <a:r>
              <a:rPr lang="en-US" sz="1700" spc="-2" dirty="0">
                <a:latin typeface="Times New Roman"/>
                <a:cs typeface="Times New Roman"/>
              </a:rPr>
              <a:t>A</a:t>
            </a:r>
            <a:r>
              <a:rPr lang="en-US" sz="1700" dirty="0">
                <a:latin typeface="Times New Roman"/>
                <a:cs typeface="Times New Roman"/>
              </a:rPr>
              <a:t>M</a:t>
            </a:r>
            <a:r>
              <a:rPr lang="en-US" sz="1700" spc="55" dirty="0">
                <a:latin typeface="Times New Roman"/>
                <a:cs typeface="Times New Roman"/>
              </a:rPr>
              <a:t> </a:t>
            </a:r>
            <a:r>
              <a:rPr lang="en-US" sz="1700" dirty="0">
                <a:latin typeface="Times New Roman"/>
                <a:cs typeface="Times New Roman"/>
              </a:rPr>
              <a:t>or</a:t>
            </a:r>
            <a:r>
              <a:rPr lang="en-US" sz="1700" spc="55" dirty="0">
                <a:latin typeface="Times New Roman"/>
                <a:cs typeface="Times New Roman"/>
              </a:rPr>
              <a:t> </a:t>
            </a:r>
            <a:r>
              <a:rPr lang="en-US" sz="1700" spc="-5" dirty="0">
                <a:latin typeface="Times New Roman"/>
                <a:cs typeface="Times New Roman"/>
              </a:rPr>
              <a:t>a</a:t>
            </a:r>
            <a:r>
              <a:rPr lang="en-US" sz="1700" spc="53" dirty="0">
                <a:latin typeface="Times New Roman"/>
                <a:cs typeface="Times New Roman"/>
              </a:rPr>
              <a:t> </a:t>
            </a:r>
            <a:r>
              <a:rPr lang="en-US" sz="1700" spc="-5" dirty="0">
                <a:latin typeface="Times New Roman"/>
                <a:cs typeface="Times New Roman"/>
              </a:rPr>
              <a:t>R</a:t>
            </a:r>
            <a:r>
              <a:rPr lang="en-US" sz="1700" spc="-2" dirty="0">
                <a:latin typeface="Times New Roman"/>
                <a:cs typeface="Times New Roman"/>
              </a:rPr>
              <a:t>O</a:t>
            </a:r>
            <a:r>
              <a:rPr lang="en-US" sz="1700" dirty="0">
                <a:latin typeface="Times New Roman"/>
                <a:cs typeface="Times New Roman"/>
              </a:rPr>
              <a:t>M</a:t>
            </a:r>
            <a:r>
              <a:rPr lang="en-US" sz="1700" spc="5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hip</a:t>
            </a:r>
            <a:r>
              <a:rPr lang="en-US" sz="1700" spc="58" dirty="0">
                <a:latin typeface="Times New Roman"/>
                <a:cs typeface="Times New Roman"/>
              </a:rPr>
              <a:t> </a:t>
            </a:r>
            <a:r>
              <a:rPr lang="en-US" sz="1700" spc="-2" dirty="0">
                <a:latin typeface="Times New Roman"/>
                <a:cs typeface="Times New Roman"/>
              </a:rPr>
              <a:t>is </a:t>
            </a:r>
            <a:r>
              <a:rPr lang="en-US" sz="1700" dirty="0">
                <a:latin typeface="Times New Roman"/>
                <a:cs typeface="Times New Roman"/>
              </a:rPr>
              <a:t>us</a:t>
            </a:r>
            <a:r>
              <a:rPr lang="en-US" sz="1700" spc="-2" dirty="0">
                <a:latin typeface="Times New Roman"/>
                <a:cs typeface="Times New Roman"/>
              </a:rPr>
              <a:t>e</a:t>
            </a:r>
            <a:r>
              <a:rPr lang="en-US" sz="1700" dirty="0">
                <a:latin typeface="Times New Roman"/>
                <a:cs typeface="Times New Roman"/>
              </a:rPr>
              <a:t>d.</a:t>
            </a:r>
            <a:r>
              <a:rPr lang="en-US" sz="1700" spc="38" dirty="0">
                <a:latin typeface="Times New Roman"/>
                <a:cs typeface="Times New Roman"/>
              </a:rPr>
              <a:t> </a:t>
            </a:r>
            <a:r>
              <a:rPr lang="en-US" sz="1700" spc="-5" dirty="0">
                <a:latin typeface="Times New Roman"/>
                <a:cs typeface="Times New Roman"/>
              </a:rPr>
              <a:t>The</a:t>
            </a:r>
            <a:r>
              <a:rPr lang="en-US" sz="1700" spc="36"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a</a:t>
            </a:r>
            <a:r>
              <a:rPr lang="en-US" sz="1700" spc="-5" dirty="0">
                <a:latin typeface="Times New Roman"/>
                <a:cs typeface="Times New Roman"/>
              </a:rPr>
              <a:t>d</a:t>
            </a:r>
            <a:r>
              <a:rPr lang="en-US" sz="1700" spc="-2" dirty="0">
                <a:latin typeface="Times New Roman"/>
                <a:cs typeface="Times New Roman"/>
              </a:rPr>
              <a:t>e</a:t>
            </a:r>
            <a:r>
              <a:rPr lang="en-US" sz="1700" spc="-7" dirty="0">
                <a:latin typeface="Times New Roman"/>
                <a:cs typeface="Times New Roman"/>
              </a:rPr>
              <a:t>c</a:t>
            </a:r>
            <a:r>
              <a:rPr lang="en-US" sz="1700" spc="-5" dirty="0">
                <a:latin typeface="Times New Roman"/>
                <a:cs typeface="Times New Roman"/>
              </a:rPr>
              <a:t>im</a:t>
            </a:r>
            <a:r>
              <a:rPr lang="en-US" sz="1700" spc="-7" dirty="0">
                <a:latin typeface="Times New Roman"/>
                <a:cs typeface="Times New Roman"/>
              </a:rPr>
              <a:t>a</a:t>
            </a:r>
            <a:r>
              <a:rPr lang="en-US" sz="1700" spc="-2" dirty="0">
                <a:latin typeface="Times New Roman"/>
                <a:cs typeface="Times New Roman"/>
              </a:rPr>
              <a:t>l</a:t>
            </a:r>
            <a:r>
              <a:rPr lang="en-US" sz="1700" spc="41"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ddr</a:t>
            </a:r>
            <a:r>
              <a:rPr lang="en-US" sz="1700" spc="-10"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s</a:t>
            </a:r>
            <a:r>
              <a:rPr lang="en-US" sz="1700" spc="41"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olum</a:t>
            </a:r>
            <a:r>
              <a:rPr lang="en-US" sz="1700" dirty="0">
                <a:latin typeface="Times New Roman"/>
                <a:cs typeface="Times New Roman"/>
              </a:rPr>
              <a:t>n</a:t>
            </a:r>
            <a:r>
              <a:rPr lang="en-US" sz="1700" spc="38"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ss</a:t>
            </a:r>
            <a:r>
              <a:rPr lang="en-US" sz="1700" dirty="0">
                <a:latin typeface="Times New Roman"/>
                <a:cs typeface="Times New Roman"/>
              </a:rPr>
              <a:t>igns</a:t>
            </a:r>
            <a:r>
              <a:rPr lang="en-US" sz="1700" spc="38" dirty="0">
                <a:latin typeface="Times New Roman"/>
                <a:cs typeface="Times New Roman"/>
              </a:rPr>
              <a:t> </a:t>
            </a:r>
            <a:r>
              <a:rPr lang="en-US" sz="1700" spc="-5" dirty="0">
                <a:latin typeface="Times New Roman"/>
                <a:cs typeface="Times New Roman"/>
              </a:rPr>
              <a:t>a</a:t>
            </a:r>
            <a:r>
              <a:rPr lang="en-US" sz="1700" spc="31"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a</a:t>
            </a:r>
            <a:r>
              <a:rPr lang="en-US" sz="1700" spc="-5" dirty="0">
                <a:latin typeface="Times New Roman"/>
                <a:cs typeface="Times New Roman"/>
              </a:rPr>
              <a:t>nge</a:t>
            </a:r>
            <a:r>
              <a:rPr lang="en-US" sz="1700" spc="36" dirty="0">
                <a:latin typeface="Times New Roman"/>
                <a:cs typeface="Times New Roman"/>
              </a:rPr>
              <a:t> </a:t>
            </a:r>
            <a:r>
              <a:rPr lang="en-US" sz="1700" dirty="0">
                <a:latin typeface="Times New Roman"/>
                <a:cs typeface="Times New Roman"/>
              </a:rPr>
              <a:t>of</a:t>
            </a:r>
            <a:r>
              <a:rPr lang="en-US" sz="1700" spc="36"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a</a:t>
            </a:r>
            <a:r>
              <a:rPr lang="en-US" sz="1700" spc="-5" dirty="0">
                <a:latin typeface="Times New Roman"/>
                <a:cs typeface="Times New Roman"/>
              </a:rPr>
              <a:t>d</a:t>
            </a:r>
            <a:r>
              <a:rPr lang="en-US" sz="1700" spc="-7" dirty="0">
                <a:latin typeface="Times New Roman"/>
                <a:cs typeface="Times New Roman"/>
              </a:rPr>
              <a:t>ec</a:t>
            </a:r>
            <a:r>
              <a:rPr lang="en-US" sz="1700" spc="-5" dirty="0">
                <a:latin typeface="Times New Roman"/>
                <a:cs typeface="Times New Roman"/>
              </a:rPr>
              <a:t>im</a:t>
            </a:r>
            <a:r>
              <a:rPr lang="en-US" sz="1700" spc="-7" dirty="0">
                <a:latin typeface="Times New Roman"/>
                <a:cs typeface="Times New Roman"/>
              </a:rPr>
              <a:t>a</a:t>
            </a:r>
            <a:r>
              <a:rPr lang="en-US" sz="1700" spc="-2" dirty="0">
                <a:latin typeface="Times New Roman"/>
                <a:cs typeface="Times New Roman"/>
              </a:rPr>
              <a:t>l</a:t>
            </a:r>
            <a:r>
              <a:rPr lang="en-US" sz="1700" spc="41"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q</a:t>
            </a:r>
            <a:r>
              <a:rPr lang="en-US" sz="1700" spc="-2" dirty="0">
                <a:latin typeface="Times New Roman"/>
                <a:cs typeface="Times New Roman"/>
              </a:rPr>
              <a:t>uival</a:t>
            </a:r>
            <a:r>
              <a:rPr lang="en-US" sz="1700" spc="-7" dirty="0">
                <a:latin typeface="Times New Roman"/>
                <a:cs typeface="Times New Roman"/>
              </a:rPr>
              <a:t>e</a:t>
            </a:r>
            <a:r>
              <a:rPr lang="en-US" sz="1700" spc="-2" dirty="0">
                <a:latin typeface="Times New Roman"/>
                <a:cs typeface="Times New Roman"/>
              </a:rPr>
              <a:t>nt</a:t>
            </a:r>
            <a:r>
              <a:rPr lang="en-US" sz="1700" spc="41"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ddr</a:t>
            </a:r>
            <a:r>
              <a:rPr lang="en-US" sz="1700" spc="-10" dirty="0">
                <a:latin typeface="Times New Roman"/>
                <a:cs typeface="Times New Roman"/>
              </a:rPr>
              <a:t>e</a:t>
            </a:r>
            <a:r>
              <a:rPr lang="en-US" sz="1700" spc="-2" dirty="0">
                <a:latin typeface="Times New Roman"/>
                <a:cs typeface="Times New Roman"/>
              </a:rPr>
              <a:t>ss</a:t>
            </a:r>
            <a:r>
              <a:rPr lang="en-US" sz="1700" spc="2" dirty="0">
                <a:latin typeface="Times New Roman"/>
                <a:cs typeface="Times New Roman"/>
              </a:rPr>
              <a:t>e</a:t>
            </a:r>
            <a:r>
              <a:rPr lang="en-US" sz="1700" dirty="0">
                <a:latin typeface="Times New Roman"/>
                <a:cs typeface="Times New Roman"/>
              </a:rPr>
              <a:t>s for each chip. The address bus lines are listed in the third column. The RAM chips have 128 bytes and need seven address lines. The ROM chip has 512 bytes and needs 9 address lines.</a:t>
            </a:r>
          </a:p>
        </p:txBody>
      </p:sp>
    </p:spTree>
    <p:extLst>
      <p:ext uri="{BB962C8B-B14F-4D97-AF65-F5344CB8AC3E}">
        <p14:creationId xmlns:p14="http://schemas.microsoft.com/office/powerpoint/2010/main" val="128193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F18B5-6C5D-6711-8654-5FB733FDC0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B1F5F3-1808-857E-4E65-3FFE3456908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C5667B7-4980-8D4E-9F68-6C64C2C21C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466EFCB-677C-CE27-8B07-D9F066E682F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DCB3C5F-FC4D-B79A-B678-91A507D5E5F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3700" y="819150"/>
            <a:ext cx="3215352" cy="2744341"/>
          </a:xfrm>
          <a:prstGeom prst="rect">
            <a:avLst/>
          </a:prstGeom>
        </p:spPr>
        <p:txBody>
          <a:bodyPr vert="horz" wrap="square" lIns="0" tIns="0" rIns="0" bIns="0" rtlCol="0">
            <a:spAutoFit/>
          </a:bodyPr>
          <a:lstStyle/>
          <a:p>
            <a:pPr marL="6109" algn="just">
              <a:spcBef>
                <a:spcPts val="310"/>
              </a:spcBef>
            </a:pPr>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 </a:t>
            </a:r>
            <a:r>
              <a:rPr sz="1700" b="1" spc="-2" dirty="0">
                <a:latin typeface="Times New Roman"/>
                <a:cs typeface="Times New Roman"/>
              </a:rPr>
              <a:t>Con</a:t>
            </a:r>
            <a:r>
              <a:rPr sz="1700" b="1" spc="2" dirty="0">
                <a:latin typeface="Times New Roman"/>
                <a:cs typeface="Times New Roman"/>
              </a:rPr>
              <a:t>n</a:t>
            </a:r>
            <a:r>
              <a:rPr sz="1700" b="1" spc="-7" dirty="0">
                <a:latin typeface="Times New Roman"/>
                <a:cs typeface="Times New Roman"/>
              </a:rPr>
              <a:t>ec</a:t>
            </a:r>
            <a:r>
              <a:rPr sz="1700" b="1" spc="-2" dirty="0">
                <a:latin typeface="Times New Roman"/>
                <a:cs typeface="Times New Roman"/>
              </a:rPr>
              <a:t>tion</a:t>
            </a:r>
            <a:r>
              <a:rPr sz="1700" b="1" dirty="0">
                <a:latin typeface="Times New Roman"/>
                <a:cs typeface="Times New Roman"/>
              </a:rPr>
              <a:t> to</a:t>
            </a:r>
            <a:r>
              <a:rPr sz="1700" b="1" spc="2" dirty="0">
                <a:latin typeface="Times New Roman"/>
                <a:cs typeface="Times New Roman"/>
              </a:rPr>
              <a:t> </a:t>
            </a:r>
            <a:r>
              <a:rPr sz="1700" b="1" spc="-2" dirty="0">
                <a:latin typeface="Times New Roman"/>
                <a:cs typeface="Times New Roman"/>
              </a:rPr>
              <a:t>CP</a:t>
            </a:r>
            <a:r>
              <a:rPr sz="1700" b="1" dirty="0">
                <a:latin typeface="Times New Roman"/>
                <a:cs typeface="Times New Roman"/>
              </a:rPr>
              <a:t>U</a:t>
            </a:r>
            <a:endParaRPr lang="en-US" sz="1700" b="1" dirty="0">
              <a:latin typeface="Times New Roman"/>
              <a:cs typeface="Times New Roman"/>
            </a:endParaRPr>
          </a:p>
          <a:p>
            <a:pPr marL="6109" algn="just">
              <a:spcBef>
                <a:spcPts val="310"/>
              </a:spcBef>
            </a:pPr>
            <a:endParaRPr sz="1700" dirty="0">
              <a:latin typeface="Times New Roman"/>
              <a:cs typeface="Times New Roman"/>
            </a:endParaRPr>
          </a:p>
          <a:p>
            <a:pPr marL="225716" indent="-109651" algn="just">
              <a:spcBef>
                <a:spcPts val="334"/>
              </a:spcBef>
              <a:buSzPct val="83333"/>
              <a:buFont typeface="Symbol"/>
              <a:buChar char=""/>
              <a:tabLst>
                <a:tab pos="226022" algn="l"/>
              </a:tabLst>
            </a:pPr>
            <a:r>
              <a:rPr sz="1700" spc="-5" dirty="0">
                <a:latin typeface="Times New Roman"/>
                <a:cs typeface="Times New Roman"/>
              </a:rPr>
              <a:t>The 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0"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bus</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spc="-5" dirty="0">
                <a:latin typeface="Times New Roman"/>
                <a:cs typeface="Times New Roman"/>
              </a:rPr>
              <a:t>conne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0" dirty="0">
                <a:latin typeface="Times New Roman"/>
                <a:cs typeface="Times New Roman"/>
              </a:rPr>
              <a:t>a</a:t>
            </a:r>
            <a:r>
              <a:rPr sz="1700" dirty="0">
                <a:latin typeface="Times New Roman"/>
                <a:cs typeface="Times New Roman"/>
              </a:rPr>
              <a:t>nd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10" dirty="0">
                <a:latin typeface="Times New Roman"/>
                <a:cs typeface="Times New Roman"/>
              </a:rPr>
              <a:t>c</a:t>
            </a:r>
            <a:r>
              <a:rPr sz="1700" spc="-2" dirty="0">
                <a:latin typeface="Times New Roman"/>
                <a:cs typeface="Times New Roman"/>
              </a:rPr>
              <a:t>hips</a:t>
            </a:r>
            <a:r>
              <a:rPr sz="1700" dirty="0">
                <a:latin typeface="Times New Roman"/>
                <a:cs typeface="Times New Roman"/>
              </a:rPr>
              <a:t> to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a:t>
            </a:r>
            <a:endParaRPr sz="1700" dirty="0">
              <a:latin typeface="Times New Roman"/>
              <a:cs typeface="Times New Roman"/>
            </a:endParaRPr>
          </a:p>
          <a:p>
            <a:pPr marL="225716" marR="2443" indent="-109651" algn="just">
              <a:spcBef>
                <a:spcPts val="375"/>
              </a:spcBef>
              <a:buSzPct val="83333"/>
              <a:buFont typeface="Symbol"/>
              <a:buChar char=""/>
              <a:tabLst>
                <a:tab pos="226022" algn="l"/>
              </a:tabLst>
            </a:pPr>
            <a:r>
              <a:rPr sz="1700" spc="-5" dirty="0">
                <a:latin typeface="Times New Roman"/>
                <a:cs typeface="Times New Roman"/>
              </a:rPr>
              <a:t>The low</a:t>
            </a:r>
            <a:r>
              <a:rPr sz="1700" spc="-2" dirty="0">
                <a:latin typeface="Times New Roman"/>
                <a:cs typeface="Times New Roman"/>
              </a:rPr>
              <a:t>-</a:t>
            </a:r>
            <a:r>
              <a:rPr sz="1700" spc="-5" dirty="0">
                <a:latin typeface="Times New Roman"/>
                <a:cs typeface="Times New Roman"/>
              </a:rPr>
              <a:t>ord</a:t>
            </a:r>
            <a:r>
              <a:rPr sz="1700" spc="-10"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bus</a:t>
            </a:r>
            <a:r>
              <a:rPr sz="1700" spc="5" dirty="0">
                <a:latin typeface="Times New Roman"/>
                <a:cs typeface="Times New Roman"/>
              </a:rPr>
              <a:t> </a:t>
            </a:r>
            <a:r>
              <a:rPr sz="1700" spc="-7" dirty="0">
                <a:latin typeface="Times New Roman"/>
                <a:cs typeface="Times New Roman"/>
              </a:rPr>
              <a:t>c</a:t>
            </a:r>
            <a:r>
              <a:rPr sz="1700" dirty="0">
                <a:latin typeface="Times New Roman"/>
                <a:cs typeface="Times New Roman"/>
              </a:rPr>
              <a:t>hoose</a:t>
            </a:r>
            <a:r>
              <a:rPr sz="1700" spc="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byte</a:t>
            </a:r>
            <a:r>
              <a:rPr sz="1700" spc="2" dirty="0">
                <a:latin typeface="Times New Roman"/>
                <a:cs typeface="Times New Roman"/>
              </a:rPr>
              <a:t> </a:t>
            </a:r>
            <a:r>
              <a:rPr sz="1700" spc="-7" dirty="0">
                <a:latin typeface="Times New Roman"/>
                <a:cs typeface="Times New Roman"/>
              </a:rPr>
              <a:t>with</a:t>
            </a:r>
            <a:r>
              <a:rPr sz="1700" spc="-2" dirty="0">
                <a:latin typeface="Times New Roman"/>
                <a:cs typeface="Times New Roman"/>
              </a:rPr>
              <a:t>i</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other</a:t>
            </a:r>
            <a:r>
              <a:rPr sz="1700" spc="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 </a:t>
            </a:r>
            <a:r>
              <a:rPr sz="1700" spc="-2" dirty="0">
                <a:latin typeface="Times New Roman"/>
                <a:cs typeface="Times New Roman"/>
              </a:rPr>
              <a:t>in the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bus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p</a:t>
            </a:r>
            <a:r>
              <a:rPr sz="1700" spc="-10" dirty="0">
                <a:latin typeface="Times New Roman"/>
                <a:cs typeface="Times New Roman"/>
              </a:rPr>
              <a:t>a</a:t>
            </a:r>
            <a:r>
              <a:rPr sz="1700" spc="-2" dirty="0">
                <a:latin typeface="Times New Roman"/>
                <a:cs typeface="Times New Roman"/>
              </a:rPr>
              <a:t>rti</a:t>
            </a:r>
            <a:r>
              <a:rPr sz="1700" spc="-7" dirty="0">
                <a:latin typeface="Times New Roman"/>
                <a:cs typeface="Times New Roman"/>
              </a:rPr>
              <a:t>c</a:t>
            </a:r>
            <a:r>
              <a:rPr sz="1700" spc="-2" dirty="0">
                <a:latin typeface="Times New Roman"/>
                <a:cs typeface="Times New Roman"/>
              </a:rPr>
              <a:t>ula</a:t>
            </a:r>
            <a:r>
              <a:rPr sz="1700" dirty="0">
                <a:latin typeface="Times New Roman"/>
                <a:cs typeface="Times New Roman"/>
              </a:rPr>
              <a:t>r </a:t>
            </a:r>
            <a:r>
              <a:rPr sz="1700" spc="-10"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hrou</a:t>
            </a:r>
            <a:r>
              <a:rPr sz="1700" spc="-2" dirty="0">
                <a:latin typeface="Times New Roman"/>
                <a:cs typeface="Times New Roman"/>
              </a:rPr>
              <a:t>g</a:t>
            </a:r>
            <a:r>
              <a:rPr sz="1700" dirty="0">
                <a:latin typeface="Times New Roman"/>
                <a:cs typeface="Times New Roman"/>
              </a:rPr>
              <a:t>h</a:t>
            </a:r>
            <a:r>
              <a:rPr sz="1700" spc="5"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5" dirty="0">
                <a:latin typeface="Times New Roman"/>
                <a:cs typeface="Times New Roman"/>
              </a:rPr>
              <a:t>sele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inputs</a:t>
            </a:r>
            <a:r>
              <a:rPr sz="1700" dirty="0">
                <a:latin typeface="Times New Roman"/>
                <a:cs typeface="Times New Roman"/>
              </a:rPr>
              <a:t>.</a:t>
            </a:r>
          </a:p>
        </p:txBody>
      </p:sp>
      <p:sp>
        <p:nvSpPr>
          <p:cNvPr id="4" name="object 4"/>
          <p:cNvSpPr/>
          <p:nvPr/>
        </p:nvSpPr>
        <p:spPr>
          <a:xfrm>
            <a:off x="4709446" y="665844"/>
            <a:ext cx="3215353" cy="4039506"/>
          </a:xfrm>
          <a:prstGeom prst="rect">
            <a:avLst/>
          </a:prstGeom>
          <a:blipFill>
            <a:blip r:embed="rId6" cstate="print"/>
            <a:stretch>
              <a:fillRect/>
            </a:stretch>
          </a:blipFill>
        </p:spPr>
        <p:txBody>
          <a:bodyPr wrap="square" lIns="0" tIns="0" rIns="0" bIns="0" rtlCol="0"/>
          <a:lstStyle/>
          <a:p>
            <a:endParaRPr sz="866"/>
          </a:p>
        </p:txBody>
      </p:sp>
      <p:sp>
        <p:nvSpPr>
          <p:cNvPr id="5" name="object 3"/>
          <p:cNvSpPr txBox="1"/>
          <p:nvPr/>
        </p:nvSpPr>
        <p:spPr>
          <a:xfrm>
            <a:off x="3788006" y="3836475"/>
            <a:ext cx="882092" cy="507831"/>
          </a:xfrm>
          <a:prstGeom prst="rect">
            <a:avLst/>
          </a:prstGeom>
        </p:spPr>
        <p:txBody>
          <a:bodyPr vert="horz" wrap="square" lIns="0" tIns="0" rIns="0" bIns="0" rtlCol="0">
            <a:spAutoFit/>
          </a:bodyPr>
          <a:lstStyle/>
          <a:p>
            <a:pPr marL="6109"/>
            <a:r>
              <a:rPr sz="1100" i="1" dirty="0">
                <a:latin typeface="Times New Roman"/>
                <a:cs typeface="Times New Roman"/>
              </a:rPr>
              <a:t>Memo</a:t>
            </a:r>
            <a:r>
              <a:rPr sz="1100" i="1" spc="-7" dirty="0">
                <a:latin typeface="Times New Roman"/>
                <a:cs typeface="Times New Roman"/>
              </a:rPr>
              <a:t>r</a:t>
            </a:r>
            <a:r>
              <a:rPr sz="1100" i="1" dirty="0">
                <a:latin typeface="Times New Roman"/>
                <a:cs typeface="Times New Roman"/>
              </a:rPr>
              <a:t>y Conn</a:t>
            </a:r>
            <a:r>
              <a:rPr sz="1100" i="1" spc="-7" dirty="0">
                <a:latin typeface="Times New Roman"/>
                <a:cs typeface="Times New Roman"/>
              </a:rPr>
              <a:t>e</a:t>
            </a:r>
            <a:r>
              <a:rPr sz="1100" i="1" dirty="0">
                <a:latin typeface="Times New Roman"/>
                <a:cs typeface="Times New Roman"/>
              </a:rPr>
              <a:t>c</a:t>
            </a:r>
            <a:r>
              <a:rPr sz="1100" i="1" spc="-5" dirty="0">
                <a:latin typeface="Times New Roman"/>
                <a:cs typeface="Times New Roman"/>
              </a:rPr>
              <a:t>t</a:t>
            </a:r>
            <a:r>
              <a:rPr sz="1100" i="1" dirty="0">
                <a:latin typeface="Times New Roman"/>
                <a:cs typeface="Times New Roman"/>
              </a:rPr>
              <a:t>ion</a:t>
            </a:r>
            <a:r>
              <a:rPr sz="1100" i="1" spc="-7" dirty="0">
                <a:latin typeface="Times New Roman"/>
                <a:cs typeface="Times New Roman"/>
              </a:rPr>
              <a:t> </a:t>
            </a:r>
            <a:r>
              <a:rPr sz="1100" i="1" dirty="0">
                <a:latin typeface="Times New Roman"/>
                <a:cs typeface="Times New Roman"/>
              </a:rPr>
              <a:t>to </a:t>
            </a:r>
            <a:r>
              <a:rPr sz="1100" i="1" spc="-5" dirty="0">
                <a:latin typeface="Times New Roman"/>
                <a:cs typeface="Times New Roman"/>
              </a:rPr>
              <a:t>t</a:t>
            </a:r>
            <a:r>
              <a:rPr sz="1100" i="1" dirty="0">
                <a:latin typeface="Times New Roman"/>
                <a:cs typeface="Times New Roman"/>
              </a:rPr>
              <a:t>he</a:t>
            </a:r>
            <a:r>
              <a:rPr sz="1100" i="1" spc="-5" dirty="0">
                <a:latin typeface="Times New Roman"/>
                <a:cs typeface="Times New Roman"/>
              </a:rPr>
              <a:t> </a:t>
            </a:r>
            <a:r>
              <a:rPr sz="1100" i="1" spc="-2" dirty="0">
                <a:latin typeface="Times New Roman"/>
                <a:cs typeface="Times New Roman"/>
              </a:rPr>
              <a:t>C</a:t>
            </a:r>
            <a:r>
              <a:rPr sz="1100" i="1" dirty="0">
                <a:latin typeface="Times New Roman"/>
                <a:cs typeface="Times New Roman"/>
              </a:rPr>
              <a:t>PU</a:t>
            </a:r>
            <a:endParaRPr sz="1100" dirty="0">
              <a:latin typeface="Times New Roman"/>
              <a:cs typeface="Times New Roman"/>
            </a:endParaRPr>
          </a:p>
        </p:txBody>
      </p:sp>
    </p:spTree>
    <p:extLst>
      <p:ext uri="{BB962C8B-B14F-4D97-AF65-F5344CB8AC3E}">
        <p14:creationId xmlns:p14="http://schemas.microsoft.com/office/powerpoint/2010/main" val="2117624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73BA-3D67-5978-AE74-AD066C464B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3A012E-6B12-0012-6E63-D761DED4417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28CEBFF-73F7-4313-45E1-421C076FB2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4DDE2E5-238C-5D7E-B881-684FBD17DE3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444ADF76-10B5-B633-B23D-A70321F8FA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90600" y="742950"/>
            <a:ext cx="7010400" cy="3554819"/>
          </a:xfrm>
          <a:prstGeom prst="rect">
            <a:avLst/>
          </a:prstGeom>
        </p:spPr>
        <p:txBody>
          <a:bodyPr vert="horz" wrap="square" lIns="0" tIns="0" rIns="0" bIns="0" rtlCol="0">
            <a:spAutoFit/>
          </a:bodyPr>
          <a:lstStyle/>
          <a:p>
            <a:pPr marL="6109" marR="3054" algn="just"/>
            <a:r>
              <a:rPr sz="1700" spc="-5" dirty="0">
                <a:latin typeface="Times New Roman"/>
                <a:cs typeface="Times New Roman"/>
              </a:rPr>
              <a:t>The</a:t>
            </a:r>
            <a:r>
              <a:rPr sz="1700" spc="7" dirty="0">
                <a:latin typeface="Times New Roman"/>
                <a:cs typeface="Times New Roman"/>
              </a:rPr>
              <a:t> </a:t>
            </a:r>
            <a:r>
              <a:rPr sz="1700" spc="-7" dirty="0">
                <a:latin typeface="Times New Roman"/>
                <a:cs typeface="Times New Roman"/>
              </a:rPr>
              <a:t>c</a:t>
            </a:r>
            <a:r>
              <a:rPr sz="1700" spc="-5" dirty="0">
                <a:latin typeface="Times New Roman"/>
                <a:cs typeface="Times New Roman"/>
              </a:rPr>
              <a:t>onn</a:t>
            </a:r>
            <a:r>
              <a:rPr sz="1700" spc="-7" dirty="0">
                <a:latin typeface="Times New Roman"/>
                <a:cs typeface="Times New Roman"/>
              </a:rPr>
              <a:t>ec</a:t>
            </a:r>
            <a:r>
              <a:rPr sz="1700" spc="-2" dirty="0">
                <a:latin typeface="Times New Roman"/>
                <a:cs typeface="Times New Roman"/>
              </a:rPr>
              <a:t>ti</a:t>
            </a:r>
            <a:r>
              <a:rPr sz="1700" dirty="0">
                <a:latin typeface="Times New Roman"/>
                <a:cs typeface="Times New Roman"/>
              </a:rPr>
              <a:t>on</a:t>
            </a:r>
            <a:r>
              <a:rPr sz="1700" spc="10"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hips</a:t>
            </a:r>
            <a:r>
              <a:rPr sz="1700" spc="12"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s</a:t>
            </a:r>
            <a:r>
              <a:rPr sz="1700" spc="-7" dirty="0">
                <a:latin typeface="Times New Roman"/>
                <a:cs typeface="Times New Roman"/>
              </a:rPr>
              <a:t>h</a:t>
            </a:r>
            <a:r>
              <a:rPr sz="1700" dirty="0">
                <a:latin typeface="Times New Roman"/>
                <a:cs typeface="Times New Roman"/>
              </a:rPr>
              <a:t>own</a:t>
            </a:r>
            <a:r>
              <a:rPr sz="1700" spc="10" dirty="0">
                <a:latin typeface="Times New Roman"/>
                <a:cs typeface="Times New Roman"/>
              </a:rPr>
              <a:t> </a:t>
            </a:r>
            <a:r>
              <a:rPr sz="1700" spc="-2" dirty="0">
                <a:latin typeface="Times New Roman"/>
                <a:cs typeface="Times New Roman"/>
              </a:rPr>
              <a:t>in</a:t>
            </a:r>
            <a:r>
              <a:rPr sz="1700" spc="2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figu</a:t>
            </a:r>
            <a:r>
              <a:rPr sz="1700" spc="-5" dirty="0">
                <a:latin typeface="Times New Roman"/>
                <a:cs typeface="Times New Roman"/>
              </a:rPr>
              <a:t>re</a:t>
            </a:r>
            <a:r>
              <a:rPr sz="1700" spc="7" dirty="0">
                <a:latin typeface="Times New Roman"/>
                <a:cs typeface="Times New Roman"/>
              </a:rPr>
              <a:t> </a:t>
            </a:r>
            <a:r>
              <a:rPr sz="1700" spc="-7" dirty="0">
                <a:latin typeface="Times New Roman"/>
                <a:cs typeface="Times New Roman"/>
              </a:rPr>
              <a:t>a</a:t>
            </a:r>
            <a:r>
              <a:rPr sz="1700" spc="-5" dirty="0">
                <a:latin typeface="Times New Roman"/>
                <a:cs typeface="Times New Roman"/>
              </a:rPr>
              <a:t>bove</a:t>
            </a:r>
            <a:r>
              <a:rPr sz="1700" dirty="0">
                <a:latin typeface="Times New Roman"/>
                <a:cs typeface="Times New Roman"/>
              </a:rPr>
              <a:t>.</a:t>
            </a:r>
            <a:r>
              <a:rPr sz="1700" spc="5" dirty="0">
                <a:latin typeface="Times New Roman"/>
                <a:cs typeface="Times New Roman"/>
              </a:rPr>
              <a:t> </a:t>
            </a:r>
            <a:r>
              <a:rPr sz="1700" spc="-5" dirty="0">
                <a:latin typeface="Times New Roman"/>
                <a:cs typeface="Times New Roman"/>
              </a:rPr>
              <a:t>This</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onfigura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gives</a:t>
            </a:r>
            <a:r>
              <a:rPr sz="1700" spc="26"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6"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26"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dirty="0">
                <a:latin typeface="Times New Roman"/>
                <a:cs typeface="Times New Roman"/>
              </a:rPr>
              <a:t>512</a:t>
            </a:r>
            <a:r>
              <a:rPr sz="1700" spc="31" dirty="0">
                <a:latin typeface="Times New Roman"/>
                <a:cs typeface="Times New Roman"/>
              </a:rPr>
              <a:t> </a:t>
            </a:r>
            <a:r>
              <a:rPr sz="1700" spc="-2" dirty="0">
                <a:latin typeface="Times New Roman"/>
                <a:cs typeface="Times New Roman"/>
              </a:rPr>
              <a:t>bytes</a:t>
            </a:r>
            <a:r>
              <a:rPr sz="1700" spc="26" dirty="0">
                <a:latin typeface="Times New Roman"/>
                <a:cs typeface="Times New Roman"/>
              </a:rPr>
              <a:t> </a:t>
            </a:r>
            <a:r>
              <a:rPr sz="1700" dirty="0">
                <a:latin typeface="Times New Roman"/>
                <a:cs typeface="Times New Roman"/>
              </a:rPr>
              <a:t>of</a:t>
            </a:r>
            <a:r>
              <a:rPr sz="1700" spc="41"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26" dirty="0">
                <a:latin typeface="Times New Roman"/>
                <a:cs typeface="Times New Roman"/>
              </a:rPr>
              <a:t> </a:t>
            </a:r>
            <a:r>
              <a:rPr sz="1700" spc="-2" dirty="0">
                <a:latin typeface="Times New Roman"/>
                <a:cs typeface="Times New Roman"/>
              </a:rPr>
              <a:t>a</a:t>
            </a:r>
            <a:r>
              <a:rPr sz="1700" dirty="0">
                <a:latin typeface="Times New Roman"/>
                <a:cs typeface="Times New Roman"/>
              </a:rPr>
              <a:t>nd</a:t>
            </a:r>
            <a:r>
              <a:rPr sz="1700" spc="26" dirty="0">
                <a:latin typeface="Times New Roman"/>
                <a:cs typeface="Times New Roman"/>
              </a:rPr>
              <a:t> </a:t>
            </a:r>
            <a:r>
              <a:rPr sz="1700" dirty="0">
                <a:latin typeface="Times New Roman"/>
                <a:cs typeface="Times New Roman"/>
              </a:rPr>
              <a:t>512</a:t>
            </a:r>
            <a:r>
              <a:rPr sz="1700" spc="26" dirty="0">
                <a:latin typeface="Times New Roman"/>
                <a:cs typeface="Times New Roman"/>
              </a:rPr>
              <a:t> </a:t>
            </a:r>
            <a:r>
              <a:rPr sz="1700" spc="-2" dirty="0">
                <a:latin typeface="Times New Roman"/>
                <a:cs typeface="Times New Roman"/>
              </a:rPr>
              <a:t>bytes</a:t>
            </a:r>
            <a:r>
              <a:rPr sz="1700" spc="26"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26" dirty="0">
                <a:latin typeface="Times New Roman"/>
                <a:cs typeface="Times New Roman"/>
              </a:rPr>
              <a:t> </a:t>
            </a:r>
            <a:r>
              <a:rPr sz="1700" spc="-5" dirty="0">
                <a:latin typeface="Times New Roman"/>
                <a:cs typeface="Times New Roman"/>
              </a:rPr>
              <a:t>R</a:t>
            </a:r>
            <a:r>
              <a:rPr sz="1700" spc="-2" dirty="0">
                <a:latin typeface="Times New Roman"/>
                <a:cs typeface="Times New Roman"/>
              </a:rPr>
              <a:t>OM</a:t>
            </a:r>
            <a:r>
              <a:rPr sz="1700" dirty="0">
                <a:latin typeface="Times New Roman"/>
                <a:cs typeface="Times New Roman"/>
              </a:rPr>
              <a:t>.</a:t>
            </a:r>
            <a:r>
              <a:rPr sz="1700" spc="26"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26"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31" dirty="0">
                <a:latin typeface="Times New Roman"/>
                <a:cs typeface="Times New Roman"/>
              </a:rPr>
              <a:t> </a:t>
            </a:r>
            <a:r>
              <a:rPr sz="1700" spc="-2" dirty="0">
                <a:latin typeface="Times New Roman"/>
                <a:cs typeface="Times New Roman"/>
              </a:rPr>
              <a:t>re</a:t>
            </a:r>
            <a:r>
              <a:rPr sz="1700" spc="-7" dirty="0">
                <a:latin typeface="Times New Roman"/>
                <a:cs typeface="Times New Roman"/>
              </a:rPr>
              <a:t>ce</a:t>
            </a:r>
            <a:r>
              <a:rPr sz="1700" spc="-2" dirty="0">
                <a:latin typeface="Times New Roman"/>
                <a:cs typeface="Times New Roman"/>
              </a:rPr>
              <a:t>ive</a:t>
            </a:r>
            <a:r>
              <a:rPr sz="1700" dirty="0">
                <a:latin typeface="Times New Roman"/>
                <a:cs typeface="Times New Roman"/>
              </a:rPr>
              <a:t>s </a:t>
            </a:r>
            <a:r>
              <a:rPr sz="1700" spc="-2" dirty="0">
                <a:latin typeface="Times New Roman"/>
                <a:cs typeface="Times New Roman"/>
              </a:rPr>
              <a:t>the s</a:t>
            </a:r>
            <a:r>
              <a:rPr sz="1700" spc="-5" dirty="0">
                <a:latin typeface="Times New Roman"/>
                <a:cs typeface="Times New Roman"/>
              </a:rPr>
              <a:t>ev</a:t>
            </a:r>
            <a:r>
              <a:rPr sz="1700" spc="-7" dirty="0">
                <a:latin typeface="Times New Roman"/>
                <a:cs typeface="Times New Roman"/>
              </a:rPr>
              <a:t>e</a:t>
            </a:r>
            <a:r>
              <a:rPr sz="1700" dirty="0">
                <a:latin typeface="Times New Roman"/>
                <a:cs typeface="Times New Roman"/>
              </a:rPr>
              <a:t>n lo</a:t>
            </a:r>
            <a:r>
              <a:rPr sz="1700" spc="-2" dirty="0">
                <a:latin typeface="Times New Roman"/>
                <a:cs typeface="Times New Roman"/>
              </a:rPr>
              <a:t>w-</a:t>
            </a:r>
            <a:r>
              <a:rPr sz="1700" spc="5" dirty="0">
                <a:latin typeface="Times New Roman"/>
                <a:cs typeface="Times New Roman"/>
              </a:rPr>
              <a:t>o</a:t>
            </a:r>
            <a:r>
              <a:rPr sz="1700" spc="-2" dirty="0">
                <a:latin typeface="Times New Roman"/>
                <a:cs typeface="Times New Roman"/>
              </a:rPr>
              <a:t>rd</a:t>
            </a:r>
            <a:r>
              <a:rPr sz="1700" spc="-10" dirty="0">
                <a:latin typeface="Times New Roman"/>
                <a:cs typeface="Times New Roman"/>
              </a:rPr>
              <a:t>e</a:t>
            </a:r>
            <a:r>
              <a:rPr sz="1700" dirty="0">
                <a:latin typeface="Times New Roman"/>
                <a:cs typeface="Times New Roman"/>
              </a:rPr>
              <a:t>r </a:t>
            </a:r>
            <a:r>
              <a:rPr sz="1700" spc="-2" dirty="0">
                <a:latin typeface="Times New Roman"/>
                <a:cs typeface="Times New Roman"/>
              </a:rPr>
              <a:t>bits</a:t>
            </a:r>
            <a:r>
              <a:rPr sz="1700" spc="5"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bus </a:t>
            </a:r>
            <a:r>
              <a:rPr sz="1700" spc="-2" dirty="0">
                <a:latin typeface="Times New Roman"/>
                <a:cs typeface="Times New Roman"/>
              </a:rPr>
              <a:t>to </a:t>
            </a:r>
            <a:r>
              <a:rPr sz="1700" spc="-5" dirty="0">
                <a:latin typeface="Times New Roman"/>
                <a:cs typeface="Times New Roman"/>
              </a:rPr>
              <a:t>sel</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one</a:t>
            </a:r>
            <a:r>
              <a:rPr sz="1700" dirty="0">
                <a:latin typeface="Times New Roman"/>
                <a:cs typeface="Times New Roman"/>
              </a:rPr>
              <a:t> of</a:t>
            </a:r>
            <a:r>
              <a:rPr sz="1700" spc="-5" dirty="0">
                <a:latin typeface="Times New Roman"/>
                <a:cs typeface="Times New Roman"/>
              </a:rPr>
              <a:t> </a:t>
            </a:r>
            <a:r>
              <a:rPr sz="1700" dirty="0">
                <a:latin typeface="Times New Roman"/>
                <a:cs typeface="Times New Roman"/>
              </a:rPr>
              <a:t>128 possi</a:t>
            </a:r>
            <a:r>
              <a:rPr sz="1700" spc="-2" dirty="0">
                <a:latin typeface="Times New Roman"/>
                <a:cs typeface="Times New Roman"/>
              </a:rPr>
              <a:t>ble</a:t>
            </a:r>
            <a:r>
              <a:rPr sz="1700" dirty="0">
                <a:latin typeface="Times New Roman"/>
                <a:cs typeface="Times New Roman"/>
              </a:rPr>
              <a:t> b</a:t>
            </a:r>
            <a:r>
              <a:rPr sz="1700" spc="2" dirty="0">
                <a:latin typeface="Times New Roman"/>
                <a:cs typeface="Times New Roman"/>
              </a:rPr>
              <a:t>y</a:t>
            </a:r>
            <a:r>
              <a:rPr sz="1700" spc="-2" dirty="0">
                <a:latin typeface="Times New Roman"/>
                <a:cs typeface="Times New Roman"/>
              </a:rPr>
              <a:t>tes.</a:t>
            </a:r>
            <a:endParaRPr sz="1700" dirty="0">
              <a:latin typeface="Times New Roman"/>
              <a:cs typeface="Times New Roman"/>
            </a:endParaRPr>
          </a:p>
          <a:p>
            <a:pPr marL="6109" marR="5498" algn="just">
              <a:spcBef>
                <a:spcPts val="356"/>
              </a:spcBef>
            </a:pPr>
            <a:r>
              <a:rPr sz="1700" spc="-5" dirty="0">
                <a:latin typeface="Times New Roman"/>
                <a:cs typeface="Times New Roman"/>
              </a:rPr>
              <a:t>The p</a:t>
            </a:r>
            <a:r>
              <a:rPr sz="1700" spc="-2" dirty="0">
                <a:latin typeface="Times New Roman"/>
                <a:cs typeface="Times New Roman"/>
              </a:rPr>
              <a:t>arti</a:t>
            </a:r>
            <a:r>
              <a:rPr sz="1700" spc="-7" dirty="0">
                <a:latin typeface="Times New Roman"/>
                <a:cs typeface="Times New Roman"/>
              </a:rPr>
              <a:t>c</a:t>
            </a:r>
            <a:r>
              <a:rPr sz="1700" spc="-2" dirty="0">
                <a:latin typeface="Times New Roman"/>
                <a:cs typeface="Times New Roman"/>
              </a:rPr>
              <a:t>ular</a:t>
            </a:r>
            <a:r>
              <a:rPr sz="1700" spc="2"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hip</a:t>
            </a:r>
            <a:r>
              <a:rPr sz="1700" spc="10" dirty="0">
                <a:latin typeface="Times New Roman"/>
                <a:cs typeface="Times New Roman"/>
              </a:rPr>
              <a:t> </a:t>
            </a:r>
            <a:r>
              <a:rPr sz="1700" spc="-2" dirty="0">
                <a:latin typeface="Times New Roman"/>
                <a:cs typeface="Times New Roman"/>
              </a:rPr>
              <a:t>sele</a:t>
            </a:r>
            <a:r>
              <a:rPr sz="1700" spc="-10" dirty="0">
                <a:latin typeface="Times New Roman"/>
                <a:cs typeface="Times New Roman"/>
              </a:rPr>
              <a:t>c</a:t>
            </a:r>
            <a:r>
              <a:rPr sz="1700" spc="-2" dirty="0">
                <a:latin typeface="Times New Roman"/>
                <a:cs typeface="Times New Roman"/>
              </a:rPr>
              <a:t>ted</a:t>
            </a:r>
            <a:r>
              <a:rPr sz="1700" spc="7"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te</a:t>
            </a:r>
            <a:r>
              <a:rPr sz="1700" spc="-5" dirty="0">
                <a:latin typeface="Times New Roman"/>
                <a:cs typeface="Times New Roman"/>
              </a:rPr>
              <a:t>rmin</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fr</a:t>
            </a:r>
            <a:r>
              <a:rPr sz="1700" spc="-5" dirty="0">
                <a:latin typeface="Times New Roman"/>
                <a:cs typeface="Times New Roman"/>
              </a:rPr>
              <a:t>om</a:t>
            </a:r>
            <a:r>
              <a:rPr sz="1700" spc="5"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8</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dirty="0">
                <a:latin typeface="Times New Roman"/>
                <a:cs typeface="Times New Roman"/>
              </a:rPr>
              <a:t>9</a:t>
            </a:r>
            <a:r>
              <a:rPr sz="1700" spc="10"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bus.</a:t>
            </a:r>
            <a:r>
              <a:rPr sz="1700" spc="5" dirty="0">
                <a:latin typeface="Times New Roman"/>
                <a:cs typeface="Times New Roman"/>
              </a:rPr>
              <a:t> </a:t>
            </a:r>
            <a:r>
              <a:rPr sz="1700" spc="-5" dirty="0">
                <a:latin typeface="Times New Roman"/>
                <a:cs typeface="Times New Roman"/>
              </a:rPr>
              <a:t>This</a:t>
            </a:r>
            <a:r>
              <a:rPr sz="1700" spc="5" dirty="0">
                <a:latin typeface="Times New Roman"/>
                <a:cs typeface="Times New Roman"/>
              </a:rPr>
              <a:t> </a:t>
            </a:r>
            <a:r>
              <a:rPr sz="1700" spc="-2" dirty="0">
                <a:latin typeface="Times New Roman"/>
                <a:cs typeface="Times New Roman"/>
              </a:rPr>
              <a:t>is </a:t>
            </a:r>
            <a:r>
              <a:rPr sz="1700" spc="-5" dirty="0">
                <a:latin typeface="Times New Roman"/>
                <a:cs typeface="Times New Roman"/>
              </a:rPr>
              <a:t>done</a:t>
            </a:r>
            <a:r>
              <a:rPr sz="1700" spc="-2" dirty="0">
                <a:latin typeface="Times New Roman"/>
                <a:cs typeface="Times New Roman"/>
              </a:rPr>
              <a:t> </a:t>
            </a:r>
            <a:r>
              <a:rPr sz="1700" spc="-5" dirty="0">
                <a:latin typeface="Times New Roman"/>
                <a:cs typeface="Times New Roman"/>
              </a:rPr>
              <a:t>through</a:t>
            </a:r>
            <a:r>
              <a:rPr sz="1700" spc="-2" dirty="0">
                <a:latin typeface="Times New Roman"/>
                <a:cs typeface="Times New Roman"/>
              </a:rPr>
              <a:t> </a:t>
            </a:r>
            <a:r>
              <a:rPr sz="1700" spc="-5" dirty="0">
                <a:latin typeface="Times New Roman"/>
                <a:cs typeface="Times New Roman"/>
              </a:rPr>
              <a:t>a </a:t>
            </a:r>
            <a:r>
              <a:rPr sz="1700" dirty="0">
                <a:latin typeface="Times New Roman"/>
                <a:cs typeface="Times New Roman"/>
              </a:rPr>
              <a:t>2 X</a:t>
            </a:r>
            <a:r>
              <a:rPr sz="1700" spc="-2" dirty="0">
                <a:latin typeface="Times New Roman"/>
                <a:cs typeface="Times New Roman"/>
              </a:rPr>
              <a:t> </a:t>
            </a:r>
            <a:r>
              <a:rPr sz="1700" dirty="0">
                <a:latin typeface="Times New Roman"/>
                <a:cs typeface="Times New Roman"/>
              </a:rPr>
              <a:t>4 </a:t>
            </a:r>
            <a:r>
              <a:rPr sz="1700" spc="2" dirty="0">
                <a:latin typeface="Times New Roman"/>
                <a:cs typeface="Times New Roman"/>
              </a:rPr>
              <a:t>d</a:t>
            </a:r>
            <a:r>
              <a:rPr sz="1700" spc="-7" dirty="0">
                <a:latin typeface="Times New Roman"/>
                <a:cs typeface="Times New Roman"/>
              </a:rPr>
              <a:t>e</a:t>
            </a:r>
            <a:r>
              <a:rPr sz="1700" spc="-2" dirty="0">
                <a:latin typeface="Times New Roman"/>
                <a:cs typeface="Times New Roman"/>
              </a:rPr>
              <a:t>c</a:t>
            </a:r>
            <a:r>
              <a:rPr sz="1700" spc="-5" dirty="0">
                <a:latin typeface="Times New Roman"/>
                <a:cs typeface="Times New Roman"/>
              </a:rPr>
              <a:t>od</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w</a:t>
            </a:r>
            <a:r>
              <a:rPr sz="1700" dirty="0">
                <a:latin typeface="Times New Roman"/>
                <a:cs typeface="Times New Roman"/>
              </a:rPr>
              <a:t>hose</a:t>
            </a:r>
            <a:r>
              <a:rPr sz="1700" spc="-2" dirty="0">
                <a:latin typeface="Times New Roman"/>
                <a:cs typeface="Times New Roman"/>
              </a:rPr>
              <a:t> </a:t>
            </a:r>
            <a:r>
              <a:rPr sz="1700" spc="-5" dirty="0">
                <a:latin typeface="Times New Roman"/>
                <a:cs typeface="Times New Roman"/>
              </a:rPr>
              <a:t>output</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go </a:t>
            </a:r>
            <a:r>
              <a:rPr sz="1700" spc="-2" dirty="0">
                <a:latin typeface="Times New Roman"/>
                <a:cs typeface="Times New Roman"/>
              </a:rPr>
              <a:t>t</a:t>
            </a:r>
            <a:r>
              <a:rPr sz="1700" dirty="0">
                <a:latin typeface="Times New Roman"/>
                <a:cs typeface="Times New Roman"/>
              </a:rPr>
              <a:t>o</a:t>
            </a:r>
            <a:r>
              <a:rPr sz="1700" spc="5" dirty="0">
                <a:latin typeface="Times New Roman"/>
                <a:cs typeface="Times New Roman"/>
              </a:rPr>
              <a:t> </a:t>
            </a:r>
            <a:r>
              <a:rPr sz="1700" spc="-2" dirty="0">
                <a:latin typeface="Times New Roman"/>
                <a:cs typeface="Times New Roman"/>
              </a:rPr>
              <a:t>the </a:t>
            </a:r>
            <a:r>
              <a:rPr sz="1700" dirty="0">
                <a:latin typeface="Times New Roman"/>
                <a:cs typeface="Times New Roman"/>
              </a:rPr>
              <a:t>CS1 </a:t>
            </a:r>
            <a:r>
              <a:rPr sz="1700" spc="-2" dirty="0">
                <a:latin typeface="Times New Roman"/>
                <a:cs typeface="Times New Roman"/>
              </a:rPr>
              <a:t>input</a:t>
            </a:r>
            <a:r>
              <a:rPr sz="1700" dirty="0">
                <a:latin typeface="Times New Roman"/>
                <a:cs typeface="Times New Roman"/>
              </a:rPr>
              <a:t>s</a:t>
            </a:r>
            <a:r>
              <a:rPr sz="1700" spc="-2" dirty="0">
                <a:latin typeface="Times New Roman"/>
                <a:cs typeface="Times New Roman"/>
              </a:rPr>
              <a:t> in </a:t>
            </a:r>
            <a:r>
              <a:rPr sz="1700" spc="-5" dirty="0">
                <a:latin typeface="Times New Roman"/>
                <a:cs typeface="Times New Roman"/>
              </a:rPr>
              <a:t>e</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h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0" dirty="0">
                <a:latin typeface="Times New Roman"/>
                <a:cs typeface="Times New Roman"/>
              </a:rPr>
              <a:t>c</a:t>
            </a:r>
            <a:r>
              <a:rPr sz="1700" spc="-2" dirty="0">
                <a:latin typeface="Times New Roman"/>
                <a:cs typeface="Times New Roman"/>
              </a:rPr>
              <a:t>hip.</a:t>
            </a:r>
            <a:endParaRPr sz="1700" dirty="0">
              <a:latin typeface="Times New Roman"/>
              <a:cs typeface="Times New Roman"/>
            </a:endParaRPr>
          </a:p>
          <a:p>
            <a:pPr marL="6109" marR="4276" algn="just">
              <a:spcBef>
                <a:spcPts val="363"/>
              </a:spcBef>
            </a:pPr>
            <a:r>
              <a:rPr sz="1700" dirty="0">
                <a:latin typeface="Times New Roman"/>
                <a:cs typeface="Times New Roman"/>
              </a:rPr>
              <a:t>Thus,</a:t>
            </a:r>
            <a:r>
              <a:rPr sz="1700" spc="-7"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8</a:t>
            </a:r>
            <a:r>
              <a:rPr sz="1700" spc="-7" dirty="0">
                <a:latin typeface="Times New Roman"/>
                <a:cs typeface="Times New Roman"/>
              </a:rPr>
              <a:t> a</a:t>
            </a:r>
            <a:r>
              <a:rPr sz="1700" dirty="0">
                <a:latin typeface="Times New Roman"/>
                <a:cs typeface="Times New Roman"/>
              </a:rPr>
              <a:t>nd</a:t>
            </a:r>
            <a:r>
              <a:rPr sz="1700" spc="-7" dirty="0">
                <a:latin typeface="Times New Roman"/>
                <a:cs typeface="Times New Roman"/>
              </a:rPr>
              <a:t> </a:t>
            </a:r>
            <a:r>
              <a:rPr sz="1700" dirty="0">
                <a:latin typeface="Times New Roman"/>
                <a:cs typeface="Times New Roman"/>
              </a:rPr>
              <a:t>9</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10" dirty="0">
                <a:latin typeface="Times New Roman"/>
                <a:cs typeface="Times New Roman"/>
              </a:rPr>
              <a:t> </a:t>
            </a:r>
            <a:r>
              <a:rPr sz="1700" spc="-7" dirty="0">
                <a:latin typeface="Times New Roman"/>
                <a:cs typeface="Times New Roman"/>
              </a:rPr>
              <a:t>e</a:t>
            </a:r>
            <a:r>
              <a:rPr sz="1700" dirty="0">
                <a:latin typeface="Times New Roman"/>
                <a:cs typeface="Times New Roman"/>
              </a:rPr>
              <a:t>q</a:t>
            </a:r>
            <a:r>
              <a:rPr sz="1700" spc="5" dirty="0">
                <a:latin typeface="Times New Roman"/>
                <a:cs typeface="Times New Roman"/>
              </a:rPr>
              <a:t>u</a:t>
            </a:r>
            <a:r>
              <a:rPr sz="1700" spc="-7" dirty="0">
                <a:latin typeface="Times New Roman"/>
                <a:cs typeface="Times New Roman"/>
              </a:rPr>
              <a:t>a</a:t>
            </a:r>
            <a:r>
              <a:rPr sz="1700" spc="-2" dirty="0">
                <a:latin typeface="Times New Roman"/>
                <a:cs typeface="Times New Roman"/>
              </a:rPr>
              <a:t>l</a:t>
            </a:r>
            <a:r>
              <a:rPr sz="1700" spc="-5"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dirty="0">
                <a:latin typeface="Times New Roman"/>
                <a:cs typeface="Times New Roman"/>
              </a:rPr>
              <a:t>00,</a:t>
            </a:r>
            <a:r>
              <a:rPr sz="1700" spc="-7"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10"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5" dirty="0">
                <a:latin typeface="Times New Roman"/>
                <a:cs typeface="Times New Roman"/>
              </a:rPr>
              <a:t> R</a:t>
            </a:r>
            <a:r>
              <a:rPr sz="1700" spc="-2" dirty="0">
                <a:latin typeface="Times New Roman"/>
                <a:cs typeface="Times New Roman"/>
              </a:rPr>
              <a:t>A</a:t>
            </a:r>
            <a:r>
              <a:rPr sz="1700" dirty="0">
                <a:latin typeface="Times New Roman"/>
                <a:cs typeface="Times New Roman"/>
              </a:rPr>
              <a:t>M </a:t>
            </a:r>
            <a:r>
              <a:rPr sz="1700" spc="-10" dirty="0">
                <a:latin typeface="Times New Roman"/>
                <a:cs typeface="Times New Roman"/>
              </a:rPr>
              <a:t>c</a:t>
            </a:r>
            <a:r>
              <a:rPr sz="1700" spc="-5" dirty="0">
                <a:latin typeface="Times New Roman"/>
                <a:cs typeface="Times New Roman"/>
              </a:rPr>
              <a:t>hip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ted.</a:t>
            </a:r>
            <a:r>
              <a:rPr sz="1700" spc="-10" dirty="0">
                <a:latin typeface="Times New Roman"/>
                <a:cs typeface="Times New Roman"/>
              </a:rPr>
              <a:t> 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7" dirty="0">
                <a:latin typeface="Times New Roman"/>
                <a:cs typeface="Times New Roman"/>
              </a:rPr>
              <a:t> </a:t>
            </a:r>
            <a:r>
              <a:rPr sz="1700" dirty="0">
                <a:latin typeface="Times New Roman"/>
                <a:cs typeface="Times New Roman"/>
              </a:rPr>
              <a:t>01,</a:t>
            </a:r>
            <a:r>
              <a:rPr sz="1700" spc="-7"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se</a:t>
            </a:r>
            <a:r>
              <a:rPr sz="1700" spc="-7" dirty="0">
                <a:latin typeface="Times New Roman"/>
                <a:cs typeface="Times New Roman"/>
              </a:rPr>
              <a:t>c</a:t>
            </a:r>
            <a:r>
              <a:rPr sz="1700" dirty="0">
                <a:latin typeface="Times New Roman"/>
                <a:cs typeface="Times New Roman"/>
              </a:rPr>
              <a:t>ond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 </a:t>
            </a:r>
            <a:r>
              <a:rPr sz="1700" spc="-10"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sel</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t, </a:t>
            </a:r>
            <a:r>
              <a:rPr sz="1700" spc="-5" dirty="0">
                <a:latin typeface="Times New Roman"/>
                <a:cs typeface="Times New Roman"/>
              </a:rPr>
              <a:t>and</a:t>
            </a:r>
            <a:r>
              <a:rPr sz="1700" spc="-2" dirty="0">
                <a:latin typeface="Times New Roman"/>
                <a:cs typeface="Times New Roman"/>
              </a:rPr>
              <a:t> s</a:t>
            </a:r>
            <a:r>
              <a:rPr sz="1700" dirty="0">
                <a:latin typeface="Times New Roman"/>
                <a:cs typeface="Times New Roman"/>
              </a:rPr>
              <a:t>o on.</a:t>
            </a:r>
          </a:p>
          <a:p>
            <a:pPr marL="6109" marR="3971" algn="just">
              <a:spcBef>
                <a:spcPts val="358"/>
              </a:spcBef>
            </a:pPr>
            <a:r>
              <a:rPr sz="1700" spc="-5" dirty="0">
                <a:latin typeface="Times New Roman"/>
                <a:cs typeface="Times New Roman"/>
              </a:rPr>
              <a:t>The</a:t>
            </a:r>
            <a:r>
              <a:rPr sz="1700" spc="-10" dirty="0">
                <a:latin typeface="Times New Roman"/>
                <a:cs typeface="Times New Roman"/>
              </a:rPr>
              <a:t> </a:t>
            </a:r>
            <a:r>
              <a:rPr sz="1700" spc="-5" dirty="0">
                <a:latin typeface="Times New Roman"/>
                <a:cs typeface="Times New Roman"/>
              </a:rPr>
              <a:t>R</a:t>
            </a:r>
            <a:r>
              <a:rPr sz="1700" dirty="0">
                <a:latin typeface="Times New Roman"/>
                <a:cs typeface="Times New Roman"/>
              </a:rPr>
              <a:t>D</a:t>
            </a:r>
            <a:r>
              <a:rPr sz="1700" spc="-7" dirty="0">
                <a:latin typeface="Times New Roman"/>
                <a:cs typeface="Times New Roman"/>
              </a:rPr>
              <a:t> a</a:t>
            </a:r>
            <a:r>
              <a:rPr sz="1700" dirty="0">
                <a:latin typeface="Times New Roman"/>
                <a:cs typeface="Times New Roman"/>
              </a:rPr>
              <a:t>nd</a:t>
            </a:r>
            <a:r>
              <a:rPr sz="1700" spc="-7" dirty="0">
                <a:latin typeface="Times New Roman"/>
                <a:cs typeface="Times New Roman"/>
              </a:rPr>
              <a:t> </a:t>
            </a:r>
            <a:r>
              <a:rPr sz="1700" spc="-10" dirty="0">
                <a:latin typeface="Times New Roman"/>
                <a:cs typeface="Times New Roman"/>
              </a:rPr>
              <a:t>W</a:t>
            </a:r>
            <a:r>
              <a:rPr sz="1700" spc="-5" dirty="0">
                <a:latin typeface="Times New Roman"/>
                <a:cs typeface="Times New Roman"/>
              </a:rPr>
              <a:t>R output</a:t>
            </a:r>
            <a:r>
              <a:rPr sz="1700" dirty="0">
                <a:latin typeface="Times New Roman"/>
                <a:cs typeface="Times New Roman"/>
              </a:rPr>
              <a:t>s</a:t>
            </a:r>
            <a:r>
              <a:rPr sz="1700" spc="-7" dirty="0">
                <a:latin typeface="Times New Roman"/>
                <a:cs typeface="Times New Roman"/>
              </a:rPr>
              <a:t> </a:t>
            </a:r>
            <a:r>
              <a:rPr sz="1700" dirty="0">
                <a:latin typeface="Times New Roman"/>
                <a:cs typeface="Times New Roman"/>
              </a:rPr>
              <a:t>f</a:t>
            </a:r>
            <a:r>
              <a:rPr sz="1700" spc="-5" dirty="0">
                <a:latin typeface="Times New Roman"/>
                <a:cs typeface="Times New Roman"/>
              </a:rPr>
              <a:t>rom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mi</a:t>
            </a:r>
            <a:r>
              <a:rPr sz="1700" spc="-7" dirty="0">
                <a:latin typeface="Times New Roman"/>
                <a:cs typeface="Times New Roman"/>
              </a:rPr>
              <a:t>c</a:t>
            </a:r>
            <a:r>
              <a:rPr sz="1700" dirty="0">
                <a:latin typeface="Times New Roman"/>
                <a:cs typeface="Times New Roman"/>
              </a:rPr>
              <a:t>rop</a:t>
            </a:r>
            <a:r>
              <a:rPr sz="1700" spc="-5" dirty="0">
                <a:latin typeface="Times New Roman"/>
                <a:cs typeface="Times New Roman"/>
              </a:rPr>
              <a:t>ro</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sso</a:t>
            </a:r>
            <a:r>
              <a:rPr sz="1700" dirty="0">
                <a:latin typeface="Times New Roman"/>
                <a:cs typeface="Times New Roman"/>
              </a:rPr>
              <a:t>r </a:t>
            </a:r>
            <a:r>
              <a:rPr sz="1700" spc="-10" dirty="0">
                <a:latin typeface="Times New Roman"/>
                <a:cs typeface="Times New Roman"/>
              </a:rPr>
              <a:t>a</a:t>
            </a:r>
            <a:r>
              <a:rPr sz="1700" spc="-2" dirty="0">
                <a:latin typeface="Times New Roman"/>
                <a:cs typeface="Times New Roman"/>
              </a:rPr>
              <a:t>re</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input</a:t>
            </a:r>
            <a:r>
              <a:rPr sz="1700" dirty="0">
                <a:latin typeface="Times New Roman"/>
                <a:cs typeface="Times New Roman"/>
              </a:rPr>
              <a:t>s</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7"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7" dirty="0">
                <a:latin typeface="Times New Roman"/>
                <a:cs typeface="Times New Roman"/>
              </a:rPr>
              <a:t> c</a:t>
            </a:r>
            <a:r>
              <a:rPr sz="1700" spc="-2" dirty="0">
                <a:latin typeface="Times New Roman"/>
                <a:cs typeface="Times New Roman"/>
              </a:rPr>
              <a:t>hip. </a:t>
            </a:r>
            <a:r>
              <a:rPr sz="1700" spc="-5" dirty="0">
                <a:latin typeface="Times New Roman"/>
                <a:cs typeface="Times New Roman"/>
              </a:rPr>
              <a:t>The</a:t>
            </a:r>
            <a:r>
              <a:rPr sz="1700" spc="-34"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29"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a:t>
            </a:r>
            <a:r>
              <a:rPr sz="1700" spc="-29" dirty="0">
                <a:latin typeface="Times New Roman"/>
                <a:cs typeface="Times New Roman"/>
              </a:rPr>
              <a:t> </a:t>
            </a:r>
            <a:r>
              <a:rPr sz="1700"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9"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31"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hieve</a:t>
            </a:r>
            <a:r>
              <a:rPr sz="1700" dirty="0">
                <a:latin typeface="Times New Roman"/>
                <a:cs typeface="Times New Roman"/>
              </a:rPr>
              <a:t>d</a:t>
            </a:r>
            <a:r>
              <a:rPr sz="1700" spc="-29" dirty="0">
                <a:latin typeface="Times New Roman"/>
                <a:cs typeface="Times New Roman"/>
              </a:rPr>
              <a:t> </a:t>
            </a:r>
            <a:r>
              <a:rPr sz="1700" spc="-5" dirty="0">
                <a:latin typeface="Times New Roman"/>
                <a:cs typeface="Times New Roman"/>
              </a:rPr>
              <a:t>through</a:t>
            </a:r>
            <a:r>
              <a:rPr sz="1700" spc="-31" dirty="0">
                <a:latin typeface="Times New Roman"/>
                <a:cs typeface="Times New Roman"/>
              </a:rPr>
              <a:t> </a:t>
            </a:r>
            <a:r>
              <a:rPr sz="1700" dirty="0">
                <a:latin typeface="Times New Roman"/>
                <a:cs typeface="Times New Roman"/>
              </a:rPr>
              <a:t>bus</a:t>
            </a:r>
            <a:r>
              <a:rPr sz="1700" spc="-29" dirty="0">
                <a:latin typeface="Times New Roman"/>
                <a:cs typeface="Times New Roman"/>
              </a:rPr>
              <a:t> </a:t>
            </a:r>
            <a:r>
              <a:rPr sz="1700" spc="-2" dirty="0">
                <a:latin typeface="Times New Roman"/>
                <a:cs typeface="Times New Roman"/>
              </a:rPr>
              <a:t>line</a:t>
            </a:r>
            <a:r>
              <a:rPr sz="1700" spc="-31" dirty="0">
                <a:latin typeface="Times New Roman"/>
                <a:cs typeface="Times New Roman"/>
              </a:rPr>
              <a:t> </a:t>
            </a:r>
            <a:r>
              <a:rPr sz="1700" dirty="0">
                <a:latin typeface="Times New Roman"/>
                <a:cs typeface="Times New Roman"/>
              </a:rPr>
              <a:t>10.</a:t>
            </a:r>
            <a:r>
              <a:rPr sz="1700" spc="-29"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31" dirty="0">
                <a:latin typeface="Times New Roman"/>
                <a:cs typeface="Times New Roman"/>
              </a:rPr>
              <a:t> </a:t>
            </a:r>
            <a:r>
              <a:rPr sz="1700" spc="-5" dirty="0">
                <a:latin typeface="Times New Roman"/>
                <a:cs typeface="Times New Roman"/>
              </a:rPr>
              <a:t>R</a:t>
            </a:r>
            <a:r>
              <a:rPr sz="1700" spc="-2" dirty="0">
                <a:latin typeface="Times New Roman"/>
                <a:cs typeface="Times New Roman"/>
              </a:rPr>
              <a:t>AM</a:t>
            </a:r>
            <a:r>
              <a:rPr sz="1700" dirty="0">
                <a:latin typeface="Times New Roman"/>
                <a:cs typeface="Times New Roman"/>
              </a:rPr>
              <a:t>s</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ted wh</a:t>
            </a:r>
            <a:r>
              <a:rPr sz="1700" spc="-5" dirty="0">
                <a:latin typeface="Times New Roman"/>
                <a:cs typeface="Times New Roman"/>
              </a:rPr>
              <a:t>e</a:t>
            </a:r>
            <a:r>
              <a:rPr sz="1700" dirty="0">
                <a:latin typeface="Times New Roman"/>
                <a:cs typeface="Times New Roman"/>
              </a:rPr>
              <a:t>n </a:t>
            </a:r>
            <a:r>
              <a:rPr sz="1700" spc="-2" dirty="0">
                <a:latin typeface="Times New Roman"/>
                <a:cs typeface="Times New Roman"/>
              </a:rPr>
              <a:t>the bit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l</a:t>
            </a:r>
            <a:r>
              <a:rPr sz="1700" dirty="0">
                <a:latin typeface="Times New Roman"/>
                <a:cs typeface="Times New Roman"/>
              </a:rPr>
              <a:t>i</a:t>
            </a:r>
            <a:r>
              <a:rPr sz="1700" spc="-5" dirty="0">
                <a:latin typeface="Times New Roman"/>
                <a:cs typeface="Times New Roman"/>
              </a:rPr>
              <a:t>ne</a:t>
            </a:r>
            <a:r>
              <a:rPr sz="1700" spc="-2" dirty="0">
                <a:latin typeface="Times New Roman"/>
                <a:cs typeface="Times New Roman"/>
              </a:rPr>
              <a:t> </a:t>
            </a:r>
            <a:r>
              <a:rPr sz="1700" spc="-7"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0,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 </a:t>
            </a:r>
            <a:r>
              <a:rPr sz="1700" dirty="0">
                <a:latin typeface="Times New Roman"/>
                <a:cs typeface="Times New Roman"/>
              </a:rPr>
              <a:t>ROM</a:t>
            </a:r>
            <a:r>
              <a:rPr sz="1700" spc="-2" dirty="0">
                <a:latin typeface="Times New Roman"/>
                <a:cs typeface="Times New Roman"/>
              </a:rPr>
              <a:t> wh</a:t>
            </a:r>
            <a:r>
              <a:rPr sz="1700" spc="-5" dirty="0">
                <a:latin typeface="Times New Roman"/>
                <a:cs typeface="Times New Roman"/>
              </a:rPr>
              <a:t>e</a:t>
            </a:r>
            <a:r>
              <a:rPr sz="1700" dirty="0">
                <a:latin typeface="Times New Roman"/>
                <a:cs typeface="Times New Roman"/>
              </a:rPr>
              <a:t>n t</a:t>
            </a:r>
            <a:r>
              <a:rPr sz="1700" spc="-5" dirty="0">
                <a:latin typeface="Times New Roman"/>
                <a:cs typeface="Times New Roman"/>
              </a:rPr>
              <a:t>he</a:t>
            </a:r>
            <a:r>
              <a:rPr sz="1700" spc="-2" dirty="0">
                <a:latin typeface="Times New Roman"/>
                <a:cs typeface="Times New Roman"/>
              </a:rPr>
              <a:t> bit</a:t>
            </a:r>
            <a:r>
              <a:rPr sz="1700" dirty="0">
                <a:latin typeface="Times New Roman"/>
                <a:cs typeface="Times New Roman"/>
              </a:rPr>
              <a:t> </a:t>
            </a:r>
            <a:r>
              <a:rPr sz="1700" spc="-2" dirty="0">
                <a:latin typeface="Times New Roman"/>
                <a:cs typeface="Times New Roman"/>
              </a:rPr>
              <a:t>is </a:t>
            </a:r>
            <a:r>
              <a:rPr sz="1700" dirty="0">
                <a:latin typeface="Times New Roman"/>
                <a:cs typeface="Times New Roman"/>
              </a:rPr>
              <a:t>1.</a:t>
            </a:r>
          </a:p>
        </p:txBody>
      </p:sp>
    </p:spTree>
    <p:extLst>
      <p:ext uri="{BB962C8B-B14F-4D97-AF65-F5344CB8AC3E}">
        <p14:creationId xmlns:p14="http://schemas.microsoft.com/office/powerpoint/2010/main" val="334202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C0610-F05F-1222-71A6-42B55CA095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F24BCA5-830F-BE85-B6CA-120D9AAAF8A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B93CCCD-BF6C-8F2B-3D25-38ABE4D0BA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A80FCFF-3945-BF73-5BAB-A6A5F6341B2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D4C4ADB-68F8-2FFD-C553-AA7A6AF832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0CA8952-FD20-A78C-4C92-D2957F16AD56}"/>
              </a:ext>
            </a:extLst>
          </p:cNvPr>
          <p:cNvSpPr txBox="1"/>
          <p:nvPr/>
        </p:nvSpPr>
        <p:spPr>
          <a:xfrm>
            <a:off x="990600" y="819150"/>
            <a:ext cx="7010400" cy="1046440"/>
          </a:xfrm>
          <a:prstGeom prst="rect">
            <a:avLst/>
          </a:prstGeom>
        </p:spPr>
        <p:txBody>
          <a:bodyPr vert="horz" wrap="square" lIns="0" tIns="0" rIns="0" bIns="0" rtlCol="0">
            <a:spAutoFit/>
          </a:bodyPr>
          <a:lstStyle/>
          <a:p>
            <a:pPr marL="6109" marR="3971" algn="just">
              <a:spcBef>
                <a:spcPts val="346"/>
              </a:spcBef>
            </a:pPr>
            <a:r>
              <a:rPr sz="1700" spc="-2" dirty="0">
                <a:latin typeface="Times New Roman"/>
                <a:cs typeface="Times New Roman"/>
              </a:rPr>
              <a:t>Add</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bus</a:t>
            </a:r>
            <a:r>
              <a:rPr sz="1700" spc="34"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1</a:t>
            </a:r>
            <a:r>
              <a:rPr sz="1700" spc="34"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dirty="0">
                <a:latin typeface="Times New Roman"/>
                <a:cs typeface="Times New Roman"/>
              </a:rPr>
              <a:t>9</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34"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e</a:t>
            </a:r>
            <a:r>
              <a:rPr sz="1700" dirty="0">
                <a:latin typeface="Times New Roman"/>
                <a:cs typeface="Times New Roman"/>
              </a:rPr>
              <a:t>d</a:t>
            </a:r>
            <a:r>
              <a:rPr sz="1700" spc="34"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input</a:t>
            </a:r>
            <a:r>
              <a:rPr sz="1700" spc="34" dirty="0">
                <a:latin typeface="Times New Roman"/>
                <a:cs typeface="Times New Roman"/>
              </a:rPr>
              <a:t> </a:t>
            </a:r>
            <a:r>
              <a:rPr sz="1700" spc="-2"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a:t>
            </a:r>
            <a:r>
              <a:rPr sz="1700" spc="31" dirty="0">
                <a:latin typeface="Times New Roman"/>
                <a:cs typeface="Times New Roman"/>
              </a:rPr>
              <a:t> </a:t>
            </a:r>
            <a:r>
              <a:rPr sz="1700" spc="-7" dirty="0">
                <a:latin typeface="Times New Roman"/>
                <a:cs typeface="Times New Roman"/>
              </a:rPr>
              <a:t>withou</a:t>
            </a:r>
            <a:r>
              <a:rPr sz="1700" spc="-2" dirty="0">
                <a:latin typeface="Times New Roman"/>
                <a:cs typeface="Times New Roman"/>
              </a:rPr>
              <a:t>t</a:t>
            </a:r>
            <a:r>
              <a:rPr sz="1700" spc="41" dirty="0">
                <a:latin typeface="Times New Roman"/>
                <a:cs typeface="Times New Roman"/>
              </a:rPr>
              <a:t> </a:t>
            </a:r>
            <a:r>
              <a:rPr sz="1700" spc="-5" dirty="0">
                <a:latin typeface="Times New Roman"/>
                <a:cs typeface="Times New Roman"/>
              </a:rPr>
              <a:t>going</a:t>
            </a:r>
            <a:r>
              <a:rPr sz="1700" spc="34" dirty="0">
                <a:latin typeface="Times New Roman"/>
                <a:cs typeface="Times New Roman"/>
              </a:rPr>
              <a:t> </a:t>
            </a:r>
            <a:r>
              <a:rPr sz="1700" spc="-5" dirty="0">
                <a:latin typeface="Times New Roman"/>
                <a:cs typeface="Times New Roman"/>
              </a:rPr>
              <a:t>through</a:t>
            </a:r>
            <a:r>
              <a:rPr sz="1700" spc="31" dirty="0">
                <a:latin typeface="Times New Roman"/>
                <a:cs typeface="Times New Roman"/>
              </a:rPr>
              <a:t> </a:t>
            </a:r>
            <a:r>
              <a:rPr sz="1700" spc="-2" dirty="0">
                <a:latin typeface="Times New Roman"/>
                <a:cs typeface="Times New Roman"/>
              </a:rPr>
              <a:t>the </a:t>
            </a:r>
            <a:r>
              <a:rPr sz="1700" spc="-5" dirty="0">
                <a:latin typeface="Times New Roman"/>
                <a:cs typeface="Times New Roman"/>
              </a:rPr>
              <a:t>d</a:t>
            </a:r>
            <a:r>
              <a:rPr sz="1700" spc="-7" dirty="0">
                <a:latin typeface="Times New Roman"/>
                <a:cs typeface="Times New Roman"/>
              </a:rPr>
              <a:t>ec</a:t>
            </a:r>
            <a:r>
              <a:rPr sz="1700" spc="-5" dirty="0">
                <a:latin typeface="Times New Roman"/>
                <a:cs typeface="Times New Roman"/>
              </a:rPr>
              <a:t>od</a:t>
            </a:r>
            <a:r>
              <a:rPr sz="1700" spc="-7" dirty="0">
                <a:latin typeface="Times New Roman"/>
                <a:cs typeface="Times New Roman"/>
              </a:rPr>
              <a:t>e</a:t>
            </a:r>
            <a:r>
              <a:rPr sz="1700" dirty="0">
                <a:latin typeface="Times New Roman"/>
                <a:cs typeface="Times New Roman"/>
              </a:rPr>
              <a:t>r. </a:t>
            </a:r>
            <a:r>
              <a:rPr sz="1700" spc="-22"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6" dirty="0">
                <a:latin typeface="Times New Roman"/>
                <a:cs typeface="Times New Roman"/>
              </a:rPr>
              <a:t> </a:t>
            </a:r>
            <a:r>
              <a:rPr sz="1700" dirty="0">
                <a:latin typeface="Times New Roman"/>
                <a:cs typeface="Times New Roman"/>
              </a:rPr>
              <a:t>bus </a:t>
            </a:r>
            <a:r>
              <a:rPr sz="1700" spc="-19" dirty="0">
                <a:latin typeface="Times New Roman"/>
                <a:cs typeface="Times New Roman"/>
              </a:rPr>
              <a:t> </a:t>
            </a:r>
            <a:r>
              <a:rPr sz="1700" dirty="0">
                <a:latin typeface="Times New Roman"/>
                <a:cs typeface="Times New Roman"/>
              </a:rPr>
              <a:t>of </a:t>
            </a:r>
            <a:r>
              <a:rPr sz="1700" spc="-2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R</a:t>
            </a:r>
            <a:r>
              <a:rPr sz="1700" spc="-2" dirty="0">
                <a:latin typeface="Times New Roman"/>
                <a:cs typeface="Times New Roman"/>
              </a:rPr>
              <a:t>O</a:t>
            </a:r>
            <a:r>
              <a:rPr sz="1700" dirty="0">
                <a:latin typeface="Times New Roman"/>
                <a:cs typeface="Times New Roman"/>
              </a:rPr>
              <a:t>M </a:t>
            </a:r>
            <a:r>
              <a:rPr sz="1700" spc="-26"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24" dirty="0">
                <a:latin typeface="Times New Roman"/>
                <a:cs typeface="Times New Roman"/>
              </a:rPr>
              <a:t> </a:t>
            </a:r>
            <a:r>
              <a:rPr sz="1700" spc="-5" dirty="0">
                <a:latin typeface="Times New Roman"/>
                <a:cs typeface="Times New Roman"/>
              </a:rPr>
              <a:t>only</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a</a:t>
            </a:r>
            <a:r>
              <a:rPr sz="1700" dirty="0">
                <a:latin typeface="Times New Roman"/>
                <a:cs typeface="Times New Roman"/>
              </a:rPr>
              <a:t>n </a:t>
            </a:r>
            <a:r>
              <a:rPr sz="1700" spc="-24" dirty="0">
                <a:latin typeface="Times New Roman"/>
                <a:cs typeface="Times New Roman"/>
              </a:rPr>
              <a:t> </a:t>
            </a:r>
            <a:r>
              <a:rPr sz="1700" spc="-5" dirty="0">
                <a:latin typeface="Times New Roman"/>
                <a:cs typeface="Times New Roman"/>
              </a:rPr>
              <a:t>output</a:t>
            </a:r>
            <a:r>
              <a:rPr sz="1700" dirty="0">
                <a:latin typeface="Times New Roman"/>
                <a:cs typeface="Times New Roman"/>
              </a:rPr>
              <a:t> </a:t>
            </a:r>
            <a:r>
              <a:rPr sz="1700" spc="-24" dirty="0">
                <a:latin typeface="Times New Roman"/>
                <a:cs typeface="Times New Roman"/>
              </a:rPr>
              <a:t> </a:t>
            </a:r>
            <a:r>
              <a:rPr sz="1700" spc="-7" dirty="0">
                <a:latin typeface="Times New Roman"/>
                <a:cs typeface="Times New Roman"/>
              </a:rPr>
              <a:t>ca</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bilit</a:t>
            </a:r>
            <a:r>
              <a:rPr sz="1700" dirty="0">
                <a:latin typeface="Times New Roman"/>
                <a:cs typeface="Times New Roman"/>
              </a:rPr>
              <a:t>y, </a:t>
            </a:r>
            <a:r>
              <a:rPr sz="1700" spc="-24"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a</a:t>
            </a:r>
            <a:r>
              <a:rPr sz="1700" dirty="0">
                <a:latin typeface="Times New Roman"/>
                <a:cs typeface="Times New Roman"/>
              </a:rPr>
              <a:t>s </a:t>
            </a:r>
            <a:r>
              <a:rPr sz="1700" spc="-2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6" dirty="0">
                <a:latin typeface="Times New Roman"/>
                <a:cs typeface="Times New Roman"/>
              </a:rPr>
              <a:t> </a:t>
            </a:r>
            <a:r>
              <a:rPr sz="1700" dirty="0">
                <a:latin typeface="Times New Roman"/>
                <a:cs typeface="Times New Roman"/>
              </a:rPr>
              <a:t>bus </a:t>
            </a:r>
            <a:r>
              <a:rPr sz="1700" spc="-7" dirty="0">
                <a:latin typeface="Times New Roman"/>
                <a:cs typeface="Times New Roman"/>
              </a:rPr>
              <a:t>c</a:t>
            </a:r>
            <a:r>
              <a:rPr sz="1700" spc="-5" dirty="0">
                <a:latin typeface="Times New Roman"/>
                <a:cs typeface="Times New Roman"/>
              </a:rPr>
              <a:t>onn</a:t>
            </a:r>
            <a:r>
              <a:rPr sz="1700" spc="-7" dirty="0">
                <a:latin typeface="Times New Roman"/>
                <a:cs typeface="Times New Roman"/>
              </a:rPr>
              <a:t>ec</a:t>
            </a:r>
            <a:r>
              <a:rPr sz="1700" spc="-2" dirty="0">
                <a:latin typeface="Times New Roman"/>
                <a:cs typeface="Times New Roman"/>
              </a:rPr>
              <a:t>ted to the </a:t>
            </a:r>
            <a:r>
              <a:rPr sz="1700" dirty="0">
                <a:latin typeface="Times New Roman"/>
                <a:cs typeface="Times New Roman"/>
              </a:rPr>
              <a:t>RAMs</a:t>
            </a:r>
            <a:r>
              <a:rPr sz="1700" spc="-2" dirty="0">
                <a:latin typeface="Times New Roman"/>
                <a:cs typeface="Times New Roman"/>
              </a:rPr>
              <a:t> c</a:t>
            </a:r>
            <a:r>
              <a:rPr sz="1700" spc="-7" dirty="0">
                <a:latin typeface="Times New Roman"/>
                <a:cs typeface="Times New Roman"/>
              </a:rPr>
              <a:t>a</a:t>
            </a:r>
            <a:r>
              <a:rPr sz="1700" dirty="0">
                <a:latin typeface="Times New Roman"/>
                <a:cs typeface="Times New Roman"/>
              </a:rPr>
              <a:t>n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nsfer </a:t>
            </a:r>
            <a:r>
              <a:rPr sz="1700" spc="-2" dirty="0">
                <a:latin typeface="Times New Roman"/>
                <a:cs typeface="Times New Roman"/>
              </a:rPr>
              <a:t>in</a:t>
            </a:r>
            <a:r>
              <a:rPr sz="1700" spc="-5" dirty="0">
                <a:latin typeface="Times New Roman"/>
                <a:cs typeface="Times New Roman"/>
              </a:rPr>
              <a:t>form</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in </a:t>
            </a:r>
            <a:r>
              <a:rPr sz="1700" spc="-5" dirty="0">
                <a:latin typeface="Times New Roman"/>
                <a:cs typeface="Times New Roman"/>
              </a:rPr>
              <a:t>both</a:t>
            </a:r>
            <a:r>
              <a:rPr sz="1700" dirty="0">
                <a:latin typeface="Times New Roman"/>
                <a:cs typeface="Times New Roman"/>
              </a:rPr>
              <a:t> </a:t>
            </a:r>
            <a:r>
              <a:rPr sz="1700" spc="-2" dirty="0">
                <a:latin typeface="Times New Roman"/>
                <a:cs typeface="Times New Roman"/>
              </a:rPr>
              <a:t>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p>
        </p:txBody>
      </p:sp>
    </p:spTree>
    <p:extLst>
      <p:ext uri="{BB962C8B-B14F-4D97-AF65-F5344CB8AC3E}">
        <p14:creationId xmlns:p14="http://schemas.microsoft.com/office/powerpoint/2010/main" val="652692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D8825-9753-23A2-A86A-B9BCF870D2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56262F-431C-3789-1EE7-E17FD783495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A8A1AF8-2C38-C09E-FDC6-A688D05F2C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2BFFE20-58C6-527E-5D72-4FAC6850FC6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0C8EAA3-90F5-D7C1-289E-3F79204BB2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EAB3004C-2AA1-EC8C-2D2A-C62650649F8A}"/>
              </a:ext>
            </a:extLst>
          </p:cNvPr>
          <p:cNvSpPr txBox="1"/>
          <p:nvPr/>
        </p:nvSpPr>
        <p:spPr>
          <a:xfrm>
            <a:off x="990600" y="819150"/>
            <a:ext cx="7010400" cy="3760004"/>
          </a:xfrm>
          <a:prstGeom prst="rect">
            <a:avLst/>
          </a:prstGeom>
        </p:spPr>
        <p:txBody>
          <a:bodyPr vert="horz" wrap="square" lIns="0" tIns="0" rIns="0" bIns="0" rtlCol="0">
            <a:spAutoFit/>
          </a:bodyPr>
          <a:lstStyle/>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endParaRPr lang="en-US" sz="1700" b="1" spc="-2" dirty="0">
              <a:latin typeface="Times New Roman"/>
              <a:cs typeface="Times New Roman"/>
            </a:endParaRPr>
          </a:p>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sz="1700" dirty="0">
              <a:latin typeface="Times New Roman"/>
              <a:cs typeface="Times New Roman"/>
            </a:endParaRPr>
          </a:p>
          <a:p>
            <a:pPr marL="225716" indent="-109651">
              <a:spcBef>
                <a:spcPts val="404"/>
              </a:spcBef>
              <a:buFont typeface="Times New Roman"/>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409"/>
              </a:spcBef>
              <a:buFont typeface="Times New Roman"/>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Ar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spcBef>
                <a:spcPts val="387"/>
              </a:spcBef>
              <a:buFont typeface="Times New Roman"/>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spc="-7" dirty="0">
                <a:latin typeface="Times New Roman"/>
                <a:cs typeface="Times New Roman"/>
              </a:rPr>
              <a: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6109" algn="just">
              <a:spcBef>
                <a:spcPts val="411"/>
              </a:spcBef>
            </a:pPr>
            <a:endParaRPr lang="en-US" sz="1700" b="1" spc="-5" dirty="0">
              <a:latin typeface="Times New Roman"/>
              <a:cs typeface="Times New Roman"/>
            </a:endParaRPr>
          </a:p>
          <a:p>
            <a:pPr marL="6109" algn="just">
              <a:spcBef>
                <a:spcPts val="411"/>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spcBef>
                <a:spcPts val="387"/>
              </a:spcBef>
              <a:buFont typeface="Times New Roman"/>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spc="-5"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7"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spcBef>
                <a:spcPts val="404"/>
              </a:spcBef>
              <a:buFont typeface="Times New Roman"/>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1531596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2595-D76C-B63A-3C82-251FB8DE97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D3AB8F-3982-6FCC-C41D-C1D26A7A388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71D77BA-2BA6-9597-A491-87E2659902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6608DEE-5914-7A78-2093-129007B0F03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A5B8E86-9FE0-21E9-E9DD-CA36DA4435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FDAF9B73-FC69-9559-C10E-A5A25D186392}"/>
              </a:ext>
            </a:extLst>
          </p:cNvPr>
          <p:cNvSpPr txBox="1"/>
          <p:nvPr/>
        </p:nvSpPr>
        <p:spPr>
          <a:xfrm>
            <a:off x="990600" y="819150"/>
            <a:ext cx="7010400" cy="3108543"/>
          </a:xfrm>
          <a:prstGeom prst="rect">
            <a:avLst/>
          </a:prstGeom>
        </p:spPr>
        <p:txBody>
          <a:bodyPr vert="horz" wrap="square" lIns="0" tIns="0" rIns="0" bIns="0" rtlCol="0">
            <a:spAutoFit/>
          </a:bodyPr>
          <a:lstStyle/>
          <a:p>
            <a:pPr marL="6109" algn="just">
              <a:spcBef>
                <a:spcPts val="409"/>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W</a:t>
            </a:r>
            <a:r>
              <a:rPr sz="1700" b="1" spc="-7" dirty="0">
                <a:latin typeface="Times New Roman"/>
                <a:cs typeface="Times New Roman"/>
              </a:rPr>
              <a:t>e</a:t>
            </a:r>
            <a:r>
              <a:rPr sz="1700" b="1" dirty="0">
                <a:latin typeface="Times New Roman"/>
                <a:cs typeface="Times New Roman"/>
              </a:rPr>
              <a:t>b</a:t>
            </a:r>
            <a:r>
              <a:rPr sz="1700" b="1" spc="-5" dirty="0">
                <a:latin typeface="Times New Roman"/>
                <a:cs typeface="Times New Roman"/>
              </a:rPr>
              <a:t>site</a:t>
            </a:r>
            <a:r>
              <a:rPr sz="1700" b="1" dirty="0">
                <a:latin typeface="Times New Roman"/>
                <a:cs typeface="Times New Roman"/>
              </a:rPr>
              <a:t>:</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latin typeface="Times New Roman"/>
                <a:cs typeface="Times New Roman"/>
              </a:rPr>
              <a:t>Me</a:t>
            </a:r>
            <a:r>
              <a:rPr sz="1700" u="sng" spc="-5" dirty="0">
                <a:latin typeface="Times New Roman"/>
                <a:cs typeface="Times New Roman"/>
              </a:rPr>
              <a:t>mory</a:t>
            </a:r>
            <a:r>
              <a:rPr sz="1700" u="sng" spc="-2" dirty="0">
                <a:latin typeface="Times New Roman"/>
                <a:cs typeface="Times New Roman"/>
              </a:rPr>
              <a:t> Hier</a:t>
            </a:r>
            <a:r>
              <a:rPr sz="1700" u="sng" spc="-7" dirty="0">
                <a:latin typeface="Times New Roman"/>
                <a:cs typeface="Times New Roman"/>
              </a:rPr>
              <a:t>a</a:t>
            </a:r>
            <a:r>
              <a:rPr sz="1700" u="sng" spc="-2" dirty="0">
                <a:latin typeface="Times New Roman"/>
                <a:cs typeface="Times New Roman"/>
              </a:rPr>
              <a:t>r</a:t>
            </a:r>
            <a:r>
              <a:rPr sz="1700" u="sng" spc="-10" dirty="0">
                <a:latin typeface="Times New Roman"/>
                <a:cs typeface="Times New Roman"/>
              </a:rPr>
              <a:t>c</a:t>
            </a:r>
            <a:r>
              <a:rPr sz="1700" u="sng" dirty="0">
                <a:latin typeface="Times New Roman"/>
                <a:cs typeface="Times New Roman"/>
              </a:rPr>
              <a:t>hy </a:t>
            </a:r>
            <a:r>
              <a:rPr sz="1700" u="sng" spc="2" dirty="0">
                <a:latin typeface="Times New Roman"/>
                <a:cs typeface="Times New Roman"/>
              </a:rPr>
              <a:t>D</a:t>
            </a:r>
            <a:r>
              <a:rPr sz="1700" u="sng" spc="-7" dirty="0">
                <a:latin typeface="Times New Roman"/>
                <a:cs typeface="Times New Roman"/>
              </a:rPr>
              <a:t>e</a:t>
            </a:r>
            <a:r>
              <a:rPr sz="1700" u="sng" spc="-5" dirty="0">
                <a:latin typeface="Times New Roman"/>
                <a:cs typeface="Times New Roman"/>
              </a:rPr>
              <a:t>s</a:t>
            </a:r>
            <a:r>
              <a:rPr sz="1700" u="sng" dirty="0">
                <a:latin typeface="Times New Roman"/>
                <a:cs typeface="Times New Roman"/>
              </a:rPr>
              <a:t>ign </a:t>
            </a:r>
            <a:r>
              <a:rPr sz="1700" u="sng" spc="-7" dirty="0">
                <a:latin typeface="Times New Roman"/>
                <a:cs typeface="Times New Roman"/>
              </a:rPr>
              <a:t>a</a:t>
            </a:r>
            <a:r>
              <a:rPr sz="1700" u="sng" dirty="0">
                <a:latin typeface="Times New Roman"/>
                <a:cs typeface="Times New Roman"/>
              </a:rPr>
              <a:t>nd </a:t>
            </a:r>
            <a:r>
              <a:rPr sz="1700" u="sng" spc="-2" dirty="0">
                <a:latin typeface="Times New Roman"/>
                <a:cs typeface="Times New Roman"/>
              </a:rPr>
              <a:t>it</a:t>
            </a:r>
            <a:r>
              <a:rPr sz="1700" u="sng" dirty="0">
                <a:latin typeface="Times New Roman"/>
                <a:cs typeface="Times New Roman"/>
              </a:rPr>
              <a:t>s</a:t>
            </a:r>
            <a:r>
              <a:rPr sz="1700" u="sng" spc="-2" dirty="0">
                <a:latin typeface="Times New Roman"/>
                <a:cs typeface="Times New Roman"/>
              </a:rPr>
              <a:t> </a:t>
            </a:r>
            <a:r>
              <a:rPr sz="1700" u="sng" spc="-5" dirty="0">
                <a:latin typeface="Times New Roman"/>
                <a:cs typeface="Times New Roman"/>
              </a:rPr>
              <a:t>Ch</a:t>
            </a:r>
            <a:r>
              <a:rPr sz="1700" u="sng" spc="-7" dirty="0">
                <a:latin typeface="Times New Roman"/>
                <a:cs typeface="Times New Roman"/>
              </a:rPr>
              <a:t>a</a:t>
            </a:r>
            <a:r>
              <a:rPr sz="1700" u="sng" spc="-2" dirty="0">
                <a:latin typeface="Times New Roman"/>
                <a:cs typeface="Times New Roman"/>
              </a:rPr>
              <a:t>r</a:t>
            </a:r>
            <a:r>
              <a:rPr sz="1700" u="sng" spc="-10" dirty="0">
                <a:latin typeface="Times New Roman"/>
                <a:cs typeface="Times New Roman"/>
              </a:rPr>
              <a:t>a</a:t>
            </a:r>
            <a:r>
              <a:rPr sz="1700" u="sng" spc="-7" dirty="0">
                <a:latin typeface="Times New Roman"/>
                <a:cs typeface="Times New Roman"/>
              </a:rPr>
              <a:t>c</a:t>
            </a:r>
            <a:r>
              <a:rPr sz="1700" u="sng" spc="-2" dirty="0">
                <a:latin typeface="Times New Roman"/>
                <a:cs typeface="Times New Roman"/>
              </a:rPr>
              <a:t>teristi</a:t>
            </a:r>
            <a:r>
              <a:rPr sz="1700" u="sng" spc="-7" dirty="0">
                <a:latin typeface="Times New Roman"/>
                <a:cs typeface="Times New Roman"/>
              </a:rPr>
              <a:t>c</a:t>
            </a:r>
            <a:r>
              <a:rPr sz="1700" u="sng" dirty="0">
                <a:latin typeface="Times New Roman"/>
                <a:cs typeface="Times New Roman"/>
              </a:rPr>
              <a:t>s</a:t>
            </a:r>
            <a:r>
              <a:rPr sz="1700" u="sng" spc="5" dirty="0">
                <a:latin typeface="Times New Roman"/>
                <a:cs typeface="Times New Roman"/>
              </a:rPr>
              <a:t> </a:t>
            </a:r>
            <a:r>
              <a:rPr sz="1700" u="sng" dirty="0">
                <a:latin typeface="Times New Roman"/>
                <a:cs typeface="Times New Roman"/>
              </a:rPr>
              <a:t>-</a:t>
            </a:r>
            <a:r>
              <a:rPr sz="1700" u="sng" spc="-2" dirty="0">
                <a:latin typeface="Times New Roman"/>
                <a:cs typeface="Times New Roman"/>
              </a:rPr>
              <a:t> G</a:t>
            </a:r>
            <a:r>
              <a:rPr sz="1700" u="sng" spc="-5" dirty="0">
                <a:latin typeface="Times New Roman"/>
                <a:cs typeface="Times New Roman"/>
              </a:rPr>
              <a:t>e</a:t>
            </a:r>
            <a:r>
              <a:rPr sz="1700" u="sng" spc="-7" dirty="0">
                <a:latin typeface="Times New Roman"/>
                <a:cs typeface="Times New Roman"/>
              </a:rPr>
              <a:t>e</a:t>
            </a:r>
            <a:r>
              <a:rPr sz="1700" u="sng" dirty="0">
                <a:latin typeface="Times New Roman"/>
                <a:cs typeface="Times New Roman"/>
              </a:rPr>
              <a:t>k</a:t>
            </a:r>
            <a:r>
              <a:rPr sz="1700" u="sng" spc="5" dirty="0">
                <a:latin typeface="Times New Roman"/>
                <a:cs typeface="Times New Roman"/>
              </a:rPr>
              <a:t>s</a:t>
            </a:r>
            <a:r>
              <a:rPr sz="1700" u="sng" dirty="0">
                <a:latin typeface="Times New Roman"/>
                <a:cs typeface="Times New Roman"/>
              </a:rPr>
              <a:t>fo</a:t>
            </a:r>
            <a:r>
              <a:rPr sz="1700" u="sng" spc="-5" dirty="0">
                <a:latin typeface="Times New Roman"/>
                <a:cs typeface="Times New Roman"/>
              </a:rPr>
              <a:t>r</a:t>
            </a:r>
            <a:r>
              <a:rPr sz="1700" u="sng" spc="-2" dirty="0">
                <a:latin typeface="Times New Roman"/>
                <a:cs typeface="Times New Roman"/>
              </a:rPr>
              <a:t>G</a:t>
            </a:r>
            <a:r>
              <a:rPr sz="1700" u="sng" dirty="0">
                <a:latin typeface="Times New Roman"/>
                <a:cs typeface="Times New Roman"/>
              </a:rPr>
              <a:t>e</a:t>
            </a:r>
            <a:r>
              <a:rPr sz="1700" u="sng" spc="-7" dirty="0">
                <a:latin typeface="Times New Roman"/>
                <a:cs typeface="Times New Roman"/>
              </a:rPr>
              <a:t>e</a:t>
            </a:r>
            <a:r>
              <a:rPr sz="1700" u="sng" dirty="0">
                <a:latin typeface="Times New Roman"/>
                <a:cs typeface="Times New Roman"/>
              </a:rPr>
              <a:t>ks</a:t>
            </a:r>
            <a:endParaRPr sz="1700" dirty="0">
              <a:latin typeface="Times New Roman"/>
              <a:cs typeface="Times New Roman"/>
            </a:endParaRPr>
          </a:p>
          <a:p>
            <a:pPr marL="225716" indent="-109651">
              <a:spcBef>
                <a:spcPts val="22"/>
              </a:spcBef>
              <a:buFont typeface="Times New Roman"/>
              <a:buChar char="●"/>
              <a:tabLst>
                <a:tab pos="226022" algn="l"/>
              </a:tabLst>
            </a:pPr>
            <a:r>
              <a:rPr sz="1700" u="sng" spc="-10" dirty="0">
                <a:latin typeface="Times New Roman"/>
                <a:cs typeface="Times New Roman"/>
              </a:rPr>
              <a:t>W</a:t>
            </a:r>
            <a:r>
              <a:rPr sz="1700" u="sng" spc="-5" dirty="0">
                <a:latin typeface="Times New Roman"/>
                <a:cs typeface="Times New Roman"/>
              </a:rPr>
              <a:t>h</a:t>
            </a:r>
            <a:r>
              <a:rPr sz="1700" u="sng" spc="-7" dirty="0">
                <a:latin typeface="Times New Roman"/>
                <a:cs typeface="Times New Roman"/>
              </a:rPr>
              <a:t>a</a:t>
            </a:r>
            <a:r>
              <a:rPr sz="1700" u="sng" spc="-2" dirty="0">
                <a:latin typeface="Times New Roman"/>
                <a:cs typeface="Times New Roman"/>
              </a:rPr>
              <a:t>t</a:t>
            </a:r>
            <a:r>
              <a:rPr sz="1700" u="sng" dirty="0">
                <a:latin typeface="Times New Roman"/>
                <a:cs typeface="Times New Roman"/>
              </a:rPr>
              <a:t> </a:t>
            </a:r>
            <a:r>
              <a:rPr sz="1700" u="sng" spc="-2" dirty="0">
                <a:latin typeface="Times New Roman"/>
                <a:cs typeface="Times New Roman"/>
              </a:rPr>
              <a:t>i</a:t>
            </a:r>
            <a:r>
              <a:rPr sz="1700" u="sng" dirty="0">
                <a:latin typeface="Times New Roman"/>
                <a:cs typeface="Times New Roman"/>
              </a:rPr>
              <a:t>s</a:t>
            </a:r>
            <a:r>
              <a:rPr sz="1700" u="sng" spc="-2" dirty="0">
                <a:latin typeface="Times New Roman"/>
                <a:cs typeface="Times New Roman"/>
              </a:rPr>
              <a:t> </a:t>
            </a:r>
            <a:r>
              <a:rPr sz="1700" u="sng" spc="-5" dirty="0">
                <a:latin typeface="Times New Roman"/>
                <a:cs typeface="Times New Roman"/>
              </a:rPr>
              <a:t>memory</a:t>
            </a:r>
            <a:r>
              <a:rPr sz="1700" u="sng" spc="-2" dirty="0">
                <a:latin typeface="Times New Roman"/>
                <a:cs typeface="Times New Roman"/>
              </a:rPr>
              <a:t> hi</a:t>
            </a:r>
            <a:r>
              <a:rPr sz="1700" u="sng" spc="-7" dirty="0">
                <a:latin typeface="Times New Roman"/>
                <a:cs typeface="Times New Roman"/>
              </a:rPr>
              <a:t>e</a:t>
            </a:r>
            <a:r>
              <a:rPr sz="1700" u="sng" spc="-2" dirty="0">
                <a:latin typeface="Times New Roman"/>
                <a:cs typeface="Times New Roman"/>
              </a:rPr>
              <a:t>rar</a:t>
            </a:r>
            <a:r>
              <a:rPr sz="1700" u="sng" spc="-10" dirty="0">
                <a:latin typeface="Times New Roman"/>
                <a:cs typeface="Times New Roman"/>
              </a:rPr>
              <a:t>c</a:t>
            </a:r>
            <a:r>
              <a:rPr sz="1700" u="sng" spc="5" dirty="0">
                <a:latin typeface="Times New Roman"/>
                <a:cs typeface="Times New Roman"/>
              </a:rPr>
              <a:t>h</a:t>
            </a:r>
            <a:r>
              <a:rPr sz="1700" u="sng" spc="-5" dirty="0">
                <a:latin typeface="Times New Roman"/>
                <a:cs typeface="Times New Roman"/>
              </a:rPr>
              <a:t>y?</a:t>
            </a:r>
            <a:r>
              <a:rPr sz="1700" u="sng" spc="-2" dirty="0">
                <a:latin typeface="Times New Roman"/>
                <a:cs typeface="Times New Roman"/>
              </a:rPr>
              <a:t> (tutori</a:t>
            </a:r>
            <a:r>
              <a:rPr sz="1700" u="sng" spc="-7" dirty="0">
                <a:latin typeface="Times New Roman"/>
                <a:cs typeface="Times New Roman"/>
              </a:rPr>
              <a:t>a</a:t>
            </a:r>
            <a:r>
              <a:rPr sz="1700" u="sng" spc="-2" dirty="0">
                <a:latin typeface="Times New Roman"/>
                <a:cs typeface="Times New Roman"/>
              </a:rPr>
              <a:t>lspoi</a:t>
            </a:r>
            <a:r>
              <a:rPr sz="1700" u="sng" spc="-5" dirty="0">
                <a:latin typeface="Times New Roman"/>
                <a:cs typeface="Times New Roman"/>
              </a:rPr>
              <a:t>nt.com)</a:t>
            </a:r>
            <a:endParaRPr sz="1700" dirty="0">
              <a:latin typeface="Times New Roman"/>
              <a:cs typeface="Times New Roman"/>
            </a:endParaRPr>
          </a:p>
          <a:p>
            <a:pPr marL="6109" algn="just">
              <a:spcBef>
                <a:spcPts val="409"/>
              </a:spcBef>
            </a:pPr>
            <a:endParaRPr lang="en-US" sz="1700" b="1" spc="-2" dirty="0">
              <a:latin typeface="Times New Roman"/>
              <a:cs typeface="Times New Roman"/>
            </a:endParaRPr>
          </a:p>
          <a:p>
            <a:pPr marL="6109" algn="just">
              <a:spcBef>
                <a:spcPts val="409"/>
              </a:spcBef>
            </a:pPr>
            <a:r>
              <a:rPr sz="1700" b="1" spc="-2" dirty="0">
                <a:latin typeface="Times New Roman"/>
                <a:cs typeface="Times New Roman"/>
              </a:rPr>
              <a:t>Vi</a:t>
            </a:r>
            <a:r>
              <a:rPr sz="1700" b="1" dirty="0">
                <a:latin typeface="Times New Roman"/>
                <a:cs typeface="Times New Roman"/>
              </a:rPr>
              <a:t>d</a:t>
            </a:r>
            <a:r>
              <a:rPr sz="1700" b="1" spc="-7" dirty="0">
                <a:latin typeface="Times New Roman"/>
                <a:cs typeface="Times New Roman"/>
              </a:rPr>
              <a:t>e</a:t>
            </a:r>
            <a:r>
              <a:rPr sz="1700" b="1" dirty="0">
                <a:latin typeface="Times New Roman"/>
                <a:cs typeface="Times New Roman"/>
              </a:rPr>
              <a:t>o </a:t>
            </a:r>
            <a:r>
              <a:rPr sz="1700" b="1" spc="-5" dirty="0">
                <a:latin typeface="Times New Roman"/>
                <a:cs typeface="Times New Roman"/>
              </a:rPr>
              <a:t>Li</a:t>
            </a:r>
            <a:r>
              <a:rPr sz="1700" b="1" spc="-2" dirty="0">
                <a:latin typeface="Times New Roman"/>
                <a:cs typeface="Times New Roman"/>
              </a:rPr>
              <a:t>n</a:t>
            </a:r>
            <a:r>
              <a:rPr sz="1700" b="1" dirty="0">
                <a:latin typeface="Times New Roman"/>
                <a:cs typeface="Times New Roman"/>
              </a:rPr>
              <a:t>k</a:t>
            </a:r>
            <a:r>
              <a:rPr sz="1700" b="1" spc="-2" dirty="0">
                <a:latin typeface="Times New Roman"/>
                <a:cs typeface="Times New Roman"/>
              </a:rPr>
              <a:t>s:</a:t>
            </a:r>
            <a:endParaRPr sz="1700" dirty="0">
              <a:latin typeface="Times New Roman"/>
              <a:cs typeface="Times New Roman"/>
            </a:endParaRPr>
          </a:p>
          <a:p>
            <a:pPr marL="225716" indent="-109651">
              <a:spcBef>
                <a:spcPts val="457"/>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/oj</a:t>
            </a:r>
            <a:r>
              <a:rPr sz="1700" u="sng" spc="-5" dirty="0">
                <a:solidFill>
                  <a:srgbClr val="0000FF"/>
                </a:solidFill>
                <a:latin typeface="Times New Roman"/>
                <a:cs typeface="Times New Roman"/>
              </a:rPr>
              <a:t>4_</a:t>
            </a:r>
            <a:r>
              <a:rPr sz="1700" u="sng" spc="-7" dirty="0">
                <a:solidFill>
                  <a:srgbClr val="0000FF"/>
                </a:solidFill>
                <a:latin typeface="Times New Roman"/>
                <a:cs typeface="Times New Roman"/>
              </a:rPr>
              <a:t>c</a:t>
            </a:r>
            <a:r>
              <a:rPr sz="1700" u="sng" dirty="0">
                <a:solidFill>
                  <a:srgbClr val="0000FF"/>
                </a:solidFill>
                <a:latin typeface="Times New Roman"/>
                <a:cs typeface="Times New Roman"/>
              </a:rPr>
              <a:t>9</a:t>
            </a:r>
            <a:r>
              <a:rPr sz="1700" u="sng" spc="-10" dirty="0">
                <a:solidFill>
                  <a:srgbClr val="0000FF"/>
                </a:solidFill>
                <a:latin typeface="Times New Roman"/>
                <a:cs typeface="Times New Roman"/>
              </a:rPr>
              <a:t>I</a:t>
            </a:r>
            <a:r>
              <a:rPr sz="1700" u="sng" spc="-2" dirty="0">
                <a:solidFill>
                  <a:srgbClr val="0000FF"/>
                </a:solidFill>
                <a:latin typeface="Times New Roman"/>
                <a:cs typeface="Times New Roman"/>
              </a:rPr>
              <a:t>MOCg?si=1</a:t>
            </a:r>
            <a:r>
              <a:rPr sz="1700" u="sng" spc="-5" dirty="0">
                <a:solidFill>
                  <a:srgbClr val="0000FF"/>
                </a:solidFill>
                <a:latin typeface="Times New Roman"/>
                <a:cs typeface="Times New Roman"/>
              </a:rPr>
              <a:t>F</a:t>
            </a:r>
            <a:r>
              <a:rPr sz="1700" u="sng" spc="-2" dirty="0">
                <a:solidFill>
                  <a:srgbClr val="0000FF"/>
                </a:solidFill>
                <a:latin typeface="Times New Roman"/>
                <a:cs typeface="Times New Roman"/>
              </a:rPr>
              <a:t>MiriyxX7</a:t>
            </a:r>
            <a:r>
              <a:rPr sz="1700" u="sng" spc="5" dirty="0">
                <a:solidFill>
                  <a:srgbClr val="0000FF"/>
                </a:solidFill>
                <a:latin typeface="Times New Roman"/>
                <a:cs typeface="Times New Roman"/>
              </a:rPr>
              <a:t>J</a:t>
            </a:r>
            <a:r>
              <a:rPr sz="1700" u="sng" spc="-2" dirty="0">
                <a:solidFill>
                  <a:srgbClr val="0000FF"/>
                </a:solidFill>
                <a:latin typeface="Times New Roman"/>
                <a:cs typeface="Times New Roman"/>
              </a:rPr>
              <a:t>wkE4</a:t>
            </a:r>
            <a:r>
              <a:rPr sz="1700" u="sng" dirty="0">
                <a:solidFill>
                  <a:srgbClr val="0000FF"/>
                </a:solidFill>
                <a:latin typeface="Times New Roman"/>
                <a:cs typeface="Times New Roman"/>
              </a:rPr>
              <a:t>h</a:t>
            </a:r>
            <a:endParaRPr sz="1700" dirty="0">
              <a:latin typeface="Times New Roman"/>
              <a:cs typeface="Times New Roman"/>
            </a:endParaRPr>
          </a:p>
          <a:p>
            <a:pPr marL="225716" indent="-109651">
              <a:spcBef>
                <a:spcPts val="63"/>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/z</a:t>
            </a:r>
            <a:r>
              <a:rPr sz="1700" u="sng" spc="-7" dirty="0">
                <a:solidFill>
                  <a:srgbClr val="0000FF"/>
                </a:solidFill>
                <a:latin typeface="Times New Roman"/>
                <a:cs typeface="Times New Roman"/>
              </a:rPr>
              <a:t>w</a:t>
            </a:r>
            <a:r>
              <a:rPr sz="1700" u="sng" spc="-5" dirty="0">
                <a:solidFill>
                  <a:srgbClr val="0000FF"/>
                </a:solidFill>
                <a:latin typeface="Times New Roman"/>
                <a:cs typeface="Times New Roman"/>
              </a:rPr>
              <a:t>ovv</a:t>
            </a:r>
            <a:r>
              <a:rPr sz="1700" u="sng" spc="-10" dirty="0">
                <a:solidFill>
                  <a:srgbClr val="0000FF"/>
                </a:solidFill>
                <a:latin typeface="Times New Roman"/>
                <a:cs typeface="Times New Roman"/>
              </a:rPr>
              <a:t>W</a:t>
            </a:r>
            <a:r>
              <a:rPr sz="1700" u="sng" spc="-5" dirty="0">
                <a:solidFill>
                  <a:srgbClr val="0000FF"/>
                </a:solidFill>
                <a:latin typeface="Times New Roman"/>
                <a:cs typeface="Times New Roman"/>
              </a:rPr>
              <a:t>fkuSg?si</a:t>
            </a:r>
            <a:r>
              <a:rPr sz="1700" u="sng" spc="-7" dirty="0">
                <a:solidFill>
                  <a:srgbClr val="0000FF"/>
                </a:solidFill>
                <a:latin typeface="Times New Roman"/>
                <a:cs typeface="Times New Roman"/>
              </a:rPr>
              <a:t>=</a:t>
            </a:r>
            <a:r>
              <a:rPr sz="1700" u="sng" dirty="0">
                <a:solidFill>
                  <a:srgbClr val="0000FF"/>
                </a:solidFill>
                <a:latin typeface="Times New Roman"/>
                <a:cs typeface="Times New Roman"/>
              </a:rPr>
              <a:t>f</a:t>
            </a:r>
            <a:r>
              <a:rPr sz="1700" u="sng" spc="-5" dirty="0">
                <a:solidFill>
                  <a:srgbClr val="0000FF"/>
                </a:solidFill>
                <a:latin typeface="Times New Roman"/>
                <a:cs typeface="Times New Roman"/>
              </a:rPr>
              <a:t>Kl4vq0THS</a:t>
            </a:r>
            <a:r>
              <a:rPr sz="1700" u="sng" dirty="0">
                <a:solidFill>
                  <a:srgbClr val="0000FF"/>
                </a:solidFill>
                <a:latin typeface="Times New Roman"/>
                <a:cs typeface="Times New Roman"/>
              </a:rPr>
              <a:t>piMa0M</a:t>
            </a:r>
            <a:endParaRPr sz="1700" dirty="0">
              <a:latin typeface="Times New Roman"/>
              <a:cs typeface="Times New Roman"/>
            </a:endParaRPr>
          </a:p>
          <a:p>
            <a:pPr marL="225716" marR="641108" indent="-109651">
              <a:spcBef>
                <a:spcPts val="46"/>
              </a:spcBef>
              <a:buFont typeface="Symbol"/>
              <a:buChar char=""/>
              <a:tabLst>
                <a:tab pos="226022" algn="l"/>
              </a:tabLst>
            </a:pPr>
            <a:r>
              <a:rPr lang="en-US" sz="1700" u="sng" spc="-2" dirty="0">
                <a:solidFill>
                  <a:srgbClr val="0000FF"/>
                </a:solidFill>
                <a:latin typeface="Times New Roman"/>
                <a:cs typeface="Times New Roman"/>
              </a:rPr>
              <a:t>https:</a:t>
            </a:r>
            <a:r>
              <a:rPr lang="en-US" sz="1700" u="sng" dirty="0">
                <a:solidFill>
                  <a:srgbClr val="0000FF"/>
                </a:solidFill>
                <a:latin typeface="Times New Roman"/>
                <a:cs typeface="Times New Roman"/>
              </a:rPr>
              <a:t>/</a:t>
            </a:r>
            <a:r>
              <a:rPr lang="en-US" sz="1700" u="sng" dirty="0">
                <a:solidFill>
                  <a:srgbClr val="0000FF"/>
                </a:solidFill>
                <a:latin typeface="Times New Roman"/>
                <a:cs typeface="Times New Roman"/>
                <a:hlinkClick r:id="rId6"/>
              </a:rPr>
              <a:t>/ww</a:t>
            </a:r>
            <a:r>
              <a:rPr lang="en-US" sz="1700" u="sng" spc="-5" dirty="0">
                <a:solidFill>
                  <a:srgbClr val="0000FF"/>
                </a:solidFill>
                <a:latin typeface="Times New Roman"/>
                <a:cs typeface="Times New Roman"/>
                <a:hlinkClick r:id="rId6"/>
              </a:rPr>
              <a:t>w</a:t>
            </a:r>
            <a:r>
              <a:rPr lang="en-US" sz="1700" u="sng" spc="-2" dirty="0">
                <a:solidFill>
                  <a:srgbClr val="0000FF"/>
                </a:solidFill>
                <a:latin typeface="Times New Roman"/>
                <a:cs typeface="Times New Roman"/>
                <a:hlinkClick r:id="rId6"/>
              </a:rPr>
              <a:t>.youtube.</a:t>
            </a:r>
            <a:r>
              <a:rPr lang="en-US" sz="1700" u="sng" spc="-10" dirty="0">
                <a:solidFill>
                  <a:srgbClr val="0000FF"/>
                </a:solidFill>
                <a:latin typeface="Times New Roman"/>
                <a:cs typeface="Times New Roman"/>
                <a:hlinkClick r:id="rId6"/>
              </a:rPr>
              <a:t>c</a:t>
            </a:r>
            <a:r>
              <a:rPr lang="en-US" sz="1700" u="sng" spc="-5" dirty="0">
                <a:solidFill>
                  <a:srgbClr val="0000FF"/>
                </a:solidFill>
                <a:latin typeface="Times New Roman"/>
                <a:cs typeface="Times New Roman"/>
                <a:hlinkClick r:id="rId6"/>
              </a:rPr>
              <a:t>om/</a:t>
            </a:r>
            <a:r>
              <a:rPr lang="en-US" sz="1700" u="sng" spc="-2" dirty="0">
                <a:solidFill>
                  <a:srgbClr val="0000FF"/>
                </a:solidFill>
                <a:latin typeface="Times New Roman"/>
                <a:cs typeface="Times New Roman"/>
                <a:hlinkClick r:id="rId6"/>
              </a:rPr>
              <a:t>w</a:t>
            </a:r>
            <a:r>
              <a:rPr lang="en-US" sz="1700" u="sng" spc="-5" dirty="0">
                <a:solidFill>
                  <a:srgbClr val="0000FF"/>
                </a:solidFill>
                <a:latin typeface="Times New Roman"/>
                <a:cs typeface="Times New Roman"/>
                <a:hlinkClick r:id="rId6"/>
              </a:rPr>
              <a:t>a</a:t>
            </a:r>
            <a:r>
              <a:rPr lang="en-US" sz="1700" u="sng" spc="-2" dirty="0">
                <a:solidFill>
                  <a:srgbClr val="0000FF"/>
                </a:solidFill>
                <a:latin typeface="Times New Roman"/>
                <a:cs typeface="Times New Roman"/>
                <a:hlinkClick r:id="rId6"/>
              </a:rPr>
              <a:t>tch</a:t>
            </a:r>
            <a:r>
              <a:rPr lang="en-US" sz="1700" u="sng" spc="-10" dirty="0">
                <a:solidFill>
                  <a:srgbClr val="0000FF"/>
                </a:solidFill>
                <a:latin typeface="Times New Roman"/>
                <a:cs typeface="Times New Roman"/>
                <a:hlinkClick r:id="rId6"/>
              </a:rPr>
              <a:t>?</a:t>
            </a:r>
            <a:r>
              <a:rPr lang="en-US" sz="1700" u="sng" spc="-5" dirty="0">
                <a:solidFill>
                  <a:srgbClr val="0000FF"/>
                </a:solidFill>
                <a:latin typeface="Times New Roman"/>
                <a:cs typeface="Times New Roman"/>
                <a:hlinkClick r:id="rId6"/>
              </a:rPr>
              <a:t>v</a:t>
            </a:r>
            <a:r>
              <a:rPr lang="en-US" sz="1700" u="sng" spc="-7" dirty="0">
                <a:solidFill>
                  <a:srgbClr val="0000FF"/>
                </a:solidFill>
                <a:latin typeface="Times New Roman"/>
                <a:cs typeface="Times New Roman"/>
                <a:hlinkClick r:id="rId6"/>
              </a:rPr>
              <a:t>=</a:t>
            </a:r>
            <a:r>
              <a:rPr lang="en-US" sz="1700" u="sng" spc="-5" dirty="0">
                <a:solidFill>
                  <a:srgbClr val="0000FF"/>
                </a:solidFill>
                <a:latin typeface="Times New Roman"/>
                <a:cs typeface="Times New Roman"/>
                <a:hlinkClick r:id="rId6"/>
              </a:rPr>
              <a:t>LE_lyLCqy</a:t>
            </a:r>
            <a:r>
              <a:rPr lang="en-US" sz="1700" u="sng" dirty="0">
                <a:solidFill>
                  <a:srgbClr val="0000FF"/>
                </a:solidFill>
                <a:latin typeface="Times New Roman"/>
                <a:cs typeface="Times New Roman"/>
                <a:hlinkClick r:id="rId6"/>
              </a:rPr>
              <a:t>8</a:t>
            </a:r>
            <a:r>
              <a:rPr lang="en-US" sz="1700" u="sng" spc="-10" dirty="0">
                <a:solidFill>
                  <a:srgbClr val="0000FF"/>
                </a:solidFill>
                <a:latin typeface="Times New Roman"/>
                <a:cs typeface="Times New Roman"/>
              </a:rPr>
              <a:t>I</a:t>
            </a:r>
            <a:r>
              <a:rPr lang="en-US" sz="1700" u="sng" spc="-5" dirty="0">
                <a:solidFill>
                  <a:srgbClr val="0000FF"/>
                </a:solidFill>
                <a:latin typeface="Times New Roman"/>
                <a:cs typeface="Times New Roman"/>
                <a:hlinkClick r:id="rId6"/>
              </a:rPr>
              <a:t>&amp;l</a:t>
            </a:r>
            <a:r>
              <a:rPr lang="en-US" sz="1700" u="sng" spc="-2" dirty="0">
                <a:solidFill>
                  <a:srgbClr val="0000FF"/>
                </a:solidFill>
                <a:latin typeface="Times New Roman"/>
                <a:cs typeface="Times New Roman"/>
                <a:hlinkClick r:id="rId6"/>
              </a:rPr>
              <a:t>ist</a:t>
            </a:r>
            <a:r>
              <a:rPr lang="en-US" sz="1700" u="sng" spc="-7" dirty="0">
                <a:solidFill>
                  <a:srgbClr val="0000FF"/>
                </a:solidFill>
                <a:latin typeface="Times New Roman"/>
                <a:cs typeface="Times New Roman"/>
                <a:hlinkClick r:id="rId6"/>
              </a:rPr>
              <a:t>=</a:t>
            </a:r>
            <a:r>
              <a:rPr lang="en-US" sz="1700" u="sng" dirty="0">
                <a:solidFill>
                  <a:srgbClr val="0000FF"/>
                </a:solidFill>
                <a:latin typeface="Times New Roman"/>
                <a:cs typeface="Times New Roman"/>
                <a:hlinkClick r:id="rId6"/>
              </a:rPr>
              <a:t>P</a:t>
            </a:r>
            <a:r>
              <a:rPr lang="en-US" sz="1700" u="sng" spc="-5" dirty="0">
                <a:solidFill>
                  <a:srgbClr val="0000FF"/>
                </a:solidFill>
                <a:latin typeface="Times New Roman"/>
                <a:cs typeface="Times New Roman"/>
                <a:hlinkClick r:id="rId6"/>
              </a:rPr>
              <a:t>L3R</a:t>
            </a:r>
            <a:r>
              <a:rPr lang="en-US" sz="1700" u="sng" dirty="0">
                <a:solidFill>
                  <a:srgbClr val="0000FF"/>
                </a:solidFill>
                <a:latin typeface="Times New Roman"/>
                <a:cs typeface="Times New Roman"/>
                <a:hlinkClick r:id="rId6"/>
              </a:rPr>
              <a:t>9-</a:t>
            </a:r>
            <a:r>
              <a:rPr lang="en-US" sz="1700" dirty="0">
                <a:solidFill>
                  <a:srgbClr val="0000FF"/>
                </a:solidFill>
                <a:latin typeface="Times New Roman"/>
                <a:cs typeface="Times New Roman"/>
              </a:rPr>
              <a:t> </a:t>
            </a:r>
            <a:r>
              <a:rPr lang="en-US" sz="1700" u="sng" spc="-5" dirty="0">
                <a:solidFill>
                  <a:srgbClr val="0000FF"/>
                </a:solidFill>
                <a:latin typeface="Times New Roman"/>
                <a:cs typeface="Times New Roman"/>
              </a:rPr>
              <a:t>um41J</a:t>
            </a:r>
            <a:r>
              <a:rPr lang="en-US" sz="1700" u="sng" spc="-2" dirty="0">
                <a:solidFill>
                  <a:srgbClr val="0000FF"/>
                </a:solidFill>
                <a:latin typeface="Times New Roman"/>
                <a:cs typeface="Times New Roman"/>
              </a:rPr>
              <a:t>sz</a:t>
            </a:r>
            <a:r>
              <a:rPr lang="en-US" sz="1700" u="sng" spc="-5" dirty="0">
                <a:solidFill>
                  <a:srgbClr val="0000FF"/>
                </a:solidFill>
                <a:latin typeface="Times New Roman"/>
                <a:cs typeface="Times New Roman"/>
              </a:rPr>
              <a:t>y</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K</a:t>
            </a:r>
            <a:r>
              <a:rPr lang="en-US" sz="1700" u="sng" spc="-5" dirty="0">
                <a:solidFill>
                  <a:srgbClr val="0000FF"/>
                </a:solidFill>
                <a:latin typeface="Times New Roman"/>
                <a:cs typeface="Times New Roman"/>
              </a:rPr>
              <a:t>eo</a:t>
            </a:r>
            <a:r>
              <a:rPr lang="en-US" sz="1700" u="sng" spc="-7" dirty="0">
                <a:solidFill>
                  <a:srgbClr val="0000FF"/>
                </a:solidFill>
                <a:latin typeface="Times New Roman"/>
                <a:cs typeface="Times New Roman"/>
              </a:rPr>
              <a:t>c</a:t>
            </a:r>
            <a:r>
              <a:rPr lang="en-US" sz="1700" u="sng" dirty="0">
                <a:solidFill>
                  <a:srgbClr val="0000FF"/>
                </a:solidFill>
                <a:latin typeface="Times New Roman"/>
                <a:cs typeface="Times New Roman"/>
              </a:rPr>
              <a:t>9qP</a:t>
            </a:r>
            <a:r>
              <a:rPr lang="en-US" sz="1700" u="sng" spc="-5" dirty="0">
                <a:solidFill>
                  <a:srgbClr val="0000FF"/>
                </a:solidFill>
                <a:latin typeface="Times New Roman"/>
                <a:cs typeface="Times New Roman"/>
              </a:rPr>
              <a:t>8B</a:t>
            </a:r>
            <a:r>
              <a:rPr lang="en-US" sz="1700" u="sng" spc="5" dirty="0">
                <a:solidFill>
                  <a:srgbClr val="0000FF"/>
                </a:solidFill>
                <a:latin typeface="Times New Roman"/>
                <a:cs typeface="Times New Roman"/>
              </a:rPr>
              <a:t>n</a:t>
            </a:r>
            <a:r>
              <a:rPr lang="en-US" sz="1700" u="sng" dirty="0">
                <a:solidFill>
                  <a:srgbClr val="0000FF"/>
                </a:solidFill>
                <a:latin typeface="Times New Roman"/>
                <a:cs typeface="Times New Roman"/>
              </a:rPr>
              <a:t>45X</a:t>
            </a:r>
            <a:r>
              <a:rPr lang="en-US" sz="1700" u="sng" spc="-5" dirty="0">
                <a:solidFill>
                  <a:srgbClr val="0000FF"/>
                </a:solidFill>
                <a:latin typeface="Times New Roman"/>
                <a:cs typeface="Times New Roman"/>
              </a:rPr>
              <a:t>z</a:t>
            </a:r>
            <a:r>
              <a:rPr lang="en-US" sz="1700" u="sng" dirty="0">
                <a:solidFill>
                  <a:srgbClr val="0000FF"/>
                </a:solidFill>
                <a:latin typeface="Times New Roman"/>
                <a:cs typeface="Times New Roman"/>
              </a:rPr>
              <a:t>qJy</a:t>
            </a:r>
            <a:r>
              <a:rPr lang="en-US" sz="1700" u="sng" spc="-2" dirty="0">
                <a:solidFill>
                  <a:srgbClr val="0000FF"/>
                </a:solidFill>
                <a:latin typeface="Times New Roman"/>
                <a:cs typeface="Times New Roman"/>
              </a:rPr>
              <a:t>cj</a:t>
            </a:r>
            <a:endParaRPr lang="en-US" sz="1700" dirty="0">
              <a:latin typeface="Times New Roman"/>
              <a:cs typeface="Times New Roman"/>
            </a:endParaRPr>
          </a:p>
          <a:p>
            <a:pPr marL="225716" marR="624004" indent="-109651">
              <a:spcBef>
                <a:spcPts val="46"/>
              </a:spcBef>
              <a:buFont typeface="Symbol"/>
              <a:buChar char=""/>
              <a:tabLst>
                <a:tab pos="226022" algn="l"/>
              </a:tabLst>
            </a:pPr>
            <a:r>
              <a:rPr lang="en-US" sz="1700" u="sng" spc="-2" dirty="0">
                <a:solidFill>
                  <a:srgbClr val="0000FF"/>
                </a:solidFill>
                <a:latin typeface="Times New Roman"/>
                <a:cs typeface="Times New Roman"/>
              </a:rPr>
              <a:t>https:</a:t>
            </a:r>
            <a:r>
              <a:rPr lang="en-US" sz="1700" u="sng" dirty="0">
                <a:solidFill>
                  <a:srgbClr val="0000FF"/>
                </a:solidFill>
                <a:latin typeface="Times New Roman"/>
                <a:cs typeface="Times New Roman"/>
              </a:rPr>
              <a:t>/</a:t>
            </a:r>
            <a:r>
              <a:rPr lang="en-US" sz="1700" u="sng" dirty="0">
                <a:solidFill>
                  <a:srgbClr val="0000FF"/>
                </a:solidFill>
                <a:latin typeface="Times New Roman"/>
                <a:cs typeface="Times New Roman"/>
                <a:hlinkClick r:id="rId7"/>
              </a:rPr>
              <a:t>/ww</a:t>
            </a:r>
            <a:r>
              <a:rPr lang="en-US" sz="1700" u="sng" spc="-5" dirty="0">
                <a:solidFill>
                  <a:srgbClr val="0000FF"/>
                </a:solidFill>
                <a:latin typeface="Times New Roman"/>
                <a:cs typeface="Times New Roman"/>
                <a:hlinkClick r:id="rId7"/>
              </a:rPr>
              <a:t>w</a:t>
            </a:r>
            <a:r>
              <a:rPr lang="en-US" sz="1700" u="sng" spc="-2" dirty="0">
                <a:solidFill>
                  <a:srgbClr val="0000FF"/>
                </a:solidFill>
                <a:latin typeface="Times New Roman"/>
                <a:cs typeface="Times New Roman"/>
                <a:hlinkClick r:id="rId7"/>
              </a:rPr>
              <a:t>.youtube.</a:t>
            </a:r>
            <a:r>
              <a:rPr lang="en-US" sz="1700" u="sng" spc="-10" dirty="0">
                <a:solidFill>
                  <a:srgbClr val="0000FF"/>
                </a:solidFill>
                <a:latin typeface="Times New Roman"/>
                <a:cs typeface="Times New Roman"/>
                <a:hlinkClick r:id="rId7"/>
              </a:rPr>
              <a:t>c</a:t>
            </a:r>
            <a:r>
              <a:rPr lang="en-US" sz="1700" u="sng" spc="-5" dirty="0">
                <a:solidFill>
                  <a:srgbClr val="0000FF"/>
                </a:solidFill>
                <a:latin typeface="Times New Roman"/>
                <a:cs typeface="Times New Roman"/>
                <a:hlinkClick r:id="rId7"/>
              </a:rPr>
              <a:t>om/</a:t>
            </a:r>
            <a:r>
              <a:rPr lang="en-US" sz="1700" u="sng" spc="-2" dirty="0">
                <a:solidFill>
                  <a:srgbClr val="0000FF"/>
                </a:solidFill>
                <a:latin typeface="Times New Roman"/>
                <a:cs typeface="Times New Roman"/>
                <a:hlinkClick r:id="rId7"/>
              </a:rPr>
              <a:t>w</a:t>
            </a:r>
            <a:r>
              <a:rPr lang="en-US" sz="1700" u="sng" spc="-5" dirty="0">
                <a:solidFill>
                  <a:srgbClr val="0000FF"/>
                </a:solidFill>
                <a:latin typeface="Times New Roman"/>
                <a:cs typeface="Times New Roman"/>
                <a:hlinkClick r:id="rId7"/>
              </a:rPr>
              <a:t>a</a:t>
            </a:r>
            <a:r>
              <a:rPr lang="en-US" sz="1700" u="sng" spc="-2" dirty="0">
                <a:solidFill>
                  <a:srgbClr val="0000FF"/>
                </a:solidFill>
                <a:latin typeface="Times New Roman"/>
                <a:cs typeface="Times New Roman"/>
                <a:hlinkClick r:id="rId7"/>
              </a:rPr>
              <a:t>tch</a:t>
            </a:r>
            <a:r>
              <a:rPr lang="en-US" sz="1700" u="sng" spc="-10" dirty="0">
                <a:solidFill>
                  <a:srgbClr val="0000FF"/>
                </a:solidFill>
                <a:latin typeface="Times New Roman"/>
                <a:cs typeface="Times New Roman"/>
                <a:hlinkClick r:id="rId7"/>
              </a:rPr>
              <a:t>?</a:t>
            </a:r>
            <a:r>
              <a:rPr lang="en-US" sz="1700" u="sng" spc="-5" dirty="0">
                <a:solidFill>
                  <a:srgbClr val="0000FF"/>
                </a:solidFill>
                <a:latin typeface="Times New Roman"/>
                <a:cs typeface="Times New Roman"/>
                <a:hlinkClick r:id="rId7"/>
              </a:rPr>
              <a:t>v</a:t>
            </a:r>
            <a:r>
              <a:rPr lang="en-US" sz="1700" u="sng" spc="-7" dirty="0">
                <a:solidFill>
                  <a:srgbClr val="0000FF"/>
                </a:solidFill>
                <a:latin typeface="Times New Roman"/>
                <a:cs typeface="Times New Roman"/>
                <a:hlinkClick r:id="rId7"/>
              </a:rPr>
              <a:t>=</a:t>
            </a:r>
            <a:r>
              <a:rPr lang="en-US" sz="1700" u="sng" spc="5" dirty="0">
                <a:solidFill>
                  <a:srgbClr val="0000FF"/>
                </a:solidFill>
                <a:latin typeface="Times New Roman"/>
                <a:cs typeface="Times New Roman"/>
              </a:rPr>
              <a:t>_</a:t>
            </a:r>
            <a:r>
              <a:rPr lang="en-US" sz="1700" u="sng" spc="-10" dirty="0">
                <a:solidFill>
                  <a:srgbClr val="0000FF"/>
                </a:solidFill>
                <a:latin typeface="Times New Roman"/>
                <a:cs typeface="Times New Roman"/>
                <a:hlinkClick r:id="rId7"/>
              </a:rPr>
              <a:t>I</a:t>
            </a:r>
            <a:r>
              <a:rPr lang="en-US" sz="1700" u="sng" spc="-5" dirty="0">
                <a:solidFill>
                  <a:srgbClr val="0000FF"/>
                </a:solidFill>
                <a:latin typeface="Times New Roman"/>
                <a:cs typeface="Times New Roman"/>
                <a:hlinkClick r:id="rId7"/>
              </a:rPr>
              <a:t>mgT</a:t>
            </a:r>
            <a:r>
              <a:rPr lang="en-US" sz="1700" u="sng" dirty="0">
                <a:solidFill>
                  <a:srgbClr val="0000FF"/>
                </a:solidFill>
                <a:latin typeface="Times New Roman"/>
                <a:cs typeface="Times New Roman"/>
                <a:hlinkClick r:id="rId7"/>
              </a:rPr>
              <a:t>u</a:t>
            </a:r>
            <a:r>
              <a:rPr lang="en-US" sz="1700" u="sng" spc="-2" dirty="0">
                <a:solidFill>
                  <a:srgbClr val="0000FF"/>
                </a:solidFill>
                <a:latin typeface="Times New Roman"/>
                <a:cs typeface="Times New Roman"/>
                <a:hlinkClick r:id="rId7"/>
              </a:rPr>
              <a:t>I</a:t>
            </a:r>
            <a:r>
              <a:rPr lang="en-US" sz="1700" u="sng" spc="-7" dirty="0">
                <a:solidFill>
                  <a:srgbClr val="0000FF"/>
                </a:solidFill>
                <a:latin typeface="Times New Roman"/>
                <a:cs typeface="Times New Roman"/>
                <a:hlinkClick r:id="rId7"/>
              </a:rPr>
              <a:t>T</a:t>
            </a:r>
            <a:r>
              <a:rPr lang="en-US" sz="1700" u="sng" dirty="0">
                <a:solidFill>
                  <a:srgbClr val="0000FF"/>
                </a:solidFill>
                <a:latin typeface="Times New Roman"/>
                <a:cs typeface="Times New Roman"/>
                <a:hlinkClick r:id="rId7"/>
              </a:rPr>
              <a:t>W</a:t>
            </a:r>
            <a:r>
              <a:rPr lang="en-US" sz="1700" u="sng" spc="-2" dirty="0">
                <a:solidFill>
                  <a:srgbClr val="0000FF"/>
                </a:solidFill>
                <a:latin typeface="Times New Roman"/>
                <a:cs typeface="Times New Roman"/>
                <a:hlinkClick r:id="rId7"/>
              </a:rPr>
              <a:t>-</a:t>
            </a:r>
            <a:r>
              <a:rPr lang="en-US" sz="1700" u="sng" spc="-7" dirty="0">
                <a:solidFill>
                  <a:srgbClr val="0000FF"/>
                </a:solidFill>
                <a:latin typeface="Times New Roman"/>
                <a:cs typeface="Times New Roman"/>
                <a:hlinkClick r:id="rId7"/>
              </a:rPr>
              <a:t>s&amp;</a:t>
            </a:r>
            <a:r>
              <a:rPr lang="en-US" sz="1700" u="sng" dirty="0">
                <a:solidFill>
                  <a:srgbClr val="0000FF"/>
                </a:solidFill>
                <a:latin typeface="Times New Roman"/>
                <a:cs typeface="Times New Roman"/>
                <a:hlinkClick r:id="rId7"/>
              </a:rPr>
              <a:t>l</a:t>
            </a:r>
            <a:r>
              <a:rPr lang="en-US" sz="1700" u="sng" spc="-2" dirty="0">
                <a:solidFill>
                  <a:srgbClr val="0000FF"/>
                </a:solidFill>
                <a:latin typeface="Times New Roman"/>
                <a:cs typeface="Times New Roman"/>
                <a:hlinkClick r:id="rId7"/>
              </a:rPr>
              <a:t>ist</a:t>
            </a:r>
            <a:r>
              <a:rPr lang="en-US" sz="1700" u="sng" spc="-7" dirty="0">
                <a:solidFill>
                  <a:srgbClr val="0000FF"/>
                </a:solidFill>
                <a:latin typeface="Times New Roman"/>
                <a:cs typeface="Times New Roman"/>
                <a:hlinkClick r:id="rId7"/>
              </a:rPr>
              <a:t>=</a:t>
            </a:r>
            <a:r>
              <a:rPr lang="en-US" sz="1700" u="sng" dirty="0">
                <a:solidFill>
                  <a:srgbClr val="0000FF"/>
                </a:solidFill>
                <a:latin typeface="Times New Roman"/>
                <a:cs typeface="Times New Roman"/>
                <a:hlinkClick r:id="rId7"/>
              </a:rPr>
              <a:t>P</a:t>
            </a:r>
            <a:r>
              <a:rPr lang="en-US" sz="1700" u="sng" spc="-5" dirty="0">
                <a:solidFill>
                  <a:srgbClr val="0000FF"/>
                </a:solidFill>
                <a:latin typeface="Times New Roman"/>
                <a:cs typeface="Times New Roman"/>
                <a:hlinkClick r:id="rId7"/>
              </a:rPr>
              <a:t>L3R</a:t>
            </a:r>
            <a:r>
              <a:rPr lang="en-US" sz="1700" u="sng" spc="-2" dirty="0">
                <a:solidFill>
                  <a:srgbClr val="0000FF"/>
                </a:solidFill>
                <a:latin typeface="Times New Roman"/>
                <a:cs typeface="Times New Roman"/>
                <a:hlinkClick r:id="rId7"/>
              </a:rPr>
              <a:t>9</a:t>
            </a:r>
            <a:r>
              <a:rPr lang="en-US" sz="1700" u="sng" dirty="0">
                <a:solidFill>
                  <a:srgbClr val="0000FF"/>
                </a:solidFill>
                <a:latin typeface="Times New Roman"/>
                <a:cs typeface="Times New Roman"/>
                <a:hlinkClick r:id="rId7"/>
              </a:rPr>
              <a:t>-</a:t>
            </a:r>
            <a:r>
              <a:rPr lang="en-US" sz="1700" dirty="0">
                <a:solidFill>
                  <a:srgbClr val="0000FF"/>
                </a:solidFill>
                <a:latin typeface="Times New Roman"/>
                <a:cs typeface="Times New Roman"/>
              </a:rPr>
              <a:t> </a:t>
            </a:r>
            <a:r>
              <a:rPr lang="en-US" sz="1700" u="sng" spc="-5" dirty="0">
                <a:solidFill>
                  <a:srgbClr val="0000FF"/>
                </a:solidFill>
                <a:latin typeface="Times New Roman"/>
                <a:cs typeface="Times New Roman"/>
              </a:rPr>
              <a:t>um41J</a:t>
            </a:r>
            <a:r>
              <a:rPr lang="en-US" sz="1700" u="sng" spc="-2" dirty="0">
                <a:solidFill>
                  <a:srgbClr val="0000FF"/>
                </a:solidFill>
                <a:latin typeface="Times New Roman"/>
                <a:cs typeface="Times New Roman"/>
              </a:rPr>
              <a:t>sz</a:t>
            </a:r>
            <a:r>
              <a:rPr lang="en-US" sz="1700" u="sng" spc="-5" dirty="0">
                <a:solidFill>
                  <a:srgbClr val="0000FF"/>
                </a:solidFill>
                <a:latin typeface="Times New Roman"/>
                <a:cs typeface="Times New Roman"/>
              </a:rPr>
              <a:t>y</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K</a:t>
            </a:r>
            <a:r>
              <a:rPr lang="en-US" sz="1700" u="sng" spc="-5" dirty="0">
                <a:solidFill>
                  <a:srgbClr val="0000FF"/>
                </a:solidFill>
                <a:latin typeface="Times New Roman"/>
                <a:cs typeface="Times New Roman"/>
              </a:rPr>
              <a:t>eo</a:t>
            </a:r>
            <a:r>
              <a:rPr lang="en-US" sz="1700" u="sng" spc="-7" dirty="0">
                <a:solidFill>
                  <a:srgbClr val="0000FF"/>
                </a:solidFill>
                <a:latin typeface="Times New Roman"/>
                <a:cs typeface="Times New Roman"/>
              </a:rPr>
              <a:t>c</a:t>
            </a:r>
            <a:r>
              <a:rPr lang="en-US" sz="1700" u="sng" dirty="0">
                <a:solidFill>
                  <a:srgbClr val="0000FF"/>
                </a:solidFill>
                <a:latin typeface="Times New Roman"/>
                <a:cs typeface="Times New Roman"/>
              </a:rPr>
              <a:t>9qP</a:t>
            </a:r>
            <a:r>
              <a:rPr lang="en-US" sz="1700" u="sng" spc="-5" dirty="0">
                <a:solidFill>
                  <a:srgbClr val="0000FF"/>
                </a:solidFill>
                <a:latin typeface="Times New Roman"/>
                <a:cs typeface="Times New Roman"/>
              </a:rPr>
              <a:t>8B</a:t>
            </a:r>
            <a:r>
              <a:rPr lang="en-US" sz="1700" u="sng" spc="5" dirty="0">
                <a:solidFill>
                  <a:srgbClr val="0000FF"/>
                </a:solidFill>
                <a:latin typeface="Times New Roman"/>
                <a:cs typeface="Times New Roman"/>
              </a:rPr>
              <a:t>n</a:t>
            </a:r>
            <a:r>
              <a:rPr lang="en-US" sz="1700" u="sng" dirty="0">
                <a:solidFill>
                  <a:srgbClr val="0000FF"/>
                </a:solidFill>
                <a:latin typeface="Times New Roman"/>
                <a:cs typeface="Times New Roman"/>
              </a:rPr>
              <a:t>45X</a:t>
            </a:r>
            <a:r>
              <a:rPr lang="en-US" sz="1700" u="sng" spc="-5" dirty="0">
                <a:solidFill>
                  <a:srgbClr val="0000FF"/>
                </a:solidFill>
                <a:latin typeface="Times New Roman"/>
                <a:cs typeface="Times New Roman"/>
              </a:rPr>
              <a:t>z</a:t>
            </a:r>
            <a:r>
              <a:rPr lang="en-US" sz="1700" u="sng" dirty="0">
                <a:solidFill>
                  <a:srgbClr val="0000FF"/>
                </a:solidFill>
                <a:latin typeface="Times New Roman"/>
                <a:cs typeface="Times New Roman"/>
              </a:rPr>
              <a:t>qJy</a:t>
            </a:r>
            <a:r>
              <a:rPr lang="en-US" sz="1700" u="sng" spc="-2" dirty="0">
                <a:solidFill>
                  <a:srgbClr val="0000FF"/>
                </a:solidFill>
                <a:latin typeface="Times New Roman"/>
                <a:cs typeface="Times New Roman"/>
              </a:rPr>
              <a:t>c</a:t>
            </a:r>
            <a:r>
              <a:rPr lang="en-US" sz="1700" u="sng" spc="-5" dirty="0">
                <a:solidFill>
                  <a:srgbClr val="0000FF"/>
                </a:solidFill>
                <a:latin typeface="Times New Roman"/>
                <a:cs typeface="Times New Roman"/>
              </a:rPr>
              <a:t>j&amp;index</a:t>
            </a:r>
            <a:r>
              <a:rPr lang="en-US" sz="1700" u="sng" spc="-10" dirty="0">
                <a:solidFill>
                  <a:srgbClr val="0000FF"/>
                </a:solidFill>
                <a:latin typeface="Times New Roman"/>
                <a:cs typeface="Times New Roman"/>
              </a:rPr>
              <a:t>=</a:t>
            </a:r>
            <a:r>
              <a:rPr lang="en-US" sz="1700" u="sng" dirty="0">
                <a:solidFill>
                  <a:srgbClr val="0000FF"/>
                </a:solidFill>
                <a:latin typeface="Times New Roman"/>
                <a:cs typeface="Times New Roman"/>
              </a:rPr>
              <a:t>4</a:t>
            </a:r>
          </a:p>
        </p:txBody>
      </p:sp>
    </p:spTree>
    <p:extLst>
      <p:ext uri="{BB962C8B-B14F-4D97-AF65-F5344CB8AC3E}">
        <p14:creationId xmlns:p14="http://schemas.microsoft.com/office/powerpoint/2010/main" val="64898881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46</TotalTime>
  <Words>1455</Words>
  <Application>Microsoft Office PowerPoint</Application>
  <PresentationFormat>On-screen Show (16:9)</PresentationFormat>
  <Paragraphs>153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Calibri Light</vt:lpstr>
      <vt:lpstr>Courier New</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2</cp:revision>
  <dcterms:created xsi:type="dcterms:W3CDTF">2024-12-24T22:25:38Z</dcterms:created>
  <dcterms:modified xsi:type="dcterms:W3CDTF">2024-12-25T14:40:47Z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2024-12-24T00:00:00Z</vt:filetime>
  </property>
  <property fmtid="{D5CDD505-2E9C-101B-9397-08002B2CF9AE}" pid="3" name="LastSaved">
    <vt:filetime>2024-12-24T00:00:00Z</vt:filetime>
  </property>
</Properties>
</file>