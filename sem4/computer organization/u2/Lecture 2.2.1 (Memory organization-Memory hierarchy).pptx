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6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2"/>
  </p:notesMasterIdLst>
  <p:sldIdLst>
    <p:sldId id="265" r:id="rId2"/>
    <p:sldId id="482" r:id="rId3"/>
    <p:sldId id="483" r:id="rId4"/>
    <p:sldId id="485" r:id="rId5"/>
    <p:sldId id="484" r:id="rId6"/>
    <p:sldId id="486" r:id="rId7"/>
    <p:sldId id="489" r:id="rId8"/>
    <p:sldId id="490" r:id="rId9"/>
    <p:sldId id="491" r:id="rId10"/>
    <p:sldId id="487" r:id="rId11"/>
  </p:sldIdLst>
  <p:sldSz cx="9144000" cy="5143500" type="screen16x9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5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874" y="67"/>
      </p:cViewPr>
      <p:guideLst>
        <p:guide orient="horz" pos="1385"/>
        <p:guide pos="26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3087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271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67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015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68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19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401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527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950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482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272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393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FCF30-EF72-A459-B1F4-E2DD160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354A7-7091-D91A-A7E7-7B5DF5BDC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67096D5-CA38-0859-FAF8-58F7984BD0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33E20-ECE4-6406-DB92-ABF9EA9DF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664002-4AA4-31D1-E101-4DF5A585878C}"/>
              </a:ext>
            </a:extLst>
          </p:cNvPr>
          <p:cNvSpPr txBox="1"/>
          <p:nvPr/>
        </p:nvSpPr>
        <p:spPr>
          <a:xfrm>
            <a:off x="961776" y="1435539"/>
            <a:ext cx="7220448" cy="1897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39815">
              <a:defRPr/>
            </a:pPr>
            <a:r>
              <a:rPr lang="en-US" sz="2597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University Institute of Engineering</a:t>
            </a:r>
            <a:endParaRPr lang="en-US" sz="2597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Science &amp; Engineering</a:t>
            </a:r>
          </a:p>
          <a:p>
            <a:pPr algn="ctr" defTabSz="439815">
              <a:defRPr/>
            </a:pP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&amp; ARCHITECTURE</a:t>
            </a: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lnSpc>
                <a:spcPct val="90000"/>
              </a:lnSpc>
              <a:spcBef>
                <a:spcPts val="606"/>
              </a:spcBef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(23CST-204/23ITT-204)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7016100-A7B3-0379-C4B5-D13BB8B70B9B}"/>
              </a:ext>
            </a:extLst>
          </p:cNvPr>
          <p:cNvSpPr txBox="1">
            <a:spLocks/>
          </p:cNvSpPr>
          <p:nvPr/>
        </p:nvSpPr>
        <p:spPr>
          <a:xfrm>
            <a:off x="304801" y="3655678"/>
            <a:ext cx="2364055" cy="1039831"/>
          </a:xfrm>
          <a:prstGeom prst="rect">
            <a:avLst/>
          </a:prstGeom>
        </p:spPr>
        <p:txBody>
          <a:bodyPr vert="horz" lIns="43982" tIns="21991" rIns="43982" bIns="21991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5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SHIKHA ATWAL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E11186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BE-CSE</a:t>
            </a:r>
          </a:p>
        </p:txBody>
      </p:sp>
    </p:spTree>
    <p:extLst>
      <p:ext uri="{BB962C8B-B14F-4D97-AF65-F5344CB8AC3E}">
        <p14:creationId xmlns:p14="http://schemas.microsoft.com/office/powerpoint/2010/main" val="127363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D0900-9C2B-F32B-C8E8-192653287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50168F-286F-F246-0089-F8EC746BC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03AAF7-E85B-21F8-688E-EBBB7DB49C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A3CDC82-6FF9-F2BB-0631-13AF6B58440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BB34D1-9520-002F-992F-D19DF0C006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838200" y="949671"/>
            <a:ext cx="4419600" cy="35035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ORY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HIE</a:t>
            </a:r>
            <a:r>
              <a:rPr sz="1700" b="1" spc="-2" dirty="0">
                <a:latin typeface="Times New Roman"/>
                <a:cs typeface="Times New Roman"/>
              </a:rPr>
              <a:t>RAR</a:t>
            </a:r>
            <a:r>
              <a:rPr sz="1700" b="1" spc="2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HY</a:t>
            </a:r>
            <a:endParaRPr sz="1700" dirty="0">
              <a:latin typeface="Times New Roman"/>
              <a:cs typeface="Times New Roman"/>
            </a:endParaRPr>
          </a:p>
          <a:p>
            <a:pPr marL="15577" marR="2443" algn="just">
              <a:spcBef>
                <a:spcPts val="450"/>
              </a:spcBef>
            </a:pPr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ie</a:t>
            </a:r>
            <a:r>
              <a:rPr sz="1700" spc="-7" dirty="0">
                <a:latin typeface="Times New Roman"/>
                <a:cs typeface="Times New Roman"/>
              </a:rPr>
              <a:t>ra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looks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like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5" dirty="0">
                <a:latin typeface="Times New Roman"/>
                <a:cs typeface="Times New Roman"/>
              </a:rPr>
              <a:t>y</a:t>
            </a:r>
            <a:r>
              <a:rPr sz="1700" spc="-5" dirty="0">
                <a:latin typeface="Times New Roman"/>
                <a:cs typeface="Times New Roman"/>
              </a:rPr>
              <a:t>rami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struc</a:t>
            </a:r>
            <a:r>
              <a:rPr sz="1700" spc="-2" dirty="0">
                <a:latin typeface="Times New Roman"/>
                <a:cs typeface="Times New Roman"/>
              </a:rPr>
              <a:t>ture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ribe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dif</a:t>
            </a:r>
            <a:r>
              <a:rPr sz="1700" spc="-5" dirty="0">
                <a:latin typeface="Times New Roman"/>
                <a:cs typeface="Times New Roman"/>
              </a:rPr>
              <a:t>fe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mong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typ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sep</a:t>
            </a:r>
            <a:r>
              <a:rPr sz="1700" spc="-2" dirty="0">
                <a:latin typeface="Times New Roman"/>
                <a:cs typeface="Times New Roman"/>
              </a:rPr>
              <a:t>ar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tes 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stor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hie</a:t>
            </a:r>
            <a:r>
              <a:rPr sz="1700" spc="-7" dirty="0">
                <a:latin typeface="Times New Roman"/>
                <a:cs typeface="Times New Roman"/>
              </a:rPr>
              <a:t>ra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hy.</a:t>
            </a:r>
          </a:p>
          <a:p>
            <a:pPr marL="15577" marR="2032975">
              <a:spcBef>
                <a:spcPts val="77"/>
              </a:spcBef>
            </a:pPr>
            <a:r>
              <a:rPr sz="1700" spc="-5" dirty="0">
                <a:latin typeface="Times New Roman"/>
                <a:cs typeface="Times New Roman"/>
              </a:rPr>
              <a:t>L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0: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 </a:t>
            </a:r>
            <a:r>
              <a:rPr sz="1700" spc="-5" dirty="0">
                <a:latin typeface="Times New Roman"/>
                <a:cs typeface="Times New Roman"/>
              </a:rPr>
              <a:t>L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1: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endParaRPr sz="1700" dirty="0">
              <a:latin typeface="Times New Roman"/>
              <a:cs typeface="Times New Roman"/>
            </a:endParaRPr>
          </a:p>
          <a:p>
            <a:pPr marL="15577" marR="1375068">
              <a:spcBef>
                <a:spcPts val="7"/>
              </a:spcBef>
            </a:pPr>
            <a:r>
              <a:rPr sz="1700" spc="-5" dirty="0">
                <a:latin typeface="Times New Roman"/>
                <a:cs typeface="Times New Roman"/>
              </a:rPr>
              <a:t>L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2: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Main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5" dirty="0">
                <a:latin typeface="Times New Roman"/>
                <a:cs typeface="Times New Roman"/>
              </a:rPr>
              <a:t>rim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endParaRPr lang="en-US" sz="1700" spc="-2" dirty="0">
              <a:latin typeface="Times New Roman"/>
              <a:cs typeface="Times New Roman"/>
            </a:endParaRPr>
          </a:p>
          <a:p>
            <a:pPr marL="15577" marR="1375068">
              <a:spcBef>
                <a:spcPts val="7"/>
              </a:spcBef>
            </a:pPr>
            <a:r>
              <a:rPr sz="1700" spc="-5" dirty="0">
                <a:latin typeface="Times New Roman"/>
                <a:cs typeface="Times New Roman"/>
              </a:rPr>
              <a:t>L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3: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Ma</a:t>
            </a:r>
            <a:r>
              <a:rPr sz="1700" spc="-5" dirty="0">
                <a:latin typeface="Times New Roman"/>
                <a:cs typeface="Times New Roman"/>
              </a:rPr>
              <a:t>gn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tic </a:t>
            </a:r>
            <a:r>
              <a:rPr sz="1700" dirty="0">
                <a:latin typeface="Times New Roman"/>
                <a:cs typeface="Times New Roman"/>
              </a:rPr>
              <a:t>disks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ond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ry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endParaRPr sz="1700" dirty="0">
              <a:latin typeface="Times New Roman"/>
              <a:cs typeface="Times New Roman"/>
            </a:endParaRPr>
          </a:p>
          <a:p>
            <a:pPr marL="15577">
              <a:spcBef>
                <a:spcPts val="248"/>
              </a:spcBef>
            </a:pPr>
            <a:r>
              <a:rPr sz="1700" spc="-5" dirty="0">
                <a:latin typeface="Times New Roman"/>
                <a:cs typeface="Times New Roman"/>
              </a:rPr>
              <a:t>L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4: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Optic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disk</a:t>
            </a:r>
            <a:r>
              <a:rPr sz="1700" dirty="0">
                <a:latin typeface="Times New Roman"/>
                <a:cs typeface="Times New Roman"/>
              </a:rPr>
              <a:t>s or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magn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tic types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2" dirty="0">
                <a:latin typeface="Times New Roman"/>
                <a:cs typeface="Times New Roman"/>
              </a:rPr>
              <a:t> 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tia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57800" y="1123950"/>
            <a:ext cx="3131292" cy="33292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1002403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D0900-9C2B-F32B-C8E8-192653287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50168F-286F-F246-0089-F8EC746BC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03AAF7-E85B-21F8-688E-EBBB7DB49C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A3CDC82-6FF9-F2BB-0631-13AF6B58440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BB34D1-9520-002F-992F-D19DF0C006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/>
          <p:cNvSpPr txBox="1"/>
          <p:nvPr/>
        </p:nvSpPr>
        <p:spPr>
          <a:xfrm>
            <a:off x="1033552" y="819150"/>
            <a:ext cx="7043648" cy="36574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 algn="just"/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Hi</a:t>
            </a:r>
            <a:r>
              <a:rPr sz="1700" spc="-2" dirty="0">
                <a:latin typeface="Times New Roman"/>
                <a:cs typeface="Times New Roman"/>
              </a:rPr>
              <a:t>er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hy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ost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y,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cit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inve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sely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prop</a:t>
            </a:r>
            <a:r>
              <a:rPr sz="1700" spc="-2" dirty="0">
                <a:latin typeface="Times New Roman"/>
                <a:cs typeface="Times New Roman"/>
              </a:rPr>
              <a:t>ortion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d.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re the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are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in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mann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Fas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to 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ow,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 is</a:t>
            </a:r>
            <a:r>
              <a:rPr sz="1700" dirty="0">
                <a:latin typeface="Times New Roman"/>
                <a:cs typeface="Times New Roman"/>
              </a:rPr>
              <a:t> 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to Terti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ry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mory.</a:t>
            </a:r>
            <a:endParaRPr sz="1700" dirty="0">
              <a:latin typeface="Times New Roman"/>
              <a:cs typeface="Times New Roman"/>
            </a:endParaRPr>
          </a:p>
          <a:p>
            <a:pPr marL="6109" algn="just">
              <a:spcBef>
                <a:spcPts val="317"/>
              </a:spcBef>
            </a:pPr>
            <a:endParaRPr lang="en-US" sz="1700" spc="-5" dirty="0">
              <a:latin typeface="Times New Roman"/>
              <a:cs typeface="Times New Roman"/>
            </a:endParaRPr>
          </a:p>
          <a:p>
            <a:pPr marL="6109" algn="just">
              <a:spcBef>
                <a:spcPts val="317"/>
              </a:spcBef>
            </a:pPr>
            <a:r>
              <a:rPr sz="1700" spc="-5" dirty="0">
                <a:latin typeface="Times New Roman"/>
                <a:cs typeface="Times New Roman"/>
              </a:rPr>
              <a:t>L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us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discuss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eac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2" dirty="0">
                <a:latin typeface="Times New Roman"/>
                <a:cs typeface="Times New Roman"/>
              </a:rPr>
              <a:t>lev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 det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il:</a:t>
            </a:r>
            <a:endParaRPr sz="1700" dirty="0">
              <a:latin typeface="Times New Roman"/>
              <a:cs typeface="Times New Roman"/>
            </a:endParaRPr>
          </a:p>
          <a:p>
            <a:pPr marL="6109" algn="just">
              <a:spcBef>
                <a:spcPts val="329"/>
              </a:spcBef>
            </a:pPr>
            <a:r>
              <a:rPr sz="1700" b="1" spc="-5" dirty="0">
                <a:latin typeface="Times New Roman"/>
                <a:cs typeface="Times New Roman"/>
              </a:rPr>
              <a:t>L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v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l-</a:t>
            </a:r>
            <a:r>
              <a:rPr sz="1700" b="1" dirty="0">
                <a:latin typeface="Times New Roman"/>
                <a:cs typeface="Times New Roman"/>
              </a:rPr>
              <a:t>0 (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gi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spc="5" dirty="0">
                <a:latin typeface="Times New Roman"/>
                <a:cs typeface="Times New Roman"/>
              </a:rPr>
              <a:t>s</a:t>
            </a:r>
            <a:r>
              <a:rPr sz="1700" b="1" dirty="0">
                <a:latin typeface="Times New Roman"/>
                <a:cs typeface="Times New Roman"/>
              </a:rPr>
              <a:t>)</a:t>
            </a:r>
            <a:endParaRPr sz="1700" dirty="0">
              <a:latin typeface="Times New Roman"/>
              <a:cs typeface="Times New Roman"/>
            </a:endParaRPr>
          </a:p>
          <a:p>
            <a:pPr marL="6109" marR="3054" algn="just">
              <a:spcBef>
                <a:spcPts val="380"/>
              </a:spcBef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5" dirty="0">
                <a:latin typeface="Times New Roman"/>
                <a:cs typeface="Times New Roman"/>
              </a:rPr>
              <a:t> p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sent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inside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they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sent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inside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they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le</a:t>
            </a:r>
            <a:r>
              <a:rPr sz="1700" spc="-5" dirty="0">
                <a:latin typeface="Times New Roman"/>
                <a:cs typeface="Times New Roman"/>
              </a:rPr>
              <a:t>ast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time.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most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nsive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sma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2" dirty="0">
                <a:latin typeface="Times New Roman"/>
                <a:cs typeface="Times New Roman"/>
              </a:rPr>
              <a:t>lest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size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er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k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lobyt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 </a:t>
            </a:r>
            <a:r>
              <a:rPr sz="1700" spc="-5" dirty="0">
                <a:latin typeface="Times New Roman"/>
                <a:cs typeface="Times New Roman"/>
              </a:rPr>
              <a:t>implem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nted</a:t>
            </a:r>
            <a:r>
              <a:rPr sz="1700" dirty="0">
                <a:latin typeface="Times New Roman"/>
                <a:cs typeface="Times New Roman"/>
              </a:rPr>
              <a:t> by </a:t>
            </a:r>
            <a:r>
              <a:rPr sz="1700" spc="-5" dirty="0">
                <a:latin typeface="Times New Roman"/>
                <a:cs typeface="Times New Roman"/>
              </a:rPr>
              <a:t>using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li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lops.</a:t>
            </a:r>
            <a:endParaRPr sz="1700" dirty="0">
              <a:latin typeface="Times New Roman"/>
              <a:cs typeface="Times New Roman"/>
            </a:endParaRPr>
          </a:p>
          <a:p>
            <a:pPr marL="6109" algn="just">
              <a:spcBef>
                <a:spcPts val="310"/>
              </a:spcBef>
            </a:pPr>
            <a:r>
              <a:rPr sz="1700" b="1" spc="-5" dirty="0">
                <a:latin typeface="Times New Roman"/>
                <a:cs typeface="Times New Roman"/>
              </a:rPr>
              <a:t>L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v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l-</a:t>
            </a:r>
            <a:r>
              <a:rPr sz="1700" b="1" dirty="0">
                <a:latin typeface="Times New Roman"/>
                <a:cs typeface="Times New Roman"/>
              </a:rPr>
              <a:t>1 (</a:t>
            </a:r>
            <a:r>
              <a:rPr sz="1700" b="1" spc="-5" dirty="0">
                <a:latin typeface="Times New Roman"/>
                <a:cs typeface="Times New Roman"/>
              </a:rPr>
              <a:t>Ca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7" dirty="0">
                <a:latin typeface="Times New Roman"/>
                <a:cs typeface="Times New Roman"/>
              </a:rPr>
              <a:t>h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Me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y)</a:t>
            </a:r>
            <a:endParaRPr sz="1700" dirty="0">
              <a:latin typeface="Times New Roman"/>
              <a:cs typeface="Times New Roman"/>
            </a:endParaRPr>
          </a:p>
          <a:p>
            <a:pPr marL="6109" marR="3360" algn="just">
              <a:spcBef>
                <a:spcPts val="380"/>
              </a:spcBef>
            </a:pP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gments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dirty="0">
                <a:latin typeface="Times New Roman"/>
                <a:cs typeface="Times New Roman"/>
              </a:rPr>
              <a:t>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qu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acce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ssor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x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nsive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smalle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size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er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bytes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implem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nted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 </a:t>
            </a:r>
            <a:r>
              <a:rPr sz="1700" spc="-5" dirty="0">
                <a:latin typeface="Times New Roman"/>
                <a:cs typeface="Times New Roman"/>
              </a:rPr>
              <a:t>using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static</a:t>
            </a:r>
            <a:r>
              <a:rPr sz="1700" dirty="0">
                <a:latin typeface="Times New Roman"/>
                <a:cs typeface="Times New Roman"/>
              </a:rPr>
              <a:t> RAM.</a:t>
            </a:r>
          </a:p>
        </p:txBody>
      </p:sp>
    </p:spTree>
    <p:extLst>
      <p:ext uri="{BB962C8B-B14F-4D97-AF65-F5344CB8AC3E}">
        <p14:creationId xmlns:p14="http://schemas.microsoft.com/office/powerpoint/2010/main" val="2328972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1880-583D-0FA2-E424-F13730226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210108-38FB-B51F-12B0-9F75B86DB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5C57BB-1BA4-D67B-B1F0-6943AA547D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B7B48EAC-2944-DA74-1CA5-25B926E2393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7FF5E7-4456-D691-FAF5-E796E2049C4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36027135-D44B-0434-5CAA-6305129F15E6}"/>
              </a:ext>
            </a:extLst>
          </p:cNvPr>
          <p:cNvSpPr txBox="1"/>
          <p:nvPr/>
        </p:nvSpPr>
        <p:spPr>
          <a:xfrm>
            <a:off x="1033552" y="819150"/>
            <a:ext cx="7043648" cy="3318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>
              <a:spcBef>
                <a:spcPts val="310"/>
              </a:spcBef>
            </a:pPr>
            <a:r>
              <a:rPr sz="1700" b="1" spc="-5" dirty="0">
                <a:latin typeface="Times New Roman"/>
                <a:cs typeface="Times New Roman"/>
              </a:rPr>
              <a:t>L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v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l-</a:t>
            </a:r>
            <a:r>
              <a:rPr sz="1700" b="1" dirty="0">
                <a:latin typeface="Times New Roman"/>
                <a:cs typeface="Times New Roman"/>
              </a:rPr>
              <a:t>2 </a:t>
            </a:r>
            <a:r>
              <a:rPr sz="1700" b="1" spc="-2" dirty="0">
                <a:latin typeface="Times New Roman"/>
                <a:cs typeface="Times New Roman"/>
              </a:rPr>
              <a:t>(</a:t>
            </a:r>
            <a:r>
              <a:rPr sz="1700" b="1" spc="-7" dirty="0">
                <a:latin typeface="Times New Roman"/>
                <a:cs typeface="Times New Roman"/>
              </a:rPr>
              <a:t>Pr</a:t>
            </a:r>
            <a:r>
              <a:rPr sz="1700" b="1" spc="-2" dirty="0">
                <a:latin typeface="Times New Roman"/>
                <a:cs typeface="Times New Roman"/>
              </a:rPr>
              <a:t>im</a:t>
            </a:r>
            <a:r>
              <a:rPr sz="1700" b="1" spc="-5" dirty="0">
                <a:latin typeface="Times New Roman"/>
                <a:cs typeface="Times New Roman"/>
              </a:rPr>
              <a:t>a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 </a:t>
            </a:r>
            <a:r>
              <a:rPr sz="1700" b="1" spc="-5" dirty="0">
                <a:latin typeface="Times New Roman"/>
                <a:cs typeface="Times New Roman"/>
              </a:rPr>
              <a:t>or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Main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Me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y)</a:t>
            </a:r>
            <a:endParaRPr lang="en-US" sz="1700" b="1" dirty="0">
              <a:latin typeface="Times New Roman"/>
              <a:cs typeface="Times New Roman"/>
            </a:endParaRPr>
          </a:p>
          <a:p>
            <a:pPr marL="6109" marR="3054" algn="just"/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5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dir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tl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5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ommunic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tes</a:t>
            </a:r>
            <a:r>
              <a:rPr lang="en-US" sz="1700" spc="5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wit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spc="5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4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PU</a:t>
            </a:r>
            <a:r>
              <a:rPr lang="en-US" sz="1700" spc="5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</a:t>
            </a:r>
            <a:r>
              <a:rPr lang="en-US" sz="1700" spc="51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wit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spc="58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uxilia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5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5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vice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5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through</a:t>
            </a:r>
            <a:r>
              <a:rPr lang="en-US" sz="1700" spc="48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60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/O </a:t>
            </a:r>
            <a:r>
              <a:rPr lang="en-US" sz="1700" spc="-5" dirty="0">
                <a:latin typeface="Times New Roman"/>
                <a:cs typeface="Times New Roman"/>
              </a:rPr>
              <a:t>pro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ssor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Main</a:t>
            </a:r>
            <a:r>
              <a:rPr lang="en-US" sz="1700" spc="1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1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less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xp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nsive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than</a:t>
            </a:r>
            <a:r>
              <a:rPr lang="en-US" sz="1700" spc="7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cac</a:t>
            </a:r>
            <a:r>
              <a:rPr lang="en-US" sz="1700" spc="-5" dirty="0">
                <a:latin typeface="Times New Roman"/>
                <a:cs typeface="Times New Roman"/>
              </a:rPr>
              <a:t>he</a:t>
            </a:r>
            <a:r>
              <a:rPr lang="en-US" sz="1700" spc="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la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g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spc="1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size</a:t>
            </a:r>
            <a:r>
              <a:rPr lang="en-US" sz="1700" spc="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g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ll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 </a:t>
            </a:r>
            <a:r>
              <a:rPr lang="en-US" sz="1700" spc="-7" dirty="0">
                <a:latin typeface="Times New Roman"/>
                <a:cs typeface="Times New Roman"/>
              </a:rPr>
              <a:t>Giga</a:t>
            </a:r>
            <a:r>
              <a:rPr lang="en-US" sz="1700" spc="-2" dirty="0">
                <a:latin typeface="Times New Roman"/>
                <a:cs typeface="Times New Roman"/>
              </a:rPr>
              <a:t>bytes.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This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mory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 </a:t>
            </a:r>
            <a:r>
              <a:rPr lang="en-US" sz="1700" dirty="0">
                <a:latin typeface="Times New Roman"/>
                <a:cs typeface="Times New Roman"/>
              </a:rPr>
              <a:t>i</a:t>
            </a:r>
            <a:r>
              <a:rPr lang="en-US" sz="1700" spc="-5" dirty="0">
                <a:latin typeface="Times New Roman"/>
                <a:cs typeface="Times New Roman"/>
              </a:rPr>
              <a:t>mpl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ment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 by </a:t>
            </a:r>
            <a:r>
              <a:rPr lang="en-US" sz="1700" spc="-2" dirty="0">
                <a:latin typeface="Times New Roman"/>
                <a:cs typeface="Times New Roman"/>
              </a:rPr>
              <a:t>usi</a:t>
            </a:r>
            <a:r>
              <a:rPr lang="en-US" sz="1700" dirty="0">
                <a:latin typeface="Times New Roman"/>
                <a:cs typeface="Times New Roman"/>
              </a:rPr>
              <a:t>ng </a:t>
            </a:r>
            <a:r>
              <a:rPr lang="en-US" sz="1700" spc="-5" dirty="0">
                <a:latin typeface="Times New Roman"/>
                <a:cs typeface="Times New Roman"/>
              </a:rPr>
              <a:t>dyn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mic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AM.</a:t>
            </a:r>
            <a:endParaRPr lang="en-US" sz="1700" dirty="0">
              <a:latin typeface="Times New Roman"/>
              <a:cs typeface="Times New Roman"/>
            </a:endParaRPr>
          </a:p>
          <a:p>
            <a:pPr marL="6109" algn="just">
              <a:spcBef>
                <a:spcPts val="310"/>
              </a:spcBef>
            </a:pPr>
            <a:r>
              <a:rPr lang="en-US" sz="1700" b="1" spc="-5" dirty="0">
                <a:latin typeface="Times New Roman"/>
                <a:cs typeface="Times New Roman"/>
              </a:rPr>
              <a:t>L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spc="-5" dirty="0">
                <a:latin typeface="Times New Roman"/>
                <a:cs typeface="Times New Roman"/>
              </a:rPr>
              <a:t>v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l-</a:t>
            </a:r>
            <a:r>
              <a:rPr lang="en-US" sz="1700" b="1" dirty="0">
                <a:latin typeface="Times New Roman"/>
                <a:cs typeface="Times New Roman"/>
              </a:rPr>
              <a:t>3 </a:t>
            </a:r>
            <a:r>
              <a:rPr lang="en-US" sz="1700" b="1" spc="-5" dirty="0">
                <a:latin typeface="Times New Roman"/>
                <a:cs typeface="Times New Roman"/>
              </a:rPr>
              <a:t>(Se</a:t>
            </a:r>
            <a:r>
              <a:rPr lang="en-US" sz="1700" b="1" spc="-10" dirty="0">
                <a:latin typeface="Times New Roman"/>
                <a:cs typeface="Times New Roman"/>
              </a:rPr>
              <a:t>c</a:t>
            </a:r>
            <a:r>
              <a:rPr lang="en-US" sz="1700" b="1" dirty="0">
                <a:latin typeface="Times New Roman"/>
                <a:cs typeface="Times New Roman"/>
              </a:rPr>
              <a:t>ond</a:t>
            </a:r>
            <a:r>
              <a:rPr lang="en-US" sz="1700" b="1" spc="-5" dirty="0">
                <a:latin typeface="Times New Roman"/>
                <a:cs typeface="Times New Roman"/>
              </a:rPr>
              <a:t>a</a:t>
            </a:r>
            <a:r>
              <a:rPr lang="en-US" sz="1700" b="1" spc="-7" dirty="0">
                <a:latin typeface="Times New Roman"/>
                <a:cs typeface="Times New Roman"/>
              </a:rPr>
              <a:t>r</a:t>
            </a:r>
            <a:r>
              <a:rPr lang="en-US" sz="1700" b="1" dirty="0">
                <a:latin typeface="Times New Roman"/>
                <a:cs typeface="Times New Roman"/>
              </a:rPr>
              <a:t>y </a:t>
            </a:r>
            <a:r>
              <a:rPr lang="en-US" sz="1700" b="1" spc="-2" dirty="0">
                <a:latin typeface="Times New Roman"/>
                <a:cs typeface="Times New Roman"/>
              </a:rPr>
              <a:t>st</a:t>
            </a:r>
            <a:r>
              <a:rPr lang="en-US" sz="1700" b="1" spc="2" dirty="0">
                <a:latin typeface="Times New Roman"/>
                <a:cs typeface="Times New Roman"/>
              </a:rPr>
              <a:t>o</a:t>
            </a:r>
            <a:r>
              <a:rPr lang="en-US" sz="1700" b="1" spc="-2" dirty="0">
                <a:latin typeface="Times New Roman"/>
                <a:cs typeface="Times New Roman"/>
              </a:rPr>
              <a:t>r</a:t>
            </a:r>
            <a:r>
              <a:rPr lang="en-US" sz="1700" b="1" spc="-5" dirty="0">
                <a:latin typeface="Times New Roman"/>
                <a:cs typeface="Times New Roman"/>
              </a:rPr>
              <a:t>ag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)</a:t>
            </a:r>
            <a:endParaRPr lang="en-US" sz="1700" dirty="0">
              <a:latin typeface="Times New Roman"/>
              <a:cs typeface="Times New Roman"/>
            </a:endParaRPr>
          </a:p>
          <a:p>
            <a:pPr marL="6109" marR="2443" algn="just">
              <a:spcBef>
                <a:spcPts val="380"/>
              </a:spcBef>
            </a:pP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5" dirty="0">
                <a:latin typeface="Times New Roman"/>
                <a:cs typeface="Times New Roman"/>
              </a:rPr>
              <a:t>ond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ry </a:t>
            </a:r>
            <a:r>
              <a:rPr lang="en-US" sz="1700" spc="-2" dirty="0">
                <a:latin typeface="Times New Roman"/>
                <a:cs typeface="Times New Roman"/>
              </a:rPr>
              <a:t>stor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5" dirty="0">
                <a:latin typeface="Times New Roman"/>
                <a:cs typeface="Times New Roman"/>
              </a:rPr>
              <a:t>g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vice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l</a:t>
            </a:r>
            <a:r>
              <a:rPr lang="en-US" sz="1700" dirty="0">
                <a:latin typeface="Times New Roman"/>
                <a:cs typeface="Times New Roman"/>
              </a:rPr>
              <a:t>i</a:t>
            </a:r>
            <a:r>
              <a:rPr lang="en-US" sz="1700" spc="-5" dirty="0">
                <a:latin typeface="Times New Roman"/>
                <a:cs typeface="Times New Roman"/>
              </a:rPr>
              <a:t>ke</a:t>
            </a:r>
            <a:r>
              <a:rPr lang="en-US" sz="1700" spc="-2" dirty="0">
                <a:latin typeface="Times New Roman"/>
                <a:cs typeface="Times New Roman"/>
              </a:rPr>
              <a:t> Ma</a:t>
            </a:r>
            <a:r>
              <a:rPr lang="en-US" sz="1700" spc="-5" dirty="0">
                <a:latin typeface="Times New Roman"/>
                <a:cs typeface="Times New Roman"/>
              </a:rPr>
              <a:t>gn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tic Dis</a:t>
            </a:r>
            <a:r>
              <a:rPr lang="en-US" sz="1700" dirty="0">
                <a:latin typeface="Times New Roman"/>
                <a:cs typeface="Times New Roman"/>
              </a:rPr>
              <a:t>k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pr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sent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lev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3. </a:t>
            </a:r>
            <a:r>
              <a:rPr lang="en-US" sz="1700" spc="-5" dirty="0">
                <a:latin typeface="Times New Roman"/>
                <a:cs typeface="Times New Roman"/>
              </a:rPr>
              <a:t>Th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are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us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kup </a:t>
            </a:r>
            <a:r>
              <a:rPr lang="en-US" sz="1700" spc="-5" dirty="0">
                <a:latin typeface="Times New Roman"/>
                <a:cs typeface="Times New Roman"/>
              </a:rPr>
              <a:t>storag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. </a:t>
            </a:r>
            <a:r>
              <a:rPr lang="en-US" sz="1700" spc="-5" dirty="0">
                <a:latin typeface="Times New Roman"/>
                <a:cs typeface="Times New Roman"/>
              </a:rPr>
              <a:t>Th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2" dirty="0">
                <a:latin typeface="Times New Roman"/>
                <a:cs typeface="Times New Roman"/>
              </a:rPr>
              <a:t>th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5" dirty="0">
                <a:latin typeface="Times New Roman"/>
                <a:cs typeface="Times New Roman"/>
              </a:rPr>
              <a:t>main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la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g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2" dirty="0">
                <a:latin typeface="Times New Roman"/>
                <a:cs typeface="Times New Roman"/>
              </a:rPr>
              <a:t>in </a:t>
            </a:r>
            <a:r>
              <a:rPr lang="en-US" sz="1700" spc="-5" dirty="0">
                <a:latin typeface="Times New Roman"/>
                <a:cs typeface="Times New Roman"/>
              </a:rPr>
              <a:t>size </a:t>
            </a:r>
            <a:r>
              <a:rPr lang="en-US" sz="1700" spc="5" dirty="0">
                <a:latin typeface="Times New Roman"/>
                <a:cs typeface="Times New Roman"/>
              </a:rPr>
              <a:t>g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n</a:t>
            </a:r>
            <a:r>
              <a:rPr lang="en-US" sz="1700" spc="-2" dirty="0">
                <a:latin typeface="Times New Roman"/>
                <a:cs typeface="Times New Roman"/>
              </a:rPr>
              <a:t>er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ll</a:t>
            </a:r>
            <a:r>
              <a:rPr lang="en-US" sz="1700" dirty="0">
                <a:latin typeface="Times New Roman"/>
                <a:cs typeface="Times New Roman"/>
              </a:rPr>
              <a:t>y </a:t>
            </a:r>
            <a:r>
              <a:rPr lang="en-US" sz="1700" spc="-2" dirty="0">
                <a:latin typeface="Times New Roman"/>
                <a:cs typeface="Times New Roman"/>
              </a:rPr>
              <a:t>in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w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T</a:t>
            </a:r>
            <a:r>
              <a:rPr lang="en-US" sz="1700" spc="-5" dirty="0">
                <a:latin typeface="Times New Roman"/>
                <a:cs typeface="Times New Roman"/>
              </a:rPr>
              <a:t>B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</a:p>
          <a:p>
            <a:pPr marL="6109" algn="just">
              <a:spcBef>
                <a:spcPts val="310"/>
              </a:spcBef>
            </a:pPr>
            <a:r>
              <a:rPr lang="en-US" sz="1700" b="1" spc="-5" dirty="0">
                <a:latin typeface="Times New Roman"/>
                <a:cs typeface="Times New Roman"/>
              </a:rPr>
              <a:t>L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spc="-5" dirty="0">
                <a:latin typeface="Times New Roman"/>
                <a:cs typeface="Times New Roman"/>
              </a:rPr>
              <a:t>v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l-</a:t>
            </a:r>
            <a:r>
              <a:rPr lang="en-US" sz="1700" b="1" dirty="0">
                <a:latin typeface="Times New Roman"/>
                <a:cs typeface="Times New Roman"/>
              </a:rPr>
              <a:t>4 </a:t>
            </a:r>
            <a:r>
              <a:rPr lang="en-US" sz="1700" b="1" spc="-5" dirty="0">
                <a:latin typeface="Times New Roman"/>
                <a:cs typeface="Times New Roman"/>
              </a:rPr>
              <a:t>(T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rtia</a:t>
            </a:r>
            <a:r>
              <a:rPr lang="en-US" sz="1700" b="1" spc="-10" dirty="0">
                <a:latin typeface="Times New Roman"/>
                <a:cs typeface="Times New Roman"/>
              </a:rPr>
              <a:t>r</a:t>
            </a:r>
            <a:r>
              <a:rPr lang="en-US" sz="1700" b="1" dirty="0">
                <a:latin typeface="Times New Roman"/>
                <a:cs typeface="Times New Roman"/>
              </a:rPr>
              <a:t>y </a:t>
            </a:r>
            <a:r>
              <a:rPr lang="en-US" sz="1700" b="1" spc="-2" dirty="0">
                <a:latin typeface="Times New Roman"/>
                <a:cs typeface="Times New Roman"/>
              </a:rPr>
              <a:t>sto</a:t>
            </a:r>
            <a:r>
              <a:rPr lang="en-US" sz="1700" b="1" spc="-5" dirty="0">
                <a:latin typeface="Times New Roman"/>
                <a:cs typeface="Times New Roman"/>
              </a:rPr>
              <a:t>r</a:t>
            </a:r>
            <a:r>
              <a:rPr lang="en-US" sz="1700" b="1" spc="5" dirty="0">
                <a:latin typeface="Times New Roman"/>
                <a:cs typeface="Times New Roman"/>
              </a:rPr>
              <a:t>a</a:t>
            </a:r>
            <a:r>
              <a:rPr lang="en-US" sz="1700" b="1" spc="-5" dirty="0">
                <a:latin typeface="Times New Roman"/>
                <a:cs typeface="Times New Roman"/>
              </a:rPr>
              <a:t>g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)</a:t>
            </a:r>
            <a:endParaRPr lang="en-US" sz="1700" dirty="0">
              <a:latin typeface="Times New Roman"/>
              <a:cs typeface="Times New Roman"/>
            </a:endParaRPr>
          </a:p>
          <a:p>
            <a:pPr marL="6109" marR="4276" algn="just">
              <a:spcBef>
                <a:spcPts val="380"/>
              </a:spcBef>
            </a:pPr>
            <a:r>
              <a:rPr lang="en-US" sz="1700" spc="-5" dirty="0">
                <a:latin typeface="Times New Roman"/>
                <a:cs typeface="Times New Roman"/>
              </a:rPr>
              <a:t>T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rti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ry </a:t>
            </a:r>
            <a:r>
              <a:rPr lang="en-US" sz="1700" spc="-5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storage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vic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5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like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6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magn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tic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tape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are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pr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sent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3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lev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3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4. </a:t>
            </a:r>
            <a:r>
              <a:rPr lang="en-US" sz="1700" spc="-6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</a:t>
            </a:r>
            <a:r>
              <a:rPr lang="en-US" sz="1700" spc="-2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y </a:t>
            </a:r>
            <a:r>
              <a:rPr lang="en-US" sz="1700" spc="-5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63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us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5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store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movable </a:t>
            </a:r>
            <a:r>
              <a:rPr lang="en-US" sz="1700" spc="-2" dirty="0">
                <a:latin typeface="Times New Roman"/>
                <a:cs typeface="Times New Roman"/>
              </a:rPr>
              <a:t>fil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5" dirty="0">
                <a:latin typeface="Times New Roman"/>
                <a:cs typeface="Times New Roman"/>
              </a:rPr>
              <a:t>he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pes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and</a:t>
            </a:r>
            <a:r>
              <a:rPr lang="en-US" sz="1700" spc="-2" dirty="0">
                <a:latin typeface="Times New Roman"/>
                <a:cs typeface="Times New Roman"/>
              </a:rPr>
              <a:t> larg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in </a:t>
            </a:r>
            <a:r>
              <a:rPr lang="en-US" sz="1700" spc="-5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i</a:t>
            </a:r>
            <a:r>
              <a:rPr lang="en-US" sz="1700" spc="-7" dirty="0">
                <a:latin typeface="Times New Roman"/>
                <a:cs typeface="Times New Roman"/>
              </a:rPr>
              <a:t>z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(</a:t>
            </a:r>
            <a:r>
              <a:rPr lang="en-US" sz="1700" spc="2" dirty="0">
                <a:latin typeface="Times New Roman"/>
                <a:cs typeface="Times New Roman"/>
              </a:rPr>
              <a:t>1</a:t>
            </a:r>
            <a:r>
              <a:rPr lang="en-US" sz="1700" spc="-2" dirty="0">
                <a:latin typeface="Times New Roman"/>
                <a:cs typeface="Times New Roman"/>
              </a:rPr>
              <a:t>-</a:t>
            </a:r>
            <a:r>
              <a:rPr lang="en-US" sz="1700" dirty="0">
                <a:latin typeface="Times New Roman"/>
                <a:cs typeface="Times New Roman"/>
              </a:rPr>
              <a:t>20 </a:t>
            </a:r>
            <a:r>
              <a:rPr lang="en-US" sz="1700" spc="-5" dirty="0">
                <a:latin typeface="Times New Roman"/>
                <a:cs typeface="Times New Roman"/>
              </a:rPr>
              <a:t>TB).</a:t>
            </a: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89183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D0900-9C2B-F32B-C8E8-192653287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50168F-286F-F246-0089-F8EC746BC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03AAF7-E85B-21F8-688E-EBBB7DB49C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A3CDC82-6FF9-F2BB-0631-13AF6B58440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BB34D1-9520-002F-992F-D19DF0C006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14400" y="742950"/>
            <a:ext cx="7162800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>
              <a:spcBef>
                <a:spcPts val="310"/>
              </a:spcBef>
            </a:pPr>
            <a:r>
              <a:rPr sz="1700" spc="-5" dirty="0">
                <a:latin typeface="Times New Roman"/>
                <a:cs typeface="Times New Roman"/>
              </a:rPr>
              <a:t>L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us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ls </a:t>
            </a:r>
            <a:r>
              <a:rPr sz="1700" dirty="0">
                <a:latin typeface="Times New Roman"/>
                <a:cs typeface="Times New Roman"/>
              </a:rPr>
              <a:t>in 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ze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" dirty="0">
                <a:latin typeface="Times New Roman"/>
                <a:cs typeface="Times New Roman"/>
              </a:rPr>
              <a:t>tim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ndwidth.</a:t>
            </a:r>
            <a:endParaRPr sz="1700" dirty="0">
              <a:latin typeface="Times New Roman"/>
              <a:cs typeface="Times New Roman"/>
            </a:endParaRPr>
          </a:p>
        </p:txBody>
      </p:sp>
      <p:graphicFrame>
        <p:nvGraphicFramePr>
          <p:cNvPr id="4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163653"/>
              </p:ext>
            </p:extLst>
          </p:nvPr>
        </p:nvGraphicFramePr>
        <p:xfrm>
          <a:off x="937260" y="1189258"/>
          <a:ext cx="716280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4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9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7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34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7903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l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D6D6D6"/>
                      </a:solidFill>
                      <a:prstDash val="solid"/>
                    </a:lnL>
                    <a:lnR w="10413">
                      <a:solidFill>
                        <a:srgbClr val="D6D6D6"/>
                      </a:solidFill>
                      <a:prstDash val="solid"/>
                    </a:lnR>
                    <a:lnT w="10413">
                      <a:solidFill>
                        <a:srgbClr val="D6D6D6"/>
                      </a:solidFill>
                      <a:prstDash val="solid"/>
                    </a:lnT>
                    <a:lnB w="10413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gist</a:t>
                      </a: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D6D6D6"/>
                      </a:solidFill>
                      <a:prstDash val="solid"/>
                    </a:lnL>
                    <a:lnR w="10413">
                      <a:solidFill>
                        <a:srgbClr val="D6D6D6"/>
                      </a:solidFill>
                      <a:prstDash val="solid"/>
                    </a:lnR>
                    <a:lnT w="59181">
                      <a:solidFill>
                        <a:srgbClr val="FFFFFF"/>
                      </a:solidFill>
                      <a:prstDash val="solid"/>
                    </a:lnT>
                    <a:lnB w="10413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 marR="436880">
                        <a:lnSpc>
                          <a:spcPct val="100000"/>
                        </a:lnSpc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Ca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he </a:t>
                      </a:r>
                      <a:r>
                        <a:rPr sz="1600" b="1" spc="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b="1" spc="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D6D6D6"/>
                      </a:solidFill>
                      <a:prstDash val="solid"/>
                    </a:lnL>
                    <a:lnR w="10413">
                      <a:solidFill>
                        <a:srgbClr val="D6D6D6"/>
                      </a:solidFill>
                      <a:prstDash val="solid"/>
                    </a:lnR>
                    <a:lnT w="59181">
                      <a:solidFill>
                        <a:srgbClr val="FFFFFF"/>
                      </a:solidFill>
                      <a:prstDash val="solid"/>
                    </a:lnT>
                    <a:lnB w="10413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 marR="54229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b="1" spc="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y </a:t>
                      </a:r>
                      <a:r>
                        <a:rPr sz="1600" b="1" spc="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b="1" spc="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D6D6D6"/>
                      </a:solidFill>
                      <a:prstDash val="solid"/>
                    </a:lnL>
                    <a:lnR w="10413">
                      <a:solidFill>
                        <a:srgbClr val="D6D6D6"/>
                      </a:solidFill>
                      <a:prstDash val="solid"/>
                    </a:lnR>
                    <a:lnT w="59181">
                      <a:solidFill>
                        <a:srgbClr val="FFFFFF"/>
                      </a:solidFill>
                      <a:prstDash val="solid"/>
                    </a:lnT>
                    <a:lnB w="10413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 marR="35052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onda</a:t>
                      </a: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y </a:t>
                      </a:r>
                      <a:r>
                        <a:rPr sz="1600" b="1" spc="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b="1" spc="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D6D6D6"/>
                      </a:solidFill>
                      <a:prstDash val="solid"/>
                    </a:lnL>
                    <a:lnR w="10413">
                      <a:solidFill>
                        <a:srgbClr val="D6D6D6"/>
                      </a:solidFill>
                      <a:prstDash val="solid"/>
                    </a:lnR>
                    <a:lnT w="59181">
                      <a:solidFill>
                        <a:srgbClr val="FFFFFF"/>
                      </a:solidFill>
                      <a:prstDash val="solid"/>
                    </a:lnT>
                    <a:lnB w="10413">
                      <a:solidFill>
                        <a:srgbClr val="D6D6D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179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ndwidth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D6D6D6"/>
                      </a:solidFill>
                      <a:prstDash val="solid"/>
                    </a:lnL>
                    <a:lnR w="10413">
                      <a:solidFill>
                        <a:srgbClr val="D6D6D6"/>
                      </a:solidFill>
                      <a:prstDash val="solid"/>
                    </a:lnR>
                    <a:lnT w="10413">
                      <a:solidFill>
                        <a:srgbClr val="D6D6D6"/>
                      </a:solidFill>
                      <a:prstDash val="solid"/>
                    </a:lnT>
                    <a:lnB w="10413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 marR="81915">
                        <a:lnSpc>
                          <a:spcPct val="100000"/>
                        </a:lnSpc>
                        <a:tabLst>
                          <a:tab pos="439420" algn="l"/>
                          <a:tab pos="756285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4k	to	32k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B/sec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D6D6D6"/>
                      </a:solidFill>
                      <a:prstDash val="solid"/>
                    </a:lnL>
                    <a:lnR w="10413">
                      <a:solidFill>
                        <a:srgbClr val="D6D6D6"/>
                      </a:solidFill>
                      <a:prstDash val="solid"/>
                    </a:lnR>
                    <a:lnT w="10413">
                      <a:solidFill>
                        <a:srgbClr val="D6D6D6"/>
                      </a:solidFill>
                      <a:prstDash val="solid"/>
                    </a:lnT>
                    <a:lnB w="10413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 marR="83185">
                        <a:lnSpc>
                          <a:spcPct val="100000"/>
                        </a:lnSpc>
                        <a:tabLst>
                          <a:tab pos="515620" algn="l"/>
                          <a:tab pos="832485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800	to	5k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B/sec</a:t>
                      </a:r>
                    </a:p>
                  </a:txBody>
                  <a:tcPr marL="0" marR="0" marT="0" marB="0">
                    <a:lnL w="10413">
                      <a:solidFill>
                        <a:srgbClr val="D6D6D6"/>
                      </a:solidFill>
                      <a:prstDash val="solid"/>
                    </a:lnL>
                    <a:lnR w="10413">
                      <a:solidFill>
                        <a:srgbClr val="D6D6D6"/>
                      </a:solidFill>
                      <a:prstDash val="solid"/>
                    </a:lnR>
                    <a:lnT w="10413">
                      <a:solidFill>
                        <a:srgbClr val="D6D6D6"/>
                      </a:solidFill>
                      <a:prstDash val="solid"/>
                    </a:lnT>
                    <a:lnB w="10413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 marR="83820">
                        <a:lnSpc>
                          <a:spcPct val="100000"/>
                        </a:lnSpc>
                        <a:tabLst>
                          <a:tab pos="572135" algn="l"/>
                          <a:tab pos="944880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400	to	2k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B/sec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D6D6D6"/>
                      </a:solidFill>
                      <a:prstDash val="solid"/>
                    </a:lnL>
                    <a:lnR w="10413">
                      <a:solidFill>
                        <a:srgbClr val="D6D6D6"/>
                      </a:solidFill>
                      <a:prstDash val="solid"/>
                    </a:lnR>
                    <a:lnT w="10413">
                      <a:solidFill>
                        <a:srgbClr val="D6D6D6"/>
                      </a:solidFill>
                      <a:prstDash val="solid"/>
                    </a:lnT>
                    <a:lnB w="10413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 to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32 MB/sec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D6D6D6"/>
                      </a:solidFill>
                      <a:prstDash val="solid"/>
                    </a:lnL>
                    <a:lnR w="10413">
                      <a:solidFill>
                        <a:srgbClr val="D6D6D6"/>
                      </a:solidFill>
                      <a:prstDash val="solid"/>
                    </a:lnR>
                    <a:lnT w="10413">
                      <a:solidFill>
                        <a:srgbClr val="D6D6D6"/>
                      </a:solidFill>
                      <a:prstDash val="solid"/>
                    </a:lnT>
                    <a:lnB w="10413">
                      <a:solidFill>
                        <a:srgbClr val="D6D6D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179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Size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D6D6D6"/>
                      </a:solidFill>
                      <a:prstDash val="solid"/>
                    </a:lnL>
                    <a:lnR w="10413">
                      <a:solidFill>
                        <a:srgbClr val="D6D6D6"/>
                      </a:solidFill>
                      <a:prstDash val="solid"/>
                    </a:lnR>
                    <a:lnT w="10413">
                      <a:solidFill>
                        <a:srgbClr val="D6D6D6"/>
                      </a:solidFill>
                      <a:prstDash val="solid"/>
                    </a:lnT>
                    <a:lnB w="10413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1KB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D6D6D6"/>
                      </a:solidFill>
                      <a:prstDash val="solid"/>
                    </a:lnL>
                    <a:lnR w="10413">
                      <a:solidFill>
                        <a:srgbClr val="D6D6D6"/>
                      </a:solidFill>
                      <a:prstDash val="solid"/>
                    </a:lnR>
                    <a:lnT w="10413">
                      <a:solidFill>
                        <a:srgbClr val="D6D6D6"/>
                      </a:solidFill>
                      <a:prstDash val="solid"/>
                    </a:lnT>
                    <a:lnB w="10413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 marR="84455">
                        <a:lnSpc>
                          <a:spcPct val="100000"/>
                        </a:lnSpc>
                        <a:tabLst>
                          <a:tab pos="721360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	than 4MB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D6D6D6"/>
                      </a:solidFill>
                      <a:prstDash val="solid"/>
                    </a:lnL>
                    <a:lnR w="10413">
                      <a:solidFill>
                        <a:srgbClr val="D6D6D6"/>
                      </a:solidFill>
                      <a:prstDash val="solid"/>
                    </a:lnR>
                    <a:lnT w="10413">
                      <a:solidFill>
                        <a:srgbClr val="D6D6D6"/>
                      </a:solidFill>
                      <a:prstDash val="solid"/>
                    </a:lnT>
                    <a:lnB w="10413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 th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 2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GB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D6D6D6"/>
                      </a:solidFill>
                      <a:prstDash val="solid"/>
                    </a:lnL>
                    <a:lnR w="10413">
                      <a:solidFill>
                        <a:srgbClr val="D6D6D6"/>
                      </a:solidFill>
                      <a:prstDash val="solid"/>
                    </a:lnR>
                    <a:lnT w="10413">
                      <a:solidFill>
                        <a:srgbClr val="D6D6D6"/>
                      </a:solidFill>
                      <a:prstDash val="solid"/>
                    </a:lnT>
                    <a:lnB w="10413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 marR="8382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16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than </a:t>
                      </a:r>
                      <a:r>
                        <a:rPr sz="16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2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GB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D6D6D6"/>
                      </a:solidFill>
                      <a:prstDash val="solid"/>
                    </a:lnL>
                    <a:lnR w="10413">
                      <a:solidFill>
                        <a:srgbClr val="D6D6D6"/>
                      </a:solidFill>
                      <a:prstDash val="solid"/>
                    </a:lnR>
                    <a:lnT w="10413">
                      <a:solidFill>
                        <a:srgbClr val="D6D6D6"/>
                      </a:solidFill>
                      <a:prstDash val="solid"/>
                    </a:lnT>
                    <a:lnB w="10413">
                      <a:solidFill>
                        <a:srgbClr val="D6D6D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811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ces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 time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D6D6D6"/>
                      </a:solidFill>
                      <a:prstDash val="solid"/>
                    </a:lnL>
                    <a:lnR w="10413">
                      <a:solidFill>
                        <a:srgbClr val="D6D6D6"/>
                      </a:solidFill>
                      <a:prstDash val="solid"/>
                    </a:lnR>
                    <a:lnT w="10413">
                      <a:solidFill>
                        <a:srgbClr val="D6D6D6"/>
                      </a:solidFill>
                      <a:prstDash val="solid"/>
                    </a:lnT>
                    <a:lnB w="10413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 to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5 ns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D6D6D6"/>
                      </a:solidFill>
                      <a:prstDash val="solid"/>
                    </a:lnL>
                    <a:lnR w="10413">
                      <a:solidFill>
                        <a:srgbClr val="D6D6D6"/>
                      </a:solidFill>
                      <a:prstDash val="solid"/>
                    </a:lnR>
                    <a:lnT w="10413">
                      <a:solidFill>
                        <a:srgbClr val="D6D6D6"/>
                      </a:solidFill>
                      <a:prstDash val="solid"/>
                    </a:lnT>
                    <a:lnB w="10413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 to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10 ns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D6D6D6"/>
                      </a:solidFill>
                      <a:prstDash val="solid"/>
                    </a:lnL>
                    <a:lnR w="10413">
                      <a:solidFill>
                        <a:srgbClr val="D6D6D6"/>
                      </a:solidFill>
                      <a:prstDash val="solid"/>
                    </a:lnR>
                    <a:lnT w="10413">
                      <a:solidFill>
                        <a:srgbClr val="D6D6D6"/>
                      </a:solidFill>
                      <a:prstDash val="solid"/>
                    </a:lnT>
                    <a:lnB w="10413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80 to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400 nsec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D6D6D6"/>
                      </a:solidFill>
                      <a:prstDash val="solid"/>
                    </a:lnL>
                    <a:lnR w="10413">
                      <a:solidFill>
                        <a:srgbClr val="D6D6D6"/>
                      </a:solidFill>
                      <a:prstDash val="solid"/>
                    </a:lnR>
                    <a:lnT w="10413">
                      <a:solidFill>
                        <a:srgbClr val="D6D6D6"/>
                      </a:solidFill>
                      <a:prstDash val="solid"/>
                    </a:lnT>
                    <a:lnB w="10413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5 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D6D6D6"/>
                      </a:solidFill>
                      <a:prstDash val="solid"/>
                    </a:lnL>
                    <a:lnR w="10413">
                      <a:solidFill>
                        <a:srgbClr val="D6D6D6"/>
                      </a:solidFill>
                      <a:prstDash val="solid"/>
                    </a:lnR>
                    <a:lnT w="10413">
                      <a:solidFill>
                        <a:srgbClr val="D6D6D6"/>
                      </a:solidFill>
                      <a:prstDash val="solid"/>
                    </a:lnT>
                    <a:lnB w="10413">
                      <a:solidFill>
                        <a:srgbClr val="D6D6D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179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Ma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 by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D6D6D6"/>
                      </a:solidFill>
                      <a:prstDash val="solid"/>
                    </a:lnL>
                    <a:lnR w="10413">
                      <a:solidFill>
                        <a:srgbClr val="D6D6D6"/>
                      </a:solidFill>
                      <a:prstDash val="solid"/>
                    </a:lnR>
                    <a:lnT w="10413">
                      <a:solidFill>
                        <a:srgbClr val="D6D6D6"/>
                      </a:solidFill>
                      <a:prstDash val="solid"/>
                    </a:lnT>
                    <a:lnB w="10413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Compiler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D6D6D6"/>
                      </a:solidFill>
                      <a:prstDash val="solid"/>
                    </a:lnL>
                    <a:lnR w="10413">
                      <a:solidFill>
                        <a:srgbClr val="D6D6D6"/>
                      </a:solidFill>
                      <a:prstDash val="solid"/>
                    </a:lnR>
                    <a:lnT w="10413">
                      <a:solidFill>
                        <a:srgbClr val="D6D6D6"/>
                      </a:solidFill>
                      <a:prstDash val="solid"/>
                    </a:lnT>
                    <a:lnB w="10413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rdw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D6D6D6"/>
                      </a:solidFill>
                      <a:prstDash val="solid"/>
                    </a:lnL>
                    <a:lnR w="10413">
                      <a:solidFill>
                        <a:srgbClr val="D6D6D6"/>
                      </a:solidFill>
                      <a:prstDash val="solid"/>
                    </a:lnR>
                    <a:lnT w="10413">
                      <a:solidFill>
                        <a:srgbClr val="D6D6D6"/>
                      </a:solidFill>
                      <a:prstDash val="solid"/>
                    </a:lnT>
                    <a:lnB w="10413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 marR="48450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Op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ting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sys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D6D6D6"/>
                      </a:solidFill>
                      <a:prstDash val="solid"/>
                    </a:lnL>
                    <a:lnR w="10413">
                      <a:solidFill>
                        <a:srgbClr val="D6D6D6"/>
                      </a:solidFill>
                      <a:prstDash val="solid"/>
                    </a:lnR>
                    <a:lnT w="10413">
                      <a:solidFill>
                        <a:srgbClr val="D6D6D6"/>
                      </a:solidFill>
                      <a:prstDash val="solid"/>
                    </a:lnT>
                    <a:lnB w="10413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 or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</a:t>
                      </a:r>
                    </a:p>
                  </a:txBody>
                  <a:tcPr marL="0" marR="0" marT="0" marB="0">
                    <a:lnL w="10413">
                      <a:solidFill>
                        <a:srgbClr val="D6D6D6"/>
                      </a:solidFill>
                      <a:prstDash val="solid"/>
                    </a:lnL>
                    <a:lnR w="10413">
                      <a:solidFill>
                        <a:srgbClr val="D6D6D6"/>
                      </a:solidFill>
                      <a:prstDash val="solid"/>
                    </a:lnR>
                    <a:lnT w="10413">
                      <a:solidFill>
                        <a:srgbClr val="D6D6D6"/>
                      </a:solidFill>
                      <a:prstDash val="solid"/>
                    </a:lnT>
                    <a:lnB w="10413">
                      <a:solidFill>
                        <a:srgbClr val="D6D6D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824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D9ED6-E00C-E5A9-7A05-8D08BCBB0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673CDC-B1F7-0BE7-1CFE-6DEDB77A1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8284CF-B97F-6399-C3C6-425FBCA2AF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13FF965C-7D26-3373-AA3F-AA840A9C2EF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209600-5D48-5A2A-2B3B-97B84234870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4400" y="742950"/>
            <a:ext cx="7162800" cy="35548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577" algn="just"/>
            <a:r>
              <a:rPr sz="1700" b="1" dirty="0">
                <a:latin typeface="Times New Roman"/>
                <a:cs typeface="Times New Roman"/>
              </a:rPr>
              <a:t>Why </a:t>
            </a:r>
            <a:r>
              <a:rPr sz="1700" b="1" spc="-2" dirty="0">
                <a:latin typeface="Times New Roman"/>
                <a:cs typeface="Times New Roman"/>
              </a:rPr>
              <a:t>is </a:t>
            </a:r>
            <a:r>
              <a:rPr sz="1700" b="1" spc="-7" dirty="0">
                <a:latin typeface="Times New Roman"/>
                <a:cs typeface="Times New Roman"/>
              </a:rPr>
              <a:t>Me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 </a:t>
            </a:r>
            <a:r>
              <a:rPr sz="1700" b="1" spc="-5" dirty="0">
                <a:latin typeface="Times New Roman"/>
                <a:cs typeface="Times New Roman"/>
              </a:rPr>
              <a:t>Hi</a:t>
            </a:r>
            <a:r>
              <a:rPr sz="1700" b="1" spc="-7" dirty="0">
                <a:latin typeface="Times New Roman"/>
                <a:cs typeface="Times New Roman"/>
              </a:rPr>
              <a:t>er</a:t>
            </a:r>
            <a:r>
              <a:rPr sz="1700" b="1" spc="-5" dirty="0">
                <a:latin typeface="Times New Roman"/>
                <a:cs typeface="Times New Roman"/>
              </a:rPr>
              <a:t>a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hy u</a:t>
            </a:r>
            <a:r>
              <a:rPr sz="1700" b="1" spc="-2" dirty="0">
                <a:latin typeface="Times New Roman"/>
                <a:cs typeface="Times New Roman"/>
              </a:rPr>
              <a:t>se</a:t>
            </a:r>
            <a:r>
              <a:rPr sz="1700" b="1" dirty="0">
                <a:latin typeface="Times New Roman"/>
                <a:cs typeface="Times New Roman"/>
              </a:rPr>
              <a:t>d </a:t>
            </a:r>
            <a:r>
              <a:rPr sz="1700" b="1" spc="-2" dirty="0">
                <a:latin typeface="Times New Roman"/>
                <a:cs typeface="Times New Roman"/>
              </a:rPr>
              <a:t>in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syst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2" dirty="0">
                <a:latin typeface="Times New Roman"/>
                <a:cs typeface="Times New Roman"/>
              </a:rPr>
              <a:t>s?</a:t>
            </a:r>
            <a:endParaRPr sz="1700" dirty="0">
              <a:latin typeface="Times New Roman"/>
              <a:cs typeface="Times New Roman"/>
            </a:endParaRPr>
          </a:p>
          <a:p>
            <a:pPr marL="15577" marR="2443" algn="just">
              <a:spcBef>
                <a:spcPts val="380"/>
              </a:spcBef>
            </a:pPr>
            <a:endParaRPr lang="en-US" sz="1700" spc="-2" dirty="0">
              <a:latin typeface="Times New Roman"/>
              <a:cs typeface="Times New Roman"/>
            </a:endParaRPr>
          </a:p>
          <a:p>
            <a:pPr marL="15577" marR="2443" algn="just">
              <a:spcBef>
                <a:spcPts val="380"/>
              </a:spcBef>
            </a:pP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hie</a:t>
            </a:r>
            <a:r>
              <a:rPr sz="1700" spc="-7" dirty="0">
                <a:latin typeface="Times New Roman"/>
                <a:cs typeface="Times New Roman"/>
              </a:rPr>
              <a:t>ra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hy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nging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dif</a:t>
            </a:r>
            <a:r>
              <a:rPr sz="1700" spc="-5" dirty="0">
                <a:latin typeface="Times New Roman"/>
                <a:cs typeface="Times New Roman"/>
              </a:rPr>
              <a:t>fe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kinds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storage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omputing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d on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top,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highest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forming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-7" dirty="0">
                <a:latin typeface="Times New Roman"/>
                <a:cs typeface="Times New Roman"/>
              </a:rPr>
              <a:t> whic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 a</a:t>
            </a:r>
            <a:r>
              <a:rPr sz="1700" spc="-2" dirty="0">
                <a:latin typeface="Times New Roman"/>
                <a:cs typeface="Times New Roman"/>
              </a:rPr>
              <a:t>re 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stes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8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ite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to.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N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follow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7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nv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ntion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M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y,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follow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</a:t>
            </a:r>
            <a:r>
              <a:rPr sz="1700" dirty="0">
                <a:latin typeface="Times New Roman"/>
                <a:cs typeface="Times New Roman"/>
              </a:rPr>
              <a:t>sk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storage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dif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incl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-5" dirty="0">
                <a:latin typeface="Times New Roman"/>
                <a:cs typeface="Times New Roman"/>
              </a:rPr>
              <a:t>ding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SS</a:t>
            </a:r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opti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14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magn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tic disk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driv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s.</a:t>
            </a:r>
            <a:endParaRPr sz="1700" dirty="0">
              <a:latin typeface="Times New Roman"/>
              <a:cs typeface="Times New Roman"/>
            </a:endParaRPr>
          </a:p>
          <a:p>
            <a:pPr marL="15577" marR="2443" algn="just">
              <a:spcBef>
                <a:spcPts val="358"/>
              </a:spcBef>
            </a:pPr>
            <a:r>
              <a:rPr sz="1700" spc="-5" dirty="0">
                <a:latin typeface="Times New Roman"/>
                <a:cs typeface="Times New Roman"/>
              </a:rPr>
              <a:t>To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bridge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fo</a:t>
            </a:r>
            <a:r>
              <a:rPr sz="1700" spc="-5" dirty="0">
                <a:latin typeface="Times New Roman"/>
                <a:cs typeface="Times New Roman"/>
              </a:rPr>
              <a:t>rmance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designer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asing</a:t>
            </a:r>
            <a:r>
              <a:rPr sz="1700" dirty="0">
                <a:latin typeface="Times New Roman"/>
                <a:cs typeface="Times New Roman"/>
              </a:rPr>
              <a:t>ly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lyi</a:t>
            </a:r>
            <a:r>
              <a:rPr sz="1700" dirty="0">
                <a:latin typeface="Times New Roman"/>
                <a:cs typeface="Times New Roman"/>
              </a:rPr>
              <a:t>ng on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top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hie</a:t>
            </a:r>
            <a:r>
              <a:rPr sz="1700" spc="-7" dirty="0">
                <a:latin typeface="Times New Roman"/>
                <a:cs typeface="Times New Roman"/>
              </a:rPr>
              <a:t>ra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hy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lose/r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du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p.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spc="-5" dirty="0">
                <a:latin typeface="Times New Roman"/>
                <a:cs typeface="Times New Roman"/>
              </a:rPr>
              <a:t>done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through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inc</a:t>
            </a:r>
            <a:r>
              <a:rPr sz="1700" spc="-7" dirty="0">
                <a:latin typeface="Times New Roman"/>
                <a:cs typeface="Times New Roman"/>
              </a:rPr>
              <a:t>reasing</a:t>
            </a:r>
            <a:r>
              <a:rPr sz="1700" spc="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hier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hies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</a:t>
            </a:r>
            <a:r>
              <a:rPr sz="1700" spc="-5" dirty="0">
                <a:latin typeface="Times New Roman"/>
                <a:cs typeface="Times New Roman"/>
              </a:rPr>
              <a:t>which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ssor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much</a:t>
            </a:r>
            <a:r>
              <a:rPr sz="1700" spc="-2" dirty="0">
                <a:latin typeface="Times New Roman"/>
                <a:cs typeface="Times New Roman"/>
              </a:rPr>
              <a:t> f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ster</a:t>
            </a:r>
            <a:r>
              <a:rPr sz="1700" dirty="0">
                <a:latin typeface="Times New Roman"/>
                <a:cs typeface="Times New Roman"/>
              </a:rPr>
              <a:t>),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du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ing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y on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ain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low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r.</a:t>
            </a:r>
          </a:p>
        </p:txBody>
      </p:sp>
    </p:spTree>
    <p:extLst>
      <p:ext uri="{BB962C8B-B14F-4D97-AF65-F5344CB8AC3E}">
        <p14:creationId xmlns:p14="http://schemas.microsoft.com/office/powerpoint/2010/main" val="2644956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2357F-528F-D6D4-8929-7A3BA48AC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3B84F7-1397-ED9D-E5D2-696823749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5C2799-15A9-AB96-B601-8CA5F60F15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2D3AACB0-A0F8-A1D9-31A1-204E994623E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4D301C-CBA6-5954-EAB0-A707C5CAED5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3D8B1C90-D8EF-E83B-F070-BA431951B549}"/>
              </a:ext>
            </a:extLst>
          </p:cNvPr>
          <p:cNvSpPr txBox="1"/>
          <p:nvPr/>
        </p:nvSpPr>
        <p:spPr>
          <a:xfrm>
            <a:off x="914400" y="926811"/>
            <a:ext cx="7162800" cy="2431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>
              <a:spcBef>
                <a:spcPts val="317"/>
              </a:spcBef>
            </a:pP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Memor</a:t>
            </a:r>
            <a:r>
              <a:rPr sz="1700" spc="-5" dirty="0">
                <a:latin typeface="Times New Roman"/>
                <a:cs typeface="Times New Roman"/>
              </a:rPr>
              <a:t>y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Hie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spc="-5" dirty="0">
                <a:latin typeface="Times New Roman"/>
                <a:cs typeface="Times New Roman"/>
              </a:rPr>
              <a:t>esign</a:t>
            </a:r>
            <a:r>
              <a:rPr sz="1700" dirty="0">
                <a:latin typeface="Times New Roman"/>
                <a:cs typeface="Times New Roman"/>
              </a:rPr>
              <a:t> is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divided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into </a:t>
            </a:r>
            <a:r>
              <a:rPr sz="1700" dirty="0">
                <a:latin typeface="Times New Roman"/>
                <a:cs typeface="Times New Roman"/>
              </a:rPr>
              <a:t>2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in </a:t>
            </a:r>
            <a:r>
              <a:rPr sz="1700" spc="-5" dirty="0">
                <a:latin typeface="Times New Roman"/>
                <a:cs typeface="Times New Roman"/>
              </a:rPr>
              <a:t>types:</a:t>
            </a:r>
            <a:endParaRPr lang="en-US" sz="1700" spc="-5" dirty="0">
              <a:latin typeface="Times New Roman"/>
              <a:cs typeface="Times New Roman"/>
            </a:endParaRPr>
          </a:p>
          <a:p>
            <a:pPr marL="6109" algn="just">
              <a:spcBef>
                <a:spcPts val="317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329"/>
              </a:spcBef>
              <a:buFont typeface="Times New Roman"/>
              <a:buChar char="●"/>
              <a:tabLst>
                <a:tab pos="226022" algn="l"/>
              </a:tabLst>
            </a:pPr>
            <a:r>
              <a:rPr sz="1700" b="1" spc="-5" dirty="0">
                <a:latin typeface="Times New Roman"/>
                <a:cs typeface="Times New Roman"/>
              </a:rPr>
              <a:t>Ext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al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M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 </a:t>
            </a:r>
            <a:r>
              <a:rPr sz="1700" b="1" spc="-5" dirty="0">
                <a:latin typeface="Times New Roman"/>
                <a:cs typeface="Times New Roman"/>
              </a:rPr>
              <a:t>or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e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ond</a:t>
            </a:r>
            <a:r>
              <a:rPr sz="1700" b="1" spc="-5" dirty="0">
                <a:latin typeface="Times New Roman"/>
                <a:cs typeface="Times New Roman"/>
              </a:rPr>
              <a:t>a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</a:t>
            </a:r>
            <a:r>
              <a:rPr sz="1700" b="1" spc="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–</a:t>
            </a:r>
            <a:endParaRPr sz="1700" dirty="0">
              <a:latin typeface="Times New Roman"/>
              <a:cs typeface="Times New Roman"/>
            </a:endParaRPr>
          </a:p>
          <a:p>
            <a:pPr marL="225716" marR="113011">
              <a:spcBef>
                <a:spcPts val="31"/>
              </a:spcBef>
            </a:pPr>
            <a:r>
              <a:rPr sz="1700" spc="-5" dirty="0">
                <a:latin typeface="Times New Roman"/>
                <a:cs typeface="Times New Roman"/>
              </a:rPr>
              <a:t>Comprising of</a:t>
            </a:r>
            <a:r>
              <a:rPr sz="1700" spc="-2" dirty="0">
                <a:latin typeface="Times New Roman"/>
                <a:cs typeface="Times New Roman"/>
              </a:rPr>
              <a:t> Ma</a:t>
            </a:r>
            <a:r>
              <a:rPr sz="1700" spc="-5" dirty="0">
                <a:latin typeface="Times New Roman"/>
                <a:cs typeface="Times New Roman"/>
              </a:rPr>
              <a:t>gn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tic Disk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" dirty="0">
                <a:latin typeface="Times New Roman"/>
                <a:cs typeface="Times New Roman"/>
              </a:rPr>
              <a:t>Opt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Dis</a:t>
            </a:r>
            <a:r>
              <a:rPr sz="1700" dirty="0">
                <a:latin typeface="Times New Roman"/>
                <a:cs typeface="Times New Roman"/>
              </a:rPr>
              <a:t>k, </a:t>
            </a:r>
            <a:r>
              <a:rPr sz="1700" spc="-2" dirty="0">
                <a:latin typeface="Times New Roman"/>
                <a:cs typeface="Times New Roman"/>
              </a:rPr>
              <a:t>Ma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tic 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pe</a:t>
            </a:r>
            <a:r>
              <a:rPr sz="1700" spc="-2" dirty="0">
                <a:latin typeface="Times New Roman"/>
                <a:cs typeface="Times New Roman"/>
              </a:rPr>
              <a:t> i.e. 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ripher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storage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ible </a:t>
            </a:r>
            <a:r>
              <a:rPr sz="1700" dirty="0">
                <a:latin typeface="Times New Roman"/>
                <a:cs typeface="Times New Roman"/>
              </a:rPr>
              <a:t>by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5" dirty="0">
                <a:latin typeface="Times New Roman"/>
                <a:cs typeface="Times New Roman"/>
              </a:rPr>
              <a:t>ro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Modu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marR="113011">
              <a:spcBef>
                <a:spcPts val="3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Font typeface="Times New Roman"/>
              <a:buChar char="●"/>
              <a:tabLst>
                <a:tab pos="226022" algn="l"/>
              </a:tabLst>
            </a:pP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al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M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 </a:t>
            </a:r>
            <a:r>
              <a:rPr sz="1700" b="1" spc="-5" dirty="0">
                <a:latin typeface="Times New Roman"/>
                <a:cs typeface="Times New Roman"/>
              </a:rPr>
              <a:t>or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P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i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a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</a:t>
            </a:r>
            <a:r>
              <a:rPr sz="1700" b="1" spc="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–</a:t>
            </a:r>
            <a:endParaRPr sz="1700" dirty="0">
              <a:latin typeface="Times New Roman"/>
              <a:cs typeface="Times New Roman"/>
            </a:endParaRPr>
          </a:p>
          <a:p>
            <a:pPr marL="225716" marR="192424">
              <a:spcBef>
                <a:spcPts val="31"/>
              </a:spcBef>
            </a:pPr>
            <a:r>
              <a:rPr sz="1700" spc="-5" dirty="0">
                <a:latin typeface="Times New Roman"/>
                <a:cs typeface="Times New Roman"/>
              </a:rPr>
              <a:t>Comprising of</a:t>
            </a:r>
            <a:r>
              <a:rPr sz="1700" spc="-2" dirty="0">
                <a:latin typeface="Times New Roman"/>
                <a:cs typeface="Times New Roman"/>
              </a:rPr>
              <a:t> Main </a:t>
            </a:r>
            <a:r>
              <a:rPr sz="1700" spc="-7" dirty="0">
                <a:latin typeface="Times New Roman"/>
                <a:cs typeface="Times New Roman"/>
              </a:rPr>
              <a:t>Memory</a:t>
            </a:r>
            <a:r>
              <a:rPr sz="1700" spc="-2" dirty="0">
                <a:latin typeface="Times New Roman"/>
                <a:cs typeface="Times New Roman"/>
              </a:rPr>
              <a:t>,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-2" dirty="0">
                <a:latin typeface="Times New Roman"/>
                <a:cs typeface="Times New Roman"/>
              </a:rPr>
              <a:t> Me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&amp;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rs.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-2" dirty="0">
                <a:latin typeface="Times New Roman"/>
                <a:cs typeface="Times New Roman"/>
              </a:rPr>
              <a:t> dir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tl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dirty="0">
                <a:latin typeface="Times New Roman"/>
                <a:cs typeface="Times New Roman"/>
              </a:rPr>
              <a:t> by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proc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ssor.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49517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2ABE1-F586-06AB-71E2-00F2D26C0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1F81CD-930C-149C-D5AB-064C5524E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812757-F061-AE58-9DF9-CAF41F99EF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941F07CE-17BE-5B65-F98D-F24D14F14E8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66C978-5326-D9A6-ADEB-B8F78102A37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2761838C-1CD3-780B-F54B-C6C9CBAF754D}"/>
              </a:ext>
            </a:extLst>
          </p:cNvPr>
          <p:cNvSpPr txBox="1"/>
          <p:nvPr/>
        </p:nvSpPr>
        <p:spPr>
          <a:xfrm>
            <a:off x="914400" y="926811"/>
            <a:ext cx="7162800" cy="29161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>
              <a:spcBef>
                <a:spcPts val="317"/>
              </a:spcBef>
            </a:pPr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oll</a:t>
            </a:r>
            <a:r>
              <a:rPr sz="1700" dirty="0">
                <a:latin typeface="Times New Roman"/>
                <a:cs typeface="Times New Roman"/>
              </a:rPr>
              <a:t>owing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risti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spc="-5" dirty="0">
                <a:latin typeface="Times New Roman"/>
                <a:cs typeface="Times New Roman"/>
              </a:rPr>
              <a:t>emory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Hie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hy </a:t>
            </a:r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spc="-5" dirty="0">
                <a:latin typeface="Times New Roman"/>
                <a:cs typeface="Times New Roman"/>
              </a:rPr>
              <a:t>esign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bove</a:t>
            </a:r>
            <a:r>
              <a:rPr sz="1700" spc="-2" dirty="0">
                <a:latin typeface="Times New Roman"/>
                <a:cs typeface="Times New Roman"/>
              </a:rPr>
              <a:t> figu</a:t>
            </a:r>
            <a:r>
              <a:rPr sz="1700" spc="-5" dirty="0">
                <a:latin typeface="Times New Roman"/>
                <a:cs typeface="Times New Roman"/>
              </a:rPr>
              <a:t>re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endParaRPr lang="en-US" sz="1700" spc="-2" dirty="0">
              <a:latin typeface="Times New Roman"/>
              <a:cs typeface="Times New Roman"/>
            </a:endParaRPr>
          </a:p>
          <a:p>
            <a:pPr marL="6109" algn="just">
              <a:spcBef>
                <a:spcPts val="317"/>
              </a:spcBef>
            </a:pPr>
            <a:endParaRPr lang="en-US" sz="1700" spc="-2" dirty="0">
              <a:latin typeface="Times New Roman"/>
              <a:cs typeface="Times New Roman"/>
            </a:endParaRPr>
          </a:p>
          <a:p>
            <a:pPr marL="335673" indent="-109957" algn="just">
              <a:buFont typeface="Times New Roman"/>
              <a:buAutoNum type="arabicPeriod"/>
              <a:tabLst>
                <a:tab pos="335979" algn="l"/>
              </a:tabLst>
            </a:pPr>
            <a:r>
              <a:rPr lang="en-US" sz="1700" b="1" spc="-2" dirty="0">
                <a:latin typeface="Times New Roman"/>
                <a:cs typeface="Times New Roman"/>
              </a:rPr>
              <a:t> Capacit</a:t>
            </a:r>
            <a:r>
              <a:rPr lang="en-US" sz="1700" b="1" dirty="0">
                <a:latin typeface="Times New Roman"/>
                <a:cs typeface="Times New Roman"/>
              </a:rPr>
              <a:t>y:</a:t>
            </a:r>
            <a:endParaRPr lang="en-US" sz="1700" dirty="0">
              <a:latin typeface="Times New Roman"/>
              <a:cs typeface="Times New Roman"/>
            </a:endParaRPr>
          </a:p>
          <a:p>
            <a:pPr marL="335673" marR="112400" algn="just">
              <a:spcBef>
                <a:spcPts val="31"/>
              </a:spcBef>
            </a:pP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the </a:t>
            </a:r>
            <a:r>
              <a:rPr lang="en-US" sz="1700" spc="-5" dirty="0">
                <a:latin typeface="Times New Roman"/>
                <a:cs typeface="Times New Roman"/>
              </a:rPr>
              <a:t>glob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volume</a:t>
            </a:r>
            <a:r>
              <a:rPr lang="en-US" sz="1700" dirty="0">
                <a:latin typeface="Times New Roman"/>
                <a:cs typeface="Times New Roman"/>
              </a:rPr>
              <a:t> of </a:t>
            </a:r>
            <a:r>
              <a:rPr lang="en-US" sz="1700" spc="-2" dirty="0">
                <a:latin typeface="Times New Roman"/>
                <a:cs typeface="Times New Roman"/>
              </a:rPr>
              <a:t>info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mation</a:t>
            </a:r>
            <a:r>
              <a:rPr lang="en-US" sz="1700" spc="-2" dirty="0">
                <a:latin typeface="Times New Roman"/>
                <a:cs typeface="Times New Roman"/>
              </a:rPr>
              <a:t> the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5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tor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. 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w</a:t>
            </a:r>
            <a:r>
              <a:rPr lang="en-US" sz="1700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 move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-5" dirty="0">
                <a:latin typeface="Times New Roman"/>
                <a:cs typeface="Times New Roman"/>
              </a:rPr>
              <a:t>rom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top</a:t>
            </a:r>
            <a:r>
              <a:rPr lang="en-US" sz="1700" spc="-2" dirty="0">
                <a:latin typeface="Times New Roman"/>
                <a:cs typeface="Times New Roman"/>
              </a:rPr>
              <a:t> t</a:t>
            </a:r>
            <a:r>
              <a:rPr lang="en-US" sz="1700" dirty="0">
                <a:latin typeface="Times New Roman"/>
                <a:cs typeface="Times New Roman"/>
              </a:rPr>
              <a:t>o </a:t>
            </a:r>
            <a:r>
              <a:rPr lang="en-US" sz="1700" spc="-5" dirty="0">
                <a:latin typeface="Times New Roman"/>
                <a:cs typeface="Times New Roman"/>
              </a:rPr>
              <a:t>bottom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2" dirty="0">
                <a:latin typeface="Times New Roman"/>
                <a:cs typeface="Times New Roman"/>
              </a:rPr>
              <a:t>the Hie</a:t>
            </a:r>
            <a:r>
              <a:rPr lang="en-US" sz="1700" spc="-7" dirty="0">
                <a:latin typeface="Times New Roman"/>
                <a:cs typeface="Times New Roman"/>
              </a:rPr>
              <a:t>ra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hy,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it</a:t>
            </a:r>
            <a:r>
              <a:rPr lang="en-US" sz="1700" dirty="0">
                <a:latin typeface="Times New Roman"/>
                <a:cs typeface="Times New Roman"/>
              </a:rPr>
              <a:t>y </a:t>
            </a:r>
            <a:r>
              <a:rPr lang="en-US" sz="1700" spc="-2" dirty="0">
                <a:latin typeface="Times New Roman"/>
                <a:cs typeface="Times New Roman"/>
              </a:rPr>
              <a:t>inc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eases.</a:t>
            </a:r>
          </a:p>
          <a:p>
            <a:pPr marL="335673" marR="112400" algn="just">
              <a:spcBef>
                <a:spcPts val="31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335673" indent="-109957" algn="just">
              <a:buFont typeface="Times New Roman"/>
              <a:buAutoNum type="arabicPeriod" startAt="2"/>
              <a:tabLst>
                <a:tab pos="335979" algn="l"/>
              </a:tabLst>
            </a:pPr>
            <a:r>
              <a:rPr lang="en-US" sz="1700" b="1" spc="-2" dirty="0">
                <a:latin typeface="Times New Roman"/>
                <a:cs typeface="Times New Roman"/>
              </a:rPr>
              <a:t> A</a:t>
            </a:r>
            <a:r>
              <a:rPr lang="en-US" sz="1700" b="1" spc="-5" dirty="0">
                <a:latin typeface="Times New Roman"/>
                <a:cs typeface="Times New Roman"/>
              </a:rPr>
              <a:t>c</a:t>
            </a:r>
            <a:r>
              <a:rPr lang="en-US" sz="1700" b="1" spc="-7" dirty="0">
                <a:latin typeface="Times New Roman"/>
                <a:cs typeface="Times New Roman"/>
              </a:rPr>
              <a:t>ce</a:t>
            </a:r>
            <a:r>
              <a:rPr lang="en-US" sz="1700" b="1" spc="-2" dirty="0">
                <a:latin typeface="Times New Roman"/>
                <a:cs typeface="Times New Roman"/>
              </a:rPr>
              <a:t>s</a:t>
            </a:r>
            <a:r>
              <a:rPr lang="en-US" sz="1700" b="1" dirty="0">
                <a:latin typeface="Times New Roman"/>
                <a:cs typeface="Times New Roman"/>
              </a:rPr>
              <a:t>s </a:t>
            </a:r>
            <a:r>
              <a:rPr lang="en-US" sz="1700" b="1" spc="-5" dirty="0">
                <a:latin typeface="Times New Roman"/>
                <a:cs typeface="Times New Roman"/>
              </a:rPr>
              <a:t>Ti</a:t>
            </a:r>
            <a:r>
              <a:rPr lang="en-US" sz="1700" b="1" spc="-2" dirty="0">
                <a:latin typeface="Times New Roman"/>
                <a:cs typeface="Times New Roman"/>
              </a:rPr>
              <a:t>m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:</a:t>
            </a:r>
            <a:endParaRPr lang="en-US" sz="1700" dirty="0">
              <a:latin typeface="Times New Roman"/>
              <a:cs typeface="Times New Roman"/>
            </a:endParaRPr>
          </a:p>
          <a:p>
            <a:pPr marL="335673" marR="51618" algn="just">
              <a:spcBef>
                <a:spcPts val="31"/>
              </a:spcBef>
            </a:pP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the </a:t>
            </a:r>
            <a:r>
              <a:rPr lang="en-US" sz="1700" spc="-5" dirty="0">
                <a:latin typeface="Times New Roman"/>
                <a:cs typeface="Times New Roman"/>
              </a:rPr>
              <a:t>time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inte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v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b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tw</a:t>
            </a:r>
            <a:r>
              <a:rPr lang="en-US" sz="1700" spc="-7" dirty="0">
                <a:latin typeface="Times New Roman"/>
                <a:cs typeface="Times New Roman"/>
              </a:rPr>
              <a:t>ee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2" dirty="0">
                <a:latin typeface="Times New Roman"/>
                <a:cs typeface="Times New Roman"/>
              </a:rPr>
              <a:t>the 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ea</a:t>
            </a:r>
            <a:r>
              <a:rPr lang="en-US" sz="1700" dirty="0">
                <a:latin typeface="Times New Roman"/>
                <a:cs typeface="Times New Roman"/>
              </a:rPr>
              <a:t>d/</a:t>
            </a:r>
            <a:r>
              <a:rPr lang="en-US" sz="1700" spc="5" dirty="0">
                <a:latin typeface="Times New Roman"/>
                <a:cs typeface="Times New Roman"/>
              </a:rPr>
              <a:t>w</a:t>
            </a:r>
            <a:r>
              <a:rPr lang="en-US" sz="1700" spc="-2" dirty="0">
                <a:latin typeface="Times New Roman"/>
                <a:cs typeface="Times New Roman"/>
              </a:rPr>
              <a:t>rite 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q</a:t>
            </a:r>
            <a:r>
              <a:rPr lang="en-US" sz="1700" spc="5" dirty="0">
                <a:latin typeface="Times New Roman"/>
                <a:cs typeface="Times New Roman"/>
              </a:rPr>
              <a:t>u</a:t>
            </a:r>
            <a:r>
              <a:rPr lang="en-US" sz="1700" spc="-5" dirty="0">
                <a:latin typeface="Times New Roman"/>
                <a:cs typeface="Times New Roman"/>
              </a:rPr>
              <a:t>es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and</a:t>
            </a:r>
            <a:r>
              <a:rPr lang="en-US" sz="1700" spc="-2" dirty="0">
                <a:latin typeface="Times New Roman"/>
                <a:cs typeface="Times New Roman"/>
              </a:rPr>
              <a:t> the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v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il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bilit</a:t>
            </a:r>
            <a:r>
              <a:rPr lang="en-US" sz="1700" dirty="0">
                <a:latin typeface="Times New Roman"/>
                <a:cs typeface="Times New Roman"/>
              </a:rPr>
              <a:t>y of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ta. A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w</a:t>
            </a:r>
            <a:r>
              <a:rPr lang="en-US" sz="1700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 mo</a:t>
            </a:r>
            <a:r>
              <a:rPr lang="en-US" sz="1700" dirty="0">
                <a:latin typeface="Times New Roman"/>
                <a:cs typeface="Times New Roman"/>
              </a:rPr>
              <a:t>v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-5" dirty="0">
                <a:latin typeface="Times New Roman"/>
                <a:cs typeface="Times New Roman"/>
              </a:rPr>
              <a:t>rom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op </a:t>
            </a:r>
            <a:r>
              <a:rPr lang="en-US" sz="1700" spc="-2" dirty="0">
                <a:latin typeface="Times New Roman"/>
                <a:cs typeface="Times New Roman"/>
              </a:rPr>
              <a:t>to </a:t>
            </a:r>
            <a:r>
              <a:rPr lang="en-US" sz="1700" spc="-5" dirty="0">
                <a:latin typeface="Times New Roman"/>
                <a:cs typeface="Times New Roman"/>
              </a:rPr>
              <a:t>bottom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 the </a:t>
            </a:r>
            <a:r>
              <a:rPr lang="en-US" sz="1700" spc="-7" dirty="0">
                <a:latin typeface="Times New Roman"/>
                <a:cs typeface="Times New Roman"/>
              </a:rPr>
              <a:t>Hie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hy, </a:t>
            </a:r>
            <a:r>
              <a:rPr lang="en-US" sz="1700" spc="-2" dirty="0">
                <a:latin typeface="Times New Roman"/>
                <a:cs typeface="Times New Roman"/>
              </a:rPr>
              <a:t>the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7" dirty="0">
                <a:latin typeface="Times New Roman"/>
                <a:cs typeface="Times New Roman"/>
              </a:rPr>
              <a:t>cce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5" dirty="0">
                <a:latin typeface="Times New Roman"/>
                <a:cs typeface="Times New Roman"/>
              </a:rPr>
              <a:t>time</a:t>
            </a:r>
            <a:r>
              <a:rPr lang="en-US" sz="1700" spc="-2" dirty="0">
                <a:latin typeface="Times New Roman"/>
                <a:cs typeface="Times New Roman"/>
              </a:rPr>
              <a:t> inc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ea</a:t>
            </a:r>
            <a:r>
              <a:rPr lang="en-US" sz="1700" spc="-2" dirty="0">
                <a:latin typeface="Times New Roman"/>
                <a:cs typeface="Times New Roman"/>
              </a:rPr>
              <a:t>ses.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43729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451C2-4F37-BF81-CA3B-80045B8AC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3AC3AB-3C87-8B84-4F06-C41EA45F5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D1FA88-D18F-5A26-4D2C-2278E20C1C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86AC2F52-CFD1-C7CC-E7BA-A243BFBEDC7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5BCEB4-F209-D32C-937D-5389AC52A3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31013FA0-02AD-0D58-140A-01965BA523EE}"/>
              </a:ext>
            </a:extLst>
          </p:cNvPr>
          <p:cNvSpPr txBox="1"/>
          <p:nvPr/>
        </p:nvSpPr>
        <p:spPr>
          <a:xfrm>
            <a:off x="914400" y="926811"/>
            <a:ext cx="7162800" cy="3400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5673" indent="-109957" algn="just">
              <a:buFont typeface="Times New Roman"/>
              <a:buAutoNum type="arabicPeriod" startAt="3"/>
              <a:tabLst>
                <a:tab pos="335979" algn="l"/>
              </a:tabLst>
            </a:pPr>
            <a:r>
              <a:rPr lang="en-US" sz="1700" b="1" spc="-5" dirty="0">
                <a:latin typeface="Times New Roman"/>
                <a:cs typeface="Times New Roman"/>
              </a:rPr>
              <a:t> P</a:t>
            </a:r>
            <a:r>
              <a:rPr lang="en-US" sz="1700" b="1" spc="-10" dirty="0">
                <a:latin typeface="Times New Roman"/>
                <a:cs typeface="Times New Roman"/>
              </a:rPr>
              <a:t>e</a:t>
            </a:r>
            <a:r>
              <a:rPr lang="en-US" sz="1700" b="1" spc="-7" dirty="0">
                <a:latin typeface="Times New Roman"/>
                <a:cs typeface="Times New Roman"/>
              </a:rPr>
              <a:t>r</a:t>
            </a:r>
            <a:r>
              <a:rPr lang="en-US" sz="1700" b="1" dirty="0">
                <a:latin typeface="Times New Roman"/>
                <a:cs typeface="Times New Roman"/>
              </a:rPr>
              <a:t>f</a:t>
            </a:r>
            <a:r>
              <a:rPr lang="en-US" sz="1700" b="1" spc="2" dirty="0">
                <a:latin typeface="Times New Roman"/>
                <a:cs typeface="Times New Roman"/>
              </a:rPr>
              <a:t>o</a:t>
            </a:r>
            <a:r>
              <a:rPr lang="en-US" sz="1700" b="1" spc="-7" dirty="0">
                <a:latin typeface="Times New Roman"/>
                <a:cs typeface="Times New Roman"/>
              </a:rPr>
              <a:t>r</a:t>
            </a:r>
            <a:r>
              <a:rPr lang="en-US" sz="1700" b="1" spc="2" dirty="0">
                <a:latin typeface="Times New Roman"/>
                <a:cs typeface="Times New Roman"/>
              </a:rPr>
              <a:t>m</a:t>
            </a:r>
            <a:r>
              <a:rPr lang="en-US" sz="1700" b="1" dirty="0">
                <a:latin typeface="Times New Roman"/>
                <a:cs typeface="Times New Roman"/>
              </a:rPr>
              <a:t>an</a:t>
            </a:r>
            <a:r>
              <a:rPr lang="en-US" sz="1700" b="1" spc="-7" dirty="0">
                <a:latin typeface="Times New Roman"/>
                <a:cs typeface="Times New Roman"/>
              </a:rPr>
              <a:t>ce</a:t>
            </a:r>
            <a:r>
              <a:rPr lang="en-US" sz="1700" b="1" dirty="0">
                <a:latin typeface="Times New Roman"/>
                <a:cs typeface="Times New Roman"/>
              </a:rPr>
              <a:t>:</a:t>
            </a:r>
            <a:endParaRPr lang="en-US" sz="1700" dirty="0">
              <a:latin typeface="Times New Roman"/>
              <a:cs typeface="Times New Roman"/>
            </a:endParaRPr>
          </a:p>
          <a:p>
            <a:pPr marL="335673" marR="16799" algn="just">
              <a:spcBef>
                <a:spcPts val="14"/>
              </a:spcBef>
            </a:pP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rli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5" dirty="0">
                <a:latin typeface="Times New Roman"/>
                <a:cs typeface="Times New Roman"/>
              </a:rPr>
              <a:t>w</a:t>
            </a:r>
            <a:r>
              <a:rPr lang="en-US" sz="1700" spc="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2" dirty="0">
                <a:latin typeface="Times New Roman"/>
                <a:cs typeface="Times New Roman"/>
              </a:rPr>
              <a:t>the 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ompu</a:t>
            </a:r>
            <a:r>
              <a:rPr lang="en-US" sz="1700" spc="2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5" dirty="0">
                <a:latin typeface="Times New Roman"/>
                <a:cs typeface="Times New Roman"/>
              </a:rPr>
              <a:t>system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w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desig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withou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Me</a:t>
            </a:r>
            <a:r>
              <a:rPr lang="en-US" sz="1700" spc="-5" dirty="0">
                <a:latin typeface="Times New Roman"/>
                <a:cs typeface="Times New Roman"/>
              </a:rPr>
              <a:t>mory</a:t>
            </a:r>
            <a:r>
              <a:rPr lang="en-US" sz="1700" spc="-2" dirty="0">
                <a:latin typeface="Times New Roman"/>
                <a:cs typeface="Times New Roman"/>
              </a:rPr>
              <a:t> Hie</a:t>
            </a:r>
            <a:r>
              <a:rPr lang="en-US" sz="1700" spc="-7" dirty="0">
                <a:latin typeface="Times New Roman"/>
                <a:cs typeface="Times New Roman"/>
              </a:rPr>
              <a:t>ra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hy </a:t>
            </a:r>
            <a:r>
              <a:rPr lang="en-US" sz="1700" spc="-5" dirty="0">
                <a:latin typeface="Times New Roman"/>
                <a:cs typeface="Times New Roman"/>
              </a:rPr>
              <a:t>design</a:t>
            </a:r>
            <a:r>
              <a:rPr lang="en-US" sz="1700" spc="-2" dirty="0">
                <a:latin typeface="Times New Roman"/>
                <a:cs typeface="Times New Roman"/>
              </a:rPr>
              <a:t>,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 sp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5" dirty="0">
                <a:latin typeface="Times New Roman"/>
                <a:cs typeface="Times New Roman"/>
              </a:rPr>
              <a:t>g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p </a:t>
            </a:r>
            <a:r>
              <a:rPr lang="en-US" sz="1700" spc="-2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-2" dirty="0">
                <a:latin typeface="Times New Roman"/>
                <a:cs typeface="Times New Roman"/>
              </a:rPr>
              <a:t>cr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se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b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tw</a:t>
            </a:r>
            <a:r>
              <a:rPr lang="en-US" sz="1700" spc="-7" dirty="0">
                <a:latin typeface="Times New Roman"/>
                <a:cs typeface="Times New Roman"/>
              </a:rPr>
              <a:t>ee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h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PU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gis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5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in </a:t>
            </a:r>
            <a:r>
              <a:rPr lang="en-US" sz="1700" spc="-7" dirty="0">
                <a:latin typeface="Times New Roman"/>
                <a:cs typeface="Times New Roman"/>
              </a:rPr>
              <a:t>Memor</a:t>
            </a:r>
            <a:r>
              <a:rPr lang="en-US" sz="1700" spc="-5" dirty="0">
                <a:latin typeface="Times New Roman"/>
                <a:cs typeface="Times New Roman"/>
              </a:rPr>
              <a:t>y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due</a:t>
            </a:r>
            <a:r>
              <a:rPr lang="en-US" sz="1700" spc="-2" dirty="0">
                <a:latin typeface="Times New Roman"/>
                <a:cs typeface="Times New Roman"/>
              </a:rPr>
              <a:t> to l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rge </a:t>
            </a:r>
            <a:r>
              <a:rPr lang="en-US" sz="1700" spc="-2" dirty="0">
                <a:latin typeface="Times New Roman"/>
                <a:cs typeface="Times New Roman"/>
              </a:rPr>
              <a:t>dif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spc="-2" dirty="0">
                <a:latin typeface="Times New Roman"/>
                <a:cs typeface="Times New Roman"/>
              </a:rPr>
              <a:t>er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in </a:t>
            </a:r>
            <a:r>
              <a:rPr lang="en-US" sz="1700" spc="-5" dirty="0">
                <a:latin typeface="Times New Roman"/>
                <a:cs typeface="Times New Roman"/>
              </a:rPr>
              <a:t>ac</a:t>
            </a:r>
            <a:r>
              <a:rPr lang="en-US" sz="1700" spc="-2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5" dirty="0">
                <a:latin typeface="Times New Roman"/>
                <a:cs typeface="Times New Roman"/>
              </a:rPr>
              <a:t>tim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. </a:t>
            </a:r>
            <a:r>
              <a:rPr lang="en-US" sz="1700" spc="-5" dirty="0">
                <a:latin typeface="Times New Roman"/>
                <a:cs typeface="Times New Roman"/>
              </a:rPr>
              <a:t>This</a:t>
            </a:r>
            <a:r>
              <a:rPr lang="en-US" sz="1700" spc="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sul</a:t>
            </a:r>
            <a:r>
              <a:rPr lang="en-US" sz="1700" dirty="0">
                <a:latin typeface="Times New Roman"/>
                <a:cs typeface="Times New Roman"/>
              </a:rPr>
              <a:t>ts</a:t>
            </a:r>
            <a:r>
              <a:rPr lang="en-US" sz="1700" spc="-2" dirty="0">
                <a:latin typeface="Times New Roman"/>
                <a:cs typeface="Times New Roman"/>
              </a:rPr>
              <a:t> in </a:t>
            </a:r>
            <a:r>
              <a:rPr lang="en-US" sz="1700" spc="-7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ow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5" dirty="0">
                <a:latin typeface="Times New Roman"/>
                <a:cs typeface="Times New Roman"/>
              </a:rPr>
              <a:t>pe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form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 </a:t>
            </a:r>
            <a:r>
              <a:rPr lang="en-US" sz="1700" spc="-2" dirty="0">
                <a:latin typeface="Times New Roman"/>
                <a:cs typeface="Times New Roman"/>
              </a:rPr>
              <a:t>th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sys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2" dirty="0">
                <a:latin typeface="Times New Roman"/>
                <a:cs typeface="Times New Roman"/>
              </a:rPr>
              <a:t>thus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nh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n</a:t>
            </a:r>
            <a:r>
              <a:rPr lang="en-US" sz="1700" spc="-2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ment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2" dirty="0">
                <a:latin typeface="Times New Roman"/>
                <a:cs typeface="Times New Roman"/>
              </a:rPr>
              <a:t>w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quir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d.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This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enh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n</a:t>
            </a:r>
            <a:r>
              <a:rPr lang="en-US" sz="1700" spc="-2" dirty="0">
                <a:latin typeface="Times New Roman"/>
                <a:cs typeface="Times New Roman"/>
              </a:rPr>
              <a:t>ce</a:t>
            </a:r>
            <a:r>
              <a:rPr lang="en-US" sz="1700" spc="-5" dirty="0">
                <a:latin typeface="Times New Roman"/>
                <a:cs typeface="Times New Roman"/>
              </a:rPr>
              <a:t>ment</a:t>
            </a:r>
            <a:r>
              <a:rPr lang="en-US" sz="1700" spc="-2" dirty="0">
                <a:latin typeface="Times New Roman"/>
                <a:cs typeface="Times New Roman"/>
              </a:rPr>
              <a:t> w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made </a:t>
            </a:r>
            <a:r>
              <a:rPr lang="en-US" sz="1700" spc="-2" dirty="0">
                <a:latin typeface="Times New Roman"/>
                <a:cs typeface="Times New Roman"/>
              </a:rPr>
              <a:t>in the 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2" dirty="0">
                <a:latin typeface="Times New Roman"/>
                <a:cs typeface="Times New Roman"/>
              </a:rPr>
              <a:t>or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dirty="0">
                <a:latin typeface="Times New Roman"/>
                <a:cs typeface="Times New Roman"/>
              </a:rPr>
              <a:t> of </a:t>
            </a:r>
            <a:r>
              <a:rPr lang="en-US" sz="1700" spc="-2" dirty="0">
                <a:latin typeface="Times New Roman"/>
                <a:cs typeface="Times New Roman"/>
              </a:rPr>
              <a:t>Me</a:t>
            </a:r>
            <a:r>
              <a:rPr lang="en-US" sz="1700" spc="-5" dirty="0">
                <a:latin typeface="Times New Roman"/>
                <a:cs typeface="Times New Roman"/>
              </a:rPr>
              <a:t>mory</a:t>
            </a:r>
            <a:r>
              <a:rPr lang="en-US" sz="1700" spc="-2" dirty="0">
                <a:latin typeface="Times New Roman"/>
                <a:cs typeface="Times New Roman"/>
              </a:rPr>
              <a:t> Hier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hy </a:t>
            </a:r>
            <a:r>
              <a:rPr lang="en-US" sz="1700" spc="2" dirty="0">
                <a:latin typeface="Times New Roman"/>
                <a:cs typeface="Times New Roman"/>
              </a:rPr>
              <a:t>D</a:t>
            </a:r>
            <a:r>
              <a:rPr lang="en-US" sz="1700" spc="-5" dirty="0">
                <a:latin typeface="Times New Roman"/>
                <a:cs typeface="Times New Roman"/>
              </a:rPr>
              <a:t>es</a:t>
            </a:r>
            <a:r>
              <a:rPr lang="en-US" sz="1700" dirty="0">
                <a:latin typeface="Times New Roman"/>
                <a:cs typeface="Times New Roman"/>
              </a:rPr>
              <a:t>ign </a:t>
            </a:r>
            <a:r>
              <a:rPr lang="en-US" sz="1700" spc="-5" dirty="0">
                <a:latin typeface="Times New Roman"/>
                <a:cs typeface="Times New Roman"/>
              </a:rPr>
              <a:t>b</a:t>
            </a:r>
            <a:r>
              <a:rPr lang="en-US" sz="1700" spc="-7" dirty="0">
                <a:latin typeface="Times New Roman"/>
                <a:cs typeface="Times New Roman"/>
              </a:rPr>
              <a:t>eca</a:t>
            </a:r>
            <a:r>
              <a:rPr lang="en-US" sz="1700" dirty="0">
                <a:latin typeface="Times New Roman"/>
                <a:cs typeface="Times New Roman"/>
              </a:rPr>
              <a:t>use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f </a:t>
            </a:r>
            <a:r>
              <a:rPr lang="en-US" sz="1700" spc="-5" dirty="0">
                <a:latin typeface="Times New Roman"/>
                <a:cs typeface="Times New Roman"/>
              </a:rPr>
              <a:t>which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form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f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sys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2" dirty="0">
                <a:latin typeface="Times New Roman"/>
                <a:cs typeface="Times New Roman"/>
              </a:rPr>
              <a:t> inc</a:t>
            </a:r>
            <a:r>
              <a:rPr lang="en-US" sz="1700" spc="-7" dirty="0">
                <a:latin typeface="Times New Roman"/>
                <a:cs typeface="Times New Roman"/>
              </a:rPr>
              <a:t>rea</a:t>
            </a:r>
            <a:r>
              <a:rPr lang="en-US" sz="1700" spc="5" dirty="0">
                <a:latin typeface="Times New Roman"/>
                <a:cs typeface="Times New Roman"/>
              </a:rPr>
              <a:t>s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. </a:t>
            </a:r>
            <a:r>
              <a:rPr lang="en-US" sz="1700" spc="-2" dirty="0">
                <a:latin typeface="Times New Roman"/>
                <a:cs typeface="Times New Roman"/>
              </a:rPr>
              <a:t>On</a:t>
            </a:r>
            <a:r>
              <a:rPr lang="en-US" sz="1700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 </a:t>
            </a:r>
            <a:r>
              <a:rPr lang="en-US" sz="1700" spc="-2" dirty="0">
                <a:latin typeface="Times New Roman"/>
                <a:cs typeface="Times New Roman"/>
              </a:rPr>
              <a:t>th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most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sign</a:t>
            </a:r>
            <a:r>
              <a:rPr lang="en-US" sz="1700" dirty="0">
                <a:latin typeface="Times New Roman"/>
                <a:cs typeface="Times New Roman"/>
              </a:rPr>
              <a:t>i</a:t>
            </a:r>
            <a:r>
              <a:rPr lang="en-US" sz="1700" spc="-2" dirty="0">
                <a:latin typeface="Times New Roman"/>
                <a:cs typeface="Times New Roman"/>
              </a:rPr>
              <a:t>fi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nt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wa</a:t>
            </a:r>
            <a:r>
              <a:rPr lang="en-US" sz="1700" dirty="0">
                <a:latin typeface="Times New Roman"/>
                <a:cs typeface="Times New Roman"/>
              </a:rPr>
              <a:t>ys</a:t>
            </a:r>
            <a:r>
              <a:rPr lang="en-US" sz="1700" spc="-2" dirty="0">
                <a:latin typeface="Times New Roman"/>
                <a:cs typeface="Times New Roman"/>
              </a:rPr>
              <a:t> t</a:t>
            </a:r>
            <a:r>
              <a:rPr lang="en-US" sz="1700" dirty="0">
                <a:latin typeface="Times New Roman"/>
                <a:cs typeface="Times New Roman"/>
              </a:rPr>
              <a:t>o </a:t>
            </a:r>
            <a:r>
              <a:rPr lang="en-US" sz="1700" spc="-2" dirty="0">
                <a:latin typeface="Times New Roman"/>
                <a:cs typeface="Times New Roman"/>
              </a:rPr>
              <a:t>inc</a:t>
            </a:r>
            <a:r>
              <a:rPr lang="en-US" sz="1700" spc="-7" dirty="0">
                <a:latin typeface="Times New Roman"/>
                <a:cs typeface="Times New Roman"/>
              </a:rPr>
              <a:t>rea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sys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p</a:t>
            </a:r>
            <a:r>
              <a:rPr lang="en-US" sz="1700" dirty="0">
                <a:latin typeface="Times New Roman"/>
                <a:cs typeface="Times New Roman"/>
              </a:rPr>
              <a:t>er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spc="-5" dirty="0">
                <a:latin typeface="Times New Roman"/>
                <a:cs typeface="Times New Roman"/>
              </a:rPr>
              <a:t>rm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n</a:t>
            </a:r>
            <a:r>
              <a:rPr lang="en-US" sz="1700" spc="-2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is </a:t>
            </a:r>
            <a:r>
              <a:rPr lang="en-US" sz="1700" spc="-5" dirty="0">
                <a:latin typeface="Times New Roman"/>
                <a:cs typeface="Times New Roman"/>
              </a:rPr>
              <a:t>minimizing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how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r down </a:t>
            </a:r>
            <a:r>
              <a:rPr lang="en-US" sz="1700" spc="-2" dirty="0">
                <a:latin typeface="Times New Roman"/>
                <a:cs typeface="Times New Roman"/>
              </a:rPr>
              <a:t>the 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mory</a:t>
            </a:r>
            <a:r>
              <a:rPr lang="en-US" sz="1700" spc="-2" dirty="0">
                <a:latin typeface="Times New Roman"/>
                <a:cs typeface="Times New Roman"/>
              </a:rPr>
              <a:t> hie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ar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hy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one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to </a:t>
            </a:r>
            <a:r>
              <a:rPr lang="en-US" sz="1700" dirty="0">
                <a:latin typeface="Times New Roman"/>
                <a:cs typeface="Times New Roman"/>
              </a:rPr>
              <a:t>go </a:t>
            </a:r>
            <a:r>
              <a:rPr lang="en-US" sz="1700" spc="-2" dirty="0">
                <a:latin typeface="Times New Roman"/>
                <a:cs typeface="Times New Roman"/>
              </a:rPr>
              <a:t>to 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nipul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ta.</a:t>
            </a:r>
          </a:p>
          <a:p>
            <a:pPr marL="335673" marR="16799" algn="just">
              <a:spcBef>
                <a:spcPts val="14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335673" indent="-109957" algn="just">
              <a:buFont typeface="Times New Roman"/>
              <a:buAutoNum type="arabicPeriod" startAt="4"/>
              <a:tabLst>
                <a:tab pos="335979" algn="l"/>
              </a:tabLst>
            </a:pPr>
            <a:r>
              <a:rPr lang="en-US" sz="1700" b="1" spc="-2" dirty="0">
                <a:latin typeface="Times New Roman"/>
                <a:cs typeface="Times New Roman"/>
              </a:rPr>
              <a:t> Cos</a:t>
            </a:r>
            <a:r>
              <a:rPr lang="en-US" sz="1700" b="1" dirty="0">
                <a:latin typeface="Times New Roman"/>
                <a:cs typeface="Times New Roman"/>
              </a:rPr>
              <a:t>t</a:t>
            </a: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lang="en-US" sz="1700" b="1" dirty="0">
                <a:latin typeface="Times New Roman"/>
                <a:cs typeface="Times New Roman"/>
              </a:rPr>
              <a:t>p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spc="-5" dirty="0">
                <a:latin typeface="Times New Roman"/>
                <a:cs typeface="Times New Roman"/>
              </a:rPr>
              <a:t>r</a:t>
            </a: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lang="en-US" sz="1700" b="1" dirty="0">
                <a:latin typeface="Times New Roman"/>
                <a:cs typeface="Times New Roman"/>
              </a:rPr>
              <a:t>b</a:t>
            </a:r>
            <a:r>
              <a:rPr lang="en-US" sz="1700" b="1" spc="-2" dirty="0">
                <a:latin typeface="Times New Roman"/>
                <a:cs typeface="Times New Roman"/>
              </a:rPr>
              <a:t>it:</a:t>
            </a:r>
            <a:endParaRPr lang="en-US" sz="1700" dirty="0">
              <a:latin typeface="Times New Roman"/>
              <a:cs typeface="Times New Roman"/>
            </a:endParaRPr>
          </a:p>
          <a:p>
            <a:pPr marL="335673" marR="130421" algn="just">
              <a:spcBef>
                <a:spcPts val="31"/>
              </a:spcBef>
            </a:pP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2" dirty="0">
                <a:latin typeface="Times New Roman"/>
                <a:cs typeface="Times New Roman"/>
              </a:rPr>
              <a:t>w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move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-5" dirty="0">
                <a:latin typeface="Times New Roman"/>
                <a:cs typeface="Times New Roman"/>
              </a:rPr>
              <a:t>rom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bottom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o </a:t>
            </a:r>
            <a:r>
              <a:rPr lang="en-US" sz="1700" spc="-5" dirty="0">
                <a:latin typeface="Times New Roman"/>
                <a:cs typeface="Times New Roman"/>
              </a:rPr>
              <a:t>top</a:t>
            </a:r>
            <a:r>
              <a:rPr lang="en-US" sz="1700" spc="-2" dirty="0">
                <a:latin typeface="Times New Roman"/>
                <a:cs typeface="Times New Roman"/>
              </a:rPr>
              <a:t> i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2" dirty="0">
                <a:latin typeface="Times New Roman"/>
                <a:cs typeface="Times New Roman"/>
              </a:rPr>
              <a:t>the Hie</a:t>
            </a:r>
            <a:r>
              <a:rPr lang="en-US" sz="1700" spc="-7" dirty="0">
                <a:latin typeface="Times New Roman"/>
                <a:cs typeface="Times New Roman"/>
              </a:rPr>
              <a:t>ra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h</a:t>
            </a:r>
            <a:r>
              <a:rPr lang="en-US" sz="1700" spc="5" dirty="0">
                <a:latin typeface="Times New Roman"/>
                <a:cs typeface="Times New Roman"/>
              </a:rPr>
              <a:t>y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2" dirty="0">
                <a:latin typeface="Times New Roman"/>
                <a:cs typeface="Times New Roman"/>
              </a:rPr>
              <a:t>the 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ost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per</a:t>
            </a:r>
            <a:r>
              <a:rPr lang="en-US" sz="1700" spc="-2" dirty="0">
                <a:latin typeface="Times New Roman"/>
                <a:cs typeface="Times New Roman"/>
              </a:rPr>
              <a:t> bit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inc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spc="2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i.e. 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spc="-2" dirty="0">
                <a:latin typeface="Times New Roman"/>
                <a:cs typeface="Times New Roman"/>
              </a:rPr>
              <a:t>ntern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Memor</a:t>
            </a:r>
            <a:r>
              <a:rPr lang="en-US" sz="1700" spc="-5" dirty="0">
                <a:latin typeface="Times New Roman"/>
                <a:cs typeface="Times New Roman"/>
              </a:rPr>
              <a:t>y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ost</a:t>
            </a:r>
            <a:r>
              <a:rPr lang="en-US" sz="1700" dirty="0">
                <a:latin typeface="Times New Roman"/>
                <a:cs typeface="Times New Roman"/>
              </a:rPr>
              <a:t>li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2" dirty="0">
                <a:latin typeface="Times New Roman"/>
                <a:cs typeface="Times New Roman"/>
              </a:rPr>
              <a:t>th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5" dirty="0">
                <a:latin typeface="Times New Roman"/>
                <a:cs typeface="Times New Roman"/>
              </a:rPr>
              <a:t>Exte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Memor</a:t>
            </a:r>
            <a:r>
              <a:rPr lang="en-US" sz="1700" spc="-2" dirty="0">
                <a:latin typeface="Times New Roman"/>
                <a:cs typeface="Times New Roman"/>
              </a:rPr>
              <a:t>y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99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76653-FB77-9A2C-EBA5-7500D6765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6E5C9D-7C58-33D5-958D-5D60FE1E4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3886AE-29E5-1FD5-23A3-6DE34AAC60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181D6ED6-0ED3-DAE1-6DBB-DE5B4C26314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DF626A-1B21-98BE-731F-FCBB8A5D2D4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90600" y="742950"/>
            <a:ext cx="7086600" cy="381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213487"/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B</a:t>
            </a:r>
            <a:r>
              <a:rPr sz="1700" b="1" dirty="0">
                <a:latin typeface="Times New Roman"/>
                <a:cs typeface="Times New Roman"/>
              </a:rPr>
              <a:t>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09"/>
              </a:spcBef>
              <a:buFont typeface="Times New Roman"/>
              <a:buChar char="●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J.</a:t>
            </a:r>
            <a:r>
              <a:rPr sz="1700" dirty="0">
                <a:latin typeface="Times New Roman"/>
                <a:cs typeface="Times New Roman"/>
              </a:rPr>
              <a:t>P.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ay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io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Third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dition.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09"/>
              </a:spcBef>
              <a:buFont typeface="Times New Roman"/>
              <a:buChar char="●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Ma</a:t>
            </a:r>
            <a:r>
              <a:rPr sz="1700" dirty="0">
                <a:latin typeface="Times New Roman"/>
                <a:cs typeface="Times New Roman"/>
              </a:rPr>
              <a:t>no, </a:t>
            </a:r>
            <a:r>
              <a:rPr sz="1700" spc="-2" dirty="0">
                <a:latin typeface="Times New Roman"/>
                <a:cs typeface="Times New Roman"/>
              </a:rPr>
              <a:t>M.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rd </a:t>
            </a:r>
            <a:r>
              <a:rPr sz="1700" spc="-2" dirty="0">
                <a:latin typeface="Times New Roman"/>
                <a:cs typeface="Times New Roman"/>
              </a:rPr>
              <a:t>Edition, 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H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marR="3665" indent="-109651">
              <a:spcBef>
                <a:spcPts val="380"/>
              </a:spcBef>
              <a:buFont typeface="Times New Roman"/>
              <a:buChar char="●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tallings,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.,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14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chit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ture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Eight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rson </a:t>
            </a:r>
            <a:r>
              <a:rPr sz="1700" spc="-5" dirty="0">
                <a:latin typeface="Times New Roman"/>
                <a:cs typeface="Times New Roman"/>
              </a:rPr>
              <a:t>Edu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6109">
              <a:spcBef>
                <a:spcPts val="409"/>
              </a:spcBef>
            </a:pP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xt Book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>
              <a:spcBef>
                <a:spcPts val="387"/>
              </a:spcBef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rpin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lli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J.D</a:t>
            </a:r>
            <a:r>
              <a:rPr sz="1700" spc="2" dirty="0">
                <a:latin typeface="Times New Roman"/>
                <a:cs typeface="Times New Roman"/>
              </a:rPr>
              <a:t>,</a:t>
            </a:r>
            <a:r>
              <a:rPr sz="1700" spc="-5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org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&amp;Ar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ou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2" dirty="0">
                <a:latin typeface="Times New Roman"/>
                <a:cs typeface="Times New Roman"/>
              </a:rPr>
              <a:t>Addiso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esley.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09"/>
              </a:spcBef>
              <a:buFont typeface="Times New Roman"/>
              <a:buChar char="●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rson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ssy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tur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ifth Edition Morga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K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uf</a:t>
            </a:r>
            <a:r>
              <a:rPr sz="1700" spc="-5" dirty="0">
                <a:latin typeface="Times New Roman"/>
                <a:cs typeface="Times New Roman"/>
              </a:rPr>
              <a:t>fman.</a:t>
            </a:r>
            <a:endParaRPr sz="1700" dirty="0">
              <a:latin typeface="Times New Roman"/>
              <a:cs typeface="Times New Roman"/>
            </a:endParaRPr>
          </a:p>
          <a:p>
            <a:pPr marL="6109">
              <a:spcBef>
                <a:spcPts val="409"/>
              </a:spcBef>
            </a:pP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5" dirty="0">
                <a:latin typeface="Times New Roman"/>
                <a:cs typeface="Times New Roman"/>
              </a:rPr>
              <a:t>W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b</a:t>
            </a:r>
            <a:r>
              <a:rPr sz="1700" b="1" spc="-5" dirty="0">
                <a:latin typeface="Times New Roman"/>
                <a:cs typeface="Times New Roman"/>
              </a:rPr>
              <a:t>site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04"/>
              </a:spcBef>
              <a:buFont typeface="Times New Roman"/>
              <a:buChar char="●"/>
              <a:tabLst>
                <a:tab pos="226022" algn="l"/>
              </a:tabLst>
            </a:pPr>
            <a:r>
              <a:rPr sz="1700" u="sng" spc="-2" dirty="0">
                <a:latin typeface="Times New Roman"/>
                <a:cs typeface="Times New Roman"/>
              </a:rPr>
              <a:t>Me</a:t>
            </a:r>
            <a:r>
              <a:rPr sz="1700" u="sng" spc="-5" dirty="0">
                <a:latin typeface="Times New Roman"/>
                <a:cs typeface="Times New Roman"/>
              </a:rPr>
              <a:t>mory</a:t>
            </a:r>
            <a:r>
              <a:rPr sz="1700" u="sng" spc="-2" dirty="0">
                <a:latin typeface="Times New Roman"/>
                <a:cs typeface="Times New Roman"/>
              </a:rPr>
              <a:t> Hier</a:t>
            </a:r>
            <a:r>
              <a:rPr sz="1700" u="sng" spc="-7" dirty="0">
                <a:latin typeface="Times New Roman"/>
                <a:cs typeface="Times New Roman"/>
              </a:rPr>
              <a:t>a</a:t>
            </a:r>
            <a:r>
              <a:rPr sz="1700" u="sng" spc="-2" dirty="0">
                <a:latin typeface="Times New Roman"/>
                <a:cs typeface="Times New Roman"/>
              </a:rPr>
              <a:t>r</a:t>
            </a:r>
            <a:r>
              <a:rPr sz="1700" u="sng" spc="-10" dirty="0">
                <a:latin typeface="Times New Roman"/>
                <a:cs typeface="Times New Roman"/>
              </a:rPr>
              <a:t>c</a:t>
            </a:r>
            <a:r>
              <a:rPr sz="1700" u="sng" dirty="0">
                <a:latin typeface="Times New Roman"/>
                <a:cs typeface="Times New Roman"/>
              </a:rPr>
              <a:t>hy </a:t>
            </a:r>
            <a:r>
              <a:rPr sz="1700" u="sng" spc="2" dirty="0">
                <a:latin typeface="Times New Roman"/>
                <a:cs typeface="Times New Roman"/>
              </a:rPr>
              <a:t>D</a:t>
            </a:r>
            <a:r>
              <a:rPr sz="1700" u="sng" spc="-7" dirty="0">
                <a:latin typeface="Times New Roman"/>
                <a:cs typeface="Times New Roman"/>
              </a:rPr>
              <a:t>e</a:t>
            </a:r>
            <a:r>
              <a:rPr sz="1700" u="sng" spc="-5" dirty="0">
                <a:latin typeface="Times New Roman"/>
                <a:cs typeface="Times New Roman"/>
              </a:rPr>
              <a:t>s</a:t>
            </a:r>
            <a:r>
              <a:rPr sz="1700" u="sng" dirty="0">
                <a:latin typeface="Times New Roman"/>
                <a:cs typeface="Times New Roman"/>
              </a:rPr>
              <a:t>ign </a:t>
            </a:r>
            <a:r>
              <a:rPr sz="1700" u="sng" spc="-7" dirty="0">
                <a:latin typeface="Times New Roman"/>
                <a:cs typeface="Times New Roman"/>
              </a:rPr>
              <a:t>a</a:t>
            </a:r>
            <a:r>
              <a:rPr sz="1700" u="sng" dirty="0">
                <a:latin typeface="Times New Roman"/>
                <a:cs typeface="Times New Roman"/>
              </a:rPr>
              <a:t>nd </a:t>
            </a:r>
            <a:r>
              <a:rPr sz="1700" u="sng" spc="-2" dirty="0">
                <a:latin typeface="Times New Roman"/>
                <a:cs typeface="Times New Roman"/>
              </a:rPr>
              <a:t>it</a:t>
            </a:r>
            <a:r>
              <a:rPr sz="1700" u="sng" dirty="0">
                <a:latin typeface="Times New Roman"/>
                <a:cs typeface="Times New Roman"/>
              </a:rPr>
              <a:t>s</a:t>
            </a:r>
            <a:r>
              <a:rPr sz="1700" u="sng" spc="-2" dirty="0">
                <a:latin typeface="Times New Roman"/>
                <a:cs typeface="Times New Roman"/>
              </a:rPr>
              <a:t> </a:t>
            </a:r>
            <a:r>
              <a:rPr sz="1700" u="sng" spc="-5" dirty="0">
                <a:latin typeface="Times New Roman"/>
                <a:cs typeface="Times New Roman"/>
              </a:rPr>
              <a:t>Ch</a:t>
            </a:r>
            <a:r>
              <a:rPr sz="1700" u="sng" spc="-7" dirty="0">
                <a:latin typeface="Times New Roman"/>
                <a:cs typeface="Times New Roman"/>
              </a:rPr>
              <a:t>a</a:t>
            </a:r>
            <a:r>
              <a:rPr sz="1700" u="sng" spc="-2" dirty="0">
                <a:latin typeface="Times New Roman"/>
                <a:cs typeface="Times New Roman"/>
              </a:rPr>
              <a:t>r</a:t>
            </a:r>
            <a:r>
              <a:rPr sz="1700" u="sng" spc="-10" dirty="0">
                <a:latin typeface="Times New Roman"/>
                <a:cs typeface="Times New Roman"/>
              </a:rPr>
              <a:t>a</a:t>
            </a:r>
            <a:r>
              <a:rPr sz="1700" u="sng" spc="-7" dirty="0">
                <a:latin typeface="Times New Roman"/>
                <a:cs typeface="Times New Roman"/>
              </a:rPr>
              <a:t>c</a:t>
            </a:r>
            <a:r>
              <a:rPr sz="1700" u="sng" spc="-2" dirty="0">
                <a:latin typeface="Times New Roman"/>
                <a:cs typeface="Times New Roman"/>
              </a:rPr>
              <a:t>teristi</a:t>
            </a:r>
            <a:r>
              <a:rPr sz="1700" u="sng" spc="-7" dirty="0">
                <a:latin typeface="Times New Roman"/>
                <a:cs typeface="Times New Roman"/>
              </a:rPr>
              <a:t>c</a:t>
            </a:r>
            <a:r>
              <a:rPr sz="1700" u="sng" dirty="0">
                <a:latin typeface="Times New Roman"/>
                <a:cs typeface="Times New Roman"/>
              </a:rPr>
              <a:t>s</a:t>
            </a:r>
            <a:r>
              <a:rPr sz="1700" u="sng" spc="5" dirty="0">
                <a:latin typeface="Times New Roman"/>
                <a:cs typeface="Times New Roman"/>
              </a:rPr>
              <a:t> </a:t>
            </a:r>
            <a:r>
              <a:rPr sz="1700" u="sng" dirty="0">
                <a:latin typeface="Times New Roman"/>
                <a:cs typeface="Times New Roman"/>
              </a:rPr>
              <a:t>-</a:t>
            </a:r>
            <a:r>
              <a:rPr sz="1700" u="sng" spc="-2" dirty="0">
                <a:latin typeface="Times New Roman"/>
                <a:cs typeface="Times New Roman"/>
              </a:rPr>
              <a:t> G</a:t>
            </a:r>
            <a:r>
              <a:rPr sz="1700" u="sng" spc="-5" dirty="0">
                <a:latin typeface="Times New Roman"/>
                <a:cs typeface="Times New Roman"/>
              </a:rPr>
              <a:t>e</a:t>
            </a:r>
            <a:r>
              <a:rPr sz="1700" u="sng" spc="-7" dirty="0">
                <a:latin typeface="Times New Roman"/>
                <a:cs typeface="Times New Roman"/>
              </a:rPr>
              <a:t>e</a:t>
            </a:r>
            <a:r>
              <a:rPr sz="1700" u="sng" dirty="0">
                <a:latin typeface="Times New Roman"/>
                <a:cs typeface="Times New Roman"/>
              </a:rPr>
              <a:t>k</a:t>
            </a:r>
            <a:r>
              <a:rPr sz="1700" u="sng" spc="5" dirty="0">
                <a:latin typeface="Times New Roman"/>
                <a:cs typeface="Times New Roman"/>
              </a:rPr>
              <a:t>s</a:t>
            </a:r>
            <a:r>
              <a:rPr sz="1700" u="sng" dirty="0">
                <a:latin typeface="Times New Roman"/>
                <a:cs typeface="Times New Roman"/>
              </a:rPr>
              <a:t>fo</a:t>
            </a:r>
            <a:r>
              <a:rPr sz="1700" u="sng" spc="-5" dirty="0">
                <a:latin typeface="Times New Roman"/>
                <a:cs typeface="Times New Roman"/>
              </a:rPr>
              <a:t>r</a:t>
            </a:r>
            <a:r>
              <a:rPr sz="1700" u="sng" spc="-2" dirty="0">
                <a:latin typeface="Times New Roman"/>
                <a:cs typeface="Times New Roman"/>
              </a:rPr>
              <a:t>G</a:t>
            </a:r>
            <a:r>
              <a:rPr sz="1700" u="sng" dirty="0">
                <a:latin typeface="Times New Roman"/>
                <a:cs typeface="Times New Roman"/>
              </a:rPr>
              <a:t>e</a:t>
            </a:r>
            <a:r>
              <a:rPr sz="1700" u="sng" spc="-7" dirty="0">
                <a:latin typeface="Times New Roman"/>
                <a:cs typeface="Times New Roman"/>
              </a:rPr>
              <a:t>e</a:t>
            </a:r>
            <a:r>
              <a:rPr sz="1700" u="sng" dirty="0">
                <a:latin typeface="Times New Roman"/>
                <a:cs typeface="Times New Roman"/>
              </a:rPr>
              <a:t>ks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22"/>
              </a:spcBef>
              <a:buFont typeface="Times New Roman"/>
              <a:buChar char="●"/>
              <a:tabLst>
                <a:tab pos="226022" algn="l"/>
              </a:tabLst>
            </a:pPr>
            <a:r>
              <a:rPr sz="1700" u="sng" spc="-10" dirty="0">
                <a:latin typeface="Times New Roman"/>
                <a:cs typeface="Times New Roman"/>
              </a:rPr>
              <a:t>W</a:t>
            </a:r>
            <a:r>
              <a:rPr sz="1700" u="sng" spc="-5" dirty="0">
                <a:latin typeface="Times New Roman"/>
                <a:cs typeface="Times New Roman"/>
              </a:rPr>
              <a:t>h</a:t>
            </a:r>
            <a:r>
              <a:rPr sz="1700" u="sng" spc="-7" dirty="0">
                <a:latin typeface="Times New Roman"/>
                <a:cs typeface="Times New Roman"/>
              </a:rPr>
              <a:t>a</a:t>
            </a:r>
            <a:r>
              <a:rPr sz="1700" u="sng" spc="-2" dirty="0">
                <a:latin typeface="Times New Roman"/>
                <a:cs typeface="Times New Roman"/>
              </a:rPr>
              <a:t>t</a:t>
            </a:r>
            <a:r>
              <a:rPr sz="1700" u="sng" dirty="0">
                <a:latin typeface="Times New Roman"/>
                <a:cs typeface="Times New Roman"/>
              </a:rPr>
              <a:t> </a:t>
            </a:r>
            <a:r>
              <a:rPr sz="1700" u="sng" spc="-2" dirty="0">
                <a:latin typeface="Times New Roman"/>
                <a:cs typeface="Times New Roman"/>
              </a:rPr>
              <a:t>i</a:t>
            </a:r>
            <a:r>
              <a:rPr sz="1700" u="sng" dirty="0">
                <a:latin typeface="Times New Roman"/>
                <a:cs typeface="Times New Roman"/>
              </a:rPr>
              <a:t>s</a:t>
            </a:r>
            <a:r>
              <a:rPr sz="1700" u="sng" spc="-2" dirty="0">
                <a:latin typeface="Times New Roman"/>
                <a:cs typeface="Times New Roman"/>
              </a:rPr>
              <a:t> </a:t>
            </a:r>
            <a:r>
              <a:rPr sz="1700" u="sng" spc="-5" dirty="0">
                <a:latin typeface="Times New Roman"/>
                <a:cs typeface="Times New Roman"/>
              </a:rPr>
              <a:t>memory</a:t>
            </a:r>
            <a:r>
              <a:rPr sz="1700" u="sng" spc="-2" dirty="0">
                <a:latin typeface="Times New Roman"/>
                <a:cs typeface="Times New Roman"/>
              </a:rPr>
              <a:t> hi</a:t>
            </a:r>
            <a:r>
              <a:rPr sz="1700" u="sng" spc="-7" dirty="0">
                <a:latin typeface="Times New Roman"/>
                <a:cs typeface="Times New Roman"/>
              </a:rPr>
              <a:t>e</a:t>
            </a:r>
            <a:r>
              <a:rPr sz="1700" u="sng" spc="-2" dirty="0">
                <a:latin typeface="Times New Roman"/>
                <a:cs typeface="Times New Roman"/>
              </a:rPr>
              <a:t>rar</a:t>
            </a:r>
            <a:r>
              <a:rPr sz="1700" u="sng" spc="-10" dirty="0">
                <a:latin typeface="Times New Roman"/>
                <a:cs typeface="Times New Roman"/>
              </a:rPr>
              <a:t>c</a:t>
            </a:r>
            <a:r>
              <a:rPr sz="1700" u="sng" spc="5" dirty="0">
                <a:latin typeface="Times New Roman"/>
                <a:cs typeface="Times New Roman"/>
              </a:rPr>
              <a:t>h</a:t>
            </a:r>
            <a:r>
              <a:rPr sz="1700" u="sng" spc="-5" dirty="0">
                <a:latin typeface="Times New Roman"/>
                <a:cs typeface="Times New Roman"/>
              </a:rPr>
              <a:t>y?</a:t>
            </a:r>
            <a:r>
              <a:rPr sz="1700" u="sng" spc="-2" dirty="0">
                <a:latin typeface="Times New Roman"/>
                <a:cs typeface="Times New Roman"/>
              </a:rPr>
              <a:t> (tutori</a:t>
            </a:r>
            <a:r>
              <a:rPr sz="1700" u="sng" spc="-7" dirty="0">
                <a:latin typeface="Times New Roman"/>
                <a:cs typeface="Times New Roman"/>
              </a:rPr>
              <a:t>a</a:t>
            </a:r>
            <a:r>
              <a:rPr sz="1700" u="sng" spc="-2" dirty="0">
                <a:latin typeface="Times New Roman"/>
                <a:cs typeface="Times New Roman"/>
              </a:rPr>
              <a:t>lspoi</a:t>
            </a:r>
            <a:r>
              <a:rPr sz="1700" u="sng" spc="-5" dirty="0">
                <a:latin typeface="Times New Roman"/>
                <a:cs typeface="Times New Roman"/>
              </a:rPr>
              <a:t>nt.com)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6497637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45</TotalTime>
  <Words>963</Words>
  <Application>Microsoft Office PowerPoint</Application>
  <PresentationFormat>On-screen Show (16:9)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Calibri Light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Shikha Atwal</cp:lastModifiedBy>
  <cp:revision>3</cp:revision>
  <dcterms:created xsi:type="dcterms:W3CDTF">2024-12-24T22:25:34Z</dcterms:created>
  <dcterms:modified xsi:type="dcterms:W3CDTF">2024-12-25T13:54:55Z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2024-12-24T00:00:00Z</vt:filetime>
  </property>
  <property fmtid="{D5CDD505-2E9C-101B-9397-08002B2CF9AE}" pid="3" name="LastSaved">
    <vt:filetime>2024-12-24T00:00:00Z</vt:filetime>
  </property>
</Properties>
</file>