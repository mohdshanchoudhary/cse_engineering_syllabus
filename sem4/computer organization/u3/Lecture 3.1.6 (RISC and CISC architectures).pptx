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8"/>
  </p:notesMasterIdLst>
  <p:sldIdLst>
    <p:sldId id="269" r:id="rId2"/>
    <p:sldId id="490" r:id="rId3"/>
    <p:sldId id="496" r:id="rId4"/>
    <p:sldId id="497" r:id="rId5"/>
    <p:sldId id="498" r:id="rId6"/>
    <p:sldId id="491" r:id="rId7"/>
    <p:sldId id="499" r:id="rId8"/>
    <p:sldId id="500" r:id="rId9"/>
    <p:sldId id="492" r:id="rId10"/>
    <p:sldId id="502" r:id="rId11"/>
    <p:sldId id="501" r:id="rId12"/>
    <p:sldId id="493" r:id="rId13"/>
    <p:sldId id="504" r:id="rId14"/>
    <p:sldId id="505" r:id="rId15"/>
    <p:sldId id="506" r:id="rId16"/>
    <p:sldId id="494" r:id="rId17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18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07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8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9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1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3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4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2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9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9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0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88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9C09-37FE-9CE2-A835-84C38EC2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38221-5A97-D218-9E3D-B8020E3D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AFEAC-1E39-A10A-7471-422C73666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4D7A10-CF4D-8017-BF07-D7F17651E64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3EED5-F333-48B1-F39F-960FA053E7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819150"/>
            <a:ext cx="70104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183866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C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8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 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stand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 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  </a:t>
            </a:r>
            <a:r>
              <a:rPr sz="1700" b="1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 </a:t>
            </a:r>
            <a:r>
              <a:rPr sz="1700" b="1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  </a:t>
            </a:r>
            <a:r>
              <a:rPr sz="1700" b="1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Co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 </a:t>
            </a:r>
            <a:r>
              <a:rPr sz="1700" b="1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b="1" spc="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 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 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rop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5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highl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customiz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set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5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built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minimize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by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optimi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z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ing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limiti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number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only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le,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ontains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rs: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h,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ute.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lso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rious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by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ombining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hips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 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nsistors,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making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sign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and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essor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UN'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C,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Pow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rPC,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Micr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hip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V.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21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4B06-6B89-EE9A-AF39-321B6DF8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CB942-AFE9-3C10-9D73-D3DCF9BF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38D94-3DFA-BD62-5513-77A3E53AFB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0CB7681-6AC9-F3EC-6F03-694A2A763A8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D58A9E-8E54-F586-C6FC-752C7FDA26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753300E-1EAD-3CF0-7F5E-937CC43B15C3}"/>
              </a:ext>
            </a:extLst>
          </p:cNvPr>
          <p:cNvSpPr txBox="1"/>
          <p:nvPr/>
        </p:nvSpPr>
        <p:spPr>
          <a:xfrm>
            <a:off x="1066800" y="819150"/>
            <a:ext cx="7010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Adva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tag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a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5498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ssor'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form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limited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number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set.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nsistors,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mak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it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sign.</a:t>
            </a:r>
            <a:endParaRPr sz="1700" dirty="0">
              <a:latin typeface="Times New Roman"/>
              <a:cs typeface="Times New Roman"/>
            </a:endParaRPr>
          </a:p>
          <a:p>
            <a:pPr marL="225716" marR="5192" indent="-109651" algn="just">
              <a:spcBef>
                <a:spcPts val="31"/>
              </a:spcBef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ows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instructi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spac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rop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225716" marR="5803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mpler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than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quick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design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08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F812-DD13-2953-E400-0298BEE4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FC076-7511-49C4-F01F-7A0185EF3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26E302-FD98-57EE-8113-12864354D4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182F871-3FFB-CFE8-6AD4-DE0BD676E59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5AEEA3-C02B-09AD-DE83-4A0AF64195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722EAAF-65C9-3467-E581-C88255E4F073}"/>
              </a:ext>
            </a:extLst>
          </p:cNvPr>
          <p:cNvSpPr txBox="1"/>
          <p:nvPr/>
        </p:nvSpPr>
        <p:spPr>
          <a:xfrm>
            <a:off x="1066800" y="819150"/>
            <a:ext cx="7010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Disa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van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tag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a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360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'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form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may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ording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subsequ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vious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ompile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oft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use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 marL="225716" marR="5192" indent="-109651" algn="just">
              <a:spcBef>
                <a:spcPts val="31"/>
              </a:spcBef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rious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quire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olle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spon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short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6699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FD54-C863-977D-B810-7E0168E0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13776-44C2-6F6D-88B2-CE9D7D47F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205C3-3D38-44A7-C74C-CF49915C4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896193D-D111-6DD7-AF2D-A82ECECBE0D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4A9E05-F644-B153-0B45-F2907C738B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49E4E49-4397-2BC6-A956-F3841FF781D5}"/>
              </a:ext>
            </a:extLst>
          </p:cNvPr>
          <p:cNvSpPr txBox="1"/>
          <p:nvPr/>
        </p:nvSpPr>
        <p:spPr>
          <a:xfrm>
            <a:off x="1066800" y="819150"/>
            <a:ext cx="70104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C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192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highl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ustomiz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set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port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ble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Appl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od,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mobiles/sm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rtphon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Nin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ndo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DS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2889954" y="2018895"/>
            <a:ext cx="3352800" cy="26864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41666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9C09-37FE-9CE2-A835-84C38EC2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38221-5A97-D218-9E3D-B8020E3D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AFEAC-1E39-A10A-7471-422C73666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4D7A10-CF4D-8017-BF07-D7F17651E64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3EED5-F333-48B1-F39F-960FA053E7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616" y="742950"/>
            <a:ext cx="6986384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Fe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ure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f a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roces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b="1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sz="1700" b="1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r,</a:t>
            </a:r>
            <a:r>
              <a:rPr sz="170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CPI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(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).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includ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etch,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ode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thod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app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ied in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Pip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iq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pipelini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hnique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 multiple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rts or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form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iently.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large</a:t>
            </a:r>
            <a:r>
              <a:rPr sz="1700" b="1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nu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b="1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sz="1700" b="1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optimi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multiple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endParaRPr sz="1700" dirty="0">
              <a:latin typeface="Times New Roman"/>
              <a:cs typeface="Times New Roman"/>
            </a:endParaRPr>
          </a:p>
          <a:p>
            <a:pPr marL="225716" marR="3054">
              <a:spcBef>
                <a:spcPts val="31"/>
              </a:spcBef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store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ons,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quickly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spon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r,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minimize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int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42424"/>
              </a:buClr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support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mode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fix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length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pipeline.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712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2612-58E8-FE27-DCC8-7A0DD53B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6BA5E-636D-3432-0E5E-CF9F5A78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492F8A-1CC5-5FC7-9B6C-F647BE7094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0943CEF-C37A-1292-12A6-7DAC2DE2905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957F6-EB19-76A2-4675-51728BEE6A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73065D7-2C15-DC44-E3CB-C86D7C2DC45A}"/>
              </a:ext>
            </a:extLst>
          </p:cNvPr>
          <p:cNvSpPr txBox="1"/>
          <p:nvPr/>
        </p:nvSpPr>
        <p:spPr>
          <a:xfrm>
            <a:off x="990600" y="1123950"/>
            <a:ext cx="6986384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indent="-109651">
              <a:buClr>
                <a:srgbClr val="242424"/>
              </a:buClr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uses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LOA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ST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loc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lang="en-US" sz="1700" dirty="0">
              <a:solidFill>
                <a:srgbClr val="242424"/>
              </a:solidFill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 startAt="4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imple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limited inst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132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C9AD-E2B1-5650-1F3A-D44A15CF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7AACB-C00C-F470-F435-E0745BD9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973E3-FF61-37C6-B2BE-9E549A2C0D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7C845CE-7949-7517-2C5D-A926F3E17D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D53666-4123-82C4-179D-881230951C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422CE77-B5ED-4025-F27F-E418C5D114F4}"/>
              </a:ext>
            </a:extLst>
          </p:cNvPr>
          <p:cNvSpPr txBox="1"/>
          <p:nvPr/>
        </p:nvSpPr>
        <p:spPr>
          <a:xfrm>
            <a:off x="1014616" y="742950"/>
            <a:ext cx="6986384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C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stand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Co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lex</a:t>
            </a:r>
            <a:r>
              <a:rPr sz="1700" b="1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Co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loped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by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ntel.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nge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 the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assembl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5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langu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5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lev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l,</a:t>
            </a:r>
            <a:r>
              <a:rPr sz="1700" spc="5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tak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long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So,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ing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number</a:t>
            </a:r>
            <a:r>
              <a:rPr sz="1700" spc="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progr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ign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ring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number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les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mphasiz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buil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than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soft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r,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hips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latively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slowe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hips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but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little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 VAX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AMD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x86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Sy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tem/360.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238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9C09-37FE-9CE2-A835-84C38EC2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38221-5A97-D218-9E3D-B8020E3D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AFEAC-1E39-A10A-7471-422C73666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4D7A10-CF4D-8017-BF07-D7F17651E64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3EED5-F333-48B1-F39F-960FA053E7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616" y="742950"/>
            <a:ext cx="7062584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Chara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istics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owing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risti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ssor: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length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hort,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 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ittle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AM.</a:t>
            </a:r>
            <a:endParaRPr sz="1700" dirty="0">
              <a:latin typeface="Times New Roman"/>
              <a:cs typeface="Times New Roman"/>
            </a:endParaRPr>
          </a:p>
          <a:p>
            <a:pPr marL="225716" marR="11912" indent="-109651" algn="just">
              <a:spcBef>
                <a:spcPts val="31"/>
              </a:spcBef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instructi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take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longer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write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provi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asi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er p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og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mming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assembl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ngu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Suppo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for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hig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-lev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ngu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ompos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typic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5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20.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rge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 sing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wo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31"/>
              </a:spcBef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emp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asize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buildi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b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aste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 to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softw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4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0F769-64FA-8511-E723-C59798F0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51A48-34D9-468D-BDCE-3DE228CAD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4C58B7-745B-92CA-7CC4-CAB0F455F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2459216-3F55-CCB9-187D-59AB8A6F89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7371C2-AE2C-41BC-2DBA-BFC6F5806D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EA79527-25CF-30A6-3717-E9A642E09950}"/>
              </a:ext>
            </a:extLst>
          </p:cNvPr>
          <p:cNvSpPr txBox="1"/>
          <p:nvPr/>
        </p:nvSpPr>
        <p:spPr>
          <a:xfrm>
            <a:off x="1014616" y="742950"/>
            <a:ext cx="4395584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C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lps</a:t>
            </a:r>
            <a:r>
              <a:rPr sz="1700" spc="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rog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by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mbedding</a:t>
            </a:r>
            <a:r>
              <a:rPr sz="1700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multiple</a:t>
            </a:r>
            <a:r>
              <a:rPr sz="1700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prog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on,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mak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x.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esigne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osts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quir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ta,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thus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asing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ment,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olle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mory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ost,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mak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them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nsive.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4A9C168-7BB8-CA9C-67E5-EEB020F9247B}"/>
              </a:ext>
            </a:extLst>
          </p:cNvPr>
          <p:cNvSpPr/>
          <p:nvPr/>
        </p:nvSpPr>
        <p:spPr>
          <a:xfrm>
            <a:off x="5562600" y="1192352"/>
            <a:ext cx="3029606" cy="2758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922843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D416-123D-D66F-98AA-4101A637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D145F-DF81-102F-942E-349673D3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6C3490-E905-9A35-256A-223395FAFA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3D8B1A3-29A4-DB3F-A6EA-7FBFE7546E4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1F849-08EB-41DD-6062-CA050A5D62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A0E01076-8185-AC4E-83D3-4E6083E4F486}"/>
              </a:ext>
            </a:extLst>
          </p:cNvPr>
          <p:cNvSpPr txBox="1"/>
          <p:nvPr/>
        </p:nvSpPr>
        <p:spPr>
          <a:xfrm>
            <a:off x="1014310" y="742950"/>
            <a:ext cx="7062890" cy="28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2" dirty="0">
                <a:latin typeface="Times New Roman"/>
                <a:cs typeface="Times New Roman"/>
              </a:rPr>
              <a:t>CI</a:t>
            </a:r>
            <a:r>
              <a:rPr sz="1700" b="1" dirty="0">
                <a:latin typeface="Times New Roman"/>
                <a:cs typeface="Times New Roman"/>
              </a:rPr>
              <a:t>SC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spc="-2" dirty="0">
                <a:latin typeface="Times New Roman"/>
                <a:cs typeface="Times New Roman"/>
              </a:rPr>
              <a:t>ssors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ompiler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little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 marL="225716" indent="-109651" algn="just">
              <a:spcBef>
                <a:spcPts val="358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length 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quite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short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minimiz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351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-2" dirty="0">
                <a:latin typeface="Times New Roman"/>
                <a:cs typeface="Times New Roman"/>
              </a:rPr>
              <a:t> 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on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225716" indent="-109651" algn="just">
              <a:buFont typeface="Times New Roman"/>
              <a:buAutoNum type="arabicPeriod" startAt="4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Ex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 of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sing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ins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sks.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351"/>
              </a:spcBef>
              <a:buFont typeface="Times New Roman"/>
              <a:buAutoNum type="arabicPeriod" startAt="4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tes </a:t>
            </a:r>
            <a:r>
              <a:rPr lang="en-US" sz="1700" spc="-5" dirty="0">
                <a:latin typeface="Times New Roman"/>
                <a:cs typeface="Times New Roman"/>
              </a:rPr>
              <a:t>a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po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us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that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adjust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lock</a:t>
            </a:r>
            <a:r>
              <a:rPr lang="en-US" sz="1700" spc="-2" dirty="0">
                <a:latin typeface="Times New Roman"/>
                <a:cs typeface="Times New Roman"/>
              </a:rPr>
              <a:t> sp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volt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indent="-109651" algn="just">
              <a:spcBef>
                <a:spcPts val="358"/>
              </a:spcBef>
              <a:buFont typeface="Times New Roman"/>
              <a:buAutoNum type="arabicPeriod" startAt="4"/>
              <a:tabLst>
                <a:tab pos="226022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uses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s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the 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28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2FFC-5463-2670-70C6-39B70977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341D9-AF95-2F7B-86C9-AE66330A1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642D3C-506D-F113-9DF3-32E021D0F9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F00F828-EDEB-361F-A3A3-7B64796B4E2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B875EC-941E-D42A-2182-A7BCEE1156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7364" y="819150"/>
            <a:ext cx="7059836" cy="2559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Disa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van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2" dirty="0">
                <a:latin typeface="Times New Roman"/>
                <a:cs typeface="Times New Roman"/>
              </a:rPr>
              <a:t>CI</a:t>
            </a:r>
            <a:r>
              <a:rPr sz="1700" b="1" dirty="0">
                <a:latin typeface="Times New Roman"/>
                <a:cs typeface="Times New Roman"/>
              </a:rPr>
              <a:t>SC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spc="-2" dirty="0">
                <a:latin typeface="Times New Roman"/>
                <a:cs typeface="Times New Roman"/>
              </a:rPr>
              <a:t>ssors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slow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cle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8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due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slownes</a:t>
            </a:r>
            <a:r>
              <a:rPr sz="1700" dirty="0">
                <a:latin typeface="Times New Roman"/>
                <a:cs typeface="Times New Roman"/>
              </a:rPr>
              <a:t>s of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dirty="0">
                <a:latin typeface="Times New Roman"/>
                <a:cs typeface="Times New Roman"/>
              </a:rPr>
              <a:t>k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225716" indent="-109651">
              <a:spcBef>
                <a:spcPts val="351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pip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line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 to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spcBef>
                <a:spcPts val="354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nsistors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design.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1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</a:t>
            </a:r>
            <a:r>
              <a:rPr sz="1700" dirty="0">
                <a:latin typeface="Times New Roman"/>
                <a:cs typeface="Times New Roman"/>
              </a:rPr>
              <a:t>y 20%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734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1F419-73D0-D2BE-D284-B6622191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1F84E-87C3-F792-0808-FFE7FCBB8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442847-608C-A9EB-110F-26C9AB740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EA10DDE-08C7-611D-29FE-14C490FAE82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CE7C78-02C0-0EBD-2064-3DFD9DFE86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984817F-01E9-3676-DFA4-5AB5E4D306C6}"/>
              </a:ext>
            </a:extLst>
          </p:cNvPr>
          <p:cNvSpPr txBox="1"/>
          <p:nvPr/>
        </p:nvSpPr>
        <p:spPr>
          <a:xfrm>
            <a:off x="914400" y="573492"/>
            <a:ext cx="705983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w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the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RIS</a:t>
            </a:r>
            <a:r>
              <a:rPr sz="1700" b="1" dirty="0">
                <a:latin typeface="Times New Roman"/>
                <a:cs typeface="Times New Roman"/>
              </a:rPr>
              <a:t>C and </a:t>
            </a:r>
            <a:r>
              <a:rPr sz="1700" b="1" spc="-2" dirty="0">
                <a:latin typeface="Times New Roman"/>
                <a:cs typeface="Times New Roman"/>
              </a:rPr>
              <a:t>CIS</a:t>
            </a:r>
            <a:r>
              <a:rPr sz="1700" b="1" dirty="0">
                <a:latin typeface="Times New Roman"/>
                <a:cs typeface="Times New Roman"/>
              </a:rPr>
              <a:t>C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spc="-2" dirty="0">
                <a:latin typeface="Times New Roman"/>
                <a:cs typeface="Times New Roman"/>
              </a:rPr>
              <a:t>ssors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0E644EF-ABF0-E062-2E5E-70BF0F3B3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9242"/>
              </p:ext>
            </p:extLst>
          </p:nvPr>
        </p:nvGraphicFramePr>
        <p:xfrm>
          <a:off x="914400" y="971550"/>
          <a:ext cx="74676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96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RISC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CISC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31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is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nstr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 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Comput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9055">
                        <a:lnSpc>
                          <a:spcPct val="100000"/>
                        </a:lnSpc>
                        <a:tabLst>
                          <a:tab pos="315595" algn="l"/>
                          <a:tab pos="579120" algn="l"/>
                          <a:tab pos="806450" algn="l"/>
                          <a:tab pos="1526540" algn="l"/>
                          <a:tab pos="2346325" algn="l"/>
                        </a:tabLst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	is	a	Compl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Instr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uc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	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Comput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531">
                <a:tc>
                  <a:txBody>
                    <a:bodyPr/>
                    <a:lstStyle/>
                    <a:p>
                      <a:pPr marL="64769" marR="62230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mphasi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  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sof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 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 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optimi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8419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6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mp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asize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6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rdw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16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6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optimi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the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381">
                <a:tc>
                  <a:txBody>
                    <a:bodyPr/>
                    <a:lstStyle/>
                    <a:p>
                      <a:pPr marL="64769" marR="59055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mming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essor.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9055">
                        <a:lnSpc>
                          <a:spcPct val="100000"/>
                        </a:lnSpc>
                        <a:tabLst>
                          <a:tab pos="1458595" algn="l"/>
                          <a:tab pos="1891030" algn="l"/>
                          <a:tab pos="2203450" algn="l"/>
                        </a:tabLst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Micr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opro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mming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 Pro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essor.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531">
                <a:tc>
                  <a:txBody>
                    <a:bodyPr/>
                    <a:lstStyle/>
                    <a:p>
                      <a:pPr marL="64769" marR="59055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ts 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9690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qui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sing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sto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531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 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imple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odi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 of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60325">
                        <a:lnSpc>
                          <a:spcPct val="100000"/>
                        </a:lnSpc>
                        <a:tabLst>
                          <a:tab pos="583565" algn="l"/>
                          <a:tab pos="967740" algn="l"/>
                          <a:tab pos="1673860" algn="l"/>
                          <a:tab pos="241300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	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	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oding	of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96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 the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pipeline are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imple in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dif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icult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marL="64769" marR="60960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nu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 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quir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exe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ute the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7785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 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quir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16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6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  </a:t>
                      </a:r>
                      <a:r>
                        <a:rPr sz="16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  </a:t>
                      </a:r>
                      <a:r>
                        <a:rPr sz="16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ute  </a:t>
                      </a:r>
                      <a:r>
                        <a:rPr sz="16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18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3A29-A2FF-E52F-EE6E-B1A82010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C60E1-D8ED-1498-7B67-DC8F6929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56256F-CCF8-7840-6D60-DC0848F48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BEF93B-940C-5DF0-C302-39CAEA3260D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3E6E28-3654-7BAD-0784-559F8EFFB8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2AEE2D-3876-BB80-A4C1-C2B256534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25185"/>
              </p:ext>
            </p:extLst>
          </p:nvPr>
        </p:nvGraphicFramePr>
        <p:xfrm>
          <a:off x="914400" y="592542"/>
          <a:ext cx="7467600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96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RISC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CISC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marL="64769" marR="59690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OA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inde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nt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m's int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7150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uses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 ST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 in the</a:t>
                      </a:r>
                      <a:r>
                        <a:rPr sz="16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memo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6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6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 prog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m.</a:t>
                      </a: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719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 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nsistors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 memo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 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90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nsistors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 instru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796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ution time of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RISC is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short.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ution time of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CISC is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ong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marL="64769" marR="58419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ture 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hig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ppli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  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like   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tel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ommunic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tion,  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ge pro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ess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ing, video p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sing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tc.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5244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ture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1600" spc="2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ppli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tions </a:t>
                      </a:r>
                      <a:r>
                        <a:rPr sz="16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like </a:t>
                      </a: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home </a:t>
                      </a:r>
                      <a:r>
                        <a:rPr sz="16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utom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tion,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urity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m,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796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has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fix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 f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rm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instru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 has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ble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mat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531">
                <a:tc>
                  <a:txBody>
                    <a:bodyPr/>
                    <a:lstStyle/>
                    <a:p>
                      <a:pPr marL="64769" marR="609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ritten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ds 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mory.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96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Prog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itten 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ISC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ture tends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spa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mory.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marL="64769" marR="58419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Ex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mple  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  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SC: 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ARM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  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SC,  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Pow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   </a:t>
                      </a:r>
                      <a:r>
                        <a:rPr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Alpha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   </a:t>
                      </a:r>
                      <a:r>
                        <a:rPr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AV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R,   </a:t>
                      </a:r>
                      <a:r>
                        <a:rPr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   </a:t>
                      </a:r>
                      <a:r>
                        <a:rPr sz="16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   </a:t>
                      </a:r>
                      <a:r>
                        <a:rPr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 SP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58419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Ex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mpl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 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  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SC: 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 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Mot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orola 68000 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mily, 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System/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60, </a:t>
                      </a:r>
                      <a:r>
                        <a:rPr sz="16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nd the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 x86 CP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Us.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05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8A828-1177-EAAF-71B6-891C4B89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7B6AF-07AC-04FD-EA89-EA19E3FBE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22B0A8-B152-64DF-F04B-4BE5162087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C51E2E5-ED40-52BB-42D8-33F6DB8607F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80CD45-0DB1-C9AF-0429-B0C57D3085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EA6FBF2-B0D1-CDE2-A265-D7BA64002038}"/>
              </a:ext>
            </a:extLst>
          </p:cNvPr>
          <p:cNvSpPr txBox="1"/>
          <p:nvPr/>
        </p:nvSpPr>
        <p:spPr>
          <a:xfrm>
            <a:off x="1013700" y="742950"/>
            <a:ext cx="6987300" cy="376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/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7"/>
              </a:spcBef>
              <a:buFont typeface="Calibri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92"/>
              </a:spcBef>
              <a:buFont typeface="Calibri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87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87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941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886DD-C558-3785-2741-CAFFADD7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6D50D9-448E-2E98-F23B-80FE8D64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E21A5-621A-C616-4C96-2E1BEB30F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6019537-009F-84CC-CC1A-215E22D417C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5A736-EA63-1403-9A51-B4E1BD43BC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D88379F2-871F-DC29-6D79-22275E9A53D1}"/>
              </a:ext>
            </a:extLst>
          </p:cNvPr>
          <p:cNvSpPr txBox="1"/>
          <p:nvPr/>
        </p:nvSpPr>
        <p:spPr>
          <a:xfrm>
            <a:off x="990600" y="923001"/>
            <a:ext cx="69873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lang="en-US" sz="1700" b="1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Dif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tw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 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7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jav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tpoint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rg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niz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G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vs.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Whi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h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one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is bette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(mi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ro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ontrollertips.co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m)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Vi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s: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/Z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1gb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f9k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si=gxt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VP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uS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urZ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/gC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n90y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X84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si=V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Qk6l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6q4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_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M3Mn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/wqZ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YDg_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sE?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si=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J1z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9T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0R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AMR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12349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</TotalTime>
  <Words>1447</Words>
  <Application>Microsoft Office PowerPoint</Application>
  <PresentationFormat>On-screen Show (16:9)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2024-12-26T11:05:45Z</dcterms:created>
  <dcterms:modified xsi:type="dcterms:W3CDTF">2024-12-26T15:28:50Z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